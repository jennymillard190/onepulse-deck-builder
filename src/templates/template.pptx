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032092885" r:id="rId2"/>
    <p:sldId id="2032092886" r:id="rId3"/>
    <p:sldId id="203209294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ADF70A-A4AE-F34A-9035-C974C85BCF20}" v="4" dt="2026-01-21T09:57:19.2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72" autoAdjust="0"/>
    <p:restoredTop sz="94663"/>
  </p:normalViewPr>
  <p:slideViewPr>
    <p:cSldViewPr snapToGrid="0">
      <p:cViewPr>
        <p:scale>
          <a:sx n="91" d="100"/>
          <a:sy n="91" d="100"/>
        </p:scale>
        <p:origin x="-56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hompson" userId="e9ac0c51-ecdc-490b-aa84-8b8094d5d1aa" providerId="ADAL" clId="{36138236-6710-5F05-B990-C75BCD53FCD5}"/>
    <pc:docChg chg="modSld">
      <pc:chgData name="Scott Thompson" userId="e9ac0c51-ecdc-490b-aa84-8b8094d5d1aa" providerId="ADAL" clId="{36138236-6710-5F05-B990-C75BCD53FCD5}" dt="2026-01-21T09:57:19.254" v="4"/>
      <pc:docMkLst>
        <pc:docMk/>
      </pc:docMkLst>
      <pc:sldChg chg="addSp modSp mod">
        <pc:chgData name="Scott Thompson" userId="e9ac0c51-ecdc-490b-aa84-8b8094d5d1aa" providerId="ADAL" clId="{36138236-6710-5F05-B990-C75BCD53FCD5}" dt="2026-01-21T09:57:19.254" v="4"/>
        <pc:sldMkLst>
          <pc:docMk/>
          <pc:sldMk cId="2620244222" sldId="2032092941"/>
        </pc:sldMkLst>
        <pc:graphicFrameChg chg="add mod">
          <ac:chgData name="Scott Thompson" userId="e9ac0c51-ecdc-490b-aa84-8b8094d5d1aa" providerId="ADAL" clId="{36138236-6710-5F05-B990-C75BCD53FCD5}" dt="2026-01-21T09:57:19.254" v="4"/>
          <ac:graphicFrameMkLst>
            <pc:docMk/>
            <pc:sldMk cId="2620244222" sldId="2032092941"/>
            <ac:graphicFrameMk id="3" creationId="{24427961-401E-7E12-3BFD-B0405AF348D9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Calibri" panose="020F0502020204030204" pitchFamily="34" charset="0"/>
              <a:ea typeface="+mn-ea"/>
              <a:cs typeface="Calibri" panose="020F05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3C-0A48-A490-DEA68EA33B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3C-0A48-A490-DEA68EA33B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43C-0A48-A490-DEA68EA33B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03841312"/>
        <c:axId val="1003843024"/>
      </c:barChart>
      <c:catAx>
        <c:axId val="10038413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3843024"/>
        <c:crosses val="autoZero"/>
        <c:auto val="1"/>
        <c:lblAlgn val="ctr"/>
        <c:lblOffset val="100"/>
        <c:noMultiLvlLbl val="0"/>
      </c:catAx>
      <c:valAx>
        <c:axId val="10038430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38413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846D63-9C03-4F53-9A92-2E89BB2BCDE4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304FA3-20F8-444F-AC93-46054BDD5F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5875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A6200E-7B95-4EBF-9C10-32F65920FC34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8627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3"/>
          <p:cNvSpPr>
            <a:spLocks noGrp="1"/>
          </p:cNvSpPr>
          <p:nvPr>
            <p:ph type="title" hasCustomPrompt="1"/>
          </p:nvPr>
        </p:nvSpPr>
        <p:spPr>
          <a:xfrm>
            <a:off x="483533" y="1934333"/>
            <a:ext cx="6057900" cy="2137204"/>
          </a:xfrm>
        </p:spPr>
        <p:txBody>
          <a:bodyPr>
            <a:noAutofit/>
          </a:bodyPr>
          <a:lstStyle>
            <a:lvl1pPr algn="l">
              <a:defRPr sz="66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Project Title</a:t>
            </a:r>
            <a:br>
              <a:rPr lang="en-GB" noProof="0"/>
            </a:br>
            <a:r>
              <a:rPr lang="en-GB" noProof="0"/>
              <a:t>Text Here</a:t>
            </a:r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483533" y="4292823"/>
            <a:ext cx="6057900" cy="501856"/>
          </a:xfrm>
        </p:spPr>
        <p:txBody>
          <a:bodyPr anchor="ctr">
            <a:normAutofit/>
          </a:bodyPr>
          <a:lstStyle>
            <a:lvl1pPr marL="0" indent="0" algn="l">
              <a:buNone/>
              <a:defRPr sz="28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Date 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6B6C5307-1FCE-80A5-533A-CB8D3C08CB2B}"/>
              </a:ext>
            </a:extLst>
          </p:cNvPr>
          <p:cNvSpPr/>
          <p:nvPr userDrawn="1"/>
        </p:nvSpPr>
        <p:spPr>
          <a:xfrm rot="5400000">
            <a:off x="5860922" y="130516"/>
            <a:ext cx="6210889" cy="6451262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24076"/>
                </a:srgbClr>
              </a:gs>
              <a:gs pos="0">
                <a:schemeClr val="tx2">
                  <a:alpha val="59902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 rot="16200000">
            <a:off x="-49207" y="47302"/>
            <a:ext cx="2296870" cy="2198447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E4C7FEF-5751-F10F-3CD2-BE2BC48CE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B6DB2EC6-BB1C-759C-4322-6CA58B4E1D52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2046771-06C9-A47B-00CA-5F0260071926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983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3"/>
          <p:cNvSpPr>
            <a:spLocks noGrp="1"/>
          </p:cNvSpPr>
          <p:nvPr>
            <p:ph type="title" hasCustomPrompt="1"/>
          </p:nvPr>
        </p:nvSpPr>
        <p:spPr>
          <a:xfrm>
            <a:off x="1409700" y="1866737"/>
            <a:ext cx="6057900" cy="2137204"/>
          </a:xfrm>
        </p:spPr>
        <p:txBody>
          <a:bodyPr>
            <a:noAutofit/>
          </a:bodyPr>
          <a:lstStyle>
            <a:lvl1pPr algn="l">
              <a:defRPr sz="66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Project Title</a:t>
            </a:r>
            <a:br>
              <a:rPr lang="en-GB" noProof="0"/>
            </a:br>
            <a:r>
              <a:rPr lang="en-GB" noProof="0"/>
              <a:t>Text Here</a:t>
            </a:r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1409700" y="4225227"/>
            <a:ext cx="6057900" cy="501856"/>
          </a:xfrm>
        </p:spPr>
        <p:txBody>
          <a:bodyPr anchor="ctr">
            <a:normAutofit/>
          </a:bodyPr>
          <a:lstStyle>
            <a:lvl1pPr marL="0" indent="0" algn="l">
              <a:buNone/>
              <a:defRPr sz="28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Date 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6B6C5307-1FCE-80A5-533A-CB8D3C08CB2B}"/>
              </a:ext>
            </a:extLst>
          </p:cNvPr>
          <p:cNvSpPr/>
          <p:nvPr userDrawn="1"/>
        </p:nvSpPr>
        <p:spPr>
          <a:xfrm rot="5400000">
            <a:off x="5860922" y="130516"/>
            <a:ext cx="6210889" cy="6451262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24076"/>
                </a:srgbClr>
              </a:gs>
              <a:gs pos="0">
                <a:schemeClr val="tx2">
                  <a:alpha val="59902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 rot="16200000">
            <a:off x="-49207" y="47302"/>
            <a:ext cx="2296870" cy="2198447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E4C7FEF-5751-F10F-3CD2-BE2BC48CE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B6DB2EC6-BB1C-759C-4322-6CA58B4E1D52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2046771-06C9-A47B-00CA-5F0260071926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236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entagon 59">
            <a:extLst>
              <a:ext uri="{FF2B5EF4-FFF2-40B4-BE49-F238E27FC236}">
                <a16:creationId xmlns:a16="http://schemas.microsoft.com/office/drawing/2014/main" id="{7D472DD2-BFB0-28E6-EC31-52184CBC44C8}"/>
              </a:ext>
            </a:extLst>
          </p:cNvPr>
          <p:cNvSpPr/>
          <p:nvPr userDrawn="1"/>
        </p:nvSpPr>
        <p:spPr>
          <a:xfrm rot="5400000">
            <a:off x="753540" y="-153440"/>
            <a:ext cx="5176434" cy="5483315"/>
          </a:xfrm>
          <a:prstGeom prst="homePlate">
            <a:avLst>
              <a:gd name="adj" fmla="val 39090"/>
            </a:avLst>
          </a:prstGeom>
          <a:gradFill>
            <a:gsLst>
              <a:gs pos="56000">
                <a:srgbClr val="9FBCA2">
                  <a:alpha val="64916"/>
                </a:srgbClr>
              </a:gs>
              <a:gs pos="100000">
                <a:schemeClr val="tx1">
                  <a:lumMod val="40000"/>
                  <a:lumOff val="60000"/>
                  <a:alpha val="0"/>
                </a:schemeClr>
              </a:gs>
              <a:gs pos="22000">
                <a:schemeClr val="tx1"/>
              </a:gs>
              <a:gs pos="0">
                <a:srgbClr val="6F9B8A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363"/>
            <a:endParaRPr lang="en-US" sz="3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>
            <a:off x="8417997" y="1"/>
            <a:ext cx="3789502" cy="3665601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0800000">
            <a:off x="-2" y="5176433"/>
            <a:ext cx="1397652" cy="1234747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1AA10A6-F68F-26C1-8A56-F7392D34E4AA}"/>
              </a:ext>
            </a:extLst>
          </p:cNvPr>
          <p:cNvGrpSpPr/>
          <p:nvPr userDrawn="1"/>
        </p:nvGrpSpPr>
        <p:grpSpPr>
          <a:xfrm>
            <a:off x="6993119" y="648784"/>
            <a:ext cx="5266618" cy="5911836"/>
            <a:chOff x="6596246" y="1567478"/>
            <a:chExt cx="722794" cy="811344"/>
          </a:xfrm>
        </p:grpSpPr>
        <p:sp>
          <p:nvSpPr>
            <p:cNvPr id="6" name="Content Placeholder 4">
              <a:extLst>
                <a:ext uri="{FF2B5EF4-FFF2-40B4-BE49-F238E27FC236}">
                  <a16:creationId xmlns:a16="http://schemas.microsoft.com/office/drawing/2014/main" id="{1DAC5E32-DB82-6AF4-924C-6FAE786BC04A}"/>
                </a:ext>
              </a:extLst>
            </p:cNvPr>
            <p:cNvSpPr/>
            <p:nvPr/>
          </p:nvSpPr>
          <p:spPr>
            <a:xfrm>
              <a:off x="6596246" y="2350960"/>
              <a:ext cx="359895" cy="27862"/>
            </a:xfrm>
            <a:custGeom>
              <a:avLst/>
              <a:gdLst>
                <a:gd name="connsiteX0" fmla="*/ 1933 w 359895"/>
                <a:gd name="connsiteY0" fmla="*/ 20994 h 27862"/>
                <a:gd name="connsiteX1" fmla="*/ 7415 w 359895"/>
                <a:gd name="connsiteY1" fmla="*/ 22496 h 27862"/>
                <a:gd name="connsiteX2" fmla="*/ 27317 w 359895"/>
                <a:gd name="connsiteY2" fmla="*/ 24072 h 27862"/>
                <a:gd name="connsiteX3" fmla="*/ 68246 w 359895"/>
                <a:gd name="connsiteY3" fmla="*/ 25724 h 27862"/>
                <a:gd name="connsiteX4" fmla="*/ 150255 w 359895"/>
                <a:gd name="connsiteY4" fmla="*/ 27226 h 27862"/>
                <a:gd name="connsiteX5" fmla="*/ 163698 w 359895"/>
                <a:gd name="connsiteY5" fmla="*/ 27827 h 27862"/>
                <a:gd name="connsiteX6" fmla="*/ 297075 w 359895"/>
                <a:gd name="connsiteY6" fmla="*/ 24823 h 27862"/>
                <a:gd name="connsiteX7" fmla="*/ 288064 w 359895"/>
                <a:gd name="connsiteY7" fmla="*/ 5001 h 27862"/>
                <a:gd name="connsiteX8" fmla="*/ 208758 w 359895"/>
                <a:gd name="connsiteY8" fmla="*/ 1847 h 27862"/>
                <a:gd name="connsiteX9" fmla="*/ 139666 w 359895"/>
                <a:gd name="connsiteY9" fmla="*/ -30 h 27862"/>
                <a:gd name="connsiteX10" fmla="*/ 79586 w 359895"/>
                <a:gd name="connsiteY10" fmla="*/ 571 h 27862"/>
                <a:gd name="connsiteX11" fmla="*/ 15075 w 359895"/>
                <a:gd name="connsiteY11" fmla="*/ 7554 h 27862"/>
                <a:gd name="connsiteX12" fmla="*/ 9969 w 359895"/>
                <a:gd name="connsiteY12" fmla="*/ 10407 h 27862"/>
                <a:gd name="connsiteX13" fmla="*/ 2909 w 359895"/>
                <a:gd name="connsiteY13" fmla="*/ 13936 h 27862"/>
                <a:gd name="connsiteX14" fmla="*/ 1933 w 359895"/>
                <a:gd name="connsiteY14" fmla="*/ 20994 h 27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59895" h="27862">
                  <a:moveTo>
                    <a:pt x="1933" y="20994"/>
                  </a:moveTo>
                  <a:cubicBezTo>
                    <a:pt x="3637" y="21865"/>
                    <a:pt x="5500" y="22375"/>
                    <a:pt x="7415" y="22496"/>
                  </a:cubicBezTo>
                  <a:cubicBezTo>
                    <a:pt x="14024" y="23171"/>
                    <a:pt x="20633" y="23697"/>
                    <a:pt x="27317" y="24072"/>
                  </a:cubicBezTo>
                  <a:cubicBezTo>
                    <a:pt x="40910" y="24973"/>
                    <a:pt x="54578" y="25424"/>
                    <a:pt x="68246" y="25724"/>
                  </a:cubicBezTo>
                  <a:cubicBezTo>
                    <a:pt x="95582" y="26325"/>
                    <a:pt x="122994" y="26250"/>
                    <a:pt x="150255" y="27226"/>
                  </a:cubicBezTo>
                  <a:cubicBezTo>
                    <a:pt x="154761" y="27226"/>
                    <a:pt x="159192" y="27902"/>
                    <a:pt x="163698" y="27827"/>
                  </a:cubicBezTo>
                  <a:cubicBezTo>
                    <a:pt x="220924" y="26175"/>
                    <a:pt x="253818" y="26175"/>
                    <a:pt x="297075" y="24823"/>
                  </a:cubicBezTo>
                  <a:cubicBezTo>
                    <a:pt x="351598" y="23096"/>
                    <a:pt x="409725" y="12584"/>
                    <a:pt x="288064" y="5001"/>
                  </a:cubicBezTo>
                  <a:cubicBezTo>
                    <a:pt x="262154" y="3424"/>
                    <a:pt x="234743" y="3274"/>
                    <a:pt x="208758" y="1847"/>
                  </a:cubicBezTo>
                  <a:cubicBezTo>
                    <a:pt x="185777" y="571"/>
                    <a:pt x="162722" y="45"/>
                    <a:pt x="139666" y="-30"/>
                  </a:cubicBezTo>
                  <a:cubicBezTo>
                    <a:pt x="119614" y="-30"/>
                    <a:pt x="99563" y="-30"/>
                    <a:pt x="79586" y="571"/>
                  </a:cubicBezTo>
                  <a:cubicBezTo>
                    <a:pt x="59609" y="1172"/>
                    <a:pt x="34526" y="-3258"/>
                    <a:pt x="15075" y="7554"/>
                  </a:cubicBezTo>
                  <a:cubicBezTo>
                    <a:pt x="13348" y="8530"/>
                    <a:pt x="11696" y="9581"/>
                    <a:pt x="9969" y="10407"/>
                  </a:cubicBezTo>
                  <a:cubicBezTo>
                    <a:pt x="7475" y="11278"/>
                    <a:pt x="5102" y="12464"/>
                    <a:pt x="2909" y="13936"/>
                  </a:cubicBezTo>
                  <a:cubicBezTo>
                    <a:pt x="-1296" y="17465"/>
                    <a:pt x="-395" y="19718"/>
                    <a:pt x="1933" y="20994"/>
                  </a:cubicBezTo>
                  <a:close/>
                </a:path>
              </a:pathLst>
            </a:custGeom>
            <a:solidFill>
              <a:srgbClr val="000000">
                <a:alpha val="5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Content Placeholder 4">
              <a:extLst>
                <a:ext uri="{FF2B5EF4-FFF2-40B4-BE49-F238E27FC236}">
                  <a16:creationId xmlns:a16="http://schemas.microsoft.com/office/drawing/2014/main" id="{2E2256E8-6D81-0C79-BDB1-E3AB2213DBBC}"/>
                </a:ext>
              </a:extLst>
            </p:cNvPr>
            <p:cNvSpPr/>
            <p:nvPr/>
          </p:nvSpPr>
          <p:spPr>
            <a:xfrm>
              <a:off x="6655359" y="1938146"/>
              <a:ext cx="155006" cy="409915"/>
            </a:xfrm>
            <a:custGeom>
              <a:avLst/>
              <a:gdLst>
                <a:gd name="connsiteX0" fmla="*/ 7931 w 155006"/>
                <a:gd name="connsiteY0" fmla="*/ 228753 h 409915"/>
                <a:gd name="connsiteX1" fmla="*/ 5378 w 155006"/>
                <a:gd name="connsiteY1" fmla="*/ 66796 h 409915"/>
                <a:gd name="connsiteX2" fmla="*/ 13939 w 155006"/>
                <a:gd name="connsiteY2" fmla="*/ 11533 h 409915"/>
                <a:gd name="connsiteX3" fmla="*/ 15817 w 155006"/>
                <a:gd name="connsiteY3" fmla="*/ 8530 h 409915"/>
                <a:gd name="connsiteX4" fmla="*/ 27232 w 155006"/>
                <a:gd name="connsiteY4" fmla="*/ 8530 h 409915"/>
                <a:gd name="connsiteX5" fmla="*/ 138831 w 155006"/>
                <a:gd name="connsiteY5" fmla="*/ -30 h 409915"/>
                <a:gd name="connsiteX6" fmla="*/ 148819 w 155006"/>
                <a:gd name="connsiteY6" fmla="*/ 30004 h 409915"/>
                <a:gd name="connsiteX7" fmla="*/ 154977 w 155006"/>
                <a:gd name="connsiteY7" fmla="*/ 80536 h 409915"/>
                <a:gd name="connsiteX8" fmla="*/ 154977 w 155006"/>
                <a:gd name="connsiteY8" fmla="*/ 80536 h 409915"/>
                <a:gd name="connsiteX9" fmla="*/ 154977 w 155006"/>
                <a:gd name="connsiteY9" fmla="*/ 91498 h 409915"/>
                <a:gd name="connsiteX10" fmla="*/ 146341 w 155006"/>
                <a:gd name="connsiteY10" fmla="*/ 154044 h 409915"/>
                <a:gd name="connsiteX11" fmla="*/ 141759 w 155006"/>
                <a:gd name="connsiteY11" fmla="*/ 194965 h 409915"/>
                <a:gd name="connsiteX12" fmla="*/ 140558 w 155006"/>
                <a:gd name="connsiteY12" fmla="*/ 227477 h 409915"/>
                <a:gd name="connsiteX13" fmla="*/ 130570 w 155006"/>
                <a:gd name="connsiteY13" fmla="*/ 311721 h 409915"/>
                <a:gd name="connsiteX14" fmla="*/ 121708 w 155006"/>
                <a:gd name="connsiteY14" fmla="*/ 400696 h 409915"/>
                <a:gd name="connsiteX15" fmla="*/ 121708 w 155006"/>
                <a:gd name="connsiteY15" fmla="*/ 404225 h 409915"/>
                <a:gd name="connsiteX16" fmla="*/ 94296 w 155006"/>
                <a:gd name="connsiteY16" fmla="*/ 404225 h 409915"/>
                <a:gd name="connsiteX17" fmla="*/ 88138 w 155006"/>
                <a:gd name="connsiteY17" fmla="*/ 231531 h 409915"/>
                <a:gd name="connsiteX18" fmla="*/ 82280 w 155006"/>
                <a:gd name="connsiteY18" fmla="*/ 102311 h 409915"/>
                <a:gd name="connsiteX19" fmla="*/ 73719 w 155006"/>
                <a:gd name="connsiteY19" fmla="*/ 103061 h 409915"/>
                <a:gd name="connsiteX20" fmla="*/ 23778 w 155006"/>
                <a:gd name="connsiteY20" fmla="*/ 389058 h 409915"/>
                <a:gd name="connsiteX21" fmla="*/ 15742 w 155006"/>
                <a:gd name="connsiteY21" fmla="*/ 407379 h 409915"/>
                <a:gd name="connsiteX22" fmla="*/ -29 w 155006"/>
                <a:gd name="connsiteY22" fmla="*/ 403775 h 409915"/>
                <a:gd name="connsiteX23" fmla="*/ 7931 w 155006"/>
                <a:gd name="connsiteY23" fmla="*/ 228753 h 409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55006" h="409915">
                  <a:moveTo>
                    <a:pt x="7931" y="228753"/>
                  </a:moveTo>
                  <a:cubicBezTo>
                    <a:pt x="10635" y="175218"/>
                    <a:pt x="4927" y="120631"/>
                    <a:pt x="5378" y="66796"/>
                  </a:cubicBezTo>
                  <a:cubicBezTo>
                    <a:pt x="3591" y="47949"/>
                    <a:pt x="6535" y="28953"/>
                    <a:pt x="13939" y="11533"/>
                  </a:cubicBezTo>
                  <a:cubicBezTo>
                    <a:pt x="14300" y="10392"/>
                    <a:pt x="14946" y="9356"/>
                    <a:pt x="15817" y="8530"/>
                  </a:cubicBezTo>
                  <a:cubicBezTo>
                    <a:pt x="18596" y="5902"/>
                    <a:pt x="23327" y="7253"/>
                    <a:pt x="27232" y="8530"/>
                  </a:cubicBezTo>
                  <a:cubicBezTo>
                    <a:pt x="63948" y="21715"/>
                    <a:pt x="104555" y="18599"/>
                    <a:pt x="138831" y="-30"/>
                  </a:cubicBezTo>
                  <a:cubicBezTo>
                    <a:pt x="144598" y="9003"/>
                    <a:pt x="148030" y="19320"/>
                    <a:pt x="148819" y="30004"/>
                  </a:cubicBezTo>
                  <a:cubicBezTo>
                    <a:pt x="151838" y="46718"/>
                    <a:pt x="153896" y="63589"/>
                    <a:pt x="154977" y="80536"/>
                  </a:cubicBezTo>
                  <a:lnTo>
                    <a:pt x="154977" y="80536"/>
                  </a:lnTo>
                  <a:cubicBezTo>
                    <a:pt x="154977" y="84215"/>
                    <a:pt x="154977" y="88044"/>
                    <a:pt x="154977" y="91498"/>
                  </a:cubicBezTo>
                  <a:cubicBezTo>
                    <a:pt x="153670" y="112537"/>
                    <a:pt x="150786" y="133441"/>
                    <a:pt x="146341" y="154044"/>
                  </a:cubicBezTo>
                  <a:cubicBezTo>
                    <a:pt x="143772" y="167544"/>
                    <a:pt x="142240" y="181224"/>
                    <a:pt x="141759" y="194965"/>
                  </a:cubicBezTo>
                  <a:cubicBezTo>
                    <a:pt x="142713" y="205807"/>
                    <a:pt x="142315" y="216732"/>
                    <a:pt x="140558" y="227477"/>
                  </a:cubicBezTo>
                  <a:cubicBezTo>
                    <a:pt x="133574" y="254582"/>
                    <a:pt x="133574" y="284090"/>
                    <a:pt x="130570" y="311721"/>
                  </a:cubicBezTo>
                  <a:cubicBezTo>
                    <a:pt x="127415" y="341380"/>
                    <a:pt x="124336" y="371038"/>
                    <a:pt x="121708" y="400696"/>
                  </a:cubicBezTo>
                  <a:cubicBezTo>
                    <a:pt x="121708" y="401898"/>
                    <a:pt x="121708" y="403099"/>
                    <a:pt x="121708" y="404225"/>
                  </a:cubicBezTo>
                  <a:cubicBezTo>
                    <a:pt x="120056" y="404676"/>
                    <a:pt x="94296" y="409932"/>
                    <a:pt x="94296" y="404225"/>
                  </a:cubicBezTo>
                  <a:cubicBezTo>
                    <a:pt x="92291" y="346613"/>
                    <a:pt x="90241" y="289046"/>
                    <a:pt x="88138" y="231531"/>
                  </a:cubicBezTo>
                  <a:cubicBezTo>
                    <a:pt x="87237" y="207279"/>
                    <a:pt x="89265" y="125437"/>
                    <a:pt x="82280" y="102311"/>
                  </a:cubicBezTo>
                  <a:lnTo>
                    <a:pt x="73719" y="103061"/>
                  </a:lnTo>
                  <a:cubicBezTo>
                    <a:pt x="58023" y="179272"/>
                    <a:pt x="39473" y="312848"/>
                    <a:pt x="23778" y="389058"/>
                  </a:cubicBezTo>
                  <a:cubicBezTo>
                    <a:pt x="23109" y="395861"/>
                    <a:pt x="20293" y="402273"/>
                    <a:pt x="15742" y="407379"/>
                  </a:cubicBezTo>
                  <a:cubicBezTo>
                    <a:pt x="10710" y="411659"/>
                    <a:pt x="1398" y="410457"/>
                    <a:pt x="-29" y="403775"/>
                  </a:cubicBezTo>
                  <a:cubicBezTo>
                    <a:pt x="4402" y="345284"/>
                    <a:pt x="5228" y="287093"/>
                    <a:pt x="7931" y="228753"/>
                  </a:cubicBezTo>
                  <a:close/>
                </a:path>
              </a:pathLst>
            </a:custGeom>
            <a:solidFill>
              <a:srgbClr val="51627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Content Placeholder 4">
              <a:extLst>
                <a:ext uri="{FF2B5EF4-FFF2-40B4-BE49-F238E27FC236}">
                  <a16:creationId xmlns:a16="http://schemas.microsoft.com/office/drawing/2014/main" id="{DB6C6118-A030-79C5-05F2-2CBCF3E3FEB9}"/>
                </a:ext>
              </a:extLst>
            </p:cNvPr>
            <p:cNvSpPr/>
            <p:nvPr/>
          </p:nvSpPr>
          <p:spPr>
            <a:xfrm>
              <a:off x="6697379" y="1596720"/>
              <a:ext cx="85800" cy="120602"/>
            </a:xfrm>
            <a:custGeom>
              <a:avLst/>
              <a:gdLst>
                <a:gd name="connsiteX0" fmla="*/ 7 w 85800"/>
                <a:gd name="connsiteY0" fmla="*/ 40382 h 120602"/>
                <a:gd name="connsiteX1" fmla="*/ 45427 w 85800"/>
                <a:gd name="connsiteY1" fmla="*/ 47 h 120602"/>
                <a:gd name="connsiteX2" fmla="*/ 85771 w 85800"/>
                <a:gd name="connsiteY2" fmla="*/ 40382 h 120602"/>
                <a:gd name="connsiteX3" fmla="*/ 84194 w 85800"/>
                <a:gd name="connsiteY3" fmla="*/ 50969 h 120602"/>
                <a:gd name="connsiteX4" fmla="*/ 84194 w 85800"/>
                <a:gd name="connsiteY4" fmla="*/ 53672 h 120602"/>
                <a:gd name="connsiteX5" fmla="*/ 82391 w 85800"/>
                <a:gd name="connsiteY5" fmla="*/ 77399 h 120602"/>
                <a:gd name="connsiteX6" fmla="*/ 56482 w 85800"/>
                <a:gd name="connsiteY6" fmla="*/ 115542 h 120602"/>
                <a:gd name="connsiteX7" fmla="*/ 39885 w 85800"/>
                <a:gd name="connsiteY7" fmla="*/ 120572 h 120602"/>
                <a:gd name="connsiteX8" fmla="*/ 19007 w 85800"/>
                <a:gd name="connsiteY8" fmla="*/ 111337 h 120602"/>
                <a:gd name="connsiteX9" fmla="*/ 307 w 85800"/>
                <a:gd name="connsiteY9" fmla="*/ 45188 h 120602"/>
                <a:gd name="connsiteX10" fmla="*/ 7 w 85800"/>
                <a:gd name="connsiteY10" fmla="*/ 40382 h 120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5800" h="120602">
                  <a:moveTo>
                    <a:pt x="7" y="40382"/>
                  </a:moveTo>
                  <a:cubicBezTo>
                    <a:pt x="1411" y="16701"/>
                    <a:pt x="21748" y="-1357"/>
                    <a:pt x="45427" y="47"/>
                  </a:cubicBezTo>
                  <a:cubicBezTo>
                    <a:pt x="67154" y="1331"/>
                    <a:pt x="84487" y="18660"/>
                    <a:pt x="85771" y="40382"/>
                  </a:cubicBezTo>
                  <a:cubicBezTo>
                    <a:pt x="85748" y="43971"/>
                    <a:pt x="85215" y="47530"/>
                    <a:pt x="84194" y="50969"/>
                  </a:cubicBezTo>
                  <a:cubicBezTo>
                    <a:pt x="84194" y="51795"/>
                    <a:pt x="84194" y="52696"/>
                    <a:pt x="84194" y="53672"/>
                  </a:cubicBezTo>
                  <a:cubicBezTo>
                    <a:pt x="84382" y="61624"/>
                    <a:pt x="83773" y="69568"/>
                    <a:pt x="82391" y="77399"/>
                  </a:cubicBezTo>
                  <a:cubicBezTo>
                    <a:pt x="79756" y="93294"/>
                    <a:pt x="70285" y="107230"/>
                    <a:pt x="56482" y="115542"/>
                  </a:cubicBezTo>
                  <a:cubicBezTo>
                    <a:pt x="51495" y="118665"/>
                    <a:pt x="45765" y="120400"/>
                    <a:pt x="39885" y="120572"/>
                  </a:cubicBezTo>
                  <a:cubicBezTo>
                    <a:pt x="32029" y="120160"/>
                    <a:pt x="24595" y="116871"/>
                    <a:pt x="19007" y="111337"/>
                  </a:cubicBezTo>
                  <a:cubicBezTo>
                    <a:pt x="608" y="94443"/>
                    <a:pt x="-970" y="69140"/>
                    <a:pt x="307" y="45188"/>
                  </a:cubicBezTo>
                  <a:cubicBezTo>
                    <a:pt x="157" y="43761"/>
                    <a:pt x="7" y="42184"/>
                    <a:pt x="7" y="40382"/>
                  </a:cubicBezTo>
                  <a:close/>
                </a:path>
              </a:pathLst>
            </a:custGeom>
            <a:solidFill>
              <a:srgbClr val="D1AC9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Content Placeholder 4">
              <a:extLst>
                <a:ext uri="{FF2B5EF4-FFF2-40B4-BE49-F238E27FC236}">
                  <a16:creationId xmlns:a16="http://schemas.microsoft.com/office/drawing/2014/main" id="{E038CDE6-AEF8-E943-7C63-00CE88F79D28}"/>
                </a:ext>
              </a:extLst>
            </p:cNvPr>
            <p:cNvSpPr/>
            <p:nvPr/>
          </p:nvSpPr>
          <p:spPr>
            <a:xfrm>
              <a:off x="6697565" y="1670418"/>
              <a:ext cx="69842" cy="52221"/>
            </a:xfrm>
            <a:custGeom>
              <a:avLst/>
              <a:gdLst>
                <a:gd name="connsiteX0" fmla="*/ 62153 w 69842"/>
                <a:gd name="connsiteY0" fmla="*/ 41768 h 52221"/>
                <a:gd name="connsiteX1" fmla="*/ 55169 w 69842"/>
                <a:gd name="connsiteY1" fmla="*/ 49276 h 52221"/>
                <a:gd name="connsiteX2" fmla="*/ 42778 w 69842"/>
                <a:gd name="connsiteY2" fmla="*/ 52130 h 52221"/>
                <a:gd name="connsiteX3" fmla="*/ 27758 w 69842"/>
                <a:gd name="connsiteY3" fmla="*/ 48826 h 52221"/>
                <a:gd name="connsiteX4" fmla="*/ 15591 w 69842"/>
                <a:gd name="connsiteY4" fmla="*/ 37263 h 52221"/>
                <a:gd name="connsiteX5" fmla="*/ 1773 w 69842"/>
                <a:gd name="connsiteY5" fmla="*/ 10157 h 52221"/>
                <a:gd name="connsiteX6" fmla="*/ -29 w 69842"/>
                <a:gd name="connsiteY6" fmla="*/ 96 h 52221"/>
                <a:gd name="connsiteX7" fmla="*/ 3350 w 69842"/>
                <a:gd name="connsiteY7" fmla="*/ 1523 h 52221"/>
                <a:gd name="connsiteX8" fmla="*/ 3951 w 69842"/>
                <a:gd name="connsiteY8" fmla="*/ 5127 h 52221"/>
                <a:gd name="connsiteX9" fmla="*/ 10935 w 69842"/>
                <a:gd name="connsiteY9" fmla="*/ 23823 h 52221"/>
                <a:gd name="connsiteX10" fmla="*/ 26331 w 69842"/>
                <a:gd name="connsiteY10" fmla="*/ 37638 h 52221"/>
                <a:gd name="connsiteX11" fmla="*/ 43979 w 69842"/>
                <a:gd name="connsiteY11" fmla="*/ 44246 h 52221"/>
                <a:gd name="connsiteX12" fmla="*/ 46457 w 69842"/>
                <a:gd name="connsiteY12" fmla="*/ 43720 h 52221"/>
                <a:gd name="connsiteX13" fmla="*/ 49161 w 69842"/>
                <a:gd name="connsiteY13" fmla="*/ 39591 h 52221"/>
                <a:gd name="connsiteX14" fmla="*/ 51714 w 69842"/>
                <a:gd name="connsiteY14" fmla="*/ 35386 h 52221"/>
                <a:gd name="connsiteX15" fmla="*/ 55770 w 69842"/>
                <a:gd name="connsiteY15" fmla="*/ 36963 h 52221"/>
                <a:gd name="connsiteX16" fmla="*/ 54418 w 69842"/>
                <a:gd name="connsiteY16" fmla="*/ 39816 h 52221"/>
                <a:gd name="connsiteX17" fmla="*/ 57422 w 69842"/>
                <a:gd name="connsiteY17" fmla="*/ 41468 h 52221"/>
                <a:gd name="connsiteX18" fmla="*/ 60576 w 69842"/>
                <a:gd name="connsiteY18" fmla="*/ 39140 h 52221"/>
                <a:gd name="connsiteX19" fmla="*/ 66659 w 69842"/>
                <a:gd name="connsiteY19" fmla="*/ 32307 h 52221"/>
                <a:gd name="connsiteX20" fmla="*/ 69814 w 69842"/>
                <a:gd name="connsiteY20" fmla="*/ 31106 h 52221"/>
                <a:gd name="connsiteX21" fmla="*/ 62153 w 69842"/>
                <a:gd name="connsiteY21" fmla="*/ 41768 h 52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9842" h="52221">
                  <a:moveTo>
                    <a:pt x="62153" y="41768"/>
                  </a:moveTo>
                  <a:cubicBezTo>
                    <a:pt x="60359" y="44719"/>
                    <a:pt x="57978" y="47272"/>
                    <a:pt x="55169" y="49276"/>
                  </a:cubicBezTo>
                  <a:cubicBezTo>
                    <a:pt x="51354" y="51281"/>
                    <a:pt x="47088" y="52265"/>
                    <a:pt x="42778" y="52130"/>
                  </a:cubicBezTo>
                  <a:cubicBezTo>
                    <a:pt x="37558" y="52483"/>
                    <a:pt x="32346" y="51334"/>
                    <a:pt x="27758" y="48826"/>
                  </a:cubicBezTo>
                  <a:cubicBezTo>
                    <a:pt x="23207" y="45522"/>
                    <a:pt x="19121" y="41640"/>
                    <a:pt x="15591" y="37263"/>
                  </a:cubicBezTo>
                  <a:cubicBezTo>
                    <a:pt x="9598" y="29004"/>
                    <a:pt x="4935" y="19858"/>
                    <a:pt x="1773" y="10157"/>
                  </a:cubicBezTo>
                  <a:cubicBezTo>
                    <a:pt x="624" y="6929"/>
                    <a:pt x="16" y="3527"/>
                    <a:pt x="-29" y="96"/>
                  </a:cubicBezTo>
                  <a:cubicBezTo>
                    <a:pt x="1292" y="-309"/>
                    <a:pt x="2719" y="291"/>
                    <a:pt x="3350" y="1523"/>
                  </a:cubicBezTo>
                  <a:cubicBezTo>
                    <a:pt x="3846" y="2656"/>
                    <a:pt x="4049" y="3895"/>
                    <a:pt x="3951" y="5127"/>
                  </a:cubicBezTo>
                  <a:cubicBezTo>
                    <a:pt x="4769" y="11824"/>
                    <a:pt x="7165" y="18229"/>
                    <a:pt x="10935" y="23823"/>
                  </a:cubicBezTo>
                  <a:cubicBezTo>
                    <a:pt x="15396" y="29131"/>
                    <a:pt x="20578" y="33779"/>
                    <a:pt x="26331" y="37638"/>
                  </a:cubicBezTo>
                  <a:cubicBezTo>
                    <a:pt x="31107" y="42083"/>
                    <a:pt x="37453" y="44463"/>
                    <a:pt x="43979" y="44246"/>
                  </a:cubicBezTo>
                  <a:cubicBezTo>
                    <a:pt x="44828" y="44223"/>
                    <a:pt x="45669" y="44043"/>
                    <a:pt x="46457" y="43720"/>
                  </a:cubicBezTo>
                  <a:cubicBezTo>
                    <a:pt x="47892" y="42774"/>
                    <a:pt x="48868" y="41280"/>
                    <a:pt x="49161" y="39591"/>
                  </a:cubicBezTo>
                  <a:cubicBezTo>
                    <a:pt x="49446" y="37916"/>
                    <a:pt x="50363" y="36414"/>
                    <a:pt x="51714" y="35386"/>
                  </a:cubicBezTo>
                  <a:cubicBezTo>
                    <a:pt x="53292" y="34485"/>
                    <a:pt x="55995" y="35386"/>
                    <a:pt x="55770" y="36963"/>
                  </a:cubicBezTo>
                  <a:cubicBezTo>
                    <a:pt x="55545" y="38539"/>
                    <a:pt x="54418" y="38765"/>
                    <a:pt x="54418" y="39816"/>
                  </a:cubicBezTo>
                  <a:cubicBezTo>
                    <a:pt x="54418" y="40867"/>
                    <a:pt x="56145" y="41768"/>
                    <a:pt x="57422" y="41468"/>
                  </a:cubicBezTo>
                  <a:cubicBezTo>
                    <a:pt x="58676" y="41010"/>
                    <a:pt x="59765" y="40199"/>
                    <a:pt x="60576" y="39140"/>
                  </a:cubicBezTo>
                  <a:lnTo>
                    <a:pt x="66659" y="32307"/>
                  </a:lnTo>
                  <a:cubicBezTo>
                    <a:pt x="67561" y="31406"/>
                    <a:pt x="68537" y="30580"/>
                    <a:pt x="69814" y="31106"/>
                  </a:cubicBezTo>
                  <a:cubicBezTo>
                    <a:pt x="67621" y="34905"/>
                    <a:pt x="65060" y="38479"/>
                    <a:pt x="62153" y="4176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Content Placeholder 4">
              <a:extLst>
                <a:ext uri="{FF2B5EF4-FFF2-40B4-BE49-F238E27FC236}">
                  <a16:creationId xmlns:a16="http://schemas.microsoft.com/office/drawing/2014/main" id="{4FB19DB5-CB62-D98E-652A-78C816804E26}"/>
                </a:ext>
              </a:extLst>
            </p:cNvPr>
            <p:cNvSpPr/>
            <p:nvPr/>
          </p:nvSpPr>
          <p:spPr>
            <a:xfrm>
              <a:off x="6744095" y="2342525"/>
              <a:ext cx="75203" cy="29089"/>
            </a:xfrm>
            <a:custGeom>
              <a:avLst/>
              <a:gdLst>
                <a:gd name="connsiteX0" fmla="*/ 4658 w 75203"/>
                <a:gd name="connsiteY0" fmla="*/ 371 h 29089"/>
                <a:gd name="connsiteX1" fmla="*/ 37777 w 75203"/>
                <a:gd name="connsiteY1" fmla="*/ 1573 h 29089"/>
                <a:gd name="connsiteX2" fmla="*/ 65189 w 75203"/>
                <a:gd name="connsiteY2" fmla="*/ 15388 h 29089"/>
                <a:gd name="connsiteX3" fmla="*/ 73074 w 75203"/>
                <a:gd name="connsiteY3" fmla="*/ 19368 h 29089"/>
                <a:gd name="connsiteX4" fmla="*/ 74081 w 75203"/>
                <a:gd name="connsiteY4" fmla="*/ 26839 h 29089"/>
                <a:gd name="connsiteX5" fmla="*/ 74051 w 75203"/>
                <a:gd name="connsiteY5" fmla="*/ 26876 h 29089"/>
                <a:gd name="connsiteX6" fmla="*/ 66541 w 75203"/>
                <a:gd name="connsiteY6" fmla="*/ 28978 h 29089"/>
                <a:gd name="connsiteX7" fmla="*/ 5559 w 75203"/>
                <a:gd name="connsiteY7" fmla="*/ 24323 h 29089"/>
                <a:gd name="connsiteX8" fmla="*/ 2180 w 75203"/>
                <a:gd name="connsiteY8" fmla="*/ 23122 h 29089"/>
                <a:gd name="connsiteX9" fmla="*/ 903 w 75203"/>
                <a:gd name="connsiteY9" fmla="*/ 20869 h 29089"/>
                <a:gd name="connsiteX10" fmla="*/ 4658 w 75203"/>
                <a:gd name="connsiteY10" fmla="*/ 371 h 29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5203" h="29089">
                  <a:moveTo>
                    <a:pt x="4658" y="371"/>
                  </a:moveTo>
                  <a:cubicBezTo>
                    <a:pt x="15706" y="-432"/>
                    <a:pt x="26813" y="-27"/>
                    <a:pt x="37777" y="1573"/>
                  </a:cubicBezTo>
                  <a:cubicBezTo>
                    <a:pt x="46316" y="7272"/>
                    <a:pt x="55524" y="11912"/>
                    <a:pt x="65189" y="15388"/>
                  </a:cubicBezTo>
                  <a:cubicBezTo>
                    <a:pt x="68058" y="16184"/>
                    <a:pt x="70731" y="17536"/>
                    <a:pt x="73074" y="19368"/>
                  </a:cubicBezTo>
                  <a:cubicBezTo>
                    <a:pt x="75417" y="21155"/>
                    <a:pt x="75868" y="24496"/>
                    <a:pt x="74081" y="26839"/>
                  </a:cubicBezTo>
                  <a:cubicBezTo>
                    <a:pt x="74066" y="26854"/>
                    <a:pt x="74058" y="26861"/>
                    <a:pt x="74051" y="26876"/>
                  </a:cubicBezTo>
                  <a:cubicBezTo>
                    <a:pt x="71933" y="28566"/>
                    <a:pt x="69222" y="29324"/>
                    <a:pt x="66541" y="28978"/>
                  </a:cubicBezTo>
                  <a:cubicBezTo>
                    <a:pt x="46121" y="29159"/>
                    <a:pt x="25716" y="27597"/>
                    <a:pt x="5559" y="24323"/>
                  </a:cubicBezTo>
                  <a:cubicBezTo>
                    <a:pt x="4335" y="24278"/>
                    <a:pt x="3156" y="23858"/>
                    <a:pt x="2180" y="23122"/>
                  </a:cubicBezTo>
                  <a:cubicBezTo>
                    <a:pt x="1572" y="22491"/>
                    <a:pt x="1129" y="21718"/>
                    <a:pt x="903" y="20869"/>
                  </a:cubicBezTo>
                  <a:cubicBezTo>
                    <a:pt x="-1154" y="13826"/>
                    <a:pt x="235" y="6228"/>
                    <a:pt x="4658" y="371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A9D94BD4-6C59-9C7D-91B3-8A811BC7C858}"/>
                </a:ext>
              </a:extLst>
            </p:cNvPr>
            <p:cNvSpPr/>
            <p:nvPr/>
          </p:nvSpPr>
          <p:spPr>
            <a:xfrm>
              <a:off x="6647294" y="2336844"/>
              <a:ext cx="64634" cy="34827"/>
            </a:xfrm>
            <a:custGeom>
              <a:avLst/>
              <a:gdLst>
                <a:gd name="connsiteX0" fmla="*/ 7060 w 64634"/>
                <a:gd name="connsiteY0" fmla="*/ -30 h 34827"/>
                <a:gd name="connsiteX1" fmla="*/ 35823 w 64634"/>
                <a:gd name="connsiteY1" fmla="*/ 6052 h 34827"/>
                <a:gd name="connsiteX2" fmla="*/ 57376 w 64634"/>
                <a:gd name="connsiteY2" fmla="*/ 22420 h 34827"/>
                <a:gd name="connsiteX3" fmla="*/ 63535 w 64634"/>
                <a:gd name="connsiteY3" fmla="*/ 27151 h 34827"/>
                <a:gd name="connsiteX4" fmla="*/ 62934 w 64634"/>
                <a:gd name="connsiteY4" fmla="*/ 33758 h 34827"/>
                <a:gd name="connsiteX5" fmla="*/ 56025 w 64634"/>
                <a:gd name="connsiteY5" fmla="*/ 34434 h 34827"/>
                <a:gd name="connsiteX6" fmla="*/ 3455 w 64634"/>
                <a:gd name="connsiteY6" fmla="*/ 20919 h 34827"/>
                <a:gd name="connsiteX7" fmla="*/ 676 w 64634"/>
                <a:gd name="connsiteY7" fmla="*/ 19342 h 34827"/>
                <a:gd name="connsiteX8" fmla="*/ 0 w 64634"/>
                <a:gd name="connsiteY8" fmla="*/ 17165 h 34827"/>
                <a:gd name="connsiteX9" fmla="*/ 7060 w 64634"/>
                <a:gd name="connsiteY9" fmla="*/ -30 h 34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634" h="34827">
                  <a:moveTo>
                    <a:pt x="7060" y="-30"/>
                  </a:moveTo>
                  <a:cubicBezTo>
                    <a:pt x="16837" y="976"/>
                    <a:pt x="26473" y="3019"/>
                    <a:pt x="35823" y="6052"/>
                  </a:cubicBezTo>
                  <a:cubicBezTo>
                    <a:pt x="42311" y="12367"/>
                    <a:pt x="49551" y="17863"/>
                    <a:pt x="57376" y="22420"/>
                  </a:cubicBezTo>
                  <a:cubicBezTo>
                    <a:pt x="59757" y="23517"/>
                    <a:pt x="61860" y="25131"/>
                    <a:pt x="63535" y="27151"/>
                  </a:cubicBezTo>
                  <a:cubicBezTo>
                    <a:pt x="65172" y="29148"/>
                    <a:pt x="64902" y="32091"/>
                    <a:pt x="62934" y="33758"/>
                  </a:cubicBezTo>
                  <a:cubicBezTo>
                    <a:pt x="60801" y="34847"/>
                    <a:pt x="58330" y="35095"/>
                    <a:pt x="56025" y="34434"/>
                  </a:cubicBezTo>
                  <a:cubicBezTo>
                    <a:pt x="38143" y="31453"/>
                    <a:pt x="20555" y="26933"/>
                    <a:pt x="3455" y="20919"/>
                  </a:cubicBezTo>
                  <a:cubicBezTo>
                    <a:pt x="2381" y="20701"/>
                    <a:pt x="1412" y="20153"/>
                    <a:pt x="676" y="19342"/>
                  </a:cubicBezTo>
                  <a:cubicBezTo>
                    <a:pt x="263" y="18689"/>
                    <a:pt x="30" y="17938"/>
                    <a:pt x="0" y="17165"/>
                  </a:cubicBezTo>
                  <a:cubicBezTo>
                    <a:pt x="-338" y="10670"/>
                    <a:pt x="2253" y="4363"/>
                    <a:pt x="7060" y="-30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531B3F26-37EF-CE27-4126-7C8C4E178521}"/>
                </a:ext>
              </a:extLst>
            </p:cNvPr>
            <p:cNvSpPr/>
            <p:nvPr/>
          </p:nvSpPr>
          <p:spPr>
            <a:xfrm>
              <a:off x="6777036" y="1982491"/>
              <a:ext cx="27471" cy="42661"/>
            </a:xfrm>
            <a:custGeom>
              <a:avLst/>
              <a:gdLst>
                <a:gd name="connsiteX0" fmla="*/ 1458 w 27471"/>
                <a:gd name="connsiteY0" fmla="*/ 27405 h 42661"/>
                <a:gd name="connsiteX1" fmla="*/ 6414 w 27471"/>
                <a:gd name="connsiteY1" fmla="*/ 19371 h 42661"/>
                <a:gd name="connsiteX2" fmla="*/ 14450 w 27471"/>
                <a:gd name="connsiteY2" fmla="*/ 8709 h 42661"/>
                <a:gd name="connsiteX3" fmla="*/ 19857 w 27471"/>
                <a:gd name="connsiteY3" fmla="*/ 1201 h 42661"/>
                <a:gd name="connsiteX4" fmla="*/ 23762 w 27471"/>
                <a:gd name="connsiteY4" fmla="*/ -1 h 42661"/>
                <a:gd name="connsiteX5" fmla="*/ 26541 w 27471"/>
                <a:gd name="connsiteY5" fmla="*/ 2177 h 42661"/>
                <a:gd name="connsiteX6" fmla="*/ 27442 w 27471"/>
                <a:gd name="connsiteY6" fmla="*/ 5481 h 42661"/>
                <a:gd name="connsiteX7" fmla="*/ 27442 w 27471"/>
                <a:gd name="connsiteY7" fmla="*/ 8409 h 42661"/>
                <a:gd name="connsiteX8" fmla="*/ 20533 w 27471"/>
                <a:gd name="connsiteY8" fmla="*/ 37016 h 42661"/>
                <a:gd name="connsiteX9" fmla="*/ 17604 w 27471"/>
                <a:gd name="connsiteY9" fmla="*/ 41972 h 42661"/>
                <a:gd name="connsiteX10" fmla="*/ 11972 w 27471"/>
                <a:gd name="connsiteY10" fmla="*/ 42347 h 42661"/>
                <a:gd name="connsiteX11" fmla="*/ 1458 w 27471"/>
                <a:gd name="connsiteY11" fmla="*/ 38142 h 42661"/>
                <a:gd name="connsiteX12" fmla="*/ 1458 w 27471"/>
                <a:gd name="connsiteY12" fmla="*/ 27405 h 42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71" h="42661">
                  <a:moveTo>
                    <a:pt x="1458" y="27405"/>
                  </a:moveTo>
                  <a:cubicBezTo>
                    <a:pt x="2794" y="24544"/>
                    <a:pt x="4454" y="21849"/>
                    <a:pt x="6414" y="19371"/>
                  </a:cubicBezTo>
                  <a:cubicBezTo>
                    <a:pt x="9043" y="15767"/>
                    <a:pt x="12122" y="12463"/>
                    <a:pt x="14450" y="8709"/>
                  </a:cubicBezTo>
                  <a:cubicBezTo>
                    <a:pt x="15757" y="5886"/>
                    <a:pt x="17589" y="3333"/>
                    <a:pt x="19857" y="1201"/>
                  </a:cubicBezTo>
                  <a:cubicBezTo>
                    <a:pt x="20939" y="285"/>
                    <a:pt x="22350" y="-151"/>
                    <a:pt x="23762" y="-1"/>
                  </a:cubicBezTo>
                  <a:cubicBezTo>
                    <a:pt x="24979" y="240"/>
                    <a:pt x="26015" y="1051"/>
                    <a:pt x="26541" y="2177"/>
                  </a:cubicBezTo>
                  <a:cubicBezTo>
                    <a:pt x="27059" y="3205"/>
                    <a:pt x="27360" y="4332"/>
                    <a:pt x="27442" y="5481"/>
                  </a:cubicBezTo>
                  <a:lnTo>
                    <a:pt x="27442" y="8409"/>
                  </a:lnTo>
                  <a:cubicBezTo>
                    <a:pt x="25114" y="17945"/>
                    <a:pt x="22861" y="27480"/>
                    <a:pt x="20533" y="37016"/>
                  </a:cubicBezTo>
                  <a:cubicBezTo>
                    <a:pt x="20338" y="39021"/>
                    <a:pt x="19264" y="40830"/>
                    <a:pt x="17604" y="41972"/>
                  </a:cubicBezTo>
                  <a:cubicBezTo>
                    <a:pt x="15817" y="42700"/>
                    <a:pt x="13842" y="42828"/>
                    <a:pt x="11972" y="42347"/>
                  </a:cubicBezTo>
                  <a:cubicBezTo>
                    <a:pt x="8082" y="42234"/>
                    <a:pt x="4357" y="40740"/>
                    <a:pt x="1458" y="38142"/>
                  </a:cubicBezTo>
                  <a:cubicBezTo>
                    <a:pt x="-525" y="34839"/>
                    <a:pt x="-525" y="30709"/>
                    <a:pt x="1458" y="27405"/>
                  </a:cubicBezTo>
                  <a:close/>
                </a:path>
              </a:pathLst>
            </a:custGeom>
            <a:solidFill>
              <a:srgbClr val="D1AC9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Content Placeholder 4">
              <a:extLst>
                <a:ext uri="{FF2B5EF4-FFF2-40B4-BE49-F238E27FC236}">
                  <a16:creationId xmlns:a16="http://schemas.microsoft.com/office/drawing/2014/main" id="{DE392E83-3868-F925-CDC8-798D75F19533}"/>
                </a:ext>
              </a:extLst>
            </p:cNvPr>
            <p:cNvSpPr/>
            <p:nvPr/>
          </p:nvSpPr>
          <p:spPr>
            <a:xfrm>
              <a:off x="6797056" y="1850041"/>
              <a:ext cx="61595" cy="142477"/>
            </a:xfrm>
            <a:custGeom>
              <a:avLst/>
              <a:gdLst>
                <a:gd name="connsiteX0" fmla="*/ 663 w 61595"/>
                <a:gd name="connsiteY0" fmla="*/ 128020 h 142477"/>
                <a:gd name="connsiteX1" fmla="*/ 3441 w 61595"/>
                <a:gd name="connsiteY1" fmla="*/ 142136 h 142477"/>
                <a:gd name="connsiteX2" fmla="*/ 14631 w 61595"/>
                <a:gd name="connsiteY2" fmla="*/ 133126 h 142477"/>
                <a:gd name="connsiteX3" fmla="*/ 32054 w 61595"/>
                <a:gd name="connsiteY3" fmla="*/ 100464 h 142477"/>
                <a:gd name="connsiteX4" fmla="*/ 59991 w 61595"/>
                <a:gd name="connsiteY4" fmla="*/ 34014 h 142477"/>
                <a:gd name="connsiteX5" fmla="*/ 57363 w 61595"/>
                <a:gd name="connsiteY5" fmla="*/ 6683 h 142477"/>
                <a:gd name="connsiteX6" fmla="*/ 43920 w 61595"/>
                <a:gd name="connsiteY6" fmla="*/ 451 h 142477"/>
                <a:gd name="connsiteX7" fmla="*/ 16659 w 61595"/>
                <a:gd name="connsiteY7" fmla="*/ 45502 h 142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595" h="142477">
                  <a:moveTo>
                    <a:pt x="663" y="128020"/>
                  </a:moveTo>
                  <a:cubicBezTo>
                    <a:pt x="-389" y="133426"/>
                    <a:pt x="-764" y="140409"/>
                    <a:pt x="3441" y="142136"/>
                  </a:cubicBezTo>
                  <a:cubicBezTo>
                    <a:pt x="7647" y="143863"/>
                    <a:pt x="12003" y="138081"/>
                    <a:pt x="14631" y="133126"/>
                  </a:cubicBezTo>
                  <a:cubicBezTo>
                    <a:pt x="20489" y="122216"/>
                    <a:pt x="26294" y="111329"/>
                    <a:pt x="32054" y="100464"/>
                  </a:cubicBezTo>
                  <a:cubicBezTo>
                    <a:pt x="44341" y="79680"/>
                    <a:pt x="53736" y="57328"/>
                    <a:pt x="59991" y="34014"/>
                  </a:cubicBezTo>
                  <a:cubicBezTo>
                    <a:pt x="62094" y="24328"/>
                    <a:pt x="62845" y="13216"/>
                    <a:pt x="57363" y="6683"/>
                  </a:cubicBezTo>
                  <a:cubicBezTo>
                    <a:pt x="53736" y="3117"/>
                    <a:pt x="48989" y="909"/>
                    <a:pt x="43920" y="451"/>
                  </a:cubicBezTo>
                  <a:cubicBezTo>
                    <a:pt x="19287" y="-4054"/>
                    <a:pt x="20864" y="24028"/>
                    <a:pt x="16659" y="45502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Content Placeholder 4">
              <a:extLst>
                <a:ext uri="{FF2B5EF4-FFF2-40B4-BE49-F238E27FC236}">
                  <a16:creationId xmlns:a16="http://schemas.microsoft.com/office/drawing/2014/main" id="{4A217D34-25A0-30B1-D3C5-06142B9D3E1B}"/>
                </a:ext>
              </a:extLst>
            </p:cNvPr>
            <p:cNvSpPr/>
            <p:nvPr/>
          </p:nvSpPr>
          <p:spPr>
            <a:xfrm>
              <a:off x="6743152" y="1983346"/>
              <a:ext cx="66210" cy="58474"/>
            </a:xfrm>
            <a:custGeom>
              <a:avLst/>
              <a:gdLst>
                <a:gd name="connsiteX0" fmla="*/ 20772 w 66210"/>
                <a:gd name="connsiteY0" fmla="*/ -30 h 58474"/>
                <a:gd name="connsiteX1" fmla="*/ 29634 w 66210"/>
                <a:gd name="connsiteY1" fmla="*/ 21369 h 58474"/>
                <a:gd name="connsiteX2" fmla="*/ 66057 w 66210"/>
                <a:gd name="connsiteY2" fmla="*/ 36386 h 58474"/>
                <a:gd name="connsiteX3" fmla="*/ 66057 w 66210"/>
                <a:gd name="connsiteY3" fmla="*/ 39840 h 58474"/>
                <a:gd name="connsiteX4" fmla="*/ 64029 w 66210"/>
                <a:gd name="connsiteY4" fmla="*/ 50577 h 58474"/>
                <a:gd name="connsiteX5" fmla="*/ 60049 w 66210"/>
                <a:gd name="connsiteY5" fmla="*/ 56884 h 58474"/>
                <a:gd name="connsiteX6" fmla="*/ 50887 w 66210"/>
                <a:gd name="connsiteY6" fmla="*/ 58236 h 58474"/>
                <a:gd name="connsiteX7" fmla="*/ 34741 w 66210"/>
                <a:gd name="connsiteY7" fmla="*/ 55157 h 58474"/>
                <a:gd name="connsiteX8" fmla="*/ 16116 w 66210"/>
                <a:gd name="connsiteY8" fmla="*/ 44195 h 58474"/>
                <a:gd name="connsiteX9" fmla="*/ 5527 w 66210"/>
                <a:gd name="connsiteY9" fmla="*/ 32632 h 58474"/>
                <a:gd name="connsiteX10" fmla="*/ 946 w 66210"/>
                <a:gd name="connsiteY10" fmla="*/ 18516 h 58474"/>
                <a:gd name="connsiteX11" fmla="*/ 495 w 66210"/>
                <a:gd name="connsiteY11" fmla="*/ 120 h 58474"/>
                <a:gd name="connsiteX12" fmla="*/ 20772 w 66210"/>
                <a:gd name="connsiteY12" fmla="*/ -30 h 58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210" h="58474">
                  <a:moveTo>
                    <a:pt x="20772" y="-30"/>
                  </a:moveTo>
                  <a:cubicBezTo>
                    <a:pt x="23040" y="7366"/>
                    <a:pt x="26006" y="14537"/>
                    <a:pt x="29634" y="21369"/>
                  </a:cubicBezTo>
                  <a:cubicBezTo>
                    <a:pt x="37594" y="33315"/>
                    <a:pt x="51991" y="39254"/>
                    <a:pt x="66057" y="36386"/>
                  </a:cubicBezTo>
                  <a:cubicBezTo>
                    <a:pt x="66223" y="37535"/>
                    <a:pt x="66223" y="38699"/>
                    <a:pt x="66057" y="39840"/>
                  </a:cubicBezTo>
                  <a:cubicBezTo>
                    <a:pt x="65757" y="43482"/>
                    <a:pt x="65081" y="47078"/>
                    <a:pt x="64029" y="50577"/>
                  </a:cubicBezTo>
                  <a:cubicBezTo>
                    <a:pt x="63504" y="53093"/>
                    <a:pt x="62092" y="55330"/>
                    <a:pt x="60049" y="56884"/>
                  </a:cubicBezTo>
                  <a:cubicBezTo>
                    <a:pt x="57210" y="58288"/>
                    <a:pt x="54004" y="58761"/>
                    <a:pt x="50887" y="58236"/>
                  </a:cubicBezTo>
                  <a:cubicBezTo>
                    <a:pt x="45397" y="57860"/>
                    <a:pt x="39982" y="56832"/>
                    <a:pt x="34741" y="55157"/>
                  </a:cubicBezTo>
                  <a:cubicBezTo>
                    <a:pt x="27899" y="52702"/>
                    <a:pt x="21583" y="48978"/>
                    <a:pt x="16116" y="44195"/>
                  </a:cubicBezTo>
                  <a:cubicBezTo>
                    <a:pt x="11940" y="40989"/>
                    <a:pt x="8350" y="37077"/>
                    <a:pt x="5527" y="32632"/>
                  </a:cubicBezTo>
                  <a:cubicBezTo>
                    <a:pt x="3154" y="28247"/>
                    <a:pt x="1599" y="23464"/>
                    <a:pt x="946" y="18516"/>
                  </a:cubicBezTo>
                  <a:cubicBezTo>
                    <a:pt x="-181" y="12449"/>
                    <a:pt x="-331" y="6240"/>
                    <a:pt x="495" y="120"/>
                  </a:cubicBezTo>
                  <a:cubicBezTo>
                    <a:pt x="6653" y="120"/>
                    <a:pt x="13713" y="120"/>
                    <a:pt x="20772" y="-30"/>
                  </a:cubicBezTo>
                  <a:close/>
                </a:path>
              </a:pathLst>
            </a:custGeom>
            <a:solidFill>
              <a:srgbClr val="51627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Content Placeholder 4">
              <a:extLst>
                <a:ext uri="{FF2B5EF4-FFF2-40B4-BE49-F238E27FC236}">
                  <a16:creationId xmlns:a16="http://schemas.microsoft.com/office/drawing/2014/main" id="{062CC35D-3A16-7870-B97D-68635D5D62C9}"/>
                </a:ext>
              </a:extLst>
            </p:cNvPr>
            <p:cNvSpPr/>
            <p:nvPr/>
          </p:nvSpPr>
          <p:spPr>
            <a:xfrm>
              <a:off x="6764779" y="1983271"/>
              <a:ext cx="45660" cy="36350"/>
            </a:xfrm>
            <a:custGeom>
              <a:avLst/>
              <a:gdLst>
                <a:gd name="connsiteX0" fmla="*/ 40375 w 45660"/>
                <a:gd name="connsiteY0" fmla="*/ 36011 h 36350"/>
                <a:gd name="connsiteX1" fmla="*/ 31663 w 45660"/>
                <a:gd name="connsiteY1" fmla="*/ 36011 h 36350"/>
                <a:gd name="connsiteX2" fmla="*/ 16643 w 45660"/>
                <a:gd name="connsiteY2" fmla="*/ 29704 h 36350"/>
                <a:gd name="connsiteX3" fmla="*/ 8082 w 45660"/>
                <a:gd name="connsiteY3" fmla="*/ 19192 h 36350"/>
                <a:gd name="connsiteX4" fmla="*/ -29 w 45660"/>
                <a:gd name="connsiteY4" fmla="*/ -30 h 36350"/>
                <a:gd name="connsiteX5" fmla="*/ 1848 w 45660"/>
                <a:gd name="connsiteY5" fmla="*/ -30 h 36350"/>
                <a:gd name="connsiteX6" fmla="*/ 5003 w 45660"/>
                <a:gd name="connsiteY6" fmla="*/ 9731 h 36350"/>
                <a:gd name="connsiteX7" fmla="*/ 21224 w 45660"/>
                <a:gd name="connsiteY7" fmla="*/ 31581 h 36350"/>
                <a:gd name="connsiteX8" fmla="*/ 44730 w 45660"/>
                <a:gd name="connsiteY8" fmla="*/ 34509 h 36350"/>
                <a:gd name="connsiteX9" fmla="*/ 45632 w 45660"/>
                <a:gd name="connsiteY9" fmla="*/ 35410 h 36350"/>
                <a:gd name="connsiteX10" fmla="*/ 44730 w 45660"/>
                <a:gd name="connsiteY10" fmla="*/ 36311 h 36350"/>
                <a:gd name="connsiteX11" fmla="*/ 44730 w 45660"/>
                <a:gd name="connsiteY11" fmla="*/ 36311 h 36350"/>
                <a:gd name="connsiteX12" fmla="*/ 44730 w 45660"/>
                <a:gd name="connsiteY12" fmla="*/ 35635 h 36350"/>
                <a:gd name="connsiteX13" fmla="*/ 40375 w 45660"/>
                <a:gd name="connsiteY13" fmla="*/ 36011 h 36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5660" h="36350">
                  <a:moveTo>
                    <a:pt x="40375" y="36011"/>
                  </a:moveTo>
                  <a:cubicBezTo>
                    <a:pt x="37483" y="36424"/>
                    <a:pt x="34554" y="36424"/>
                    <a:pt x="31663" y="36011"/>
                  </a:cubicBezTo>
                  <a:cubicBezTo>
                    <a:pt x="26173" y="35335"/>
                    <a:pt x="20976" y="33150"/>
                    <a:pt x="16643" y="29704"/>
                  </a:cubicBezTo>
                  <a:cubicBezTo>
                    <a:pt x="13203" y="26715"/>
                    <a:pt x="10312" y="23164"/>
                    <a:pt x="8082" y="19192"/>
                  </a:cubicBezTo>
                  <a:cubicBezTo>
                    <a:pt x="4529" y="13178"/>
                    <a:pt x="1803" y="6713"/>
                    <a:pt x="-29" y="-30"/>
                  </a:cubicBezTo>
                  <a:lnTo>
                    <a:pt x="1848" y="-30"/>
                  </a:lnTo>
                  <a:cubicBezTo>
                    <a:pt x="2749" y="3274"/>
                    <a:pt x="3801" y="6503"/>
                    <a:pt x="5003" y="9731"/>
                  </a:cubicBezTo>
                  <a:cubicBezTo>
                    <a:pt x="7804" y="18629"/>
                    <a:pt x="13519" y="26325"/>
                    <a:pt x="21224" y="31581"/>
                  </a:cubicBezTo>
                  <a:cubicBezTo>
                    <a:pt x="28637" y="34719"/>
                    <a:pt x="36777" y="35733"/>
                    <a:pt x="44730" y="34509"/>
                  </a:cubicBezTo>
                  <a:cubicBezTo>
                    <a:pt x="45226" y="34509"/>
                    <a:pt x="45632" y="34915"/>
                    <a:pt x="45632" y="35410"/>
                  </a:cubicBezTo>
                  <a:cubicBezTo>
                    <a:pt x="45632" y="35906"/>
                    <a:pt x="45226" y="36311"/>
                    <a:pt x="44730" y="36311"/>
                  </a:cubicBezTo>
                  <a:lnTo>
                    <a:pt x="44730" y="36311"/>
                  </a:lnTo>
                  <a:cubicBezTo>
                    <a:pt x="44813" y="36093"/>
                    <a:pt x="44813" y="35853"/>
                    <a:pt x="44730" y="35635"/>
                  </a:cubicBezTo>
                  <a:cubicBezTo>
                    <a:pt x="43379" y="35035"/>
                    <a:pt x="41276" y="35861"/>
                    <a:pt x="40375" y="36011"/>
                  </a:cubicBezTo>
                  <a:close/>
                </a:path>
              </a:pathLst>
            </a:custGeom>
            <a:solidFill>
              <a:srgbClr val="4B5B6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Content Placeholder 4">
              <a:extLst>
                <a:ext uri="{FF2B5EF4-FFF2-40B4-BE49-F238E27FC236}">
                  <a16:creationId xmlns:a16="http://schemas.microsoft.com/office/drawing/2014/main" id="{32172BE5-AF77-1749-38ED-89461B82A464}"/>
                </a:ext>
              </a:extLst>
            </p:cNvPr>
            <p:cNvSpPr/>
            <p:nvPr/>
          </p:nvSpPr>
          <p:spPr>
            <a:xfrm>
              <a:off x="6763953" y="1983647"/>
              <a:ext cx="44746" cy="36957"/>
            </a:xfrm>
            <a:custGeom>
              <a:avLst/>
              <a:gdLst>
                <a:gd name="connsiteX0" fmla="*/ 8833 w 44746"/>
                <a:gd name="connsiteY0" fmla="*/ 21369 h 36957"/>
                <a:gd name="connsiteX1" fmla="*/ -29 w 44746"/>
                <a:gd name="connsiteY1" fmla="*/ -30 h 36957"/>
                <a:gd name="connsiteX2" fmla="*/ 496 w 44746"/>
                <a:gd name="connsiteY2" fmla="*/ -30 h 36957"/>
                <a:gd name="connsiteX3" fmla="*/ 8607 w 44746"/>
                <a:gd name="connsiteY3" fmla="*/ 19192 h 36957"/>
                <a:gd name="connsiteX4" fmla="*/ 17168 w 44746"/>
                <a:gd name="connsiteY4" fmla="*/ 29704 h 36957"/>
                <a:gd name="connsiteX5" fmla="*/ 32188 w 44746"/>
                <a:gd name="connsiteY5" fmla="*/ 36011 h 36957"/>
                <a:gd name="connsiteX6" fmla="*/ 40900 w 44746"/>
                <a:gd name="connsiteY6" fmla="*/ 36011 h 36957"/>
                <a:gd name="connsiteX7" fmla="*/ 44655 w 44746"/>
                <a:gd name="connsiteY7" fmla="*/ 35635 h 36957"/>
                <a:gd name="connsiteX8" fmla="*/ 44655 w 44746"/>
                <a:gd name="connsiteY8" fmla="*/ 36311 h 36957"/>
                <a:gd name="connsiteX9" fmla="*/ 8833 w 44746"/>
                <a:gd name="connsiteY9" fmla="*/ 21369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4746" h="36957">
                  <a:moveTo>
                    <a:pt x="8833" y="21369"/>
                  </a:moveTo>
                  <a:cubicBezTo>
                    <a:pt x="5205" y="14537"/>
                    <a:pt x="2239" y="7366"/>
                    <a:pt x="-29" y="-30"/>
                  </a:cubicBezTo>
                  <a:lnTo>
                    <a:pt x="496" y="-30"/>
                  </a:lnTo>
                  <a:cubicBezTo>
                    <a:pt x="2329" y="6713"/>
                    <a:pt x="5055" y="13178"/>
                    <a:pt x="8607" y="19192"/>
                  </a:cubicBezTo>
                  <a:cubicBezTo>
                    <a:pt x="10838" y="23164"/>
                    <a:pt x="13729" y="26715"/>
                    <a:pt x="17168" y="29704"/>
                  </a:cubicBezTo>
                  <a:cubicBezTo>
                    <a:pt x="21502" y="33150"/>
                    <a:pt x="26699" y="35335"/>
                    <a:pt x="32188" y="36011"/>
                  </a:cubicBezTo>
                  <a:cubicBezTo>
                    <a:pt x="35080" y="36424"/>
                    <a:pt x="38009" y="36424"/>
                    <a:pt x="40900" y="36011"/>
                  </a:cubicBezTo>
                  <a:cubicBezTo>
                    <a:pt x="41801" y="36011"/>
                    <a:pt x="43904" y="35035"/>
                    <a:pt x="44655" y="35635"/>
                  </a:cubicBezTo>
                  <a:cubicBezTo>
                    <a:pt x="44738" y="35853"/>
                    <a:pt x="44738" y="36093"/>
                    <a:pt x="44655" y="36311"/>
                  </a:cubicBezTo>
                  <a:cubicBezTo>
                    <a:pt x="30799" y="38932"/>
                    <a:pt x="16718" y="33053"/>
                    <a:pt x="8833" y="21369"/>
                  </a:cubicBezTo>
                  <a:close/>
                </a:path>
              </a:pathLst>
            </a:custGeom>
            <a:solidFill>
              <a:srgbClr val="51627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Content Placeholder 4">
              <a:extLst>
                <a:ext uri="{FF2B5EF4-FFF2-40B4-BE49-F238E27FC236}">
                  <a16:creationId xmlns:a16="http://schemas.microsoft.com/office/drawing/2014/main" id="{78AB6488-9F64-CA88-FA16-C1CED0C2DC20}"/>
                </a:ext>
              </a:extLst>
            </p:cNvPr>
            <p:cNvSpPr/>
            <p:nvPr/>
          </p:nvSpPr>
          <p:spPr>
            <a:xfrm>
              <a:off x="6651778" y="1727468"/>
              <a:ext cx="162186" cy="255803"/>
            </a:xfrm>
            <a:custGeom>
              <a:avLst/>
              <a:gdLst>
                <a:gd name="connsiteX0" fmla="*/ 472 w 162186"/>
                <a:gd name="connsiteY0" fmla="*/ 220409 h 255803"/>
                <a:gd name="connsiteX1" fmla="*/ 848 w 162186"/>
                <a:gd name="connsiteY1" fmla="*/ 124526 h 255803"/>
                <a:gd name="connsiteX2" fmla="*/ 12188 w 162186"/>
                <a:gd name="connsiteY2" fmla="*/ 42459 h 255803"/>
                <a:gd name="connsiteX3" fmla="*/ 24804 w 162186"/>
                <a:gd name="connsiteY3" fmla="*/ 9722 h 255803"/>
                <a:gd name="connsiteX4" fmla="*/ 35769 w 162186"/>
                <a:gd name="connsiteY4" fmla="*/ 3790 h 255803"/>
                <a:gd name="connsiteX5" fmla="*/ 45457 w 162186"/>
                <a:gd name="connsiteY5" fmla="*/ 937 h 255803"/>
                <a:gd name="connsiteX6" fmla="*/ 83758 w 162186"/>
                <a:gd name="connsiteY6" fmla="*/ 487 h 255803"/>
                <a:gd name="connsiteX7" fmla="*/ 130170 w 162186"/>
                <a:gd name="connsiteY7" fmla="*/ 4691 h 255803"/>
                <a:gd name="connsiteX8" fmla="*/ 147518 w 162186"/>
                <a:gd name="connsiteY8" fmla="*/ 60029 h 255803"/>
                <a:gd name="connsiteX9" fmla="*/ 159008 w 162186"/>
                <a:gd name="connsiteY9" fmla="*/ 131134 h 255803"/>
                <a:gd name="connsiteX10" fmla="*/ 161186 w 162186"/>
                <a:gd name="connsiteY10" fmla="*/ 193454 h 255803"/>
                <a:gd name="connsiteX11" fmla="*/ 155028 w 162186"/>
                <a:gd name="connsiteY11" fmla="*/ 249241 h 255803"/>
                <a:gd name="connsiteX12" fmla="*/ 114549 w 162186"/>
                <a:gd name="connsiteY12" fmla="*/ 255774 h 255803"/>
                <a:gd name="connsiteX13" fmla="*/ 112146 w 162186"/>
                <a:gd name="connsiteY13" fmla="*/ 255774 h 255803"/>
                <a:gd name="connsiteX14" fmla="*/ 91643 w 162186"/>
                <a:gd name="connsiteY14" fmla="*/ 255774 h 255803"/>
                <a:gd name="connsiteX15" fmla="*/ 69864 w 162186"/>
                <a:gd name="connsiteY15" fmla="*/ 254798 h 255803"/>
                <a:gd name="connsiteX16" fmla="*/ 9784 w 162186"/>
                <a:gd name="connsiteY16" fmla="*/ 245337 h 255803"/>
                <a:gd name="connsiteX17" fmla="*/ 472 w 162186"/>
                <a:gd name="connsiteY17" fmla="*/ 240682 h 255803"/>
                <a:gd name="connsiteX18" fmla="*/ 472 w 162186"/>
                <a:gd name="connsiteY18" fmla="*/ 220409 h 255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2186" h="255803">
                  <a:moveTo>
                    <a:pt x="472" y="220409"/>
                  </a:moveTo>
                  <a:lnTo>
                    <a:pt x="848" y="124526"/>
                  </a:lnTo>
                  <a:cubicBezTo>
                    <a:pt x="848" y="97646"/>
                    <a:pt x="7757" y="69039"/>
                    <a:pt x="12188" y="42459"/>
                  </a:cubicBezTo>
                  <a:cubicBezTo>
                    <a:pt x="13907" y="30746"/>
                    <a:pt x="18218" y="19558"/>
                    <a:pt x="24804" y="9722"/>
                  </a:cubicBezTo>
                  <a:cubicBezTo>
                    <a:pt x="25856" y="7845"/>
                    <a:pt x="26006" y="6568"/>
                    <a:pt x="35769" y="3790"/>
                  </a:cubicBezTo>
                  <a:cubicBezTo>
                    <a:pt x="38811" y="2288"/>
                    <a:pt x="42085" y="1327"/>
                    <a:pt x="45457" y="937"/>
                  </a:cubicBezTo>
                  <a:cubicBezTo>
                    <a:pt x="58149" y="2889"/>
                    <a:pt x="71066" y="-1466"/>
                    <a:pt x="83758" y="487"/>
                  </a:cubicBezTo>
                  <a:cubicBezTo>
                    <a:pt x="96450" y="2439"/>
                    <a:pt x="119731" y="-3643"/>
                    <a:pt x="130170" y="4691"/>
                  </a:cubicBezTo>
                  <a:cubicBezTo>
                    <a:pt x="144288" y="15954"/>
                    <a:pt x="145190" y="42609"/>
                    <a:pt x="147518" y="60029"/>
                  </a:cubicBezTo>
                  <a:cubicBezTo>
                    <a:pt x="150597" y="83530"/>
                    <a:pt x="157731" y="107407"/>
                    <a:pt x="159008" y="131134"/>
                  </a:cubicBezTo>
                  <a:cubicBezTo>
                    <a:pt x="160134" y="151857"/>
                    <a:pt x="160735" y="172655"/>
                    <a:pt x="161186" y="193454"/>
                  </a:cubicBezTo>
                  <a:cubicBezTo>
                    <a:pt x="161186" y="204341"/>
                    <a:pt x="165767" y="242033"/>
                    <a:pt x="155028" y="249241"/>
                  </a:cubicBezTo>
                  <a:cubicBezTo>
                    <a:pt x="148719" y="253521"/>
                    <a:pt x="131822" y="255248"/>
                    <a:pt x="114549" y="255774"/>
                  </a:cubicBezTo>
                  <a:lnTo>
                    <a:pt x="112146" y="255774"/>
                  </a:lnTo>
                  <a:cubicBezTo>
                    <a:pt x="105086" y="255774"/>
                    <a:pt x="98027" y="255774"/>
                    <a:pt x="91643" y="255774"/>
                  </a:cubicBezTo>
                  <a:cubicBezTo>
                    <a:pt x="82181" y="255774"/>
                    <a:pt x="74220" y="255173"/>
                    <a:pt x="69864" y="254798"/>
                  </a:cubicBezTo>
                  <a:cubicBezTo>
                    <a:pt x="49663" y="252883"/>
                    <a:pt x="29596" y="249722"/>
                    <a:pt x="9784" y="245337"/>
                  </a:cubicBezTo>
                  <a:cubicBezTo>
                    <a:pt x="6202" y="245014"/>
                    <a:pt x="2883" y="243347"/>
                    <a:pt x="472" y="240682"/>
                  </a:cubicBezTo>
                  <a:cubicBezTo>
                    <a:pt x="-196" y="233939"/>
                    <a:pt x="-196" y="227152"/>
                    <a:pt x="472" y="220409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Content Placeholder 4">
              <a:extLst>
                <a:ext uri="{FF2B5EF4-FFF2-40B4-BE49-F238E27FC236}">
                  <a16:creationId xmlns:a16="http://schemas.microsoft.com/office/drawing/2014/main" id="{B5BBA633-5F33-7134-D63D-ADDB80B94B76}"/>
                </a:ext>
              </a:extLst>
            </p:cNvPr>
            <p:cNvSpPr/>
            <p:nvPr/>
          </p:nvSpPr>
          <p:spPr>
            <a:xfrm>
              <a:off x="6761174" y="1730820"/>
              <a:ext cx="96437" cy="150798"/>
            </a:xfrm>
            <a:custGeom>
              <a:avLst/>
              <a:gdLst>
                <a:gd name="connsiteX0" fmla="*/ 36019 w 96437"/>
                <a:gd name="connsiteY0" fmla="*/ 14103 h 150798"/>
                <a:gd name="connsiteX1" fmla="*/ 18070 w 96437"/>
                <a:gd name="connsiteY1" fmla="*/ 663 h 150798"/>
                <a:gd name="connsiteX2" fmla="*/ 722 w 96437"/>
                <a:gd name="connsiteY2" fmla="*/ 8848 h 150798"/>
                <a:gd name="connsiteX3" fmla="*/ 3576 w 96437"/>
                <a:gd name="connsiteY3" fmla="*/ 30697 h 150798"/>
                <a:gd name="connsiteX4" fmla="*/ 28734 w 96437"/>
                <a:gd name="connsiteY4" fmla="*/ 82130 h 150798"/>
                <a:gd name="connsiteX5" fmla="*/ 57272 w 96437"/>
                <a:gd name="connsiteY5" fmla="*/ 135065 h 150798"/>
                <a:gd name="connsiteX6" fmla="*/ 67936 w 96437"/>
                <a:gd name="connsiteY6" fmla="*/ 148955 h 150798"/>
                <a:gd name="connsiteX7" fmla="*/ 96324 w 96437"/>
                <a:gd name="connsiteY7" fmla="*/ 136416 h 150798"/>
                <a:gd name="connsiteX8" fmla="*/ 80252 w 96437"/>
                <a:gd name="connsiteY8" fmla="*/ 91365 h 150798"/>
                <a:gd name="connsiteX9" fmla="*/ 36019 w 96437"/>
                <a:gd name="connsiteY9" fmla="*/ 14103 h 150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6437" h="150798">
                  <a:moveTo>
                    <a:pt x="36019" y="14103"/>
                  </a:moveTo>
                  <a:cubicBezTo>
                    <a:pt x="31370" y="8074"/>
                    <a:pt x="25159" y="3426"/>
                    <a:pt x="18070" y="663"/>
                  </a:cubicBezTo>
                  <a:cubicBezTo>
                    <a:pt x="11033" y="-1634"/>
                    <a:pt x="3418" y="1955"/>
                    <a:pt x="722" y="8848"/>
                  </a:cubicBezTo>
                  <a:cubicBezTo>
                    <a:pt x="-893" y="16243"/>
                    <a:pt x="113" y="23970"/>
                    <a:pt x="3576" y="30697"/>
                  </a:cubicBezTo>
                  <a:cubicBezTo>
                    <a:pt x="10943" y="48320"/>
                    <a:pt x="19347" y="65491"/>
                    <a:pt x="28734" y="82130"/>
                  </a:cubicBezTo>
                  <a:lnTo>
                    <a:pt x="57272" y="135065"/>
                  </a:lnTo>
                  <a:cubicBezTo>
                    <a:pt x="59653" y="140493"/>
                    <a:pt x="63310" y="145254"/>
                    <a:pt x="67936" y="148955"/>
                  </a:cubicBezTo>
                  <a:cubicBezTo>
                    <a:pt x="76197" y="154136"/>
                    <a:pt x="94897" y="147679"/>
                    <a:pt x="96324" y="136416"/>
                  </a:cubicBezTo>
                  <a:cubicBezTo>
                    <a:pt x="97601" y="126280"/>
                    <a:pt x="84083" y="101277"/>
                    <a:pt x="80252" y="91365"/>
                  </a:cubicBezTo>
                  <a:cubicBezTo>
                    <a:pt x="70017" y="63276"/>
                    <a:pt x="55057" y="37147"/>
                    <a:pt x="36019" y="14103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Content Placeholder 4">
              <a:extLst>
                <a:ext uri="{FF2B5EF4-FFF2-40B4-BE49-F238E27FC236}">
                  <a16:creationId xmlns:a16="http://schemas.microsoft.com/office/drawing/2014/main" id="{D7283250-8E63-C414-6A56-333463836974}"/>
                </a:ext>
              </a:extLst>
            </p:cNvPr>
            <p:cNvSpPr/>
            <p:nvPr/>
          </p:nvSpPr>
          <p:spPr>
            <a:xfrm>
              <a:off x="6739588" y="1724539"/>
              <a:ext cx="26017" cy="26736"/>
            </a:xfrm>
            <a:custGeom>
              <a:avLst/>
              <a:gdLst>
                <a:gd name="connsiteX0" fmla="*/ 1055 w 26017"/>
                <a:gd name="connsiteY0" fmla="*/ 8596 h 26736"/>
                <a:gd name="connsiteX1" fmla="*/ 78 w 26017"/>
                <a:gd name="connsiteY1" fmla="*/ 5742 h 26736"/>
                <a:gd name="connsiteX2" fmla="*/ 2106 w 26017"/>
                <a:gd name="connsiteY2" fmla="*/ 4316 h 26736"/>
                <a:gd name="connsiteX3" fmla="*/ 13146 w 26017"/>
                <a:gd name="connsiteY3" fmla="*/ 336 h 26736"/>
                <a:gd name="connsiteX4" fmla="*/ 16901 w 26017"/>
                <a:gd name="connsiteY4" fmla="*/ 336 h 26736"/>
                <a:gd name="connsiteX5" fmla="*/ 18253 w 26017"/>
                <a:gd name="connsiteY5" fmla="*/ 1688 h 26736"/>
                <a:gd name="connsiteX6" fmla="*/ 25237 w 26017"/>
                <a:gd name="connsiteY6" fmla="*/ 10848 h 26736"/>
                <a:gd name="connsiteX7" fmla="*/ 25988 w 26017"/>
                <a:gd name="connsiteY7" fmla="*/ 12425 h 26736"/>
                <a:gd name="connsiteX8" fmla="*/ 24861 w 26017"/>
                <a:gd name="connsiteY8" fmla="*/ 14227 h 26736"/>
                <a:gd name="connsiteX9" fmla="*/ 17802 w 26017"/>
                <a:gd name="connsiteY9" fmla="*/ 21735 h 26736"/>
                <a:gd name="connsiteX10" fmla="*/ 11268 w 26017"/>
                <a:gd name="connsiteY10" fmla="*/ 26165 h 26736"/>
                <a:gd name="connsiteX11" fmla="*/ 6837 w 26017"/>
                <a:gd name="connsiteY11" fmla="*/ 17756 h 26736"/>
                <a:gd name="connsiteX12" fmla="*/ 1055 w 26017"/>
                <a:gd name="connsiteY12" fmla="*/ 8596 h 26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017" h="26736">
                  <a:moveTo>
                    <a:pt x="1055" y="8596"/>
                  </a:moveTo>
                  <a:cubicBezTo>
                    <a:pt x="379" y="7770"/>
                    <a:pt x="-297" y="6718"/>
                    <a:pt x="78" y="5742"/>
                  </a:cubicBezTo>
                  <a:cubicBezTo>
                    <a:pt x="589" y="5074"/>
                    <a:pt x="1302" y="4571"/>
                    <a:pt x="2106" y="4316"/>
                  </a:cubicBezTo>
                  <a:cubicBezTo>
                    <a:pt x="5711" y="2889"/>
                    <a:pt x="9616" y="1538"/>
                    <a:pt x="13146" y="336"/>
                  </a:cubicBezTo>
                  <a:cubicBezTo>
                    <a:pt x="14347" y="-152"/>
                    <a:pt x="15699" y="-152"/>
                    <a:pt x="16901" y="336"/>
                  </a:cubicBezTo>
                  <a:cubicBezTo>
                    <a:pt x="17456" y="667"/>
                    <a:pt x="17922" y="1132"/>
                    <a:pt x="18253" y="1688"/>
                  </a:cubicBezTo>
                  <a:lnTo>
                    <a:pt x="25237" y="10848"/>
                  </a:lnTo>
                  <a:cubicBezTo>
                    <a:pt x="25657" y="11276"/>
                    <a:pt x="25928" y="11832"/>
                    <a:pt x="25988" y="12425"/>
                  </a:cubicBezTo>
                  <a:cubicBezTo>
                    <a:pt x="25988" y="13101"/>
                    <a:pt x="25387" y="13701"/>
                    <a:pt x="24861" y="14227"/>
                  </a:cubicBezTo>
                  <a:cubicBezTo>
                    <a:pt x="22383" y="16630"/>
                    <a:pt x="20055" y="19107"/>
                    <a:pt x="17802" y="21735"/>
                  </a:cubicBezTo>
                  <a:cubicBezTo>
                    <a:pt x="15549" y="24363"/>
                    <a:pt x="14422" y="28118"/>
                    <a:pt x="11268" y="26165"/>
                  </a:cubicBezTo>
                  <a:cubicBezTo>
                    <a:pt x="8114" y="24213"/>
                    <a:pt x="8039" y="20008"/>
                    <a:pt x="6837" y="17756"/>
                  </a:cubicBezTo>
                  <a:cubicBezTo>
                    <a:pt x="5163" y="14550"/>
                    <a:pt x="3225" y="11486"/>
                    <a:pt x="1055" y="8596"/>
                  </a:cubicBez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Content Placeholder 4">
              <a:extLst>
                <a:ext uri="{FF2B5EF4-FFF2-40B4-BE49-F238E27FC236}">
                  <a16:creationId xmlns:a16="http://schemas.microsoft.com/office/drawing/2014/main" id="{27ECDB3A-D180-1629-16F9-30D1DE8521D2}"/>
                </a:ext>
              </a:extLst>
            </p:cNvPr>
            <p:cNvSpPr/>
            <p:nvPr/>
          </p:nvSpPr>
          <p:spPr>
            <a:xfrm>
              <a:off x="6705673" y="1723320"/>
              <a:ext cx="27263" cy="27989"/>
            </a:xfrm>
            <a:custGeom>
              <a:avLst/>
              <a:gdLst>
                <a:gd name="connsiteX0" fmla="*/ 22503 w 27263"/>
                <a:gd name="connsiteY0" fmla="*/ 21453 h 27989"/>
                <a:gd name="connsiteX1" fmla="*/ 21076 w 27263"/>
                <a:gd name="connsiteY1" fmla="*/ 27235 h 27989"/>
                <a:gd name="connsiteX2" fmla="*/ 20550 w 27263"/>
                <a:gd name="connsiteY2" fmla="*/ 27911 h 27989"/>
                <a:gd name="connsiteX3" fmla="*/ 18373 w 27263"/>
                <a:gd name="connsiteY3" fmla="*/ 26859 h 27989"/>
                <a:gd name="connsiteX4" fmla="*/ 3353 w 27263"/>
                <a:gd name="connsiteY4" fmla="*/ 10641 h 27989"/>
                <a:gd name="connsiteX5" fmla="*/ 424 w 27263"/>
                <a:gd name="connsiteY5" fmla="*/ 7488 h 27989"/>
                <a:gd name="connsiteX6" fmla="*/ 799 w 27263"/>
                <a:gd name="connsiteY6" fmla="*/ 3583 h 27989"/>
                <a:gd name="connsiteX7" fmla="*/ 3503 w 27263"/>
                <a:gd name="connsiteY7" fmla="*/ 2382 h 27989"/>
                <a:gd name="connsiteX8" fmla="*/ 9886 w 27263"/>
                <a:gd name="connsiteY8" fmla="*/ 505 h 27989"/>
                <a:gd name="connsiteX9" fmla="*/ 13867 w 27263"/>
                <a:gd name="connsiteY9" fmla="*/ -21 h 27989"/>
                <a:gd name="connsiteX10" fmla="*/ 17171 w 27263"/>
                <a:gd name="connsiteY10" fmla="*/ 1331 h 27989"/>
                <a:gd name="connsiteX11" fmla="*/ 27234 w 27263"/>
                <a:gd name="connsiteY11" fmla="*/ 8839 h 27989"/>
                <a:gd name="connsiteX12" fmla="*/ 24456 w 27263"/>
                <a:gd name="connsiteY12" fmla="*/ 14696 h 27989"/>
                <a:gd name="connsiteX13" fmla="*/ 22503 w 27263"/>
                <a:gd name="connsiteY13" fmla="*/ 21453 h 27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7263" h="27989">
                  <a:moveTo>
                    <a:pt x="22503" y="21453"/>
                  </a:moveTo>
                  <a:cubicBezTo>
                    <a:pt x="22218" y="23421"/>
                    <a:pt x="21737" y="25358"/>
                    <a:pt x="21076" y="27235"/>
                  </a:cubicBezTo>
                  <a:cubicBezTo>
                    <a:pt x="21076" y="27235"/>
                    <a:pt x="21076" y="27760"/>
                    <a:pt x="20550" y="27911"/>
                  </a:cubicBezTo>
                  <a:cubicBezTo>
                    <a:pt x="20025" y="28061"/>
                    <a:pt x="18898" y="27911"/>
                    <a:pt x="18373" y="26859"/>
                  </a:cubicBezTo>
                  <a:cubicBezTo>
                    <a:pt x="14017" y="20883"/>
                    <a:pt x="8978" y="15439"/>
                    <a:pt x="3353" y="10641"/>
                  </a:cubicBezTo>
                  <a:cubicBezTo>
                    <a:pt x="2189" y="9778"/>
                    <a:pt x="1197" y="8712"/>
                    <a:pt x="424" y="7488"/>
                  </a:cubicBezTo>
                  <a:cubicBezTo>
                    <a:pt x="-297" y="6241"/>
                    <a:pt x="-147" y="4672"/>
                    <a:pt x="799" y="3583"/>
                  </a:cubicBezTo>
                  <a:cubicBezTo>
                    <a:pt x="1573" y="2945"/>
                    <a:pt x="2512" y="2532"/>
                    <a:pt x="3503" y="2382"/>
                  </a:cubicBezTo>
                  <a:lnTo>
                    <a:pt x="9886" y="505"/>
                  </a:lnTo>
                  <a:cubicBezTo>
                    <a:pt x="11171" y="107"/>
                    <a:pt x="12522" y="-73"/>
                    <a:pt x="13867" y="-21"/>
                  </a:cubicBezTo>
                  <a:cubicBezTo>
                    <a:pt x="15046" y="204"/>
                    <a:pt x="16172" y="662"/>
                    <a:pt x="17171" y="1331"/>
                  </a:cubicBezTo>
                  <a:cubicBezTo>
                    <a:pt x="19800" y="2757"/>
                    <a:pt x="26934" y="5836"/>
                    <a:pt x="27234" y="8839"/>
                  </a:cubicBezTo>
                  <a:cubicBezTo>
                    <a:pt x="27234" y="10491"/>
                    <a:pt x="25132" y="13119"/>
                    <a:pt x="24456" y="14696"/>
                  </a:cubicBezTo>
                  <a:cubicBezTo>
                    <a:pt x="23592" y="16881"/>
                    <a:pt x="22939" y="19141"/>
                    <a:pt x="22503" y="21453"/>
                  </a:cubicBez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Content Placeholder 4">
              <a:extLst>
                <a:ext uri="{FF2B5EF4-FFF2-40B4-BE49-F238E27FC236}">
                  <a16:creationId xmlns:a16="http://schemas.microsoft.com/office/drawing/2014/main" id="{CE85CADB-F80F-8015-2901-B7D99D8AD793}"/>
                </a:ext>
              </a:extLst>
            </p:cNvPr>
            <p:cNvSpPr/>
            <p:nvPr/>
          </p:nvSpPr>
          <p:spPr>
            <a:xfrm>
              <a:off x="6731548" y="1739840"/>
              <a:ext cx="14056" cy="13673"/>
            </a:xfrm>
            <a:custGeom>
              <a:avLst/>
              <a:gdLst>
                <a:gd name="connsiteX0" fmla="*/ 13977 w 14056"/>
                <a:gd name="connsiteY0" fmla="*/ 3732 h 13673"/>
                <a:gd name="connsiteX1" fmla="*/ 13977 w 14056"/>
                <a:gd name="connsiteY1" fmla="*/ 2906 h 13673"/>
                <a:gd name="connsiteX2" fmla="*/ 13376 w 14056"/>
                <a:gd name="connsiteY2" fmla="*/ 2381 h 13673"/>
                <a:gd name="connsiteX3" fmla="*/ 2637 w 14056"/>
                <a:gd name="connsiteY3" fmla="*/ 128 h 13673"/>
                <a:gd name="connsiteX4" fmla="*/ 1360 w 14056"/>
                <a:gd name="connsiteY4" fmla="*/ 504 h 13673"/>
                <a:gd name="connsiteX5" fmla="*/ 534 w 14056"/>
                <a:gd name="connsiteY5" fmla="*/ 1630 h 13673"/>
                <a:gd name="connsiteX6" fmla="*/ 534 w 14056"/>
                <a:gd name="connsiteY6" fmla="*/ 7637 h 13673"/>
                <a:gd name="connsiteX7" fmla="*/ 3613 w 14056"/>
                <a:gd name="connsiteY7" fmla="*/ 13043 h 13673"/>
                <a:gd name="connsiteX8" fmla="*/ 4139 w 14056"/>
                <a:gd name="connsiteY8" fmla="*/ 13643 h 13673"/>
                <a:gd name="connsiteX9" fmla="*/ 5040 w 14056"/>
                <a:gd name="connsiteY9" fmla="*/ 13643 h 13673"/>
                <a:gd name="connsiteX10" fmla="*/ 13977 w 14056"/>
                <a:gd name="connsiteY10" fmla="*/ 3732 h 13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056" h="13673">
                  <a:moveTo>
                    <a:pt x="13977" y="3732"/>
                  </a:moveTo>
                  <a:cubicBezTo>
                    <a:pt x="14044" y="3462"/>
                    <a:pt x="14044" y="3177"/>
                    <a:pt x="13977" y="2906"/>
                  </a:cubicBezTo>
                  <a:cubicBezTo>
                    <a:pt x="13812" y="2696"/>
                    <a:pt x="13609" y="2516"/>
                    <a:pt x="13376" y="2381"/>
                  </a:cubicBezTo>
                  <a:cubicBezTo>
                    <a:pt x="10169" y="398"/>
                    <a:pt x="6369" y="-397"/>
                    <a:pt x="2637" y="128"/>
                  </a:cubicBezTo>
                  <a:cubicBezTo>
                    <a:pt x="2186" y="136"/>
                    <a:pt x="1743" y="271"/>
                    <a:pt x="1360" y="504"/>
                  </a:cubicBezTo>
                  <a:cubicBezTo>
                    <a:pt x="947" y="751"/>
                    <a:pt x="647" y="1157"/>
                    <a:pt x="534" y="1630"/>
                  </a:cubicBezTo>
                  <a:cubicBezTo>
                    <a:pt x="-217" y="3559"/>
                    <a:pt x="-217" y="5707"/>
                    <a:pt x="534" y="7637"/>
                  </a:cubicBezTo>
                  <a:cubicBezTo>
                    <a:pt x="1300" y="9574"/>
                    <a:pt x="2336" y="11398"/>
                    <a:pt x="3613" y="13043"/>
                  </a:cubicBezTo>
                  <a:cubicBezTo>
                    <a:pt x="3748" y="13275"/>
                    <a:pt x="3928" y="13478"/>
                    <a:pt x="4139" y="13643"/>
                  </a:cubicBezTo>
                  <a:lnTo>
                    <a:pt x="5040" y="13643"/>
                  </a:lnTo>
                  <a:cubicBezTo>
                    <a:pt x="10147" y="13493"/>
                    <a:pt x="12926" y="7411"/>
                    <a:pt x="13977" y="3732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Content Placeholder 4">
              <a:extLst>
                <a:ext uri="{FF2B5EF4-FFF2-40B4-BE49-F238E27FC236}">
                  <a16:creationId xmlns:a16="http://schemas.microsoft.com/office/drawing/2014/main" id="{EB690269-B095-6396-A365-60E5510A1CE5}"/>
                </a:ext>
              </a:extLst>
            </p:cNvPr>
            <p:cNvSpPr/>
            <p:nvPr/>
          </p:nvSpPr>
          <p:spPr>
            <a:xfrm>
              <a:off x="6724700" y="1755690"/>
              <a:ext cx="35445" cy="161657"/>
            </a:xfrm>
            <a:custGeom>
              <a:avLst/>
              <a:gdLst>
                <a:gd name="connsiteX0" fmla="*/ 23153 w 35445"/>
                <a:gd name="connsiteY0" fmla="*/ 51328 h 161657"/>
                <a:gd name="connsiteX1" fmla="*/ 35319 w 35445"/>
                <a:gd name="connsiteY1" fmla="*/ 137150 h 161657"/>
                <a:gd name="connsiteX2" fmla="*/ 34868 w 35445"/>
                <a:gd name="connsiteY2" fmla="*/ 142856 h 161657"/>
                <a:gd name="connsiteX3" fmla="*/ 31940 w 35445"/>
                <a:gd name="connsiteY3" fmla="*/ 146986 h 161657"/>
                <a:gd name="connsiteX4" fmla="*/ 19097 w 35445"/>
                <a:gd name="connsiteY4" fmla="*/ 161627 h 161657"/>
                <a:gd name="connsiteX5" fmla="*/ 923 w 35445"/>
                <a:gd name="connsiteY5" fmla="*/ 136624 h 161657"/>
                <a:gd name="connsiteX6" fmla="*/ 172 w 35445"/>
                <a:gd name="connsiteY6" fmla="*/ 126338 h 161657"/>
                <a:gd name="connsiteX7" fmla="*/ 4678 w 35445"/>
                <a:gd name="connsiteY7" fmla="*/ 49676 h 161657"/>
                <a:gd name="connsiteX8" fmla="*/ 11663 w 35445"/>
                <a:gd name="connsiteY8" fmla="*/ -30 h 161657"/>
                <a:gd name="connsiteX9" fmla="*/ 18196 w 35445"/>
                <a:gd name="connsiteY9" fmla="*/ 23171 h 161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445" h="161657">
                  <a:moveTo>
                    <a:pt x="23153" y="51328"/>
                  </a:moveTo>
                  <a:cubicBezTo>
                    <a:pt x="28658" y="79710"/>
                    <a:pt x="32721" y="108355"/>
                    <a:pt x="35319" y="137150"/>
                  </a:cubicBezTo>
                  <a:cubicBezTo>
                    <a:pt x="35537" y="139064"/>
                    <a:pt x="35387" y="141002"/>
                    <a:pt x="34868" y="142856"/>
                  </a:cubicBezTo>
                  <a:cubicBezTo>
                    <a:pt x="34148" y="144395"/>
                    <a:pt x="33156" y="145792"/>
                    <a:pt x="31940" y="146986"/>
                  </a:cubicBezTo>
                  <a:lnTo>
                    <a:pt x="19097" y="161627"/>
                  </a:lnTo>
                  <a:cubicBezTo>
                    <a:pt x="18347" y="151566"/>
                    <a:pt x="4077" y="146610"/>
                    <a:pt x="923" y="136624"/>
                  </a:cubicBezTo>
                  <a:cubicBezTo>
                    <a:pt x="0" y="133275"/>
                    <a:pt x="-256" y="129784"/>
                    <a:pt x="172" y="126338"/>
                  </a:cubicBezTo>
                  <a:lnTo>
                    <a:pt x="4678" y="49676"/>
                  </a:lnTo>
                  <a:cubicBezTo>
                    <a:pt x="5504" y="35861"/>
                    <a:pt x="3176" y="12134"/>
                    <a:pt x="11663" y="-30"/>
                  </a:cubicBezTo>
                  <a:cubicBezTo>
                    <a:pt x="17445" y="1547"/>
                    <a:pt x="17370" y="18141"/>
                    <a:pt x="18196" y="2317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Content Placeholder 4">
              <a:extLst>
                <a:ext uri="{FF2B5EF4-FFF2-40B4-BE49-F238E27FC236}">
                  <a16:creationId xmlns:a16="http://schemas.microsoft.com/office/drawing/2014/main" id="{E611F63C-EAF2-3223-EA7D-D082D825F36F}"/>
                </a:ext>
              </a:extLst>
            </p:cNvPr>
            <p:cNvSpPr/>
            <p:nvPr/>
          </p:nvSpPr>
          <p:spPr>
            <a:xfrm>
              <a:off x="6599570" y="1859948"/>
              <a:ext cx="140664" cy="122698"/>
            </a:xfrm>
            <a:custGeom>
              <a:avLst/>
              <a:gdLst>
                <a:gd name="connsiteX0" fmla="*/ 21739 w 140664"/>
                <a:gd name="connsiteY0" fmla="*/ 155 h 122698"/>
                <a:gd name="connsiteX1" fmla="*/ 411 w 140664"/>
                <a:gd name="connsiteY1" fmla="*/ 87628 h 122698"/>
                <a:gd name="connsiteX2" fmla="*/ 1086 w 140664"/>
                <a:gd name="connsiteY2" fmla="*/ 96038 h 122698"/>
                <a:gd name="connsiteX3" fmla="*/ 11075 w 140664"/>
                <a:gd name="connsiteY3" fmla="*/ 101294 h 122698"/>
                <a:gd name="connsiteX4" fmla="*/ 79416 w 140664"/>
                <a:gd name="connsiteY4" fmla="*/ 118188 h 122698"/>
                <a:gd name="connsiteX5" fmla="*/ 104424 w 140664"/>
                <a:gd name="connsiteY5" fmla="*/ 122618 h 122698"/>
                <a:gd name="connsiteX6" fmla="*/ 108855 w 140664"/>
                <a:gd name="connsiteY6" fmla="*/ 121942 h 122698"/>
                <a:gd name="connsiteX7" fmla="*/ 111784 w 140664"/>
                <a:gd name="connsiteY7" fmla="*/ 118188 h 122698"/>
                <a:gd name="connsiteX8" fmla="*/ 131009 w 140664"/>
                <a:gd name="connsiteY8" fmla="*/ 69833 h 122698"/>
                <a:gd name="connsiteX9" fmla="*/ 139496 w 140664"/>
                <a:gd name="connsiteY9" fmla="*/ 42127 h 122698"/>
                <a:gd name="connsiteX10" fmla="*/ 128606 w 140664"/>
                <a:gd name="connsiteY10" fmla="*/ 24107 h 122698"/>
                <a:gd name="connsiteX11" fmla="*/ 93384 w 140664"/>
                <a:gd name="connsiteY11" fmla="*/ 14946 h 122698"/>
                <a:gd name="connsiteX12" fmla="*/ 21739 w 140664"/>
                <a:gd name="connsiteY12" fmla="*/ 155 h 122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0664" h="122698">
                  <a:moveTo>
                    <a:pt x="21739" y="155"/>
                  </a:moveTo>
                  <a:cubicBezTo>
                    <a:pt x="12337" y="28709"/>
                    <a:pt x="5210" y="57955"/>
                    <a:pt x="411" y="87628"/>
                  </a:cubicBezTo>
                  <a:cubicBezTo>
                    <a:pt x="-355" y="90421"/>
                    <a:pt x="-115" y="93402"/>
                    <a:pt x="1086" y="96038"/>
                  </a:cubicBezTo>
                  <a:cubicBezTo>
                    <a:pt x="3670" y="98943"/>
                    <a:pt x="7215" y="100813"/>
                    <a:pt x="11075" y="101294"/>
                  </a:cubicBezTo>
                  <a:lnTo>
                    <a:pt x="79416" y="118188"/>
                  </a:lnTo>
                  <a:cubicBezTo>
                    <a:pt x="87587" y="120485"/>
                    <a:pt x="95960" y="121972"/>
                    <a:pt x="104424" y="122618"/>
                  </a:cubicBezTo>
                  <a:cubicBezTo>
                    <a:pt x="105933" y="122783"/>
                    <a:pt x="107458" y="122543"/>
                    <a:pt x="108855" y="121942"/>
                  </a:cubicBezTo>
                  <a:cubicBezTo>
                    <a:pt x="110214" y="121041"/>
                    <a:pt x="111243" y="119727"/>
                    <a:pt x="111784" y="118188"/>
                  </a:cubicBezTo>
                  <a:cubicBezTo>
                    <a:pt x="119053" y="102427"/>
                    <a:pt x="125475" y="86284"/>
                    <a:pt x="131009" y="69833"/>
                  </a:cubicBezTo>
                  <a:cubicBezTo>
                    <a:pt x="134089" y="60673"/>
                    <a:pt x="136867" y="51437"/>
                    <a:pt x="139496" y="42127"/>
                  </a:cubicBezTo>
                  <a:cubicBezTo>
                    <a:pt x="142425" y="31540"/>
                    <a:pt x="140021" y="26284"/>
                    <a:pt x="128606" y="24107"/>
                  </a:cubicBezTo>
                  <a:cubicBezTo>
                    <a:pt x="117191" y="21929"/>
                    <a:pt x="105100" y="17875"/>
                    <a:pt x="93384" y="14946"/>
                  </a:cubicBezTo>
                  <a:cubicBezTo>
                    <a:pt x="87376" y="13445"/>
                    <a:pt x="22415" y="-1873"/>
                    <a:pt x="21739" y="155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Content Placeholder 4">
              <a:extLst>
                <a:ext uri="{FF2B5EF4-FFF2-40B4-BE49-F238E27FC236}">
                  <a16:creationId xmlns:a16="http://schemas.microsoft.com/office/drawing/2014/main" id="{1B235E73-1671-B445-CCBF-88566B59764F}"/>
                </a:ext>
              </a:extLst>
            </p:cNvPr>
            <p:cNvSpPr/>
            <p:nvPr/>
          </p:nvSpPr>
          <p:spPr>
            <a:xfrm>
              <a:off x="6660240" y="1911490"/>
              <a:ext cx="375" cy="450"/>
            </a:xfrm>
            <a:custGeom>
              <a:avLst/>
              <a:gdLst>
                <a:gd name="connsiteX0" fmla="*/ 346 w 375"/>
                <a:gd name="connsiteY0" fmla="*/ 421 h 450"/>
                <a:gd name="connsiteX1" fmla="*/ -29 w 375"/>
                <a:gd name="connsiteY1" fmla="*/ -30 h 450"/>
                <a:gd name="connsiteX2" fmla="*/ 346 w 375"/>
                <a:gd name="connsiteY2" fmla="*/ 421 h 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5" h="450">
                  <a:moveTo>
                    <a:pt x="346" y="421"/>
                  </a:moveTo>
                  <a:cubicBezTo>
                    <a:pt x="346" y="421"/>
                    <a:pt x="346" y="421"/>
                    <a:pt x="-29" y="-30"/>
                  </a:cubicBezTo>
                  <a:cubicBezTo>
                    <a:pt x="188" y="8"/>
                    <a:pt x="346" y="196"/>
                    <a:pt x="346" y="421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Content Placeholder 4">
              <a:extLst>
                <a:ext uri="{FF2B5EF4-FFF2-40B4-BE49-F238E27FC236}">
                  <a16:creationId xmlns:a16="http://schemas.microsoft.com/office/drawing/2014/main" id="{77E23935-1E1E-9A14-ABBE-5605A4215E03}"/>
                </a:ext>
              </a:extLst>
            </p:cNvPr>
            <p:cNvSpPr/>
            <p:nvPr/>
          </p:nvSpPr>
          <p:spPr>
            <a:xfrm>
              <a:off x="6655689" y="1902019"/>
              <a:ext cx="19496" cy="26723"/>
            </a:xfrm>
            <a:custGeom>
              <a:avLst/>
              <a:gdLst>
                <a:gd name="connsiteX0" fmla="*/ 1443 w 19496"/>
                <a:gd name="connsiteY0" fmla="*/ 22657 h 26723"/>
                <a:gd name="connsiteX1" fmla="*/ 17214 w 19496"/>
                <a:gd name="connsiteY1" fmla="*/ 26636 h 26723"/>
                <a:gd name="connsiteX2" fmla="*/ 19407 w 19496"/>
                <a:gd name="connsiteY2" fmla="*/ 25345 h 26723"/>
                <a:gd name="connsiteX3" fmla="*/ 19467 w 19496"/>
                <a:gd name="connsiteY3" fmla="*/ 24910 h 26723"/>
                <a:gd name="connsiteX4" fmla="*/ 17214 w 19496"/>
                <a:gd name="connsiteY4" fmla="*/ 2384 h 26723"/>
                <a:gd name="connsiteX5" fmla="*/ 16238 w 19496"/>
                <a:gd name="connsiteY5" fmla="*/ 958 h 26723"/>
                <a:gd name="connsiteX6" fmla="*/ 13084 w 19496"/>
                <a:gd name="connsiteY6" fmla="*/ 958 h 26723"/>
                <a:gd name="connsiteX7" fmla="*/ 6850 w 19496"/>
                <a:gd name="connsiteY7" fmla="*/ 10268 h 26723"/>
                <a:gd name="connsiteX8" fmla="*/ 392 w 19496"/>
                <a:gd name="connsiteY8" fmla="*/ 19729 h 26723"/>
                <a:gd name="connsiteX9" fmla="*/ 617 w 19496"/>
                <a:gd name="connsiteY9" fmla="*/ 22267 h 26723"/>
                <a:gd name="connsiteX10" fmla="*/ 1443 w 19496"/>
                <a:gd name="connsiteY10" fmla="*/ 22657 h 26723"/>
                <a:gd name="connsiteX11" fmla="*/ 14135 w 19496"/>
                <a:gd name="connsiteY11" fmla="*/ 6964 h 26723"/>
                <a:gd name="connsiteX12" fmla="*/ 15712 w 19496"/>
                <a:gd name="connsiteY12" fmla="*/ 22507 h 26723"/>
                <a:gd name="connsiteX13" fmla="*/ 4823 w 19496"/>
                <a:gd name="connsiteY13" fmla="*/ 19804 h 26723"/>
                <a:gd name="connsiteX14" fmla="*/ 10831 w 19496"/>
                <a:gd name="connsiteY14" fmla="*/ 11019 h 26723"/>
                <a:gd name="connsiteX15" fmla="*/ 14135 w 19496"/>
                <a:gd name="connsiteY15" fmla="*/ 6964 h 26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496" h="26723">
                  <a:moveTo>
                    <a:pt x="1443" y="22657"/>
                  </a:moveTo>
                  <a:cubicBezTo>
                    <a:pt x="6813" y="23483"/>
                    <a:pt x="12092" y="24819"/>
                    <a:pt x="17214" y="26636"/>
                  </a:cubicBezTo>
                  <a:cubicBezTo>
                    <a:pt x="18175" y="26884"/>
                    <a:pt x="19159" y="26306"/>
                    <a:pt x="19407" y="25345"/>
                  </a:cubicBezTo>
                  <a:cubicBezTo>
                    <a:pt x="19445" y="25202"/>
                    <a:pt x="19467" y="25052"/>
                    <a:pt x="19467" y="24910"/>
                  </a:cubicBezTo>
                  <a:lnTo>
                    <a:pt x="17214" y="2384"/>
                  </a:lnTo>
                  <a:cubicBezTo>
                    <a:pt x="17117" y="1783"/>
                    <a:pt x="16763" y="1265"/>
                    <a:pt x="16238" y="958"/>
                  </a:cubicBezTo>
                  <a:cubicBezTo>
                    <a:pt x="15487" y="-244"/>
                    <a:pt x="13384" y="-469"/>
                    <a:pt x="13084" y="958"/>
                  </a:cubicBezTo>
                  <a:cubicBezTo>
                    <a:pt x="12558" y="4186"/>
                    <a:pt x="8728" y="7565"/>
                    <a:pt x="6850" y="10268"/>
                  </a:cubicBezTo>
                  <a:cubicBezTo>
                    <a:pt x="4973" y="12971"/>
                    <a:pt x="2570" y="16575"/>
                    <a:pt x="392" y="19729"/>
                  </a:cubicBezTo>
                  <a:cubicBezTo>
                    <a:pt x="-247" y="20494"/>
                    <a:pt x="-149" y="21628"/>
                    <a:pt x="617" y="22267"/>
                  </a:cubicBezTo>
                  <a:cubicBezTo>
                    <a:pt x="857" y="22469"/>
                    <a:pt x="1135" y="22597"/>
                    <a:pt x="1443" y="22657"/>
                  </a:cubicBezTo>
                  <a:close/>
                  <a:moveTo>
                    <a:pt x="14135" y="6964"/>
                  </a:moveTo>
                  <a:lnTo>
                    <a:pt x="15712" y="22507"/>
                  </a:lnTo>
                  <a:cubicBezTo>
                    <a:pt x="12137" y="21388"/>
                    <a:pt x="8503" y="20479"/>
                    <a:pt x="4823" y="19804"/>
                  </a:cubicBezTo>
                  <a:lnTo>
                    <a:pt x="10831" y="11019"/>
                  </a:lnTo>
                  <a:cubicBezTo>
                    <a:pt x="11807" y="9742"/>
                    <a:pt x="13084" y="8391"/>
                    <a:pt x="14135" y="6964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Content Placeholder 4">
              <a:extLst>
                <a:ext uri="{FF2B5EF4-FFF2-40B4-BE49-F238E27FC236}">
                  <a16:creationId xmlns:a16="http://schemas.microsoft.com/office/drawing/2014/main" id="{9B24C38E-E110-4078-062C-18A0B8BD3386}"/>
                </a:ext>
              </a:extLst>
            </p:cNvPr>
            <p:cNvSpPr/>
            <p:nvPr/>
          </p:nvSpPr>
          <p:spPr>
            <a:xfrm>
              <a:off x="6635522" y="1952319"/>
              <a:ext cx="22550" cy="26063"/>
            </a:xfrm>
            <a:custGeom>
              <a:avLst/>
              <a:gdLst>
                <a:gd name="connsiteX0" fmla="*/ 207 w 22550"/>
                <a:gd name="connsiteY0" fmla="*/ 14179 h 26063"/>
                <a:gd name="connsiteX1" fmla="*/ 2910 w 22550"/>
                <a:gd name="connsiteY1" fmla="*/ 5094 h 26063"/>
                <a:gd name="connsiteX2" fmla="*/ 4562 w 22550"/>
                <a:gd name="connsiteY2" fmla="*/ 1565 h 26063"/>
                <a:gd name="connsiteX3" fmla="*/ 10045 w 22550"/>
                <a:gd name="connsiteY3" fmla="*/ 138 h 26063"/>
                <a:gd name="connsiteX4" fmla="*/ 14100 w 22550"/>
                <a:gd name="connsiteY4" fmla="*/ 3893 h 26063"/>
                <a:gd name="connsiteX5" fmla="*/ 14551 w 22550"/>
                <a:gd name="connsiteY5" fmla="*/ 6896 h 26063"/>
                <a:gd name="connsiteX6" fmla="*/ 15152 w 22550"/>
                <a:gd name="connsiteY6" fmla="*/ 14029 h 26063"/>
                <a:gd name="connsiteX7" fmla="*/ 20258 w 22550"/>
                <a:gd name="connsiteY7" fmla="*/ 19735 h 26063"/>
                <a:gd name="connsiteX8" fmla="*/ 22436 w 22550"/>
                <a:gd name="connsiteY8" fmla="*/ 23039 h 26063"/>
                <a:gd name="connsiteX9" fmla="*/ 19883 w 22550"/>
                <a:gd name="connsiteY9" fmla="*/ 24841 h 26063"/>
                <a:gd name="connsiteX10" fmla="*/ 12373 w 22550"/>
                <a:gd name="connsiteY10" fmla="*/ 25967 h 26063"/>
                <a:gd name="connsiteX11" fmla="*/ 2760 w 22550"/>
                <a:gd name="connsiteY11" fmla="*/ 23264 h 26063"/>
                <a:gd name="connsiteX12" fmla="*/ 207 w 22550"/>
                <a:gd name="connsiteY12" fmla="*/ 14179 h 26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550" h="26063">
                  <a:moveTo>
                    <a:pt x="207" y="14179"/>
                  </a:moveTo>
                  <a:cubicBezTo>
                    <a:pt x="785" y="11063"/>
                    <a:pt x="1694" y="8022"/>
                    <a:pt x="2910" y="5094"/>
                  </a:cubicBezTo>
                  <a:cubicBezTo>
                    <a:pt x="3211" y="3818"/>
                    <a:pt x="3774" y="2616"/>
                    <a:pt x="4562" y="1565"/>
                  </a:cubicBezTo>
                  <a:cubicBezTo>
                    <a:pt x="6034" y="206"/>
                    <a:pt x="8092" y="-335"/>
                    <a:pt x="10045" y="138"/>
                  </a:cubicBezTo>
                  <a:cubicBezTo>
                    <a:pt x="11990" y="536"/>
                    <a:pt x="13552" y="1985"/>
                    <a:pt x="14100" y="3893"/>
                  </a:cubicBezTo>
                  <a:lnTo>
                    <a:pt x="14551" y="6896"/>
                  </a:lnTo>
                  <a:cubicBezTo>
                    <a:pt x="13732" y="9254"/>
                    <a:pt x="13950" y="11844"/>
                    <a:pt x="15152" y="14029"/>
                  </a:cubicBezTo>
                  <a:cubicBezTo>
                    <a:pt x="16391" y="16297"/>
                    <a:pt x="18141" y="18249"/>
                    <a:pt x="20258" y="19735"/>
                  </a:cubicBezTo>
                  <a:cubicBezTo>
                    <a:pt x="21460" y="20561"/>
                    <a:pt x="22887" y="21763"/>
                    <a:pt x="22436" y="23039"/>
                  </a:cubicBezTo>
                  <a:cubicBezTo>
                    <a:pt x="21986" y="24316"/>
                    <a:pt x="21009" y="24541"/>
                    <a:pt x="19883" y="24841"/>
                  </a:cubicBezTo>
                  <a:cubicBezTo>
                    <a:pt x="17450" y="25577"/>
                    <a:pt x="14919" y="25952"/>
                    <a:pt x="12373" y="25967"/>
                  </a:cubicBezTo>
                  <a:cubicBezTo>
                    <a:pt x="8941" y="26305"/>
                    <a:pt x="5509" y="25337"/>
                    <a:pt x="2760" y="23264"/>
                  </a:cubicBezTo>
                  <a:cubicBezTo>
                    <a:pt x="440" y="20854"/>
                    <a:pt x="-514" y="17445"/>
                    <a:pt x="207" y="14179"/>
                  </a:cubicBezTo>
                  <a:close/>
                </a:path>
              </a:pathLst>
            </a:custGeom>
            <a:solidFill>
              <a:srgbClr val="D1AC9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Content Placeholder 4">
              <a:extLst>
                <a:ext uri="{FF2B5EF4-FFF2-40B4-BE49-F238E27FC236}">
                  <a16:creationId xmlns:a16="http://schemas.microsoft.com/office/drawing/2014/main" id="{604BB4ED-84F5-632F-EA19-674AD70FE060}"/>
                </a:ext>
              </a:extLst>
            </p:cNvPr>
            <p:cNvSpPr/>
            <p:nvPr/>
          </p:nvSpPr>
          <p:spPr>
            <a:xfrm>
              <a:off x="6637216" y="1732222"/>
              <a:ext cx="66142" cy="228313"/>
            </a:xfrm>
            <a:custGeom>
              <a:avLst/>
              <a:gdLst>
                <a:gd name="connsiteX0" fmla="*/ 25774 w 66142"/>
                <a:gd name="connsiteY0" fmla="*/ 167676 h 228313"/>
                <a:gd name="connsiteX1" fmla="*/ 63324 w 66142"/>
                <a:gd name="connsiteY1" fmla="*/ 30572 h 228313"/>
                <a:gd name="connsiteX2" fmla="*/ 66103 w 66142"/>
                <a:gd name="connsiteY2" fmla="*/ 14353 h 228313"/>
                <a:gd name="connsiteX3" fmla="*/ 56865 w 66142"/>
                <a:gd name="connsiteY3" fmla="*/ 988 h 228313"/>
                <a:gd name="connsiteX4" fmla="*/ 36964 w 66142"/>
                <a:gd name="connsiteY4" fmla="*/ 5568 h 228313"/>
                <a:gd name="connsiteX5" fmla="*/ 27051 w 66142"/>
                <a:gd name="connsiteY5" fmla="*/ 22763 h 228313"/>
                <a:gd name="connsiteX6" fmla="*/ 2418 w 66142"/>
                <a:gd name="connsiteY6" fmla="*/ 198761 h 228313"/>
                <a:gd name="connsiteX7" fmla="*/ 1441 w 66142"/>
                <a:gd name="connsiteY7" fmla="*/ 217006 h 228313"/>
                <a:gd name="connsiteX8" fmla="*/ 1441 w 66142"/>
                <a:gd name="connsiteY8" fmla="*/ 226167 h 228313"/>
                <a:gd name="connsiteX9" fmla="*/ 13683 w 66142"/>
                <a:gd name="connsiteY9" fmla="*/ 226167 h 228313"/>
                <a:gd name="connsiteX10" fmla="*/ 16837 w 66142"/>
                <a:gd name="connsiteY10" fmla="*/ 206495 h 228313"/>
                <a:gd name="connsiteX11" fmla="*/ 25774 w 66142"/>
                <a:gd name="connsiteY11" fmla="*/ 167676 h 228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6142" h="228313">
                  <a:moveTo>
                    <a:pt x="25774" y="167676"/>
                  </a:moveTo>
                  <a:cubicBezTo>
                    <a:pt x="37339" y="121724"/>
                    <a:pt x="49859" y="76020"/>
                    <a:pt x="63324" y="30572"/>
                  </a:cubicBezTo>
                  <a:cubicBezTo>
                    <a:pt x="65276" y="25391"/>
                    <a:pt x="66223" y="19887"/>
                    <a:pt x="66103" y="14353"/>
                  </a:cubicBezTo>
                  <a:cubicBezTo>
                    <a:pt x="65697" y="8542"/>
                    <a:pt x="62160" y="3421"/>
                    <a:pt x="56865" y="988"/>
                  </a:cubicBezTo>
                  <a:cubicBezTo>
                    <a:pt x="49896" y="-1354"/>
                    <a:pt x="42206" y="418"/>
                    <a:pt x="36964" y="5568"/>
                  </a:cubicBezTo>
                  <a:cubicBezTo>
                    <a:pt x="32315" y="10411"/>
                    <a:pt x="28913" y="16313"/>
                    <a:pt x="27051" y="22763"/>
                  </a:cubicBezTo>
                  <a:cubicBezTo>
                    <a:pt x="6368" y="79001"/>
                    <a:pt x="-2028" y="139009"/>
                    <a:pt x="2418" y="198761"/>
                  </a:cubicBezTo>
                  <a:cubicBezTo>
                    <a:pt x="3342" y="204843"/>
                    <a:pt x="3011" y="211052"/>
                    <a:pt x="1441" y="217006"/>
                  </a:cubicBezTo>
                  <a:cubicBezTo>
                    <a:pt x="390" y="220085"/>
                    <a:pt x="-1262" y="223839"/>
                    <a:pt x="1441" y="226167"/>
                  </a:cubicBezTo>
                  <a:cubicBezTo>
                    <a:pt x="5031" y="228990"/>
                    <a:pt x="10093" y="228990"/>
                    <a:pt x="13683" y="226167"/>
                  </a:cubicBezTo>
                  <a:cubicBezTo>
                    <a:pt x="16762" y="222563"/>
                    <a:pt x="16011" y="211150"/>
                    <a:pt x="16837" y="206495"/>
                  </a:cubicBezTo>
                  <a:cubicBezTo>
                    <a:pt x="19466" y="192979"/>
                    <a:pt x="22620" y="180140"/>
                    <a:pt x="25774" y="167676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Content Placeholder 4">
              <a:extLst>
                <a:ext uri="{FF2B5EF4-FFF2-40B4-BE49-F238E27FC236}">
                  <a16:creationId xmlns:a16="http://schemas.microsoft.com/office/drawing/2014/main" id="{4C3DF4F1-16F6-9F2B-534E-AB5FB060158D}"/>
                </a:ext>
              </a:extLst>
            </p:cNvPr>
            <p:cNvSpPr/>
            <p:nvPr/>
          </p:nvSpPr>
          <p:spPr>
            <a:xfrm>
              <a:off x="6699169" y="1638818"/>
              <a:ext cx="81103" cy="31763"/>
            </a:xfrm>
            <a:custGeom>
              <a:avLst/>
              <a:gdLst>
                <a:gd name="connsiteX0" fmla="*/ 74668 w 81103"/>
                <a:gd name="connsiteY0" fmla="*/ 8270 h 31763"/>
                <a:gd name="connsiteX1" fmla="*/ 50711 w 81103"/>
                <a:gd name="connsiteY1" fmla="*/ 9472 h 31763"/>
                <a:gd name="connsiteX2" fmla="*/ 50711 w 81103"/>
                <a:gd name="connsiteY2" fmla="*/ 9472 h 31763"/>
                <a:gd name="connsiteX3" fmla="*/ 39070 w 81103"/>
                <a:gd name="connsiteY3" fmla="*/ 9021 h 31763"/>
                <a:gd name="connsiteX4" fmla="*/ 23450 w 81103"/>
                <a:gd name="connsiteY4" fmla="*/ 86 h 31763"/>
                <a:gd name="connsiteX5" fmla="*/ 920 w 81103"/>
                <a:gd name="connsiteY5" fmla="*/ 12625 h 31763"/>
                <a:gd name="connsiteX6" fmla="*/ 20145 w 81103"/>
                <a:gd name="connsiteY6" fmla="*/ 31696 h 31763"/>
                <a:gd name="connsiteX7" fmla="*/ 39822 w 81103"/>
                <a:gd name="connsiteY7" fmla="*/ 14352 h 31763"/>
                <a:gd name="connsiteX8" fmla="*/ 39822 w 81103"/>
                <a:gd name="connsiteY8" fmla="*/ 12024 h 31763"/>
                <a:gd name="connsiteX9" fmla="*/ 39822 w 81103"/>
                <a:gd name="connsiteY9" fmla="*/ 12024 h 31763"/>
                <a:gd name="connsiteX10" fmla="*/ 51462 w 81103"/>
                <a:gd name="connsiteY10" fmla="*/ 12024 h 31763"/>
                <a:gd name="connsiteX11" fmla="*/ 79549 w 81103"/>
                <a:gd name="connsiteY11" fmla="*/ 25314 h 31763"/>
                <a:gd name="connsiteX12" fmla="*/ 74668 w 81103"/>
                <a:gd name="connsiteY12" fmla="*/ 8270 h 31763"/>
                <a:gd name="connsiteX13" fmla="*/ 17292 w 81103"/>
                <a:gd name="connsiteY13" fmla="*/ 28768 h 31763"/>
                <a:gd name="connsiteX14" fmla="*/ 6102 w 81103"/>
                <a:gd name="connsiteY14" fmla="*/ 10072 h 31763"/>
                <a:gd name="connsiteX15" fmla="*/ 18268 w 81103"/>
                <a:gd name="connsiteY15" fmla="*/ 3239 h 31763"/>
                <a:gd name="connsiteX16" fmla="*/ 19785 w 81103"/>
                <a:gd name="connsiteY16" fmla="*/ 4569 h 31763"/>
                <a:gd name="connsiteX17" fmla="*/ 20295 w 81103"/>
                <a:gd name="connsiteY17" fmla="*/ 4441 h 31763"/>
                <a:gd name="connsiteX18" fmla="*/ 35698 w 81103"/>
                <a:gd name="connsiteY18" fmla="*/ 10538 h 31763"/>
                <a:gd name="connsiteX19" fmla="*/ 36517 w 81103"/>
                <a:gd name="connsiteY19" fmla="*/ 17055 h 31763"/>
                <a:gd name="connsiteX20" fmla="*/ 17292 w 81103"/>
                <a:gd name="connsiteY20" fmla="*/ 28768 h 31763"/>
                <a:gd name="connsiteX21" fmla="*/ 76996 w 81103"/>
                <a:gd name="connsiteY21" fmla="*/ 23437 h 31763"/>
                <a:gd name="connsiteX22" fmla="*/ 54015 w 81103"/>
                <a:gd name="connsiteY22" fmla="*/ 10673 h 31763"/>
                <a:gd name="connsiteX23" fmla="*/ 54015 w 81103"/>
                <a:gd name="connsiteY23" fmla="*/ 10673 h 31763"/>
                <a:gd name="connsiteX24" fmla="*/ 68059 w 81103"/>
                <a:gd name="connsiteY24" fmla="*/ 8796 h 31763"/>
                <a:gd name="connsiteX25" fmla="*/ 76996 w 81103"/>
                <a:gd name="connsiteY25" fmla="*/ 23437 h 31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1103" h="31763">
                  <a:moveTo>
                    <a:pt x="74668" y="8270"/>
                  </a:moveTo>
                  <a:cubicBezTo>
                    <a:pt x="67278" y="3397"/>
                    <a:pt x="57575" y="3885"/>
                    <a:pt x="50711" y="9472"/>
                  </a:cubicBezTo>
                  <a:lnTo>
                    <a:pt x="50711" y="9472"/>
                  </a:lnTo>
                  <a:cubicBezTo>
                    <a:pt x="46881" y="9472"/>
                    <a:pt x="43201" y="9472"/>
                    <a:pt x="39070" y="9021"/>
                  </a:cubicBezTo>
                  <a:cubicBezTo>
                    <a:pt x="36419" y="2909"/>
                    <a:pt x="30066" y="-733"/>
                    <a:pt x="23450" y="86"/>
                  </a:cubicBezTo>
                  <a:cubicBezTo>
                    <a:pt x="14055" y="-868"/>
                    <a:pt x="5058" y="4140"/>
                    <a:pt x="920" y="12625"/>
                  </a:cubicBezTo>
                  <a:cubicBezTo>
                    <a:pt x="-3962" y="23587"/>
                    <a:pt x="11133" y="31321"/>
                    <a:pt x="20145" y="31696"/>
                  </a:cubicBezTo>
                  <a:cubicBezTo>
                    <a:pt x="30366" y="32342"/>
                    <a:pt x="39176" y="24571"/>
                    <a:pt x="39822" y="14352"/>
                  </a:cubicBezTo>
                  <a:cubicBezTo>
                    <a:pt x="39867" y="13579"/>
                    <a:pt x="39867" y="12798"/>
                    <a:pt x="39822" y="12024"/>
                  </a:cubicBezTo>
                  <a:cubicBezTo>
                    <a:pt x="39822" y="12024"/>
                    <a:pt x="39822" y="12024"/>
                    <a:pt x="39822" y="12024"/>
                  </a:cubicBezTo>
                  <a:cubicBezTo>
                    <a:pt x="43652" y="12024"/>
                    <a:pt x="47331" y="12024"/>
                    <a:pt x="51462" y="12024"/>
                  </a:cubicBezTo>
                  <a:cubicBezTo>
                    <a:pt x="51462" y="24263"/>
                    <a:pt x="71364" y="36952"/>
                    <a:pt x="79549" y="25314"/>
                  </a:cubicBezTo>
                  <a:cubicBezTo>
                    <a:pt x="82824" y="19248"/>
                    <a:pt x="80653" y="11687"/>
                    <a:pt x="74668" y="8270"/>
                  </a:cubicBezTo>
                  <a:close/>
                  <a:moveTo>
                    <a:pt x="17292" y="28768"/>
                  </a:moveTo>
                  <a:cubicBezTo>
                    <a:pt x="8054" y="27041"/>
                    <a:pt x="-1784" y="19082"/>
                    <a:pt x="6102" y="10072"/>
                  </a:cubicBezTo>
                  <a:cubicBezTo>
                    <a:pt x="9286" y="6506"/>
                    <a:pt x="13567" y="4103"/>
                    <a:pt x="18268" y="3239"/>
                  </a:cubicBezTo>
                  <a:cubicBezTo>
                    <a:pt x="18320" y="4028"/>
                    <a:pt x="18996" y="4621"/>
                    <a:pt x="19785" y="4569"/>
                  </a:cubicBezTo>
                  <a:cubicBezTo>
                    <a:pt x="19958" y="4561"/>
                    <a:pt x="20138" y="4516"/>
                    <a:pt x="20295" y="4441"/>
                  </a:cubicBezTo>
                  <a:cubicBezTo>
                    <a:pt x="26236" y="1873"/>
                    <a:pt x="33130" y="4599"/>
                    <a:pt x="35698" y="10538"/>
                  </a:cubicBezTo>
                  <a:cubicBezTo>
                    <a:pt x="36592" y="12587"/>
                    <a:pt x="36870" y="14847"/>
                    <a:pt x="36517" y="17055"/>
                  </a:cubicBezTo>
                  <a:cubicBezTo>
                    <a:pt x="34272" y="25472"/>
                    <a:pt x="25800" y="30630"/>
                    <a:pt x="17292" y="28768"/>
                  </a:cubicBezTo>
                  <a:close/>
                  <a:moveTo>
                    <a:pt x="76996" y="23437"/>
                  </a:moveTo>
                  <a:cubicBezTo>
                    <a:pt x="70913" y="33423"/>
                    <a:pt x="49134" y="20584"/>
                    <a:pt x="54015" y="10673"/>
                  </a:cubicBezTo>
                  <a:lnTo>
                    <a:pt x="54015" y="10673"/>
                  </a:lnTo>
                  <a:cubicBezTo>
                    <a:pt x="58326" y="8413"/>
                    <a:pt x="63305" y="7744"/>
                    <a:pt x="68059" y="8796"/>
                  </a:cubicBezTo>
                  <a:cubicBezTo>
                    <a:pt x="74067" y="10297"/>
                    <a:pt x="81051" y="16680"/>
                    <a:pt x="76996" y="23437"/>
                  </a:cubicBezTo>
                  <a:close/>
                </a:path>
              </a:pathLst>
            </a:custGeom>
            <a:solidFill>
              <a:srgbClr val="4141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Content Placeholder 4">
              <a:extLst>
                <a:ext uri="{FF2B5EF4-FFF2-40B4-BE49-F238E27FC236}">
                  <a16:creationId xmlns:a16="http://schemas.microsoft.com/office/drawing/2014/main" id="{4506DB7A-0033-22B3-96F8-FE14082287D5}"/>
                </a:ext>
              </a:extLst>
            </p:cNvPr>
            <p:cNvSpPr/>
            <p:nvPr/>
          </p:nvSpPr>
          <p:spPr>
            <a:xfrm>
              <a:off x="7087266" y="1649782"/>
              <a:ext cx="7964" cy="21337"/>
            </a:xfrm>
            <a:custGeom>
              <a:avLst/>
              <a:gdLst>
                <a:gd name="connsiteX0" fmla="*/ 114 w 7964"/>
                <a:gd name="connsiteY0" fmla="*/ 3538 h 21337"/>
                <a:gd name="connsiteX1" fmla="*/ 4394 w 7964"/>
                <a:gd name="connsiteY1" fmla="*/ 19982 h 21337"/>
                <a:gd name="connsiteX2" fmla="*/ 6610 w 7964"/>
                <a:gd name="connsiteY2" fmla="*/ 21243 h 21337"/>
                <a:gd name="connsiteX3" fmla="*/ 7924 w 7964"/>
                <a:gd name="connsiteY3" fmla="*/ 19306 h 21337"/>
                <a:gd name="connsiteX4" fmla="*/ 6272 w 7964"/>
                <a:gd name="connsiteY4" fmla="*/ 2412 h 21337"/>
                <a:gd name="connsiteX5" fmla="*/ 114 w 7964"/>
                <a:gd name="connsiteY5" fmla="*/ 3538 h 21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964" h="21337">
                  <a:moveTo>
                    <a:pt x="114" y="3538"/>
                  </a:moveTo>
                  <a:cubicBezTo>
                    <a:pt x="1871" y="8929"/>
                    <a:pt x="3305" y="14418"/>
                    <a:pt x="4394" y="19982"/>
                  </a:cubicBezTo>
                  <a:cubicBezTo>
                    <a:pt x="4657" y="20943"/>
                    <a:pt x="5648" y="21506"/>
                    <a:pt x="6610" y="21243"/>
                  </a:cubicBezTo>
                  <a:cubicBezTo>
                    <a:pt x="7466" y="21010"/>
                    <a:pt x="8021" y="20185"/>
                    <a:pt x="7924" y="19306"/>
                  </a:cubicBezTo>
                  <a:cubicBezTo>
                    <a:pt x="7473" y="13675"/>
                    <a:pt x="7173" y="8043"/>
                    <a:pt x="6272" y="2412"/>
                  </a:cubicBezTo>
                  <a:cubicBezTo>
                    <a:pt x="5671" y="-1643"/>
                    <a:pt x="-1088" y="-216"/>
                    <a:pt x="114" y="3538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Content Placeholder 4">
              <a:extLst>
                <a:ext uri="{FF2B5EF4-FFF2-40B4-BE49-F238E27FC236}">
                  <a16:creationId xmlns:a16="http://schemas.microsoft.com/office/drawing/2014/main" id="{C3237BD7-9C5B-1CD9-41F2-9BEF23E733A0}"/>
                </a:ext>
              </a:extLst>
            </p:cNvPr>
            <p:cNvSpPr/>
            <p:nvPr/>
          </p:nvSpPr>
          <p:spPr>
            <a:xfrm>
              <a:off x="7060878" y="1665620"/>
              <a:ext cx="17693" cy="13787"/>
            </a:xfrm>
            <a:custGeom>
              <a:avLst/>
              <a:gdLst>
                <a:gd name="connsiteX0" fmla="*/ 816 w 17693"/>
                <a:gd name="connsiteY0" fmla="*/ 4745 h 13787"/>
                <a:gd name="connsiteX1" fmla="*/ 8326 w 17693"/>
                <a:gd name="connsiteY1" fmla="*/ 10151 h 13787"/>
                <a:gd name="connsiteX2" fmla="*/ 15836 w 17693"/>
                <a:gd name="connsiteY2" fmla="*/ 13755 h 13787"/>
                <a:gd name="connsiteX3" fmla="*/ 17662 w 17693"/>
                <a:gd name="connsiteY3" fmla="*/ 12126 h 13787"/>
                <a:gd name="connsiteX4" fmla="*/ 17489 w 17693"/>
                <a:gd name="connsiteY4" fmla="*/ 11277 h 13787"/>
                <a:gd name="connsiteX5" fmla="*/ 12607 w 17693"/>
                <a:gd name="connsiteY5" fmla="*/ 6171 h 13787"/>
                <a:gd name="connsiteX6" fmla="*/ 5097 w 17693"/>
                <a:gd name="connsiteY6" fmla="*/ 315 h 13787"/>
                <a:gd name="connsiteX7" fmla="*/ 816 w 17693"/>
                <a:gd name="connsiteY7" fmla="*/ 4745 h 13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693" h="13787">
                  <a:moveTo>
                    <a:pt x="816" y="4745"/>
                  </a:moveTo>
                  <a:cubicBezTo>
                    <a:pt x="3122" y="6802"/>
                    <a:pt x="5638" y="8619"/>
                    <a:pt x="8326" y="10151"/>
                  </a:cubicBezTo>
                  <a:cubicBezTo>
                    <a:pt x="10587" y="11810"/>
                    <a:pt x="13133" y="13034"/>
                    <a:pt x="15836" y="13755"/>
                  </a:cubicBezTo>
                  <a:cubicBezTo>
                    <a:pt x="16790" y="13807"/>
                    <a:pt x="17602" y="13079"/>
                    <a:pt x="17662" y="12126"/>
                  </a:cubicBezTo>
                  <a:cubicBezTo>
                    <a:pt x="17677" y="11833"/>
                    <a:pt x="17616" y="11540"/>
                    <a:pt x="17489" y="11277"/>
                  </a:cubicBezTo>
                  <a:cubicBezTo>
                    <a:pt x="16204" y="9280"/>
                    <a:pt x="14545" y="7545"/>
                    <a:pt x="12607" y="6171"/>
                  </a:cubicBezTo>
                  <a:cubicBezTo>
                    <a:pt x="10287" y="3994"/>
                    <a:pt x="7778" y="2034"/>
                    <a:pt x="5097" y="315"/>
                  </a:cubicBezTo>
                  <a:cubicBezTo>
                    <a:pt x="2018" y="-1112"/>
                    <a:pt x="-1737" y="2192"/>
                    <a:pt x="816" y="4745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Content Placeholder 4">
              <a:extLst>
                <a:ext uri="{FF2B5EF4-FFF2-40B4-BE49-F238E27FC236}">
                  <a16:creationId xmlns:a16="http://schemas.microsoft.com/office/drawing/2014/main" id="{3108BF70-53F0-7B8E-2E8F-F68983D0A90F}"/>
                </a:ext>
              </a:extLst>
            </p:cNvPr>
            <p:cNvSpPr/>
            <p:nvPr/>
          </p:nvSpPr>
          <p:spPr>
            <a:xfrm>
              <a:off x="6977054" y="2335981"/>
              <a:ext cx="341986" cy="28044"/>
            </a:xfrm>
            <a:custGeom>
              <a:avLst/>
              <a:gdLst>
                <a:gd name="connsiteX0" fmla="*/ 1730 w 341986"/>
                <a:gd name="connsiteY0" fmla="*/ 24786 h 28044"/>
                <a:gd name="connsiteX1" fmla="*/ 6988 w 341986"/>
                <a:gd name="connsiteY1" fmla="*/ 26137 h 28044"/>
                <a:gd name="connsiteX2" fmla="*/ 25913 w 341986"/>
                <a:gd name="connsiteY2" fmla="*/ 27264 h 28044"/>
                <a:gd name="connsiteX3" fmla="*/ 64890 w 341986"/>
                <a:gd name="connsiteY3" fmla="*/ 28014 h 28044"/>
                <a:gd name="connsiteX4" fmla="*/ 142918 w 341986"/>
                <a:gd name="connsiteY4" fmla="*/ 27564 h 28044"/>
                <a:gd name="connsiteX5" fmla="*/ 155685 w 341986"/>
                <a:gd name="connsiteY5" fmla="*/ 27564 h 28044"/>
                <a:gd name="connsiteX6" fmla="*/ 282454 w 341986"/>
                <a:gd name="connsiteY6" fmla="*/ 21482 h 28044"/>
                <a:gd name="connsiteX7" fmla="*/ 273592 w 341986"/>
                <a:gd name="connsiteY7" fmla="*/ 1885 h 28044"/>
                <a:gd name="connsiteX8" fmla="*/ 198492 w 341986"/>
                <a:gd name="connsiteY8" fmla="*/ 533 h 28044"/>
                <a:gd name="connsiteX9" fmla="*/ 132705 w 341986"/>
                <a:gd name="connsiteY9" fmla="*/ 533 h 28044"/>
                <a:gd name="connsiteX10" fmla="*/ 75479 w 341986"/>
                <a:gd name="connsiteY10" fmla="*/ 2486 h 28044"/>
                <a:gd name="connsiteX11" fmla="*/ 14272 w 341986"/>
                <a:gd name="connsiteY11" fmla="*/ 10970 h 28044"/>
                <a:gd name="connsiteX12" fmla="*/ 9466 w 341986"/>
                <a:gd name="connsiteY12" fmla="*/ 13898 h 28044"/>
                <a:gd name="connsiteX13" fmla="*/ 2782 w 341986"/>
                <a:gd name="connsiteY13" fmla="*/ 17653 h 28044"/>
                <a:gd name="connsiteX14" fmla="*/ 1730 w 341986"/>
                <a:gd name="connsiteY14" fmla="*/ 24786 h 28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1986" h="28044">
                  <a:moveTo>
                    <a:pt x="1730" y="24786"/>
                  </a:moveTo>
                  <a:cubicBezTo>
                    <a:pt x="3368" y="25612"/>
                    <a:pt x="5155" y="26070"/>
                    <a:pt x="6988" y="26137"/>
                  </a:cubicBezTo>
                  <a:cubicBezTo>
                    <a:pt x="13296" y="26640"/>
                    <a:pt x="19604" y="27016"/>
                    <a:pt x="25913" y="27264"/>
                  </a:cubicBezTo>
                  <a:cubicBezTo>
                    <a:pt x="38905" y="27864"/>
                    <a:pt x="51897" y="28014"/>
                    <a:pt x="64890" y="28014"/>
                  </a:cubicBezTo>
                  <a:cubicBezTo>
                    <a:pt x="90874" y="28014"/>
                    <a:pt x="116934" y="27264"/>
                    <a:pt x="142918" y="27564"/>
                  </a:cubicBezTo>
                  <a:cubicBezTo>
                    <a:pt x="147199" y="27564"/>
                    <a:pt x="151405" y="28090"/>
                    <a:pt x="155685" y="27564"/>
                  </a:cubicBezTo>
                  <a:cubicBezTo>
                    <a:pt x="210133" y="24635"/>
                    <a:pt x="241600" y="23810"/>
                    <a:pt x="282454" y="21482"/>
                  </a:cubicBezTo>
                  <a:cubicBezTo>
                    <a:pt x="334348" y="18479"/>
                    <a:pt x="389171" y="6465"/>
                    <a:pt x="273592" y="1885"/>
                  </a:cubicBezTo>
                  <a:cubicBezTo>
                    <a:pt x="248959" y="909"/>
                    <a:pt x="222900" y="1434"/>
                    <a:pt x="198492" y="533"/>
                  </a:cubicBezTo>
                  <a:cubicBezTo>
                    <a:pt x="176563" y="-217"/>
                    <a:pt x="154634" y="-217"/>
                    <a:pt x="132705" y="533"/>
                  </a:cubicBezTo>
                  <a:cubicBezTo>
                    <a:pt x="113630" y="984"/>
                    <a:pt x="94554" y="1735"/>
                    <a:pt x="75479" y="2486"/>
                  </a:cubicBezTo>
                  <a:cubicBezTo>
                    <a:pt x="56403" y="3237"/>
                    <a:pt x="32371" y="-292"/>
                    <a:pt x="14272" y="10970"/>
                  </a:cubicBezTo>
                  <a:cubicBezTo>
                    <a:pt x="12620" y="11946"/>
                    <a:pt x="11118" y="13073"/>
                    <a:pt x="9466" y="13898"/>
                  </a:cubicBezTo>
                  <a:cubicBezTo>
                    <a:pt x="7085" y="14852"/>
                    <a:pt x="4840" y="16114"/>
                    <a:pt x="2782" y="17653"/>
                  </a:cubicBezTo>
                  <a:cubicBezTo>
                    <a:pt x="-1048" y="21332"/>
                    <a:pt x="-522" y="23584"/>
                    <a:pt x="1730" y="24786"/>
                  </a:cubicBezTo>
                  <a:close/>
                </a:path>
              </a:pathLst>
            </a:custGeom>
            <a:solidFill>
              <a:srgbClr val="000000">
                <a:alpha val="5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Content Placeholder 4">
              <a:extLst>
                <a:ext uri="{FF2B5EF4-FFF2-40B4-BE49-F238E27FC236}">
                  <a16:creationId xmlns:a16="http://schemas.microsoft.com/office/drawing/2014/main" id="{01400B3E-B3E5-E3E2-A2EB-E87F200CFD52}"/>
                </a:ext>
              </a:extLst>
            </p:cNvPr>
            <p:cNvSpPr/>
            <p:nvPr/>
          </p:nvSpPr>
          <p:spPr>
            <a:xfrm>
              <a:off x="6945182" y="1709588"/>
              <a:ext cx="83723" cy="263396"/>
            </a:xfrm>
            <a:custGeom>
              <a:avLst/>
              <a:gdLst>
                <a:gd name="connsiteX0" fmla="*/ 76485 w 83723"/>
                <a:gd name="connsiteY0" fmla="*/ -30 h 263396"/>
                <a:gd name="connsiteX1" fmla="*/ 259 w 83723"/>
                <a:gd name="connsiteY1" fmla="*/ 144883 h 263396"/>
                <a:gd name="connsiteX2" fmla="*/ 48998 w 83723"/>
                <a:gd name="connsiteY2" fmla="*/ 263367 h 263396"/>
                <a:gd name="connsiteX3" fmla="*/ 48998 w 83723"/>
                <a:gd name="connsiteY3" fmla="*/ 224098 h 263396"/>
                <a:gd name="connsiteX4" fmla="*/ 37508 w 83723"/>
                <a:gd name="connsiteY4" fmla="*/ 176569 h 263396"/>
                <a:gd name="connsiteX5" fmla="*/ 53054 w 83723"/>
                <a:gd name="connsiteY5" fmla="*/ 117327 h 263396"/>
                <a:gd name="connsiteX6" fmla="*/ 76485 w 83723"/>
                <a:gd name="connsiteY6" fmla="*/ 70475 h 263396"/>
                <a:gd name="connsiteX7" fmla="*/ 76485 w 83723"/>
                <a:gd name="connsiteY7" fmla="*/ -30 h 263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3723" h="263396">
                  <a:moveTo>
                    <a:pt x="76485" y="-30"/>
                  </a:moveTo>
                  <a:cubicBezTo>
                    <a:pt x="76485" y="-30"/>
                    <a:pt x="43366" y="7479"/>
                    <a:pt x="259" y="144883"/>
                  </a:cubicBezTo>
                  <a:cubicBezTo>
                    <a:pt x="259" y="144883"/>
                    <a:pt x="-6801" y="193313"/>
                    <a:pt x="48998" y="263367"/>
                  </a:cubicBezTo>
                  <a:lnTo>
                    <a:pt x="48998" y="224098"/>
                  </a:lnTo>
                  <a:cubicBezTo>
                    <a:pt x="48998" y="209081"/>
                    <a:pt x="40287" y="191286"/>
                    <a:pt x="37508" y="176569"/>
                  </a:cubicBezTo>
                  <a:cubicBezTo>
                    <a:pt x="32852" y="151566"/>
                    <a:pt x="42089" y="139027"/>
                    <a:pt x="53054" y="117327"/>
                  </a:cubicBezTo>
                  <a:cubicBezTo>
                    <a:pt x="61015" y="101785"/>
                    <a:pt x="68900" y="86167"/>
                    <a:pt x="76485" y="70475"/>
                  </a:cubicBezTo>
                  <a:cubicBezTo>
                    <a:pt x="76485" y="70174"/>
                    <a:pt x="92707" y="25124"/>
                    <a:pt x="76485" y="-30"/>
                  </a:cubicBezTo>
                  <a:close/>
                </a:path>
              </a:pathLst>
            </a:custGeom>
            <a:solidFill>
              <a:schemeClr val="bg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Content Placeholder 4">
              <a:extLst>
                <a:ext uri="{FF2B5EF4-FFF2-40B4-BE49-F238E27FC236}">
                  <a16:creationId xmlns:a16="http://schemas.microsoft.com/office/drawing/2014/main" id="{613C7B27-504A-0B8E-56CA-9BE732B41A6F}"/>
                </a:ext>
              </a:extLst>
            </p:cNvPr>
            <p:cNvSpPr/>
            <p:nvPr/>
          </p:nvSpPr>
          <p:spPr>
            <a:xfrm>
              <a:off x="6863726" y="1684158"/>
              <a:ext cx="125921" cy="101365"/>
            </a:xfrm>
            <a:custGeom>
              <a:avLst/>
              <a:gdLst>
                <a:gd name="connsiteX0" fmla="*/ 4211 w 125921"/>
                <a:gd name="connsiteY0" fmla="*/ 22548 h 101365"/>
                <a:gd name="connsiteX1" fmla="*/ 509 w 125921"/>
                <a:gd name="connsiteY1" fmla="*/ 31588 h 101365"/>
                <a:gd name="connsiteX2" fmla="*/ 3235 w 125921"/>
                <a:gd name="connsiteY2" fmla="*/ 34786 h 101365"/>
                <a:gd name="connsiteX3" fmla="*/ 84117 w 125921"/>
                <a:gd name="connsiteY3" fmla="*/ 97557 h 101365"/>
                <a:gd name="connsiteX4" fmla="*/ 93955 w 125921"/>
                <a:gd name="connsiteY4" fmla="*/ 101236 h 101365"/>
                <a:gd name="connsiteX5" fmla="*/ 100189 w 125921"/>
                <a:gd name="connsiteY5" fmla="*/ 96806 h 101365"/>
                <a:gd name="connsiteX6" fmla="*/ 123995 w 125921"/>
                <a:gd name="connsiteY6" fmla="*/ 72704 h 101365"/>
                <a:gd name="connsiteX7" fmla="*/ 124521 w 125921"/>
                <a:gd name="connsiteY7" fmla="*/ 64445 h 101365"/>
                <a:gd name="connsiteX8" fmla="*/ 52425 w 125921"/>
                <a:gd name="connsiteY8" fmla="*/ 1524 h 101365"/>
                <a:gd name="connsiteX9" fmla="*/ 43939 w 125921"/>
                <a:gd name="connsiteY9" fmla="*/ 1073 h 101365"/>
                <a:gd name="connsiteX10" fmla="*/ 4211 w 125921"/>
                <a:gd name="connsiteY10" fmla="*/ 22548 h 101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5921" h="101365">
                  <a:moveTo>
                    <a:pt x="4211" y="22548"/>
                  </a:moveTo>
                  <a:cubicBezTo>
                    <a:pt x="689" y="24019"/>
                    <a:pt x="-963" y="28066"/>
                    <a:pt x="509" y="31588"/>
                  </a:cubicBezTo>
                  <a:cubicBezTo>
                    <a:pt x="1064" y="32909"/>
                    <a:pt x="2018" y="34028"/>
                    <a:pt x="3235" y="34786"/>
                  </a:cubicBezTo>
                  <a:cubicBezTo>
                    <a:pt x="34627" y="57762"/>
                    <a:pt x="61287" y="78561"/>
                    <a:pt x="84117" y="97557"/>
                  </a:cubicBezTo>
                  <a:cubicBezTo>
                    <a:pt x="86573" y="100350"/>
                    <a:pt x="90268" y="101732"/>
                    <a:pt x="93955" y="101236"/>
                  </a:cubicBezTo>
                  <a:cubicBezTo>
                    <a:pt x="96396" y="100358"/>
                    <a:pt x="98552" y="98826"/>
                    <a:pt x="100189" y="96806"/>
                  </a:cubicBezTo>
                  <a:lnTo>
                    <a:pt x="123995" y="72704"/>
                  </a:lnTo>
                  <a:cubicBezTo>
                    <a:pt x="126308" y="70512"/>
                    <a:pt x="126534" y="66907"/>
                    <a:pt x="124521" y="64445"/>
                  </a:cubicBezTo>
                  <a:cubicBezTo>
                    <a:pt x="102171" y="41619"/>
                    <a:pt x="78064" y="20580"/>
                    <a:pt x="52425" y="1524"/>
                  </a:cubicBezTo>
                  <a:cubicBezTo>
                    <a:pt x="49962" y="-368"/>
                    <a:pt x="46590" y="-548"/>
                    <a:pt x="43939" y="1073"/>
                  </a:cubicBezTo>
                  <a:cubicBezTo>
                    <a:pt x="31292" y="9280"/>
                    <a:pt x="18007" y="16458"/>
                    <a:pt x="4211" y="22548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Content Placeholder 4">
              <a:extLst>
                <a:ext uri="{FF2B5EF4-FFF2-40B4-BE49-F238E27FC236}">
                  <a16:creationId xmlns:a16="http://schemas.microsoft.com/office/drawing/2014/main" id="{0539881D-E8C6-9573-5A3E-A4F2E4519583}"/>
                </a:ext>
              </a:extLst>
            </p:cNvPr>
            <p:cNvSpPr/>
            <p:nvPr/>
          </p:nvSpPr>
          <p:spPr>
            <a:xfrm>
              <a:off x="6884213" y="1695970"/>
              <a:ext cx="89462" cy="72624"/>
            </a:xfrm>
            <a:custGeom>
              <a:avLst/>
              <a:gdLst>
                <a:gd name="connsiteX0" fmla="*/ 2799 w 89462"/>
                <a:gd name="connsiteY0" fmla="*/ 16217 h 72624"/>
                <a:gd name="connsiteX1" fmla="*/ 396 w 89462"/>
                <a:gd name="connsiteY1" fmla="*/ 22576 h 72624"/>
                <a:gd name="connsiteX2" fmla="*/ 2048 w 89462"/>
                <a:gd name="connsiteY2" fmla="*/ 24551 h 72624"/>
                <a:gd name="connsiteX3" fmla="*/ 58073 w 89462"/>
                <a:gd name="connsiteY3" fmla="*/ 69602 h 72624"/>
                <a:gd name="connsiteX4" fmla="*/ 65583 w 89462"/>
                <a:gd name="connsiteY4" fmla="*/ 72530 h 72624"/>
                <a:gd name="connsiteX5" fmla="*/ 70239 w 89462"/>
                <a:gd name="connsiteY5" fmla="*/ 69452 h 72624"/>
                <a:gd name="connsiteX6" fmla="*/ 88188 w 89462"/>
                <a:gd name="connsiteY6" fmla="*/ 52107 h 72624"/>
                <a:gd name="connsiteX7" fmla="*/ 88188 w 89462"/>
                <a:gd name="connsiteY7" fmla="*/ 45950 h 72624"/>
                <a:gd name="connsiteX8" fmla="*/ 35618 w 89462"/>
                <a:gd name="connsiteY8" fmla="*/ 899 h 72624"/>
                <a:gd name="connsiteX9" fmla="*/ 29835 w 89462"/>
                <a:gd name="connsiteY9" fmla="*/ 899 h 72624"/>
                <a:gd name="connsiteX10" fmla="*/ 2799 w 89462"/>
                <a:gd name="connsiteY10" fmla="*/ 16217 h 72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9462" h="72624">
                  <a:moveTo>
                    <a:pt x="2799" y="16217"/>
                  </a:moveTo>
                  <a:cubicBezTo>
                    <a:pt x="381" y="17313"/>
                    <a:pt x="-693" y="20159"/>
                    <a:pt x="396" y="22576"/>
                  </a:cubicBezTo>
                  <a:cubicBezTo>
                    <a:pt x="757" y="23372"/>
                    <a:pt x="1327" y="24056"/>
                    <a:pt x="2048" y="24551"/>
                  </a:cubicBezTo>
                  <a:cubicBezTo>
                    <a:pt x="23001" y="40544"/>
                    <a:pt x="41551" y="55561"/>
                    <a:pt x="58073" y="69602"/>
                  </a:cubicBezTo>
                  <a:cubicBezTo>
                    <a:pt x="59920" y="71779"/>
                    <a:pt x="62744" y="72883"/>
                    <a:pt x="65583" y="72530"/>
                  </a:cubicBezTo>
                  <a:cubicBezTo>
                    <a:pt x="67385" y="71937"/>
                    <a:pt x="68992" y="70878"/>
                    <a:pt x="70239" y="69452"/>
                  </a:cubicBezTo>
                  <a:lnTo>
                    <a:pt x="88188" y="52107"/>
                  </a:lnTo>
                  <a:cubicBezTo>
                    <a:pt x="89848" y="50388"/>
                    <a:pt x="89848" y="47670"/>
                    <a:pt x="88188" y="45950"/>
                  </a:cubicBezTo>
                  <a:cubicBezTo>
                    <a:pt x="71899" y="29552"/>
                    <a:pt x="54318" y="14490"/>
                    <a:pt x="35618" y="899"/>
                  </a:cubicBezTo>
                  <a:cubicBezTo>
                    <a:pt x="33891" y="-339"/>
                    <a:pt x="31562" y="-339"/>
                    <a:pt x="29835" y="899"/>
                  </a:cubicBezTo>
                  <a:cubicBezTo>
                    <a:pt x="21244" y="6718"/>
                    <a:pt x="12202" y="11839"/>
                    <a:pt x="2799" y="1621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Content Placeholder 4">
              <a:extLst>
                <a:ext uri="{FF2B5EF4-FFF2-40B4-BE49-F238E27FC236}">
                  <a16:creationId xmlns:a16="http://schemas.microsoft.com/office/drawing/2014/main" id="{6BA18E27-D1E5-8C5B-4231-ED291E7B56EC}"/>
                </a:ext>
              </a:extLst>
            </p:cNvPr>
            <p:cNvSpPr/>
            <p:nvPr/>
          </p:nvSpPr>
          <p:spPr>
            <a:xfrm>
              <a:off x="6891623" y="1702530"/>
              <a:ext cx="29363" cy="24327"/>
            </a:xfrm>
            <a:custGeom>
              <a:avLst/>
              <a:gdLst>
                <a:gd name="connsiteX0" fmla="*/ 24303 w 29363"/>
                <a:gd name="connsiteY0" fmla="*/ 796 h 24327"/>
                <a:gd name="connsiteX1" fmla="*/ 22275 w 29363"/>
                <a:gd name="connsiteY1" fmla="*/ -30 h 24327"/>
                <a:gd name="connsiteX2" fmla="*/ 20473 w 29363"/>
                <a:gd name="connsiteY2" fmla="*/ 721 h 24327"/>
                <a:gd name="connsiteX3" fmla="*/ 16943 w 29363"/>
                <a:gd name="connsiteY3" fmla="*/ 3199 h 24327"/>
                <a:gd name="connsiteX4" fmla="*/ 13639 w 29363"/>
                <a:gd name="connsiteY4" fmla="*/ 6127 h 24327"/>
                <a:gd name="connsiteX5" fmla="*/ 10710 w 29363"/>
                <a:gd name="connsiteY5" fmla="*/ 8154 h 24327"/>
                <a:gd name="connsiteX6" fmla="*/ 4176 w 29363"/>
                <a:gd name="connsiteY6" fmla="*/ 12359 h 24327"/>
                <a:gd name="connsiteX7" fmla="*/ 872 w 29363"/>
                <a:gd name="connsiteY7" fmla="*/ 14687 h 24327"/>
                <a:gd name="connsiteX8" fmla="*/ -29 w 29363"/>
                <a:gd name="connsiteY8" fmla="*/ 16113 h 24327"/>
                <a:gd name="connsiteX9" fmla="*/ 4852 w 29363"/>
                <a:gd name="connsiteY9" fmla="*/ 20468 h 24327"/>
                <a:gd name="connsiteX10" fmla="*/ 8382 w 29363"/>
                <a:gd name="connsiteY10" fmla="*/ 22646 h 24327"/>
                <a:gd name="connsiteX11" fmla="*/ 10710 w 29363"/>
                <a:gd name="connsiteY11" fmla="*/ 20919 h 24327"/>
                <a:gd name="connsiteX12" fmla="*/ 11161 w 29363"/>
                <a:gd name="connsiteY12" fmla="*/ 20543 h 24327"/>
                <a:gd name="connsiteX13" fmla="*/ 12062 w 29363"/>
                <a:gd name="connsiteY13" fmla="*/ 24298 h 24327"/>
                <a:gd name="connsiteX14" fmla="*/ 12963 w 29363"/>
                <a:gd name="connsiteY14" fmla="*/ 19417 h 24327"/>
                <a:gd name="connsiteX15" fmla="*/ 12963 w 29363"/>
                <a:gd name="connsiteY15" fmla="*/ 18891 h 24327"/>
                <a:gd name="connsiteX16" fmla="*/ 13714 w 29363"/>
                <a:gd name="connsiteY16" fmla="*/ 18291 h 24327"/>
                <a:gd name="connsiteX17" fmla="*/ 22200 w 29363"/>
                <a:gd name="connsiteY17" fmla="*/ 10782 h 24327"/>
                <a:gd name="connsiteX18" fmla="*/ 25580 w 29363"/>
                <a:gd name="connsiteY18" fmla="*/ 8305 h 24327"/>
                <a:gd name="connsiteX19" fmla="*/ 29335 w 29363"/>
                <a:gd name="connsiteY19" fmla="*/ 4851 h 24327"/>
                <a:gd name="connsiteX20" fmla="*/ 24303 w 29363"/>
                <a:gd name="connsiteY20" fmla="*/ 796 h 24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9363" h="24327">
                  <a:moveTo>
                    <a:pt x="24303" y="796"/>
                  </a:moveTo>
                  <a:cubicBezTo>
                    <a:pt x="23732" y="308"/>
                    <a:pt x="23027" y="15"/>
                    <a:pt x="22275" y="-30"/>
                  </a:cubicBezTo>
                  <a:cubicBezTo>
                    <a:pt x="21622" y="60"/>
                    <a:pt x="20999" y="316"/>
                    <a:pt x="20473" y="721"/>
                  </a:cubicBezTo>
                  <a:cubicBezTo>
                    <a:pt x="19249" y="1479"/>
                    <a:pt x="18070" y="2305"/>
                    <a:pt x="16943" y="3199"/>
                  </a:cubicBezTo>
                  <a:cubicBezTo>
                    <a:pt x="15817" y="4175"/>
                    <a:pt x="14765" y="5226"/>
                    <a:pt x="13639" y="6127"/>
                  </a:cubicBezTo>
                  <a:lnTo>
                    <a:pt x="10710" y="8154"/>
                  </a:lnTo>
                  <a:lnTo>
                    <a:pt x="4176" y="12359"/>
                  </a:lnTo>
                  <a:cubicBezTo>
                    <a:pt x="2945" y="12930"/>
                    <a:pt x="1826" y="13718"/>
                    <a:pt x="872" y="14687"/>
                  </a:cubicBezTo>
                  <a:cubicBezTo>
                    <a:pt x="474" y="15092"/>
                    <a:pt x="166" y="15580"/>
                    <a:pt x="-29" y="16113"/>
                  </a:cubicBezTo>
                  <a:cubicBezTo>
                    <a:pt x="1488" y="17683"/>
                    <a:pt x="3125" y="19139"/>
                    <a:pt x="4852" y="20468"/>
                  </a:cubicBezTo>
                  <a:cubicBezTo>
                    <a:pt x="5753" y="21219"/>
                    <a:pt x="7030" y="22946"/>
                    <a:pt x="8382" y="22646"/>
                  </a:cubicBezTo>
                  <a:cubicBezTo>
                    <a:pt x="9734" y="22345"/>
                    <a:pt x="10034" y="21444"/>
                    <a:pt x="10710" y="20919"/>
                  </a:cubicBezTo>
                  <a:lnTo>
                    <a:pt x="11161" y="20543"/>
                  </a:lnTo>
                  <a:lnTo>
                    <a:pt x="12062" y="24298"/>
                  </a:lnTo>
                  <a:cubicBezTo>
                    <a:pt x="12475" y="22691"/>
                    <a:pt x="12775" y="21061"/>
                    <a:pt x="12963" y="19417"/>
                  </a:cubicBezTo>
                  <a:lnTo>
                    <a:pt x="12963" y="18891"/>
                  </a:lnTo>
                  <a:lnTo>
                    <a:pt x="13714" y="18291"/>
                  </a:lnTo>
                  <a:lnTo>
                    <a:pt x="22200" y="10782"/>
                  </a:lnTo>
                  <a:cubicBezTo>
                    <a:pt x="23259" y="9866"/>
                    <a:pt x="24386" y="9040"/>
                    <a:pt x="25580" y="8305"/>
                  </a:cubicBezTo>
                  <a:cubicBezTo>
                    <a:pt x="26030" y="8305"/>
                    <a:pt x="29259" y="4776"/>
                    <a:pt x="29335" y="4851"/>
                  </a:cubicBezTo>
                  <a:cubicBezTo>
                    <a:pt x="27743" y="3394"/>
                    <a:pt x="26060" y="2042"/>
                    <a:pt x="24303" y="796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Content Placeholder 4">
              <a:extLst>
                <a:ext uri="{FF2B5EF4-FFF2-40B4-BE49-F238E27FC236}">
                  <a16:creationId xmlns:a16="http://schemas.microsoft.com/office/drawing/2014/main" id="{CF9E053C-54BE-F23B-BC03-37812E2FBD98}"/>
                </a:ext>
              </a:extLst>
            </p:cNvPr>
            <p:cNvSpPr/>
            <p:nvPr/>
          </p:nvSpPr>
          <p:spPr>
            <a:xfrm>
              <a:off x="6927596" y="1718598"/>
              <a:ext cx="18774" cy="18095"/>
            </a:xfrm>
            <a:custGeom>
              <a:avLst/>
              <a:gdLst>
                <a:gd name="connsiteX0" fmla="*/ 18370 w 18774"/>
                <a:gd name="connsiteY0" fmla="*/ 6202 h 18095"/>
                <a:gd name="connsiteX1" fmla="*/ 15967 w 18774"/>
                <a:gd name="connsiteY1" fmla="*/ 5677 h 18095"/>
                <a:gd name="connsiteX2" fmla="*/ 18746 w 18774"/>
                <a:gd name="connsiteY2" fmla="*/ 2523 h 18095"/>
                <a:gd name="connsiteX3" fmla="*/ 14841 w 18774"/>
                <a:gd name="connsiteY3" fmla="*/ -30 h 18095"/>
                <a:gd name="connsiteX4" fmla="*/ 14240 w 18774"/>
                <a:gd name="connsiteY4" fmla="*/ -30 h 18095"/>
                <a:gd name="connsiteX5" fmla="*/ 13113 w 18774"/>
                <a:gd name="connsiteY5" fmla="*/ 721 h 18095"/>
                <a:gd name="connsiteX6" fmla="*/ 5153 w 18774"/>
                <a:gd name="connsiteY6" fmla="*/ 8229 h 18095"/>
                <a:gd name="connsiteX7" fmla="*/ -29 w 18774"/>
                <a:gd name="connsiteY7" fmla="*/ 14236 h 18095"/>
                <a:gd name="connsiteX8" fmla="*/ 4627 w 18774"/>
                <a:gd name="connsiteY8" fmla="*/ 18066 h 18095"/>
                <a:gd name="connsiteX9" fmla="*/ 6504 w 18774"/>
                <a:gd name="connsiteY9" fmla="*/ 15738 h 18095"/>
                <a:gd name="connsiteX10" fmla="*/ 14014 w 18774"/>
                <a:gd name="connsiteY10" fmla="*/ 8229 h 18095"/>
                <a:gd name="connsiteX11" fmla="*/ 15817 w 18774"/>
                <a:gd name="connsiteY11" fmla="*/ 8229 h 18095"/>
                <a:gd name="connsiteX12" fmla="*/ 18370 w 18774"/>
                <a:gd name="connsiteY12" fmla="*/ 6202 h 18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774" h="18095">
                  <a:moveTo>
                    <a:pt x="18370" y="6202"/>
                  </a:moveTo>
                  <a:lnTo>
                    <a:pt x="15967" y="5677"/>
                  </a:lnTo>
                  <a:lnTo>
                    <a:pt x="18746" y="2523"/>
                  </a:lnTo>
                  <a:lnTo>
                    <a:pt x="14841" y="-30"/>
                  </a:lnTo>
                  <a:cubicBezTo>
                    <a:pt x="14841" y="-30"/>
                    <a:pt x="14841" y="-30"/>
                    <a:pt x="14240" y="-30"/>
                  </a:cubicBezTo>
                  <a:cubicBezTo>
                    <a:pt x="13774" y="45"/>
                    <a:pt x="13361" y="323"/>
                    <a:pt x="13113" y="721"/>
                  </a:cubicBezTo>
                  <a:cubicBezTo>
                    <a:pt x="10785" y="3274"/>
                    <a:pt x="7406" y="5526"/>
                    <a:pt x="5153" y="8229"/>
                  </a:cubicBezTo>
                  <a:cubicBezTo>
                    <a:pt x="2900" y="10933"/>
                    <a:pt x="2674" y="10933"/>
                    <a:pt x="-29" y="14236"/>
                  </a:cubicBezTo>
                  <a:cubicBezTo>
                    <a:pt x="1022" y="14987"/>
                    <a:pt x="3651" y="17390"/>
                    <a:pt x="4627" y="18066"/>
                  </a:cubicBezTo>
                  <a:cubicBezTo>
                    <a:pt x="5055" y="17150"/>
                    <a:pt x="5701" y="16354"/>
                    <a:pt x="6504" y="15738"/>
                  </a:cubicBezTo>
                  <a:cubicBezTo>
                    <a:pt x="9208" y="13260"/>
                    <a:pt x="11762" y="10707"/>
                    <a:pt x="14014" y="8229"/>
                  </a:cubicBezTo>
                  <a:cubicBezTo>
                    <a:pt x="14615" y="8305"/>
                    <a:pt x="15216" y="8305"/>
                    <a:pt x="15817" y="8229"/>
                  </a:cubicBezTo>
                  <a:cubicBezTo>
                    <a:pt x="16831" y="7794"/>
                    <a:pt x="17717" y="7096"/>
                    <a:pt x="18370" y="6202"/>
                  </a:cubicBezTo>
                  <a:close/>
                </a:path>
              </a:pathLst>
            </a:custGeom>
            <a:solidFill>
              <a:srgbClr val="B8CDD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Content Placeholder 4">
              <a:extLst>
                <a:ext uri="{FF2B5EF4-FFF2-40B4-BE49-F238E27FC236}">
                  <a16:creationId xmlns:a16="http://schemas.microsoft.com/office/drawing/2014/main" id="{4799C34E-B9AA-DF0A-0221-B4FAD2A31909}"/>
                </a:ext>
              </a:extLst>
            </p:cNvPr>
            <p:cNvSpPr/>
            <p:nvPr/>
          </p:nvSpPr>
          <p:spPr>
            <a:xfrm>
              <a:off x="6906117" y="1717722"/>
              <a:ext cx="15996" cy="16268"/>
            </a:xfrm>
            <a:custGeom>
              <a:avLst/>
              <a:gdLst>
                <a:gd name="connsiteX0" fmla="*/ 15967 w 15996"/>
                <a:gd name="connsiteY0" fmla="*/ 1973 h 16268"/>
                <a:gd name="connsiteX1" fmla="*/ 13489 w 15996"/>
                <a:gd name="connsiteY1" fmla="*/ 21 h 16268"/>
                <a:gd name="connsiteX2" fmla="*/ 13489 w 15996"/>
                <a:gd name="connsiteY2" fmla="*/ 21 h 16268"/>
                <a:gd name="connsiteX3" fmla="*/ 12888 w 15996"/>
                <a:gd name="connsiteY3" fmla="*/ 21 h 16268"/>
                <a:gd name="connsiteX4" fmla="*/ -29 w 15996"/>
                <a:gd name="connsiteY4" fmla="*/ 10983 h 16268"/>
                <a:gd name="connsiteX5" fmla="*/ 3726 w 15996"/>
                <a:gd name="connsiteY5" fmla="*/ 14062 h 16268"/>
                <a:gd name="connsiteX6" fmla="*/ 4327 w 15996"/>
                <a:gd name="connsiteY6" fmla="*/ 14062 h 16268"/>
                <a:gd name="connsiteX7" fmla="*/ 5228 w 15996"/>
                <a:gd name="connsiteY7" fmla="*/ 13461 h 16268"/>
                <a:gd name="connsiteX8" fmla="*/ 5754 w 15996"/>
                <a:gd name="connsiteY8" fmla="*/ 12860 h 16268"/>
                <a:gd name="connsiteX9" fmla="*/ 6504 w 15996"/>
                <a:gd name="connsiteY9" fmla="*/ 16239 h 16268"/>
                <a:gd name="connsiteX10" fmla="*/ 7406 w 15996"/>
                <a:gd name="connsiteY10" fmla="*/ 11434 h 16268"/>
                <a:gd name="connsiteX11" fmla="*/ 7406 w 15996"/>
                <a:gd name="connsiteY11" fmla="*/ 10983 h 16268"/>
                <a:gd name="connsiteX12" fmla="*/ 15967 w 15996"/>
                <a:gd name="connsiteY12" fmla="*/ 1973 h 16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996" h="16268">
                  <a:moveTo>
                    <a:pt x="15967" y="1973"/>
                  </a:moveTo>
                  <a:lnTo>
                    <a:pt x="13489" y="21"/>
                  </a:lnTo>
                  <a:lnTo>
                    <a:pt x="13489" y="21"/>
                  </a:lnTo>
                  <a:cubicBezTo>
                    <a:pt x="13293" y="-47"/>
                    <a:pt x="13083" y="-47"/>
                    <a:pt x="12888" y="21"/>
                  </a:cubicBezTo>
                  <a:cubicBezTo>
                    <a:pt x="8607" y="3400"/>
                    <a:pt x="4176" y="7529"/>
                    <a:pt x="-29" y="10983"/>
                  </a:cubicBezTo>
                  <a:lnTo>
                    <a:pt x="3726" y="14062"/>
                  </a:lnTo>
                  <a:cubicBezTo>
                    <a:pt x="3921" y="14129"/>
                    <a:pt x="4131" y="14129"/>
                    <a:pt x="4327" y="14062"/>
                  </a:cubicBezTo>
                  <a:cubicBezTo>
                    <a:pt x="4702" y="14017"/>
                    <a:pt x="5040" y="13791"/>
                    <a:pt x="5228" y="13461"/>
                  </a:cubicBezTo>
                  <a:lnTo>
                    <a:pt x="5754" y="12860"/>
                  </a:lnTo>
                  <a:cubicBezTo>
                    <a:pt x="5754" y="13987"/>
                    <a:pt x="6279" y="15113"/>
                    <a:pt x="6504" y="16239"/>
                  </a:cubicBezTo>
                  <a:cubicBezTo>
                    <a:pt x="6917" y="14662"/>
                    <a:pt x="7218" y="13056"/>
                    <a:pt x="7406" y="11434"/>
                  </a:cubicBezTo>
                  <a:lnTo>
                    <a:pt x="7406" y="10983"/>
                  </a:lnTo>
                  <a:cubicBezTo>
                    <a:pt x="9809" y="8280"/>
                    <a:pt x="12888" y="5127"/>
                    <a:pt x="15967" y="1973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Content Placeholder 4">
              <a:extLst>
                <a:ext uri="{FF2B5EF4-FFF2-40B4-BE49-F238E27FC236}">
                  <a16:creationId xmlns:a16="http://schemas.microsoft.com/office/drawing/2014/main" id="{56406840-E617-CDAA-1594-631269001E05}"/>
                </a:ext>
              </a:extLst>
            </p:cNvPr>
            <p:cNvSpPr/>
            <p:nvPr/>
          </p:nvSpPr>
          <p:spPr>
            <a:xfrm>
              <a:off x="6927821" y="1739646"/>
              <a:ext cx="13818" cy="12740"/>
            </a:xfrm>
            <a:custGeom>
              <a:avLst/>
              <a:gdLst>
                <a:gd name="connsiteX0" fmla="*/ 13789 w 13818"/>
                <a:gd name="connsiteY0" fmla="*/ 2574 h 12740"/>
                <a:gd name="connsiteX1" fmla="*/ 10860 w 13818"/>
                <a:gd name="connsiteY1" fmla="*/ 21 h 12740"/>
                <a:gd name="connsiteX2" fmla="*/ 10409 w 13818"/>
                <a:gd name="connsiteY2" fmla="*/ 21 h 12740"/>
                <a:gd name="connsiteX3" fmla="*/ 10034 w 13818"/>
                <a:gd name="connsiteY3" fmla="*/ 21 h 12740"/>
                <a:gd name="connsiteX4" fmla="*/ 3951 w 13818"/>
                <a:gd name="connsiteY4" fmla="*/ 5202 h 12740"/>
                <a:gd name="connsiteX5" fmla="*/ -29 w 13818"/>
                <a:gd name="connsiteY5" fmla="*/ 9632 h 12740"/>
                <a:gd name="connsiteX6" fmla="*/ 3200 w 13818"/>
                <a:gd name="connsiteY6" fmla="*/ 12410 h 12740"/>
                <a:gd name="connsiteX7" fmla="*/ 3726 w 13818"/>
                <a:gd name="connsiteY7" fmla="*/ 12410 h 12740"/>
                <a:gd name="connsiteX8" fmla="*/ 4326 w 13818"/>
                <a:gd name="connsiteY8" fmla="*/ 12410 h 12740"/>
                <a:gd name="connsiteX9" fmla="*/ 5753 w 13818"/>
                <a:gd name="connsiteY9" fmla="*/ 11208 h 12740"/>
                <a:gd name="connsiteX10" fmla="*/ 6805 w 13818"/>
                <a:gd name="connsiteY10" fmla="*/ 12710 h 12740"/>
                <a:gd name="connsiteX11" fmla="*/ 6805 w 13818"/>
                <a:gd name="connsiteY11" fmla="*/ 9256 h 12740"/>
                <a:gd name="connsiteX12" fmla="*/ 13789 w 13818"/>
                <a:gd name="connsiteY12" fmla="*/ 2574 h 12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18" h="12740">
                  <a:moveTo>
                    <a:pt x="13789" y="2574"/>
                  </a:moveTo>
                  <a:lnTo>
                    <a:pt x="10860" y="21"/>
                  </a:lnTo>
                  <a:cubicBezTo>
                    <a:pt x="10860" y="21"/>
                    <a:pt x="10860" y="21"/>
                    <a:pt x="10409" y="21"/>
                  </a:cubicBezTo>
                  <a:cubicBezTo>
                    <a:pt x="10297" y="-47"/>
                    <a:pt x="10147" y="-47"/>
                    <a:pt x="10034" y="21"/>
                  </a:cubicBezTo>
                  <a:lnTo>
                    <a:pt x="3951" y="5202"/>
                  </a:lnTo>
                  <a:cubicBezTo>
                    <a:pt x="2374" y="6433"/>
                    <a:pt x="1030" y="7935"/>
                    <a:pt x="-29" y="9632"/>
                  </a:cubicBezTo>
                  <a:cubicBezTo>
                    <a:pt x="977" y="10638"/>
                    <a:pt x="2051" y="11569"/>
                    <a:pt x="3200" y="12410"/>
                  </a:cubicBezTo>
                  <a:cubicBezTo>
                    <a:pt x="3373" y="12470"/>
                    <a:pt x="3553" y="12470"/>
                    <a:pt x="3726" y="12410"/>
                  </a:cubicBezTo>
                  <a:cubicBezTo>
                    <a:pt x="3726" y="12410"/>
                    <a:pt x="3726" y="12410"/>
                    <a:pt x="4326" y="12410"/>
                  </a:cubicBezTo>
                  <a:lnTo>
                    <a:pt x="5753" y="11208"/>
                  </a:lnTo>
                  <a:lnTo>
                    <a:pt x="6805" y="12710"/>
                  </a:lnTo>
                  <a:lnTo>
                    <a:pt x="6805" y="9256"/>
                  </a:lnTo>
                  <a:cubicBezTo>
                    <a:pt x="9283" y="7184"/>
                    <a:pt x="11611" y="4954"/>
                    <a:pt x="13789" y="2574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Content Placeholder 4">
              <a:extLst>
                <a:ext uri="{FF2B5EF4-FFF2-40B4-BE49-F238E27FC236}">
                  <a16:creationId xmlns:a16="http://schemas.microsoft.com/office/drawing/2014/main" id="{89B33B71-221F-CCF3-84A0-62353252D7F6}"/>
                </a:ext>
              </a:extLst>
            </p:cNvPr>
            <p:cNvSpPr/>
            <p:nvPr/>
          </p:nvSpPr>
          <p:spPr>
            <a:xfrm>
              <a:off x="6946175" y="1733795"/>
              <a:ext cx="18820" cy="21744"/>
            </a:xfrm>
            <a:custGeom>
              <a:avLst/>
              <a:gdLst>
                <a:gd name="connsiteX0" fmla="*/ 16162 w 18820"/>
                <a:gd name="connsiteY0" fmla="*/ 6548 h 21744"/>
                <a:gd name="connsiteX1" fmla="*/ 18791 w 18820"/>
                <a:gd name="connsiteY1" fmla="*/ 2869 h 21744"/>
                <a:gd name="connsiteX2" fmla="*/ 14135 w 18820"/>
                <a:gd name="connsiteY2" fmla="*/ 15 h 21744"/>
                <a:gd name="connsiteX3" fmla="*/ 14135 w 18820"/>
                <a:gd name="connsiteY3" fmla="*/ 15 h 21744"/>
                <a:gd name="connsiteX4" fmla="*/ 13609 w 18820"/>
                <a:gd name="connsiteY4" fmla="*/ 15 h 21744"/>
                <a:gd name="connsiteX5" fmla="*/ 16 w 18820"/>
                <a:gd name="connsiteY5" fmla="*/ 16008 h 21744"/>
                <a:gd name="connsiteX6" fmla="*/ 16 w 18820"/>
                <a:gd name="connsiteY6" fmla="*/ 16459 h 21744"/>
                <a:gd name="connsiteX7" fmla="*/ 3996 w 18820"/>
                <a:gd name="connsiteY7" fmla="*/ 21715 h 21744"/>
                <a:gd name="connsiteX8" fmla="*/ 12182 w 18820"/>
                <a:gd name="connsiteY8" fmla="*/ 12630 h 21744"/>
                <a:gd name="connsiteX9" fmla="*/ 14585 w 18820"/>
                <a:gd name="connsiteY9" fmla="*/ 8725 h 21744"/>
                <a:gd name="connsiteX10" fmla="*/ 17890 w 18820"/>
                <a:gd name="connsiteY10" fmla="*/ 8725 h 21744"/>
                <a:gd name="connsiteX11" fmla="*/ 17214 w 18820"/>
                <a:gd name="connsiteY11" fmla="*/ 7599 h 21744"/>
                <a:gd name="connsiteX12" fmla="*/ 16388 w 18820"/>
                <a:gd name="connsiteY12" fmla="*/ 6548 h 21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20" h="21744">
                  <a:moveTo>
                    <a:pt x="16162" y="6548"/>
                  </a:moveTo>
                  <a:lnTo>
                    <a:pt x="18791" y="2869"/>
                  </a:lnTo>
                  <a:lnTo>
                    <a:pt x="14135" y="15"/>
                  </a:lnTo>
                  <a:lnTo>
                    <a:pt x="14135" y="15"/>
                  </a:lnTo>
                  <a:cubicBezTo>
                    <a:pt x="13962" y="-45"/>
                    <a:pt x="13782" y="-45"/>
                    <a:pt x="13609" y="15"/>
                  </a:cubicBezTo>
                  <a:cubicBezTo>
                    <a:pt x="8427" y="4445"/>
                    <a:pt x="4897" y="10978"/>
                    <a:pt x="16" y="16008"/>
                  </a:cubicBezTo>
                  <a:cubicBezTo>
                    <a:pt x="-44" y="16151"/>
                    <a:pt x="-44" y="16316"/>
                    <a:pt x="16" y="16459"/>
                  </a:cubicBezTo>
                  <a:cubicBezTo>
                    <a:pt x="1218" y="18306"/>
                    <a:pt x="2547" y="20063"/>
                    <a:pt x="3996" y="21715"/>
                  </a:cubicBezTo>
                  <a:cubicBezTo>
                    <a:pt x="6850" y="18711"/>
                    <a:pt x="9554" y="15708"/>
                    <a:pt x="12182" y="12630"/>
                  </a:cubicBezTo>
                  <a:cubicBezTo>
                    <a:pt x="13248" y="11511"/>
                    <a:pt x="14067" y="10182"/>
                    <a:pt x="14585" y="8725"/>
                  </a:cubicBezTo>
                  <a:cubicBezTo>
                    <a:pt x="15682" y="8913"/>
                    <a:pt x="16793" y="8913"/>
                    <a:pt x="17890" y="8725"/>
                  </a:cubicBezTo>
                  <a:cubicBezTo>
                    <a:pt x="17890" y="8200"/>
                    <a:pt x="17890" y="7824"/>
                    <a:pt x="17214" y="7599"/>
                  </a:cubicBezTo>
                  <a:cubicBezTo>
                    <a:pt x="16726" y="7494"/>
                    <a:pt x="16373" y="7051"/>
                    <a:pt x="16388" y="6548"/>
                  </a:cubicBezTo>
                  <a:close/>
                </a:path>
              </a:pathLst>
            </a:custGeom>
            <a:solidFill>
              <a:srgbClr val="B8CDD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Content Placeholder 4">
              <a:extLst>
                <a:ext uri="{FF2B5EF4-FFF2-40B4-BE49-F238E27FC236}">
                  <a16:creationId xmlns:a16="http://schemas.microsoft.com/office/drawing/2014/main" id="{925A74C1-D6F3-6D03-323A-7B6FAF9EE454}"/>
                </a:ext>
              </a:extLst>
            </p:cNvPr>
            <p:cNvSpPr/>
            <p:nvPr/>
          </p:nvSpPr>
          <p:spPr>
            <a:xfrm>
              <a:off x="6994435" y="1918473"/>
              <a:ext cx="169575" cy="417322"/>
            </a:xfrm>
            <a:custGeom>
              <a:avLst/>
              <a:gdLst>
                <a:gd name="connsiteX0" fmla="*/ 160760 w 169575"/>
                <a:gd name="connsiteY0" fmla="*/ 233183 h 417322"/>
                <a:gd name="connsiteX1" fmla="*/ 163463 w 169575"/>
                <a:gd name="connsiteY1" fmla="*/ 67997 h 417322"/>
                <a:gd name="connsiteX2" fmla="*/ 154151 w 169575"/>
                <a:gd name="connsiteY2" fmla="*/ 11758 h 417322"/>
                <a:gd name="connsiteX3" fmla="*/ 152123 w 169575"/>
                <a:gd name="connsiteY3" fmla="*/ 8680 h 417322"/>
                <a:gd name="connsiteX4" fmla="*/ 139581 w 169575"/>
                <a:gd name="connsiteY4" fmla="*/ 8680 h 417322"/>
                <a:gd name="connsiteX5" fmla="*/ 17544 w 169575"/>
                <a:gd name="connsiteY5" fmla="*/ -30 h 417322"/>
                <a:gd name="connsiteX6" fmla="*/ 6655 w 169575"/>
                <a:gd name="connsiteY6" fmla="*/ 30530 h 417322"/>
                <a:gd name="connsiteX7" fmla="*/ -29 w 169575"/>
                <a:gd name="connsiteY7" fmla="*/ 81963 h 417322"/>
                <a:gd name="connsiteX8" fmla="*/ -29 w 169575"/>
                <a:gd name="connsiteY8" fmla="*/ 81963 h 417322"/>
                <a:gd name="connsiteX9" fmla="*/ -29 w 169575"/>
                <a:gd name="connsiteY9" fmla="*/ 93075 h 417322"/>
                <a:gd name="connsiteX10" fmla="*/ 9433 w 169575"/>
                <a:gd name="connsiteY10" fmla="*/ 156822 h 417322"/>
                <a:gd name="connsiteX11" fmla="*/ 14465 w 169575"/>
                <a:gd name="connsiteY11" fmla="*/ 198494 h 417322"/>
                <a:gd name="connsiteX12" fmla="*/ 15742 w 169575"/>
                <a:gd name="connsiteY12" fmla="*/ 231606 h 417322"/>
                <a:gd name="connsiteX13" fmla="*/ 26631 w 169575"/>
                <a:gd name="connsiteY13" fmla="*/ 317428 h 417322"/>
                <a:gd name="connsiteX14" fmla="*/ 36319 w 169575"/>
                <a:gd name="connsiteY14" fmla="*/ 408055 h 417322"/>
                <a:gd name="connsiteX15" fmla="*/ 36319 w 169575"/>
                <a:gd name="connsiteY15" fmla="*/ 411659 h 417322"/>
                <a:gd name="connsiteX16" fmla="*/ 66359 w 169575"/>
                <a:gd name="connsiteY16" fmla="*/ 411659 h 417322"/>
                <a:gd name="connsiteX17" fmla="*/ 73118 w 169575"/>
                <a:gd name="connsiteY17" fmla="*/ 235660 h 417322"/>
                <a:gd name="connsiteX18" fmla="*/ 79501 w 169575"/>
                <a:gd name="connsiteY18" fmla="*/ 104037 h 417322"/>
                <a:gd name="connsiteX19" fmla="*/ 88814 w 169575"/>
                <a:gd name="connsiteY19" fmla="*/ 104863 h 417322"/>
                <a:gd name="connsiteX20" fmla="*/ 143487 w 169575"/>
                <a:gd name="connsiteY20" fmla="*/ 396116 h 417322"/>
                <a:gd name="connsiteX21" fmla="*/ 152273 w 169575"/>
                <a:gd name="connsiteY21" fmla="*/ 414737 h 417322"/>
                <a:gd name="connsiteX22" fmla="*/ 169547 w 169575"/>
                <a:gd name="connsiteY22" fmla="*/ 411058 h 417322"/>
                <a:gd name="connsiteX23" fmla="*/ 160760 w 169575"/>
                <a:gd name="connsiteY23" fmla="*/ 233183 h 417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69575" h="417322">
                  <a:moveTo>
                    <a:pt x="160760" y="233183"/>
                  </a:moveTo>
                  <a:cubicBezTo>
                    <a:pt x="157756" y="178671"/>
                    <a:pt x="163989" y="123034"/>
                    <a:pt x="163463" y="67997"/>
                  </a:cubicBezTo>
                  <a:cubicBezTo>
                    <a:pt x="165401" y="48760"/>
                    <a:pt x="162186" y="29351"/>
                    <a:pt x="154151" y="11758"/>
                  </a:cubicBezTo>
                  <a:cubicBezTo>
                    <a:pt x="153738" y="10580"/>
                    <a:pt x="153047" y="9521"/>
                    <a:pt x="152123" y="8680"/>
                  </a:cubicBezTo>
                  <a:cubicBezTo>
                    <a:pt x="149044" y="6052"/>
                    <a:pt x="143712" y="7404"/>
                    <a:pt x="139581" y="8680"/>
                  </a:cubicBezTo>
                  <a:cubicBezTo>
                    <a:pt x="99365" y="22150"/>
                    <a:pt x="55439" y="19019"/>
                    <a:pt x="17544" y="-30"/>
                  </a:cubicBezTo>
                  <a:cubicBezTo>
                    <a:pt x="11303" y="9033"/>
                    <a:pt x="7548" y="19567"/>
                    <a:pt x="6655" y="30530"/>
                  </a:cubicBezTo>
                  <a:cubicBezTo>
                    <a:pt x="3388" y="47521"/>
                    <a:pt x="1157" y="64701"/>
                    <a:pt x="-29" y="81963"/>
                  </a:cubicBezTo>
                  <a:lnTo>
                    <a:pt x="-29" y="81963"/>
                  </a:lnTo>
                  <a:cubicBezTo>
                    <a:pt x="-29" y="85717"/>
                    <a:pt x="-29" y="89471"/>
                    <a:pt x="-29" y="93075"/>
                  </a:cubicBezTo>
                  <a:cubicBezTo>
                    <a:pt x="1443" y="114542"/>
                    <a:pt x="4604" y="135858"/>
                    <a:pt x="9433" y="156822"/>
                  </a:cubicBezTo>
                  <a:cubicBezTo>
                    <a:pt x="12264" y="170547"/>
                    <a:pt x="13947" y="184490"/>
                    <a:pt x="14465" y="198494"/>
                  </a:cubicBezTo>
                  <a:cubicBezTo>
                    <a:pt x="13421" y="209539"/>
                    <a:pt x="13849" y="220674"/>
                    <a:pt x="15742" y="231606"/>
                  </a:cubicBezTo>
                  <a:cubicBezTo>
                    <a:pt x="23252" y="259237"/>
                    <a:pt x="23252" y="289271"/>
                    <a:pt x="26631" y="317428"/>
                  </a:cubicBezTo>
                  <a:cubicBezTo>
                    <a:pt x="30086" y="347461"/>
                    <a:pt x="33540" y="377495"/>
                    <a:pt x="36319" y="408055"/>
                  </a:cubicBezTo>
                  <a:cubicBezTo>
                    <a:pt x="36319" y="409256"/>
                    <a:pt x="36319" y="410457"/>
                    <a:pt x="36319" y="411659"/>
                  </a:cubicBezTo>
                  <a:cubicBezTo>
                    <a:pt x="38122" y="411659"/>
                    <a:pt x="66359" y="417365"/>
                    <a:pt x="66359" y="411659"/>
                  </a:cubicBezTo>
                  <a:lnTo>
                    <a:pt x="73118" y="235660"/>
                  </a:lnTo>
                  <a:cubicBezTo>
                    <a:pt x="74094" y="210958"/>
                    <a:pt x="71917" y="127539"/>
                    <a:pt x="79501" y="104037"/>
                  </a:cubicBezTo>
                  <a:lnTo>
                    <a:pt x="88814" y="104863"/>
                  </a:lnTo>
                  <a:cubicBezTo>
                    <a:pt x="106012" y="182501"/>
                    <a:pt x="126364" y="318479"/>
                    <a:pt x="143487" y="396116"/>
                  </a:cubicBezTo>
                  <a:cubicBezTo>
                    <a:pt x="144237" y="403137"/>
                    <a:pt x="147332" y="409691"/>
                    <a:pt x="152273" y="414737"/>
                  </a:cubicBezTo>
                  <a:cubicBezTo>
                    <a:pt x="157756" y="419092"/>
                    <a:pt x="167894" y="417891"/>
                    <a:pt x="169547" y="411058"/>
                  </a:cubicBezTo>
                  <a:cubicBezTo>
                    <a:pt x="164590" y="351816"/>
                    <a:pt x="163989" y="292500"/>
                    <a:pt x="160760" y="233183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Content Placeholder 4">
              <a:extLst>
                <a:ext uri="{FF2B5EF4-FFF2-40B4-BE49-F238E27FC236}">
                  <a16:creationId xmlns:a16="http://schemas.microsoft.com/office/drawing/2014/main" id="{EDF016F6-D3C6-50AA-FAB3-B50F9C7B438E}"/>
                </a:ext>
              </a:extLst>
            </p:cNvPr>
            <p:cNvSpPr/>
            <p:nvPr/>
          </p:nvSpPr>
          <p:spPr>
            <a:xfrm>
              <a:off x="7026427" y="1584398"/>
              <a:ext cx="78629" cy="109948"/>
            </a:xfrm>
            <a:custGeom>
              <a:avLst/>
              <a:gdLst>
                <a:gd name="connsiteX0" fmla="*/ 78600 w 78629"/>
                <a:gd name="connsiteY0" fmla="*/ 36411 h 109948"/>
                <a:gd name="connsiteX1" fmla="*/ 36304 w 78629"/>
                <a:gd name="connsiteY1" fmla="*/ 85 h 109948"/>
                <a:gd name="connsiteX2" fmla="*/ -29 w 78629"/>
                <a:gd name="connsiteY2" fmla="*/ 36411 h 109948"/>
                <a:gd name="connsiteX3" fmla="*/ 1472 w 78629"/>
                <a:gd name="connsiteY3" fmla="*/ 46172 h 109948"/>
                <a:gd name="connsiteX4" fmla="*/ 1472 w 78629"/>
                <a:gd name="connsiteY4" fmla="*/ 48649 h 109948"/>
                <a:gd name="connsiteX5" fmla="*/ 3125 w 78629"/>
                <a:gd name="connsiteY5" fmla="*/ 70424 h 109948"/>
                <a:gd name="connsiteX6" fmla="*/ 26781 w 78629"/>
                <a:gd name="connsiteY6" fmla="*/ 105338 h 109948"/>
                <a:gd name="connsiteX7" fmla="*/ 41801 w 78629"/>
                <a:gd name="connsiteY7" fmla="*/ 109918 h 109948"/>
                <a:gd name="connsiteX8" fmla="*/ 60952 w 78629"/>
                <a:gd name="connsiteY8" fmla="*/ 101434 h 109948"/>
                <a:gd name="connsiteX9" fmla="*/ 77999 w 78629"/>
                <a:gd name="connsiteY9" fmla="*/ 40916 h 109948"/>
                <a:gd name="connsiteX10" fmla="*/ 78600 w 78629"/>
                <a:gd name="connsiteY10" fmla="*/ 36411 h 109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629" h="109948">
                  <a:moveTo>
                    <a:pt x="78600" y="36411"/>
                  </a:moveTo>
                  <a:cubicBezTo>
                    <a:pt x="76956" y="14704"/>
                    <a:pt x="58023" y="-1560"/>
                    <a:pt x="36304" y="85"/>
                  </a:cubicBezTo>
                  <a:cubicBezTo>
                    <a:pt x="16883" y="1556"/>
                    <a:pt x="1443" y="16986"/>
                    <a:pt x="-29" y="36411"/>
                  </a:cubicBezTo>
                  <a:cubicBezTo>
                    <a:pt x="-29" y="39722"/>
                    <a:pt x="474" y="43011"/>
                    <a:pt x="1472" y="46172"/>
                  </a:cubicBezTo>
                  <a:lnTo>
                    <a:pt x="1472" y="48649"/>
                  </a:lnTo>
                  <a:cubicBezTo>
                    <a:pt x="1277" y="55948"/>
                    <a:pt x="1825" y="63238"/>
                    <a:pt x="3125" y="70424"/>
                  </a:cubicBezTo>
                  <a:cubicBezTo>
                    <a:pt x="5498" y="84975"/>
                    <a:pt x="14150" y="97740"/>
                    <a:pt x="26781" y="105338"/>
                  </a:cubicBezTo>
                  <a:cubicBezTo>
                    <a:pt x="31295" y="108169"/>
                    <a:pt x="36477" y="109753"/>
                    <a:pt x="41801" y="109918"/>
                  </a:cubicBezTo>
                  <a:cubicBezTo>
                    <a:pt x="49003" y="109520"/>
                    <a:pt x="55815" y="106502"/>
                    <a:pt x="60952" y="101434"/>
                  </a:cubicBezTo>
                  <a:cubicBezTo>
                    <a:pt x="77774" y="85966"/>
                    <a:pt x="79201" y="62765"/>
                    <a:pt x="77999" y="40916"/>
                  </a:cubicBezTo>
                  <a:cubicBezTo>
                    <a:pt x="78315" y="39429"/>
                    <a:pt x="78518" y="37927"/>
                    <a:pt x="78600" y="36411"/>
                  </a:cubicBezTo>
                  <a:close/>
                </a:path>
              </a:pathLst>
            </a:custGeom>
            <a:solidFill>
              <a:srgbClr val="C8AE9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Content Placeholder 4">
              <a:extLst>
                <a:ext uri="{FF2B5EF4-FFF2-40B4-BE49-F238E27FC236}">
                  <a16:creationId xmlns:a16="http://schemas.microsoft.com/office/drawing/2014/main" id="{D2F06001-8681-DB16-D846-FF96450AEAEA}"/>
                </a:ext>
              </a:extLst>
            </p:cNvPr>
            <p:cNvSpPr/>
            <p:nvPr/>
          </p:nvSpPr>
          <p:spPr>
            <a:xfrm>
              <a:off x="7010964" y="2330312"/>
              <a:ext cx="55326" cy="21229"/>
            </a:xfrm>
            <a:custGeom>
              <a:avLst/>
              <a:gdLst>
                <a:gd name="connsiteX0" fmla="*/ 51933 w 55326"/>
                <a:gd name="connsiteY0" fmla="*/ 271 h 21229"/>
                <a:gd name="connsiteX1" fmla="*/ 27525 w 55326"/>
                <a:gd name="connsiteY1" fmla="*/ 1172 h 21229"/>
                <a:gd name="connsiteX2" fmla="*/ 7323 w 55326"/>
                <a:gd name="connsiteY2" fmla="*/ 11233 h 21229"/>
                <a:gd name="connsiteX3" fmla="*/ 1465 w 55326"/>
                <a:gd name="connsiteY3" fmla="*/ 14161 h 21229"/>
                <a:gd name="connsiteX4" fmla="*/ 715 w 55326"/>
                <a:gd name="connsiteY4" fmla="*/ 19642 h 21229"/>
                <a:gd name="connsiteX5" fmla="*/ 6197 w 55326"/>
                <a:gd name="connsiteY5" fmla="*/ 21144 h 21229"/>
                <a:gd name="connsiteX6" fmla="*/ 51257 w 55326"/>
                <a:gd name="connsiteY6" fmla="*/ 17765 h 21229"/>
                <a:gd name="connsiteX7" fmla="*/ 53660 w 55326"/>
                <a:gd name="connsiteY7" fmla="*/ 16864 h 21229"/>
                <a:gd name="connsiteX8" fmla="*/ 54636 w 55326"/>
                <a:gd name="connsiteY8" fmla="*/ 15137 h 21229"/>
                <a:gd name="connsiteX9" fmla="*/ 51933 w 55326"/>
                <a:gd name="connsiteY9" fmla="*/ 271 h 21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326" h="21229">
                  <a:moveTo>
                    <a:pt x="51933" y="271"/>
                  </a:moveTo>
                  <a:cubicBezTo>
                    <a:pt x="43792" y="-330"/>
                    <a:pt x="35606" y="-30"/>
                    <a:pt x="27525" y="1172"/>
                  </a:cubicBezTo>
                  <a:cubicBezTo>
                    <a:pt x="21217" y="5324"/>
                    <a:pt x="14435" y="8703"/>
                    <a:pt x="7323" y="11233"/>
                  </a:cubicBezTo>
                  <a:cubicBezTo>
                    <a:pt x="5198" y="11826"/>
                    <a:pt x="3215" y="12817"/>
                    <a:pt x="1465" y="14161"/>
                  </a:cubicBezTo>
                  <a:cubicBezTo>
                    <a:pt x="-187" y="15505"/>
                    <a:pt x="-517" y="17901"/>
                    <a:pt x="715" y="19642"/>
                  </a:cubicBezTo>
                  <a:cubicBezTo>
                    <a:pt x="2277" y="20844"/>
                    <a:pt x="4244" y="21384"/>
                    <a:pt x="6197" y="21144"/>
                  </a:cubicBezTo>
                  <a:cubicBezTo>
                    <a:pt x="21285" y="21302"/>
                    <a:pt x="36357" y="20168"/>
                    <a:pt x="51257" y="17765"/>
                  </a:cubicBezTo>
                  <a:cubicBezTo>
                    <a:pt x="52120" y="17668"/>
                    <a:pt x="52947" y="17360"/>
                    <a:pt x="53660" y="16864"/>
                  </a:cubicBezTo>
                  <a:cubicBezTo>
                    <a:pt x="54163" y="16414"/>
                    <a:pt x="54509" y="15806"/>
                    <a:pt x="54636" y="15137"/>
                  </a:cubicBezTo>
                  <a:cubicBezTo>
                    <a:pt x="56101" y="10032"/>
                    <a:pt x="55102" y="4535"/>
                    <a:pt x="51933" y="271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Content Placeholder 4">
              <a:extLst>
                <a:ext uri="{FF2B5EF4-FFF2-40B4-BE49-F238E27FC236}">
                  <a16:creationId xmlns:a16="http://schemas.microsoft.com/office/drawing/2014/main" id="{A07A6D7B-FDD2-B5F4-1D15-290FB4F31F77}"/>
                </a:ext>
              </a:extLst>
            </p:cNvPr>
            <p:cNvSpPr/>
            <p:nvPr/>
          </p:nvSpPr>
          <p:spPr>
            <a:xfrm>
              <a:off x="7117212" y="2334592"/>
              <a:ext cx="47879" cy="25753"/>
            </a:xfrm>
            <a:custGeom>
              <a:avLst/>
              <a:gdLst>
                <a:gd name="connsiteX0" fmla="*/ 42563 w 47879"/>
                <a:gd name="connsiteY0" fmla="*/ -30 h 25753"/>
                <a:gd name="connsiteX1" fmla="*/ 21160 w 47879"/>
                <a:gd name="connsiteY1" fmla="*/ 4550 h 25753"/>
                <a:gd name="connsiteX2" fmla="*/ 5314 w 47879"/>
                <a:gd name="connsiteY2" fmla="*/ 16564 h 25753"/>
                <a:gd name="connsiteX3" fmla="*/ 807 w 47879"/>
                <a:gd name="connsiteY3" fmla="*/ 20093 h 25753"/>
                <a:gd name="connsiteX4" fmla="*/ 1176 w 47879"/>
                <a:gd name="connsiteY4" fmla="*/ 24966 h 25753"/>
                <a:gd name="connsiteX5" fmla="*/ 1183 w 47879"/>
                <a:gd name="connsiteY5" fmla="*/ 24973 h 25753"/>
                <a:gd name="connsiteX6" fmla="*/ 6290 w 47879"/>
                <a:gd name="connsiteY6" fmla="*/ 25499 h 25753"/>
                <a:gd name="connsiteX7" fmla="*/ 45342 w 47879"/>
                <a:gd name="connsiteY7" fmla="*/ 15513 h 25753"/>
                <a:gd name="connsiteX8" fmla="*/ 47294 w 47879"/>
                <a:gd name="connsiteY8" fmla="*/ 14386 h 25753"/>
                <a:gd name="connsiteX9" fmla="*/ 47820 w 47879"/>
                <a:gd name="connsiteY9" fmla="*/ 12734 h 25753"/>
                <a:gd name="connsiteX10" fmla="*/ 42563 w 47879"/>
                <a:gd name="connsiteY10" fmla="*/ -30 h 257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879" h="25753">
                  <a:moveTo>
                    <a:pt x="42563" y="-30"/>
                  </a:moveTo>
                  <a:cubicBezTo>
                    <a:pt x="35286" y="736"/>
                    <a:pt x="28114" y="2275"/>
                    <a:pt x="21160" y="4550"/>
                  </a:cubicBezTo>
                  <a:cubicBezTo>
                    <a:pt x="16406" y="9206"/>
                    <a:pt x="11081" y="13245"/>
                    <a:pt x="5314" y="16564"/>
                  </a:cubicBezTo>
                  <a:cubicBezTo>
                    <a:pt x="3571" y="17390"/>
                    <a:pt x="2032" y="18599"/>
                    <a:pt x="807" y="20093"/>
                  </a:cubicBezTo>
                  <a:cubicBezTo>
                    <a:pt x="-439" y="21542"/>
                    <a:pt x="-274" y="23719"/>
                    <a:pt x="1176" y="24966"/>
                  </a:cubicBezTo>
                  <a:cubicBezTo>
                    <a:pt x="1176" y="24966"/>
                    <a:pt x="1183" y="24973"/>
                    <a:pt x="1183" y="24973"/>
                  </a:cubicBezTo>
                  <a:cubicBezTo>
                    <a:pt x="2768" y="25739"/>
                    <a:pt x="4578" y="25927"/>
                    <a:pt x="6290" y="25499"/>
                  </a:cubicBezTo>
                  <a:cubicBezTo>
                    <a:pt x="19568" y="23291"/>
                    <a:pt x="32635" y="19950"/>
                    <a:pt x="45342" y="15513"/>
                  </a:cubicBezTo>
                  <a:cubicBezTo>
                    <a:pt x="46086" y="15325"/>
                    <a:pt x="46761" y="14934"/>
                    <a:pt x="47294" y="14386"/>
                  </a:cubicBezTo>
                  <a:cubicBezTo>
                    <a:pt x="47602" y="13891"/>
                    <a:pt x="47783" y="13320"/>
                    <a:pt x="47820" y="12734"/>
                  </a:cubicBezTo>
                  <a:cubicBezTo>
                    <a:pt x="48121" y="7899"/>
                    <a:pt x="46183" y="3191"/>
                    <a:pt x="42563" y="-30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Content Placeholder 4">
              <a:extLst>
                <a:ext uri="{FF2B5EF4-FFF2-40B4-BE49-F238E27FC236}">
                  <a16:creationId xmlns:a16="http://schemas.microsoft.com/office/drawing/2014/main" id="{39B114ED-5305-F6C8-823E-07982AF90F6A}"/>
                </a:ext>
              </a:extLst>
            </p:cNvPr>
            <p:cNvSpPr/>
            <p:nvPr/>
          </p:nvSpPr>
          <p:spPr>
            <a:xfrm>
              <a:off x="6987622" y="1704084"/>
              <a:ext cx="172481" cy="300435"/>
            </a:xfrm>
            <a:custGeom>
              <a:avLst/>
              <a:gdLst>
                <a:gd name="connsiteX0" fmla="*/ 171928 w 172481"/>
                <a:gd name="connsiteY0" fmla="*/ 258960 h 300435"/>
                <a:gd name="connsiteX1" fmla="*/ 171478 w 172481"/>
                <a:gd name="connsiteY1" fmla="*/ 146333 h 300435"/>
                <a:gd name="connsiteX2" fmla="*/ 159462 w 172481"/>
                <a:gd name="connsiteY2" fmla="*/ 49924 h 300435"/>
                <a:gd name="connsiteX3" fmla="*/ 146019 w 172481"/>
                <a:gd name="connsiteY3" fmla="*/ 11406 h 300435"/>
                <a:gd name="connsiteX4" fmla="*/ 134378 w 172481"/>
                <a:gd name="connsiteY4" fmla="*/ 4423 h 300435"/>
                <a:gd name="connsiteX5" fmla="*/ 124090 w 172481"/>
                <a:gd name="connsiteY5" fmla="*/ 1119 h 300435"/>
                <a:gd name="connsiteX6" fmla="*/ 83386 w 172481"/>
                <a:gd name="connsiteY6" fmla="*/ 594 h 300435"/>
                <a:gd name="connsiteX7" fmla="*/ 34045 w 172481"/>
                <a:gd name="connsiteY7" fmla="*/ 5474 h 300435"/>
                <a:gd name="connsiteX8" fmla="*/ 15570 w 172481"/>
                <a:gd name="connsiteY8" fmla="*/ 70497 h 300435"/>
                <a:gd name="connsiteX9" fmla="*/ 3329 w 172481"/>
                <a:gd name="connsiteY9" fmla="*/ 154066 h 300435"/>
                <a:gd name="connsiteX10" fmla="*/ 1001 w 172481"/>
                <a:gd name="connsiteY10" fmla="*/ 227349 h 300435"/>
                <a:gd name="connsiteX11" fmla="*/ 7610 w 172481"/>
                <a:gd name="connsiteY11" fmla="*/ 292898 h 300435"/>
                <a:gd name="connsiteX12" fmla="*/ 50642 w 172481"/>
                <a:gd name="connsiteY12" fmla="*/ 300406 h 300435"/>
                <a:gd name="connsiteX13" fmla="*/ 53195 w 172481"/>
                <a:gd name="connsiteY13" fmla="*/ 300406 h 300435"/>
                <a:gd name="connsiteX14" fmla="*/ 74974 w 172481"/>
                <a:gd name="connsiteY14" fmla="*/ 300406 h 300435"/>
                <a:gd name="connsiteX15" fmla="*/ 98105 w 172481"/>
                <a:gd name="connsiteY15" fmla="*/ 299280 h 300435"/>
                <a:gd name="connsiteX16" fmla="*/ 161940 w 172481"/>
                <a:gd name="connsiteY16" fmla="*/ 288092 h 300435"/>
                <a:gd name="connsiteX17" fmla="*/ 171928 w 172481"/>
                <a:gd name="connsiteY17" fmla="*/ 282686 h 300435"/>
                <a:gd name="connsiteX18" fmla="*/ 171928 w 172481"/>
                <a:gd name="connsiteY18" fmla="*/ 258960 h 300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481" h="300435">
                  <a:moveTo>
                    <a:pt x="171928" y="258960"/>
                  </a:moveTo>
                  <a:lnTo>
                    <a:pt x="171478" y="146333"/>
                  </a:lnTo>
                  <a:cubicBezTo>
                    <a:pt x="171478" y="114722"/>
                    <a:pt x="163968" y="81159"/>
                    <a:pt x="159462" y="49924"/>
                  </a:cubicBezTo>
                  <a:cubicBezTo>
                    <a:pt x="157659" y="36304"/>
                    <a:pt x="153086" y="23194"/>
                    <a:pt x="146019" y="11406"/>
                  </a:cubicBezTo>
                  <a:cubicBezTo>
                    <a:pt x="144967" y="9228"/>
                    <a:pt x="144742" y="7727"/>
                    <a:pt x="134378" y="4423"/>
                  </a:cubicBezTo>
                  <a:cubicBezTo>
                    <a:pt x="132201" y="3672"/>
                    <a:pt x="126868" y="669"/>
                    <a:pt x="124090" y="1119"/>
                  </a:cubicBezTo>
                  <a:cubicBezTo>
                    <a:pt x="110572" y="3372"/>
                    <a:pt x="96828" y="-1734"/>
                    <a:pt x="83386" y="594"/>
                  </a:cubicBezTo>
                  <a:cubicBezTo>
                    <a:pt x="69942" y="2921"/>
                    <a:pt x="45160" y="-4287"/>
                    <a:pt x="34045" y="5474"/>
                  </a:cubicBezTo>
                  <a:cubicBezTo>
                    <a:pt x="19025" y="18689"/>
                    <a:pt x="17898" y="49999"/>
                    <a:pt x="15570" y="70497"/>
                  </a:cubicBezTo>
                  <a:cubicBezTo>
                    <a:pt x="12341" y="98204"/>
                    <a:pt x="4681" y="126210"/>
                    <a:pt x="3329" y="154066"/>
                  </a:cubicBezTo>
                  <a:cubicBezTo>
                    <a:pt x="2127" y="178469"/>
                    <a:pt x="1451" y="202946"/>
                    <a:pt x="1001" y="227349"/>
                  </a:cubicBezTo>
                  <a:cubicBezTo>
                    <a:pt x="1001" y="240113"/>
                    <a:pt x="-3880" y="284413"/>
                    <a:pt x="7610" y="292898"/>
                  </a:cubicBezTo>
                  <a:cubicBezTo>
                    <a:pt x="14294" y="297928"/>
                    <a:pt x="32243" y="299956"/>
                    <a:pt x="50642" y="300406"/>
                  </a:cubicBezTo>
                  <a:lnTo>
                    <a:pt x="53195" y="300406"/>
                  </a:lnTo>
                  <a:cubicBezTo>
                    <a:pt x="60705" y="300406"/>
                    <a:pt x="68215" y="300406"/>
                    <a:pt x="74974" y="300406"/>
                  </a:cubicBezTo>
                  <a:cubicBezTo>
                    <a:pt x="85038" y="300406"/>
                    <a:pt x="93524" y="299730"/>
                    <a:pt x="98105" y="299280"/>
                  </a:cubicBezTo>
                  <a:cubicBezTo>
                    <a:pt x="119614" y="297020"/>
                    <a:pt x="140942" y="293281"/>
                    <a:pt x="161940" y="288092"/>
                  </a:cubicBezTo>
                  <a:cubicBezTo>
                    <a:pt x="165868" y="287724"/>
                    <a:pt x="169472" y="285772"/>
                    <a:pt x="171928" y="282686"/>
                  </a:cubicBezTo>
                  <a:cubicBezTo>
                    <a:pt x="172627" y="274795"/>
                    <a:pt x="172627" y="266851"/>
                    <a:pt x="171928" y="258960"/>
                  </a:cubicBezTo>
                  <a:close/>
                </a:path>
              </a:pathLst>
            </a:custGeom>
            <a:solidFill>
              <a:schemeClr val="bg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Content Placeholder 4">
              <a:extLst>
                <a:ext uri="{FF2B5EF4-FFF2-40B4-BE49-F238E27FC236}">
                  <a16:creationId xmlns:a16="http://schemas.microsoft.com/office/drawing/2014/main" id="{503E5086-0485-A7FE-42A5-1B64A1C2C83D}"/>
                </a:ext>
              </a:extLst>
            </p:cNvPr>
            <p:cNvSpPr/>
            <p:nvPr/>
          </p:nvSpPr>
          <p:spPr>
            <a:xfrm>
              <a:off x="7034733" y="1703582"/>
              <a:ext cx="65757" cy="301764"/>
            </a:xfrm>
            <a:custGeom>
              <a:avLst/>
              <a:gdLst>
                <a:gd name="connsiteX0" fmla="*/ 52271 w 65757"/>
                <a:gd name="connsiteY0" fmla="*/ 35110 h 301764"/>
                <a:gd name="connsiteX1" fmla="*/ 61958 w 65757"/>
                <a:gd name="connsiteY1" fmla="*/ 21595 h 301764"/>
                <a:gd name="connsiteX2" fmla="*/ 65263 w 65757"/>
                <a:gd name="connsiteY2" fmla="*/ 4475 h 301764"/>
                <a:gd name="connsiteX3" fmla="*/ 65263 w 65757"/>
                <a:gd name="connsiteY3" fmla="*/ 3875 h 301764"/>
                <a:gd name="connsiteX4" fmla="*/ 65713 w 65757"/>
                <a:gd name="connsiteY4" fmla="*/ 1772 h 301764"/>
                <a:gd name="connsiteX5" fmla="*/ 61733 w 65757"/>
                <a:gd name="connsiteY5" fmla="*/ 946 h 301764"/>
                <a:gd name="connsiteX6" fmla="*/ 10290 w 65757"/>
                <a:gd name="connsiteY6" fmla="*/ -30 h 301764"/>
                <a:gd name="connsiteX7" fmla="*/ 10290 w 65757"/>
                <a:gd name="connsiteY7" fmla="*/ 4250 h 301764"/>
                <a:gd name="connsiteX8" fmla="*/ 1353 w 65757"/>
                <a:gd name="connsiteY8" fmla="*/ 300684 h 301764"/>
                <a:gd name="connsiteX9" fmla="*/ 9614 w 65757"/>
                <a:gd name="connsiteY9" fmla="*/ 299557 h 301764"/>
                <a:gd name="connsiteX10" fmla="*/ 38527 w 65757"/>
                <a:gd name="connsiteY10" fmla="*/ 301735 h 301764"/>
                <a:gd name="connsiteX11" fmla="*/ 52271 w 65757"/>
                <a:gd name="connsiteY11" fmla="*/ 35110 h 301764"/>
                <a:gd name="connsiteX12" fmla="*/ 59781 w 65757"/>
                <a:gd name="connsiteY12" fmla="*/ 10032 h 301764"/>
                <a:gd name="connsiteX13" fmla="*/ 61433 w 65757"/>
                <a:gd name="connsiteY13" fmla="*/ 10032 h 301764"/>
                <a:gd name="connsiteX14" fmla="*/ 59405 w 65757"/>
                <a:gd name="connsiteY14" fmla="*/ 15212 h 301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5757" h="301764">
                  <a:moveTo>
                    <a:pt x="52271" y="35110"/>
                  </a:moveTo>
                  <a:cubicBezTo>
                    <a:pt x="53270" y="29366"/>
                    <a:pt x="56837" y="24388"/>
                    <a:pt x="61958" y="21595"/>
                  </a:cubicBezTo>
                  <a:cubicBezTo>
                    <a:pt x="63085" y="15888"/>
                    <a:pt x="64211" y="10182"/>
                    <a:pt x="65263" y="4475"/>
                  </a:cubicBezTo>
                  <a:cubicBezTo>
                    <a:pt x="65285" y="4273"/>
                    <a:pt x="65285" y="4077"/>
                    <a:pt x="65263" y="3875"/>
                  </a:cubicBezTo>
                  <a:cubicBezTo>
                    <a:pt x="65623" y="3236"/>
                    <a:pt x="65781" y="2501"/>
                    <a:pt x="65713" y="1772"/>
                  </a:cubicBezTo>
                  <a:lnTo>
                    <a:pt x="61733" y="946"/>
                  </a:lnTo>
                  <a:cubicBezTo>
                    <a:pt x="44738" y="4565"/>
                    <a:pt x="27134" y="4228"/>
                    <a:pt x="10290" y="-30"/>
                  </a:cubicBezTo>
                  <a:cubicBezTo>
                    <a:pt x="10478" y="1389"/>
                    <a:pt x="10478" y="2831"/>
                    <a:pt x="10290" y="4250"/>
                  </a:cubicBezTo>
                  <a:cubicBezTo>
                    <a:pt x="895" y="102761"/>
                    <a:pt x="-2087" y="201782"/>
                    <a:pt x="1353" y="300684"/>
                  </a:cubicBezTo>
                  <a:cubicBezTo>
                    <a:pt x="4026" y="299865"/>
                    <a:pt x="6820" y="299482"/>
                    <a:pt x="9614" y="299557"/>
                  </a:cubicBezTo>
                  <a:cubicBezTo>
                    <a:pt x="19001" y="299557"/>
                    <a:pt x="28764" y="300909"/>
                    <a:pt x="38527" y="301735"/>
                  </a:cubicBezTo>
                  <a:cubicBezTo>
                    <a:pt x="15622" y="214637"/>
                    <a:pt x="39954" y="123334"/>
                    <a:pt x="52271" y="35110"/>
                  </a:cubicBezTo>
                  <a:close/>
                  <a:moveTo>
                    <a:pt x="59781" y="10032"/>
                  </a:moveTo>
                  <a:lnTo>
                    <a:pt x="61433" y="10032"/>
                  </a:lnTo>
                  <a:lnTo>
                    <a:pt x="59405" y="15212"/>
                  </a:lnTo>
                  <a:close/>
                </a:path>
              </a:pathLst>
            </a:custGeom>
            <a:solidFill>
              <a:srgbClr val="E8E8E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Content Placeholder 4">
              <a:extLst>
                <a:ext uri="{FF2B5EF4-FFF2-40B4-BE49-F238E27FC236}">
                  <a16:creationId xmlns:a16="http://schemas.microsoft.com/office/drawing/2014/main" id="{56E9E374-4626-7588-30AA-EC59A2693746}"/>
                </a:ext>
              </a:extLst>
            </p:cNvPr>
            <p:cNvSpPr/>
            <p:nvPr/>
          </p:nvSpPr>
          <p:spPr>
            <a:xfrm>
              <a:off x="7019188" y="1567478"/>
              <a:ext cx="98970" cy="72550"/>
            </a:xfrm>
            <a:custGeom>
              <a:avLst/>
              <a:gdLst>
                <a:gd name="connsiteX0" fmla="*/ 97780 w 98970"/>
                <a:gd name="connsiteY0" fmla="*/ 36361 h 72550"/>
                <a:gd name="connsiteX1" fmla="*/ 72472 w 98970"/>
                <a:gd name="connsiteY1" fmla="*/ 6327 h 72550"/>
                <a:gd name="connsiteX2" fmla="*/ 10439 w 98970"/>
                <a:gd name="connsiteY2" fmla="*/ 19017 h 72550"/>
                <a:gd name="connsiteX3" fmla="*/ 20352 w 98970"/>
                <a:gd name="connsiteY3" fmla="*/ 49050 h 72550"/>
                <a:gd name="connsiteX4" fmla="*/ 21028 w 98970"/>
                <a:gd name="connsiteY4" fmla="*/ 49050 h 72550"/>
                <a:gd name="connsiteX5" fmla="*/ 57301 w 98970"/>
                <a:gd name="connsiteY5" fmla="*/ 55733 h 72550"/>
                <a:gd name="connsiteX6" fmla="*/ 84863 w 98970"/>
                <a:gd name="connsiteY6" fmla="*/ 70750 h 72550"/>
                <a:gd name="connsiteX7" fmla="*/ 97780 w 98970"/>
                <a:gd name="connsiteY7" fmla="*/ 36361 h 72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8970" h="72550">
                  <a:moveTo>
                    <a:pt x="97780" y="36361"/>
                  </a:moveTo>
                  <a:cubicBezTo>
                    <a:pt x="94243" y="23079"/>
                    <a:pt x="84961" y="12064"/>
                    <a:pt x="72472" y="6327"/>
                  </a:cubicBezTo>
                  <a:cubicBezTo>
                    <a:pt x="53021" y="-3359"/>
                    <a:pt x="20277" y="-4034"/>
                    <a:pt x="10439" y="19017"/>
                  </a:cubicBezTo>
                  <a:cubicBezTo>
                    <a:pt x="-8937" y="25774"/>
                    <a:pt x="1052" y="56559"/>
                    <a:pt x="20352" y="49050"/>
                  </a:cubicBezTo>
                  <a:lnTo>
                    <a:pt x="21028" y="49050"/>
                  </a:lnTo>
                  <a:cubicBezTo>
                    <a:pt x="32541" y="53713"/>
                    <a:pt x="44880" y="55988"/>
                    <a:pt x="57301" y="55733"/>
                  </a:cubicBezTo>
                  <a:cubicBezTo>
                    <a:pt x="61957" y="66996"/>
                    <a:pt x="71270" y="76606"/>
                    <a:pt x="84863" y="70750"/>
                  </a:cubicBezTo>
                  <a:cubicBezTo>
                    <a:pt x="98456" y="64893"/>
                    <a:pt x="100784" y="48675"/>
                    <a:pt x="97780" y="36361"/>
                  </a:cubicBezTo>
                  <a:close/>
                </a:path>
              </a:pathLst>
            </a:custGeom>
            <a:solidFill>
              <a:srgbClr val="38271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Content Placeholder 4">
              <a:extLst>
                <a:ext uri="{FF2B5EF4-FFF2-40B4-BE49-F238E27FC236}">
                  <a16:creationId xmlns:a16="http://schemas.microsoft.com/office/drawing/2014/main" id="{0F5D0F4F-2560-8B8D-6644-0321E7BBD648}"/>
                </a:ext>
              </a:extLst>
            </p:cNvPr>
            <p:cNvSpPr/>
            <p:nvPr/>
          </p:nvSpPr>
          <p:spPr>
            <a:xfrm>
              <a:off x="6923545" y="1760796"/>
              <a:ext cx="44754" cy="34217"/>
            </a:xfrm>
            <a:custGeom>
              <a:avLst/>
              <a:gdLst>
                <a:gd name="connsiteX0" fmla="*/ 17765 w 44754"/>
                <a:gd name="connsiteY0" fmla="*/ 5451 h 34217"/>
                <a:gd name="connsiteX1" fmla="*/ 8602 w 44754"/>
                <a:gd name="connsiteY1" fmla="*/ 2448 h 34217"/>
                <a:gd name="connsiteX2" fmla="*/ 341 w 44754"/>
                <a:gd name="connsiteY2" fmla="*/ 5301 h 34217"/>
                <a:gd name="connsiteX3" fmla="*/ 3571 w 44754"/>
                <a:gd name="connsiteY3" fmla="*/ 13410 h 34217"/>
                <a:gd name="connsiteX4" fmla="*/ 41121 w 44754"/>
                <a:gd name="connsiteY4" fmla="*/ 33007 h 34217"/>
                <a:gd name="connsiteX5" fmla="*/ 44725 w 44754"/>
                <a:gd name="connsiteY5" fmla="*/ 21895 h 34217"/>
                <a:gd name="connsiteX6" fmla="*/ 31057 w 44754"/>
                <a:gd name="connsiteY6" fmla="*/ 10782 h 34217"/>
                <a:gd name="connsiteX7" fmla="*/ 16038 w 44754"/>
                <a:gd name="connsiteY7" fmla="*/ -30 h 34217"/>
                <a:gd name="connsiteX8" fmla="*/ 15211 w 44754"/>
                <a:gd name="connsiteY8" fmla="*/ 2373 h 34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754" h="34217">
                  <a:moveTo>
                    <a:pt x="17765" y="5451"/>
                  </a:moveTo>
                  <a:cubicBezTo>
                    <a:pt x="14911" y="3927"/>
                    <a:pt x="11809" y="2914"/>
                    <a:pt x="8602" y="2448"/>
                  </a:cubicBezTo>
                  <a:cubicBezTo>
                    <a:pt x="5523" y="1922"/>
                    <a:pt x="1618" y="2448"/>
                    <a:pt x="341" y="5301"/>
                  </a:cubicBezTo>
                  <a:cubicBezTo>
                    <a:pt x="-935" y="8154"/>
                    <a:pt x="1318" y="11308"/>
                    <a:pt x="3571" y="13410"/>
                  </a:cubicBezTo>
                  <a:cubicBezTo>
                    <a:pt x="14685" y="22338"/>
                    <a:pt x="27445" y="28998"/>
                    <a:pt x="41121" y="33007"/>
                  </a:cubicBezTo>
                  <a:cubicBezTo>
                    <a:pt x="39619" y="35635"/>
                    <a:pt x="41872" y="34659"/>
                    <a:pt x="44725" y="21895"/>
                  </a:cubicBezTo>
                  <a:cubicBezTo>
                    <a:pt x="38943" y="20619"/>
                    <a:pt x="35563" y="14386"/>
                    <a:pt x="31057" y="10782"/>
                  </a:cubicBezTo>
                  <a:cubicBezTo>
                    <a:pt x="26551" y="7178"/>
                    <a:pt x="22195" y="946"/>
                    <a:pt x="16038" y="-30"/>
                  </a:cubicBezTo>
                  <a:lnTo>
                    <a:pt x="15211" y="2373"/>
                  </a:lnTo>
                  <a:close/>
                </a:path>
              </a:pathLst>
            </a:custGeom>
            <a:solidFill>
              <a:srgbClr val="C8AE9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Content Placeholder 4">
              <a:extLst>
                <a:ext uri="{FF2B5EF4-FFF2-40B4-BE49-F238E27FC236}">
                  <a16:creationId xmlns:a16="http://schemas.microsoft.com/office/drawing/2014/main" id="{DA01DB94-CC50-80EE-58CC-2C75A904B3F5}"/>
                </a:ext>
              </a:extLst>
            </p:cNvPr>
            <p:cNvSpPr/>
            <p:nvPr/>
          </p:nvSpPr>
          <p:spPr>
            <a:xfrm>
              <a:off x="6953940" y="1779993"/>
              <a:ext cx="140578" cy="95945"/>
            </a:xfrm>
            <a:custGeom>
              <a:avLst/>
              <a:gdLst>
                <a:gd name="connsiteX0" fmla="*/ 16208 w 140578"/>
                <a:gd name="connsiteY0" fmla="*/ 3224 h 95945"/>
                <a:gd name="connsiteX1" fmla="*/ 813 w 140578"/>
                <a:gd name="connsiteY1" fmla="*/ 1797 h 95945"/>
                <a:gd name="connsiteX2" fmla="*/ 7347 w 140578"/>
                <a:gd name="connsiteY2" fmla="*/ 15538 h 95945"/>
                <a:gd name="connsiteX3" fmla="*/ 36936 w 140578"/>
                <a:gd name="connsiteY3" fmla="*/ 42193 h 95945"/>
                <a:gd name="connsiteX4" fmla="*/ 99194 w 140578"/>
                <a:gd name="connsiteY4" fmla="*/ 89271 h 95945"/>
                <a:gd name="connsiteX5" fmla="*/ 128258 w 140578"/>
                <a:gd name="connsiteY5" fmla="*/ 94602 h 95945"/>
                <a:gd name="connsiteX6" fmla="*/ 138246 w 140578"/>
                <a:gd name="connsiteY6" fmla="*/ 83114 h 95945"/>
                <a:gd name="connsiteX7" fmla="*/ 97842 w 140578"/>
                <a:gd name="connsiteY7" fmla="*/ 42943 h 95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0578" h="95945">
                  <a:moveTo>
                    <a:pt x="16208" y="3224"/>
                  </a:moveTo>
                  <a:cubicBezTo>
                    <a:pt x="10877" y="596"/>
                    <a:pt x="3667" y="-1807"/>
                    <a:pt x="813" y="1797"/>
                  </a:cubicBezTo>
                  <a:cubicBezTo>
                    <a:pt x="-2041" y="5401"/>
                    <a:pt x="2916" y="11483"/>
                    <a:pt x="7347" y="15538"/>
                  </a:cubicBezTo>
                  <a:lnTo>
                    <a:pt x="36936" y="42193"/>
                  </a:lnTo>
                  <a:cubicBezTo>
                    <a:pt x="55568" y="60506"/>
                    <a:pt x="76491" y="76334"/>
                    <a:pt x="99194" y="89271"/>
                  </a:cubicBezTo>
                  <a:cubicBezTo>
                    <a:pt x="108657" y="94151"/>
                    <a:pt x="120147" y="98055"/>
                    <a:pt x="128258" y="94602"/>
                  </a:cubicBezTo>
                  <a:cubicBezTo>
                    <a:pt x="132884" y="92124"/>
                    <a:pt x="136436" y="88039"/>
                    <a:pt x="138246" y="83114"/>
                  </a:cubicBezTo>
                  <a:cubicBezTo>
                    <a:pt x="149060" y="60063"/>
                    <a:pt x="119471" y="53455"/>
                    <a:pt x="97842" y="42943"/>
                  </a:cubicBezTo>
                  <a:close/>
                </a:path>
              </a:pathLst>
            </a:custGeom>
            <a:solidFill>
              <a:schemeClr val="bg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Content Placeholder 4">
              <a:extLst>
                <a:ext uri="{FF2B5EF4-FFF2-40B4-BE49-F238E27FC236}">
                  <a16:creationId xmlns:a16="http://schemas.microsoft.com/office/drawing/2014/main" id="{51B6DEBB-9C84-8F29-DFBA-E72C4CD013AD}"/>
                </a:ext>
              </a:extLst>
            </p:cNvPr>
            <p:cNvSpPr/>
            <p:nvPr/>
          </p:nvSpPr>
          <p:spPr>
            <a:xfrm>
              <a:off x="7054348" y="1707637"/>
              <a:ext cx="84920" cy="170555"/>
            </a:xfrm>
            <a:custGeom>
              <a:avLst/>
              <a:gdLst>
                <a:gd name="connsiteX0" fmla="*/ 84775 w 84920"/>
                <a:gd name="connsiteY0" fmla="*/ 27750 h 170555"/>
                <a:gd name="connsiteX1" fmla="*/ 80720 w 84920"/>
                <a:gd name="connsiteY1" fmla="*/ 6877 h 170555"/>
                <a:gd name="connsiteX2" fmla="*/ 32355 w 84920"/>
                <a:gd name="connsiteY2" fmla="*/ 32331 h 170555"/>
                <a:gd name="connsiteX3" fmla="*/ 1790 w 84920"/>
                <a:gd name="connsiteY3" fmla="*/ 139701 h 170555"/>
                <a:gd name="connsiteX4" fmla="*/ 438 w 84920"/>
                <a:gd name="connsiteY4" fmla="*/ 155619 h 170555"/>
                <a:gd name="connsiteX5" fmla="*/ 28676 w 84920"/>
                <a:gd name="connsiteY5" fmla="*/ 168909 h 170555"/>
                <a:gd name="connsiteX6" fmla="*/ 66226 w 84920"/>
                <a:gd name="connsiteY6" fmla="*/ 105313 h 170555"/>
                <a:gd name="connsiteX7" fmla="*/ 84775 w 84920"/>
                <a:gd name="connsiteY7" fmla="*/ 27750 h 170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920" h="170555">
                  <a:moveTo>
                    <a:pt x="84775" y="27750"/>
                  </a:moveTo>
                  <a:cubicBezTo>
                    <a:pt x="85324" y="20557"/>
                    <a:pt x="83927" y="13342"/>
                    <a:pt x="80720" y="6877"/>
                  </a:cubicBezTo>
                  <a:cubicBezTo>
                    <a:pt x="68178" y="-14597"/>
                    <a:pt x="38889" y="19716"/>
                    <a:pt x="32355" y="32331"/>
                  </a:cubicBezTo>
                  <a:cubicBezTo>
                    <a:pt x="19213" y="58009"/>
                    <a:pt x="8924" y="113497"/>
                    <a:pt x="1790" y="139701"/>
                  </a:cubicBezTo>
                  <a:cubicBezTo>
                    <a:pt x="-28" y="144800"/>
                    <a:pt x="-493" y="150288"/>
                    <a:pt x="438" y="155619"/>
                  </a:cubicBezTo>
                  <a:cubicBezTo>
                    <a:pt x="2841" y="164630"/>
                    <a:pt x="20415" y="174466"/>
                    <a:pt x="28676" y="168909"/>
                  </a:cubicBezTo>
                  <a:cubicBezTo>
                    <a:pt x="36936" y="163353"/>
                    <a:pt x="62471" y="113797"/>
                    <a:pt x="66226" y="105313"/>
                  </a:cubicBezTo>
                  <a:cubicBezTo>
                    <a:pt x="77243" y="80858"/>
                    <a:pt x="83536" y="54541"/>
                    <a:pt x="84775" y="27750"/>
                  </a:cubicBezTo>
                  <a:close/>
                </a:path>
              </a:pathLst>
            </a:custGeom>
            <a:solidFill>
              <a:schemeClr val="bg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Content Placeholder 4">
              <a:extLst>
                <a:ext uri="{FF2B5EF4-FFF2-40B4-BE49-F238E27FC236}">
                  <a16:creationId xmlns:a16="http://schemas.microsoft.com/office/drawing/2014/main" id="{DD5361A1-DEB3-2678-A02E-111083535B9C}"/>
                </a:ext>
              </a:extLst>
            </p:cNvPr>
            <p:cNvSpPr/>
            <p:nvPr/>
          </p:nvSpPr>
          <p:spPr>
            <a:xfrm>
              <a:off x="7049605" y="1676150"/>
              <a:ext cx="13807" cy="3350"/>
            </a:xfrm>
            <a:custGeom>
              <a:avLst/>
              <a:gdLst>
                <a:gd name="connsiteX0" fmla="*/ 9612 w 13807"/>
                <a:gd name="connsiteY0" fmla="*/ 3300 h 3350"/>
                <a:gd name="connsiteX1" fmla="*/ 12691 w 13807"/>
                <a:gd name="connsiteY1" fmla="*/ 2699 h 3350"/>
                <a:gd name="connsiteX2" fmla="*/ 13592 w 13807"/>
                <a:gd name="connsiteY2" fmla="*/ -4 h 3350"/>
                <a:gd name="connsiteX3" fmla="*/ 3904 w 13807"/>
                <a:gd name="connsiteY3" fmla="*/ -4 h 3350"/>
                <a:gd name="connsiteX4" fmla="*/ 1050 w 13807"/>
                <a:gd name="connsiteY4" fmla="*/ 522 h 3350"/>
                <a:gd name="connsiteX5" fmla="*/ 9612 w 13807"/>
                <a:gd name="connsiteY5" fmla="*/ 3300 h 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07" h="3350">
                  <a:moveTo>
                    <a:pt x="9612" y="3300"/>
                  </a:moveTo>
                  <a:cubicBezTo>
                    <a:pt x="10671" y="3330"/>
                    <a:pt x="11722" y="3127"/>
                    <a:pt x="12691" y="2699"/>
                  </a:cubicBezTo>
                  <a:cubicBezTo>
                    <a:pt x="13652" y="2174"/>
                    <a:pt x="14042" y="995"/>
                    <a:pt x="13592" y="-4"/>
                  </a:cubicBezTo>
                  <a:lnTo>
                    <a:pt x="3904" y="-4"/>
                  </a:lnTo>
                  <a:cubicBezTo>
                    <a:pt x="2920" y="-102"/>
                    <a:pt x="1936" y="79"/>
                    <a:pt x="1050" y="522"/>
                  </a:cubicBezTo>
                  <a:cubicBezTo>
                    <a:pt x="-3756" y="3750"/>
                    <a:pt x="9011" y="3300"/>
                    <a:pt x="9612" y="3300"/>
                  </a:cubicBezTo>
                  <a:close/>
                </a:path>
              </a:pathLst>
            </a:custGeom>
            <a:solidFill>
              <a:srgbClr val="38271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8" name="Title 3">
            <a:extLst>
              <a:ext uri="{FF2B5EF4-FFF2-40B4-BE49-F238E27FC236}">
                <a16:creationId xmlns:a16="http://schemas.microsoft.com/office/drawing/2014/main" id="{B9192A8D-B75B-B107-4876-E7EF277B2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347" y="927509"/>
            <a:ext cx="5483314" cy="2137204"/>
          </a:xfrm>
        </p:spPr>
        <p:txBody>
          <a:bodyPr>
            <a:noAutofit/>
          </a:bodyPr>
          <a:lstStyle>
            <a:lvl1pPr algn="ctr">
              <a:defRPr sz="66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Divider Slide Title</a:t>
            </a:r>
          </a:p>
        </p:txBody>
      </p:sp>
      <p:pic>
        <p:nvPicPr>
          <p:cNvPr id="61" name="Picture 60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3832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entagon 59">
            <a:extLst>
              <a:ext uri="{FF2B5EF4-FFF2-40B4-BE49-F238E27FC236}">
                <a16:creationId xmlns:a16="http://schemas.microsoft.com/office/drawing/2014/main" id="{7D472DD2-BFB0-28E6-EC31-52184CBC44C8}"/>
              </a:ext>
            </a:extLst>
          </p:cNvPr>
          <p:cNvSpPr/>
          <p:nvPr userDrawn="1"/>
        </p:nvSpPr>
        <p:spPr>
          <a:xfrm rot="5400000">
            <a:off x="753540" y="-153440"/>
            <a:ext cx="5176434" cy="5483315"/>
          </a:xfrm>
          <a:prstGeom prst="homePlate">
            <a:avLst>
              <a:gd name="adj" fmla="val 39090"/>
            </a:avLst>
          </a:prstGeom>
          <a:gradFill>
            <a:gsLst>
              <a:gs pos="56000">
                <a:srgbClr val="9FBCA2">
                  <a:alpha val="64916"/>
                </a:srgbClr>
              </a:gs>
              <a:gs pos="100000">
                <a:schemeClr val="tx1">
                  <a:lumMod val="40000"/>
                  <a:lumOff val="60000"/>
                  <a:alpha val="0"/>
                </a:schemeClr>
              </a:gs>
              <a:gs pos="22000">
                <a:schemeClr val="tx1"/>
              </a:gs>
              <a:gs pos="0">
                <a:srgbClr val="6F9B8A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363"/>
            <a:endParaRPr lang="en-US" sz="3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>
            <a:off x="8417997" y="1"/>
            <a:ext cx="3789502" cy="3665601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0800000">
            <a:off x="-2" y="5176433"/>
            <a:ext cx="1397652" cy="1234747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itle 3">
            <a:extLst>
              <a:ext uri="{FF2B5EF4-FFF2-40B4-BE49-F238E27FC236}">
                <a16:creationId xmlns:a16="http://schemas.microsoft.com/office/drawing/2014/main" id="{B9192A8D-B75B-B107-4876-E7EF277B2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347" y="927509"/>
            <a:ext cx="5483314" cy="2137204"/>
          </a:xfrm>
        </p:spPr>
        <p:txBody>
          <a:bodyPr>
            <a:noAutofit/>
          </a:bodyPr>
          <a:lstStyle>
            <a:lvl1pPr algn="ctr">
              <a:defRPr sz="66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Divider Slide Title</a:t>
            </a: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6910DA4-82F0-8D65-4311-8BFA7FFC6E77}"/>
              </a:ext>
            </a:extLst>
          </p:cNvPr>
          <p:cNvGrpSpPr/>
          <p:nvPr userDrawn="1"/>
        </p:nvGrpSpPr>
        <p:grpSpPr>
          <a:xfrm>
            <a:off x="6956531" y="909707"/>
            <a:ext cx="4440181" cy="5501473"/>
            <a:chOff x="3918389" y="4821141"/>
            <a:chExt cx="734976" cy="910650"/>
          </a:xfrm>
        </p:grpSpPr>
        <p:sp>
          <p:nvSpPr>
            <p:cNvPr id="96" name="Content Placeholder 4">
              <a:extLst>
                <a:ext uri="{FF2B5EF4-FFF2-40B4-BE49-F238E27FC236}">
                  <a16:creationId xmlns:a16="http://schemas.microsoft.com/office/drawing/2014/main" id="{2F7E4D92-72DF-0073-55F8-2A1FAABE99BB}"/>
                </a:ext>
              </a:extLst>
            </p:cNvPr>
            <p:cNvSpPr/>
            <p:nvPr/>
          </p:nvSpPr>
          <p:spPr>
            <a:xfrm>
              <a:off x="4066332" y="5679131"/>
              <a:ext cx="511912" cy="52660"/>
            </a:xfrm>
            <a:custGeom>
              <a:avLst/>
              <a:gdLst>
                <a:gd name="connsiteX0" fmla="*/ 52648 w 511912"/>
                <a:gd name="connsiteY0" fmla="*/ 15990 h 52660"/>
                <a:gd name="connsiteX1" fmla="*/ 10967 w 511912"/>
                <a:gd name="connsiteY1" fmla="*/ 24699 h 52660"/>
                <a:gd name="connsiteX2" fmla="*/ 603 w 511912"/>
                <a:gd name="connsiteY2" fmla="*/ 39716 h 52660"/>
                <a:gd name="connsiteX3" fmla="*/ 6461 w 511912"/>
                <a:gd name="connsiteY3" fmla="*/ 44822 h 52660"/>
                <a:gd name="connsiteX4" fmla="*/ 26738 w 511912"/>
                <a:gd name="connsiteY4" fmla="*/ 47900 h 52660"/>
                <a:gd name="connsiteX5" fmla="*/ 145471 w 511912"/>
                <a:gd name="connsiteY5" fmla="*/ 49177 h 52660"/>
                <a:gd name="connsiteX6" fmla="*/ 453005 w 511912"/>
                <a:gd name="connsiteY6" fmla="*/ 52631 h 52660"/>
                <a:gd name="connsiteX7" fmla="*/ 511884 w 511912"/>
                <a:gd name="connsiteY7" fmla="*/ 38740 h 52660"/>
                <a:gd name="connsiteX8" fmla="*/ 501520 w 511912"/>
                <a:gd name="connsiteY8" fmla="*/ 32884 h 52660"/>
                <a:gd name="connsiteX9" fmla="*/ 316248 w 511912"/>
                <a:gd name="connsiteY9" fmla="*/ 21471 h 52660"/>
                <a:gd name="connsiteX10" fmla="*/ 339229 w 511912"/>
                <a:gd name="connsiteY10" fmla="*/ 13962 h 52660"/>
                <a:gd name="connsiteX11" fmla="*/ 292667 w 511912"/>
                <a:gd name="connsiteY11" fmla="*/ 3075 h 52660"/>
                <a:gd name="connsiteX12" fmla="*/ 200444 w 511912"/>
                <a:gd name="connsiteY12" fmla="*/ 297 h 52660"/>
                <a:gd name="connsiteX13" fmla="*/ 161768 w 511912"/>
                <a:gd name="connsiteY13" fmla="*/ 3751 h 52660"/>
                <a:gd name="connsiteX14" fmla="*/ 135858 w 511912"/>
                <a:gd name="connsiteY14" fmla="*/ 9833 h 52660"/>
                <a:gd name="connsiteX15" fmla="*/ 52648 w 511912"/>
                <a:gd name="connsiteY15" fmla="*/ 15990 h 52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11912" h="52660">
                  <a:moveTo>
                    <a:pt x="52648" y="15990"/>
                  </a:moveTo>
                  <a:cubicBezTo>
                    <a:pt x="38394" y="16793"/>
                    <a:pt x="24350" y="19729"/>
                    <a:pt x="10967" y="24699"/>
                  </a:cubicBezTo>
                  <a:cubicBezTo>
                    <a:pt x="4734" y="27402"/>
                    <a:pt x="-2175" y="33559"/>
                    <a:pt x="603" y="39716"/>
                  </a:cubicBezTo>
                  <a:cubicBezTo>
                    <a:pt x="1903" y="42044"/>
                    <a:pt x="3975" y="43853"/>
                    <a:pt x="6461" y="44822"/>
                  </a:cubicBezTo>
                  <a:cubicBezTo>
                    <a:pt x="12942" y="47209"/>
                    <a:pt x="19844" y="48253"/>
                    <a:pt x="26738" y="47900"/>
                  </a:cubicBezTo>
                  <a:lnTo>
                    <a:pt x="145471" y="49177"/>
                  </a:lnTo>
                  <a:lnTo>
                    <a:pt x="453005" y="52631"/>
                  </a:lnTo>
                  <a:cubicBezTo>
                    <a:pt x="473658" y="52631"/>
                    <a:pt x="496338" y="52631"/>
                    <a:pt x="511884" y="38740"/>
                  </a:cubicBezTo>
                  <a:cubicBezTo>
                    <a:pt x="509488" y="35323"/>
                    <a:pt x="505680" y="33169"/>
                    <a:pt x="501520" y="32884"/>
                  </a:cubicBezTo>
                  <a:cubicBezTo>
                    <a:pt x="440764" y="20720"/>
                    <a:pt x="376629" y="35587"/>
                    <a:pt x="316248" y="21471"/>
                  </a:cubicBezTo>
                  <a:lnTo>
                    <a:pt x="339229" y="13962"/>
                  </a:lnTo>
                  <a:cubicBezTo>
                    <a:pt x="324780" y="6716"/>
                    <a:pt x="308828" y="2985"/>
                    <a:pt x="292667" y="3075"/>
                  </a:cubicBezTo>
                  <a:cubicBezTo>
                    <a:pt x="261951" y="1198"/>
                    <a:pt x="231160" y="747"/>
                    <a:pt x="200444" y="297"/>
                  </a:cubicBezTo>
                  <a:cubicBezTo>
                    <a:pt x="187452" y="-664"/>
                    <a:pt x="174384" y="499"/>
                    <a:pt x="161768" y="3751"/>
                  </a:cubicBezTo>
                  <a:cubicBezTo>
                    <a:pt x="153469" y="7024"/>
                    <a:pt x="144742" y="9074"/>
                    <a:pt x="135858" y="9833"/>
                  </a:cubicBezTo>
                  <a:cubicBezTo>
                    <a:pt x="108447" y="11559"/>
                    <a:pt x="80359" y="13211"/>
                    <a:pt x="52648" y="15990"/>
                  </a:cubicBezTo>
                  <a:close/>
                </a:path>
              </a:pathLst>
            </a:custGeom>
            <a:solidFill>
              <a:srgbClr val="000000">
                <a:alpha val="5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Content Placeholder 4">
              <a:extLst>
                <a:ext uri="{FF2B5EF4-FFF2-40B4-BE49-F238E27FC236}">
                  <a16:creationId xmlns:a16="http://schemas.microsoft.com/office/drawing/2014/main" id="{1FDCEE04-EBFE-249C-8D5B-FC43B898E41E}"/>
                </a:ext>
              </a:extLst>
            </p:cNvPr>
            <p:cNvSpPr/>
            <p:nvPr/>
          </p:nvSpPr>
          <p:spPr>
            <a:xfrm>
              <a:off x="3927054" y="5243216"/>
              <a:ext cx="724563" cy="409961"/>
            </a:xfrm>
            <a:custGeom>
              <a:avLst/>
              <a:gdLst>
                <a:gd name="connsiteX0" fmla="*/ 375199 w 724563"/>
                <a:gd name="connsiteY0" fmla="*/ 409961 h 409961"/>
                <a:gd name="connsiteX1" fmla="*/ 724564 w 724563"/>
                <a:gd name="connsiteY1" fmla="*/ 6232 h 409961"/>
                <a:gd name="connsiteX2" fmla="*/ 0 w 724563"/>
                <a:gd name="connsiteY2" fmla="*/ 0 h 409961"/>
                <a:gd name="connsiteX3" fmla="*/ 350116 w 724563"/>
                <a:gd name="connsiteY3" fmla="*/ 409586 h 409961"/>
                <a:gd name="connsiteX4" fmla="*/ 375199 w 724563"/>
                <a:gd name="connsiteY4" fmla="*/ 409961 h 409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4563" h="409961">
                  <a:moveTo>
                    <a:pt x="375199" y="409961"/>
                  </a:moveTo>
                  <a:lnTo>
                    <a:pt x="724564" y="6232"/>
                  </a:lnTo>
                  <a:lnTo>
                    <a:pt x="0" y="0"/>
                  </a:lnTo>
                  <a:lnTo>
                    <a:pt x="350116" y="409586"/>
                  </a:lnTo>
                  <a:lnTo>
                    <a:pt x="375199" y="409961"/>
                  </a:lnTo>
                  <a:close/>
                </a:path>
              </a:pathLst>
            </a:custGeom>
            <a:solidFill>
              <a:srgbClr val="E8EDEF">
                <a:alpha val="33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98" name="Content Placeholder 4">
              <a:extLst>
                <a:ext uri="{FF2B5EF4-FFF2-40B4-BE49-F238E27FC236}">
                  <a16:creationId xmlns:a16="http://schemas.microsoft.com/office/drawing/2014/main" id="{15C770CA-CE92-CC8E-6C69-C6CB9A8ACBD9}"/>
                </a:ext>
              </a:extLst>
            </p:cNvPr>
            <p:cNvGrpSpPr/>
            <p:nvPr/>
          </p:nvGrpSpPr>
          <p:grpSpPr>
            <a:xfrm>
              <a:off x="3918389" y="4821141"/>
              <a:ext cx="734976" cy="432381"/>
              <a:chOff x="2944028" y="4973322"/>
              <a:chExt cx="734976" cy="432381"/>
            </a:xfrm>
          </p:grpSpPr>
          <p:sp>
            <p:nvSpPr>
              <p:cNvPr id="135" name="Content Placeholder 4">
                <a:extLst>
                  <a:ext uri="{FF2B5EF4-FFF2-40B4-BE49-F238E27FC236}">
                    <a16:creationId xmlns:a16="http://schemas.microsoft.com/office/drawing/2014/main" id="{D60F6A1F-488A-4FAA-76AA-43CBA9F0901B}"/>
                  </a:ext>
                </a:extLst>
              </p:cNvPr>
              <p:cNvSpPr/>
              <p:nvPr/>
            </p:nvSpPr>
            <p:spPr>
              <a:xfrm>
                <a:off x="2944028" y="4973322"/>
                <a:ext cx="734976" cy="432381"/>
              </a:xfrm>
              <a:custGeom>
                <a:avLst/>
                <a:gdLst>
                  <a:gd name="connsiteX0" fmla="*/ 724188 w 734976"/>
                  <a:gd name="connsiteY0" fmla="*/ 10883 h 432381"/>
                  <a:gd name="connsiteX1" fmla="*/ 724188 w 734976"/>
                  <a:gd name="connsiteY1" fmla="*/ 38213 h 432381"/>
                  <a:gd name="connsiteX2" fmla="*/ 729670 w 734976"/>
                  <a:gd name="connsiteY2" fmla="*/ 294402 h 432381"/>
                  <a:gd name="connsiteX3" fmla="*/ 734702 w 734976"/>
                  <a:gd name="connsiteY3" fmla="*/ 368660 h 432381"/>
                  <a:gd name="connsiteX4" fmla="*/ 733425 w 734976"/>
                  <a:gd name="connsiteY4" fmla="*/ 428203 h 432381"/>
                  <a:gd name="connsiteX5" fmla="*/ 639550 w 734976"/>
                  <a:gd name="connsiteY5" fmla="*/ 429028 h 432381"/>
                  <a:gd name="connsiteX6" fmla="*/ 544699 w 734976"/>
                  <a:gd name="connsiteY6" fmla="*/ 428503 h 432381"/>
                  <a:gd name="connsiteX7" fmla="*/ 105364 w 734976"/>
                  <a:gd name="connsiteY7" fmla="*/ 426025 h 432381"/>
                  <a:gd name="connsiteX8" fmla="*/ 37024 w 734976"/>
                  <a:gd name="connsiteY8" fmla="*/ 426025 h 432381"/>
                  <a:gd name="connsiteX9" fmla="*/ 8861 w 734976"/>
                  <a:gd name="connsiteY9" fmla="*/ 422421 h 432381"/>
                  <a:gd name="connsiteX10" fmla="*/ 1351 w 734976"/>
                  <a:gd name="connsiteY10" fmla="*/ 358899 h 432381"/>
                  <a:gd name="connsiteX11" fmla="*/ 3454 w 734976"/>
                  <a:gd name="connsiteY11" fmla="*/ 71626 h 432381"/>
                  <a:gd name="connsiteX12" fmla="*/ 750 w 734976"/>
                  <a:gd name="connsiteY12" fmla="*/ 1272 h 432381"/>
                  <a:gd name="connsiteX13" fmla="*/ 54146 w 734976"/>
                  <a:gd name="connsiteY13" fmla="*/ 1272 h 432381"/>
                  <a:gd name="connsiteX14" fmla="*/ 438958 w 734976"/>
                  <a:gd name="connsiteY14" fmla="*/ 6828 h 432381"/>
                  <a:gd name="connsiteX15" fmla="*/ 612589 w 734976"/>
                  <a:gd name="connsiteY15" fmla="*/ 9306 h 432381"/>
                  <a:gd name="connsiteX16" fmla="*/ 699855 w 734976"/>
                  <a:gd name="connsiteY16" fmla="*/ 10507 h 432381"/>
                  <a:gd name="connsiteX17" fmla="*/ 724188 w 734976"/>
                  <a:gd name="connsiteY17" fmla="*/ 10883 h 432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734976" h="432381">
                    <a:moveTo>
                      <a:pt x="724188" y="10883"/>
                    </a:moveTo>
                    <a:cubicBezTo>
                      <a:pt x="724188" y="10883"/>
                      <a:pt x="724188" y="25374"/>
                      <a:pt x="724188" y="38213"/>
                    </a:cubicBezTo>
                    <a:cubicBezTo>
                      <a:pt x="722934" y="123306"/>
                      <a:pt x="724766" y="208708"/>
                      <a:pt x="729670" y="294402"/>
                    </a:cubicBezTo>
                    <a:cubicBezTo>
                      <a:pt x="731097" y="319180"/>
                      <a:pt x="732749" y="343882"/>
                      <a:pt x="734702" y="368660"/>
                    </a:cubicBezTo>
                    <a:cubicBezTo>
                      <a:pt x="735678" y="381800"/>
                      <a:pt x="733425" y="428203"/>
                      <a:pt x="733425" y="428203"/>
                    </a:cubicBezTo>
                    <a:cubicBezTo>
                      <a:pt x="718405" y="436987"/>
                      <a:pt x="659151" y="429104"/>
                      <a:pt x="639550" y="429028"/>
                    </a:cubicBezTo>
                    <a:lnTo>
                      <a:pt x="544699" y="428503"/>
                    </a:lnTo>
                    <a:lnTo>
                      <a:pt x="105364" y="426025"/>
                    </a:lnTo>
                    <a:lnTo>
                      <a:pt x="37024" y="426025"/>
                    </a:lnTo>
                    <a:cubicBezTo>
                      <a:pt x="29063" y="426025"/>
                      <a:pt x="14494" y="427977"/>
                      <a:pt x="8861" y="422421"/>
                    </a:cubicBezTo>
                    <a:cubicBezTo>
                      <a:pt x="1351" y="414912"/>
                      <a:pt x="1351" y="368285"/>
                      <a:pt x="1351" y="358899"/>
                    </a:cubicBezTo>
                    <a:cubicBezTo>
                      <a:pt x="1351" y="258436"/>
                      <a:pt x="7960" y="171638"/>
                      <a:pt x="3454" y="71626"/>
                    </a:cubicBezTo>
                    <a:cubicBezTo>
                      <a:pt x="2402" y="48575"/>
                      <a:pt x="-1728" y="24173"/>
                      <a:pt x="750" y="1272"/>
                    </a:cubicBezTo>
                    <a:cubicBezTo>
                      <a:pt x="17122" y="-1656"/>
                      <a:pt x="37249" y="1272"/>
                      <a:pt x="54146" y="1272"/>
                    </a:cubicBezTo>
                    <a:lnTo>
                      <a:pt x="438958" y="6828"/>
                    </a:lnTo>
                    <a:lnTo>
                      <a:pt x="612589" y="9306"/>
                    </a:lnTo>
                    <a:cubicBezTo>
                      <a:pt x="641127" y="9306"/>
                      <a:pt x="671092" y="8480"/>
                      <a:pt x="699855" y="10507"/>
                    </a:cubicBezTo>
                    <a:cubicBezTo>
                      <a:pt x="708567" y="10657"/>
                      <a:pt x="720508" y="8855"/>
                      <a:pt x="724188" y="10883"/>
                    </a:cubicBezTo>
                    <a:close/>
                  </a:path>
                </a:pathLst>
              </a:custGeom>
              <a:solidFill>
                <a:srgbClr val="EDF3F4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" name="Content Placeholder 4">
                <a:extLst>
                  <a:ext uri="{FF2B5EF4-FFF2-40B4-BE49-F238E27FC236}">
                    <a16:creationId xmlns:a16="http://schemas.microsoft.com/office/drawing/2014/main" id="{959B887D-8A78-E5FB-3E3C-2CBDEA8DA1D5}"/>
                  </a:ext>
                </a:extLst>
              </p:cNvPr>
              <p:cNvSpPr/>
              <p:nvPr/>
            </p:nvSpPr>
            <p:spPr>
              <a:xfrm>
                <a:off x="2953571" y="4982432"/>
                <a:ext cx="464249" cy="408737"/>
              </a:xfrm>
              <a:custGeom>
                <a:avLst/>
                <a:gdLst>
                  <a:gd name="connsiteX0" fmla="*/ 454349 w 464249"/>
                  <a:gd name="connsiteY0" fmla="*/ 5451 h 408737"/>
                  <a:gd name="connsiteX1" fmla="*/ 454349 w 464249"/>
                  <a:gd name="connsiteY1" fmla="*/ 31205 h 408737"/>
                  <a:gd name="connsiteX2" fmla="*/ 459981 w 464249"/>
                  <a:gd name="connsiteY2" fmla="*/ 275380 h 408737"/>
                  <a:gd name="connsiteX3" fmla="*/ 463886 w 464249"/>
                  <a:gd name="connsiteY3" fmla="*/ 347086 h 408737"/>
                  <a:gd name="connsiteX4" fmla="*/ 463886 w 464249"/>
                  <a:gd name="connsiteY4" fmla="*/ 404901 h 408737"/>
                  <a:gd name="connsiteX5" fmla="*/ 403130 w 464249"/>
                  <a:gd name="connsiteY5" fmla="*/ 404901 h 408737"/>
                  <a:gd name="connsiteX6" fmla="*/ 342074 w 464249"/>
                  <a:gd name="connsiteY6" fmla="*/ 403850 h 408737"/>
                  <a:gd name="connsiteX7" fmla="*/ 64204 w 464249"/>
                  <a:gd name="connsiteY7" fmla="*/ 399195 h 408737"/>
                  <a:gd name="connsiteX8" fmla="*/ 21698 w 464249"/>
                  <a:gd name="connsiteY8" fmla="*/ 398519 h 408737"/>
                  <a:gd name="connsiteX9" fmla="*/ 4200 w 464249"/>
                  <a:gd name="connsiteY9" fmla="*/ 394915 h 408737"/>
                  <a:gd name="connsiteX10" fmla="*/ -6 w 464249"/>
                  <a:gd name="connsiteY10" fmla="*/ 334847 h 408737"/>
                  <a:gd name="connsiteX11" fmla="*/ 3674 w 464249"/>
                  <a:gd name="connsiteY11" fmla="*/ 66195 h 408737"/>
                  <a:gd name="connsiteX12" fmla="*/ 2623 w 464249"/>
                  <a:gd name="connsiteY12" fmla="*/ 1322 h 408737"/>
                  <a:gd name="connsiteX13" fmla="*/ 35291 w 464249"/>
                  <a:gd name="connsiteY13" fmla="*/ 796 h 408737"/>
                  <a:gd name="connsiteX14" fmla="*/ 273658 w 464249"/>
                  <a:gd name="connsiteY14" fmla="*/ 3124 h 408737"/>
                  <a:gd name="connsiteX15" fmla="*/ 383154 w 464249"/>
                  <a:gd name="connsiteY15" fmla="*/ 4100 h 408737"/>
                  <a:gd name="connsiteX16" fmla="*/ 438653 w 464249"/>
                  <a:gd name="connsiteY16" fmla="*/ 4626 h 408737"/>
                  <a:gd name="connsiteX17" fmla="*/ 454349 w 464249"/>
                  <a:gd name="connsiteY17" fmla="*/ 5451 h 4087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464249" h="408737">
                    <a:moveTo>
                      <a:pt x="454349" y="5451"/>
                    </a:moveTo>
                    <a:cubicBezTo>
                      <a:pt x="454349" y="5451"/>
                      <a:pt x="454349" y="19042"/>
                      <a:pt x="454349" y="31205"/>
                    </a:cubicBezTo>
                    <a:cubicBezTo>
                      <a:pt x="454349" y="111996"/>
                      <a:pt x="456226" y="193388"/>
                      <a:pt x="459981" y="275380"/>
                    </a:cubicBezTo>
                    <a:cubicBezTo>
                      <a:pt x="461085" y="299257"/>
                      <a:pt x="462384" y="323156"/>
                      <a:pt x="463886" y="347086"/>
                    </a:cubicBezTo>
                    <a:cubicBezTo>
                      <a:pt x="464637" y="359775"/>
                      <a:pt x="463886" y="404901"/>
                      <a:pt x="463886" y="404901"/>
                    </a:cubicBezTo>
                    <a:cubicBezTo>
                      <a:pt x="453973" y="413235"/>
                      <a:pt x="415747" y="405352"/>
                      <a:pt x="403130" y="404901"/>
                    </a:cubicBezTo>
                    <a:lnTo>
                      <a:pt x="342074" y="403850"/>
                    </a:lnTo>
                    <a:lnTo>
                      <a:pt x="64204" y="399195"/>
                    </a:lnTo>
                    <a:lnTo>
                      <a:pt x="21698" y="398519"/>
                    </a:lnTo>
                    <a:cubicBezTo>
                      <a:pt x="16741" y="398519"/>
                      <a:pt x="7504" y="400171"/>
                      <a:pt x="4200" y="394915"/>
                    </a:cubicBezTo>
                    <a:cubicBezTo>
                      <a:pt x="-231" y="387406"/>
                      <a:pt x="-81" y="343632"/>
                      <a:pt x="-6" y="334847"/>
                    </a:cubicBezTo>
                    <a:cubicBezTo>
                      <a:pt x="670" y="240241"/>
                      <a:pt x="5626" y="159149"/>
                      <a:pt x="3674" y="66195"/>
                    </a:cubicBezTo>
                    <a:cubicBezTo>
                      <a:pt x="2232" y="44600"/>
                      <a:pt x="1887" y="22954"/>
                      <a:pt x="2623" y="1322"/>
                    </a:cubicBezTo>
                    <a:cubicBezTo>
                      <a:pt x="13444" y="-285"/>
                      <a:pt x="24424" y="-458"/>
                      <a:pt x="35291" y="796"/>
                    </a:cubicBezTo>
                    <a:lnTo>
                      <a:pt x="273658" y="3124"/>
                    </a:lnTo>
                    <a:lnTo>
                      <a:pt x="383154" y="4100"/>
                    </a:lnTo>
                    <a:cubicBezTo>
                      <a:pt x="401253" y="4100"/>
                      <a:pt x="420704" y="2898"/>
                      <a:pt x="438653" y="4626"/>
                    </a:cubicBezTo>
                    <a:cubicBezTo>
                      <a:pt x="444435" y="5001"/>
                      <a:pt x="452020" y="3124"/>
                      <a:pt x="454349" y="5451"/>
                    </a:cubicBezTo>
                    <a:close/>
                  </a:path>
                </a:pathLst>
              </a:custGeom>
              <a:solidFill>
                <a:srgbClr val="E0DCD3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Content Placeholder 4">
                <a:extLst>
                  <a:ext uri="{FF2B5EF4-FFF2-40B4-BE49-F238E27FC236}">
                    <a16:creationId xmlns:a16="http://schemas.microsoft.com/office/drawing/2014/main" id="{C455B584-42A3-9D06-FCA8-C964490AC2F6}"/>
                  </a:ext>
                </a:extLst>
              </p:cNvPr>
              <p:cNvSpPr/>
              <p:nvPr/>
            </p:nvSpPr>
            <p:spPr>
              <a:xfrm>
                <a:off x="2964451" y="5015408"/>
                <a:ext cx="366081" cy="367295"/>
              </a:xfrm>
              <a:custGeom>
                <a:avLst/>
                <a:gdLst>
                  <a:gd name="connsiteX0" fmla="*/ 13446 w 366081"/>
                  <a:gd name="connsiteY0" fmla="*/ 33294 h 367295"/>
                  <a:gd name="connsiteX1" fmla="*/ 95680 w 366081"/>
                  <a:gd name="connsiteY1" fmla="*/ 123020 h 367295"/>
                  <a:gd name="connsiteX2" fmla="*/ 134657 w 366081"/>
                  <a:gd name="connsiteY2" fmla="*/ 158761 h 367295"/>
                  <a:gd name="connsiteX3" fmla="*/ 136084 w 366081"/>
                  <a:gd name="connsiteY3" fmla="*/ 158235 h 367295"/>
                  <a:gd name="connsiteX4" fmla="*/ 300553 w 366081"/>
                  <a:gd name="connsiteY4" fmla="*/ 124973 h 367295"/>
                  <a:gd name="connsiteX5" fmla="*/ 334198 w 366081"/>
                  <a:gd name="connsiteY5" fmla="*/ 115512 h 367295"/>
                  <a:gd name="connsiteX6" fmla="*/ 335324 w 366081"/>
                  <a:gd name="connsiteY6" fmla="*/ 74215 h 367295"/>
                  <a:gd name="connsiteX7" fmla="*/ 284632 w 366081"/>
                  <a:gd name="connsiteY7" fmla="*/ 2210 h 367295"/>
                  <a:gd name="connsiteX8" fmla="*/ 286359 w 366081"/>
                  <a:gd name="connsiteY8" fmla="*/ 407 h 367295"/>
                  <a:gd name="connsiteX9" fmla="*/ 341783 w 366081"/>
                  <a:gd name="connsiteY9" fmla="*/ 73540 h 367295"/>
                  <a:gd name="connsiteX10" fmla="*/ 347716 w 366081"/>
                  <a:gd name="connsiteY10" fmla="*/ 106577 h 367295"/>
                  <a:gd name="connsiteX11" fmla="*/ 326838 w 366081"/>
                  <a:gd name="connsiteY11" fmla="*/ 127826 h 367295"/>
                  <a:gd name="connsiteX12" fmla="*/ 284482 w 366081"/>
                  <a:gd name="connsiteY12" fmla="*/ 137287 h 367295"/>
                  <a:gd name="connsiteX13" fmla="*/ 235967 w 366081"/>
                  <a:gd name="connsiteY13" fmla="*/ 147648 h 367295"/>
                  <a:gd name="connsiteX14" fmla="*/ 144120 w 366081"/>
                  <a:gd name="connsiteY14" fmla="*/ 166945 h 367295"/>
                  <a:gd name="connsiteX15" fmla="*/ 188279 w 366081"/>
                  <a:gd name="connsiteY15" fmla="*/ 203886 h 367295"/>
                  <a:gd name="connsiteX16" fmla="*/ 284482 w 366081"/>
                  <a:gd name="connsiteY16" fmla="*/ 280097 h 367295"/>
                  <a:gd name="connsiteX17" fmla="*/ 365740 w 366081"/>
                  <a:gd name="connsiteY17" fmla="*/ 363591 h 367295"/>
                  <a:gd name="connsiteX18" fmla="*/ 362285 w 366081"/>
                  <a:gd name="connsiteY18" fmla="*/ 366519 h 367295"/>
                  <a:gd name="connsiteX19" fmla="*/ 273517 w 366081"/>
                  <a:gd name="connsiteY19" fmla="*/ 287831 h 367295"/>
                  <a:gd name="connsiteX20" fmla="*/ 176413 w 366081"/>
                  <a:gd name="connsiteY20" fmla="*/ 213272 h 367295"/>
                  <a:gd name="connsiteX21" fmla="*/ 1806 w 366081"/>
                  <a:gd name="connsiteY21" fmla="*/ 45158 h 367295"/>
                  <a:gd name="connsiteX22" fmla="*/ 13446 w 366081"/>
                  <a:gd name="connsiteY22" fmla="*/ 33294 h 367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66081" h="367295">
                    <a:moveTo>
                      <a:pt x="13446" y="33294"/>
                    </a:moveTo>
                    <a:cubicBezTo>
                      <a:pt x="39093" y="64770"/>
                      <a:pt x="66549" y="94728"/>
                      <a:pt x="95680" y="123020"/>
                    </a:cubicBezTo>
                    <a:cubicBezTo>
                      <a:pt x="108372" y="135259"/>
                      <a:pt x="121440" y="147123"/>
                      <a:pt x="134657" y="158761"/>
                    </a:cubicBezTo>
                    <a:cubicBezTo>
                      <a:pt x="135085" y="158483"/>
                      <a:pt x="135574" y="158303"/>
                      <a:pt x="136084" y="158235"/>
                    </a:cubicBezTo>
                    <a:cubicBezTo>
                      <a:pt x="191155" y="146972"/>
                      <a:pt x="245978" y="135882"/>
                      <a:pt x="300553" y="124973"/>
                    </a:cubicBezTo>
                    <a:cubicBezTo>
                      <a:pt x="311668" y="122720"/>
                      <a:pt x="324435" y="122044"/>
                      <a:pt x="334198" y="115512"/>
                    </a:cubicBezTo>
                    <a:cubicBezTo>
                      <a:pt x="347265" y="106727"/>
                      <a:pt x="341332" y="86004"/>
                      <a:pt x="335324" y="74215"/>
                    </a:cubicBezTo>
                    <a:cubicBezTo>
                      <a:pt x="321040" y="48477"/>
                      <a:pt x="304045" y="24337"/>
                      <a:pt x="284632" y="2210"/>
                    </a:cubicBezTo>
                    <a:cubicBezTo>
                      <a:pt x="283580" y="933"/>
                      <a:pt x="285233" y="-869"/>
                      <a:pt x="286359" y="407"/>
                    </a:cubicBezTo>
                    <a:cubicBezTo>
                      <a:pt x="308040" y="22182"/>
                      <a:pt x="326688" y="46780"/>
                      <a:pt x="341783" y="73540"/>
                    </a:cubicBezTo>
                    <a:cubicBezTo>
                      <a:pt x="347521" y="83534"/>
                      <a:pt x="349616" y="95209"/>
                      <a:pt x="347716" y="106577"/>
                    </a:cubicBezTo>
                    <a:cubicBezTo>
                      <a:pt x="345253" y="116991"/>
                      <a:pt x="337209" y="125175"/>
                      <a:pt x="326838" y="127826"/>
                    </a:cubicBezTo>
                    <a:cubicBezTo>
                      <a:pt x="312937" y="131880"/>
                      <a:pt x="298788" y="135041"/>
                      <a:pt x="284482" y="137287"/>
                    </a:cubicBezTo>
                    <a:lnTo>
                      <a:pt x="235967" y="147648"/>
                    </a:lnTo>
                    <a:cubicBezTo>
                      <a:pt x="205379" y="154158"/>
                      <a:pt x="174761" y="160585"/>
                      <a:pt x="144120" y="166945"/>
                    </a:cubicBezTo>
                    <a:cubicBezTo>
                      <a:pt x="158689" y="179506"/>
                      <a:pt x="173409" y="191820"/>
                      <a:pt x="188279" y="203886"/>
                    </a:cubicBezTo>
                    <a:cubicBezTo>
                      <a:pt x="220046" y="229640"/>
                      <a:pt x="252264" y="254719"/>
                      <a:pt x="284482" y="280097"/>
                    </a:cubicBezTo>
                    <a:cubicBezTo>
                      <a:pt x="314522" y="303524"/>
                      <a:pt x="347040" y="327626"/>
                      <a:pt x="365740" y="363591"/>
                    </a:cubicBezTo>
                    <a:cubicBezTo>
                      <a:pt x="367016" y="366069"/>
                      <a:pt x="364088" y="368547"/>
                      <a:pt x="362285" y="366519"/>
                    </a:cubicBezTo>
                    <a:cubicBezTo>
                      <a:pt x="335437" y="337357"/>
                      <a:pt x="305697" y="310987"/>
                      <a:pt x="273517" y="287831"/>
                    </a:cubicBezTo>
                    <a:cubicBezTo>
                      <a:pt x="240849" y="263278"/>
                      <a:pt x="208255" y="238726"/>
                      <a:pt x="176413" y="213272"/>
                    </a:cubicBezTo>
                    <a:cubicBezTo>
                      <a:pt x="113930" y="163341"/>
                      <a:pt x="51296" y="109655"/>
                      <a:pt x="1806" y="45158"/>
                    </a:cubicBezTo>
                    <a:cubicBezTo>
                      <a:pt x="-4353" y="36748"/>
                      <a:pt x="6387" y="25035"/>
                      <a:pt x="13446" y="33294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Content Placeholder 4">
                <a:extLst>
                  <a:ext uri="{FF2B5EF4-FFF2-40B4-BE49-F238E27FC236}">
                    <a16:creationId xmlns:a16="http://schemas.microsoft.com/office/drawing/2014/main" id="{9077AEFA-F109-78A6-706D-97411CE0EC4D}"/>
                  </a:ext>
                </a:extLst>
              </p:cNvPr>
              <p:cNvSpPr/>
              <p:nvPr/>
            </p:nvSpPr>
            <p:spPr>
              <a:xfrm>
                <a:off x="2965020" y="5220927"/>
                <a:ext cx="179740" cy="20703"/>
              </a:xfrm>
              <a:custGeom>
                <a:avLst/>
                <a:gdLst>
                  <a:gd name="connsiteX0" fmla="*/ 3715 w 179740"/>
                  <a:gd name="connsiteY0" fmla="*/ 9705 h 20703"/>
                  <a:gd name="connsiteX1" fmla="*/ 47949 w 179740"/>
                  <a:gd name="connsiteY1" fmla="*/ 5800 h 20703"/>
                  <a:gd name="connsiteX2" fmla="*/ 93985 w 179740"/>
                  <a:gd name="connsiteY2" fmla="*/ 4974 h 20703"/>
                  <a:gd name="connsiteX3" fmla="*/ 139496 w 179740"/>
                  <a:gd name="connsiteY3" fmla="*/ 4974 h 20703"/>
                  <a:gd name="connsiteX4" fmla="*/ 178398 w 179740"/>
                  <a:gd name="connsiteY4" fmla="*/ 1070 h 20703"/>
                  <a:gd name="connsiteX5" fmla="*/ 177947 w 179740"/>
                  <a:gd name="connsiteY5" fmla="*/ 4899 h 20703"/>
                  <a:gd name="connsiteX6" fmla="*/ 137393 w 179740"/>
                  <a:gd name="connsiteY6" fmla="*/ 12408 h 20703"/>
                  <a:gd name="connsiteX7" fmla="*/ 93985 w 179740"/>
                  <a:gd name="connsiteY7" fmla="*/ 14735 h 20703"/>
                  <a:gd name="connsiteX8" fmla="*/ 50953 w 179740"/>
                  <a:gd name="connsiteY8" fmla="*/ 16988 h 20703"/>
                  <a:gd name="connsiteX9" fmla="*/ 5067 w 179740"/>
                  <a:gd name="connsiteY9" fmla="*/ 20667 h 20703"/>
                  <a:gd name="connsiteX10" fmla="*/ 3715 w 179740"/>
                  <a:gd name="connsiteY10" fmla="*/ 9705 h 20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79740" h="20703">
                    <a:moveTo>
                      <a:pt x="3715" y="9705"/>
                    </a:moveTo>
                    <a:cubicBezTo>
                      <a:pt x="18345" y="7355"/>
                      <a:pt x="33132" y="6048"/>
                      <a:pt x="47949" y="5800"/>
                    </a:cubicBezTo>
                    <a:cubicBezTo>
                      <a:pt x="63270" y="4997"/>
                      <a:pt x="78612" y="4726"/>
                      <a:pt x="93985" y="4974"/>
                    </a:cubicBezTo>
                    <a:cubicBezTo>
                      <a:pt x="109141" y="5875"/>
                      <a:pt x="124341" y="5875"/>
                      <a:pt x="139496" y="4974"/>
                    </a:cubicBezTo>
                    <a:cubicBezTo>
                      <a:pt x="152714" y="3773"/>
                      <a:pt x="165030" y="-2534"/>
                      <a:pt x="178398" y="1070"/>
                    </a:cubicBezTo>
                    <a:cubicBezTo>
                      <a:pt x="180425" y="1520"/>
                      <a:pt x="179975" y="5049"/>
                      <a:pt x="177947" y="4899"/>
                    </a:cubicBezTo>
                    <a:cubicBezTo>
                      <a:pt x="164129" y="3848"/>
                      <a:pt x="150986" y="10681"/>
                      <a:pt x="137393" y="12408"/>
                    </a:cubicBezTo>
                    <a:cubicBezTo>
                      <a:pt x="122974" y="13932"/>
                      <a:pt x="108487" y="14713"/>
                      <a:pt x="93985" y="14735"/>
                    </a:cubicBezTo>
                    <a:cubicBezTo>
                      <a:pt x="79664" y="15336"/>
                      <a:pt x="65320" y="16087"/>
                      <a:pt x="50953" y="16988"/>
                    </a:cubicBezTo>
                    <a:cubicBezTo>
                      <a:pt x="35933" y="17964"/>
                      <a:pt x="20312" y="20517"/>
                      <a:pt x="5067" y="20667"/>
                    </a:cubicBezTo>
                    <a:cubicBezTo>
                      <a:pt x="-791" y="20967"/>
                      <a:pt x="-2067" y="10906"/>
                      <a:pt x="3715" y="9705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Content Placeholder 4">
                <a:extLst>
                  <a:ext uri="{FF2B5EF4-FFF2-40B4-BE49-F238E27FC236}">
                    <a16:creationId xmlns:a16="http://schemas.microsoft.com/office/drawing/2014/main" id="{B1D01460-18BC-D2B5-D339-7C05FF5236B0}"/>
                  </a:ext>
                </a:extLst>
              </p:cNvPr>
              <p:cNvSpPr/>
              <p:nvPr/>
            </p:nvSpPr>
            <p:spPr>
              <a:xfrm>
                <a:off x="2960609" y="5282893"/>
                <a:ext cx="188845" cy="92968"/>
              </a:xfrm>
              <a:custGeom>
                <a:avLst/>
                <a:gdLst>
                  <a:gd name="connsiteX0" fmla="*/ 103878 w 188845"/>
                  <a:gd name="connsiteY0" fmla="*/ 4202 h 92968"/>
                  <a:gd name="connsiteX1" fmla="*/ 122578 w 188845"/>
                  <a:gd name="connsiteY1" fmla="*/ 148 h 92968"/>
                  <a:gd name="connsiteX2" fmla="*/ 172144 w 188845"/>
                  <a:gd name="connsiteY2" fmla="*/ 27779 h 92968"/>
                  <a:gd name="connsiteX3" fmla="*/ 188817 w 188845"/>
                  <a:gd name="connsiteY3" fmla="*/ 87847 h 92968"/>
                  <a:gd name="connsiteX4" fmla="*/ 136247 w 188845"/>
                  <a:gd name="connsiteY4" fmla="*/ 91226 h 92968"/>
                  <a:gd name="connsiteX5" fmla="*/ 45075 w 188845"/>
                  <a:gd name="connsiteY5" fmla="*/ 87847 h 92968"/>
                  <a:gd name="connsiteX6" fmla="*/ 14059 w 188845"/>
                  <a:gd name="connsiteY6" fmla="*/ 72004 h 92968"/>
                  <a:gd name="connsiteX7" fmla="*/ 691 w 188845"/>
                  <a:gd name="connsiteY7" fmla="*/ 5479 h 92968"/>
                  <a:gd name="connsiteX8" fmla="*/ 54688 w 188845"/>
                  <a:gd name="connsiteY8" fmla="*/ 6755 h 92968"/>
                  <a:gd name="connsiteX9" fmla="*/ 103878 w 188845"/>
                  <a:gd name="connsiteY9" fmla="*/ 4202 h 92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8845" h="92968">
                    <a:moveTo>
                      <a:pt x="103878" y="4202"/>
                    </a:moveTo>
                    <a:cubicBezTo>
                      <a:pt x="110007" y="2416"/>
                      <a:pt x="116255" y="1057"/>
                      <a:pt x="122578" y="148"/>
                    </a:cubicBezTo>
                    <a:cubicBezTo>
                      <a:pt x="141654" y="-1654"/>
                      <a:pt x="160654" y="10435"/>
                      <a:pt x="172144" y="27779"/>
                    </a:cubicBezTo>
                    <a:cubicBezTo>
                      <a:pt x="183056" y="45912"/>
                      <a:pt x="188824" y="66681"/>
                      <a:pt x="188817" y="87847"/>
                    </a:cubicBezTo>
                    <a:lnTo>
                      <a:pt x="136247" y="91226"/>
                    </a:lnTo>
                    <a:cubicBezTo>
                      <a:pt x="106207" y="93103"/>
                      <a:pt x="74965" y="94980"/>
                      <a:pt x="45075" y="87847"/>
                    </a:cubicBezTo>
                    <a:cubicBezTo>
                      <a:pt x="33367" y="85827"/>
                      <a:pt x="22553" y="80301"/>
                      <a:pt x="14059" y="72004"/>
                    </a:cubicBezTo>
                    <a:cubicBezTo>
                      <a:pt x="-961" y="55410"/>
                      <a:pt x="-961" y="28755"/>
                      <a:pt x="691" y="5479"/>
                    </a:cubicBezTo>
                    <a:lnTo>
                      <a:pt x="54688" y="6755"/>
                    </a:lnTo>
                    <a:cubicBezTo>
                      <a:pt x="71127" y="7919"/>
                      <a:pt x="87649" y="7056"/>
                      <a:pt x="103878" y="4202"/>
                    </a:cubicBezTo>
                    <a:close/>
                  </a:path>
                </a:pathLst>
              </a:custGeom>
              <a:solidFill>
                <a:srgbClr val="9FB18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0" name="Content Placeholder 4">
                <a:extLst>
                  <a:ext uri="{FF2B5EF4-FFF2-40B4-BE49-F238E27FC236}">
                    <a16:creationId xmlns:a16="http://schemas.microsoft.com/office/drawing/2014/main" id="{D5ECDF1E-F96A-07F5-8779-27B973C2F8EB}"/>
                  </a:ext>
                </a:extLst>
              </p:cNvPr>
              <p:cNvSpPr/>
              <p:nvPr/>
            </p:nvSpPr>
            <p:spPr>
              <a:xfrm>
                <a:off x="3130970" y="4994349"/>
                <a:ext cx="254673" cy="91698"/>
              </a:xfrm>
              <a:custGeom>
                <a:avLst/>
                <a:gdLst>
                  <a:gd name="connsiteX0" fmla="*/ 5388 w 254673"/>
                  <a:gd name="connsiteY0" fmla="*/ 1043 h 91698"/>
                  <a:gd name="connsiteX1" fmla="*/ 53302 w 254673"/>
                  <a:gd name="connsiteY1" fmla="*/ 50298 h 91698"/>
                  <a:gd name="connsiteX2" fmla="*/ 81840 w 254673"/>
                  <a:gd name="connsiteY2" fmla="*/ 75076 h 91698"/>
                  <a:gd name="connsiteX3" fmla="*/ 96034 w 254673"/>
                  <a:gd name="connsiteY3" fmla="*/ 84912 h 91698"/>
                  <a:gd name="connsiteX4" fmla="*/ 116160 w 254673"/>
                  <a:gd name="connsiteY4" fmla="*/ 80332 h 91698"/>
                  <a:gd name="connsiteX5" fmla="*/ 253368 w 254673"/>
                  <a:gd name="connsiteY5" fmla="*/ 27773 h 91698"/>
                  <a:gd name="connsiteX6" fmla="*/ 253969 w 254673"/>
                  <a:gd name="connsiteY6" fmla="*/ 29950 h 91698"/>
                  <a:gd name="connsiteX7" fmla="*/ 109476 w 254673"/>
                  <a:gd name="connsiteY7" fmla="*/ 90018 h 91698"/>
                  <a:gd name="connsiteX8" fmla="*/ 83342 w 254673"/>
                  <a:gd name="connsiteY8" fmla="*/ 84462 h 91698"/>
                  <a:gd name="connsiteX9" fmla="*/ 55480 w 254673"/>
                  <a:gd name="connsiteY9" fmla="*/ 60810 h 91698"/>
                  <a:gd name="connsiteX10" fmla="*/ 882 w 254673"/>
                  <a:gd name="connsiteY10" fmla="*/ 5623 h 91698"/>
                  <a:gd name="connsiteX11" fmla="*/ 5388 w 254673"/>
                  <a:gd name="connsiteY11" fmla="*/ 1043 h 91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4673" h="91698">
                    <a:moveTo>
                      <a:pt x="5388" y="1043"/>
                    </a:moveTo>
                    <a:cubicBezTo>
                      <a:pt x="20513" y="18267"/>
                      <a:pt x="36502" y="34703"/>
                      <a:pt x="53302" y="50298"/>
                    </a:cubicBezTo>
                    <a:cubicBezTo>
                      <a:pt x="62561" y="58858"/>
                      <a:pt x="72077" y="67117"/>
                      <a:pt x="81840" y="75076"/>
                    </a:cubicBezTo>
                    <a:cubicBezTo>
                      <a:pt x="86075" y="79018"/>
                      <a:pt x="90852" y="82337"/>
                      <a:pt x="96034" y="84912"/>
                    </a:cubicBezTo>
                    <a:cubicBezTo>
                      <a:pt x="102342" y="87390"/>
                      <a:pt x="110453" y="82585"/>
                      <a:pt x="116160" y="80332"/>
                    </a:cubicBezTo>
                    <a:cubicBezTo>
                      <a:pt x="161821" y="62312"/>
                      <a:pt x="207707" y="45118"/>
                      <a:pt x="253368" y="27773"/>
                    </a:cubicBezTo>
                    <a:cubicBezTo>
                      <a:pt x="254645" y="27247"/>
                      <a:pt x="255170" y="29425"/>
                      <a:pt x="253969" y="29950"/>
                    </a:cubicBezTo>
                    <a:cubicBezTo>
                      <a:pt x="205980" y="50148"/>
                      <a:pt x="158066" y="71022"/>
                      <a:pt x="109476" y="90018"/>
                    </a:cubicBezTo>
                    <a:cubicBezTo>
                      <a:pt x="100434" y="93525"/>
                      <a:pt x="90176" y="91340"/>
                      <a:pt x="83342" y="84462"/>
                    </a:cubicBezTo>
                    <a:cubicBezTo>
                      <a:pt x="73804" y="76953"/>
                      <a:pt x="64567" y="68919"/>
                      <a:pt x="55480" y="60810"/>
                    </a:cubicBezTo>
                    <a:cubicBezTo>
                      <a:pt x="36164" y="43548"/>
                      <a:pt x="17930" y="25122"/>
                      <a:pt x="882" y="5623"/>
                    </a:cubicBezTo>
                    <a:cubicBezTo>
                      <a:pt x="-1972" y="2620"/>
                      <a:pt x="2534" y="-2186"/>
                      <a:pt x="5388" y="104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1" name="Content Placeholder 4">
                <a:extLst>
                  <a:ext uri="{FF2B5EF4-FFF2-40B4-BE49-F238E27FC236}">
                    <a16:creationId xmlns:a16="http://schemas.microsoft.com/office/drawing/2014/main" id="{8287A780-4F7D-BC60-AF71-F4EB35D6AA7D}"/>
                  </a:ext>
                </a:extLst>
              </p:cNvPr>
              <p:cNvSpPr/>
              <p:nvPr/>
            </p:nvSpPr>
            <p:spPr>
              <a:xfrm>
                <a:off x="3040553" y="4990683"/>
                <a:ext cx="201201" cy="118398"/>
              </a:xfrm>
              <a:custGeom>
                <a:avLst/>
                <a:gdLst>
                  <a:gd name="connsiteX0" fmla="*/ 4558 w 201201"/>
                  <a:gd name="connsiteY0" fmla="*/ 655 h 118398"/>
                  <a:gd name="connsiteX1" fmla="*/ 45187 w 201201"/>
                  <a:gd name="connsiteY1" fmla="*/ 39323 h 118398"/>
                  <a:gd name="connsiteX2" fmla="*/ 90247 w 201201"/>
                  <a:gd name="connsiteY2" fmla="*/ 82347 h 118398"/>
                  <a:gd name="connsiteX3" fmla="*/ 111425 w 201201"/>
                  <a:gd name="connsiteY3" fmla="*/ 102845 h 118398"/>
                  <a:gd name="connsiteX4" fmla="*/ 128623 w 201201"/>
                  <a:gd name="connsiteY4" fmla="*/ 110353 h 118398"/>
                  <a:gd name="connsiteX5" fmla="*/ 143643 w 201201"/>
                  <a:gd name="connsiteY5" fmla="*/ 105473 h 118398"/>
                  <a:gd name="connsiteX6" fmla="*/ 199442 w 201201"/>
                  <a:gd name="connsiteY6" fmla="*/ 87152 h 118398"/>
                  <a:gd name="connsiteX7" fmla="*/ 200193 w 201201"/>
                  <a:gd name="connsiteY7" fmla="*/ 90156 h 118398"/>
                  <a:gd name="connsiteX8" fmla="*/ 142066 w 201201"/>
                  <a:gd name="connsiteY8" fmla="*/ 112005 h 118398"/>
                  <a:gd name="connsiteX9" fmla="*/ 119987 w 201201"/>
                  <a:gd name="connsiteY9" fmla="*/ 117712 h 118398"/>
                  <a:gd name="connsiteX10" fmla="*/ 97832 w 201201"/>
                  <a:gd name="connsiteY10" fmla="*/ 98791 h 118398"/>
                  <a:gd name="connsiteX11" fmla="*/ 50519 w 201201"/>
                  <a:gd name="connsiteY11" fmla="*/ 53740 h 118398"/>
                  <a:gd name="connsiteX12" fmla="*/ 1254 w 201201"/>
                  <a:gd name="connsiteY12" fmla="*/ 6436 h 118398"/>
                  <a:gd name="connsiteX13" fmla="*/ 4558 w 201201"/>
                  <a:gd name="connsiteY13" fmla="*/ 655 h 1183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01201" h="118398">
                    <a:moveTo>
                      <a:pt x="4558" y="655"/>
                    </a:moveTo>
                    <a:cubicBezTo>
                      <a:pt x="18752" y="12593"/>
                      <a:pt x="31744" y="26409"/>
                      <a:pt x="45187" y="39323"/>
                    </a:cubicBezTo>
                    <a:cubicBezTo>
                      <a:pt x="60207" y="53590"/>
                      <a:pt x="75227" y="68006"/>
                      <a:pt x="90247" y="82347"/>
                    </a:cubicBezTo>
                    <a:lnTo>
                      <a:pt x="111425" y="102845"/>
                    </a:lnTo>
                    <a:cubicBezTo>
                      <a:pt x="116908" y="108101"/>
                      <a:pt x="121188" y="112381"/>
                      <a:pt x="128623" y="110353"/>
                    </a:cubicBezTo>
                    <a:cubicBezTo>
                      <a:pt x="133580" y="108852"/>
                      <a:pt x="138461" y="107125"/>
                      <a:pt x="143643" y="105473"/>
                    </a:cubicBezTo>
                    <a:cubicBezTo>
                      <a:pt x="162193" y="99241"/>
                      <a:pt x="180742" y="93009"/>
                      <a:pt x="199442" y="87152"/>
                    </a:cubicBezTo>
                    <a:cubicBezTo>
                      <a:pt x="201170" y="86552"/>
                      <a:pt x="201921" y="89555"/>
                      <a:pt x="200193" y="90156"/>
                    </a:cubicBezTo>
                    <a:cubicBezTo>
                      <a:pt x="180893" y="97664"/>
                      <a:pt x="161517" y="104797"/>
                      <a:pt x="142066" y="112005"/>
                    </a:cubicBezTo>
                    <a:cubicBezTo>
                      <a:pt x="136434" y="114032"/>
                      <a:pt x="126370" y="120414"/>
                      <a:pt x="119987" y="117712"/>
                    </a:cubicBezTo>
                    <a:cubicBezTo>
                      <a:pt x="111598" y="112681"/>
                      <a:pt x="104111" y="106284"/>
                      <a:pt x="97832" y="98791"/>
                    </a:cubicBezTo>
                    <a:lnTo>
                      <a:pt x="50519" y="53740"/>
                    </a:lnTo>
                    <a:cubicBezTo>
                      <a:pt x="34072" y="38122"/>
                      <a:pt x="16649" y="23180"/>
                      <a:pt x="1254" y="6436"/>
                    </a:cubicBezTo>
                    <a:cubicBezTo>
                      <a:pt x="-1976" y="3283"/>
                      <a:pt x="1554" y="-1898"/>
                      <a:pt x="4558" y="655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Content Placeholder 4">
                <a:extLst>
                  <a:ext uri="{FF2B5EF4-FFF2-40B4-BE49-F238E27FC236}">
                    <a16:creationId xmlns:a16="http://schemas.microsoft.com/office/drawing/2014/main" id="{82035089-D0DB-F117-4FDE-BCE329DC5849}"/>
                  </a:ext>
                </a:extLst>
              </p:cNvPr>
              <p:cNvSpPr/>
              <p:nvPr/>
            </p:nvSpPr>
            <p:spPr>
              <a:xfrm>
                <a:off x="3117124" y="5046625"/>
                <a:ext cx="22784" cy="15231"/>
              </a:xfrm>
              <a:custGeom>
                <a:avLst/>
                <a:gdLst>
                  <a:gd name="connsiteX0" fmla="*/ 684 w 22784"/>
                  <a:gd name="connsiteY0" fmla="*/ 11538 h 15231"/>
                  <a:gd name="connsiteX1" fmla="*/ 20961 w 22784"/>
                  <a:gd name="connsiteY1" fmla="*/ 125 h 15231"/>
                  <a:gd name="connsiteX2" fmla="*/ 22163 w 22784"/>
                  <a:gd name="connsiteY2" fmla="*/ 2453 h 15231"/>
                  <a:gd name="connsiteX3" fmla="*/ 2487 w 22784"/>
                  <a:gd name="connsiteY3" fmla="*/ 14841 h 15231"/>
                  <a:gd name="connsiteX4" fmla="*/ 684 w 22784"/>
                  <a:gd name="connsiteY4" fmla="*/ 11538 h 152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784" h="15231">
                    <a:moveTo>
                      <a:pt x="684" y="11538"/>
                    </a:moveTo>
                    <a:cubicBezTo>
                      <a:pt x="7218" y="7333"/>
                      <a:pt x="14202" y="4029"/>
                      <a:pt x="20961" y="125"/>
                    </a:cubicBezTo>
                    <a:cubicBezTo>
                      <a:pt x="22313" y="-626"/>
                      <a:pt x="23515" y="1552"/>
                      <a:pt x="22163" y="2453"/>
                    </a:cubicBezTo>
                    <a:cubicBezTo>
                      <a:pt x="15629" y="6657"/>
                      <a:pt x="9246" y="11162"/>
                      <a:pt x="2487" y="14841"/>
                    </a:cubicBezTo>
                    <a:cubicBezTo>
                      <a:pt x="684" y="16343"/>
                      <a:pt x="-1043" y="12739"/>
                      <a:pt x="684" y="1153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Content Placeholder 4">
                <a:extLst>
                  <a:ext uri="{FF2B5EF4-FFF2-40B4-BE49-F238E27FC236}">
                    <a16:creationId xmlns:a16="http://schemas.microsoft.com/office/drawing/2014/main" id="{66DF38A5-3B27-9B3A-7F5B-D8991B01C3DD}"/>
                  </a:ext>
                </a:extLst>
              </p:cNvPr>
              <p:cNvSpPr/>
              <p:nvPr/>
            </p:nvSpPr>
            <p:spPr>
              <a:xfrm>
                <a:off x="3254657" y="5144824"/>
                <a:ext cx="116929" cy="104370"/>
              </a:xfrm>
              <a:custGeom>
                <a:avLst/>
                <a:gdLst>
                  <a:gd name="connsiteX0" fmla="*/ 7568 w 116929"/>
                  <a:gd name="connsiteY0" fmla="*/ 1338 h 104370"/>
                  <a:gd name="connsiteX1" fmla="*/ 116087 w 116929"/>
                  <a:gd name="connsiteY1" fmla="*/ 100599 h 104370"/>
                  <a:gd name="connsiteX2" fmla="*/ 114285 w 116929"/>
                  <a:gd name="connsiteY2" fmla="*/ 104053 h 104370"/>
                  <a:gd name="connsiteX3" fmla="*/ 58486 w 116929"/>
                  <a:gd name="connsiteY3" fmla="*/ 63207 h 104370"/>
                  <a:gd name="connsiteX4" fmla="*/ 1410 w 116929"/>
                  <a:gd name="connsiteY4" fmla="*/ 8020 h 104370"/>
                  <a:gd name="connsiteX5" fmla="*/ 7568 w 116929"/>
                  <a:gd name="connsiteY5" fmla="*/ 1338 h 104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929" h="104370">
                    <a:moveTo>
                      <a:pt x="7568" y="1338"/>
                    </a:moveTo>
                    <a:cubicBezTo>
                      <a:pt x="42189" y="36477"/>
                      <a:pt x="75909" y="72518"/>
                      <a:pt x="116087" y="100599"/>
                    </a:cubicBezTo>
                    <a:cubicBezTo>
                      <a:pt x="118040" y="102026"/>
                      <a:pt x="116087" y="105330"/>
                      <a:pt x="114285" y="104053"/>
                    </a:cubicBezTo>
                    <a:cubicBezTo>
                      <a:pt x="94609" y="91972"/>
                      <a:pt x="75946" y="78307"/>
                      <a:pt x="58486" y="63207"/>
                    </a:cubicBezTo>
                    <a:cubicBezTo>
                      <a:pt x="38584" y="45863"/>
                      <a:pt x="20109" y="26716"/>
                      <a:pt x="1410" y="8020"/>
                    </a:cubicBezTo>
                    <a:cubicBezTo>
                      <a:pt x="-2871" y="3815"/>
                      <a:pt x="3362" y="-2942"/>
                      <a:pt x="7568" y="133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Content Placeholder 4">
                <a:extLst>
                  <a:ext uri="{FF2B5EF4-FFF2-40B4-BE49-F238E27FC236}">
                    <a16:creationId xmlns:a16="http://schemas.microsoft.com/office/drawing/2014/main" id="{4238047F-89FE-BFC4-C56B-5BA21EBE0B5C}"/>
                  </a:ext>
                </a:extLst>
              </p:cNvPr>
              <p:cNvSpPr/>
              <p:nvPr/>
            </p:nvSpPr>
            <p:spPr>
              <a:xfrm>
                <a:off x="3187189" y="5161441"/>
                <a:ext cx="161862" cy="90223"/>
              </a:xfrm>
              <a:custGeom>
                <a:avLst/>
                <a:gdLst>
                  <a:gd name="connsiteX0" fmla="*/ 1739 w 161862"/>
                  <a:gd name="connsiteY0" fmla="*/ 83608 h 90223"/>
                  <a:gd name="connsiteX1" fmla="*/ 81570 w 161862"/>
                  <a:gd name="connsiteY1" fmla="*/ 40734 h 90223"/>
                  <a:gd name="connsiteX2" fmla="*/ 159900 w 161862"/>
                  <a:gd name="connsiteY2" fmla="*/ 114 h 90223"/>
                  <a:gd name="connsiteX3" fmla="*/ 161176 w 161862"/>
                  <a:gd name="connsiteY3" fmla="*/ 2592 h 90223"/>
                  <a:gd name="connsiteX4" fmla="*/ 84424 w 161862"/>
                  <a:gd name="connsiteY4" fmla="*/ 46140 h 90223"/>
                  <a:gd name="connsiteX5" fmla="*/ 5044 w 161862"/>
                  <a:gd name="connsiteY5" fmla="*/ 89840 h 90223"/>
                  <a:gd name="connsiteX6" fmla="*/ 327 w 161862"/>
                  <a:gd name="connsiteY6" fmla="*/ 88210 h 90223"/>
                  <a:gd name="connsiteX7" fmla="*/ 1739 w 161862"/>
                  <a:gd name="connsiteY7" fmla="*/ 83608 h 90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1862" h="90223">
                    <a:moveTo>
                      <a:pt x="1739" y="83608"/>
                    </a:moveTo>
                    <a:cubicBezTo>
                      <a:pt x="27498" y="67915"/>
                      <a:pt x="54985" y="54625"/>
                      <a:pt x="81570" y="40734"/>
                    </a:cubicBezTo>
                    <a:cubicBezTo>
                      <a:pt x="108156" y="26844"/>
                      <a:pt x="134140" y="13478"/>
                      <a:pt x="159900" y="114"/>
                    </a:cubicBezTo>
                    <a:cubicBezTo>
                      <a:pt x="161327" y="-637"/>
                      <a:pt x="162678" y="1765"/>
                      <a:pt x="161176" y="2592"/>
                    </a:cubicBezTo>
                    <a:cubicBezTo>
                      <a:pt x="135740" y="17158"/>
                      <a:pt x="110161" y="31672"/>
                      <a:pt x="84424" y="46140"/>
                    </a:cubicBezTo>
                    <a:cubicBezTo>
                      <a:pt x="58214" y="61157"/>
                      <a:pt x="31854" y="76775"/>
                      <a:pt x="5044" y="89840"/>
                    </a:cubicBezTo>
                    <a:cubicBezTo>
                      <a:pt x="3294" y="90688"/>
                      <a:pt x="1176" y="89960"/>
                      <a:pt x="327" y="88210"/>
                    </a:cubicBezTo>
                    <a:cubicBezTo>
                      <a:pt x="-484" y="86543"/>
                      <a:pt x="132" y="84531"/>
                      <a:pt x="1739" y="8360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Content Placeholder 4">
                <a:extLst>
                  <a:ext uri="{FF2B5EF4-FFF2-40B4-BE49-F238E27FC236}">
                    <a16:creationId xmlns:a16="http://schemas.microsoft.com/office/drawing/2014/main" id="{EF5E2C66-41DB-DEB2-BBAE-413F181C73AF}"/>
                  </a:ext>
                </a:extLst>
              </p:cNvPr>
              <p:cNvSpPr/>
              <p:nvPr/>
            </p:nvSpPr>
            <p:spPr>
              <a:xfrm>
                <a:off x="3180757" y="5157182"/>
                <a:ext cx="64738" cy="65557"/>
              </a:xfrm>
              <a:custGeom>
                <a:avLst/>
                <a:gdLst>
                  <a:gd name="connsiteX0" fmla="*/ 6519 w 64738"/>
                  <a:gd name="connsiteY0" fmla="*/ 768 h 65557"/>
                  <a:gd name="connsiteX1" fmla="*/ 37835 w 64738"/>
                  <a:gd name="connsiteY1" fmla="*/ 30051 h 65557"/>
                  <a:gd name="connsiteX2" fmla="*/ 64571 w 64738"/>
                  <a:gd name="connsiteY2" fmla="*/ 63463 h 65557"/>
                  <a:gd name="connsiteX3" fmla="*/ 62844 w 64738"/>
                  <a:gd name="connsiteY3" fmla="*/ 65341 h 65557"/>
                  <a:gd name="connsiteX4" fmla="*/ 34381 w 64738"/>
                  <a:gd name="connsiteY4" fmla="*/ 38085 h 65557"/>
                  <a:gd name="connsiteX5" fmla="*/ 1337 w 64738"/>
                  <a:gd name="connsiteY5" fmla="*/ 8051 h 65557"/>
                  <a:gd name="connsiteX6" fmla="*/ 6519 w 64738"/>
                  <a:gd name="connsiteY6" fmla="*/ 768 h 655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4738" h="65557">
                    <a:moveTo>
                      <a:pt x="6519" y="768"/>
                    </a:moveTo>
                    <a:cubicBezTo>
                      <a:pt x="17551" y="9875"/>
                      <a:pt x="28005" y="19659"/>
                      <a:pt x="37835" y="30051"/>
                    </a:cubicBezTo>
                    <a:cubicBezTo>
                      <a:pt x="46997" y="39511"/>
                      <a:pt x="59464" y="50549"/>
                      <a:pt x="64571" y="63463"/>
                    </a:cubicBezTo>
                    <a:cubicBezTo>
                      <a:pt x="65097" y="64740"/>
                      <a:pt x="64045" y="66017"/>
                      <a:pt x="62844" y="65341"/>
                    </a:cubicBezTo>
                    <a:cubicBezTo>
                      <a:pt x="52179" y="59184"/>
                      <a:pt x="43317" y="46945"/>
                      <a:pt x="34381" y="38085"/>
                    </a:cubicBezTo>
                    <a:cubicBezTo>
                      <a:pt x="23716" y="27573"/>
                      <a:pt x="12376" y="17962"/>
                      <a:pt x="1337" y="8051"/>
                    </a:cubicBezTo>
                    <a:cubicBezTo>
                      <a:pt x="-2493" y="4597"/>
                      <a:pt x="2538" y="-2386"/>
                      <a:pt x="6519" y="76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6" name="Content Placeholder 4">
                <a:extLst>
                  <a:ext uri="{FF2B5EF4-FFF2-40B4-BE49-F238E27FC236}">
                    <a16:creationId xmlns:a16="http://schemas.microsoft.com/office/drawing/2014/main" id="{DED013BA-F9B5-84D1-FD6E-8A9613C65392}"/>
                  </a:ext>
                </a:extLst>
              </p:cNvPr>
              <p:cNvSpPr/>
              <p:nvPr/>
            </p:nvSpPr>
            <p:spPr>
              <a:xfrm>
                <a:off x="2955384" y="5272787"/>
                <a:ext cx="254384" cy="20014"/>
              </a:xfrm>
              <a:custGeom>
                <a:avLst/>
                <a:gdLst>
                  <a:gd name="connsiteX0" fmla="*/ 4714 w 254384"/>
                  <a:gd name="connsiteY0" fmla="*/ 5599 h 20014"/>
                  <a:gd name="connsiteX1" fmla="*/ 64794 w 254384"/>
                  <a:gd name="connsiteY1" fmla="*/ 8603 h 20014"/>
                  <a:gd name="connsiteX2" fmla="*/ 127953 w 254384"/>
                  <a:gd name="connsiteY2" fmla="*/ 4848 h 20014"/>
                  <a:gd name="connsiteX3" fmla="*/ 252469 w 254384"/>
                  <a:gd name="connsiteY3" fmla="*/ 2295 h 20014"/>
                  <a:gd name="connsiteX4" fmla="*/ 252469 w 254384"/>
                  <a:gd name="connsiteY4" fmla="*/ 6575 h 20014"/>
                  <a:gd name="connsiteX5" fmla="*/ 127953 w 254384"/>
                  <a:gd name="connsiteY5" fmla="*/ 14684 h 20014"/>
                  <a:gd name="connsiteX6" fmla="*/ 64794 w 254384"/>
                  <a:gd name="connsiteY6" fmla="*/ 19340 h 20014"/>
                  <a:gd name="connsiteX7" fmla="*/ 3512 w 254384"/>
                  <a:gd name="connsiteY7" fmla="*/ 15961 h 20014"/>
                  <a:gd name="connsiteX8" fmla="*/ 4714 w 254384"/>
                  <a:gd name="connsiteY8" fmla="*/ 5599 h 20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54384" h="20014">
                    <a:moveTo>
                      <a:pt x="4714" y="5599"/>
                    </a:moveTo>
                    <a:cubicBezTo>
                      <a:pt x="24766" y="6500"/>
                      <a:pt x="44592" y="8903"/>
                      <a:pt x="64794" y="8603"/>
                    </a:cubicBezTo>
                    <a:cubicBezTo>
                      <a:pt x="84996" y="8302"/>
                      <a:pt x="106925" y="6650"/>
                      <a:pt x="127953" y="4848"/>
                    </a:cubicBezTo>
                    <a:cubicBezTo>
                      <a:pt x="169408" y="1319"/>
                      <a:pt x="210563" y="-2660"/>
                      <a:pt x="252469" y="2295"/>
                    </a:cubicBezTo>
                    <a:cubicBezTo>
                      <a:pt x="254947" y="2295"/>
                      <a:pt x="255022" y="6575"/>
                      <a:pt x="252469" y="6575"/>
                    </a:cubicBezTo>
                    <a:cubicBezTo>
                      <a:pt x="210713" y="7101"/>
                      <a:pt x="169483" y="10480"/>
                      <a:pt x="127953" y="14684"/>
                    </a:cubicBezTo>
                    <a:cubicBezTo>
                      <a:pt x="106925" y="16786"/>
                      <a:pt x="85897" y="18664"/>
                      <a:pt x="64794" y="19340"/>
                    </a:cubicBezTo>
                    <a:cubicBezTo>
                      <a:pt x="44307" y="20849"/>
                      <a:pt x="23707" y="19707"/>
                      <a:pt x="3512" y="15961"/>
                    </a:cubicBezTo>
                    <a:cubicBezTo>
                      <a:pt x="-2045" y="14684"/>
                      <a:pt x="-618" y="5373"/>
                      <a:pt x="4714" y="559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7" name="Content Placeholder 4">
                <a:extLst>
                  <a:ext uri="{FF2B5EF4-FFF2-40B4-BE49-F238E27FC236}">
                    <a16:creationId xmlns:a16="http://schemas.microsoft.com/office/drawing/2014/main" id="{4EB8E18A-522F-6C45-6D25-03AED1E1266C}"/>
                  </a:ext>
                </a:extLst>
              </p:cNvPr>
              <p:cNvSpPr/>
              <p:nvPr/>
            </p:nvSpPr>
            <p:spPr>
              <a:xfrm>
                <a:off x="3242723" y="5085247"/>
                <a:ext cx="36754" cy="57692"/>
              </a:xfrm>
              <a:custGeom>
                <a:avLst/>
                <a:gdLst>
                  <a:gd name="connsiteX0" fmla="*/ 51 w 36754"/>
                  <a:gd name="connsiteY0" fmla="*/ 22172 h 57692"/>
                  <a:gd name="connsiteX1" fmla="*/ 8387 w 36754"/>
                  <a:gd name="connsiteY1" fmla="*/ 41694 h 57692"/>
                  <a:gd name="connsiteX2" fmla="*/ 10565 w 36754"/>
                  <a:gd name="connsiteY2" fmla="*/ 45072 h 57692"/>
                  <a:gd name="connsiteX3" fmla="*/ 11166 w 36754"/>
                  <a:gd name="connsiteY3" fmla="*/ 46124 h 57692"/>
                  <a:gd name="connsiteX4" fmla="*/ 19502 w 36754"/>
                  <a:gd name="connsiteY4" fmla="*/ 57612 h 57692"/>
                  <a:gd name="connsiteX5" fmla="*/ 19502 w 36754"/>
                  <a:gd name="connsiteY5" fmla="*/ 57612 h 57692"/>
                  <a:gd name="connsiteX6" fmla="*/ 19878 w 36754"/>
                  <a:gd name="connsiteY6" fmla="*/ 57612 h 57692"/>
                  <a:gd name="connsiteX7" fmla="*/ 20328 w 36754"/>
                  <a:gd name="connsiteY7" fmla="*/ 57612 h 57692"/>
                  <a:gd name="connsiteX8" fmla="*/ 21380 w 36754"/>
                  <a:gd name="connsiteY8" fmla="*/ 55810 h 57692"/>
                  <a:gd name="connsiteX9" fmla="*/ 24233 w 36754"/>
                  <a:gd name="connsiteY9" fmla="*/ 50854 h 57692"/>
                  <a:gd name="connsiteX10" fmla="*/ 25585 w 36754"/>
                  <a:gd name="connsiteY10" fmla="*/ 48827 h 57692"/>
                  <a:gd name="connsiteX11" fmla="*/ 29716 w 36754"/>
                  <a:gd name="connsiteY11" fmla="*/ 41769 h 57692"/>
                  <a:gd name="connsiteX12" fmla="*/ 31218 w 36754"/>
                  <a:gd name="connsiteY12" fmla="*/ 38841 h 57692"/>
                  <a:gd name="connsiteX13" fmla="*/ 36024 w 36754"/>
                  <a:gd name="connsiteY13" fmla="*/ 27128 h 57692"/>
                  <a:gd name="connsiteX14" fmla="*/ 24384 w 36754"/>
                  <a:gd name="connsiteY14" fmla="*/ 1374 h 57692"/>
                  <a:gd name="connsiteX15" fmla="*/ 5759 w 36754"/>
                  <a:gd name="connsiteY15" fmla="*/ 5202 h 57692"/>
                  <a:gd name="connsiteX16" fmla="*/ 51 w 36754"/>
                  <a:gd name="connsiteY16" fmla="*/ 22172 h 57692"/>
                  <a:gd name="connsiteX17" fmla="*/ 14245 w 36754"/>
                  <a:gd name="connsiteY17" fmla="*/ 29680 h 57692"/>
                  <a:gd name="connsiteX18" fmla="*/ 9063 w 36754"/>
                  <a:gd name="connsiteY18" fmla="*/ 19169 h 57692"/>
                  <a:gd name="connsiteX19" fmla="*/ 18676 w 36754"/>
                  <a:gd name="connsiteY19" fmla="*/ 8432 h 57692"/>
                  <a:gd name="connsiteX20" fmla="*/ 18676 w 36754"/>
                  <a:gd name="connsiteY20" fmla="*/ 8432 h 57692"/>
                  <a:gd name="connsiteX21" fmla="*/ 26186 w 36754"/>
                  <a:gd name="connsiteY21" fmla="*/ 12336 h 57692"/>
                  <a:gd name="connsiteX22" fmla="*/ 29040 w 36754"/>
                  <a:gd name="connsiteY22" fmla="*/ 21121 h 57692"/>
                  <a:gd name="connsiteX23" fmla="*/ 25360 w 36754"/>
                  <a:gd name="connsiteY23" fmla="*/ 27803 h 57692"/>
                  <a:gd name="connsiteX24" fmla="*/ 14245 w 36754"/>
                  <a:gd name="connsiteY24" fmla="*/ 29755 h 57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6754" h="57692">
                    <a:moveTo>
                      <a:pt x="51" y="22172"/>
                    </a:moveTo>
                    <a:cubicBezTo>
                      <a:pt x="1050" y="29305"/>
                      <a:pt x="3926" y="36040"/>
                      <a:pt x="8387" y="41694"/>
                    </a:cubicBezTo>
                    <a:cubicBezTo>
                      <a:pt x="9138" y="42820"/>
                      <a:pt x="9889" y="43946"/>
                      <a:pt x="10565" y="45072"/>
                    </a:cubicBezTo>
                    <a:lnTo>
                      <a:pt x="11166" y="46124"/>
                    </a:lnTo>
                    <a:cubicBezTo>
                      <a:pt x="13524" y="50239"/>
                      <a:pt x="16325" y="54090"/>
                      <a:pt x="19502" y="57612"/>
                    </a:cubicBezTo>
                    <a:lnTo>
                      <a:pt x="19502" y="57612"/>
                    </a:lnTo>
                    <a:lnTo>
                      <a:pt x="19878" y="57612"/>
                    </a:lnTo>
                    <a:cubicBezTo>
                      <a:pt x="20020" y="57679"/>
                      <a:pt x="20186" y="57679"/>
                      <a:pt x="20328" y="57612"/>
                    </a:cubicBezTo>
                    <a:lnTo>
                      <a:pt x="21380" y="55810"/>
                    </a:lnTo>
                    <a:cubicBezTo>
                      <a:pt x="22281" y="54158"/>
                      <a:pt x="23407" y="52281"/>
                      <a:pt x="24233" y="50854"/>
                    </a:cubicBezTo>
                    <a:lnTo>
                      <a:pt x="25585" y="48827"/>
                    </a:lnTo>
                    <a:cubicBezTo>
                      <a:pt x="27110" y="46567"/>
                      <a:pt x="28492" y="44209"/>
                      <a:pt x="29716" y="41769"/>
                    </a:cubicBezTo>
                    <a:lnTo>
                      <a:pt x="31218" y="38841"/>
                    </a:lnTo>
                    <a:cubicBezTo>
                      <a:pt x="33321" y="35162"/>
                      <a:pt x="34943" y="31227"/>
                      <a:pt x="36024" y="27128"/>
                    </a:cubicBezTo>
                    <a:cubicBezTo>
                      <a:pt x="38202" y="17141"/>
                      <a:pt x="35574" y="4602"/>
                      <a:pt x="24384" y="1374"/>
                    </a:cubicBezTo>
                    <a:cubicBezTo>
                      <a:pt x="17993" y="-1457"/>
                      <a:pt x="10513" y="82"/>
                      <a:pt x="5759" y="5202"/>
                    </a:cubicBezTo>
                    <a:cubicBezTo>
                      <a:pt x="1591" y="9828"/>
                      <a:pt x="-474" y="15970"/>
                      <a:pt x="51" y="22172"/>
                    </a:cubicBezTo>
                    <a:close/>
                    <a:moveTo>
                      <a:pt x="14245" y="29680"/>
                    </a:moveTo>
                    <a:cubicBezTo>
                      <a:pt x="10115" y="27983"/>
                      <a:pt x="7892" y="23478"/>
                      <a:pt x="9063" y="19169"/>
                    </a:cubicBezTo>
                    <a:cubicBezTo>
                      <a:pt x="9814" y="13612"/>
                      <a:pt x="13419" y="7906"/>
                      <a:pt x="18676" y="8432"/>
                    </a:cubicBezTo>
                    <a:lnTo>
                      <a:pt x="18676" y="8432"/>
                    </a:lnTo>
                    <a:cubicBezTo>
                      <a:pt x="21642" y="8536"/>
                      <a:pt x="24399" y="9970"/>
                      <a:pt x="26186" y="12336"/>
                    </a:cubicBezTo>
                    <a:cubicBezTo>
                      <a:pt x="28199" y="14806"/>
                      <a:pt x="29220" y="17937"/>
                      <a:pt x="29040" y="21121"/>
                    </a:cubicBezTo>
                    <a:cubicBezTo>
                      <a:pt x="28845" y="23778"/>
                      <a:pt x="27500" y="26219"/>
                      <a:pt x="25360" y="27803"/>
                    </a:cubicBezTo>
                    <a:cubicBezTo>
                      <a:pt x="22138" y="30093"/>
                      <a:pt x="18053" y="30807"/>
                      <a:pt x="14245" y="29755"/>
                    </a:cubicBezTo>
                    <a:close/>
                  </a:path>
                </a:pathLst>
              </a:custGeom>
              <a:solidFill>
                <a:srgbClr val="A84749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8" name="Content Placeholder 4">
                <a:extLst>
                  <a:ext uri="{FF2B5EF4-FFF2-40B4-BE49-F238E27FC236}">
                    <a16:creationId xmlns:a16="http://schemas.microsoft.com/office/drawing/2014/main" id="{AE5A8C77-EEC5-5E53-EF6A-15311C45D628}"/>
                  </a:ext>
                </a:extLst>
              </p:cNvPr>
              <p:cNvSpPr/>
              <p:nvPr/>
            </p:nvSpPr>
            <p:spPr>
              <a:xfrm>
                <a:off x="3068582" y="5221216"/>
                <a:ext cx="36957" cy="58476"/>
              </a:xfrm>
              <a:custGeom>
                <a:avLst/>
                <a:gdLst>
                  <a:gd name="connsiteX0" fmla="*/ 36 w 36957"/>
                  <a:gd name="connsiteY0" fmla="*/ 22481 h 58476"/>
                  <a:gd name="connsiteX1" fmla="*/ 8222 w 36957"/>
                  <a:gd name="connsiteY1" fmla="*/ 42228 h 58476"/>
                  <a:gd name="connsiteX2" fmla="*/ 10325 w 36957"/>
                  <a:gd name="connsiteY2" fmla="*/ 45682 h 58476"/>
                  <a:gd name="connsiteX3" fmla="*/ 11001 w 36957"/>
                  <a:gd name="connsiteY3" fmla="*/ 46733 h 58476"/>
                  <a:gd name="connsiteX4" fmla="*/ 19262 w 36957"/>
                  <a:gd name="connsiteY4" fmla="*/ 58446 h 58476"/>
                  <a:gd name="connsiteX5" fmla="*/ 19262 w 36957"/>
                  <a:gd name="connsiteY5" fmla="*/ 58446 h 58476"/>
                  <a:gd name="connsiteX6" fmla="*/ 19637 w 36957"/>
                  <a:gd name="connsiteY6" fmla="*/ 58446 h 58476"/>
                  <a:gd name="connsiteX7" fmla="*/ 20088 w 36957"/>
                  <a:gd name="connsiteY7" fmla="*/ 58446 h 58476"/>
                  <a:gd name="connsiteX8" fmla="*/ 21139 w 36957"/>
                  <a:gd name="connsiteY8" fmla="*/ 56569 h 58476"/>
                  <a:gd name="connsiteX9" fmla="*/ 24068 w 36957"/>
                  <a:gd name="connsiteY9" fmla="*/ 51539 h 58476"/>
                  <a:gd name="connsiteX10" fmla="*/ 25420 w 36957"/>
                  <a:gd name="connsiteY10" fmla="*/ 49436 h 58476"/>
                  <a:gd name="connsiteX11" fmla="*/ 29700 w 36957"/>
                  <a:gd name="connsiteY11" fmla="*/ 42378 h 58476"/>
                  <a:gd name="connsiteX12" fmla="*/ 31202 w 36957"/>
                  <a:gd name="connsiteY12" fmla="*/ 39375 h 58476"/>
                  <a:gd name="connsiteX13" fmla="*/ 36084 w 36957"/>
                  <a:gd name="connsiteY13" fmla="*/ 27512 h 58476"/>
                  <a:gd name="connsiteX14" fmla="*/ 24669 w 36957"/>
                  <a:gd name="connsiteY14" fmla="*/ 1382 h 58476"/>
                  <a:gd name="connsiteX15" fmla="*/ 5894 w 36957"/>
                  <a:gd name="connsiteY15" fmla="*/ 5287 h 58476"/>
                  <a:gd name="connsiteX16" fmla="*/ 36 w 36957"/>
                  <a:gd name="connsiteY16" fmla="*/ 22481 h 58476"/>
                  <a:gd name="connsiteX17" fmla="*/ 14155 w 36957"/>
                  <a:gd name="connsiteY17" fmla="*/ 29990 h 58476"/>
                  <a:gd name="connsiteX18" fmla="*/ 9123 w 36957"/>
                  <a:gd name="connsiteY18" fmla="*/ 19328 h 58476"/>
                  <a:gd name="connsiteX19" fmla="*/ 18886 w 36957"/>
                  <a:gd name="connsiteY19" fmla="*/ 8440 h 58476"/>
                  <a:gd name="connsiteX20" fmla="*/ 18886 w 36957"/>
                  <a:gd name="connsiteY20" fmla="*/ 8440 h 58476"/>
                  <a:gd name="connsiteX21" fmla="*/ 25945 w 36957"/>
                  <a:gd name="connsiteY21" fmla="*/ 12495 h 58476"/>
                  <a:gd name="connsiteX22" fmla="*/ 28799 w 36957"/>
                  <a:gd name="connsiteY22" fmla="*/ 21355 h 58476"/>
                  <a:gd name="connsiteX23" fmla="*/ 25044 w 36957"/>
                  <a:gd name="connsiteY23" fmla="*/ 28112 h 58476"/>
                  <a:gd name="connsiteX24" fmla="*/ 14155 w 36957"/>
                  <a:gd name="connsiteY24" fmla="*/ 30140 h 58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6957" h="58476">
                    <a:moveTo>
                      <a:pt x="36" y="22481"/>
                    </a:moveTo>
                    <a:cubicBezTo>
                      <a:pt x="937" y="29682"/>
                      <a:pt x="3768" y="36499"/>
                      <a:pt x="8222" y="42228"/>
                    </a:cubicBezTo>
                    <a:lnTo>
                      <a:pt x="10325" y="45682"/>
                    </a:lnTo>
                    <a:lnTo>
                      <a:pt x="11001" y="46733"/>
                    </a:lnTo>
                    <a:cubicBezTo>
                      <a:pt x="13329" y="50916"/>
                      <a:pt x="16100" y="54843"/>
                      <a:pt x="19262" y="58446"/>
                    </a:cubicBezTo>
                    <a:lnTo>
                      <a:pt x="19262" y="58446"/>
                    </a:lnTo>
                    <a:lnTo>
                      <a:pt x="19637" y="58446"/>
                    </a:lnTo>
                    <a:lnTo>
                      <a:pt x="20088" y="58446"/>
                    </a:lnTo>
                    <a:lnTo>
                      <a:pt x="21139" y="56569"/>
                    </a:lnTo>
                    <a:lnTo>
                      <a:pt x="24068" y="51539"/>
                    </a:lnTo>
                    <a:lnTo>
                      <a:pt x="25420" y="49436"/>
                    </a:lnTo>
                    <a:cubicBezTo>
                      <a:pt x="27012" y="47184"/>
                      <a:pt x="28439" y="44826"/>
                      <a:pt x="29700" y="42378"/>
                    </a:cubicBezTo>
                    <a:lnTo>
                      <a:pt x="31202" y="39375"/>
                    </a:lnTo>
                    <a:cubicBezTo>
                      <a:pt x="33365" y="35666"/>
                      <a:pt x="35010" y="31671"/>
                      <a:pt x="36084" y="27512"/>
                    </a:cubicBezTo>
                    <a:cubicBezTo>
                      <a:pt x="38487" y="17375"/>
                      <a:pt x="36084" y="4986"/>
                      <a:pt x="24669" y="1382"/>
                    </a:cubicBezTo>
                    <a:cubicBezTo>
                      <a:pt x="18218" y="-1478"/>
                      <a:pt x="10670" y="98"/>
                      <a:pt x="5894" y="5287"/>
                    </a:cubicBezTo>
                    <a:cubicBezTo>
                      <a:pt x="1681" y="9980"/>
                      <a:pt x="-437" y="16189"/>
                      <a:pt x="36" y="22481"/>
                    </a:cubicBezTo>
                    <a:close/>
                    <a:moveTo>
                      <a:pt x="14155" y="29990"/>
                    </a:moveTo>
                    <a:cubicBezTo>
                      <a:pt x="10039" y="28202"/>
                      <a:pt x="7884" y="23637"/>
                      <a:pt x="9123" y="19328"/>
                    </a:cubicBezTo>
                    <a:cubicBezTo>
                      <a:pt x="9874" y="13696"/>
                      <a:pt x="13554" y="7990"/>
                      <a:pt x="18886" y="8440"/>
                    </a:cubicBezTo>
                    <a:lnTo>
                      <a:pt x="18886" y="8440"/>
                    </a:lnTo>
                    <a:cubicBezTo>
                      <a:pt x="21717" y="8703"/>
                      <a:pt x="24293" y="10182"/>
                      <a:pt x="25945" y="12495"/>
                    </a:cubicBezTo>
                    <a:cubicBezTo>
                      <a:pt x="27996" y="14973"/>
                      <a:pt x="29017" y="18141"/>
                      <a:pt x="28799" y="21355"/>
                    </a:cubicBezTo>
                    <a:cubicBezTo>
                      <a:pt x="28574" y="24043"/>
                      <a:pt x="27207" y="26506"/>
                      <a:pt x="25044" y="28112"/>
                    </a:cubicBezTo>
                    <a:cubicBezTo>
                      <a:pt x="21867" y="30312"/>
                      <a:pt x="17910" y="31048"/>
                      <a:pt x="14155" y="30140"/>
                    </a:cubicBezTo>
                    <a:close/>
                  </a:path>
                </a:pathLst>
              </a:custGeom>
              <a:solidFill>
                <a:srgbClr val="A84749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9" name="Content Placeholder 4">
                <a:extLst>
                  <a:ext uri="{FF2B5EF4-FFF2-40B4-BE49-F238E27FC236}">
                    <a16:creationId xmlns:a16="http://schemas.microsoft.com/office/drawing/2014/main" id="{231E3850-D176-E679-8899-7DF896021108}"/>
                  </a:ext>
                </a:extLst>
              </p:cNvPr>
              <p:cNvSpPr/>
              <p:nvPr/>
            </p:nvSpPr>
            <p:spPr>
              <a:xfrm>
                <a:off x="3117462" y="5296231"/>
                <a:ext cx="102700" cy="75533"/>
              </a:xfrm>
              <a:custGeom>
                <a:avLst/>
                <a:gdLst>
                  <a:gd name="connsiteX0" fmla="*/ 97150 w 102700"/>
                  <a:gd name="connsiteY0" fmla="*/ 58966 h 75533"/>
                  <a:gd name="connsiteX1" fmla="*/ 69588 w 102700"/>
                  <a:gd name="connsiteY1" fmla="*/ 71280 h 75533"/>
                  <a:gd name="connsiteX2" fmla="*/ 49462 w 102700"/>
                  <a:gd name="connsiteY2" fmla="*/ 74884 h 75533"/>
                  <a:gd name="connsiteX3" fmla="*/ 39473 w 102700"/>
                  <a:gd name="connsiteY3" fmla="*/ 74884 h 75533"/>
                  <a:gd name="connsiteX4" fmla="*/ 30011 w 102700"/>
                  <a:gd name="connsiteY4" fmla="*/ 66700 h 75533"/>
                  <a:gd name="connsiteX5" fmla="*/ -29 w 102700"/>
                  <a:gd name="connsiteY5" fmla="*/ 1076 h 75533"/>
                  <a:gd name="connsiteX6" fmla="*/ 21149 w 102700"/>
                  <a:gd name="connsiteY6" fmla="*/ 2728 h 75533"/>
                  <a:gd name="connsiteX7" fmla="*/ 36169 w 102700"/>
                  <a:gd name="connsiteY7" fmla="*/ 17744 h 75533"/>
                  <a:gd name="connsiteX8" fmla="*/ 67636 w 102700"/>
                  <a:gd name="connsiteY8" fmla="*/ 24577 h 75533"/>
                  <a:gd name="connsiteX9" fmla="*/ 98201 w 102700"/>
                  <a:gd name="connsiteY9" fmla="*/ 34263 h 75533"/>
                  <a:gd name="connsiteX10" fmla="*/ 102332 w 102700"/>
                  <a:gd name="connsiteY10" fmla="*/ 41772 h 75533"/>
                  <a:gd name="connsiteX11" fmla="*/ 97150 w 102700"/>
                  <a:gd name="connsiteY11" fmla="*/ 58966 h 755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02700" h="75533">
                    <a:moveTo>
                      <a:pt x="97150" y="58966"/>
                    </a:moveTo>
                    <a:cubicBezTo>
                      <a:pt x="89527" y="65926"/>
                      <a:pt x="79862" y="70244"/>
                      <a:pt x="69588" y="71280"/>
                    </a:cubicBezTo>
                    <a:cubicBezTo>
                      <a:pt x="62905" y="72556"/>
                      <a:pt x="56221" y="73758"/>
                      <a:pt x="49462" y="74884"/>
                    </a:cubicBezTo>
                    <a:cubicBezTo>
                      <a:pt x="46180" y="75710"/>
                      <a:pt x="42748" y="75710"/>
                      <a:pt x="39473" y="74884"/>
                    </a:cubicBezTo>
                    <a:cubicBezTo>
                      <a:pt x="35613" y="73104"/>
                      <a:pt x="32331" y="70266"/>
                      <a:pt x="30011" y="66700"/>
                    </a:cubicBezTo>
                    <a:cubicBezTo>
                      <a:pt x="15306" y="47290"/>
                      <a:pt x="5055" y="24885"/>
                      <a:pt x="-29" y="1076"/>
                    </a:cubicBezTo>
                    <a:cubicBezTo>
                      <a:pt x="7008" y="-839"/>
                      <a:pt x="14495" y="-253"/>
                      <a:pt x="21149" y="2728"/>
                    </a:cubicBezTo>
                    <a:cubicBezTo>
                      <a:pt x="27232" y="6257"/>
                      <a:pt x="30912" y="13465"/>
                      <a:pt x="36169" y="17744"/>
                    </a:cubicBezTo>
                    <a:cubicBezTo>
                      <a:pt x="45031" y="25253"/>
                      <a:pt x="56821" y="24652"/>
                      <a:pt x="67636" y="24577"/>
                    </a:cubicBezTo>
                    <a:cubicBezTo>
                      <a:pt x="78450" y="24502"/>
                      <a:pt x="90616" y="25478"/>
                      <a:pt x="98201" y="34263"/>
                    </a:cubicBezTo>
                    <a:cubicBezTo>
                      <a:pt x="100177" y="36388"/>
                      <a:pt x="101596" y="38971"/>
                      <a:pt x="102332" y="41772"/>
                    </a:cubicBezTo>
                    <a:cubicBezTo>
                      <a:pt x="103511" y="48004"/>
                      <a:pt x="101581" y="54423"/>
                      <a:pt x="97150" y="58966"/>
                    </a:cubicBezTo>
                    <a:close/>
                  </a:path>
                </a:pathLst>
              </a:custGeom>
              <a:solidFill>
                <a:srgbClr val="B3CDDD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0" name="Content Placeholder 4">
                <a:extLst>
                  <a:ext uri="{FF2B5EF4-FFF2-40B4-BE49-F238E27FC236}">
                    <a16:creationId xmlns:a16="http://schemas.microsoft.com/office/drawing/2014/main" id="{3CF2FD87-04C1-EB7B-DE5A-A9E732CE5D84}"/>
                  </a:ext>
                </a:extLst>
              </p:cNvPr>
              <p:cNvSpPr/>
              <p:nvPr/>
            </p:nvSpPr>
            <p:spPr>
              <a:xfrm>
                <a:off x="3274346" y="5199622"/>
                <a:ext cx="43708" cy="31790"/>
              </a:xfrm>
              <a:custGeom>
                <a:avLst/>
                <a:gdLst>
                  <a:gd name="connsiteX0" fmla="*/ 23027 w 43708"/>
                  <a:gd name="connsiteY0" fmla="*/ 31761 h 31790"/>
                  <a:gd name="connsiteX1" fmla="*/ -29 w 43708"/>
                  <a:gd name="connsiteY1" fmla="*/ 8560 h 31790"/>
                  <a:gd name="connsiteX2" fmla="*/ 14991 w 43708"/>
                  <a:gd name="connsiteY2" fmla="*/ 1052 h 31790"/>
                  <a:gd name="connsiteX3" fmla="*/ 20022 w 43708"/>
                  <a:gd name="connsiteY3" fmla="*/ 0 h 31790"/>
                  <a:gd name="connsiteX4" fmla="*/ 23853 w 43708"/>
                  <a:gd name="connsiteY4" fmla="*/ 2178 h 31790"/>
                  <a:gd name="connsiteX5" fmla="*/ 43679 w 43708"/>
                  <a:gd name="connsiteY5" fmla="*/ 18171 h 317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708" h="31790">
                    <a:moveTo>
                      <a:pt x="23027" y="31761"/>
                    </a:moveTo>
                    <a:cubicBezTo>
                      <a:pt x="15517" y="24252"/>
                      <a:pt x="8007" y="16143"/>
                      <a:pt x="-29" y="8560"/>
                    </a:cubicBezTo>
                    <a:cubicBezTo>
                      <a:pt x="4852" y="5932"/>
                      <a:pt x="9809" y="3454"/>
                      <a:pt x="14991" y="1052"/>
                    </a:cubicBezTo>
                    <a:cubicBezTo>
                      <a:pt x="16530" y="225"/>
                      <a:pt x="18280" y="-142"/>
                      <a:pt x="20022" y="0"/>
                    </a:cubicBezTo>
                    <a:cubicBezTo>
                      <a:pt x="21457" y="413"/>
                      <a:pt x="22764" y="1157"/>
                      <a:pt x="23853" y="2178"/>
                    </a:cubicBezTo>
                    <a:cubicBezTo>
                      <a:pt x="30514" y="7186"/>
                      <a:pt x="37123" y="12517"/>
                      <a:pt x="43679" y="1817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1" name="Content Placeholder 4">
                <a:extLst>
                  <a:ext uri="{FF2B5EF4-FFF2-40B4-BE49-F238E27FC236}">
                    <a16:creationId xmlns:a16="http://schemas.microsoft.com/office/drawing/2014/main" id="{62C82BBF-DE26-2F4B-FAC8-3412D2778BFF}"/>
                  </a:ext>
                </a:extLst>
              </p:cNvPr>
              <p:cNvSpPr/>
              <p:nvPr/>
            </p:nvSpPr>
            <p:spPr>
              <a:xfrm>
                <a:off x="3318129" y="5239071"/>
                <a:ext cx="39127" cy="26129"/>
              </a:xfrm>
              <a:custGeom>
                <a:avLst/>
                <a:gdLst>
                  <a:gd name="connsiteX0" fmla="*/ 497 w 39127"/>
                  <a:gd name="connsiteY0" fmla="*/ 12660 h 26129"/>
                  <a:gd name="connsiteX1" fmla="*/ 23027 w 39127"/>
                  <a:gd name="connsiteY1" fmla="*/ -30 h 26129"/>
                  <a:gd name="connsiteX2" fmla="*/ 39098 w 39127"/>
                  <a:gd name="connsiteY2" fmla="*/ 15513 h 26129"/>
                  <a:gd name="connsiteX3" fmla="*/ 16042 w 39127"/>
                  <a:gd name="connsiteY3" fmla="*/ 26100 h 26129"/>
                  <a:gd name="connsiteX4" fmla="*/ 12212 w 39127"/>
                  <a:gd name="connsiteY4" fmla="*/ 22871 h 26129"/>
                  <a:gd name="connsiteX5" fmla="*/ -29 w 39127"/>
                  <a:gd name="connsiteY5" fmla="*/ 12660 h 261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127" h="26129">
                    <a:moveTo>
                      <a:pt x="497" y="12660"/>
                    </a:moveTo>
                    <a:cubicBezTo>
                      <a:pt x="8525" y="9431"/>
                      <a:pt x="16102" y="5166"/>
                      <a:pt x="23027" y="-30"/>
                    </a:cubicBezTo>
                    <a:cubicBezTo>
                      <a:pt x="28509" y="5076"/>
                      <a:pt x="33841" y="10182"/>
                      <a:pt x="39098" y="15513"/>
                    </a:cubicBezTo>
                    <a:cubicBezTo>
                      <a:pt x="31588" y="19267"/>
                      <a:pt x="24078" y="23021"/>
                      <a:pt x="16042" y="26100"/>
                    </a:cubicBezTo>
                    <a:lnTo>
                      <a:pt x="12212" y="22871"/>
                    </a:lnTo>
                    <a:cubicBezTo>
                      <a:pt x="8007" y="19642"/>
                      <a:pt x="3951" y="16263"/>
                      <a:pt x="-29" y="12660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2" name="Content Placeholder 4">
                <a:extLst>
                  <a:ext uri="{FF2B5EF4-FFF2-40B4-BE49-F238E27FC236}">
                    <a16:creationId xmlns:a16="http://schemas.microsoft.com/office/drawing/2014/main" id="{4D70E39C-A153-1242-9906-87FA116A430A}"/>
                  </a:ext>
                </a:extLst>
              </p:cNvPr>
              <p:cNvSpPr/>
              <p:nvPr/>
            </p:nvSpPr>
            <p:spPr>
              <a:xfrm>
                <a:off x="3299579" y="5220075"/>
                <a:ext cx="39802" cy="30334"/>
              </a:xfrm>
              <a:custGeom>
                <a:avLst/>
                <a:gdLst>
                  <a:gd name="connsiteX0" fmla="*/ 18220 w 39802"/>
                  <a:gd name="connsiteY0" fmla="*/ 28653 h 30334"/>
                  <a:gd name="connsiteX1" fmla="*/ 17319 w 39802"/>
                  <a:gd name="connsiteY1" fmla="*/ 30305 h 30334"/>
                  <a:gd name="connsiteX2" fmla="*/ -29 w 39802"/>
                  <a:gd name="connsiteY2" fmla="*/ 13561 h 30334"/>
                  <a:gd name="connsiteX3" fmla="*/ 20698 w 39802"/>
                  <a:gd name="connsiteY3" fmla="*/ -30 h 30334"/>
                  <a:gd name="connsiteX4" fmla="*/ 39774 w 39802"/>
                  <a:gd name="connsiteY4" fmla="*/ 16864 h 30334"/>
                  <a:gd name="connsiteX5" fmla="*/ 18220 w 39802"/>
                  <a:gd name="connsiteY5" fmla="*/ 28653 h 30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802" h="30334">
                    <a:moveTo>
                      <a:pt x="18220" y="28653"/>
                    </a:moveTo>
                    <a:cubicBezTo>
                      <a:pt x="17544" y="28901"/>
                      <a:pt x="17161" y="29606"/>
                      <a:pt x="17319" y="30305"/>
                    </a:cubicBezTo>
                    <a:cubicBezTo>
                      <a:pt x="11386" y="24898"/>
                      <a:pt x="5603" y="19267"/>
                      <a:pt x="-29" y="13561"/>
                    </a:cubicBezTo>
                    <a:lnTo>
                      <a:pt x="20698" y="-30"/>
                    </a:lnTo>
                    <a:cubicBezTo>
                      <a:pt x="27157" y="5452"/>
                      <a:pt x="33465" y="11083"/>
                      <a:pt x="39774" y="16864"/>
                    </a:cubicBezTo>
                    <a:cubicBezTo>
                      <a:pt x="33150" y="21745"/>
                      <a:pt x="25903" y="25710"/>
                      <a:pt x="18220" y="2865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3" name="Content Placeholder 4">
                <a:extLst>
                  <a:ext uri="{FF2B5EF4-FFF2-40B4-BE49-F238E27FC236}">
                    <a16:creationId xmlns:a16="http://schemas.microsoft.com/office/drawing/2014/main" id="{E791ED83-3830-B8F3-0331-2B3FF5CECAEB}"/>
                  </a:ext>
                </a:extLst>
              </p:cNvPr>
              <p:cNvSpPr/>
              <p:nvPr/>
            </p:nvSpPr>
            <p:spPr>
              <a:xfrm>
                <a:off x="3229886" y="5226457"/>
                <a:ext cx="40779" cy="37617"/>
              </a:xfrm>
              <a:custGeom>
                <a:avLst/>
                <a:gdLst>
                  <a:gd name="connsiteX0" fmla="*/ 17995 w 40779"/>
                  <a:gd name="connsiteY0" fmla="*/ 37588 h 37617"/>
                  <a:gd name="connsiteX1" fmla="*/ -29 w 40779"/>
                  <a:gd name="connsiteY1" fmla="*/ 14462 h 37617"/>
                  <a:gd name="connsiteX2" fmla="*/ 16568 w 40779"/>
                  <a:gd name="connsiteY2" fmla="*/ -30 h 37617"/>
                  <a:gd name="connsiteX3" fmla="*/ 40750 w 40779"/>
                  <a:gd name="connsiteY3" fmla="*/ 22496 h 376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0779" h="37617">
                    <a:moveTo>
                      <a:pt x="17995" y="37588"/>
                    </a:moveTo>
                    <a:cubicBezTo>
                      <a:pt x="11514" y="30259"/>
                      <a:pt x="5491" y="22541"/>
                      <a:pt x="-29" y="14462"/>
                    </a:cubicBezTo>
                    <a:cubicBezTo>
                      <a:pt x="5250" y="9348"/>
                      <a:pt x="10793" y="4513"/>
                      <a:pt x="16568" y="-30"/>
                    </a:cubicBezTo>
                    <a:cubicBezTo>
                      <a:pt x="24679" y="7426"/>
                      <a:pt x="32737" y="14934"/>
                      <a:pt x="40750" y="22496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4" name="Content Placeholder 4">
                <a:extLst>
                  <a:ext uri="{FF2B5EF4-FFF2-40B4-BE49-F238E27FC236}">
                    <a16:creationId xmlns:a16="http://schemas.microsoft.com/office/drawing/2014/main" id="{512FA608-A001-3B37-4F16-FCB468BC524E}"/>
                  </a:ext>
                </a:extLst>
              </p:cNvPr>
              <p:cNvSpPr/>
              <p:nvPr/>
            </p:nvSpPr>
            <p:spPr>
              <a:xfrm>
                <a:off x="3249938" y="5250709"/>
                <a:ext cx="51743" cy="34653"/>
              </a:xfrm>
              <a:custGeom>
                <a:avLst/>
                <a:gdLst>
                  <a:gd name="connsiteX0" fmla="*/ 22951 w 51743"/>
                  <a:gd name="connsiteY0" fmla="*/ -30 h 34653"/>
                  <a:gd name="connsiteX1" fmla="*/ 51715 w 51743"/>
                  <a:gd name="connsiteY1" fmla="*/ 26851 h 34653"/>
                  <a:gd name="connsiteX2" fmla="*/ 30912 w 51743"/>
                  <a:gd name="connsiteY2" fmla="*/ 33458 h 34653"/>
                  <a:gd name="connsiteX3" fmla="*/ 22426 w 51743"/>
                  <a:gd name="connsiteY3" fmla="*/ 34509 h 34653"/>
                  <a:gd name="connsiteX4" fmla="*/ 13489 w 51743"/>
                  <a:gd name="connsiteY4" fmla="*/ 28878 h 34653"/>
                  <a:gd name="connsiteX5" fmla="*/ -29 w 51743"/>
                  <a:gd name="connsiteY5" fmla="*/ 15362 h 34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1743" h="34653">
                    <a:moveTo>
                      <a:pt x="22951" y="-30"/>
                    </a:moveTo>
                    <a:lnTo>
                      <a:pt x="51715" y="26851"/>
                    </a:lnTo>
                    <a:cubicBezTo>
                      <a:pt x="44805" y="29178"/>
                      <a:pt x="37896" y="31431"/>
                      <a:pt x="30912" y="33458"/>
                    </a:cubicBezTo>
                    <a:cubicBezTo>
                      <a:pt x="28208" y="34471"/>
                      <a:pt x="25295" y="34832"/>
                      <a:pt x="22426" y="34509"/>
                    </a:cubicBezTo>
                    <a:cubicBezTo>
                      <a:pt x="18986" y="33481"/>
                      <a:pt x="15899" y="31536"/>
                      <a:pt x="13489" y="28878"/>
                    </a:cubicBezTo>
                    <a:cubicBezTo>
                      <a:pt x="8780" y="24621"/>
                      <a:pt x="4274" y="20115"/>
                      <a:pt x="-29" y="15362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5" name="Content Placeholder 4">
                <a:extLst>
                  <a:ext uri="{FF2B5EF4-FFF2-40B4-BE49-F238E27FC236}">
                    <a16:creationId xmlns:a16="http://schemas.microsoft.com/office/drawing/2014/main" id="{7E70A96B-AE12-136F-F34C-5E9F1FA22A0E}"/>
                  </a:ext>
                </a:extLst>
              </p:cNvPr>
              <p:cNvSpPr/>
              <p:nvPr/>
            </p:nvSpPr>
            <p:spPr>
              <a:xfrm>
                <a:off x="3248812" y="5209713"/>
                <a:ext cx="46111" cy="37542"/>
              </a:xfrm>
              <a:custGeom>
                <a:avLst/>
                <a:gdLst>
                  <a:gd name="connsiteX0" fmla="*/ 24303 w 46111"/>
                  <a:gd name="connsiteY0" fmla="*/ 37513 h 37542"/>
                  <a:gd name="connsiteX1" fmla="*/ -29 w 46111"/>
                  <a:gd name="connsiteY1" fmla="*/ 14987 h 37542"/>
                  <a:gd name="connsiteX2" fmla="*/ 22876 w 46111"/>
                  <a:gd name="connsiteY2" fmla="*/ -30 h 37542"/>
                  <a:gd name="connsiteX3" fmla="*/ 46082 w 46111"/>
                  <a:gd name="connsiteY3" fmla="*/ 23397 h 37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6111" h="37542">
                    <a:moveTo>
                      <a:pt x="24303" y="37513"/>
                    </a:moveTo>
                    <a:cubicBezTo>
                      <a:pt x="16192" y="30004"/>
                      <a:pt x="8157" y="22496"/>
                      <a:pt x="-29" y="14987"/>
                    </a:cubicBezTo>
                    <a:cubicBezTo>
                      <a:pt x="7255" y="9469"/>
                      <a:pt x="14908" y="4445"/>
                      <a:pt x="22876" y="-30"/>
                    </a:cubicBezTo>
                    <a:cubicBezTo>
                      <a:pt x="30386" y="7479"/>
                      <a:pt x="38347" y="15588"/>
                      <a:pt x="46082" y="2339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6" name="Content Placeholder 4">
                <a:extLst>
                  <a:ext uri="{FF2B5EF4-FFF2-40B4-BE49-F238E27FC236}">
                    <a16:creationId xmlns:a16="http://schemas.microsoft.com/office/drawing/2014/main" id="{128E571B-DBA4-C533-739C-DFFCC4B6B2C8}"/>
                  </a:ext>
                </a:extLst>
              </p:cNvPr>
              <p:cNvSpPr/>
              <p:nvPr/>
            </p:nvSpPr>
            <p:spPr>
              <a:xfrm>
                <a:off x="3275472" y="5235242"/>
                <a:ext cx="56324" cy="41596"/>
              </a:xfrm>
              <a:custGeom>
                <a:avLst/>
                <a:gdLst>
                  <a:gd name="connsiteX0" fmla="*/ 21599 w 56324"/>
                  <a:gd name="connsiteY0" fmla="*/ -30 h 41596"/>
                  <a:gd name="connsiteX1" fmla="*/ 27683 w 56324"/>
                  <a:gd name="connsiteY1" fmla="*/ 6052 h 41596"/>
                  <a:gd name="connsiteX2" fmla="*/ 48110 w 56324"/>
                  <a:gd name="connsiteY2" fmla="*/ 24748 h 41596"/>
                  <a:gd name="connsiteX3" fmla="*/ 56296 w 56324"/>
                  <a:gd name="connsiteY3" fmla="*/ 31131 h 41596"/>
                  <a:gd name="connsiteX4" fmla="*/ 29260 w 56324"/>
                  <a:gd name="connsiteY4" fmla="*/ 41567 h 41596"/>
                  <a:gd name="connsiteX5" fmla="*/ -29 w 56324"/>
                  <a:gd name="connsiteY5" fmla="*/ 14161 h 41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6324" h="41596">
                    <a:moveTo>
                      <a:pt x="21599" y="-30"/>
                    </a:moveTo>
                    <a:lnTo>
                      <a:pt x="27683" y="6052"/>
                    </a:lnTo>
                    <a:cubicBezTo>
                      <a:pt x="34291" y="12584"/>
                      <a:pt x="40975" y="18966"/>
                      <a:pt x="48110" y="24748"/>
                    </a:cubicBezTo>
                    <a:cubicBezTo>
                      <a:pt x="50813" y="26926"/>
                      <a:pt x="53517" y="29103"/>
                      <a:pt x="56296" y="31131"/>
                    </a:cubicBezTo>
                    <a:cubicBezTo>
                      <a:pt x="47359" y="34885"/>
                      <a:pt x="38347" y="38639"/>
                      <a:pt x="29260" y="41567"/>
                    </a:cubicBezTo>
                    <a:cubicBezTo>
                      <a:pt x="19422" y="32482"/>
                      <a:pt x="9734" y="23246"/>
                      <a:pt x="-29" y="1416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7" name="Content Placeholder 4">
                <a:extLst>
                  <a:ext uri="{FF2B5EF4-FFF2-40B4-BE49-F238E27FC236}">
                    <a16:creationId xmlns:a16="http://schemas.microsoft.com/office/drawing/2014/main" id="{8D91661F-DF8B-35AD-CB9C-B890C8B38DF9}"/>
                  </a:ext>
                </a:extLst>
              </p:cNvPr>
              <p:cNvSpPr/>
              <p:nvPr/>
            </p:nvSpPr>
            <p:spPr>
              <a:xfrm>
                <a:off x="3029219" y="5078616"/>
                <a:ext cx="88167" cy="54586"/>
              </a:xfrm>
              <a:custGeom>
                <a:avLst/>
                <a:gdLst>
                  <a:gd name="connsiteX0" fmla="*/ 19647 w 88167"/>
                  <a:gd name="connsiteY0" fmla="*/ 18366 h 54586"/>
                  <a:gd name="connsiteX1" fmla="*/ 51564 w 88167"/>
                  <a:gd name="connsiteY1" fmla="*/ 44720 h 54586"/>
                  <a:gd name="connsiteX2" fmla="*/ 52991 w 88167"/>
                  <a:gd name="connsiteY2" fmla="*/ 42093 h 54586"/>
                  <a:gd name="connsiteX3" fmla="*/ 22501 w 88167"/>
                  <a:gd name="connsiteY3" fmla="*/ 16864 h 54586"/>
                  <a:gd name="connsiteX4" fmla="*/ 41651 w 88167"/>
                  <a:gd name="connsiteY4" fmla="*/ 7253 h 54586"/>
                  <a:gd name="connsiteX5" fmla="*/ 69814 w 88167"/>
                  <a:gd name="connsiteY5" fmla="*/ 35185 h 54586"/>
                  <a:gd name="connsiteX6" fmla="*/ 71714 w 88167"/>
                  <a:gd name="connsiteY6" fmla="*/ 35868 h 54586"/>
                  <a:gd name="connsiteX7" fmla="*/ 72397 w 88167"/>
                  <a:gd name="connsiteY7" fmla="*/ 33968 h 54586"/>
                  <a:gd name="connsiteX8" fmla="*/ 72217 w 88167"/>
                  <a:gd name="connsiteY8" fmla="*/ 33683 h 54586"/>
                  <a:gd name="connsiteX9" fmla="*/ 44505 w 88167"/>
                  <a:gd name="connsiteY9" fmla="*/ 5827 h 54586"/>
                  <a:gd name="connsiteX10" fmla="*/ 56221 w 88167"/>
                  <a:gd name="connsiteY10" fmla="*/ -30 h 54586"/>
                  <a:gd name="connsiteX11" fmla="*/ 88138 w 88167"/>
                  <a:gd name="connsiteY11" fmla="*/ 28352 h 54586"/>
                  <a:gd name="connsiteX12" fmla="*/ 31663 w 88167"/>
                  <a:gd name="connsiteY12" fmla="*/ 54556 h 54586"/>
                  <a:gd name="connsiteX13" fmla="*/ -29 w 88167"/>
                  <a:gd name="connsiteY13" fmla="*/ 28277 h 545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8167" h="54586">
                    <a:moveTo>
                      <a:pt x="19647" y="18366"/>
                    </a:moveTo>
                    <a:cubicBezTo>
                      <a:pt x="30612" y="26550"/>
                      <a:pt x="40975" y="35860"/>
                      <a:pt x="51564" y="44720"/>
                    </a:cubicBezTo>
                    <a:cubicBezTo>
                      <a:pt x="52991" y="45922"/>
                      <a:pt x="54418" y="43294"/>
                      <a:pt x="52991" y="42093"/>
                    </a:cubicBezTo>
                    <a:cubicBezTo>
                      <a:pt x="42853" y="33683"/>
                      <a:pt x="33015" y="24748"/>
                      <a:pt x="22501" y="16864"/>
                    </a:cubicBezTo>
                    <a:lnTo>
                      <a:pt x="41651" y="7253"/>
                    </a:lnTo>
                    <a:cubicBezTo>
                      <a:pt x="52781" y="14626"/>
                      <a:pt x="62349" y="24117"/>
                      <a:pt x="69814" y="35185"/>
                    </a:cubicBezTo>
                    <a:cubicBezTo>
                      <a:pt x="70152" y="35898"/>
                      <a:pt x="71000" y="36206"/>
                      <a:pt x="71714" y="35868"/>
                    </a:cubicBezTo>
                    <a:cubicBezTo>
                      <a:pt x="72427" y="35530"/>
                      <a:pt x="72728" y="34682"/>
                      <a:pt x="72397" y="33968"/>
                    </a:cubicBezTo>
                    <a:cubicBezTo>
                      <a:pt x="72345" y="33863"/>
                      <a:pt x="72284" y="33773"/>
                      <a:pt x="72217" y="33683"/>
                    </a:cubicBezTo>
                    <a:cubicBezTo>
                      <a:pt x="64872" y="22691"/>
                      <a:pt x="55462" y="13230"/>
                      <a:pt x="44505" y="5827"/>
                    </a:cubicBezTo>
                    <a:lnTo>
                      <a:pt x="56221" y="-30"/>
                    </a:lnTo>
                    <a:lnTo>
                      <a:pt x="88138" y="28352"/>
                    </a:lnTo>
                    <a:cubicBezTo>
                      <a:pt x="70039" y="38714"/>
                      <a:pt x="50213" y="45246"/>
                      <a:pt x="31663" y="54556"/>
                    </a:cubicBezTo>
                    <a:lnTo>
                      <a:pt x="-29" y="28277"/>
                    </a:ln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8" name="Content Placeholder 4">
                <a:extLst>
                  <a:ext uri="{FF2B5EF4-FFF2-40B4-BE49-F238E27FC236}">
                    <a16:creationId xmlns:a16="http://schemas.microsoft.com/office/drawing/2014/main" id="{F92277F6-121D-03C0-3B1E-7696AE7C5B5E}"/>
                  </a:ext>
                </a:extLst>
              </p:cNvPr>
              <p:cNvSpPr/>
              <p:nvPr/>
            </p:nvSpPr>
            <p:spPr>
              <a:xfrm>
                <a:off x="3063390" y="5109100"/>
                <a:ext cx="69392" cy="43773"/>
              </a:xfrm>
              <a:custGeom>
                <a:avLst/>
                <a:gdLst>
                  <a:gd name="connsiteX0" fmla="*/ 56296 w 69392"/>
                  <a:gd name="connsiteY0" fmla="*/ -30 h 43773"/>
                  <a:gd name="connsiteX1" fmla="*/ 69363 w 69392"/>
                  <a:gd name="connsiteY1" fmla="*/ 11608 h 43773"/>
                  <a:gd name="connsiteX2" fmla="*/ 48786 w 69392"/>
                  <a:gd name="connsiteY2" fmla="*/ 25048 h 43773"/>
                  <a:gd name="connsiteX3" fmla="*/ 21224 w 69392"/>
                  <a:gd name="connsiteY3" fmla="*/ 43744 h 43773"/>
                  <a:gd name="connsiteX4" fmla="*/ -29 w 69392"/>
                  <a:gd name="connsiteY4" fmla="*/ 26100 h 43773"/>
                  <a:gd name="connsiteX5" fmla="*/ 56296 w 69392"/>
                  <a:gd name="connsiteY5" fmla="*/ -30 h 43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9392" h="43773">
                    <a:moveTo>
                      <a:pt x="56296" y="-30"/>
                    </a:moveTo>
                    <a:lnTo>
                      <a:pt x="69363" y="11608"/>
                    </a:lnTo>
                    <a:cubicBezTo>
                      <a:pt x="61981" y="15235"/>
                      <a:pt x="55072" y="19747"/>
                      <a:pt x="48786" y="25048"/>
                    </a:cubicBezTo>
                    <a:cubicBezTo>
                      <a:pt x="39924" y="31881"/>
                      <a:pt x="30612" y="37813"/>
                      <a:pt x="21224" y="43744"/>
                    </a:cubicBezTo>
                    <a:lnTo>
                      <a:pt x="-29" y="26100"/>
                    </a:lnTo>
                    <a:cubicBezTo>
                      <a:pt x="18520" y="16939"/>
                      <a:pt x="38347" y="10407"/>
                      <a:pt x="56296" y="-30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9" name="Content Placeholder 4">
                <a:extLst>
                  <a:ext uri="{FF2B5EF4-FFF2-40B4-BE49-F238E27FC236}">
                    <a16:creationId xmlns:a16="http://schemas.microsoft.com/office/drawing/2014/main" id="{7CAB5223-6F14-C2AD-F535-B684EDF24A73}"/>
                  </a:ext>
                </a:extLst>
              </p:cNvPr>
              <p:cNvSpPr/>
              <p:nvPr/>
            </p:nvSpPr>
            <p:spPr>
              <a:xfrm>
                <a:off x="3087197" y="5122990"/>
                <a:ext cx="75700" cy="41597"/>
              </a:xfrm>
              <a:custGeom>
                <a:avLst/>
                <a:gdLst>
                  <a:gd name="connsiteX0" fmla="*/ 23102 w 75700"/>
                  <a:gd name="connsiteY0" fmla="*/ 16339 h 41597"/>
                  <a:gd name="connsiteX1" fmla="*/ 48035 w 75700"/>
                  <a:gd name="connsiteY1" fmla="*/ -30 h 41597"/>
                  <a:gd name="connsiteX2" fmla="*/ 75672 w 75700"/>
                  <a:gd name="connsiteY2" fmla="*/ 24523 h 41597"/>
                  <a:gd name="connsiteX3" fmla="*/ 11536 w 75700"/>
                  <a:gd name="connsiteY3" fmla="*/ 41567 h 41597"/>
                  <a:gd name="connsiteX4" fmla="*/ -29 w 75700"/>
                  <a:gd name="connsiteY4" fmla="*/ 31956 h 41597"/>
                  <a:gd name="connsiteX5" fmla="*/ 23102 w 75700"/>
                  <a:gd name="connsiteY5" fmla="*/ 16339 h 41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5700" h="41597">
                    <a:moveTo>
                      <a:pt x="23102" y="16339"/>
                    </a:moveTo>
                    <a:cubicBezTo>
                      <a:pt x="30612" y="9754"/>
                      <a:pt x="39000" y="4243"/>
                      <a:pt x="48035" y="-30"/>
                    </a:cubicBezTo>
                    <a:lnTo>
                      <a:pt x="75672" y="24523"/>
                    </a:lnTo>
                    <a:lnTo>
                      <a:pt x="11536" y="41567"/>
                    </a:lnTo>
                    <a:lnTo>
                      <a:pt x="-29" y="31956"/>
                    </a:lnTo>
                    <a:cubicBezTo>
                      <a:pt x="7939" y="27143"/>
                      <a:pt x="15659" y="21932"/>
                      <a:pt x="23102" y="1633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0" name="Content Placeholder 4">
                <a:extLst>
                  <a:ext uri="{FF2B5EF4-FFF2-40B4-BE49-F238E27FC236}">
                    <a16:creationId xmlns:a16="http://schemas.microsoft.com/office/drawing/2014/main" id="{C963DE3C-CD44-16C0-0844-C6A9DEB53BC2}"/>
                  </a:ext>
                </a:extLst>
              </p:cNvPr>
              <p:cNvSpPr/>
              <p:nvPr/>
            </p:nvSpPr>
            <p:spPr>
              <a:xfrm>
                <a:off x="3239406" y="5142958"/>
                <a:ext cx="14748" cy="6387"/>
              </a:xfrm>
              <a:custGeom>
                <a:avLst/>
                <a:gdLst>
                  <a:gd name="connsiteX0" fmla="*/ 2693 w 14748"/>
                  <a:gd name="connsiteY0" fmla="*/ 6357 h 6387"/>
                  <a:gd name="connsiteX1" fmla="*/ -11 w 14748"/>
                  <a:gd name="connsiteY1" fmla="*/ 3955 h 6387"/>
                  <a:gd name="connsiteX2" fmla="*/ 2362 w 14748"/>
                  <a:gd name="connsiteY2" fmla="*/ 952 h 6387"/>
                  <a:gd name="connsiteX3" fmla="*/ 2392 w 14748"/>
                  <a:gd name="connsiteY3" fmla="*/ 952 h 6387"/>
                  <a:gd name="connsiteX4" fmla="*/ 11780 w 14748"/>
                  <a:gd name="connsiteY4" fmla="*/ -25 h 6387"/>
                  <a:gd name="connsiteX5" fmla="*/ 14709 w 14748"/>
                  <a:gd name="connsiteY5" fmla="*/ 2453 h 6387"/>
                  <a:gd name="connsiteX6" fmla="*/ 12246 w 14748"/>
                  <a:gd name="connsiteY6" fmla="*/ 5381 h 6387"/>
                  <a:gd name="connsiteX7" fmla="*/ 12231 w 14748"/>
                  <a:gd name="connsiteY7" fmla="*/ 5381 h 6387"/>
                  <a:gd name="connsiteX8" fmla="*/ 2993 w 14748"/>
                  <a:gd name="connsiteY8" fmla="*/ 6282 h 6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748" h="6387">
                    <a:moveTo>
                      <a:pt x="2693" y="6357"/>
                    </a:moveTo>
                    <a:cubicBezTo>
                      <a:pt x="1319" y="6335"/>
                      <a:pt x="177" y="5314"/>
                      <a:pt x="-11" y="3955"/>
                    </a:cubicBezTo>
                    <a:cubicBezTo>
                      <a:pt x="-183" y="2475"/>
                      <a:pt x="875" y="1132"/>
                      <a:pt x="2362" y="952"/>
                    </a:cubicBezTo>
                    <a:cubicBezTo>
                      <a:pt x="2370" y="952"/>
                      <a:pt x="2385" y="952"/>
                      <a:pt x="2392" y="952"/>
                    </a:cubicBezTo>
                    <a:lnTo>
                      <a:pt x="11780" y="-25"/>
                    </a:lnTo>
                    <a:cubicBezTo>
                      <a:pt x="13259" y="-115"/>
                      <a:pt x="14551" y="981"/>
                      <a:pt x="14709" y="2453"/>
                    </a:cubicBezTo>
                    <a:cubicBezTo>
                      <a:pt x="14837" y="3940"/>
                      <a:pt x="13740" y="5254"/>
                      <a:pt x="12246" y="5381"/>
                    </a:cubicBezTo>
                    <a:cubicBezTo>
                      <a:pt x="12246" y="5381"/>
                      <a:pt x="12238" y="5381"/>
                      <a:pt x="12231" y="5381"/>
                    </a:cubicBezTo>
                    <a:lnTo>
                      <a:pt x="2993" y="6282"/>
                    </a:ln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1" name="Content Placeholder 4">
                <a:extLst>
                  <a:ext uri="{FF2B5EF4-FFF2-40B4-BE49-F238E27FC236}">
                    <a16:creationId xmlns:a16="http://schemas.microsoft.com/office/drawing/2014/main" id="{5DBB8BFA-4948-727E-E441-8853B9191B80}"/>
                  </a:ext>
                </a:extLst>
              </p:cNvPr>
              <p:cNvSpPr/>
              <p:nvPr/>
            </p:nvSpPr>
            <p:spPr>
              <a:xfrm>
                <a:off x="3117806" y="5146965"/>
                <a:ext cx="107889" cy="98338"/>
              </a:xfrm>
              <a:custGeom>
                <a:avLst/>
                <a:gdLst>
                  <a:gd name="connsiteX0" fmla="*/ 52121 w 107889"/>
                  <a:gd name="connsiteY0" fmla="*/ 98309 h 98338"/>
                  <a:gd name="connsiteX1" fmla="*/ 50319 w 107889"/>
                  <a:gd name="connsiteY1" fmla="*/ 97558 h 98338"/>
                  <a:gd name="connsiteX2" fmla="*/ 828 w 107889"/>
                  <a:gd name="connsiteY2" fmla="*/ 51981 h 98338"/>
                  <a:gd name="connsiteX3" fmla="*/ 715 w 107889"/>
                  <a:gd name="connsiteY3" fmla="*/ 48114 h 98338"/>
                  <a:gd name="connsiteX4" fmla="*/ 4583 w 107889"/>
                  <a:gd name="connsiteY4" fmla="*/ 48002 h 98338"/>
                  <a:gd name="connsiteX5" fmla="*/ 53999 w 107889"/>
                  <a:gd name="connsiteY5" fmla="*/ 93578 h 98338"/>
                  <a:gd name="connsiteX6" fmla="*/ 53999 w 107889"/>
                  <a:gd name="connsiteY6" fmla="*/ 97407 h 98338"/>
                  <a:gd name="connsiteX7" fmla="*/ 52121 w 107889"/>
                  <a:gd name="connsiteY7" fmla="*/ 98309 h 98338"/>
                  <a:gd name="connsiteX8" fmla="*/ 39505 w 107889"/>
                  <a:gd name="connsiteY8" fmla="*/ 19920 h 98338"/>
                  <a:gd name="connsiteX9" fmla="*/ 36831 w 107889"/>
                  <a:gd name="connsiteY9" fmla="*/ 17187 h 98338"/>
                  <a:gd name="connsiteX10" fmla="*/ 38904 w 107889"/>
                  <a:gd name="connsiteY10" fmla="*/ 14589 h 98338"/>
                  <a:gd name="connsiteX11" fmla="*/ 87343 w 107889"/>
                  <a:gd name="connsiteY11" fmla="*/ 3777 h 98338"/>
                  <a:gd name="connsiteX12" fmla="*/ 104616 w 107889"/>
                  <a:gd name="connsiteY12" fmla="*/ 23 h 98338"/>
                  <a:gd name="connsiteX13" fmla="*/ 107808 w 107889"/>
                  <a:gd name="connsiteY13" fmla="*/ 2163 h 98338"/>
                  <a:gd name="connsiteX14" fmla="*/ 105668 w 107889"/>
                  <a:gd name="connsiteY14" fmla="*/ 5354 h 98338"/>
                  <a:gd name="connsiteX15" fmla="*/ 88470 w 107889"/>
                  <a:gd name="connsiteY15" fmla="*/ 9033 h 98338"/>
                  <a:gd name="connsiteX16" fmla="*/ 40030 w 107889"/>
                  <a:gd name="connsiteY16" fmla="*/ 19845 h 983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7889" h="98338">
                    <a:moveTo>
                      <a:pt x="52121" y="98309"/>
                    </a:moveTo>
                    <a:cubicBezTo>
                      <a:pt x="51453" y="98271"/>
                      <a:pt x="50815" y="98008"/>
                      <a:pt x="50319" y="97558"/>
                    </a:cubicBezTo>
                    <a:lnTo>
                      <a:pt x="828" y="51981"/>
                    </a:lnTo>
                    <a:cubicBezTo>
                      <a:pt x="-268" y="50945"/>
                      <a:pt x="-321" y="49211"/>
                      <a:pt x="715" y="48114"/>
                    </a:cubicBezTo>
                    <a:cubicBezTo>
                      <a:pt x="1752" y="47018"/>
                      <a:pt x="3487" y="46966"/>
                      <a:pt x="4583" y="48002"/>
                    </a:cubicBezTo>
                    <a:lnTo>
                      <a:pt x="53999" y="93578"/>
                    </a:lnTo>
                    <a:cubicBezTo>
                      <a:pt x="55020" y="94652"/>
                      <a:pt x="55020" y="96334"/>
                      <a:pt x="53999" y="97407"/>
                    </a:cubicBezTo>
                    <a:cubicBezTo>
                      <a:pt x="53518" y="97948"/>
                      <a:pt x="52842" y="98271"/>
                      <a:pt x="52121" y="98309"/>
                    </a:cubicBezTo>
                    <a:close/>
                    <a:moveTo>
                      <a:pt x="39505" y="19920"/>
                    </a:moveTo>
                    <a:cubicBezTo>
                      <a:pt x="38010" y="19905"/>
                      <a:pt x="36816" y="18681"/>
                      <a:pt x="36831" y="17187"/>
                    </a:cubicBezTo>
                    <a:cubicBezTo>
                      <a:pt x="36846" y="15948"/>
                      <a:pt x="37702" y="14882"/>
                      <a:pt x="38904" y="14589"/>
                    </a:cubicBezTo>
                    <a:lnTo>
                      <a:pt x="87343" y="3777"/>
                    </a:lnTo>
                    <a:cubicBezTo>
                      <a:pt x="93051" y="2501"/>
                      <a:pt x="98834" y="1149"/>
                      <a:pt x="104616" y="23"/>
                    </a:cubicBezTo>
                    <a:cubicBezTo>
                      <a:pt x="106088" y="-270"/>
                      <a:pt x="107515" y="691"/>
                      <a:pt x="107808" y="2163"/>
                    </a:cubicBezTo>
                    <a:cubicBezTo>
                      <a:pt x="108101" y="3635"/>
                      <a:pt x="107140" y="5061"/>
                      <a:pt x="105668" y="5354"/>
                    </a:cubicBezTo>
                    <a:cubicBezTo>
                      <a:pt x="99885" y="6480"/>
                      <a:pt x="94177" y="7756"/>
                      <a:pt x="88470" y="9033"/>
                    </a:cubicBezTo>
                    <a:lnTo>
                      <a:pt x="40030" y="19845"/>
                    </a:ln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2" name="Content Placeholder 4">
                <a:extLst>
                  <a:ext uri="{FF2B5EF4-FFF2-40B4-BE49-F238E27FC236}">
                    <a16:creationId xmlns:a16="http://schemas.microsoft.com/office/drawing/2014/main" id="{C4E9FF04-29DF-D1FE-9A62-7DCB60DF4310}"/>
                  </a:ext>
                </a:extLst>
              </p:cNvPr>
              <p:cNvSpPr/>
              <p:nvPr/>
            </p:nvSpPr>
            <p:spPr>
              <a:xfrm>
                <a:off x="3194735" y="5266849"/>
                <a:ext cx="15154" cy="12223"/>
              </a:xfrm>
              <a:custGeom>
                <a:avLst/>
                <a:gdLst>
                  <a:gd name="connsiteX0" fmla="*/ 11916 w 15154"/>
                  <a:gd name="connsiteY0" fmla="*/ 12137 h 12223"/>
                  <a:gd name="connsiteX1" fmla="*/ 11916 w 15154"/>
                  <a:gd name="connsiteY1" fmla="*/ 12137 h 12223"/>
                  <a:gd name="connsiteX2" fmla="*/ 2528 w 15154"/>
                  <a:gd name="connsiteY2" fmla="*/ 11687 h 12223"/>
                  <a:gd name="connsiteX3" fmla="*/ -25 w 15154"/>
                  <a:gd name="connsiteY3" fmla="*/ 8841 h 12223"/>
                  <a:gd name="connsiteX4" fmla="*/ -25 w 15154"/>
                  <a:gd name="connsiteY4" fmla="*/ 8833 h 12223"/>
                  <a:gd name="connsiteX5" fmla="*/ 2754 w 15154"/>
                  <a:gd name="connsiteY5" fmla="*/ 6280 h 12223"/>
                  <a:gd name="connsiteX6" fmla="*/ 4781 w 15154"/>
                  <a:gd name="connsiteY6" fmla="*/ 6280 h 12223"/>
                  <a:gd name="connsiteX7" fmla="*/ 2904 w 15154"/>
                  <a:gd name="connsiteY7" fmla="*/ 4629 h 12223"/>
                  <a:gd name="connsiteX8" fmla="*/ 2904 w 15154"/>
                  <a:gd name="connsiteY8" fmla="*/ 799 h 12223"/>
                  <a:gd name="connsiteX9" fmla="*/ 6621 w 15154"/>
                  <a:gd name="connsiteY9" fmla="*/ 687 h 12223"/>
                  <a:gd name="connsiteX10" fmla="*/ 6734 w 15154"/>
                  <a:gd name="connsiteY10" fmla="*/ 799 h 12223"/>
                  <a:gd name="connsiteX11" fmla="*/ 14244 w 15154"/>
                  <a:gd name="connsiteY11" fmla="*/ 7557 h 12223"/>
                  <a:gd name="connsiteX12" fmla="*/ 14920 w 15154"/>
                  <a:gd name="connsiteY12" fmla="*/ 10635 h 12223"/>
                  <a:gd name="connsiteX13" fmla="*/ 11916 w 15154"/>
                  <a:gd name="connsiteY13" fmla="*/ 12137 h 1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5154" h="12223">
                    <a:moveTo>
                      <a:pt x="11916" y="12137"/>
                    </a:moveTo>
                    <a:lnTo>
                      <a:pt x="11916" y="12137"/>
                    </a:lnTo>
                    <a:lnTo>
                      <a:pt x="2528" y="11687"/>
                    </a:lnTo>
                    <a:cubicBezTo>
                      <a:pt x="1034" y="11604"/>
                      <a:pt x="-108" y="10335"/>
                      <a:pt x="-25" y="8841"/>
                    </a:cubicBezTo>
                    <a:cubicBezTo>
                      <a:pt x="-25" y="8841"/>
                      <a:pt x="-25" y="8833"/>
                      <a:pt x="-25" y="8833"/>
                    </a:cubicBezTo>
                    <a:cubicBezTo>
                      <a:pt x="58" y="7369"/>
                      <a:pt x="1289" y="6235"/>
                      <a:pt x="2754" y="6280"/>
                    </a:cubicBezTo>
                    <a:lnTo>
                      <a:pt x="4781" y="6280"/>
                    </a:lnTo>
                    <a:lnTo>
                      <a:pt x="2904" y="4629"/>
                    </a:lnTo>
                    <a:cubicBezTo>
                      <a:pt x="1883" y="3555"/>
                      <a:pt x="1883" y="1873"/>
                      <a:pt x="2904" y="799"/>
                    </a:cubicBezTo>
                    <a:cubicBezTo>
                      <a:pt x="3895" y="-259"/>
                      <a:pt x="5562" y="-312"/>
                      <a:pt x="6621" y="687"/>
                    </a:cubicBezTo>
                    <a:cubicBezTo>
                      <a:pt x="6659" y="724"/>
                      <a:pt x="6696" y="762"/>
                      <a:pt x="6734" y="799"/>
                    </a:cubicBezTo>
                    <a:lnTo>
                      <a:pt x="14244" y="7557"/>
                    </a:lnTo>
                    <a:cubicBezTo>
                      <a:pt x="15085" y="8345"/>
                      <a:pt x="15355" y="9569"/>
                      <a:pt x="14920" y="10635"/>
                    </a:cubicBezTo>
                    <a:cubicBezTo>
                      <a:pt x="14387" y="11769"/>
                      <a:pt x="13147" y="12392"/>
                      <a:pt x="11916" y="12137"/>
                    </a:cubicBez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3" name="Content Placeholder 4">
                <a:extLst>
                  <a:ext uri="{FF2B5EF4-FFF2-40B4-BE49-F238E27FC236}">
                    <a16:creationId xmlns:a16="http://schemas.microsoft.com/office/drawing/2014/main" id="{BC5CB1E5-9483-94AD-BEF6-F4FB50B134A1}"/>
                  </a:ext>
                </a:extLst>
              </p:cNvPr>
              <p:cNvSpPr/>
              <p:nvPr/>
            </p:nvSpPr>
            <p:spPr>
              <a:xfrm>
                <a:off x="3126098" y="5273066"/>
                <a:ext cx="58653" cy="7677"/>
              </a:xfrm>
              <a:custGeom>
                <a:avLst/>
                <a:gdLst>
                  <a:gd name="connsiteX0" fmla="*/ 2674 w 58653"/>
                  <a:gd name="connsiteY0" fmla="*/ 7648 h 7677"/>
                  <a:gd name="connsiteX1" fmla="*/ -29 w 58653"/>
                  <a:gd name="connsiteY1" fmla="*/ 4945 h 7677"/>
                  <a:gd name="connsiteX2" fmla="*/ 2674 w 58653"/>
                  <a:gd name="connsiteY2" fmla="*/ 2242 h 7677"/>
                  <a:gd name="connsiteX3" fmla="*/ 55920 w 58653"/>
                  <a:gd name="connsiteY3" fmla="*/ -11 h 7677"/>
                  <a:gd name="connsiteX4" fmla="*/ 58624 w 58653"/>
                  <a:gd name="connsiteY4" fmla="*/ 2767 h 7677"/>
                  <a:gd name="connsiteX5" fmla="*/ 55920 w 58653"/>
                  <a:gd name="connsiteY5" fmla="*/ 5395 h 7677"/>
                  <a:gd name="connsiteX6" fmla="*/ 55920 w 58653"/>
                  <a:gd name="connsiteY6" fmla="*/ 5395 h 7677"/>
                  <a:gd name="connsiteX7" fmla="*/ 3350 w 58653"/>
                  <a:gd name="connsiteY7" fmla="*/ 7648 h 76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8653" h="7677">
                    <a:moveTo>
                      <a:pt x="2674" y="7648"/>
                    </a:moveTo>
                    <a:cubicBezTo>
                      <a:pt x="1180" y="7648"/>
                      <a:pt x="-29" y="6439"/>
                      <a:pt x="-29" y="4945"/>
                    </a:cubicBezTo>
                    <a:cubicBezTo>
                      <a:pt x="-29" y="3450"/>
                      <a:pt x="1180" y="2242"/>
                      <a:pt x="2674" y="2242"/>
                    </a:cubicBezTo>
                    <a:cubicBezTo>
                      <a:pt x="20375" y="590"/>
                      <a:pt x="38144" y="-161"/>
                      <a:pt x="55920" y="-11"/>
                    </a:cubicBezTo>
                    <a:cubicBezTo>
                      <a:pt x="57422" y="27"/>
                      <a:pt x="58624" y="1266"/>
                      <a:pt x="58624" y="2767"/>
                    </a:cubicBezTo>
                    <a:cubicBezTo>
                      <a:pt x="58586" y="4231"/>
                      <a:pt x="57385" y="5395"/>
                      <a:pt x="55920" y="5395"/>
                    </a:cubicBezTo>
                    <a:lnTo>
                      <a:pt x="55920" y="5395"/>
                    </a:lnTo>
                    <a:cubicBezTo>
                      <a:pt x="38369" y="5245"/>
                      <a:pt x="20826" y="6003"/>
                      <a:pt x="3350" y="7648"/>
                    </a:cubicBez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4" name="Content Placeholder 4">
                <a:extLst>
                  <a:ext uri="{FF2B5EF4-FFF2-40B4-BE49-F238E27FC236}">
                    <a16:creationId xmlns:a16="http://schemas.microsoft.com/office/drawing/2014/main" id="{5B3AA9FF-B477-8970-458B-B43FE8CC0B70}"/>
                  </a:ext>
                </a:extLst>
              </p:cNvPr>
              <p:cNvSpPr/>
              <p:nvPr/>
            </p:nvSpPr>
            <p:spPr>
              <a:xfrm>
                <a:off x="3108044" y="5275846"/>
                <a:ext cx="14766" cy="6624"/>
              </a:xfrm>
              <a:custGeom>
                <a:avLst/>
                <a:gdLst>
                  <a:gd name="connsiteX0" fmla="*/ 2704 w 14766"/>
                  <a:gd name="connsiteY0" fmla="*/ 6594 h 6624"/>
                  <a:gd name="connsiteX1" fmla="*/ 1 w 14766"/>
                  <a:gd name="connsiteY1" fmla="*/ 4192 h 6624"/>
                  <a:gd name="connsiteX2" fmla="*/ 2209 w 14766"/>
                  <a:gd name="connsiteY2" fmla="*/ 1204 h 6624"/>
                  <a:gd name="connsiteX3" fmla="*/ 2329 w 14766"/>
                  <a:gd name="connsiteY3" fmla="*/ 1189 h 6624"/>
                  <a:gd name="connsiteX4" fmla="*/ 11716 w 14766"/>
                  <a:gd name="connsiteY4" fmla="*/ -13 h 6624"/>
                  <a:gd name="connsiteX5" fmla="*/ 14720 w 14766"/>
                  <a:gd name="connsiteY5" fmla="*/ 2390 h 6624"/>
                  <a:gd name="connsiteX6" fmla="*/ 12317 w 14766"/>
                  <a:gd name="connsiteY6" fmla="*/ 5393 h 6624"/>
                  <a:gd name="connsiteX7" fmla="*/ 3005 w 14766"/>
                  <a:gd name="connsiteY7" fmla="*/ 6519 h 66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766" h="6624">
                    <a:moveTo>
                      <a:pt x="2704" y="6594"/>
                    </a:moveTo>
                    <a:cubicBezTo>
                      <a:pt x="1330" y="6572"/>
                      <a:pt x="189" y="5551"/>
                      <a:pt x="1" y="4192"/>
                    </a:cubicBezTo>
                    <a:cubicBezTo>
                      <a:pt x="-217" y="2758"/>
                      <a:pt x="774" y="1421"/>
                      <a:pt x="2209" y="1204"/>
                    </a:cubicBezTo>
                    <a:cubicBezTo>
                      <a:pt x="2246" y="1196"/>
                      <a:pt x="2291" y="1189"/>
                      <a:pt x="2329" y="1189"/>
                    </a:cubicBezTo>
                    <a:lnTo>
                      <a:pt x="11716" y="-13"/>
                    </a:lnTo>
                    <a:cubicBezTo>
                      <a:pt x="13211" y="-178"/>
                      <a:pt x="14555" y="896"/>
                      <a:pt x="14720" y="2390"/>
                    </a:cubicBezTo>
                    <a:cubicBezTo>
                      <a:pt x="14886" y="3884"/>
                      <a:pt x="13812" y="5228"/>
                      <a:pt x="12317" y="5393"/>
                    </a:cubicBezTo>
                    <a:lnTo>
                      <a:pt x="3005" y="6519"/>
                    </a:ln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5" name="Content Placeholder 4">
                <a:extLst>
                  <a:ext uri="{FF2B5EF4-FFF2-40B4-BE49-F238E27FC236}">
                    <a16:creationId xmlns:a16="http://schemas.microsoft.com/office/drawing/2014/main" id="{5A18F9A0-2025-56C5-F321-C1EB7C158932}"/>
                  </a:ext>
                </a:extLst>
              </p:cNvPr>
              <p:cNvSpPr/>
              <p:nvPr/>
            </p:nvSpPr>
            <p:spPr>
              <a:xfrm>
                <a:off x="2944028" y="4973322"/>
                <a:ext cx="734976" cy="432381"/>
              </a:xfrm>
              <a:custGeom>
                <a:avLst/>
                <a:gdLst>
                  <a:gd name="connsiteX0" fmla="*/ 724188 w 734976"/>
                  <a:gd name="connsiteY0" fmla="*/ 10883 h 432381"/>
                  <a:gd name="connsiteX1" fmla="*/ 724188 w 734976"/>
                  <a:gd name="connsiteY1" fmla="*/ 38213 h 432381"/>
                  <a:gd name="connsiteX2" fmla="*/ 729670 w 734976"/>
                  <a:gd name="connsiteY2" fmla="*/ 294402 h 432381"/>
                  <a:gd name="connsiteX3" fmla="*/ 734702 w 734976"/>
                  <a:gd name="connsiteY3" fmla="*/ 368660 h 432381"/>
                  <a:gd name="connsiteX4" fmla="*/ 733425 w 734976"/>
                  <a:gd name="connsiteY4" fmla="*/ 428203 h 432381"/>
                  <a:gd name="connsiteX5" fmla="*/ 639550 w 734976"/>
                  <a:gd name="connsiteY5" fmla="*/ 429028 h 432381"/>
                  <a:gd name="connsiteX6" fmla="*/ 544699 w 734976"/>
                  <a:gd name="connsiteY6" fmla="*/ 428503 h 432381"/>
                  <a:gd name="connsiteX7" fmla="*/ 105364 w 734976"/>
                  <a:gd name="connsiteY7" fmla="*/ 426025 h 432381"/>
                  <a:gd name="connsiteX8" fmla="*/ 37024 w 734976"/>
                  <a:gd name="connsiteY8" fmla="*/ 426025 h 432381"/>
                  <a:gd name="connsiteX9" fmla="*/ 8861 w 734976"/>
                  <a:gd name="connsiteY9" fmla="*/ 422421 h 432381"/>
                  <a:gd name="connsiteX10" fmla="*/ 1351 w 734976"/>
                  <a:gd name="connsiteY10" fmla="*/ 358899 h 432381"/>
                  <a:gd name="connsiteX11" fmla="*/ 3454 w 734976"/>
                  <a:gd name="connsiteY11" fmla="*/ 71626 h 432381"/>
                  <a:gd name="connsiteX12" fmla="*/ 750 w 734976"/>
                  <a:gd name="connsiteY12" fmla="*/ 1272 h 432381"/>
                  <a:gd name="connsiteX13" fmla="*/ 54146 w 734976"/>
                  <a:gd name="connsiteY13" fmla="*/ 1272 h 432381"/>
                  <a:gd name="connsiteX14" fmla="*/ 438958 w 734976"/>
                  <a:gd name="connsiteY14" fmla="*/ 6828 h 432381"/>
                  <a:gd name="connsiteX15" fmla="*/ 612589 w 734976"/>
                  <a:gd name="connsiteY15" fmla="*/ 9306 h 432381"/>
                  <a:gd name="connsiteX16" fmla="*/ 699855 w 734976"/>
                  <a:gd name="connsiteY16" fmla="*/ 10507 h 432381"/>
                  <a:gd name="connsiteX17" fmla="*/ 724188 w 734976"/>
                  <a:gd name="connsiteY17" fmla="*/ 10883 h 432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734976" h="432381">
                    <a:moveTo>
                      <a:pt x="724188" y="10883"/>
                    </a:moveTo>
                    <a:cubicBezTo>
                      <a:pt x="724188" y="10883"/>
                      <a:pt x="724188" y="25374"/>
                      <a:pt x="724188" y="38213"/>
                    </a:cubicBezTo>
                    <a:cubicBezTo>
                      <a:pt x="722934" y="123306"/>
                      <a:pt x="724766" y="208708"/>
                      <a:pt x="729670" y="294402"/>
                    </a:cubicBezTo>
                    <a:cubicBezTo>
                      <a:pt x="731097" y="319180"/>
                      <a:pt x="732749" y="343882"/>
                      <a:pt x="734702" y="368660"/>
                    </a:cubicBezTo>
                    <a:cubicBezTo>
                      <a:pt x="735678" y="381800"/>
                      <a:pt x="733425" y="428203"/>
                      <a:pt x="733425" y="428203"/>
                    </a:cubicBezTo>
                    <a:cubicBezTo>
                      <a:pt x="718405" y="436987"/>
                      <a:pt x="659151" y="429104"/>
                      <a:pt x="639550" y="429028"/>
                    </a:cubicBezTo>
                    <a:lnTo>
                      <a:pt x="544699" y="428503"/>
                    </a:lnTo>
                    <a:lnTo>
                      <a:pt x="105364" y="426025"/>
                    </a:lnTo>
                    <a:lnTo>
                      <a:pt x="37024" y="426025"/>
                    </a:lnTo>
                    <a:cubicBezTo>
                      <a:pt x="29063" y="426025"/>
                      <a:pt x="14494" y="427977"/>
                      <a:pt x="8861" y="422421"/>
                    </a:cubicBezTo>
                    <a:cubicBezTo>
                      <a:pt x="1351" y="414912"/>
                      <a:pt x="1351" y="368285"/>
                      <a:pt x="1351" y="358899"/>
                    </a:cubicBezTo>
                    <a:cubicBezTo>
                      <a:pt x="1351" y="258436"/>
                      <a:pt x="7960" y="171638"/>
                      <a:pt x="3454" y="71626"/>
                    </a:cubicBezTo>
                    <a:cubicBezTo>
                      <a:pt x="2402" y="48575"/>
                      <a:pt x="-1728" y="24173"/>
                      <a:pt x="750" y="1272"/>
                    </a:cubicBezTo>
                    <a:cubicBezTo>
                      <a:pt x="17122" y="-1656"/>
                      <a:pt x="37249" y="1272"/>
                      <a:pt x="54146" y="1272"/>
                    </a:cubicBezTo>
                    <a:lnTo>
                      <a:pt x="438958" y="6828"/>
                    </a:lnTo>
                    <a:lnTo>
                      <a:pt x="612589" y="9306"/>
                    </a:lnTo>
                    <a:cubicBezTo>
                      <a:pt x="641127" y="9306"/>
                      <a:pt x="671092" y="8480"/>
                      <a:pt x="699855" y="10507"/>
                    </a:cubicBezTo>
                    <a:cubicBezTo>
                      <a:pt x="708567" y="10657"/>
                      <a:pt x="720508" y="8855"/>
                      <a:pt x="724188" y="10883"/>
                    </a:cubicBezTo>
                    <a:close/>
                  </a:path>
                </a:pathLst>
              </a:custGeom>
              <a:solidFill>
                <a:srgbClr val="EDF3F4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6" name="Content Placeholder 4">
                <a:extLst>
                  <a:ext uri="{FF2B5EF4-FFF2-40B4-BE49-F238E27FC236}">
                    <a16:creationId xmlns:a16="http://schemas.microsoft.com/office/drawing/2014/main" id="{BF33485A-B135-2881-635B-C662D33F0134}"/>
                  </a:ext>
                </a:extLst>
              </p:cNvPr>
              <p:cNvSpPr/>
              <p:nvPr/>
            </p:nvSpPr>
            <p:spPr>
              <a:xfrm>
                <a:off x="2953876" y="4981951"/>
                <a:ext cx="715428" cy="409251"/>
              </a:xfrm>
              <a:custGeom>
                <a:avLst/>
                <a:gdLst>
                  <a:gd name="connsiteX0" fmla="*/ 699845 w 715428"/>
                  <a:gd name="connsiteY0" fmla="*/ 5933 h 409251"/>
                  <a:gd name="connsiteX1" fmla="*/ 699845 w 715428"/>
                  <a:gd name="connsiteY1" fmla="*/ 31762 h 409251"/>
                  <a:gd name="connsiteX2" fmla="*/ 708782 w 715428"/>
                  <a:gd name="connsiteY2" fmla="*/ 275937 h 409251"/>
                  <a:gd name="connsiteX3" fmla="*/ 714865 w 715428"/>
                  <a:gd name="connsiteY3" fmla="*/ 347642 h 409251"/>
                  <a:gd name="connsiteX4" fmla="*/ 714865 w 715428"/>
                  <a:gd name="connsiteY4" fmla="*/ 405382 h 409251"/>
                  <a:gd name="connsiteX5" fmla="*/ 621215 w 715428"/>
                  <a:gd name="connsiteY5" fmla="*/ 405382 h 409251"/>
                  <a:gd name="connsiteX6" fmla="*/ 527115 w 715428"/>
                  <a:gd name="connsiteY6" fmla="*/ 404256 h 409251"/>
                  <a:gd name="connsiteX7" fmla="*/ 99046 w 715428"/>
                  <a:gd name="connsiteY7" fmla="*/ 399225 h 409251"/>
                  <a:gd name="connsiteX8" fmla="*/ 33483 w 715428"/>
                  <a:gd name="connsiteY8" fmla="*/ 398475 h 409251"/>
                  <a:gd name="connsiteX9" fmla="*/ 6598 w 715428"/>
                  <a:gd name="connsiteY9" fmla="*/ 394870 h 409251"/>
                  <a:gd name="connsiteX10" fmla="*/ -11 w 715428"/>
                  <a:gd name="connsiteY10" fmla="*/ 334803 h 409251"/>
                  <a:gd name="connsiteX11" fmla="*/ 5321 w 715428"/>
                  <a:gd name="connsiteY11" fmla="*/ 66226 h 409251"/>
                  <a:gd name="connsiteX12" fmla="*/ 3669 w 715428"/>
                  <a:gd name="connsiteY12" fmla="*/ 1277 h 409251"/>
                  <a:gd name="connsiteX13" fmla="*/ 53986 w 715428"/>
                  <a:gd name="connsiteY13" fmla="*/ 827 h 409251"/>
                  <a:gd name="connsiteX14" fmla="*/ 421450 w 715428"/>
                  <a:gd name="connsiteY14" fmla="*/ 3379 h 409251"/>
                  <a:gd name="connsiteX15" fmla="*/ 590274 w 715428"/>
                  <a:gd name="connsiteY15" fmla="*/ 4581 h 409251"/>
                  <a:gd name="connsiteX16" fmla="*/ 675888 w 715428"/>
                  <a:gd name="connsiteY16" fmla="*/ 5182 h 409251"/>
                  <a:gd name="connsiteX17" fmla="*/ 699845 w 715428"/>
                  <a:gd name="connsiteY17" fmla="*/ 5933 h 40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715428" h="409251">
                    <a:moveTo>
                      <a:pt x="699845" y="5933"/>
                    </a:moveTo>
                    <a:cubicBezTo>
                      <a:pt x="699845" y="5933"/>
                      <a:pt x="699845" y="19598"/>
                      <a:pt x="699845" y="31762"/>
                    </a:cubicBezTo>
                    <a:cubicBezTo>
                      <a:pt x="699845" y="112500"/>
                      <a:pt x="702827" y="193892"/>
                      <a:pt x="708782" y="275937"/>
                    </a:cubicBezTo>
                    <a:cubicBezTo>
                      <a:pt x="710584" y="299738"/>
                      <a:pt x="712612" y="323690"/>
                      <a:pt x="714865" y="347642"/>
                    </a:cubicBezTo>
                    <a:cubicBezTo>
                      <a:pt x="716067" y="360332"/>
                      <a:pt x="714865" y="405382"/>
                      <a:pt x="714865" y="405382"/>
                    </a:cubicBezTo>
                    <a:cubicBezTo>
                      <a:pt x="699845" y="413792"/>
                      <a:pt x="640742" y="405833"/>
                      <a:pt x="621215" y="405382"/>
                    </a:cubicBezTo>
                    <a:lnTo>
                      <a:pt x="527115" y="404256"/>
                    </a:lnTo>
                    <a:lnTo>
                      <a:pt x="99046" y="399225"/>
                    </a:lnTo>
                    <a:lnTo>
                      <a:pt x="33483" y="398475"/>
                    </a:lnTo>
                    <a:cubicBezTo>
                      <a:pt x="25973" y="398475"/>
                      <a:pt x="11629" y="400201"/>
                      <a:pt x="6598" y="394870"/>
                    </a:cubicBezTo>
                    <a:cubicBezTo>
                      <a:pt x="-236" y="387362"/>
                      <a:pt x="-86" y="343587"/>
                      <a:pt x="-11" y="334803"/>
                    </a:cubicBezTo>
                    <a:cubicBezTo>
                      <a:pt x="890" y="240271"/>
                      <a:pt x="8475" y="159105"/>
                      <a:pt x="5321" y="66226"/>
                    </a:cubicBezTo>
                    <a:cubicBezTo>
                      <a:pt x="4645" y="44901"/>
                      <a:pt x="1040" y="22451"/>
                      <a:pt x="3669" y="1277"/>
                    </a:cubicBezTo>
                    <a:cubicBezTo>
                      <a:pt x="20401" y="-300"/>
                      <a:pt x="37231" y="-449"/>
                      <a:pt x="53986" y="827"/>
                    </a:cubicBezTo>
                    <a:lnTo>
                      <a:pt x="421450" y="3379"/>
                    </a:lnTo>
                    <a:lnTo>
                      <a:pt x="590274" y="4581"/>
                    </a:lnTo>
                    <a:cubicBezTo>
                      <a:pt x="618212" y="4581"/>
                      <a:pt x="647576" y="3379"/>
                      <a:pt x="675888" y="5182"/>
                    </a:cubicBezTo>
                    <a:cubicBezTo>
                      <a:pt x="684450" y="5933"/>
                      <a:pt x="696165" y="4206"/>
                      <a:pt x="699845" y="5933"/>
                    </a:cubicBezTo>
                    <a:close/>
                  </a:path>
                </a:pathLst>
              </a:custGeom>
              <a:solidFill>
                <a:schemeClr val="tx1">
                  <a:lumMod val="60000"/>
                  <a:lumOff val="40000"/>
                </a:schemeClr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7" name="Content Placeholder 4">
                <a:extLst>
                  <a:ext uri="{FF2B5EF4-FFF2-40B4-BE49-F238E27FC236}">
                    <a16:creationId xmlns:a16="http://schemas.microsoft.com/office/drawing/2014/main" id="{89BCBFEF-BE5B-BB2C-7A5F-F9D04B5BA4B8}"/>
                  </a:ext>
                </a:extLst>
              </p:cNvPr>
              <p:cNvSpPr/>
              <p:nvPr/>
            </p:nvSpPr>
            <p:spPr>
              <a:xfrm>
                <a:off x="2964451" y="5015408"/>
                <a:ext cx="366081" cy="367295"/>
              </a:xfrm>
              <a:custGeom>
                <a:avLst/>
                <a:gdLst>
                  <a:gd name="connsiteX0" fmla="*/ 13446 w 366081"/>
                  <a:gd name="connsiteY0" fmla="*/ 33294 h 367295"/>
                  <a:gd name="connsiteX1" fmla="*/ 95680 w 366081"/>
                  <a:gd name="connsiteY1" fmla="*/ 123020 h 367295"/>
                  <a:gd name="connsiteX2" fmla="*/ 134657 w 366081"/>
                  <a:gd name="connsiteY2" fmla="*/ 158761 h 367295"/>
                  <a:gd name="connsiteX3" fmla="*/ 136084 w 366081"/>
                  <a:gd name="connsiteY3" fmla="*/ 158235 h 367295"/>
                  <a:gd name="connsiteX4" fmla="*/ 300553 w 366081"/>
                  <a:gd name="connsiteY4" fmla="*/ 124973 h 367295"/>
                  <a:gd name="connsiteX5" fmla="*/ 334198 w 366081"/>
                  <a:gd name="connsiteY5" fmla="*/ 115512 h 367295"/>
                  <a:gd name="connsiteX6" fmla="*/ 335324 w 366081"/>
                  <a:gd name="connsiteY6" fmla="*/ 74215 h 367295"/>
                  <a:gd name="connsiteX7" fmla="*/ 284632 w 366081"/>
                  <a:gd name="connsiteY7" fmla="*/ 2210 h 367295"/>
                  <a:gd name="connsiteX8" fmla="*/ 286359 w 366081"/>
                  <a:gd name="connsiteY8" fmla="*/ 407 h 367295"/>
                  <a:gd name="connsiteX9" fmla="*/ 341783 w 366081"/>
                  <a:gd name="connsiteY9" fmla="*/ 73540 h 367295"/>
                  <a:gd name="connsiteX10" fmla="*/ 347716 w 366081"/>
                  <a:gd name="connsiteY10" fmla="*/ 106577 h 367295"/>
                  <a:gd name="connsiteX11" fmla="*/ 326838 w 366081"/>
                  <a:gd name="connsiteY11" fmla="*/ 127826 h 367295"/>
                  <a:gd name="connsiteX12" fmla="*/ 284482 w 366081"/>
                  <a:gd name="connsiteY12" fmla="*/ 137287 h 367295"/>
                  <a:gd name="connsiteX13" fmla="*/ 235967 w 366081"/>
                  <a:gd name="connsiteY13" fmla="*/ 147648 h 367295"/>
                  <a:gd name="connsiteX14" fmla="*/ 144120 w 366081"/>
                  <a:gd name="connsiteY14" fmla="*/ 166945 h 367295"/>
                  <a:gd name="connsiteX15" fmla="*/ 188279 w 366081"/>
                  <a:gd name="connsiteY15" fmla="*/ 203886 h 367295"/>
                  <a:gd name="connsiteX16" fmla="*/ 284482 w 366081"/>
                  <a:gd name="connsiteY16" fmla="*/ 280097 h 367295"/>
                  <a:gd name="connsiteX17" fmla="*/ 365740 w 366081"/>
                  <a:gd name="connsiteY17" fmla="*/ 363591 h 367295"/>
                  <a:gd name="connsiteX18" fmla="*/ 362285 w 366081"/>
                  <a:gd name="connsiteY18" fmla="*/ 366519 h 367295"/>
                  <a:gd name="connsiteX19" fmla="*/ 273517 w 366081"/>
                  <a:gd name="connsiteY19" fmla="*/ 287831 h 367295"/>
                  <a:gd name="connsiteX20" fmla="*/ 176413 w 366081"/>
                  <a:gd name="connsiteY20" fmla="*/ 213272 h 367295"/>
                  <a:gd name="connsiteX21" fmla="*/ 1806 w 366081"/>
                  <a:gd name="connsiteY21" fmla="*/ 45158 h 367295"/>
                  <a:gd name="connsiteX22" fmla="*/ 13446 w 366081"/>
                  <a:gd name="connsiteY22" fmla="*/ 33294 h 367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66081" h="367295">
                    <a:moveTo>
                      <a:pt x="13446" y="33294"/>
                    </a:moveTo>
                    <a:cubicBezTo>
                      <a:pt x="39093" y="64770"/>
                      <a:pt x="66549" y="94728"/>
                      <a:pt x="95680" y="123020"/>
                    </a:cubicBezTo>
                    <a:cubicBezTo>
                      <a:pt x="108372" y="135259"/>
                      <a:pt x="121440" y="147123"/>
                      <a:pt x="134657" y="158761"/>
                    </a:cubicBezTo>
                    <a:cubicBezTo>
                      <a:pt x="135085" y="158483"/>
                      <a:pt x="135574" y="158303"/>
                      <a:pt x="136084" y="158235"/>
                    </a:cubicBezTo>
                    <a:cubicBezTo>
                      <a:pt x="191155" y="146972"/>
                      <a:pt x="245978" y="135882"/>
                      <a:pt x="300553" y="124973"/>
                    </a:cubicBezTo>
                    <a:cubicBezTo>
                      <a:pt x="311668" y="122720"/>
                      <a:pt x="324435" y="122044"/>
                      <a:pt x="334198" y="115512"/>
                    </a:cubicBezTo>
                    <a:cubicBezTo>
                      <a:pt x="347265" y="106727"/>
                      <a:pt x="341332" y="86004"/>
                      <a:pt x="335324" y="74215"/>
                    </a:cubicBezTo>
                    <a:cubicBezTo>
                      <a:pt x="321040" y="48477"/>
                      <a:pt x="304045" y="24337"/>
                      <a:pt x="284632" y="2210"/>
                    </a:cubicBezTo>
                    <a:cubicBezTo>
                      <a:pt x="283580" y="933"/>
                      <a:pt x="285233" y="-869"/>
                      <a:pt x="286359" y="407"/>
                    </a:cubicBezTo>
                    <a:cubicBezTo>
                      <a:pt x="308040" y="22182"/>
                      <a:pt x="326688" y="46780"/>
                      <a:pt x="341783" y="73540"/>
                    </a:cubicBezTo>
                    <a:cubicBezTo>
                      <a:pt x="347521" y="83534"/>
                      <a:pt x="349616" y="95209"/>
                      <a:pt x="347716" y="106577"/>
                    </a:cubicBezTo>
                    <a:cubicBezTo>
                      <a:pt x="345253" y="116991"/>
                      <a:pt x="337209" y="125175"/>
                      <a:pt x="326838" y="127826"/>
                    </a:cubicBezTo>
                    <a:cubicBezTo>
                      <a:pt x="312937" y="131880"/>
                      <a:pt x="298788" y="135041"/>
                      <a:pt x="284482" y="137287"/>
                    </a:cubicBezTo>
                    <a:lnTo>
                      <a:pt x="235967" y="147648"/>
                    </a:lnTo>
                    <a:cubicBezTo>
                      <a:pt x="205379" y="154158"/>
                      <a:pt x="174761" y="160585"/>
                      <a:pt x="144120" y="166945"/>
                    </a:cubicBezTo>
                    <a:cubicBezTo>
                      <a:pt x="158689" y="179506"/>
                      <a:pt x="173409" y="191820"/>
                      <a:pt x="188279" y="203886"/>
                    </a:cubicBezTo>
                    <a:cubicBezTo>
                      <a:pt x="220046" y="229640"/>
                      <a:pt x="252264" y="254719"/>
                      <a:pt x="284482" y="280097"/>
                    </a:cubicBezTo>
                    <a:cubicBezTo>
                      <a:pt x="314522" y="303524"/>
                      <a:pt x="347040" y="327626"/>
                      <a:pt x="365740" y="363591"/>
                    </a:cubicBezTo>
                    <a:cubicBezTo>
                      <a:pt x="367016" y="366069"/>
                      <a:pt x="364088" y="368547"/>
                      <a:pt x="362285" y="366519"/>
                    </a:cubicBezTo>
                    <a:cubicBezTo>
                      <a:pt x="335437" y="337357"/>
                      <a:pt x="305697" y="310987"/>
                      <a:pt x="273517" y="287831"/>
                    </a:cubicBezTo>
                    <a:cubicBezTo>
                      <a:pt x="240849" y="263278"/>
                      <a:pt x="208255" y="238726"/>
                      <a:pt x="176413" y="213272"/>
                    </a:cubicBezTo>
                    <a:cubicBezTo>
                      <a:pt x="113930" y="163341"/>
                      <a:pt x="51296" y="109655"/>
                      <a:pt x="1806" y="45158"/>
                    </a:cubicBezTo>
                    <a:cubicBezTo>
                      <a:pt x="-4353" y="36748"/>
                      <a:pt x="6387" y="25035"/>
                      <a:pt x="13446" y="33294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8" name="Content Placeholder 4">
                <a:extLst>
                  <a:ext uri="{FF2B5EF4-FFF2-40B4-BE49-F238E27FC236}">
                    <a16:creationId xmlns:a16="http://schemas.microsoft.com/office/drawing/2014/main" id="{BDE153EC-09CD-9BC7-8154-36910D571111}"/>
                  </a:ext>
                </a:extLst>
              </p:cNvPr>
              <p:cNvSpPr/>
              <p:nvPr/>
            </p:nvSpPr>
            <p:spPr>
              <a:xfrm>
                <a:off x="2965020" y="5220927"/>
                <a:ext cx="179740" cy="20703"/>
              </a:xfrm>
              <a:custGeom>
                <a:avLst/>
                <a:gdLst>
                  <a:gd name="connsiteX0" fmla="*/ 3715 w 179740"/>
                  <a:gd name="connsiteY0" fmla="*/ 9705 h 20703"/>
                  <a:gd name="connsiteX1" fmla="*/ 47949 w 179740"/>
                  <a:gd name="connsiteY1" fmla="*/ 5800 h 20703"/>
                  <a:gd name="connsiteX2" fmla="*/ 93985 w 179740"/>
                  <a:gd name="connsiteY2" fmla="*/ 4974 h 20703"/>
                  <a:gd name="connsiteX3" fmla="*/ 139496 w 179740"/>
                  <a:gd name="connsiteY3" fmla="*/ 4974 h 20703"/>
                  <a:gd name="connsiteX4" fmla="*/ 178398 w 179740"/>
                  <a:gd name="connsiteY4" fmla="*/ 1070 h 20703"/>
                  <a:gd name="connsiteX5" fmla="*/ 177947 w 179740"/>
                  <a:gd name="connsiteY5" fmla="*/ 4899 h 20703"/>
                  <a:gd name="connsiteX6" fmla="*/ 137393 w 179740"/>
                  <a:gd name="connsiteY6" fmla="*/ 12408 h 20703"/>
                  <a:gd name="connsiteX7" fmla="*/ 93985 w 179740"/>
                  <a:gd name="connsiteY7" fmla="*/ 14735 h 20703"/>
                  <a:gd name="connsiteX8" fmla="*/ 50953 w 179740"/>
                  <a:gd name="connsiteY8" fmla="*/ 16988 h 20703"/>
                  <a:gd name="connsiteX9" fmla="*/ 5067 w 179740"/>
                  <a:gd name="connsiteY9" fmla="*/ 20667 h 20703"/>
                  <a:gd name="connsiteX10" fmla="*/ 3715 w 179740"/>
                  <a:gd name="connsiteY10" fmla="*/ 9705 h 20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79740" h="20703">
                    <a:moveTo>
                      <a:pt x="3715" y="9705"/>
                    </a:moveTo>
                    <a:cubicBezTo>
                      <a:pt x="18345" y="7355"/>
                      <a:pt x="33132" y="6048"/>
                      <a:pt x="47949" y="5800"/>
                    </a:cubicBezTo>
                    <a:cubicBezTo>
                      <a:pt x="63270" y="4997"/>
                      <a:pt x="78612" y="4726"/>
                      <a:pt x="93985" y="4974"/>
                    </a:cubicBezTo>
                    <a:cubicBezTo>
                      <a:pt x="109141" y="5875"/>
                      <a:pt x="124341" y="5875"/>
                      <a:pt x="139496" y="4974"/>
                    </a:cubicBezTo>
                    <a:cubicBezTo>
                      <a:pt x="152714" y="3773"/>
                      <a:pt x="165030" y="-2534"/>
                      <a:pt x="178398" y="1070"/>
                    </a:cubicBezTo>
                    <a:cubicBezTo>
                      <a:pt x="180425" y="1520"/>
                      <a:pt x="179975" y="5049"/>
                      <a:pt x="177947" y="4899"/>
                    </a:cubicBezTo>
                    <a:cubicBezTo>
                      <a:pt x="164129" y="3848"/>
                      <a:pt x="150986" y="10681"/>
                      <a:pt x="137393" y="12408"/>
                    </a:cubicBezTo>
                    <a:cubicBezTo>
                      <a:pt x="122974" y="13932"/>
                      <a:pt x="108487" y="14713"/>
                      <a:pt x="93985" y="14735"/>
                    </a:cubicBezTo>
                    <a:cubicBezTo>
                      <a:pt x="79664" y="15336"/>
                      <a:pt x="65320" y="16087"/>
                      <a:pt x="50953" y="16988"/>
                    </a:cubicBezTo>
                    <a:cubicBezTo>
                      <a:pt x="35933" y="17964"/>
                      <a:pt x="20312" y="20517"/>
                      <a:pt x="5067" y="20667"/>
                    </a:cubicBezTo>
                    <a:cubicBezTo>
                      <a:pt x="-791" y="20967"/>
                      <a:pt x="-2067" y="10906"/>
                      <a:pt x="3715" y="9705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9" name="Content Placeholder 4">
                <a:extLst>
                  <a:ext uri="{FF2B5EF4-FFF2-40B4-BE49-F238E27FC236}">
                    <a16:creationId xmlns:a16="http://schemas.microsoft.com/office/drawing/2014/main" id="{75D305D7-92C6-BBA6-7F04-C283D4E72AC0}"/>
                  </a:ext>
                </a:extLst>
              </p:cNvPr>
              <p:cNvSpPr/>
              <p:nvPr/>
            </p:nvSpPr>
            <p:spPr>
              <a:xfrm>
                <a:off x="2960609" y="5282893"/>
                <a:ext cx="188845" cy="92968"/>
              </a:xfrm>
              <a:custGeom>
                <a:avLst/>
                <a:gdLst>
                  <a:gd name="connsiteX0" fmla="*/ 103878 w 188845"/>
                  <a:gd name="connsiteY0" fmla="*/ 4202 h 92968"/>
                  <a:gd name="connsiteX1" fmla="*/ 122578 w 188845"/>
                  <a:gd name="connsiteY1" fmla="*/ 148 h 92968"/>
                  <a:gd name="connsiteX2" fmla="*/ 172144 w 188845"/>
                  <a:gd name="connsiteY2" fmla="*/ 27779 h 92968"/>
                  <a:gd name="connsiteX3" fmla="*/ 188817 w 188845"/>
                  <a:gd name="connsiteY3" fmla="*/ 87847 h 92968"/>
                  <a:gd name="connsiteX4" fmla="*/ 136247 w 188845"/>
                  <a:gd name="connsiteY4" fmla="*/ 91226 h 92968"/>
                  <a:gd name="connsiteX5" fmla="*/ 45075 w 188845"/>
                  <a:gd name="connsiteY5" fmla="*/ 87847 h 92968"/>
                  <a:gd name="connsiteX6" fmla="*/ 14059 w 188845"/>
                  <a:gd name="connsiteY6" fmla="*/ 72004 h 92968"/>
                  <a:gd name="connsiteX7" fmla="*/ 691 w 188845"/>
                  <a:gd name="connsiteY7" fmla="*/ 5479 h 92968"/>
                  <a:gd name="connsiteX8" fmla="*/ 54688 w 188845"/>
                  <a:gd name="connsiteY8" fmla="*/ 6755 h 92968"/>
                  <a:gd name="connsiteX9" fmla="*/ 103878 w 188845"/>
                  <a:gd name="connsiteY9" fmla="*/ 4202 h 92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8845" h="92968">
                    <a:moveTo>
                      <a:pt x="103878" y="4202"/>
                    </a:moveTo>
                    <a:cubicBezTo>
                      <a:pt x="110007" y="2416"/>
                      <a:pt x="116255" y="1057"/>
                      <a:pt x="122578" y="148"/>
                    </a:cubicBezTo>
                    <a:cubicBezTo>
                      <a:pt x="141654" y="-1654"/>
                      <a:pt x="160654" y="10435"/>
                      <a:pt x="172144" y="27779"/>
                    </a:cubicBezTo>
                    <a:cubicBezTo>
                      <a:pt x="183056" y="45912"/>
                      <a:pt x="188824" y="66681"/>
                      <a:pt x="188817" y="87847"/>
                    </a:cubicBezTo>
                    <a:lnTo>
                      <a:pt x="136247" y="91226"/>
                    </a:lnTo>
                    <a:cubicBezTo>
                      <a:pt x="106207" y="93103"/>
                      <a:pt x="74965" y="94980"/>
                      <a:pt x="45075" y="87847"/>
                    </a:cubicBezTo>
                    <a:cubicBezTo>
                      <a:pt x="33367" y="85827"/>
                      <a:pt x="22553" y="80301"/>
                      <a:pt x="14059" y="72004"/>
                    </a:cubicBezTo>
                    <a:cubicBezTo>
                      <a:pt x="-961" y="55410"/>
                      <a:pt x="-961" y="28755"/>
                      <a:pt x="691" y="5479"/>
                    </a:cubicBezTo>
                    <a:lnTo>
                      <a:pt x="54688" y="6755"/>
                    </a:lnTo>
                    <a:cubicBezTo>
                      <a:pt x="71127" y="7919"/>
                      <a:pt x="87649" y="7056"/>
                      <a:pt x="103878" y="4202"/>
                    </a:cubicBezTo>
                    <a:close/>
                  </a:path>
                </a:pathLst>
              </a:custGeom>
              <a:solidFill>
                <a:srgbClr val="9FB18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0" name="Content Placeholder 4">
                <a:extLst>
                  <a:ext uri="{FF2B5EF4-FFF2-40B4-BE49-F238E27FC236}">
                    <a16:creationId xmlns:a16="http://schemas.microsoft.com/office/drawing/2014/main" id="{CC9AB747-FF71-E4DF-CF95-94B140EFB960}"/>
                  </a:ext>
                </a:extLst>
              </p:cNvPr>
              <p:cNvSpPr/>
              <p:nvPr/>
            </p:nvSpPr>
            <p:spPr>
              <a:xfrm>
                <a:off x="3130970" y="4994349"/>
                <a:ext cx="254673" cy="91698"/>
              </a:xfrm>
              <a:custGeom>
                <a:avLst/>
                <a:gdLst>
                  <a:gd name="connsiteX0" fmla="*/ 5388 w 254673"/>
                  <a:gd name="connsiteY0" fmla="*/ 1043 h 91698"/>
                  <a:gd name="connsiteX1" fmla="*/ 53302 w 254673"/>
                  <a:gd name="connsiteY1" fmla="*/ 50298 h 91698"/>
                  <a:gd name="connsiteX2" fmla="*/ 81840 w 254673"/>
                  <a:gd name="connsiteY2" fmla="*/ 75076 h 91698"/>
                  <a:gd name="connsiteX3" fmla="*/ 96034 w 254673"/>
                  <a:gd name="connsiteY3" fmla="*/ 84912 h 91698"/>
                  <a:gd name="connsiteX4" fmla="*/ 116160 w 254673"/>
                  <a:gd name="connsiteY4" fmla="*/ 80332 h 91698"/>
                  <a:gd name="connsiteX5" fmla="*/ 253368 w 254673"/>
                  <a:gd name="connsiteY5" fmla="*/ 27773 h 91698"/>
                  <a:gd name="connsiteX6" fmla="*/ 253969 w 254673"/>
                  <a:gd name="connsiteY6" fmla="*/ 29950 h 91698"/>
                  <a:gd name="connsiteX7" fmla="*/ 109476 w 254673"/>
                  <a:gd name="connsiteY7" fmla="*/ 90018 h 91698"/>
                  <a:gd name="connsiteX8" fmla="*/ 83342 w 254673"/>
                  <a:gd name="connsiteY8" fmla="*/ 84462 h 91698"/>
                  <a:gd name="connsiteX9" fmla="*/ 55480 w 254673"/>
                  <a:gd name="connsiteY9" fmla="*/ 60810 h 91698"/>
                  <a:gd name="connsiteX10" fmla="*/ 882 w 254673"/>
                  <a:gd name="connsiteY10" fmla="*/ 5623 h 91698"/>
                  <a:gd name="connsiteX11" fmla="*/ 5388 w 254673"/>
                  <a:gd name="connsiteY11" fmla="*/ 1043 h 91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4673" h="91698">
                    <a:moveTo>
                      <a:pt x="5388" y="1043"/>
                    </a:moveTo>
                    <a:cubicBezTo>
                      <a:pt x="20513" y="18267"/>
                      <a:pt x="36502" y="34703"/>
                      <a:pt x="53302" y="50298"/>
                    </a:cubicBezTo>
                    <a:cubicBezTo>
                      <a:pt x="62561" y="58858"/>
                      <a:pt x="72077" y="67117"/>
                      <a:pt x="81840" y="75076"/>
                    </a:cubicBezTo>
                    <a:cubicBezTo>
                      <a:pt x="86075" y="79018"/>
                      <a:pt x="90852" y="82337"/>
                      <a:pt x="96034" y="84912"/>
                    </a:cubicBezTo>
                    <a:cubicBezTo>
                      <a:pt x="102342" y="87390"/>
                      <a:pt x="110453" y="82585"/>
                      <a:pt x="116160" y="80332"/>
                    </a:cubicBezTo>
                    <a:cubicBezTo>
                      <a:pt x="161821" y="62312"/>
                      <a:pt x="207707" y="45118"/>
                      <a:pt x="253368" y="27773"/>
                    </a:cubicBezTo>
                    <a:cubicBezTo>
                      <a:pt x="254645" y="27247"/>
                      <a:pt x="255170" y="29425"/>
                      <a:pt x="253969" y="29950"/>
                    </a:cubicBezTo>
                    <a:cubicBezTo>
                      <a:pt x="205980" y="50148"/>
                      <a:pt x="158066" y="71022"/>
                      <a:pt x="109476" y="90018"/>
                    </a:cubicBezTo>
                    <a:cubicBezTo>
                      <a:pt x="100434" y="93525"/>
                      <a:pt x="90176" y="91340"/>
                      <a:pt x="83342" y="84462"/>
                    </a:cubicBezTo>
                    <a:cubicBezTo>
                      <a:pt x="73804" y="76953"/>
                      <a:pt x="64567" y="68919"/>
                      <a:pt x="55480" y="60810"/>
                    </a:cubicBezTo>
                    <a:cubicBezTo>
                      <a:pt x="36164" y="43548"/>
                      <a:pt x="17930" y="25122"/>
                      <a:pt x="882" y="5623"/>
                    </a:cubicBezTo>
                    <a:cubicBezTo>
                      <a:pt x="-1972" y="2620"/>
                      <a:pt x="2534" y="-2186"/>
                      <a:pt x="5388" y="104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1" name="Content Placeholder 4">
                <a:extLst>
                  <a:ext uri="{FF2B5EF4-FFF2-40B4-BE49-F238E27FC236}">
                    <a16:creationId xmlns:a16="http://schemas.microsoft.com/office/drawing/2014/main" id="{470C48DD-5279-743E-521C-988089794568}"/>
                  </a:ext>
                </a:extLst>
              </p:cNvPr>
              <p:cNvSpPr/>
              <p:nvPr/>
            </p:nvSpPr>
            <p:spPr>
              <a:xfrm>
                <a:off x="3040553" y="4990683"/>
                <a:ext cx="201201" cy="118398"/>
              </a:xfrm>
              <a:custGeom>
                <a:avLst/>
                <a:gdLst>
                  <a:gd name="connsiteX0" fmla="*/ 4558 w 201201"/>
                  <a:gd name="connsiteY0" fmla="*/ 655 h 118398"/>
                  <a:gd name="connsiteX1" fmla="*/ 45187 w 201201"/>
                  <a:gd name="connsiteY1" fmla="*/ 39323 h 118398"/>
                  <a:gd name="connsiteX2" fmla="*/ 90247 w 201201"/>
                  <a:gd name="connsiteY2" fmla="*/ 82347 h 118398"/>
                  <a:gd name="connsiteX3" fmla="*/ 111425 w 201201"/>
                  <a:gd name="connsiteY3" fmla="*/ 102845 h 118398"/>
                  <a:gd name="connsiteX4" fmla="*/ 128623 w 201201"/>
                  <a:gd name="connsiteY4" fmla="*/ 110353 h 118398"/>
                  <a:gd name="connsiteX5" fmla="*/ 143643 w 201201"/>
                  <a:gd name="connsiteY5" fmla="*/ 105473 h 118398"/>
                  <a:gd name="connsiteX6" fmla="*/ 199442 w 201201"/>
                  <a:gd name="connsiteY6" fmla="*/ 87152 h 118398"/>
                  <a:gd name="connsiteX7" fmla="*/ 200193 w 201201"/>
                  <a:gd name="connsiteY7" fmla="*/ 90156 h 118398"/>
                  <a:gd name="connsiteX8" fmla="*/ 142066 w 201201"/>
                  <a:gd name="connsiteY8" fmla="*/ 112005 h 118398"/>
                  <a:gd name="connsiteX9" fmla="*/ 119987 w 201201"/>
                  <a:gd name="connsiteY9" fmla="*/ 117712 h 118398"/>
                  <a:gd name="connsiteX10" fmla="*/ 97832 w 201201"/>
                  <a:gd name="connsiteY10" fmla="*/ 98791 h 118398"/>
                  <a:gd name="connsiteX11" fmla="*/ 50519 w 201201"/>
                  <a:gd name="connsiteY11" fmla="*/ 53740 h 118398"/>
                  <a:gd name="connsiteX12" fmla="*/ 1254 w 201201"/>
                  <a:gd name="connsiteY12" fmla="*/ 6436 h 118398"/>
                  <a:gd name="connsiteX13" fmla="*/ 4558 w 201201"/>
                  <a:gd name="connsiteY13" fmla="*/ 655 h 1183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01201" h="118398">
                    <a:moveTo>
                      <a:pt x="4558" y="655"/>
                    </a:moveTo>
                    <a:cubicBezTo>
                      <a:pt x="18752" y="12593"/>
                      <a:pt x="31744" y="26409"/>
                      <a:pt x="45187" y="39323"/>
                    </a:cubicBezTo>
                    <a:cubicBezTo>
                      <a:pt x="60207" y="53590"/>
                      <a:pt x="75227" y="68006"/>
                      <a:pt x="90247" y="82347"/>
                    </a:cubicBezTo>
                    <a:lnTo>
                      <a:pt x="111425" y="102845"/>
                    </a:lnTo>
                    <a:cubicBezTo>
                      <a:pt x="116908" y="108101"/>
                      <a:pt x="121188" y="112381"/>
                      <a:pt x="128623" y="110353"/>
                    </a:cubicBezTo>
                    <a:cubicBezTo>
                      <a:pt x="133580" y="108852"/>
                      <a:pt x="138461" y="107125"/>
                      <a:pt x="143643" y="105473"/>
                    </a:cubicBezTo>
                    <a:cubicBezTo>
                      <a:pt x="162193" y="99241"/>
                      <a:pt x="180742" y="93009"/>
                      <a:pt x="199442" y="87152"/>
                    </a:cubicBezTo>
                    <a:cubicBezTo>
                      <a:pt x="201170" y="86552"/>
                      <a:pt x="201921" y="89555"/>
                      <a:pt x="200193" y="90156"/>
                    </a:cubicBezTo>
                    <a:cubicBezTo>
                      <a:pt x="180893" y="97664"/>
                      <a:pt x="161517" y="104797"/>
                      <a:pt x="142066" y="112005"/>
                    </a:cubicBezTo>
                    <a:cubicBezTo>
                      <a:pt x="136434" y="114032"/>
                      <a:pt x="126370" y="120414"/>
                      <a:pt x="119987" y="117712"/>
                    </a:cubicBezTo>
                    <a:cubicBezTo>
                      <a:pt x="111598" y="112681"/>
                      <a:pt x="104111" y="106284"/>
                      <a:pt x="97832" y="98791"/>
                    </a:cubicBezTo>
                    <a:lnTo>
                      <a:pt x="50519" y="53740"/>
                    </a:lnTo>
                    <a:cubicBezTo>
                      <a:pt x="34072" y="38122"/>
                      <a:pt x="16649" y="23180"/>
                      <a:pt x="1254" y="6436"/>
                    </a:cubicBezTo>
                    <a:cubicBezTo>
                      <a:pt x="-1976" y="3283"/>
                      <a:pt x="1554" y="-1898"/>
                      <a:pt x="4558" y="655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2" name="Content Placeholder 4">
                <a:extLst>
                  <a:ext uri="{FF2B5EF4-FFF2-40B4-BE49-F238E27FC236}">
                    <a16:creationId xmlns:a16="http://schemas.microsoft.com/office/drawing/2014/main" id="{AAA4EA8C-9289-73FD-5D91-5BBC4EAAC73F}"/>
                  </a:ext>
                </a:extLst>
              </p:cNvPr>
              <p:cNvSpPr/>
              <p:nvPr/>
            </p:nvSpPr>
            <p:spPr>
              <a:xfrm>
                <a:off x="3117124" y="5046625"/>
                <a:ext cx="22784" cy="15231"/>
              </a:xfrm>
              <a:custGeom>
                <a:avLst/>
                <a:gdLst>
                  <a:gd name="connsiteX0" fmla="*/ 684 w 22784"/>
                  <a:gd name="connsiteY0" fmla="*/ 11538 h 15231"/>
                  <a:gd name="connsiteX1" fmla="*/ 20961 w 22784"/>
                  <a:gd name="connsiteY1" fmla="*/ 125 h 15231"/>
                  <a:gd name="connsiteX2" fmla="*/ 22163 w 22784"/>
                  <a:gd name="connsiteY2" fmla="*/ 2453 h 15231"/>
                  <a:gd name="connsiteX3" fmla="*/ 2487 w 22784"/>
                  <a:gd name="connsiteY3" fmla="*/ 14841 h 15231"/>
                  <a:gd name="connsiteX4" fmla="*/ 684 w 22784"/>
                  <a:gd name="connsiteY4" fmla="*/ 11538 h 152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784" h="15231">
                    <a:moveTo>
                      <a:pt x="684" y="11538"/>
                    </a:moveTo>
                    <a:cubicBezTo>
                      <a:pt x="7218" y="7333"/>
                      <a:pt x="14202" y="4029"/>
                      <a:pt x="20961" y="125"/>
                    </a:cubicBezTo>
                    <a:cubicBezTo>
                      <a:pt x="22313" y="-626"/>
                      <a:pt x="23515" y="1552"/>
                      <a:pt x="22163" y="2453"/>
                    </a:cubicBezTo>
                    <a:cubicBezTo>
                      <a:pt x="15629" y="6657"/>
                      <a:pt x="9246" y="11162"/>
                      <a:pt x="2487" y="14841"/>
                    </a:cubicBezTo>
                    <a:cubicBezTo>
                      <a:pt x="684" y="16343"/>
                      <a:pt x="-1043" y="12739"/>
                      <a:pt x="684" y="1153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3" name="Content Placeholder 4">
                <a:extLst>
                  <a:ext uri="{FF2B5EF4-FFF2-40B4-BE49-F238E27FC236}">
                    <a16:creationId xmlns:a16="http://schemas.microsoft.com/office/drawing/2014/main" id="{34E5BD08-256E-7693-9DFB-4CF4C7926C90}"/>
                  </a:ext>
                </a:extLst>
              </p:cNvPr>
              <p:cNvSpPr/>
              <p:nvPr/>
            </p:nvSpPr>
            <p:spPr>
              <a:xfrm>
                <a:off x="3254657" y="5144824"/>
                <a:ext cx="116929" cy="104370"/>
              </a:xfrm>
              <a:custGeom>
                <a:avLst/>
                <a:gdLst>
                  <a:gd name="connsiteX0" fmla="*/ 7568 w 116929"/>
                  <a:gd name="connsiteY0" fmla="*/ 1338 h 104370"/>
                  <a:gd name="connsiteX1" fmla="*/ 116087 w 116929"/>
                  <a:gd name="connsiteY1" fmla="*/ 100599 h 104370"/>
                  <a:gd name="connsiteX2" fmla="*/ 114285 w 116929"/>
                  <a:gd name="connsiteY2" fmla="*/ 104053 h 104370"/>
                  <a:gd name="connsiteX3" fmla="*/ 58486 w 116929"/>
                  <a:gd name="connsiteY3" fmla="*/ 63207 h 104370"/>
                  <a:gd name="connsiteX4" fmla="*/ 1410 w 116929"/>
                  <a:gd name="connsiteY4" fmla="*/ 8020 h 104370"/>
                  <a:gd name="connsiteX5" fmla="*/ 7568 w 116929"/>
                  <a:gd name="connsiteY5" fmla="*/ 1338 h 104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929" h="104370">
                    <a:moveTo>
                      <a:pt x="7568" y="1338"/>
                    </a:moveTo>
                    <a:cubicBezTo>
                      <a:pt x="42189" y="36477"/>
                      <a:pt x="75909" y="72518"/>
                      <a:pt x="116087" y="100599"/>
                    </a:cubicBezTo>
                    <a:cubicBezTo>
                      <a:pt x="118040" y="102026"/>
                      <a:pt x="116087" y="105330"/>
                      <a:pt x="114285" y="104053"/>
                    </a:cubicBezTo>
                    <a:cubicBezTo>
                      <a:pt x="94609" y="91972"/>
                      <a:pt x="75946" y="78307"/>
                      <a:pt x="58486" y="63207"/>
                    </a:cubicBezTo>
                    <a:cubicBezTo>
                      <a:pt x="38584" y="45863"/>
                      <a:pt x="20109" y="26716"/>
                      <a:pt x="1410" y="8020"/>
                    </a:cubicBezTo>
                    <a:cubicBezTo>
                      <a:pt x="-2871" y="3815"/>
                      <a:pt x="3362" y="-2942"/>
                      <a:pt x="7568" y="133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4" name="Content Placeholder 4">
                <a:extLst>
                  <a:ext uri="{FF2B5EF4-FFF2-40B4-BE49-F238E27FC236}">
                    <a16:creationId xmlns:a16="http://schemas.microsoft.com/office/drawing/2014/main" id="{571FAA61-8DE4-1B14-EE57-BB6C74EB88C6}"/>
                  </a:ext>
                </a:extLst>
              </p:cNvPr>
              <p:cNvSpPr/>
              <p:nvPr/>
            </p:nvSpPr>
            <p:spPr>
              <a:xfrm>
                <a:off x="3187189" y="5161441"/>
                <a:ext cx="161862" cy="90223"/>
              </a:xfrm>
              <a:custGeom>
                <a:avLst/>
                <a:gdLst>
                  <a:gd name="connsiteX0" fmla="*/ 1739 w 161862"/>
                  <a:gd name="connsiteY0" fmla="*/ 83608 h 90223"/>
                  <a:gd name="connsiteX1" fmla="*/ 81570 w 161862"/>
                  <a:gd name="connsiteY1" fmla="*/ 40734 h 90223"/>
                  <a:gd name="connsiteX2" fmla="*/ 159900 w 161862"/>
                  <a:gd name="connsiteY2" fmla="*/ 114 h 90223"/>
                  <a:gd name="connsiteX3" fmla="*/ 161176 w 161862"/>
                  <a:gd name="connsiteY3" fmla="*/ 2592 h 90223"/>
                  <a:gd name="connsiteX4" fmla="*/ 84424 w 161862"/>
                  <a:gd name="connsiteY4" fmla="*/ 46140 h 90223"/>
                  <a:gd name="connsiteX5" fmla="*/ 5044 w 161862"/>
                  <a:gd name="connsiteY5" fmla="*/ 89840 h 90223"/>
                  <a:gd name="connsiteX6" fmla="*/ 327 w 161862"/>
                  <a:gd name="connsiteY6" fmla="*/ 88210 h 90223"/>
                  <a:gd name="connsiteX7" fmla="*/ 1739 w 161862"/>
                  <a:gd name="connsiteY7" fmla="*/ 83608 h 90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1862" h="90223">
                    <a:moveTo>
                      <a:pt x="1739" y="83608"/>
                    </a:moveTo>
                    <a:cubicBezTo>
                      <a:pt x="27498" y="67915"/>
                      <a:pt x="54985" y="54625"/>
                      <a:pt x="81570" y="40734"/>
                    </a:cubicBezTo>
                    <a:cubicBezTo>
                      <a:pt x="108156" y="26844"/>
                      <a:pt x="134140" y="13478"/>
                      <a:pt x="159900" y="114"/>
                    </a:cubicBezTo>
                    <a:cubicBezTo>
                      <a:pt x="161327" y="-637"/>
                      <a:pt x="162678" y="1765"/>
                      <a:pt x="161176" y="2592"/>
                    </a:cubicBezTo>
                    <a:cubicBezTo>
                      <a:pt x="135740" y="17158"/>
                      <a:pt x="110161" y="31672"/>
                      <a:pt x="84424" y="46140"/>
                    </a:cubicBezTo>
                    <a:cubicBezTo>
                      <a:pt x="58214" y="61157"/>
                      <a:pt x="31854" y="76775"/>
                      <a:pt x="5044" y="89840"/>
                    </a:cubicBezTo>
                    <a:cubicBezTo>
                      <a:pt x="3294" y="90688"/>
                      <a:pt x="1176" y="89960"/>
                      <a:pt x="327" y="88210"/>
                    </a:cubicBezTo>
                    <a:cubicBezTo>
                      <a:pt x="-484" y="86543"/>
                      <a:pt x="132" y="84531"/>
                      <a:pt x="1739" y="8360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5" name="Content Placeholder 4">
                <a:extLst>
                  <a:ext uri="{FF2B5EF4-FFF2-40B4-BE49-F238E27FC236}">
                    <a16:creationId xmlns:a16="http://schemas.microsoft.com/office/drawing/2014/main" id="{A97ABD75-10D3-477C-2DFB-5013F6D54600}"/>
                  </a:ext>
                </a:extLst>
              </p:cNvPr>
              <p:cNvSpPr/>
              <p:nvPr/>
            </p:nvSpPr>
            <p:spPr>
              <a:xfrm>
                <a:off x="3180757" y="5157182"/>
                <a:ext cx="64738" cy="65557"/>
              </a:xfrm>
              <a:custGeom>
                <a:avLst/>
                <a:gdLst>
                  <a:gd name="connsiteX0" fmla="*/ 6519 w 64738"/>
                  <a:gd name="connsiteY0" fmla="*/ 768 h 65557"/>
                  <a:gd name="connsiteX1" fmla="*/ 37835 w 64738"/>
                  <a:gd name="connsiteY1" fmla="*/ 30051 h 65557"/>
                  <a:gd name="connsiteX2" fmla="*/ 64571 w 64738"/>
                  <a:gd name="connsiteY2" fmla="*/ 63463 h 65557"/>
                  <a:gd name="connsiteX3" fmla="*/ 62844 w 64738"/>
                  <a:gd name="connsiteY3" fmla="*/ 65341 h 65557"/>
                  <a:gd name="connsiteX4" fmla="*/ 34381 w 64738"/>
                  <a:gd name="connsiteY4" fmla="*/ 38085 h 65557"/>
                  <a:gd name="connsiteX5" fmla="*/ 1337 w 64738"/>
                  <a:gd name="connsiteY5" fmla="*/ 8051 h 65557"/>
                  <a:gd name="connsiteX6" fmla="*/ 6519 w 64738"/>
                  <a:gd name="connsiteY6" fmla="*/ 768 h 655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4738" h="65557">
                    <a:moveTo>
                      <a:pt x="6519" y="768"/>
                    </a:moveTo>
                    <a:cubicBezTo>
                      <a:pt x="17551" y="9875"/>
                      <a:pt x="28005" y="19659"/>
                      <a:pt x="37835" y="30051"/>
                    </a:cubicBezTo>
                    <a:cubicBezTo>
                      <a:pt x="46997" y="39511"/>
                      <a:pt x="59464" y="50549"/>
                      <a:pt x="64571" y="63463"/>
                    </a:cubicBezTo>
                    <a:cubicBezTo>
                      <a:pt x="65097" y="64740"/>
                      <a:pt x="64045" y="66017"/>
                      <a:pt x="62844" y="65341"/>
                    </a:cubicBezTo>
                    <a:cubicBezTo>
                      <a:pt x="52179" y="59184"/>
                      <a:pt x="43317" y="46945"/>
                      <a:pt x="34381" y="38085"/>
                    </a:cubicBezTo>
                    <a:cubicBezTo>
                      <a:pt x="23716" y="27573"/>
                      <a:pt x="12376" y="17962"/>
                      <a:pt x="1337" y="8051"/>
                    </a:cubicBezTo>
                    <a:cubicBezTo>
                      <a:pt x="-2493" y="4597"/>
                      <a:pt x="2538" y="-2386"/>
                      <a:pt x="6519" y="76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6" name="Content Placeholder 4">
                <a:extLst>
                  <a:ext uri="{FF2B5EF4-FFF2-40B4-BE49-F238E27FC236}">
                    <a16:creationId xmlns:a16="http://schemas.microsoft.com/office/drawing/2014/main" id="{E8895ECA-5F52-75EA-FF64-0CE9965146BF}"/>
                  </a:ext>
                </a:extLst>
              </p:cNvPr>
              <p:cNvSpPr/>
              <p:nvPr/>
            </p:nvSpPr>
            <p:spPr>
              <a:xfrm>
                <a:off x="2955384" y="5272787"/>
                <a:ext cx="254384" cy="20014"/>
              </a:xfrm>
              <a:custGeom>
                <a:avLst/>
                <a:gdLst>
                  <a:gd name="connsiteX0" fmla="*/ 4714 w 254384"/>
                  <a:gd name="connsiteY0" fmla="*/ 5599 h 20014"/>
                  <a:gd name="connsiteX1" fmla="*/ 64794 w 254384"/>
                  <a:gd name="connsiteY1" fmla="*/ 8603 h 20014"/>
                  <a:gd name="connsiteX2" fmla="*/ 127953 w 254384"/>
                  <a:gd name="connsiteY2" fmla="*/ 4848 h 20014"/>
                  <a:gd name="connsiteX3" fmla="*/ 252469 w 254384"/>
                  <a:gd name="connsiteY3" fmla="*/ 2295 h 20014"/>
                  <a:gd name="connsiteX4" fmla="*/ 252469 w 254384"/>
                  <a:gd name="connsiteY4" fmla="*/ 6575 h 20014"/>
                  <a:gd name="connsiteX5" fmla="*/ 127953 w 254384"/>
                  <a:gd name="connsiteY5" fmla="*/ 14684 h 20014"/>
                  <a:gd name="connsiteX6" fmla="*/ 64794 w 254384"/>
                  <a:gd name="connsiteY6" fmla="*/ 19340 h 20014"/>
                  <a:gd name="connsiteX7" fmla="*/ 3512 w 254384"/>
                  <a:gd name="connsiteY7" fmla="*/ 15961 h 20014"/>
                  <a:gd name="connsiteX8" fmla="*/ 4714 w 254384"/>
                  <a:gd name="connsiteY8" fmla="*/ 5599 h 20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54384" h="20014">
                    <a:moveTo>
                      <a:pt x="4714" y="5599"/>
                    </a:moveTo>
                    <a:cubicBezTo>
                      <a:pt x="24766" y="6500"/>
                      <a:pt x="44592" y="8903"/>
                      <a:pt x="64794" y="8603"/>
                    </a:cubicBezTo>
                    <a:cubicBezTo>
                      <a:pt x="84996" y="8302"/>
                      <a:pt x="106925" y="6650"/>
                      <a:pt x="127953" y="4848"/>
                    </a:cubicBezTo>
                    <a:cubicBezTo>
                      <a:pt x="169408" y="1319"/>
                      <a:pt x="210563" y="-2660"/>
                      <a:pt x="252469" y="2295"/>
                    </a:cubicBezTo>
                    <a:cubicBezTo>
                      <a:pt x="254947" y="2295"/>
                      <a:pt x="255022" y="6575"/>
                      <a:pt x="252469" y="6575"/>
                    </a:cubicBezTo>
                    <a:cubicBezTo>
                      <a:pt x="210713" y="7101"/>
                      <a:pt x="169483" y="10480"/>
                      <a:pt x="127953" y="14684"/>
                    </a:cubicBezTo>
                    <a:cubicBezTo>
                      <a:pt x="106925" y="16786"/>
                      <a:pt x="85897" y="18664"/>
                      <a:pt x="64794" y="19340"/>
                    </a:cubicBezTo>
                    <a:cubicBezTo>
                      <a:pt x="44307" y="20849"/>
                      <a:pt x="23707" y="19707"/>
                      <a:pt x="3512" y="15961"/>
                    </a:cubicBezTo>
                    <a:cubicBezTo>
                      <a:pt x="-2045" y="14684"/>
                      <a:pt x="-618" y="5373"/>
                      <a:pt x="4714" y="559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7" name="Content Placeholder 4">
                <a:extLst>
                  <a:ext uri="{FF2B5EF4-FFF2-40B4-BE49-F238E27FC236}">
                    <a16:creationId xmlns:a16="http://schemas.microsoft.com/office/drawing/2014/main" id="{0B4267FD-6CE6-7C77-F80E-E2F00FEE9493}"/>
                  </a:ext>
                </a:extLst>
              </p:cNvPr>
              <p:cNvSpPr/>
              <p:nvPr/>
            </p:nvSpPr>
            <p:spPr>
              <a:xfrm>
                <a:off x="3242723" y="5085247"/>
                <a:ext cx="36754" cy="57692"/>
              </a:xfrm>
              <a:custGeom>
                <a:avLst/>
                <a:gdLst>
                  <a:gd name="connsiteX0" fmla="*/ 51 w 36754"/>
                  <a:gd name="connsiteY0" fmla="*/ 22172 h 57692"/>
                  <a:gd name="connsiteX1" fmla="*/ 8387 w 36754"/>
                  <a:gd name="connsiteY1" fmla="*/ 41694 h 57692"/>
                  <a:gd name="connsiteX2" fmla="*/ 10565 w 36754"/>
                  <a:gd name="connsiteY2" fmla="*/ 45072 h 57692"/>
                  <a:gd name="connsiteX3" fmla="*/ 11166 w 36754"/>
                  <a:gd name="connsiteY3" fmla="*/ 46124 h 57692"/>
                  <a:gd name="connsiteX4" fmla="*/ 19502 w 36754"/>
                  <a:gd name="connsiteY4" fmla="*/ 57612 h 57692"/>
                  <a:gd name="connsiteX5" fmla="*/ 19502 w 36754"/>
                  <a:gd name="connsiteY5" fmla="*/ 57612 h 57692"/>
                  <a:gd name="connsiteX6" fmla="*/ 19878 w 36754"/>
                  <a:gd name="connsiteY6" fmla="*/ 57612 h 57692"/>
                  <a:gd name="connsiteX7" fmla="*/ 20328 w 36754"/>
                  <a:gd name="connsiteY7" fmla="*/ 57612 h 57692"/>
                  <a:gd name="connsiteX8" fmla="*/ 21380 w 36754"/>
                  <a:gd name="connsiteY8" fmla="*/ 55810 h 57692"/>
                  <a:gd name="connsiteX9" fmla="*/ 24233 w 36754"/>
                  <a:gd name="connsiteY9" fmla="*/ 50854 h 57692"/>
                  <a:gd name="connsiteX10" fmla="*/ 25585 w 36754"/>
                  <a:gd name="connsiteY10" fmla="*/ 48827 h 57692"/>
                  <a:gd name="connsiteX11" fmla="*/ 29716 w 36754"/>
                  <a:gd name="connsiteY11" fmla="*/ 41769 h 57692"/>
                  <a:gd name="connsiteX12" fmla="*/ 31218 w 36754"/>
                  <a:gd name="connsiteY12" fmla="*/ 38841 h 57692"/>
                  <a:gd name="connsiteX13" fmla="*/ 36024 w 36754"/>
                  <a:gd name="connsiteY13" fmla="*/ 27128 h 57692"/>
                  <a:gd name="connsiteX14" fmla="*/ 24384 w 36754"/>
                  <a:gd name="connsiteY14" fmla="*/ 1374 h 57692"/>
                  <a:gd name="connsiteX15" fmla="*/ 5759 w 36754"/>
                  <a:gd name="connsiteY15" fmla="*/ 5202 h 57692"/>
                  <a:gd name="connsiteX16" fmla="*/ 51 w 36754"/>
                  <a:gd name="connsiteY16" fmla="*/ 22172 h 57692"/>
                  <a:gd name="connsiteX17" fmla="*/ 14245 w 36754"/>
                  <a:gd name="connsiteY17" fmla="*/ 29680 h 57692"/>
                  <a:gd name="connsiteX18" fmla="*/ 9063 w 36754"/>
                  <a:gd name="connsiteY18" fmla="*/ 19169 h 57692"/>
                  <a:gd name="connsiteX19" fmla="*/ 18676 w 36754"/>
                  <a:gd name="connsiteY19" fmla="*/ 8432 h 57692"/>
                  <a:gd name="connsiteX20" fmla="*/ 18676 w 36754"/>
                  <a:gd name="connsiteY20" fmla="*/ 8432 h 57692"/>
                  <a:gd name="connsiteX21" fmla="*/ 26186 w 36754"/>
                  <a:gd name="connsiteY21" fmla="*/ 12336 h 57692"/>
                  <a:gd name="connsiteX22" fmla="*/ 29040 w 36754"/>
                  <a:gd name="connsiteY22" fmla="*/ 21121 h 57692"/>
                  <a:gd name="connsiteX23" fmla="*/ 25360 w 36754"/>
                  <a:gd name="connsiteY23" fmla="*/ 27803 h 57692"/>
                  <a:gd name="connsiteX24" fmla="*/ 14245 w 36754"/>
                  <a:gd name="connsiteY24" fmla="*/ 29755 h 57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6754" h="57692">
                    <a:moveTo>
                      <a:pt x="51" y="22172"/>
                    </a:moveTo>
                    <a:cubicBezTo>
                      <a:pt x="1050" y="29305"/>
                      <a:pt x="3926" y="36040"/>
                      <a:pt x="8387" y="41694"/>
                    </a:cubicBezTo>
                    <a:cubicBezTo>
                      <a:pt x="9138" y="42820"/>
                      <a:pt x="9889" y="43946"/>
                      <a:pt x="10565" y="45072"/>
                    </a:cubicBezTo>
                    <a:lnTo>
                      <a:pt x="11166" y="46124"/>
                    </a:lnTo>
                    <a:cubicBezTo>
                      <a:pt x="13524" y="50239"/>
                      <a:pt x="16325" y="54090"/>
                      <a:pt x="19502" y="57612"/>
                    </a:cubicBezTo>
                    <a:lnTo>
                      <a:pt x="19502" y="57612"/>
                    </a:lnTo>
                    <a:lnTo>
                      <a:pt x="19878" y="57612"/>
                    </a:lnTo>
                    <a:cubicBezTo>
                      <a:pt x="20020" y="57679"/>
                      <a:pt x="20186" y="57679"/>
                      <a:pt x="20328" y="57612"/>
                    </a:cubicBezTo>
                    <a:lnTo>
                      <a:pt x="21380" y="55810"/>
                    </a:lnTo>
                    <a:cubicBezTo>
                      <a:pt x="22281" y="54158"/>
                      <a:pt x="23407" y="52281"/>
                      <a:pt x="24233" y="50854"/>
                    </a:cubicBezTo>
                    <a:lnTo>
                      <a:pt x="25585" y="48827"/>
                    </a:lnTo>
                    <a:cubicBezTo>
                      <a:pt x="27110" y="46567"/>
                      <a:pt x="28492" y="44209"/>
                      <a:pt x="29716" y="41769"/>
                    </a:cubicBezTo>
                    <a:lnTo>
                      <a:pt x="31218" y="38841"/>
                    </a:lnTo>
                    <a:cubicBezTo>
                      <a:pt x="33321" y="35162"/>
                      <a:pt x="34943" y="31227"/>
                      <a:pt x="36024" y="27128"/>
                    </a:cubicBezTo>
                    <a:cubicBezTo>
                      <a:pt x="38202" y="17141"/>
                      <a:pt x="35574" y="4602"/>
                      <a:pt x="24384" y="1374"/>
                    </a:cubicBezTo>
                    <a:cubicBezTo>
                      <a:pt x="17993" y="-1457"/>
                      <a:pt x="10513" y="82"/>
                      <a:pt x="5759" y="5202"/>
                    </a:cubicBezTo>
                    <a:cubicBezTo>
                      <a:pt x="1591" y="9828"/>
                      <a:pt x="-474" y="15970"/>
                      <a:pt x="51" y="22172"/>
                    </a:cubicBezTo>
                    <a:close/>
                    <a:moveTo>
                      <a:pt x="14245" y="29680"/>
                    </a:moveTo>
                    <a:cubicBezTo>
                      <a:pt x="10115" y="27983"/>
                      <a:pt x="7892" y="23478"/>
                      <a:pt x="9063" y="19169"/>
                    </a:cubicBezTo>
                    <a:cubicBezTo>
                      <a:pt x="9814" y="13612"/>
                      <a:pt x="13419" y="7906"/>
                      <a:pt x="18676" y="8432"/>
                    </a:cubicBezTo>
                    <a:lnTo>
                      <a:pt x="18676" y="8432"/>
                    </a:lnTo>
                    <a:cubicBezTo>
                      <a:pt x="21642" y="8536"/>
                      <a:pt x="24399" y="9970"/>
                      <a:pt x="26186" y="12336"/>
                    </a:cubicBezTo>
                    <a:cubicBezTo>
                      <a:pt x="28199" y="14806"/>
                      <a:pt x="29220" y="17937"/>
                      <a:pt x="29040" y="21121"/>
                    </a:cubicBezTo>
                    <a:cubicBezTo>
                      <a:pt x="28845" y="23778"/>
                      <a:pt x="27500" y="26219"/>
                      <a:pt x="25360" y="27803"/>
                    </a:cubicBezTo>
                    <a:cubicBezTo>
                      <a:pt x="22138" y="30093"/>
                      <a:pt x="18053" y="30807"/>
                      <a:pt x="14245" y="29755"/>
                    </a:cubicBezTo>
                    <a:close/>
                  </a:path>
                </a:pathLst>
              </a:custGeom>
              <a:solidFill>
                <a:srgbClr val="A84749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8" name="Content Placeholder 4">
                <a:extLst>
                  <a:ext uri="{FF2B5EF4-FFF2-40B4-BE49-F238E27FC236}">
                    <a16:creationId xmlns:a16="http://schemas.microsoft.com/office/drawing/2014/main" id="{AC1E505B-E88F-35BA-4E78-6B16A85FBB1C}"/>
                  </a:ext>
                </a:extLst>
              </p:cNvPr>
              <p:cNvSpPr/>
              <p:nvPr/>
            </p:nvSpPr>
            <p:spPr>
              <a:xfrm>
                <a:off x="3068582" y="5221216"/>
                <a:ext cx="36957" cy="58476"/>
              </a:xfrm>
              <a:custGeom>
                <a:avLst/>
                <a:gdLst>
                  <a:gd name="connsiteX0" fmla="*/ 36 w 36957"/>
                  <a:gd name="connsiteY0" fmla="*/ 22481 h 58476"/>
                  <a:gd name="connsiteX1" fmla="*/ 8222 w 36957"/>
                  <a:gd name="connsiteY1" fmla="*/ 42228 h 58476"/>
                  <a:gd name="connsiteX2" fmla="*/ 10325 w 36957"/>
                  <a:gd name="connsiteY2" fmla="*/ 45682 h 58476"/>
                  <a:gd name="connsiteX3" fmla="*/ 11001 w 36957"/>
                  <a:gd name="connsiteY3" fmla="*/ 46733 h 58476"/>
                  <a:gd name="connsiteX4" fmla="*/ 19262 w 36957"/>
                  <a:gd name="connsiteY4" fmla="*/ 58446 h 58476"/>
                  <a:gd name="connsiteX5" fmla="*/ 19262 w 36957"/>
                  <a:gd name="connsiteY5" fmla="*/ 58446 h 58476"/>
                  <a:gd name="connsiteX6" fmla="*/ 19637 w 36957"/>
                  <a:gd name="connsiteY6" fmla="*/ 58446 h 58476"/>
                  <a:gd name="connsiteX7" fmla="*/ 20088 w 36957"/>
                  <a:gd name="connsiteY7" fmla="*/ 58446 h 58476"/>
                  <a:gd name="connsiteX8" fmla="*/ 21139 w 36957"/>
                  <a:gd name="connsiteY8" fmla="*/ 56569 h 58476"/>
                  <a:gd name="connsiteX9" fmla="*/ 24068 w 36957"/>
                  <a:gd name="connsiteY9" fmla="*/ 51539 h 58476"/>
                  <a:gd name="connsiteX10" fmla="*/ 25420 w 36957"/>
                  <a:gd name="connsiteY10" fmla="*/ 49436 h 58476"/>
                  <a:gd name="connsiteX11" fmla="*/ 29700 w 36957"/>
                  <a:gd name="connsiteY11" fmla="*/ 42378 h 58476"/>
                  <a:gd name="connsiteX12" fmla="*/ 31202 w 36957"/>
                  <a:gd name="connsiteY12" fmla="*/ 39375 h 58476"/>
                  <a:gd name="connsiteX13" fmla="*/ 36084 w 36957"/>
                  <a:gd name="connsiteY13" fmla="*/ 27512 h 58476"/>
                  <a:gd name="connsiteX14" fmla="*/ 24669 w 36957"/>
                  <a:gd name="connsiteY14" fmla="*/ 1382 h 58476"/>
                  <a:gd name="connsiteX15" fmla="*/ 5894 w 36957"/>
                  <a:gd name="connsiteY15" fmla="*/ 5287 h 58476"/>
                  <a:gd name="connsiteX16" fmla="*/ 36 w 36957"/>
                  <a:gd name="connsiteY16" fmla="*/ 22481 h 58476"/>
                  <a:gd name="connsiteX17" fmla="*/ 14155 w 36957"/>
                  <a:gd name="connsiteY17" fmla="*/ 29990 h 58476"/>
                  <a:gd name="connsiteX18" fmla="*/ 9123 w 36957"/>
                  <a:gd name="connsiteY18" fmla="*/ 19328 h 58476"/>
                  <a:gd name="connsiteX19" fmla="*/ 18886 w 36957"/>
                  <a:gd name="connsiteY19" fmla="*/ 8440 h 58476"/>
                  <a:gd name="connsiteX20" fmla="*/ 18886 w 36957"/>
                  <a:gd name="connsiteY20" fmla="*/ 8440 h 58476"/>
                  <a:gd name="connsiteX21" fmla="*/ 25945 w 36957"/>
                  <a:gd name="connsiteY21" fmla="*/ 12495 h 58476"/>
                  <a:gd name="connsiteX22" fmla="*/ 28799 w 36957"/>
                  <a:gd name="connsiteY22" fmla="*/ 21355 h 58476"/>
                  <a:gd name="connsiteX23" fmla="*/ 25044 w 36957"/>
                  <a:gd name="connsiteY23" fmla="*/ 28112 h 58476"/>
                  <a:gd name="connsiteX24" fmla="*/ 14155 w 36957"/>
                  <a:gd name="connsiteY24" fmla="*/ 30140 h 58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6957" h="58476">
                    <a:moveTo>
                      <a:pt x="36" y="22481"/>
                    </a:moveTo>
                    <a:cubicBezTo>
                      <a:pt x="937" y="29682"/>
                      <a:pt x="3768" y="36499"/>
                      <a:pt x="8222" y="42228"/>
                    </a:cubicBezTo>
                    <a:lnTo>
                      <a:pt x="10325" y="45682"/>
                    </a:lnTo>
                    <a:lnTo>
                      <a:pt x="11001" y="46733"/>
                    </a:lnTo>
                    <a:cubicBezTo>
                      <a:pt x="13329" y="50916"/>
                      <a:pt x="16100" y="54843"/>
                      <a:pt x="19262" y="58446"/>
                    </a:cubicBezTo>
                    <a:lnTo>
                      <a:pt x="19262" y="58446"/>
                    </a:lnTo>
                    <a:lnTo>
                      <a:pt x="19637" y="58446"/>
                    </a:lnTo>
                    <a:lnTo>
                      <a:pt x="20088" y="58446"/>
                    </a:lnTo>
                    <a:lnTo>
                      <a:pt x="21139" y="56569"/>
                    </a:lnTo>
                    <a:lnTo>
                      <a:pt x="24068" y="51539"/>
                    </a:lnTo>
                    <a:lnTo>
                      <a:pt x="25420" y="49436"/>
                    </a:lnTo>
                    <a:cubicBezTo>
                      <a:pt x="27012" y="47184"/>
                      <a:pt x="28439" y="44826"/>
                      <a:pt x="29700" y="42378"/>
                    </a:cubicBezTo>
                    <a:lnTo>
                      <a:pt x="31202" y="39375"/>
                    </a:lnTo>
                    <a:cubicBezTo>
                      <a:pt x="33365" y="35666"/>
                      <a:pt x="35010" y="31671"/>
                      <a:pt x="36084" y="27512"/>
                    </a:cubicBezTo>
                    <a:cubicBezTo>
                      <a:pt x="38487" y="17375"/>
                      <a:pt x="36084" y="4986"/>
                      <a:pt x="24669" y="1382"/>
                    </a:cubicBezTo>
                    <a:cubicBezTo>
                      <a:pt x="18218" y="-1478"/>
                      <a:pt x="10670" y="98"/>
                      <a:pt x="5894" y="5287"/>
                    </a:cubicBezTo>
                    <a:cubicBezTo>
                      <a:pt x="1681" y="9980"/>
                      <a:pt x="-437" y="16189"/>
                      <a:pt x="36" y="22481"/>
                    </a:cubicBezTo>
                    <a:close/>
                    <a:moveTo>
                      <a:pt x="14155" y="29990"/>
                    </a:moveTo>
                    <a:cubicBezTo>
                      <a:pt x="10039" y="28202"/>
                      <a:pt x="7884" y="23637"/>
                      <a:pt x="9123" y="19328"/>
                    </a:cubicBezTo>
                    <a:cubicBezTo>
                      <a:pt x="9874" y="13696"/>
                      <a:pt x="13554" y="7990"/>
                      <a:pt x="18886" y="8440"/>
                    </a:cubicBezTo>
                    <a:lnTo>
                      <a:pt x="18886" y="8440"/>
                    </a:lnTo>
                    <a:cubicBezTo>
                      <a:pt x="21717" y="8703"/>
                      <a:pt x="24293" y="10182"/>
                      <a:pt x="25945" y="12495"/>
                    </a:cubicBezTo>
                    <a:cubicBezTo>
                      <a:pt x="27996" y="14973"/>
                      <a:pt x="29017" y="18141"/>
                      <a:pt x="28799" y="21355"/>
                    </a:cubicBezTo>
                    <a:cubicBezTo>
                      <a:pt x="28574" y="24043"/>
                      <a:pt x="27207" y="26506"/>
                      <a:pt x="25044" y="28112"/>
                    </a:cubicBezTo>
                    <a:cubicBezTo>
                      <a:pt x="21867" y="30312"/>
                      <a:pt x="17910" y="31048"/>
                      <a:pt x="14155" y="30140"/>
                    </a:cubicBezTo>
                    <a:close/>
                  </a:path>
                </a:pathLst>
              </a:custGeom>
              <a:solidFill>
                <a:srgbClr val="A84749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9" name="Content Placeholder 4">
                <a:extLst>
                  <a:ext uri="{FF2B5EF4-FFF2-40B4-BE49-F238E27FC236}">
                    <a16:creationId xmlns:a16="http://schemas.microsoft.com/office/drawing/2014/main" id="{7D19505C-18BB-018D-99A5-2EEDD039DBCF}"/>
                  </a:ext>
                </a:extLst>
              </p:cNvPr>
              <p:cNvSpPr/>
              <p:nvPr/>
            </p:nvSpPr>
            <p:spPr>
              <a:xfrm>
                <a:off x="3117462" y="5296231"/>
                <a:ext cx="102700" cy="75533"/>
              </a:xfrm>
              <a:custGeom>
                <a:avLst/>
                <a:gdLst>
                  <a:gd name="connsiteX0" fmla="*/ 97150 w 102700"/>
                  <a:gd name="connsiteY0" fmla="*/ 58966 h 75533"/>
                  <a:gd name="connsiteX1" fmla="*/ 69588 w 102700"/>
                  <a:gd name="connsiteY1" fmla="*/ 71280 h 75533"/>
                  <a:gd name="connsiteX2" fmla="*/ 49462 w 102700"/>
                  <a:gd name="connsiteY2" fmla="*/ 74884 h 75533"/>
                  <a:gd name="connsiteX3" fmla="*/ 39473 w 102700"/>
                  <a:gd name="connsiteY3" fmla="*/ 74884 h 75533"/>
                  <a:gd name="connsiteX4" fmla="*/ 30011 w 102700"/>
                  <a:gd name="connsiteY4" fmla="*/ 66700 h 75533"/>
                  <a:gd name="connsiteX5" fmla="*/ -29 w 102700"/>
                  <a:gd name="connsiteY5" fmla="*/ 1076 h 75533"/>
                  <a:gd name="connsiteX6" fmla="*/ 21149 w 102700"/>
                  <a:gd name="connsiteY6" fmla="*/ 2728 h 75533"/>
                  <a:gd name="connsiteX7" fmla="*/ 36169 w 102700"/>
                  <a:gd name="connsiteY7" fmla="*/ 17744 h 75533"/>
                  <a:gd name="connsiteX8" fmla="*/ 67636 w 102700"/>
                  <a:gd name="connsiteY8" fmla="*/ 24577 h 75533"/>
                  <a:gd name="connsiteX9" fmla="*/ 98201 w 102700"/>
                  <a:gd name="connsiteY9" fmla="*/ 34263 h 75533"/>
                  <a:gd name="connsiteX10" fmla="*/ 102332 w 102700"/>
                  <a:gd name="connsiteY10" fmla="*/ 41772 h 75533"/>
                  <a:gd name="connsiteX11" fmla="*/ 97150 w 102700"/>
                  <a:gd name="connsiteY11" fmla="*/ 58966 h 755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02700" h="75533">
                    <a:moveTo>
                      <a:pt x="97150" y="58966"/>
                    </a:moveTo>
                    <a:cubicBezTo>
                      <a:pt x="89527" y="65926"/>
                      <a:pt x="79862" y="70244"/>
                      <a:pt x="69588" y="71280"/>
                    </a:cubicBezTo>
                    <a:cubicBezTo>
                      <a:pt x="62905" y="72556"/>
                      <a:pt x="56221" y="73758"/>
                      <a:pt x="49462" y="74884"/>
                    </a:cubicBezTo>
                    <a:cubicBezTo>
                      <a:pt x="46180" y="75710"/>
                      <a:pt x="42748" y="75710"/>
                      <a:pt x="39473" y="74884"/>
                    </a:cubicBezTo>
                    <a:cubicBezTo>
                      <a:pt x="35613" y="73104"/>
                      <a:pt x="32331" y="70266"/>
                      <a:pt x="30011" y="66700"/>
                    </a:cubicBezTo>
                    <a:cubicBezTo>
                      <a:pt x="15306" y="47290"/>
                      <a:pt x="5055" y="24885"/>
                      <a:pt x="-29" y="1076"/>
                    </a:cubicBezTo>
                    <a:cubicBezTo>
                      <a:pt x="7008" y="-839"/>
                      <a:pt x="14495" y="-253"/>
                      <a:pt x="21149" y="2728"/>
                    </a:cubicBezTo>
                    <a:cubicBezTo>
                      <a:pt x="27232" y="6257"/>
                      <a:pt x="30912" y="13465"/>
                      <a:pt x="36169" y="17744"/>
                    </a:cubicBezTo>
                    <a:cubicBezTo>
                      <a:pt x="45031" y="25253"/>
                      <a:pt x="56821" y="24652"/>
                      <a:pt x="67636" y="24577"/>
                    </a:cubicBezTo>
                    <a:cubicBezTo>
                      <a:pt x="78450" y="24502"/>
                      <a:pt x="90616" y="25478"/>
                      <a:pt x="98201" y="34263"/>
                    </a:cubicBezTo>
                    <a:cubicBezTo>
                      <a:pt x="100177" y="36388"/>
                      <a:pt x="101596" y="38971"/>
                      <a:pt x="102332" y="41772"/>
                    </a:cubicBezTo>
                    <a:cubicBezTo>
                      <a:pt x="103511" y="48004"/>
                      <a:pt x="101581" y="54423"/>
                      <a:pt x="97150" y="58966"/>
                    </a:cubicBezTo>
                    <a:close/>
                  </a:path>
                </a:pathLst>
              </a:custGeom>
              <a:solidFill>
                <a:srgbClr val="B3CDDD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0" name="Content Placeholder 4">
                <a:extLst>
                  <a:ext uri="{FF2B5EF4-FFF2-40B4-BE49-F238E27FC236}">
                    <a16:creationId xmlns:a16="http://schemas.microsoft.com/office/drawing/2014/main" id="{81E3C8C7-BA7B-07BE-ED40-9D5546C4E069}"/>
                  </a:ext>
                </a:extLst>
              </p:cNvPr>
              <p:cNvSpPr/>
              <p:nvPr/>
            </p:nvSpPr>
            <p:spPr>
              <a:xfrm>
                <a:off x="3274346" y="5199622"/>
                <a:ext cx="43708" cy="31790"/>
              </a:xfrm>
              <a:custGeom>
                <a:avLst/>
                <a:gdLst>
                  <a:gd name="connsiteX0" fmla="*/ 23027 w 43708"/>
                  <a:gd name="connsiteY0" fmla="*/ 31761 h 31790"/>
                  <a:gd name="connsiteX1" fmla="*/ -29 w 43708"/>
                  <a:gd name="connsiteY1" fmla="*/ 8560 h 31790"/>
                  <a:gd name="connsiteX2" fmla="*/ 14991 w 43708"/>
                  <a:gd name="connsiteY2" fmla="*/ 1052 h 31790"/>
                  <a:gd name="connsiteX3" fmla="*/ 20022 w 43708"/>
                  <a:gd name="connsiteY3" fmla="*/ 0 h 31790"/>
                  <a:gd name="connsiteX4" fmla="*/ 23853 w 43708"/>
                  <a:gd name="connsiteY4" fmla="*/ 2178 h 31790"/>
                  <a:gd name="connsiteX5" fmla="*/ 43679 w 43708"/>
                  <a:gd name="connsiteY5" fmla="*/ 18171 h 317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708" h="31790">
                    <a:moveTo>
                      <a:pt x="23027" y="31761"/>
                    </a:moveTo>
                    <a:cubicBezTo>
                      <a:pt x="15517" y="24252"/>
                      <a:pt x="8007" y="16143"/>
                      <a:pt x="-29" y="8560"/>
                    </a:cubicBezTo>
                    <a:cubicBezTo>
                      <a:pt x="4852" y="5932"/>
                      <a:pt x="9809" y="3454"/>
                      <a:pt x="14991" y="1052"/>
                    </a:cubicBezTo>
                    <a:cubicBezTo>
                      <a:pt x="16530" y="225"/>
                      <a:pt x="18280" y="-142"/>
                      <a:pt x="20022" y="0"/>
                    </a:cubicBezTo>
                    <a:cubicBezTo>
                      <a:pt x="21457" y="413"/>
                      <a:pt x="22764" y="1157"/>
                      <a:pt x="23853" y="2178"/>
                    </a:cubicBezTo>
                    <a:cubicBezTo>
                      <a:pt x="30514" y="7186"/>
                      <a:pt x="37123" y="12517"/>
                      <a:pt x="43679" y="1817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1" name="Content Placeholder 4">
                <a:extLst>
                  <a:ext uri="{FF2B5EF4-FFF2-40B4-BE49-F238E27FC236}">
                    <a16:creationId xmlns:a16="http://schemas.microsoft.com/office/drawing/2014/main" id="{F3167C85-FA7D-7FC2-8AAE-835992EC5A1A}"/>
                  </a:ext>
                </a:extLst>
              </p:cNvPr>
              <p:cNvSpPr/>
              <p:nvPr/>
            </p:nvSpPr>
            <p:spPr>
              <a:xfrm>
                <a:off x="3318129" y="5239071"/>
                <a:ext cx="39127" cy="26129"/>
              </a:xfrm>
              <a:custGeom>
                <a:avLst/>
                <a:gdLst>
                  <a:gd name="connsiteX0" fmla="*/ 497 w 39127"/>
                  <a:gd name="connsiteY0" fmla="*/ 12660 h 26129"/>
                  <a:gd name="connsiteX1" fmla="*/ 23027 w 39127"/>
                  <a:gd name="connsiteY1" fmla="*/ -30 h 26129"/>
                  <a:gd name="connsiteX2" fmla="*/ 39098 w 39127"/>
                  <a:gd name="connsiteY2" fmla="*/ 15513 h 26129"/>
                  <a:gd name="connsiteX3" fmla="*/ 16042 w 39127"/>
                  <a:gd name="connsiteY3" fmla="*/ 26100 h 26129"/>
                  <a:gd name="connsiteX4" fmla="*/ 12212 w 39127"/>
                  <a:gd name="connsiteY4" fmla="*/ 22871 h 26129"/>
                  <a:gd name="connsiteX5" fmla="*/ -29 w 39127"/>
                  <a:gd name="connsiteY5" fmla="*/ 12660 h 261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127" h="26129">
                    <a:moveTo>
                      <a:pt x="497" y="12660"/>
                    </a:moveTo>
                    <a:cubicBezTo>
                      <a:pt x="8525" y="9431"/>
                      <a:pt x="16102" y="5166"/>
                      <a:pt x="23027" y="-30"/>
                    </a:cubicBezTo>
                    <a:cubicBezTo>
                      <a:pt x="28509" y="5076"/>
                      <a:pt x="33841" y="10182"/>
                      <a:pt x="39098" y="15513"/>
                    </a:cubicBezTo>
                    <a:cubicBezTo>
                      <a:pt x="31588" y="19267"/>
                      <a:pt x="24078" y="23021"/>
                      <a:pt x="16042" y="26100"/>
                    </a:cubicBezTo>
                    <a:lnTo>
                      <a:pt x="12212" y="22871"/>
                    </a:lnTo>
                    <a:cubicBezTo>
                      <a:pt x="8007" y="19642"/>
                      <a:pt x="3951" y="16263"/>
                      <a:pt x="-29" y="12660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2" name="Content Placeholder 4">
                <a:extLst>
                  <a:ext uri="{FF2B5EF4-FFF2-40B4-BE49-F238E27FC236}">
                    <a16:creationId xmlns:a16="http://schemas.microsoft.com/office/drawing/2014/main" id="{DCDCB269-063D-4F94-5221-18EE7FAC0B8F}"/>
                  </a:ext>
                </a:extLst>
              </p:cNvPr>
              <p:cNvSpPr/>
              <p:nvPr/>
            </p:nvSpPr>
            <p:spPr>
              <a:xfrm>
                <a:off x="3299579" y="5220075"/>
                <a:ext cx="39802" cy="30334"/>
              </a:xfrm>
              <a:custGeom>
                <a:avLst/>
                <a:gdLst>
                  <a:gd name="connsiteX0" fmla="*/ 18220 w 39802"/>
                  <a:gd name="connsiteY0" fmla="*/ 28653 h 30334"/>
                  <a:gd name="connsiteX1" fmla="*/ 17319 w 39802"/>
                  <a:gd name="connsiteY1" fmla="*/ 30305 h 30334"/>
                  <a:gd name="connsiteX2" fmla="*/ -29 w 39802"/>
                  <a:gd name="connsiteY2" fmla="*/ 13561 h 30334"/>
                  <a:gd name="connsiteX3" fmla="*/ 20698 w 39802"/>
                  <a:gd name="connsiteY3" fmla="*/ -30 h 30334"/>
                  <a:gd name="connsiteX4" fmla="*/ 39774 w 39802"/>
                  <a:gd name="connsiteY4" fmla="*/ 16864 h 30334"/>
                  <a:gd name="connsiteX5" fmla="*/ 18220 w 39802"/>
                  <a:gd name="connsiteY5" fmla="*/ 28653 h 30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802" h="30334">
                    <a:moveTo>
                      <a:pt x="18220" y="28653"/>
                    </a:moveTo>
                    <a:cubicBezTo>
                      <a:pt x="17544" y="28901"/>
                      <a:pt x="17161" y="29606"/>
                      <a:pt x="17319" y="30305"/>
                    </a:cubicBezTo>
                    <a:cubicBezTo>
                      <a:pt x="11386" y="24898"/>
                      <a:pt x="5603" y="19267"/>
                      <a:pt x="-29" y="13561"/>
                    </a:cubicBezTo>
                    <a:lnTo>
                      <a:pt x="20698" y="-30"/>
                    </a:lnTo>
                    <a:cubicBezTo>
                      <a:pt x="27157" y="5452"/>
                      <a:pt x="33465" y="11083"/>
                      <a:pt x="39774" y="16864"/>
                    </a:cubicBezTo>
                    <a:cubicBezTo>
                      <a:pt x="33150" y="21745"/>
                      <a:pt x="25903" y="25710"/>
                      <a:pt x="18220" y="2865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3" name="Content Placeholder 4">
                <a:extLst>
                  <a:ext uri="{FF2B5EF4-FFF2-40B4-BE49-F238E27FC236}">
                    <a16:creationId xmlns:a16="http://schemas.microsoft.com/office/drawing/2014/main" id="{B17C181A-EAD4-C123-47BE-212837D4E71C}"/>
                  </a:ext>
                </a:extLst>
              </p:cNvPr>
              <p:cNvSpPr/>
              <p:nvPr/>
            </p:nvSpPr>
            <p:spPr>
              <a:xfrm>
                <a:off x="3229886" y="5226457"/>
                <a:ext cx="40779" cy="37617"/>
              </a:xfrm>
              <a:custGeom>
                <a:avLst/>
                <a:gdLst>
                  <a:gd name="connsiteX0" fmla="*/ 17995 w 40779"/>
                  <a:gd name="connsiteY0" fmla="*/ 37588 h 37617"/>
                  <a:gd name="connsiteX1" fmla="*/ -29 w 40779"/>
                  <a:gd name="connsiteY1" fmla="*/ 14462 h 37617"/>
                  <a:gd name="connsiteX2" fmla="*/ 16568 w 40779"/>
                  <a:gd name="connsiteY2" fmla="*/ -30 h 37617"/>
                  <a:gd name="connsiteX3" fmla="*/ 40750 w 40779"/>
                  <a:gd name="connsiteY3" fmla="*/ 22496 h 376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0779" h="37617">
                    <a:moveTo>
                      <a:pt x="17995" y="37588"/>
                    </a:moveTo>
                    <a:cubicBezTo>
                      <a:pt x="11514" y="30259"/>
                      <a:pt x="5491" y="22541"/>
                      <a:pt x="-29" y="14462"/>
                    </a:cubicBezTo>
                    <a:cubicBezTo>
                      <a:pt x="5250" y="9348"/>
                      <a:pt x="10793" y="4513"/>
                      <a:pt x="16568" y="-30"/>
                    </a:cubicBezTo>
                    <a:cubicBezTo>
                      <a:pt x="24679" y="7426"/>
                      <a:pt x="32737" y="14934"/>
                      <a:pt x="40750" y="22496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4" name="Content Placeholder 4">
                <a:extLst>
                  <a:ext uri="{FF2B5EF4-FFF2-40B4-BE49-F238E27FC236}">
                    <a16:creationId xmlns:a16="http://schemas.microsoft.com/office/drawing/2014/main" id="{EF62B990-EDAD-6560-1611-21624A4E09F9}"/>
                  </a:ext>
                </a:extLst>
              </p:cNvPr>
              <p:cNvSpPr/>
              <p:nvPr/>
            </p:nvSpPr>
            <p:spPr>
              <a:xfrm>
                <a:off x="3249938" y="5250709"/>
                <a:ext cx="51743" cy="34653"/>
              </a:xfrm>
              <a:custGeom>
                <a:avLst/>
                <a:gdLst>
                  <a:gd name="connsiteX0" fmla="*/ 22951 w 51743"/>
                  <a:gd name="connsiteY0" fmla="*/ -30 h 34653"/>
                  <a:gd name="connsiteX1" fmla="*/ 51715 w 51743"/>
                  <a:gd name="connsiteY1" fmla="*/ 26851 h 34653"/>
                  <a:gd name="connsiteX2" fmla="*/ 30912 w 51743"/>
                  <a:gd name="connsiteY2" fmla="*/ 33458 h 34653"/>
                  <a:gd name="connsiteX3" fmla="*/ 22426 w 51743"/>
                  <a:gd name="connsiteY3" fmla="*/ 34509 h 34653"/>
                  <a:gd name="connsiteX4" fmla="*/ 13489 w 51743"/>
                  <a:gd name="connsiteY4" fmla="*/ 28878 h 34653"/>
                  <a:gd name="connsiteX5" fmla="*/ -29 w 51743"/>
                  <a:gd name="connsiteY5" fmla="*/ 15362 h 34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1743" h="34653">
                    <a:moveTo>
                      <a:pt x="22951" y="-30"/>
                    </a:moveTo>
                    <a:lnTo>
                      <a:pt x="51715" y="26851"/>
                    </a:lnTo>
                    <a:cubicBezTo>
                      <a:pt x="44805" y="29178"/>
                      <a:pt x="37896" y="31431"/>
                      <a:pt x="30912" y="33458"/>
                    </a:cubicBezTo>
                    <a:cubicBezTo>
                      <a:pt x="28208" y="34471"/>
                      <a:pt x="25295" y="34832"/>
                      <a:pt x="22426" y="34509"/>
                    </a:cubicBezTo>
                    <a:cubicBezTo>
                      <a:pt x="18986" y="33481"/>
                      <a:pt x="15899" y="31536"/>
                      <a:pt x="13489" y="28878"/>
                    </a:cubicBezTo>
                    <a:cubicBezTo>
                      <a:pt x="8780" y="24621"/>
                      <a:pt x="4274" y="20115"/>
                      <a:pt x="-29" y="15362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5" name="Content Placeholder 4">
                <a:extLst>
                  <a:ext uri="{FF2B5EF4-FFF2-40B4-BE49-F238E27FC236}">
                    <a16:creationId xmlns:a16="http://schemas.microsoft.com/office/drawing/2014/main" id="{F9527FDE-9A6D-1F9E-ED3B-52598A413AF5}"/>
                  </a:ext>
                </a:extLst>
              </p:cNvPr>
              <p:cNvSpPr/>
              <p:nvPr/>
            </p:nvSpPr>
            <p:spPr>
              <a:xfrm>
                <a:off x="3248812" y="5209713"/>
                <a:ext cx="46111" cy="37542"/>
              </a:xfrm>
              <a:custGeom>
                <a:avLst/>
                <a:gdLst>
                  <a:gd name="connsiteX0" fmla="*/ 24303 w 46111"/>
                  <a:gd name="connsiteY0" fmla="*/ 37513 h 37542"/>
                  <a:gd name="connsiteX1" fmla="*/ -29 w 46111"/>
                  <a:gd name="connsiteY1" fmla="*/ 14987 h 37542"/>
                  <a:gd name="connsiteX2" fmla="*/ 22876 w 46111"/>
                  <a:gd name="connsiteY2" fmla="*/ -30 h 37542"/>
                  <a:gd name="connsiteX3" fmla="*/ 46082 w 46111"/>
                  <a:gd name="connsiteY3" fmla="*/ 23397 h 37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6111" h="37542">
                    <a:moveTo>
                      <a:pt x="24303" y="37513"/>
                    </a:moveTo>
                    <a:cubicBezTo>
                      <a:pt x="16192" y="30004"/>
                      <a:pt x="8157" y="22496"/>
                      <a:pt x="-29" y="14987"/>
                    </a:cubicBezTo>
                    <a:cubicBezTo>
                      <a:pt x="7255" y="9469"/>
                      <a:pt x="14908" y="4445"/>
                      <a:pt x="22876" y="-30"/>
                    </a:cubicBezTo>
                    <a:cubicBezTo>
                      <a:pt x="30386" y="7479"/>
                      <a:pt x="38347" y="15588"/>
                      <a:pt x="46082" y="2339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6" name="Content Placeholder 4">
                <a:extLst>
                  <a:ext uri="{FF2B5EF4-FFF2-40B4-BE49-F238E27FC236}">
                    <a16:creationId xmlns:a16="http://schemas.microsoft.com/office/drawing/2014/main" id="{B621CC71-C882-84C8-8708-85338F618E3D}"/>
                  </a:ext>
                </a:extLst>
              </p:cNvPr>
              <p:cNvSpPr/>
              <p:nvPr/>
            </p:nvSpPr>
            <p:spPr>
              <a:xfrm>
                <a:off x="3275472" y="5235242"/>
                <a:ext cx="56324" cy="41596"/>
              </a:xfrm>
              <a:custGeom>
                <a:avLst/>
                <a:gdLst>
                  <a:gd name="connsiteX0" fmla="*/ 21599 w 56324"/>
                  <a:gd name="connsiteY0" fmla="*/ -30 h 41596"/>
                  <a:gd name="connsiteX1" fmla="*/ 27683 w 56324"/>
                  <a:gd name="connsiteY1" fmla="*/ 6052 h 41596"/>
                  <a:gd name="connsiteX2" fmla="*/ 48110 w 56324"/>
                  <a:gd name="connsiteY2" fmla="*/ 24748 h 41596"/>
                  <a:gd name="connsiteX3" fmla="*/ 56296 w 56324"/>
                  <a:gd name="connsiteY3" fmla="*/ 31131 h 41596"/>
                  <a:gd name="connsiteX4" fmla="*/ 29260 w 56324"/>
                  <a:gd name="connsiteY4" fmla="*/ 41567 h 41596"/>
                  <a:gd name="connsiteX5" fmla="*/ -29 w 56324"/>
                  <a:gd name="connsiteY5" fmla="*/ 14161 h 41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6324" h="41596">
                    <a:moveTo>
                      <a:pt x="21599" y="-30"/>
                    </a:moveTo>
                    <a:lnTo>
                      <a:pt x="27683" y="6052"/>
                    </a:lnTo>
                    <a:cubicBezTo>
                      <a:pt x="34291" y="12584"/>
                      <a:pt x="40975" y="18966"/>
                      <a:pt x="48110" y="24748"/>
                    </a:cubicBezTo>
                    <a:cubicBezTo>
                      <a:pt x="50813" y="26926"/>
                      <a:pt x="53517" y="29103"/>
                      <a:pt x="56296" y="31131"/>
                    </a:cubicBezTo>
                    <a:cubicBezTo>
                      <a:pt x="47359" y="34885"/>
                      <a:pt x="38347" y="38639"/>
                      <a:pt x="29260" y="41567"/>
                    </a:cubicBezTo>
                    <a:cubicBezTo>
                      <a:pt x="19422" y="32482"/>
                      <a:pt x="9734" y="23246"/>
                      <a:pt x="-29" y="1416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7" name="Content Placeholder 4">
                <a:extLst>
                  <a:ext uri="{FF2B5EF4-FFF2-40B4-BE49-F238E27FC236}">
                    <a16:creationId xmlns:a16="http://schemas.microsoft.com/office/drawing/2014/main" id="{599048D8-0D29-8822-D901-FB27F0E68995}"/>
                  </a:ext>
                </a:extLst>
              </p:cNvPr>
              <p:cNvSpPr/>
              <p:nvPr/>
            </p:nvSpPr>
            <p:spPr>
              <a:xfrm>
                <a:off x="3029219" y="5078616"/>
                <a:ext cx="88167" cy="54586"/>
              </a:xfrm>
              <a:custGeom>
                <a:avLst/>
                <a:gdLst>
                  <a:gd name="connsiteX0" fmla="*/ 19647 w 88167"/>
                  <a:gd name="connsiteY0" fmla="*/ 18366 h 54586"/>
                  <a:gd name="connsiteX1" fmla="*/ 51564 w 88167"/>
                  <a:gd name="connsiteY1" fmla="*/ 44720 h 54586"/>
                  <a:gd name="connsiteX2" fmla="*/ 52991 w 88167"/>
                  <a:gd name="connsiteY2" fmla="*/ 42093 h 54586"/>
                  <a:gd name="connsiteX3" fmla="*/ 22501 w 88167"/>
                  <a:gd name="connsiteY3" fmla="*/ 16864 h 54586"/>
                  <a:gd name="connsiteX4" fmla="*/ 41651 w 88167"/>
                  <a:gd name="connsiteY4" fmla="*/ 7253 h 54586"/>
                  <a:gd name="connsiteX5" fmla="*/ 69814 w 88167"/>
                  <a:gd name="connsiteY5" fmla="*/ 35185 h 54586"/>
                  <a:gd name="connsiteX6" fmla="*/ 71714 w 88167"/>
                  <a:gd name="connsiteY6" fmla="*/ 35868 h 54586"/>
                  <a:gd name="connsiteX7" fmla="*/ 72397 w 88167"/>
                  <a:gd name="connsiteY7" fmla="*/ 33968 h 54586"/>
                  <a:gd name="connsiteX8" fmla="*/ 72217 w 88167"/>
                  <a:gd name="connsiteY8" fmla="*/ 33683 h 54586"/>
                  <a:gd name="connsiteX9" fmla="*/ 44505 w 88167"/>
                  <a:gd name="connsiteY9" fmla="*/ 5827 h 54586"/>
                  <a:gd name="connsiteX10" fmla="*/ 56221 w 88167"/>
                  <a:gd name="connsiteY10" fmla="*/ -30 h 54586"/>
                  <a:gd name="connsiteX11" fmla="*/ 88138 w 88167"/>
                  <a:gd name="connsiteY11" fmla="*/ 28352 h 54586"/>
                  <a:gd name="connsiteX12" fmla="*/ 31663 w 88167"/>
                  <a:gd name="connsiteY12" fmla="*/ 54556 h 54586"/>
                  <a:gd name="connsiteX13" fmla="*/ -29 w 88167"/>
                  <a:gd name="connsiteY13" fmla="*/ 28277 h 545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8167" h="54586">
                    <a:moveTo>
                      <a:pt x="19647" y="18366"/>
                    </a:moveTo>
                    <a:cubicBezTo>
                      <a:pt x="30612" y="26550"/>
                      <a:pt x="40975" y="35860"/>
                      <a:pt x="51564" y="44720"/>
                    </a:cubicBezTo>
                    <a:cubicBezTo>
                      <a:pt x="52991" y="45922"/>
                      <a:pt x="54418" y="43294"/>
                      <a:pt x="52991" y="42093"/>
                    </a:cubicBezTo>
                    <a:cubicBezTo>
                      <a:pt x="42853" y="33683"/>
                      <a:pt x="33015" y="24748"/>
                      <a:pt x="22501" y="16864"/>
                    </a:cubicBezTo>
                    <a:lnTo>
                      <a:pt x="41651" y="7253"/>
                    </a:lnTo>
                    <a:cubicBezTo>
                      <a:pt x="52781" y="14626"/>
                      <a:pt x="62349" y="24117"/>
                      <a:pt x="69814" y="35185"/>
                    </a:cubicBezTo>
                    <a:cubicBezTo>
                      <a:pt x="70152" y="35898"/>
                      <a:pt x="71000" y="36206"/>
                      <a:pt x="71714" y="35868"/>
                    </a:cubicBezTo>
                    <a:cubicBezTo>
                      <a:pt x="72427" y="35530"/>
                      <a:pt x="72728" y="34682"/>
                      <a:pt x="72397" y="33968"/>
                    </a:cubicBezTo>
                    <a:cubicBezTo>
                      <a:pt x="72345" y="33863"/>
                      <a:pt x="72284" y="33773"/>
                      <a:pt x="72217" y="33683"/>
                    </a:cubicBezTo>
                    <a:cubicBezTo>
                      <a:pt x="64872" y="22691"/>
                      <a:pt x="55462" y="13230"/>
                      <a:pt x="44505" y="5827"/>
                    </a:cubicBezTo>
                    <a:lnTo>
                      <a:pt x="56221" y="-30"/>
                    </a:lnTo>
                    <a:lnTo>
                      <a:pt x="88138" y="28352"/>
                    </a:lnTo>
                    <a:cubicBezTo>
                      <a:pt x="70039" y="38714"/>
                      <a:pt x="50213" y="45246"/>
                      <a:pt x="31663" y="54556"/>
                    </a:cubicBezTo>
                    <a:lnTo>
                      <a:pt x="-29" y="28277"/>
                    </a:ln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8" name="Content Placeholder 4">
                <a:extLst>
                  <a:ext uri="{FF2B5EF4-FFF2-40B4-BE49-F238E27FC236}">
                    <a16:creationId xmlns:a16="http://schemas.microsoft.com/office/drawing/2014/main" id="{422C4E09-2D53-D553-A0DF-127E6513C447}"/>
                  </a:ext>
                </a:extLst>
              </p:cNvPr>
              <p:cNvSpPr/>
              <p:nvPr/>
            </p:nvSpPr>
            <p:spPr>
              <a:xfrm>
                <a:off x="3063390" y="5109100"/>
                <a:ext cx="69392" cy="43773"/>
              </a:xfrm>
              <a:custGeom>
                <a:avLst/>
                <a:gdLst>
                  <a:gd name="connsiteX0" fmla="*/ 56296 w 69392"/>
                  <a:gd name="connsiteY0" fmla="*/ -30 h 43773"/>
                  <a:gd name="connsiteX1" fmla="*/ 69363 w 69392"/>
                  <a:gd name="connsiteY1" fmla="*/ 11608 h 43773"/>
                  <a:gd name="connsiteX2" fmla="*/ 48786 w 69392"/>
                  <a:gd name="connsiteY2" fmla="*/ 25048 h 43773"/>
                  <a:gd name="connsiteX3" fmla="*/ 21224 w 69392"/>
                  <a:gd name="connsiteY3" fmla="*/ 43744 h 43773"/>
                  <a:gd name="connsiteX4" fmla="*/ -29 w 69392"/>
                  <a:gd name="connsiteY4" fmla="*/ 26100 h 43773"/>
                  <a:gd name="connsiteX5" fmla="*/ 56296 w 69392"/>
                  <a:gd name="connsiteY5" fmla="*/ -30 h 43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9392" h="43773">
                    <a:moveTo>
                      <a:pt x="56296" y="-30"/>
                    </a:moveTo>
                    <a:lnTo>
                      <a:pt x="69363" y="11608"/>
                    </a:lnTo>
                    <a:cubicBezTo>
                      <a:pt x="61981" y="15235"/>
                      <a:pt x="55072" y="19747"/>
                      <a:pt x="48786" y="25048"/>
                    </a:cubicBezTo>
                    <a:cubicBezTo>
                      <a:pt x="39924" y="31881"/>
                      <a:pt x="30612" y="37813"/>
                      <a:pt x="21224" y="43744"/>
                    </a:cubicBezTo>
                    <a:lnTo>
                      <a:pt x="-29" y="26100"/>
                    </a:lnTo>
                    <a:cubicBezTo>
                      <a:pt x="18520" y="16939"/>
                      <a:pt x="38347" y="10407"/>
                      <a:pt x="56296" y="-30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9" name="Content Placeholder 4">
                <a:extLst>
                  <a:ext uri="{FF2B5EF4-FFF2-40B4-BE49-F238E27FC236}">
                    <a16:creationId xmlns:a16="http://schemas.microsoft.com/office/drawing/2014/main" id="{18AEB052-9BA0-979B-FE54-C6542F7C774B}"/>
                  </a:ext>
                </a:extLst>
              </p:cNvPr>
              <p:cNvSpPr/>
              <p:nvPr/>
            </p:nvSpPr>
            <p:spPr>
              <a:xfrm>
                <a:off x="3087197" y="5122990"/>
                <a:ext cx="75700" cy="41597"/>
              </a:xfrm>
              <a:custGeom>
                <a:avLst/>
                <a:gdLst>
                  <a:gd name="connsiteX0" fmla="*/ 23102 w 75700"/>
                  <a:gd name="connsiteY0" fmla="*/ 16339 h 41597"/>
                  <a:gd name="connsiteX1" fmla="*/ 48035 w 75700"/>
                  <a:gd name="connsiteY1" fmla="*/ -30 h 41597"/>
                  <a:gd name="connsiteX2" fmla="*/ 75672 w 75700"/>
                  <a:gd name="connsiteY2" fmla="*/ 24523 h 41597"/>
                  <a:gd name="connsiteX3" fmla="*/ 11536 w 75700"/>
                  <a:gd name="connsiteY3" fmla="*/ 41567 h 41597"/>
                  <a:gd name="connsiteX4" fmla="*/ -29 w 75700"/>
                  <a:gd name="connsiteY4" fmla="*/ 31956 h 41597"/>
                  <a:gd name="connsiteX5" fmla="*/ 23102 w 75700"/>
                  <a:gd name="connsiteY5" fmla="*/ 16339 h 41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5700" h="41597">
                    <a:moveTo>
                      <a:pt x="23102" y="16339"/>
                    </a:moveTo>
                    <a:cubicBezTo>
                      <a:pt x="30612" y="9754"/>
                      <a:pt x="39000" y="4243"/>
                      <a:pt x="48035" y="-30"/>
                    </a:cubicBezTo>
                    <a:lnTo>
                      <a:pt x="75672" y="24523"/>
                    </a:lnTo>
                    <a:lnTo>
                      <a:pt x="11536" y="41567"/>
                    </a:lnTo>
                    <a:lnTo>
                      <a:pt x="-29" y="31956"/>
                    </a:lnTo>
                    <a:cubicBezTo>
                      <a:pt x="7939" y="27143"/>
                      <a:pt x="15659" y="21932"/>
                      <a:pt x="23102" y="1633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0" name="Content Placeholder 4">
                <a:extLst>
                  <a:ext uri="{FF2B5EF4-FFF2-40B4-BE49-F238E27FC236}">
                    <a16:creationId xmlns:a16="http://schemas.microsoft.com/office/drawing/2014/main" id="{810534D4-4269-9691-1C6B-F0B36197134E}"/>
                  </a:ext>
                </a:extLst>
              </p:cNvPr>
              <p:cNvSpPr/>
              <p:nvPr/>
            </p:nvSpPr>
            <p:spPr>
              <a:xfrm>
                <a:off x="3239406" y="5142958"/>
                <a:ext cx="14748" cy="6387"/>
              </a:xfrm>
              <a:custGeom>
                <a:avLst/>
                <a:gdLst>
                  <a:gd name="connsiteX0" fmla="*/ 2693 w 14748"/>
                  <a:gd name="connsiteY0" fmla="*/ 6357 h 6387"/>
                  <a:gd name="connsiteX1" fmla="*/ -11 w 14748"/>
                  <a:gd name="connsiteY1" fmla="*/ 3955 h 6387"/>
                  <a:gd name="connsiteX2" fmla="*/ 2362 w 14748"/>
                  <a:gd name="connsiteY2" fmla="*/ 952 h 6387"/>
                  <a:gd name="connsiteX3" fmla="*/ 2392 w 14748"/>
                  <a:gd name="connsiteY3" fmla="*/ 952 h 6387"/>
                  <a:gd name="connsiteX4" fmla="*/ 11780 w 14748"/>
                  <a:gd name="connsiteY4" fmla="*/ -25 h 6387"/>
                  <a:gd name="connsiteX5" fmla="*/ 14709 w 14748"/>
                  <a:gd name="connsiteY5" fmla="*/ 2453 h 6387"/>
                  <a:gd name="connsiteX6" fmla="*/ 12246 w 14748"/>
                  <a:gd name="connsiteY6" fmla="*/ 5381 h 6387"/>
                  <a:gd name="connsiteX7" fmla="*/ 12231 w 14748"/>
                  <a:gd name="connsiteY7" fmla="*/ 5381 h 6387"/>
                  <a:gd name="connsiteX8" fmla="*/ 2993 w 14748"/>
                  <a:gd name="connsiteY8" fmla="*/ 6282 h 6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748" h="6387">
                    <a:moveTo>
                      <a:pt x="2693" y="6357"/>
                    </a:moveTo>
                    <a:cubicBezTo>
                      <a:pt x="1319" y="6335"/>
                      <a:pt x="177" y="5314"/>
                      <a:pt x="-11" y="3955"/>
                    </a:cubicBezTo>
                    <a:cubicBezTo>
                      <a:pt x="-183" y="2475"/>
                      <a:pt x="875" y="1132"/>
                      <a:pt x="2362" y="952"/>
                    </a:cubicBezTo>
                    <a:cubicBezTo>
                      <a:pt x="2370" y="952"/>
                      <a:pt x="2385" y="952"/>
                      <a:pt x="2392" y="952"/>
                    </a:cubicBezTo>
                    <a:lnTo>
                      <a:pt x="11780" y="-25"/>
                    </a:lnTo>
                    <a:cubicBezTo>
                      <a:pt x="13259" y="-115"/>
                      <a:pt x="14551" y="981"/>
                      <a:pt x="14709" y="2453"/>
                    </a:cubicBezTo>
                    <a:cubicBezTo>
                      <a:pt x="14837" y="3940"/>
                      <a:pt x="13740" y="5254"/>
                      <a:pt x="12246" y="5381"/>
                    </a:cubicBezTo>
                    <a:cubicBezTo>
                      <a:pt x="12246" y="5381"/>
                      <a:pt x="12238" y="5381"/>
                      <a:pt x="12231" y="5381"/>
                    </a:cubicBezTo>
                    <a:lnTo>
                      <a:pt x="2993" y="6282"/>
                    </a:ln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1" name="Content Placeholder 4">
                <a:extLst>
                  <a:ext uri="{FF2B5EF4-FFF2-40B4-BE49-F238E27FC236}">
                    <a16:creationId xmlns:a16="http://schemas.microsoft.com/office/drawing/2014/main" id="{21CE02F6-949C-0455-B10F-11C66A317899}"/>
                  </a:ext>
                </a:extLst>
              </p:cNvPr>
              <p:cNvSpPr/>
              <p:nvPr/>
            </p:nvSpPr>
            <p:spPr>
              <a:xfrm>
                <a:off x="3117806" y="5146965"/>
                <a:ext cx="107889" cy="98338"/>
              </a:xfrm>
              <a:custGeom>
                <a:avLst/>
                <a:gdLst>
                  <a:gd name="connsiteX0" fmla="*/ 52121 w 107889"/>
                  <a:gd name="connsiteY0" fmla="*/ 98309 h 98338"/>
                  <a:gd name="connsiteX1" fmla="*/ 50319 w 107889"/>
                  <a:gd name="connsiteY1" fmla="*/ 97558 h 98338"/>
                  <a:gd name="connsiteX2" fmla="*/ 828 w 107889"/>
                  <a:gd name="connsiteY2" fmla="*/ 51981 h 98338"/>
                  <a:gd name="connsiteX3" fmla="*/ 715 w 107889"/>
                  <a:gd name="connsiteY3" fmla="*/ 48114 h 98338"/>
                  <a:gd name="connsiteX4" fmla="*/ 4583 w 107889"/>
                  <a:gd name="connsiteY4" fmla="*/ 48002 h 98338"/>
                  <a:gd name="connsiteX5" fmla="*/ 53999 w 107889"/>
                  <a:gd name="connsiteY5" fmla="*/ 93578 h 98338"/>
                  <a:gd name="connsiteX6" fmla="*/ 53999 w 107889"/>
                  <a:gd name="connsiteY6" fmla="*/ 97407 h 98338"/>
                  <a:gd name="connsiteX7" fmla="*/ 52121 w 107889"/>
                  <a:gd name="connsiteY7" fmla="*/ 98309 h 98338"/>
                  <a:gd name="connsiteX8" fmla="*/ 39505 w 107889"/>
                  <a:gd name="connsiteY8" fmla="*/ 19920 h 98338"/>
                  <a:gd name="connsiteX9" fmla="*/ 36831 w 107889"/>
                  <a:gd name="connsiteY9" fmla="*/ 17187 h 98338"/>
                  <a:gd name="connsiteX10" fmla="*/ 38904 w 107889"/>
                  <a:gd name="connsiteY10" fmla="*/ 14589 h 98338"/>
                  <a:gd name="connsiteX11" fmla="*/ 87343 w 107889"/>
                  <a:gd name="connsiteY11" fmla="*/ 3777 h 98338"/>
                  <a:gd name="connsiteX12" fmla="*/ 104616 w 107889"/>
                  <a:gd name="connsiteY12" fmla="*/ 23 h 98338"/>
                  <a:gd name="connsiteX13" fmla="*/ 107808 w 107889"/>
                  <a:gd name="connsiteY13" fmla="*/ 2163 h 98338"/>
                  <a:gd name="connsiteX14" fmla="*/ 105668 w 107889"/>
                  <a:gd name="connsiteY14" fmla="*/ 5354 h 98338"/>
                  <a:gd name="connsiteX15" fmla="*/ 88470 w 107889"/>
                  <a:gd name="connsiteY15" fmla="*/ 9033 h 98338"/>
                  <a:gd name="connsiteX16" fmla="*/ 40030 w 107889"/>
                  <a:gd name="connsiteY16" fmla="*/ 19845 h 983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7889" h="98338">
                    <a:moveTo>
                      <a:pt x="52121" y="98309"/>
                    </a:moveTo>
                    <a:cubicBezTo>
                      <a:pt x="51453" y="98271"/>
                      <a:pt x="50815" y="98008"/>
                      <a:pt x="50319" y="97558"/>
                    </a:cubicBezTo>
                    <a:lnTo>
                      <a:pt x="828" y="51981"/>
                    </a:lnTo>
                    <a:cubicBezTo>
                      <a:pt x="-268" y="50945"/>
                      <a:pt x="-321" y="49211"/>
                      <a:pt x="715" y="48114"/>
                    </a:cubicBezTo>
                    <a:cubicBezTo>
                      <a:pt x="1752" y="47018"/>
                      <a:pt x="3487" y="46966"/>
                      <a:pt x="4583" y="48002"/>
                    </a:cubicBezTo>
                    <a:lnTo>
                      <a:pt x="53999" y="93578"/>
                    </a:lnTo>
                    <a:cubicBezTo>
                      <a:pt x="55020" y="94652"/>
                      <a:pt x="55020" y="96334"/>
                      <a:pt x="53999" y="97407"/>
                    </a:cubicBezTo>
                    <a:cubicBezTo>
                      <a:pt x="53518" y="97948"/>
                      <a:pt x="52842" y="98271"/>
                      <a:pt x="52121" y="98309"/>
                    </a:cubicBezTo>
                    <a:close/>
                    <a:moveTo>
                      <a:pt x="39505" y="19920"/>
                    </a:moveTo>
                    <a:cubicBezTo>
                      <a:pt x="38010" y="19905"/>
                      <a:pt x="36816" y="18681"/>
                      <a:pt x="36831" y="17187"/>
                    </a:cubicBezTo>
                    <a:cubicBezTo>
                      <a:pt x="36846" y="15948"/>
                      <a:pt x="37702" y="14882"/>
                      <a:pt x="38904" y="14589"/>
                    </a:cubicBezTo>
                    <a:lnTo>
                      <a:pt x="87343" y="3777"/>
                    </a:lnTo>
                    <a:cubicBezTo>
                      <a:pt x="93051" y="2501"/>
                      <a:pt x="98834" y="1149"/>
                      <a:pt x="104616" y="23"/>
                    </a:cubicBezTo>
                    <a:cubicBezTo>
                      <a:pt x="106088" y="-270"/>
                      <a:pt x="107515" y="691"/>
                      <a:pt x="107808" y="2163"/>
                    </a:cubicBezTo>
                    <a:cubicBezTo>
                      <a:pt x="108101" y="3635"/>
                      <a:pt x="107140" y="5061"/>
                      <a:pt x="105668" y="5354"/>
                    </a:cubicBezTo>
                    <a:cubicBezTo>
                      <a:pt x="99885" y="6480"/>
                      <a:pt x="94177" y="7756"/>
                      <a:pt x="88470" y="9033"/>
                    </a:cubicBezTo>
                    <a:lnTo>
                      <a:pt x="40030" y="19845"/>
                    </a:ln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" name="Content Placeholder 4">
                <a:extLst>
                  <a:ext uri="{FF2B5EF4-FFF2-40B4-BE49-F238E27FC236}">
                    <a16:creationId xmlns:a16="http://schemas.microsoft.com/office/drawing/2014/main" id="{9E266E49-AF85-64D0-FEAF-821B8244CA21}"/>
                  </a:ext>
                </a:extLst>
              </p:cNvPr>
              <p:cNvSpPr/>
              <p:nvPr/>
            </p:nvSpPr>
            <p:spPr>
              <a:xfrm>
                <a:off x="3194735" y="5266849"/>
                <a:ext cx="15154" cy="12223"/>
              </a:xfrm>
              <a:custGeom>
                <a:avLst/>
                <a:gdLst>
                  <a:gd name="connsiteX0" fmla="*/ 11916 w 15154"/>
                  <a:gd name="connsiteY0" fmla="*/ 12137 h 12223"/>
                  <a:gd name="connsiteX1" fmla="*/ 11916 w 15154"/>
                  <a:gd name="connsiteY1" fmla="*/ 12137 h 12223"/>
                  <a:gd name="connsiteX2" fmla="*/ 2528 w 15154"/>
                  <a:gd name="connsiteY2" fmla="*/ 11687 h 12223"/>
                  <a:gd name="connsiteX3" fmla="*/ -25 w 15154"/>
                  <a:gd name="connsiteY3" fmla="*/ 8841 h 12223"/>
                  <a:gd name="connsiteX4" fmla="*/ -25 w 15154"/>
                  <a:gd name="connsiteY4" fmla="*/ 8833 h 12223"/>
                  <a:gd name="connsiteX5" fmla="*/ 2754 w 15154"/>
                  <a:gd name="connsiteY5" fmla="*/ 6280 h 12223"/>
                  <a:gd name="connsiteX6" fmla="*/ 4781 w 15154"/>
                  <a:gd name="connsiteY6" fmla="*/ 6280 h 12223"/>
                  <a:gd name="connsiteX7" fmla="*/ 2904 w 15154"/>
                  <a:gd name="connsiteY7" fmla="*/ 4629 h 12223"/>
                  <a:gd name="connsiteX8" fmla="*/ 2904 w 15154"/>
                  <a:gd name="connsiteY8" fmla="*/ 799 h 12223"/>
                  <a:gd name="connsiteX9" fmla="*/ 6621 w 15154"/>
                  <a:gd name="connsiteY9" fmla="*/ 687 h 12223"/>
                  <a:gd name="connsiteX10" fmla="*/ 6734 w 15154"/>
                  <a:gd name="connsiteY10" fmla="*/ 799 h 12223"/>
                  <a:gd name="connsiteX11" fmla="*/ 14244 w 15154"/>
                  <a:gd name="connsiteY11" fmla="*/ 7557 h 12223"/>
                  <a:gd name="connsiteX12" fmla="*/ 14920 w 15154"/>
                  <a:gd name="connsiteY12" fmla="*/ 10635 h 12223"/>
                  <a:gd name="connsiteX13" fmla="*/ 11916 w 15154"/>
                  <a:gd name="connsiteY13" fmla="*/ 12137 h 1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5154" h="12223">
                    <a:moveTo>
                      <a:pt x="11916" y="12137"/>
                    </a:moveTo>
                    <a:lnTo>
                      <a:pt x="11916" y="12137"/>
                    </a:lnTo>
                    <a:lnTo>
                      <a:pt x="2528" y="11687"/>
                    </a:lnTo>
                    <a:cubicBezTo>
                      <a:pt x="1034" y="11604"/>
                      <a:pt x="-108" y="10335"/>
                      <a:pt x="-25" y="8841"/>
                    </a:cubicBezTo>
                    <a:cubicBezTo>
                      <a:pt x="-25" y="8841"/>
                      <a:pt x="-25" y="8833"/>
                      <a:pt x="-25" y="8833"/>
                    </a:cubicBezTo>
                    <a:cubicBezTo>
                      <a:pt x="58" y="7369"/>
                      <a:pt x="1289" y="6235"/>
                      <a:pt x="2754" y="6280"/>
                    </a:cubicBezTo>
                    <a:lnTo>
                      <a:pt x="4781" y="6280"/>
                    </a:lnTo>
                    <a:lnTo>
                      <a:pt x="2904" y="4629"/>
                    </a:lnTo>
                    <a:cubicBezTo>
                      <a:pt x="1883" y="3555"/>
                      <a:pt x="1883" y="1873"/>
                      <a:pt x="2904" y="799"/>
                    </a:cubicBezTo>
                    <a:cubicBezTo>
                      <a:pt x="3895" y="-259"/>
                      <a:pt x="5562" y="-312"/>
                      <a:pt x="6621" y="687"/>
                    </a:cubicBezTo>
                    <a:cubicBezTo>
                      <a:pt x="6659" y="724"/>
                      <a:pt x="6696" y="762"/>
                      <a:pt x="6734" y="799"/>
                    </a:cubicBezTo>
                    <a:lnTo>
                      <a:pt x="14244" y="7557"/>
                    </a:lnTo>
                    <a:cubicBezTo>
                      <a:pt x="15085" y="8345"/>
                      <a:pt x="15355" y="9569"/>
                      <a:pt x="14920" y="10635"/>
                    </a:cubicBezTo>
                    <a:cubicBezTo>
                      <a:pt x="14387" y="11769"/>
                      <a:pt x="13147" y="12392"/>
                      <a:pt x="11916" y="12137"/>
                    </a:cubicBez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" name="Content Placeholder 4">
                <a:extLst>
                  <a:ext uri="{FF2B5EF4-FFF2-40B4-BE49-F238E27FC236}">
                    <a16:creationId xmlns:a16="http://schemas.microsoft.com/office/drawing/2014/main" id="{4D197D32-1461-604D-59E7-A0297F39A71D}"/>
                  </a:ext>
                </a:extLst>
              </p:cNvPr>
              <p:cNvSpPr/>
              <p:nvPr/>
            </p:nvSpPr>
            <p:spPr>
              <a:xfrm>
                <a:off x="3126098" y="5273066"/>
                <a:ext cx="58653" cy="7677"/>
              </a:xfrm>
              <a:custGeom>
                <a:avLst/>
                <a:gdLst>
                  <a:gd name="connsiteX0" fmla="*/ 2674 w 58653"/>
                  <a:gd name="connsiteY0" fmla="*/ 7648 h 7677"/>
                  <a:gd name="connsiteX1" fmla="*/ -29 w 58653"/>
                  <a:gd name="connsiteY1" fmla="*/ 4945 h 7677"/>
                  <a:gd name="connsiteX2" fmla="*/ 2674 w 58653"/>
                  <a:gd name="connsiteY2" fmla="*/ 2242 h 7677"/>
                  <a:gd name="connsiteX3" fmla="*/ 55920 w 58653"/>
                  <a:gd name="connsiteY3" fmla="*/ -11 h 7677"/>
                  <a:gd name="connsiteX4" fmla="*/ 58624 w 58653"/>
                  <a:gd name="connsiteY4" fmla="*/ 2767 h 7677"/>
                  <a:gd name="connsiteX5" fmla="*/ 55920 w 58653"/>
                  <a:gd name="connsiteY5" fmla="*/ 5395 h 7677"/>
                  <a:gd name="connsiteX6" fmla="*/ 55920 w 58653"/>
                  <a:gd name="connsiteY6" fmla="*/ 5395 h 7677"/>
                  <a:gd name="connsiteX7" fmla="*/ 3350 w 58653"/>
                  <a:gd name="connsiteY7" fmla="*/ 7648 h 76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8653" h="7677">
                    <a:moveTo>
                      <a:pt x="2674" y="7648"/>
                    </a:moveTo>
                    <a:cubicBezTo>
                      <a:pt x="1180" y="7648"/>
                      <a:pt x="-29" y="6439"/>
                      <a:pt x="-29" y="4945"/>
                    </a:cubicBezTo>
                    <a:cubicBezTo>
                      <a:pt x="-29" y="3450"/>
                      <a:pt x="1180" y="2242"/>
                      <a:pt x="2674" y="2242"/>
                    </a:cubicBezTo>
                    <a:cubicBezTo>
                      <a:pt x="20375" y="590"/>
                      <a:pt x="38144" y="-161"/>
                      <a:pt x="55920" y="-11"/>
                    </a:cubicBezTo>
                    <a:cubicBezTo>
                      <a:pt x="57422" y="27"/>
                      <a:pt x="58624" y="1266"/>
                      <a:pt x="58624" y="2767"/>
                    </a:cubicBezTo>
                    <a:cubicBezTo>
                      <a:pt x="58586" y="4231"/>
                      <a:pt x="57385" y="5395"/>
                      <a:pt x="55920" y="5395"/>
                    </a:cubicBezTo>
                    <a:lnTo>
                      <a:pt x="55920" y="5395"/>
                    </a:lnTo>
                    <a:cubicBezTo>
                      <a:pt x="38369" y="5245"/>
                      <a:pt x="20826" y="6003"/>
                      <a:pt x="3350" y="7648"/>
                    </a:cubicBez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" name="Content Placeholder 4">
                <a:extLst>
                  <a:ext uri="{FF2B5EF4-FFF2-40B4-BE49-F238E27FC236}">
                    <a16:creationId xmlns:a16="http://schemas.microsoft.com/office/drawing/2014/main" id="{860D9D22-E778-54A2-1B8B-8F86B56B3CA9}"/>
                  </a:ext>
                </a:extLst>
              </p:cNvPr>
              <p:cNvSpPr/>
              <p:nvPr/>
            </p:nvSpPr>
            <p:spPr>
              <a:xfrm>
                <a:off x="3108044" y="5275846"/>
                <a:ext cx="14766" cy="6624"/>
              </a:xfrm>
              <a:custGeom>
                <a:avLst/>
                <a:gdLst>
                  <a:gd name="connsiteX0" fmla="*/ 2704 w 14766"/>
                  <a:gd name="connsiteY0" fmla="*/ 6594 h 6624"/>
                  <a:gd name="connsiteX1" fmla="*/ 1 w 14766"/>
                  <a:gd name="connsiteY1" fmla="*/ 4192 h 6624"/>
                  <a:gd name="connsiteX2" fmla="*/ 2209 w 14766"/>
                  <a:gd name="connsiteY2" fmla="*/ 1204 h 6624"/>
                  <a:gd name="connsiteX3" fmla="*/ 2329 w 14766"/>
                  <a:gd name="connsiteY3" fmla="*/ 1189 h 6624"/>
                  <a:gd name="connsiteX4" fmla="*/ 11716 w 14766"/>
                  <a:gd name="connsiteY4" fmla="*/ -13 h 6624"/>
                  <a:gd name="connsiteX5" fmla="*/ 14720 w 14766"/>
                  <a:gd name="connsiteY5" fmla="*/ 2390 h 6624"/>
                  <a:gd name="connsiteX6" fmla="*/ 12317 w 14766"/>
                  <a:gd name="connsiteY6" fmla="*/ 5393 h 6624"/>
                  <a:gd name="connsiteX7" fmla="*/ 3005 w 14766"/>
                  <a:gd name="connsiteY7" fmla="*/ 6519 h 66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766" h="6624">
                    <a:moveTo>
                      <a:pt x="2704" y="6594"/>
                    </a:moveTo>
                    <a:cubicBezTo>
                      <a:pt x="1330" y="6572"/>
                      <a:pt x="189" y="5551"/>
                      <a:pt x="1" y="4192"/>
                    </a:cubicBezTo>
                    <a:cubicBezTo>
                      <a:pt x="-217" y="2758"/>
                      <a:pt x="774" y="1421"/>
                      <a:pt x="2209" y="1204"/>
                    </a:cubicBezTo>
                    <a:cubicBezTo>
                      <a:pt x="2246" y="1196"/>
                      <a:pt x="2291" y="1189"/>
                      <a:pt x="2329" y="1189"/>
                    </a:cubicBezTo>
                    <a:lnTo>
                      <a:pt x="11716" y="-13"/>
                    </a:lnTo>
                    <a:cubicBezTo>
                      <a:pt x="13211" y="-178"/>
                      <a:pt x="14555" y="896"/>
                      <a:pt x="14720" y="2390"/>
                    </a:cubicBezTo>
                    <a:cubicBezTo>
                      <a:pt x="14886" y="3884"/>
                      <a:pt x="13812" y="5228"/>
                      <a:pt x="12317" y="5393"/>
                    </a:cubicBezTo>
                    <a:lnTo>
                      <a:pt x="3005" y="6519"/>
                    </a:ln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5" name="Content Placeholder 4">
                <a:extLst>
                  <a:ext uri="{FF2B5EF4-FFF2-40B4-BE49-F238E27FC236}">
                    <a16:creationId xmlns:a16="http://schemas.microsoft.com/office/drawing/2014/main" id="{3ECB67A1-444E-60BA-7A2C-6E529AA6C2F3}"/>
                  </a:ext>
                </a:extLst>
              </p:cNvPr>
              <p:cNvSpPr/>
              <p:nvPr/>
            </p:nvSpPr>
            <p:spPr>
              <a:xfrm>
                <a:off x="3344975" y="5158354"/>
                <a:ext cx="283813" cy="29378"/>
              </a:xfrm>
              <a:custGeom>
                <a:avLst/>
                <a:gdLst>
                  <a:gd name="connsiteX0" fmla="*/ 3915 w 283813"/>
                  <a:gd name="connsiteY0" fmla="*/ -28 h 29378"/>
                  <a:gd name="connsiteX1" fmla="*/ 281785 w 283813"/>
                  <a:gd name="connsiteY1" fmla="*/ 23924 h 29378"/>
                  <a:gd name="connsiteX2" fmla="*/ 281109 w 283813"/>
                  <a:gd name="connsiteY2" fmla="*/ 29330 h 29378"/>
                  <a:gd name="connsiteX3" fmla="*/ 3690 w 283813"/>
                  <a:gd name="connsiteY3" fmla="*/ 7630 h 29378"/>
                  <a:gd name="connsiteX4" fmla="*/ -28 w 283813"/>
                  <a:gd name="connsiteY4" fmla="*/ 3688 h 29378"/>
                  <a:gd name="connsiteX5" fmla="*/ 3915 w 283813"/>
                  <a:gd name="connsiteY5" fmla="*/ -28 h 293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3813" h="29378">
                    <a:moveTo>
                      <a:pt x="3915" y="-28"/>
                    </a:moveTo>
                    <a:cubicBezTo>
                      <a:pt x="96971" y="1684"/>
                      <a:pt x="189810" y="9688"/>
                      <a:pt x="281785" y="23924"/>
                    </a:cubicBezTo>
                    <a:cubicBezTo>
                      <a:pt x="284864" y="24374"/>
                      <a:pt x="284188" y="29705"/>
                      <a:pt x="281109" y="29330"/>
                    </a:cubicBezTo>
                    <a:cubicBezTo>
                      <a:pt x="189089" y="17151"/>
                      <a:pt x="96483" y="9906"/>
                      <a:pt x="3690" y="7630"/>
                    </a:cubicBezTo>
                    <a:cubicBezTo>
                      <a:pt x="1572" y="7570"/>
                      <a:pt x="-88" y="5806"/>
                      <a:pt x="-28" y="3688"/>
                    </a:cubicBezTo>
                    <a:cubicBezTo>
                      <a:pt x="33" y="1571"/>
                      <a:pt x="1797" y="-88"/>
                      <a:pt x="3915" y="-2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6" name="Content Placeholder 4">
                <a:extLst>
                  <a:ext uri="{FF2B5EF4-FFF2-40B4-BE49-F238E27FC236}">
                    <a16:creationId xmlns:a16="http://schemas.microsoft.com/office/drawing/2014/main" id="{89E02DEC-76F5-3B29-CEBD-502EEBFFC7D7}"/>
                  </a:ext>
                </a:extLst>
              </p:cNvPr>
              <p:cNvSpPr/>
              <p:nvPr/>
            </p:nvSpPr>
            <p:spPr>
              <a:xfrm>
                <a:off x="3419235" y="5050384"/>
                <a:ext cx="30469" cy="194227"/>
              </a:xfrm>
              <a:custGeom>
                <a:avLst/>
                <a:gdLst>
                  <a:gd name="connsiteX0" fmla="*/ 24282 w 30469"/>
                  <a:gd name="connsiteY0" fmla="*/ 3049 h 194227"/>
                  <a:gd name="connsiteX1" fmla="*/ 27361 w 30469"/>
                  <a:gd name="connsiteY1" fmla="*/ -30 h 194227"/>
                  <a:gd name="connsiteX2" fmla="*/ 30440 w 30469"/>
                  <a:gd name="connsiteY2" fmla="*/ 3049 h 194227"/>
                  <a:gd name="connsiteX3" fmla="*/ 9187 w 30469"/>
                  <a:gd name="connsiteY3" fmla="*/ 190760 h 194227"/>
                  <a:gd name="connsiteX4" fmla="*/ 25 w 30469"/>
                  <a:gd name="connsiteY4" fmla="*/ 188207 h 194227"/>
                  <a:gd name="connsiteX5" fmla="*/ 24282 w 30469"/>
                  <a:gd name="connsiteY5" fmla="*/ 3049 h 194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469" h="194227">
                    <a:moveTo>
                      <a:pt x="24282" y="3049"/>
                    </a:moveTo>
                    <a:cubicBezTo>
                      <a:pt x="24282" y="1352"/>
                      <a:pt x="25664" y="-30"/>
                      <a:pt x="27361" y="-30"/>
                    </a:cubicBezTo>
                    <a:cubicBezTo>
                      <a:pt x="29058" y="-30"/>
                      <a:pt x="30440" y="1352"/>
                      <a:pt x="30440" y="3049"/>
                    </a:cubicBezTo>
                    <a:cubicBezTo>
                      <a:pt x="30440" y="66120"/>
                      <a:pt x="19926" y="128815"/>
                      <a:pt x="9187" y="190760"/>
                    </a:cubicBezTo>
                    <a:cubicBezTo>
                      <a:pt x="8135" y="196842"/>
                      <a:pt x="-801" y="194139"/>
                      <a:pt x="25" y="188207"/>
                    </a:cubicBezTo>
                    <a:cubicBezTo>
                      <a:pt x="8511" y="126638"/>
                      <a:pt x="21503" y="65144"/>
                      <a:pt x="24282" y="304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7" name="Content Placeholder 4">
                <a:extLst>
                  <a:ext uri="{FF2B5EF4-FFF2-40B4-BE49-F238E27FC236}">
                    <a16:creationId xmlns:a16="http://schemas.microsoft.com/office/drawing/2014/main" id="{0D358327-CF6B-5DC6-0195-84F65AAC1D76}"/>
                  </a:ext>
                </a:extLst>
              </p:cNvPr>
              <p:cNvSpPr/>
              <p:nvPr/>
            </p:nvSpPr>
            <p:spPr>
              <a:xfrm>
                <a:off x="3579225" y="5133930"/>
                <a:ext cx="44468" cy="33172"/>
              </a:xfrm>
              <a:custGeom>
                <a:avLst/>
                <a:gdLst>
                  <a:gd name="connsiteX0" fmla="*/ 4202 w 44468"/>
                  <a:gd name="connsiteY0" fmla="*/ 26648 h 33172"/>
                  <a:gd name="connsiteX1" fmla="*/ 16519 w 44468"/>
                  <a:gd name="connsiteY1" fmla="*/ 30403 h 33172"/>
                  <a:gd name="connsiteX2" fmla="*/ 21400 w 44468"/>
                  <a:gd name="connsiteY2" fmla="*/ 31079 h 33172"/>
                  <a:gd name="connsiteX3" fmla="*/ 32665 w 44468"/>
                  <a:gd name="connsiteY3" fmla="*/ 32205 h 33172"/>
                  <a:gd name="connsiteX4" fmla="*/ 39124 w 44468"/>
                  <a:gd name="connsiteY4" fmla="*/ 33106 h 33172"/>
                  <a:gd name="connsiteX5" fmla="*/ 43630 w 44468"/>
                  <a:gd name="connsiteY5" fmla="*/ 26498 h 33172"/>
                  <a:gd name="connsiteX6" fmla="*/ 36120 w 44468"/>
                  <a:gd name="connsiteY6" fmla="*/ 1345 h 33172"/>
                  <a:gd name="connsiteX7" fmla="*/ 16744 w 44468"/>
                  <a:gd name="connsiteY7" fmla="*/ 294 h 33172"/>
                  <a:gd name="connsiteX8" fmla="*/ 4278 w 44468"/>
                  <a:gd name="connsiteY8" fmla="*/ 2621 h 33172"/>
                  <a:gd name="connsiteX9" fmla="*/ 4202 w 44468"/>
                  <a:gd name="connsiteY9" fmla="*/ 26648 h 331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4468" h="33172">
                    <a:moveTo>
                      <a:pt x="4202" y="26648"/>
                    </a:moveTo>
                    <a:cubicBezTo>
                      <a:pt x="7582" y="29607"/>
                      <a:pt x="12065" y="30973"/>
                      <a:pt x="16519" y="30403"/>
                    </a:cubicBezTo>
                    <a:cubicBezTo>
                      <a:pt x="18118" y="30793"/>
                      <a:pt x="19756" y="31018"/>
                      <a:pt x="21400" y="31079"/>
                    </a:cubicBezTo>
                    <a:cubicBezTo>
                      <a:pt x="25185" y="31041"/>
                      <a:pt x="28963" y="31416"/>
                      <a:pt x="32665" y="32205"/>
                    </a:cubicBezTo>
                    <a:cubicBezTo>
                      <a:pt x="34731" y="32948"/>
                      <a:pt x="36931" y="33256"/>
                      <a:pt x="39124" y="33106"/>
                    </a:cubicBezTo>
                    <a:cubicBezTo>
                      <a:pt x="41850" y="32047"/>
                      <a:pt x="43637" y="29419"/>
                      <a:pt x="43630" y="26498"/>
                    </a:cubicBezTo>
                    <a:cubicBezTo>
                      <a:pt x="44982" y="18389"/>
                      <a:pt x="45808" y="3973"/>
                      <a:pt x="36120" y="1345"/>
                    </a:cubicBezTo>
                    <a:cubicBezTo>
                      <a:pt x="29759" y="-14"/>
                      <a:pt x="23218" y="-367"/>
                      <a:pt x="16744" y="294"/>
                    </a:cubicBezTo>
                    <a:cubicBezTo>
                      <a:pt x="12456" y="-44"/>
                      <a:pt x="8153" y="759"/>
                      <a:pt x="4278" y="2621"/>
                    </a:cubicBezTo>
                    <a:cubicBezTo>
                      <a:pt x="-2181" y="7352"/>
                      <a:pt x="-679" y="21543"/>
                      <a:pt x="4202" y="2664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8" name="Content Placeholder 4">
                <a:extLst>
                  <a:ext uri="{FF2B5EF4-FFF2-40B4-BE49-F238E27FC236}">
                    <a16:creationId xmlns:a16="http://schemas.microsoft.com/office/drawing/2014/main" id="{2A3C653C-97AF-3B7F-13BF-6BE1422E5618}"/>
                  </a:ext>
                </a:extLst>
              </p:cNvPr>
              <p:cNvSpPr/>
              <p:nvPr/>
            </p:nvSpPr>
            <p:spPr>
              <a:xfrm>
                <a:off x="3537406" y="5131949"/>
                <a:ext cx="38098" cy="33063"/>
              </a:xfrm>
              <a:custGeom>
                <a:avLst/>
                <a:gdLst>
                  <a:gd name="connsiteX0" fmla="*/ 35433 w 38098"/>
                  <a:gd name="connsiteY0" fmla="*/ 30957 h 33063"/>
                  <a:gd name="connsiteX1" fmla="*/ 34757 w 38098"/>
                  <a:gd name="connsiteY1" fmla="*/ 32534 h 33063"/>
                  <a:gd name="connsiteX2" fmla="*/ 32504 w 38098"/>
                  <a:gd name="connsiteY2" fmla="*/ 32984 h 33063"/>
                  <a:gd name="connsiteX3" fmla="*/ 4942 w 38098"/>
                  <a:gd name="connsiteY3" fmla="*/ 29905 h 33063"/>
                  <a:gd name="connsiteX4" fmla="*/ 962 w 38098"/>
                  <a:gd name="connsiteY4" fmla="*/ 28629 h 33063"/>
                  <a:gd name="connsiteX5" fmla="*/ 61 w 38098"/>
                  <a:gd name="connsiteY5" fmla="*/ 25325 h 33063"/>
                  <a:gd name="connsiteX6" fmla="*/ 1413 w 38098"/>
                  <a:gd name="connsiteY6" fmla="*/ 5128 h 33063"/>
                  <a:gd name="connsiteX7" fmla="*/ 3365 w 38098"/>
                  <a:gd name="connsiteY7" fmla="*/ 1298 h 33063"/>
                  <a:gd name="connsiteX8" fmla="*/ 6069 w 38098"/>
                  <a:gd name="connsiteY8" fmla="*/ 848 h 33063"/>
                  <a:gd name="connsiteX9" fmla="*/ 36109 w 38098"/>
                  <a:gd name="connsiteY9" fmla="*/ 2950 h 33063"/>
                  <a:gd name="connsiteX10" fmla="*/ 35433 w 38098"/>
                  <a:gd name="connsiteY10" fmla="*/ 30957 h 330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8098" h="33063">
                    <a:moveTo>
                      <a:pt x="35433" y="30957"/>
                    </a:moveTo>
                    <a:cubicBezTo>
                      <a:pt x="35380" y="31542"/>
                      <a:pt x="35140" y="32090"/>
                      <a:pt x="34757" y="32534"/>
                    </a:cubicBezTo>
                    <a:cubicBezTo>
                      <a:pt x="34231" y="33134"/>
                      <a:pt x="33330" y="33059"/>
                      <a:pt x="32504" y="32984"/>
                    </a:cubicBezTo>
                    <a:lnTo>
                      <a:pt x="4942" y="29905"/>
                    </a:lnTo>
                    <a:cubicBezTo>
                      <a:pt x="3500" y="30041"/>
                      <a:pt x="2059" y="29575"/>
                      <a:pt x="962" y="28629"/>
                    </a:cubicBezTo>
                    <a:cubicBezTo>
                      <a:pt x="294" y="27668"/>
                      <a:pt x="-29" y="26497"/>
                      <a:pt x="61" y="25325"/>
                    </a:cubicBezTo>
                    <a:cubicBezTo>
                      <a:pt x="-240" y="18560"/>
                      <a:pt x="211" y="11788"/>
                      <a:pt x="1413" y="5128"/>
                    </a:cubicBezTo>
                    <a:cubicBezTo>
                      <a:pt x="1413" y="3701"/>
                      <a:pt x="2013" y="1974"/>
                      <a:pt x="3365" y="1298"/>
                    </a:cubicBezTo>
                    <a:cubicBezTo>
                      <a:pt x="4214" y="923"/>
                      <a:pt x="5145" y="772"/>
                      <a:pt x="6069" y="848"/>
                    </a:cubicBezTo>
                    <a:cubicBezTo>
                      <a:pt x="12302" y="848"/>
                      <a:pt x="31753" y="-2155"/>
                      <a:pt x="36109" y="2950"/>
                    </a:cubicBezTo>
                    <a:cubicBezTo>
                      <a:pt x="40465" y="8056"/>
                      <a:pt x="36334" y="25325"/>
                      <a:pt x="35433" y="3095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9" name="Content Placeholder 4">
                <a:extLst>
                  <a:ext uri="{FF2B5EF4-FFF2-40B4-BE49-F238E27FC236}">
                    <a16:creationId xmlns:a16="http://schemas.microsoft.com/office/drawing/2014/main" id="{82E8AA89-5ED9-9EF3-A113-8F168B222E83}"/>
                  </a:ext>
                </a:extLst>
              </p:cNvPr>
              <p:cNvSpPr/>
              <p:nvPr/>
            </p:nvSpPr>
            <p:spPr>
              <a:xfrm>
                <a:off x="3506640" y="5129072"/>
                <a:ext cx="25826" cy="28767"/>
              </a:xfrm>
              <a:custGeom>
                <a:avLst/>
                <a:gdLst>
                  <a:gd name="connsiteX0" fmla="*/ 24218 w 25826"/>
                  <a:gd name="connsiteY0" fmla="*/ 19868 h 28767"/>
                  <a:gd name="connsiteX1" fmla="*/ 19336 w 25826"/>
                  <a:gd name="connsiteY1" fmla="*/ 28428 h 28767"/>
                  <a:gd name="connsiteX2" fmla="*/ 14380 w 25826"/>
                  <a:gd name="connsiteY2" fmla="*/ 28428 h 28767"/>
                  <a:gd name="connsiteX3" fmla="*/ 2439 w 25826"/>
                  <a:gd name="connsiteY3" fmla="*/ 26100 h 28767"/>
                  <a:gd name="connsiteX4" fmla="*/ 163 w 25826"/>
                  <a:gd name="connsiteY4" fmla="*/ 23870 h 28767"/>
                  <a:gd name="connsiteX5" fmla="*/ 186 w 25826"/>
                  <a:gd name="connsiteY5" fmla="*/ 23547 h 28767"/>
                  <a:gd name="connsiteX6" fmla="*/ 2138 w 25826"/>
                  <a:gd name="connsiteY6" fmla="*/ -30 h 28767"/>
                  <a:gd name="connsiteX7" fmla="*/ 23917 w 25826"/>
                  <a:gd name="connsiteY7" fmla="*/ 3349 h 28767"/>
                  <a:gd name="connsiteX8" fmla="*/ 24218 w 25826"/>
                  <a:gd name="connsiteY8" fmla="*/ 19868 h 28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5826" h="28767">
                    <a:moveTo>
                      <a:pt x="24218" y="19868"/>
                    </a:moveTo>
                    <a:cubicBezTo>
                      <a:pt x="23617" y="23247"/>
                      <a:pt x="22641" y="27376"/>
                      <a:pt x="19336" y="28428"/>
                    </a:cubicBezTo>
                    <a:cubicBezTo>
                      <a:pt x="17707" y="28840"/>
                      <a:pt x="16009" y="28840"/>
                      <a:pt x="14380" y="28428"/>
                    </a:cubicBezTo>
                    <a:lnTo>
                      <a:pt x="2439" y="26100"/>
                    </a:lnTo>
                    <a:cubicBezTo>
                      <a:pt x="1192" y="26107"/>
                      <a:pt x="178" y="25109"/>
                      <a:pt x="163" y="23870"/>
                    </a:cubicBezTo>
                    <a:cubicBezTo>
                      <a:pt x="163" y="23757"/>
                      <a:pt x="171" y="23652"/>
                      <a:pt x="186" y="23547"/>
                    </a:cubicBezTo>
                    <a:cubicBezTo>
                      <a:pt x="-415" y="15633"/>
                      <a:pt x="246" y="7674"/>
                      <a:pt x="2138" y="-30"/>
                    </a:cubicBezTo>
                    <a:cubicBezTo>
                      <a:pt x="6794" y="-30"/>
                      <a:pt x="20312" y="-30"/>
                      <a:pt x="23917" y="3349"/>
                    </a:cubicBezTo>
                    <a:cubicBezTo>
                      <a:pt x="27522" y="6728"/>
                      <a:pt x="24969" y="15588"/>
                      <a:pt x="24218" y="1986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0" name="Content Placeholder 4">
                <a:extLst>
                  <a:ext uri="{FF2B5EF4-FFF2-40B4-BE49-F238E27FC236}">
                    <a16:creationId xmlns:a16="http://schemas.microsoft.com/office/drawing/2014/main" id="{ECB82E99-2A39-400F-BE7D-39223A745A69}"/>
                  </a:ext>
                </a:extLst>
              </p:cNvPr>
              <p:cNvSpPr/>
              <p:nvPr/>
            </p:nvSpPr>
            <p:spPr>
              <a:xfrm>
                <a:off x="3518107" y="5226421"/>
                <a:ext cx="67021" cy="61049"/>
              </a:xfrm>
              <a:custGeom>
                <a:avLst/>
                <a:gdLst>
                  <a:gd name="connsiteX0" fmla="*/ 2988 w 67021"/>
                  <a:gd name="connsiteY0" fmla="*/ 47610 h 61049"/>
                  <a:gd name="connsiteX1" fmla="*/ 38660 w 67021"/>
                  <a:gd name="connsiteY1" fmla="*/ 59924 h 61049"/>
                  <a:gd name="connsiteX2" fmla="*/ 66222 w 67021"/>
                  <a:gd name="connsiteY2" fmla="*/ 35897 h 61049"/>
                  <a:gd name="connsiteX3" fmla="*/ 60664 w 67021"/>
                  <a:gd name="connsiteY3" fmla="*/ 12921 h 61049"/>
                  <a:gd name="connsiteX4" fmla="*/ 45645 w 67021"/>
                  <a:gd name="connsiteY4" fmla="*/ 532 h 61049"/>
                  <a:gd name="connsiteX5" fmla="*/ 7719 w 67021"/>
                  <a:gd name="connsiteY5" fmla="*/ 12170 h 61049"/>
                  <a:gd name="connsiteX6" fmla="*/ 2988 w 67021"/>
                  <a:gd name="connsiteY6" fmla="*/ 47610 h 61049"/>
                  <a:gd name="connsiteX7" fmla="*/ 52328 w 67021"/>
                  <a:gd name="connsiteY7" fmla="*/ 25085 h 61049"/>
                  <a:gd name="connsiteX8" fmla="*/ 14403 w 67021"/>
                  <a:gd name="connsiteY8" fmla="*/ 37999 h 61049"/>
                  <a:gd name="connsiteX9" fmla="*/ 9521 w 67021"/>
                  <a:gd name="connsiteY9" fmla="*/ 34545 h 61049"/>
                  <a:gd name="connsiteX10" fmla="*/ 10047 w 67021"/>
                  <a:gd name="connsiteY10" fmla="*/ 28539 h 61049"/>
                  <a:gd name="connsiteX11" fmla="*/ 28972 w 67021"/>
                  <a:gd name="connsiteY11" fmla="*/ 11870 h 61049"/>
                  <a:gd name="connsiteX12" fmla="*/ 52328 w 67021"/>
                  <a:gd name="connsiteY12" fmla="*/ 25009 h 61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7021" h="61049">
                    <a:moveTo>
                      <a:pt x="2988" y="47610"/>
                    </a:moveTo>
                    <a:cubicBezTo>
                      <a:pt x="9296" y="60975"/>
                      <a:pt x="25518" y="62627"/>
                      <a:pt x="38660" y="59924"/>
                    </a:cubicBezTo>
                    <a:cubicBezTo>
                      <a:pt x="51652" y="57761"/>
                      <a:pt x="62317" y="48466"/>
                      <a:pt x="66222" y="35897"/>
                    </a:cubicBezTo>
                    <a:cubicBezTo>
                      <a:pt x="68265" y="27788"/>
                      <a:pt x="66192" y="19198"/>
                      <a:pt x="60664" y="12921"/>
                    </a:cubicBezTo>
                    <a:cubicBezTo>
                      <a:pt x="57923" y="6629"/>
                      <a:pt x="52343" y="2026"/>
                      <a:pt x="45645" y="532"/>
                    </a:cubicBezTo>
                    <a:cubicBezTo>
                      <a:pt x="31886" y="-1661"/>
                      <a:pt x="17880" y="2634"/>
                      <a:pt x="7719" y="12170"/>
                    </a:cubicBezTo>
                    <a:cubicBezTo>
                      <a:pt x="-512" y="22104"/>
                      <a:pt x="-2344" y="35867"/>
                      <a:pt x="2988" y="47610"/>
                    </a:cubicBezTo>
                    <a:close/>
                    <a:moveTo>
                      <a:pt x="52328" y="25085"/>
                    </a:moveTo>
                    <a:cubicBezTo>
                      <a:pt x="51352" y="43706"/>
                      <a:pt x="23715" y="60525"/>
                      <a:pt x="14403" y="37999"/>
                    </a:cubicBezTo>
                    <a:cubicBezTo>
                      <a:pt x="13622" y="35972"/>
                      <a:pt x="11692" y="34613"/>
                      <a:pt x="9521" y="34545"/>
                    </a:cubicBezTo>
                    <a:cubicBezTo>
                      <a:pt x="9506" y="32533"/>
                      <a:pt x="9679" y="30521"/>
                      <a:pt x="10047" y="28539"/>
                    </a:cubicBezTo>
                    <a:cubicBezTo>
                      <a:pt x="11850" y="18552"/>
                      <a:pt x="19885" y="14272"/>
                      <a:pt x="28972" y="11870"/>
                    </a:cubicBezTo>
                    <a:cubicBezTo>
                      <a:pt x="38059" y="9467"/>
                      <a:pt x="53004" y="11795"/>
                      <a:pt x="52328" y="2500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1" name="Content Placeholder 4">
                <a:extLst>
                  <a:ext uri="{FF2B5EF4-FFF2-40B4-BE49-F238E27FC236}">
                    <a16:creationId xmlns:a16="http://schemas.microsoft.com/office/drawing/2014/main" id="{7A6084AE-3AF1-B8CD-43EE-8A5878EF609E}"/>
                  </a:ext>
                </a:extLst>
              </p:cNvPr>
              <p:cNvSpPr/>
              <p:nvPr/>
            </p:nvSpPr>
            <p:spPr>
              <a:xfrm>
                <a:off x="3554103" y="5176920"/>
                <a:ext cx="10674" cy="57129"/>
              </a:xfrm>
              <a:custGeom>
                <a:avLst/>
                <a:gdLst>
                  <a:gd name="connsiteX0" fmla="*/ 562 w 10674"/>
                  <a:gd name="connsiteY0" fmla="*/ 4757 h 57129"/>
                  <a:gd name="connsiteX1" fmla="*/ 10625 w 10674"/>
                  <a:gd name="connsiteY1" fmla="*/ 4757 h 57129"/>
                  <a:gd name="connsiteX2" fmla="*/ 4842 w 10674"/>
                  <a:gd name="connsiteY2" fmla="*/ 54988 h 57129"/>
                  <a:gd name="connsiteX3" fmla="*/ 411 w 10674"/>
                  <a:gd name="connsiteY3" fmla="*/ 54988 h 57129"/>
                  <a:gd name="connsiteX4" fmla="*/ 562 w 10674"/>
                  <a:gd name="connsiteY4" fmla="*/ 4757 h 571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674" h="57129">
                    <a:moveTo>
                      <a:pt x="562" y="4757"/>
                    </a:moveTo>
                    <a:cubicBezTo>
                      <a:pt x="1087" y="-1625"/>
                      <a:pt x="11151" y="-1625"/>
                      <a:pt x="10625" y="4757"/>
                    </a:cubicBezTo>
                    <a:cubicBezTo>
                      <a:pt x="9273" y="21576"/>
                      <a:pt x="6044" y="38169"/>
                      <a:pt x="4842" y="54988"/>
                    </a:cubicBezTo>
                    <a:cubicBezTo>
                      <a:pt x="4842" y="57766"/>
                      <a:pt x="336" y="57842"/>
                      <a:pt x="411" y="54988"/>
                    </a:cubicBezTo>
                    <a:cubicBezTo>
                      <a:pt x="486" y="38245"/>
                      <a:pt x="-715" y="21576"/>
                      <a:pt x="562" y="475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2" name="Content Placeholder 4">
                <a:extLst>
                  <a:ext uri="{FF2B5EF4-FFF2-40B4-BE49-F238E27FC236}">
                    <a16:creationId xmlns:a16="http://schemas.microsoft.com/office/drawing/2014/main" id="{3AE28762-8F5A-FB93-062D-1B96D10D892E}"/>
                  </a:ext>
                </a:extLst>
              </p:cNvPr>
              <p:cNvSpPr/>
              <p:nvPr/>
            </p:nvSpPr>
            <p:spPr>
              <a:xfrm>
                <a:off x="3418678" y="5237379"/>
                <a:ext cx="103821" cy="23954"/>
              </a:xfrm>
              <a:custGeom>
                <a:avLst/>
                <a:gdLst>
                  <a:gd name="connsiteX0" fmla="*/ 5688 w 103821"/>
                  <a:gd name="connsiteY0" fmla="*/ 11 h 23954"/>
                  <a:gd name="connsiteX1" fmla="*/ 101666 w 103821"/>
                  <a:gd name="connsiteY1" fmla="*/ 18181 h 23954"/>
                  <a:gd name="connsiteX2" fmla="*/ 100088 w 103821"/>
                  <a:gd name="connsiteY2" fmla="*/ 23888 h 23954"/>
                  <a:gd name="connsiteX3" fmla="*/ 5688 w 103821"/>
                  <a:gd name="connsiteY3" fmla="*/ 11949 h 23954"/>
                  <a:gd name="connsiteX4" fmla="*/ 5688 w 103821"/>
                  <a:gd name="connsiteY4" fmla="*/ 11 h 23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821" h="23954">
                    <a:moveTo>
                      <a:pt x="5688" y="11"/>
                    </a:moveTo>
                    <a:cubicBezTo>
                      <a:pt x="38161" y="3157"/>
                      <a:pt x="70289" y="9239"/>
                      <a:pt x="101666" y="18181"/>
                    </a:cubicBezTo>
                    <a:cubicBezTo>
                      <a:pt x="105421" y="19232"/>
                      <a:pt x="103768" y="24413"/>
                      <a:pt x="100088" y="23888"/>
                    </a:cubicBezTo>
                    <a:cubicBezTo>
                      <a:pt x="68772" y="18857"/>
                      <a:pt x="37380" y="14727"/>
                      <a:pt x="5688" y="11949"/>
                    </a:cubicBezTo>
                    <a:cubicBezTo>
                      <a:pt x="-1972" y="11273"/>
                      <a:pt x="-1897" y="-815"/>
                      <a:pt x="5688" y="1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3" name="Content Placeholder 4">
                <a:extLst>
                  <a:ext uri="{FF2B5EF4-FFF2-40B4-BE49-F238E27FC236}">
                    <a16:creationId xmlns:a16="http://schemas.microsoft.com/office/drawing/2014/main" id="{769E1448-4F1F-F4B9-B1C8-6C6EE4DCD4EF}"/>
                  </a:ext>
                </a:extLst>
              </p:cNvPr>
              <p:cNvSpPr/>
              <p:nvPr/>
            </p:nvSpPr>
            <p:spPr>
              <a:xfrm>
                <a:off x="3286718" y="5284212"/>
                <a:ext cx="263694" cy="50223"/>
              </a:xfrm>
              <a:custGeom>
                <a:avLst/>
                <a:gdLst>
                  <a:gd name="connsiteX0" fmla="*/ 4871 w 263694"/>
                  <a:gd name="connsiteY0" fmla="*/ 40050 h 50223"/>
                  <a:gd name="connsiteX1" fmla="*/ 146434 w 263694"/>
                  <a:gd name="connsiteY1" fmla="*/ 34419 h 50223"/>
                  <a:gd name="connsiteX2" fmla="*/ 214775 w 263694"/>
                  <a:gd name="connsiteY2" fmla="*/ 32317 h 50223"/>
                  <a:gd name="connsiteX3" fmla="*/ 248946 w 263694"/>
                  <a:gd name="connsiteY3" fmla="*/ 31490 h 50223"/>
                  <a:gd name="connsiteX4" fmla="*/ 256456 w 263694"/>
                  <a:gd name="connsiteY4" fmla="*/ 2433 h 50223"/>
                  <a:gd name="connsiteX5" fmla="*/ 259813 w 263694"/>
                  <a:gd name="connsiteY5" fmla="*/ 8 h 50223"/>
                  <a:gd name="connsiteX6" fmla="*/ 262238 w 263694"/>
                  <a:gd name="connsiteY6" fmla="*/ 2433 h 50223"/>
                  <a:gd name="connsiteX7" fmla="*/ 263665 w 263694"/>
                  <a:gd name="connsiteY7" fmla="*/ 36371 h 50223"/>
                  <a:gd name="connsiteX8" fmla="*/ 258709 w 263694"/>
                  <a:gd name="connsiteY8" fmla="*/ 41327 h 50223"/>
                  <a:gd name="connsiteX9" fmla="*/ 4871 w 263694"/>
                  <a:gd name="connsiteY9" fmla="*/ 50187 h 50223"/>
                  <a:gd name="connsiteX10" fmla="*/ 4871 w 263694"/>
                  <a:gd name="connsiteY10" fmla="*/ 40050 h 50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63694" h="50223">
                    <a:moveTo>
                      <a:pt x="4871" y="40050"/>
                    </a:moveTo>
                    <a:cubicBezTo>
                      <a:pt x="52034" y="37948"/>
                      <a:pt x="99219" y="36071"/>
                      <a:pt x="146434" y="34419"/>
                    </a:cubicBezTo>
                    <a:cubicBezTo>
                      <a:pt x="168964" y="33668"/>
                      <a:pt x="191945" y="32917"/>
                      <a:pt x="214775" y="32317"/>
                    </a:cubicBezTo>
                    <a:cubicBezTo>
                      <a:pt x="221910" y="32317"/>
                      <a:pt x="243388" y="35395"/>
                      <a:pt x="248946" y="31490"/>
                    </a:cubicBezTo>
                    <a:cubicBezTo>
                      <a:pt x="257657" y="25409"/>
                      <a:pt x="255555" y="12794"/>
                      <a:pt x="256456" y="2433"/>
                    </a:cubicBezTo>
                    <a:cubicBezTo>
                      <a:pt x="256711" y="834"/>
                      <a:pt x="258221" y="-248"/>
                      <a:pt x="259813" y="8"/>
                    </a:cubicBezTo>
                    <a:cubicBezTo>
                      <a:pt x="261059" y="211"/>
                      <a:pt x="262036" y="1187"/>
                      <a:pt x="262238" y="2433"/>
                    </a:cubicBezTo>
                    <a:cubicBezTo>
                      <a:pt x="262839" y="13771"/>
                      <a:pt x="263365" y="24958"/>
                      <a:pt x="263665" y="36371"/>
                    </a:cubicBezTo>
                    <a:cubicBezTo>
                      <a:pt x="263628" y="39089"/>
                      <a:pt x="261427" y="41289"/>
                      <a:pt x="258709" y="41327"/>
                    </a:cubicBezTo>
                    <a:cubicBezTo>
                      <a:pt x="174071" y="44705"/>
                      <a:pt x="89433" y="46358"/>
                      <a:pt x="4871" y="50187"/>
                    </a:cubicBezTo>
                    <a:cubicBezTo>
                      <a:pt x="-1663" y="50487"/>
                      <a:pt x="-1663" y="40351"/>
                      <a:pt x="4871" y="40050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4" name="Content Placeholder 4">
                <a:extLst>
                  <a:ext uri="{FF2B5EF4-FFF2-40B4-BE49-F238E27FC236}">
                    <a16:creationId xmlns:a16="http://schemas.microsoft.com/office/drawing/2014/main" id="{2925B107-DB79-D89B-7371-7D1119604314}"/>
                  </a:ext>
                </a:extLst>
              </p:cNvPr>
              <p:cNvSpPr/>
              <p:nvPr/>
            </p:nvSpPr>
            <p:spPr>
              <a:xfrm>
                <a:off x="3581925" y="5265574"/>
                <a:ext cx="57025" cy="35977"/>
              </a:xfrm>
              <a:custGeom>
                <a:avLst/>
                <a:gdLst>
                  <a:gd name="connsiteX0" fmla="*/ 4357 w 57025"/>
                  <a:gd name="connsiteY0" fmla="*/ 123 h 35977"/>
                  <a:gd name="connsiteX1" fmla="*/ 55800 w 57025"/>
                  <a:gd name="connsiteY1" fmla="*/ 28279 h 35977"/>
                  <a:gd name="connsiteX2" fmla="*/ 55507 w 57025"/>
                  <a:gd name="connsiteY2" fmla="*/ 34752 h 35977"/>
                  <a:gd name="connsiteX3" fmla="*/ 51219 w 57025"/>
                  <a:gd name="connsiteY3" fmla="*/ 35788 h 35977"/>
                  <a:gd name="connsiteX4" fmla="*/ 977 w 57025"/>
                  <a:gd name="connsiteY4" fmla="*/ 5754 h 35977"/>
                  <a:gd name="connsiteX5" fmla="*/ 947 w 57025"/>
                  <a:gd name="connsiteY5" fmla="*/ 979 h 35977"/>
                  <a:gd name="connsiteX6" fmla="*/ 4357 w 57025"/>
                  <a:gd name="connsiteY6" fmla="*/ 123 h 35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025" h="35977">
                    <a:moveTo>
                      <a:pt x="4357" y="123"/>
                    </a:moveTo>
                    <a:cubicBezTo>
                      <a:pt x="21479" y="9433"/>
                      <a:pt x="39353" y="17918"/>
                      <a:pt x="55800" y="28279"/>
                    </a:cubicBezTo>
                    <a:cubicBezTo>
                      <a:pt x="57505" y="30149"/>
                      <a:pt x="57370" y="33047"/>
                      <a:pt x="55507" y="34752"/>
                    </a:cubicBezTo>
                    <a:cubicBezTo>
                      <a:pt x="54351" y="35803"/>
                      <a:pt x="52729" y="36201"/>
                      <a:pt x="51219" y="35788"/>
                    </a:cubicBezTo>
                    <a:cubicBezTo>
                      <a:pt x="34021" y="26778"/>
                      <a:pt x="17574" y="15590"/>
                      <a:pt x="977" y="5754"/>
                    </a:cubicBezTo>
                    <a:cubicBezTo>
                      <a:pt x="-352" y="4447"/>
                      <a:pt x="-367" y="2308"/>
                      <a:pt x="947" y="979"/>
                    </a:cubicBezTo>
                    <a:cubicBezTo>
                      <a:pt x="1833" y="78"/>
                      <a:pt x="3147" y="-253"/>
                      <a:pt x="4357" y="12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5" name="Content Placeholder 4">
                <a:extLst>
                  <a:ext uri="{FF2B5EF4-FFF2-40B4-BE49-F238E27FC236}">
                    <a16:creationId xmlns:a16="http://schemas.microsoft.com/office/drawing/2014/main" id="{648834CF-6C3E-C3ED-B332-69563BB7405F}"/>
                  </a:ext>
                </a:extLst>
              </p:cNvPr>
              <p:cNvSpPr/>
              <p:nvPr/>
            </p:nvSpPr>
            <p:spPr>
              <a:xfrm>
                <a:off x="3448455" y="5069293"/>
                <a:ext cx="104361" cy="14130"/>
              </a:xfrm>
              <a:custGeom>
                <a:avLst/>
                <a:gdLst>
                  <a:gd name="connsiteX0" fmla="*/ 3998 w 104361"/>
                  <a:gd name="connsiteY0" fmla="*/ -17 h 14130"/>
                  <a:gd name="connsiteX1" fmla="*/ 101628 w 104361"/>
                  <a:gd name="connsiteY1" fmla="*/ 8542 h 14130"/>
                  <a:gd name="connsiteX2" fmla="*/ 101628 w 104361"/>
                  <a:gd name="connsiteY2" fmla="*/ 14098 h 14130"/>
                  <a:gd name="connsiteX3" fmla="*/ 3998 w 104361"/>
                  <a:gd name="connsiteY3" fmla="*/ 8392 h 14130"/>
                  <a:gd name="connsiteX4" fmla="*/ 3998 w 104361"/>
                  <a:gd name="connsiteY4" fmla="*/ -17 h 14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361" h="14130">
                    <a:moveTo>
                      <a:pt x="3998" y="-17"/>
                    </a:moveTo>
                    <a:cubicBezTo>
                      <a:pt x="36667" y="2085"/>
                      <a:pt x="69110" y="5238"/>
                      <a:pt x="101628" y="8542"/>
                    </a:cubicBezTo>
                    <a:cubicBezTo>
                      <a:pt x="105158" y="8542"/>
                      <a:pt x="105308" y="14248"/>
                      <a:pt x="101628" y="14098"/>
                    </a:cubicBezTo>
                    <a:cubicBezTo>
                      <a:pt x="69035" y="12672"/>
                      <a:pt x="36516" y="11095"/>
                      <a:pt x="3998" y="8392"/>
                    </a:cubicBezTo>
                    <a:cubicBezTo>
                      <a:pt x="-1334" y="7942"/>
                      <a:pt x="-1409" y="-393"/>
                      <a:pt x="3998" y="-1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6" name="Content Placeholder 4">
                <a:extLst>
                  <a:ext uri="{FF2B5EF4-FFF2-40B4-BE49-F238E27FC236}">
                    <a16:creationId xmlns:a16="http://schemas.microsoft.com/office/drawing/2014/main" id="{320D9957-6F15-DBE3-4847-58982A9C4870}"/>
                  </a:ext>
                </a:extLst>
              </p:cNvPr>
              <p:cNvSpPr/>
              <p:nvPr/>
            </p:nvSpPr>
            <p:spPr>
              <a:xfrm>
                <a:off x="3446760" y="5011610"/>
                <a:ext cx="8915" cy="43053"/>
              </a:xfrm>
              <a:custGeom>
                <a:avLst/>
                <a:gdLst>
                  <a:gd name="connsiteX0" fmla="*/ 1939 w 8915"/>
                  <a:gd name="connsiteY0" fmla="*/ 2553 h 43053"/>
                  <a:gd name="connsiteX1" fmla="*/ 8848 w 8915"/>
                  <a:gd name="connsiteY1" fmla="*/ 4430 h 43053"/>
                  <a:gd name="connsiteX2" fmla="*/ 2765 w 8915"/>
                  <a:gd name="connsiteY2" fmla="*/ 41972 h 43053"/>
                  <a:gd name="connsiteX3" fmla="*/ 1713 w 8915"/>
                  <a:gd name="connsiteY3" fmla="*/ 43024 h 43053"/>
                  <a:gd name="connsiteX4" fmla="*/ 662 w 8915"/>
                  <a:gd name="connsiteY4" fmla="*/ 41972 h 43053"/>
                  <a:gd name="connsiteX5" fmla="*/ 1939 w 8915"/>
                  <a:gd name="connsiteY5" fmla="*/ 2553 h 430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915" h="43053">
                    <a:moveTo>
                      <a:pt x="1939" y="2553"/>
                    </a:moveTo>
                    <a:cubicBezTo>
                      <a:pt x="2765" y="-1952"/>
                      <a:pt x="9449" y="-75"/>
                      <a:pt x="8848" y="4430"/>
                    </a:cubicBezTo>
                    <a:cubicBezTo>
                      <a:pt x="5949" y="16789"/>
                      <a:pt x="3921" y="29336"/>
                      <a:pt x="2765" y="41972"/>
                    </a:cubicBezTo>
                    <a:cubicBezTo>
                      <a:pt x="2765" y="42551"/>
                      <a:pt x="2292" y="43024"/>
                      <a:pt x="1713" y="43024"/>
                    </a:cubicBezTo>
                    <a:cubicBezTo>
                      <a:pt x="1135" y="43024"/>
                      <a:pt x="662" y="42551"/>
                      <a:pt x="662" y="41972"/>
                    </a:cubicBezTo>
                    <a:cubicBezTo>
                      <a:pt x="-577" y="28833"/>
                      <a:pt x="-149" y="15588"/>
                      <a:pt x="1939" y="255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7" name="Content Placeholder 4">
                <a:extLst>
                  <a:ext uri="{FF2B5EF4-FFF2-40B4-BE49-F238E27FC236}">
                    <a16:creationId xmlns:a16="http://schemas.microsoft.com/office/drawing/2014/main" id="{2E1D0916-43AB-29AB-E7C8-D290E9EF6BDB}"/>
                  </a:ext>
                </a:extLst>
              </p:cNvPr>
              <p:cNvSpPr/>
              <p:nvPr/>
            </p:nvSpPr>
            <p:spPr>
              <a:xfrm>
                <a:off x="3473514" y="5030608"/>
                <a:ext cx="9910" cy="44977"/>
              </a:xfrm>
              <a:custGeom>
                <a:avLst/>
                <a:gdLst>
                  <a:gd name="connsiteX0" fmla="*/ 118 w 9910"/>
                  <a:gd name="connsiteY0" fmla="*/ 40769 h 44977"/>
                  <a:gd name="connsiteX1" fmla="*/ 6952 w 9910"/>
                  <a:gd name="connsiteY1" fmla="*/ 1350 h 44977"/>
                  <a:gd name="connsiteX2" fmla="*/ 9881 w 9910"/>
                  <a:gd name="connsiteY2" fmla="*/ 1350 h 44977"/>
                  <a:gd name="connsiteX3" fmla="*/ 6877 w 9910"/>
                  <a:gd name="connsiteY3" fmla="*/ 41670 h 44977"/>
                  <a:gd name="connsiteX4" fmla="*/ 118 w 9910"/>
                  <a:gd name="connsiteY4" fmla="*/ 40769 h 44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10" h="44977">
                    <a:moveTo>
                      <a:pt x="118" y="40769"/>
                    </a:moveTo>
                    <a:cubicBezTo>
                      <a:pt x="3400" y="27825"/>
                      <a:pt x="5690" y="14647"/>
                      <a:pt x="6952" y="1350"/>
                    </a:cubicBezTo>
                    <a:cubicBezTo>
                      <a:pt x="6952" y="-452"/>
                      <a:pt x="9881" y="-527"/>
                      <a:pt x="9881" y="1350"/>
                    </a:cubicBezTo>
                    <a:cubicBezTo>
                      <a:pt x="9595" y="14835"/>
                      <a:pt x="8589" y="28290"/>
                      <a:pt x="6877" y="41670"/>
                    </a:cubicBezTo>
                    <a:cubicBezTo>
                      <a:pt x="6276" y="46701"/>
                      <a:pt x="-1159" y="45575"/>
                      <a:pt x="118" y="4076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8" name="Content Placeholder 4">
                <a:extLst>
                  <a:ext uri="{FF2B5EF4-FFF2-40B4-BE49-F238E27FC236}">
                    <a16:creationId xmlns:a16="http://schemas.microsoft.com/office/drawing/2014/main" id="{DB72DC22-91E5-A4B4-D1C4-D9895F8A311C}"/>
                  </a:ext>
                </a:extLst>
              </p:cNvPr>
              <p:cNvSpPr/>
              <p:nvPr/>
            </p:nvSpPr>
            <p:spPr>
              <a:xfrm>
                <a:off x="3498142" y="5038047"/>
                <a:ext cx="9693" cy="36110"/>
              </a:xfrm>
              <a:custGeom>
                <a:avLst/>
                <a:gdLst>
                  <a:gd name="connsiteX0" fmla="*/ 122 w 9693"/>
                  <a:gd name="connsiteY0" fmla="*/ 31453 h 36110"/>
                  <a:gd name="connsiteX1" fmla="*/ 5680 w 9693"/>
                  <a:gd name="connsiteY1" fmla="*/ 1420 h 36110"/>
                  <a:gd name="connsiteX2" fmla="*/ 9660 w 9693"/>
                  <a:gd name="connsiteY2" fmla="*/ 1945 h 36110"/>
                  <a:gd name="connsiteX3" fmla="*/ 7182 w 9693"/>
                  <a:gd name="connsiteY3" fmla="*/ 32580 h 36110"/>
                  <a:gd name="connsiteX4" fmla="*/ 3479 w 9693"/>
                  <a:gd name="connsiteY4" fmla="*/ 36079 h 36110"/>
                  <a:gd name="connsiteX5" fmla="*/ -28 w 9693"/>
                  <a:gd name="connsiteY5" fmla="*/ 32377 h 36110"/>
                  <a:gd name="connsiteX6" fmla="*/ 122 w 9693"/>
                  <a:gd name="connsiteY6" fmla="*/ 31453 h 36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693" h="36110">
                    <a:moveTo>
                      <a:pt x="122" y="31453"/>
                    </a:moveTo>
                    <a:cubicBezTo>
                      <a:pt x="2150" y="21392"/>
                      <a:pt x="4027" y="11256"/>
                      <a:pt x="5680" y="1420"/>
                    </a:cubicBezTo>
                    <a:cubicBezTo>
                      <a:pt x="5680" y="-833"/>
                      <a:pt x="9810" y="-307"/>
                      <a:pt x="9660" y="1945"/>
                    </a:cubicBezTo>
                    <a:cubicBezTo>
                      <a:pt x="8909" y="12157"/>
                      <a:pt x="8008" y="22368"/>
                      <a:pt x="7182" y="32580"/>
                    </a:cubicBezTo>
                    <a:cubicBezTo>
                      <a:pt x="7129" y="34569"/>
                      <a:pt x="5469" y="36139"/>
                      <a:pt x="3479" y="36079"/>
                    </a:cubicBezTo>
                    <a:cubicBezTo>
                      <a:pt x="1489" y="36026"/>
                      <a:pt x="-81" y="34367"/>
                      <a:pt x="-28" y="32377"/>
                    </a:cubicBezTo>
                    <a:cubicBezTo>
                      <a:pt x="-13" y="32062"/>
                      <a:pt x="32" y="31754"/>
                      <a:pt x="122" y="3145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9" name="Content Placeholder 4">
                <a:extLst>
                  <a:ext uri="{FF2B5EF4-FFF2-40B4-BE49-F238E27FC236}">
                    <a16:creationId xmlns:a16="http://schemas.microsoft.com/office/drawing/2014/main" id="{B0CB4745-339F-D5E3-6FD9-C74037911DEE}"/>
                  </a:ext>
                </a:extLst>
              </p:cNvPr>
              <p:cNvSpPr/>
              <p:nvPr/>
            </p:nvSpPr>
            <p:spPr>
              <a:xfrm>
                <a:off x="3521664" y="5038820"/>
                <a:ext cx="8372" cy="39204"/>
              </a:xfrm>
              <a:custGeom>
                <a:avLst/>
                <a:gdLst>
                  <a:gd name="connsiteX0" fmla="*/ 2585 w 8372"/>
                  <a:gd name="connsiteY0" fmla="*/ 2223 h 39204"/>
                  <a:gd name="connsiteX1" fmla="*/ 7316 w 8372"/>
                  <a:gd name="connsiteY1" fmla="*/ 2223 h 39204"/>
                  <a:gd name="connsiteX2" fmla="*/ 8067 w 8372"/>
                  <a:gd name="connsiteY2" fmla="*/ 35486 h 39204"/>
                  <a:gd name="connsiteX3" fmla="*/ 3666 w 8372"/>
                  <a:gd name="connsiteY3" fmla="*/ 39157 h 39204"/>
                  <a:gd name="connsiteX4" fmla="*/ -13 w 8372"/>
                  <a:gd name="connsiteY4" fmla="*/ 34757 h 39204"/>
                  <a:gd name="connsiteX5" fmla="*/ 32 w 8372"/>
                  <a:gd name="connsiteY5" fmla="*/ 34434 h 39204"/>
                  <a:gd name="connsiteX6" fmla="*/ 2585 w 8372"/>
                  <a:gd name="connsiteY6" fmla="*/ 2223 h 39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372" h="39204">
                    <a:moveTo>
                      <a:pt x="2585" y="2223"/>
                    </a:moveTo>
                    <a:cubicBezTo>
                      <a:pt x="2585" y="-855"/>
                      <a:pt x="7016" y="-705"/>
                      <a:pt x="7316" y="2223"/>
                    </a:cubicBezTo>
                    <a:cubicBezTo>
                      <a:pt x="8353" y="13276"/>
                      <a:pt x="8608" y="24396"/>
                      <a:pt x="8067" y="35486"/>
                    </a:cubicBezTo>
                    <a:cubicBezTo>
                      <a:pt x="7864" y="37716"/>
                      <a:pt x="5897" y="39360"/>
                      <a:pt x="3666" y="39157"/>
                    </a:cubicBezTo>
                    <a:cubicBezTo>
                      <a:pt x="1436" y="38962"/>
                      <a:pt x="-209" y="36987"/>
                      <a:pt x="-13" y="34757"/>
                    </a:cubicBezTo>
                    <a:cubicBezTo>
                      <a:pt x="2" y="34652"/>
                      <a:pt x="17" y="34539"/>
                      <a:pt x="32" y="34434"/>
                    </a:cubicBezTo>
                    <a:cubicBezTo>
                      <a:pt x="1781" y="23788"/>
                      <a:pt x="2638" y="13013"/>
                      <a:pt x="2585" y="222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0" name="Content Placeholder 4">
                <a:extLst>
                  <a:ext uri="{FF2B5EF4-FFF2-40B4-BE49-F238E27FC236}">
                    <a16:creationId xmlns:a16="http://schemas.microsoft.com/office/drawing/2014/main" id="{5423EFF8-638F-E906-7601-862CD996E84D}"/>
                  </a:ext>
                </a:extLst>
              </p:cNvPr>
              <p:cNvSpPr/>
              <p:nvPr/>
            </p:nvSpPr>
            <p:spPr>
              <a:xfrm>
                <a:off x="3534430" y="5035677"/>
                <a:ext cx="12317" cy="42632"/>
              </a:xfrm>
              <a:custGeom>
                <a:avLst/>
                <a:gdLst>
                  <a:gd name="connsiteX0" fmla="*/ 182 w 12317"/>
                  <a:gd name="connsiteY0" fmla="*/ 37503 h 42632"/>
                  <a:gd name="connsiteX1" fmla="*/ 7692 w 12317"/>
                  <a:gd name="connsiteY1" fmla="*/ 2138 h 42632"/>
                  <a:gd name="connsiteX2" fmla="*/ 12274 w 12317"/>
                  <a:gd name="connsiteY2" fmla="*/ 2138 h 42632"/>
                  <a:gd name="connsiteX3" fmla="*/ 8594 w 12317"/>
                  <a:gd name="connsiteY3" fmla="*/ 38629 h 42632"/>
                  <a:gd name="connsiteX4" fmla="*/ 182 w 12317"/>
                  <a:gd name="connsiteY4" fmla="*/ 37503 h 42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17" h="42632">
                    <a:moveTo>
                      <a:pt x="182" y="37503"/>
                    </a:moveTo>
                    <a:cubicBezTo>
                      <a:pt x="3847" y="25993"/>
                      <a:pt x="6363" y="14144"/>
                      <a:pt x="7692" y="2138"/>
                    </a:cubicBezTo>
                    <a:cubicBezTo>
                      <a:pt x="8068" y="-715"/>
                      <a:pt x="12574" y="-790"/>
                      <a:pt x="12274" y="2138"/>
                    </a:cubicBezTo>
                    <a:cubicBezTo>
                      <a:pt x="11072" y="14302"/>
                      <a:pt x="9795" y="26466"/>
                      <a:pt x="8594" y="38629"/>
                    </a:cubicBezTo>
                    <a:cubicBezTo>
                      <a:pt x="7843" y="44862"/>
                      <a:pt x="-1545" y="43209"/>
                      <a:pt x="182" y="3750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1" name="Content Placeholder 4">
                <a:extLst>
                  <a:ext uri="{FF2B5EF4-FFF2-40B4-BE49-F238E27FC236}">
                    <a16:creationId xmlns:a16="http://schemas.microsoft.com/office/drawing/2014/main" id="{037F06FD-FA6D-78CB-9AE6-9EE68FB9C70B}"/>
                  </a:ext>
                </a:extLst>
              </p:cNvPr>
              <p:cNvSpPr/>
              <p:nvPr/>
            </p:nvSpPr>
            <p:spPr>
              <a:xfrm>
                <a:off x="3471262" y="5123279"/>
                <a:ext cx="30727" cy="32580"/>
              </a:xfrm>
              <a:custGeom>
                <a:avLst/>
                <a:gdLst>
                  <a:gd name="connsiteX0" fmla="*/ 27903 w 30727"/>
                  <a:gd name="connsiteY0" fmla="*/ 30241 h 32580"/>
                  <a:gd name="connsiteX1" fmla="*/ 27077 w 30727"/>
                  <a:gd name="connsiteY1" fmla="*/ 31743 h 32580"/>
                  <a:gd name="connsiteX2" fmla="*/ 25425 w 30727"/>
                  <a:gd name="connsiteY2" fmla="*/ 32193 h 32580"/>
                  <a:gd name="connsiteX3" fmla="*/ 5899 w 30727"/>
                  <a:gd name="connsiteY3" fmla="*/ 31668 h 32580"/>
                  <a:gd name="connsiteX4" fmla="*/ 792 w 30727"/>
                  <a:gd name="connsiteY4" fmla="*/ 29340 h 32580"/>
                  <a:gd name="connsiteX5" fmla="*/ 41 w 30727"/>
                  <a:gd name="connsiteY5" fmla="*/ 24685 h 32580"/>
                  <a:gd name="connsiteX6" fmla="*/ 567 w 30727"/>
                  <a:gd name="connsiteY6" fmla="*/ 16350 h 32580"/>
                  <a:gd name="connsiteX7" fmla="*/ 5073 w 30727"/>
                  <a:gd name="connsiteY7" fmla="*/ 2910 h 32580"/>
                  <a:gd name="connsiteX8" fmla="*/ 28504 w 30727"/>
                  <a:gd name="connsiteY8" fmla="*/ 5088 h 32580"/>
                  <a:gd name="connsiteX9" fmla="*/ 27903 w 30727"/>
                  <a:gd name="connsiteY9" fmla="*/ 30241 h 32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0727" h="32580">
                    <a:moveTo>
                      <a:pt x="27903" y="30241"/>
                    </a:moveTo>
                    <a:cubicBezTo>
                      <a:pt x="27753" y="30796"/>
                      <a:pt x="27468" y="31315"/>
                      <a:pt x="27077" y="31743"/>
                    </a:cubicBezTo>
                    <a:cubicBezTo>
                      <a:pt x="26597" y="32088"/>
                      <a:pt x="26011" y="32246"/>
                      <a:pt x="25425" y="32193"/>
                    </a:cubicBezTo>
                    <a:cubicBezTo>
                      <a:pt x="18921" y="32809"/>
                      <a:pt x="12365" y="32629"/>
                      <a:pt x="5899" y="31668"/>
                    </a:cubicBezTo>
                    <a:cubicBezTo>
                      <a:pt x="3961" y="31577"/>
                      <a:pt x="2129" y="30744"/>
                      <a:pt x="792" y="29340"/>
                    </a:cubicBezTo>
                    <a:cubicBezTo>
                      <a:pt x="94" y="27898"/>
                      <a:pt x="-169" y="26276"/>
                      <a:pt x="41" y="24685"/>
                    </a:cubicBezTo>
                    <a:lnTo>
                      <a:pt x="567" y="16350"/>
                    </a:lnTo>
                    <a:cubicBezTo>
                      <a:pt x="236" y="11455"/>
                      <a:pt x="1859" y="6619"/>
                      <a:pt x="5073" y="2910"/>
                    </a:cubicBezTo>
                    <a:cubicBezTo>
                      <a:pt x="12485" y="-1708"/>
                      <a:pt x="22068" y="-814"/>
                      <a:pt x="28504" y="5088"/>
                    </a:cubicBezTo>
                    <a:cubicBezTo>
                      <a:pt x="32935" y="11245"/>
                      <a:pt x="29556" y="23859"/>
                      <a:pt x="27903" y="3024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2" name="Content Placeholder 4">
                <a:extLst>
                  <a:ext uri="{FF2B5EF4-FFF2-40B4-BE49-F238E27FC236}">
                    <a16:creationId xmlns:a16="http://schemas.microsoft.com/office/drawing/2014/main" id="{7D5CA801-A8D9-DCF6-FD0E-4D583DFE0D8A}"/>
                  </a:ext>
                </a:extLst>
              </p:cNvPr>
              <p:cNvSpPr/>
              <p:nvPr/>
            </p:nvSpPr>
            <p:spPr>
              <a:xfrm>
                <a:off x="3412079" y="5073735"/>
                <a:ext cx="23956" cy="25979"/>
              </a:xfrm>
              <a:custGeom>
                <a:avLst/>
                <a:gdLst>
                  <a:gd name="connsiteX0" fmla="*/ 3726 w 23956"/>
                  <a:gd name="connsiteY0" fmla="*/ 10032 h 25979"/>
                  <a:gd name="connsiteX1" fmla="*/ 5603 w 23956"/>
                  <a:gd name="connsiteY1" fmla="*/ 5602 h 25979"/>
                  <a:gd name="connsiteX2" fmla="*/ 8232 w 23956"/>
                  <a:gd name="connsiteY2" fmla="*/ 4100 h 25979"/>
                  <a:gd name="connsiteX3" fmla="*/ 23928 w 23956"/>
                  <a:gd name="connsiteY3" fmla="*/ -30 h 25979"/>
                  <a:gd name="connsiteX4" fmla="*/ 20173 w 23956"/>
                  <a:gd name="connsiteY4" fmla="*/ 24073 h 25979"/>
                  <a:gd name="connsiteX5" fmla="*/ -29 w 23956"/>
                  <a:gd name="connsiteY5" fmla="*/ 25950 h 25979"/>
                  <a:gd name="connsiteX6" fmla="*/ 3726 w 23956"/>
                  <a:gd name="connsiteY6" fmla="*/ 10032 h 25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956" h="25979">
                    <a:moveTo>
                      <a:pt x="3726" y="10032"/>
                    </a:moveTo>
                    <a:cubicBezTo>
                      <a:pt x="4041" y="8440"/>
                      <a:pt x="4680" y="6938"/>
                      <a:pt x="5603" y="5602"/>
                    </a:cubicBezTo>
                    <a:cubicBezTo>
                      <a:pt x="6317" y="4851"/>
                      <a:pt x="7225" y="4333"/>
                      <a:pt x="8232" y="4100"/>
                    </a:cubicBezTo>
                    <a:cubicBezTo>
                      <a:pt x="13489" y="2598"/>
                      <a:pt x="18671" y="1172"/>
                      <a:pt x="23928" y="-30"/>
                    </a:cubicBezTo>
                    <a:cubicBezTo>
                      <a:pt x="22726" y="8004"/>
                      <a:pt x="21449" y="16038"/>
                      <a:pt x="20173" y="24073"/>
                    </a:cubicBezTo>
                    <a:cubicBezTo>
                      <a:pt x="13414" y="24673"/>
                      <a:pt x="6655" y="25124"/>
                      <a:pt x="-29" y="25950"/>
                    </a:cubicBezTo>
                    <a:cubicBezTo>
                      <a:pt x="1097" y="20543"/>
                      <a:pt x="2374" y="15213"/>
                      <a:pt x="3726" y="10032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3" name="Content Placeholder 4">
                <a:extLst>
                  <a:ext uri="{FF2B5EF4-FFF2-40B4-BE49-F238E27FC236}">
                    <a16:creationId xmlns:a16="http://schemas.microsoft.com/office/drawing/2014/main" id="{D5424BB4-E127-15B6-EDB0-65FF3DCD47A3}"/>
                  </a:ext>
                </a:extLst>
              </p:cNvPr>
              <p:cNvSpPr/>
              <p:nvPr/>
            </p:nvSpPr>
            <p:spPr>
              <a:xfrm>
                <a:off x="3405320" y="5129298"/>
                <a:ext cx="22004" cy="27030"/>
              </a:xfrm>
              <a:custGeom>
                <a:avLst/>
                <a:gdLst>
                  <a:gd name="connsiteX0" fmla="*/ 21975 w 22004"/>
                  <a:gd name="connsiteY0" fmla="*/ -30 h 27030"/>
                  <a:gd name="connsiteX1" fmla="*/ 17845 w 22004"/>
                  <a:gd name="connsiteY1" fmla="*/ 27001 h 27030"/>
                  <a:gd name="connsiteX2" fmla="*/ -29 w 22004"/>
                  <a:gd name="connsiteY2" fmla="*/ 25123 h 27030"/>
                  <a:gd name="connsiteX3" fmla="*/ 1548 w 22004"/>
                  <a:gd name="connsiteY3" fmla="*/ 3199 h 270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004" h="27030">
                    <a:moveTo>
                      <a:pt x="21975" y="-30"/>
                    </a:moveTo>
                    <a:cubicBezTo>
                      <a:pt x="20548" y="8980"/>
                      <a:pt x="19196" y="17990"/>
                      <a:pt x="17845" y="27001"/>
                    </a:cubicBezTo>
                    <a:cubicBezTo>
                      <a:pt x="11837" y="27016"/>
                      <a:pt x="5844" y="26385"/>
                      <a:pt x="-29" y="25123"/>
                    </a:cubicBezTo>
                    <a:cubicBezTo>
                      <a:pt x="-29" y="17615"/>
                      <a:pt x="797" y="10482"/>
                      <a:pt x="1548" y="319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4" name="Content Placeholder 4">
                <a:extLst>
                  <a:ext uri="{FF2B5EF4-FFF2-40B4-BE49-F238E27FC236}">
                    <a16:creationId xmlns:a16="http://schemas.microsoft.com/office/drawing/2014/main" id="{25C17D63-7BAA-EBA7-811E-7295A96B1C55}"/>
                  </a:ext>
                </a:extLst>
              </p:cNvPr>
              <p:cNvSpPr/>
              <p:nvPr/>
            </p:nvSpPr>
            <p:spPr>
              <a:xfrm>
                <a:off x="3407272" y="5100766"/>
                <a:ext cx="24482" cy="28832"/>
              </a:xfrm>
              <a:custGeom>
                <a:avLst/>
                <a:gdLst>
                  <a:gd name="connsiteX0" fmla="*/ 4176 w 24482"/>
                  <a:gd name="connsiteY0" fmla="*/ 1847 h 28832"/>
                  <a:gd name="connsiteX1" fmla="*/ 24453 w 24482"/>
                  <a:gd name="connsiteY1" fmla="*/ -30 h 28832"/>
                  <a:gd name="connsiteX2" fmla="*/ 20473 w 24482"/>
                  <a:gd name="connsiteY2" fmla="*/ 25574 h 28832"/>
                  <a:gd name="connsiteX3" fmla="*/ -29 w 24482"/>
                  <a:gd name="connsiteY3" fmla="*/ 28802 h 28832"/>
                  <a:gd name="connsiteX4" fmla="*/ 4176 w 24482"/>
                  <a:gd name="connsiteY4" fmla="*/ 1847 h 28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82" h="28832">
                    <a:moveTo>
                      <a:pt x="4176" y="1847"/>
                    </a:moveTo>
                    <a:cubicBezTo>
                      <a:pt x="10935" y="1021"/>
                      <a:pt x="17694" y="571"/>
                      <a:pt x="24453" y="-30"/>
                    </a:cubicBezTo>
                    <a:cubicBezTo>
                      <a:pt x="23102" y="8530"/>
                      <a:pt x="21750" y="17089"/>
                      <a:pt x="20473" y="25574"/>
                    </a:cubicBezTo>
                    <a:lnTo>
                      <a:pt x="-29" y="28802"/>
                    </a:lnTo>
                    <a:cubicBezTo>
                      <a:pt x="1022" y="19717"/>
                      <a:pt x="2374" y="10707"/>
                      <a:pt x="4176" y="184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5" name="Content Placeholder 4">
                <a:extLst>
                  <a:ext uri="{FF2B5EF4-FFF2-40B4-BE49-F238E27FC236}">
                    <a16:creationId xmlns:a16="http://schemas.microsoft.com/office/drawing/2014/main" id="{2992ABF5-C1C5-F863-9907-7C6270F424E0}"/>
                  </a:ext>
                </a:extLst>
              </p:cNvPr>
              <p:cNvSpPr/>
              <p:nvPr/>
            </p:nvSpPr>
            <p:spPr>
              <a:xfrm>
                <a:off x="3388047" y="5072984"/>
                <a:ext cx="23956" cy="25978"/>
              </a:xfrm>
              <a:custGeom>
                <a:avLst/>
                <a:gdLst>
                  <a:gd name="connsiteX0" fmla="*/ 3726 w 23956"/>
                  <a:gd name="connsiteY0" fmla="*/ 10031 h 25978"/>
                  <a:gd name="connsiteX1" fmla="*/ 5603 w 23956"/>
                  <a:gd name="connsiteY1" fmla="*/ 5602 h 25978"/>
                  <a:gd name="connsiteX2" fmla="*/ 8232 w 23956"/>
                  <a:gd name="connsiteY2" fmla="*/ 4100 h 25978"/>
                  <a:gd name="connsiteX3" fmla="*/ 23928 w 23956"/>
                  <a:gd name="connsiteY3" fmla="*/ -30 h 25978"/>
                  <a:gd name="connsiteX4" fmla="*/ 20173 w 23956"/>
                  <a:gd name="connsiteY4" fmla="*/ 24072 h 25978"/>
                  <a:gd name="connsiteX5" fmla="*/ -29 w 23956"/>
                  <a:gd name="connsiteY5" fmla="*/ 25949 h 25978"/>
                  <a:gd name="connsiteX6" fmla="*/ 3726 w 23956"/>
                  <a:gd name="connsiteY6" fmla="*/ 10031 h 25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956" h="25978">
                    <a:moveTo>
                      <a:pt x="3726" y="10031"/>
                    </a:moveTo>
                    <a:cubicBezTo>
                      <a:pt x="4041" y="8440"/>
                      <a:pt x="4680" y="6938"/>
                      <a:pt x="5603" y="5602"/>
                    </a:cubicBezTo>
                    <a:cubicBezTo>
                      <a:pt x="6317" y="4850"/>
                      <a:pt x="7225" y="4333"/>
                      <a:pt x="8232" y="4100"/>
                    </a:cubicBezTo>
                    <a:cubicBezTo>
                      <a:pt x="13489" y="2598"/>
                      <a:pt x="18671" y="1171"/>
                      <a:pt x="23928" y="-30"/>
                    </a:cubicBezTo>
                    <a:cubicBezTo>
                      <a:pt x="22726" y="8004"/>
                      <a:pt x="21449" y="16038"/>
                      <a:pt x="20173" y="24072"/>
                    </a:cubicBezTo>
                    <a:cubicBezTo>
                      <a:pt x="13414" y="24673"/>
                      <a:pt x="6655" y="25123"/>
                      <a:pt x="-29" y="25949"/>
                    </a:cubicBezTo>
                    <a:cubicBezTo>
                      <a:pt x="1097" y="20543"/>
                      <a:pt x="2374" y="15212"/>
                      <a:pt x="3726" y="1003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6" name="Content Placeholder 4">
                <a:extLst>
                  <a:ext uri="{FF2B5EF4-FFF2-40B4-BE49-F238E27FC236}">
                    <a16:creationId xmlns:a16="http://schemas.microsoft.com/office/drawing/2014/main" id="{7D4AD53E-BC6F-66F4-4C0D-F6D0527DB23E}"/>
                  </a:ext>
                </a:extLst>
              </p:cNvPr>
              <p:cNvSpPr/>
              <p:nvPr/>
            </p:nvSpPr>
            <p:spPr>
              <a:xfrm>
                <a:off x="3381213" y="5128547"/>
                <a:ext cx="22004" cy="27030"/>
              </a:xfrm>
              <a:custGeom>
                <a:avLst/>
                <a:gdLst>
                  <a:gd name="connsiteX0" fmla="*/ 21975 w 22004"/>
                  <a:gd name="connsiteY0" fmla="*/ -30 h 27030"/>
                  <a:gd name="connsiteX1" fmla="*/ 17844 w 22004"/>
                  <a:gd name="connsiteY1" fmla="*/ 27001 h 27030"/>
                  <a:gd name="connsiteX2" fmla="*/ -29 w 22004"/>
                  <a:gd name="connsiteY2" fmla="*/ 25124 h 27030"/>
                  <a:gd name="connsiteX3" fmla="*/ 1623 w 22004"/>
                  <a:gd name="connsiteY3" fmla="*/ 3199 h 270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004" h="27030">
                    <a:moveTo>
                      <a:pt x="21975" y="-30"/>
                    </a:moveTo>
                    <a:cubicBezTo>
                      <a:pt x="20548" y="8980"/>
                      <a:pt x="19196" y="17991"/>
                      <a:pt x="17844" y="27001"/>
                    </a:cubicBezTo>
                    <a:cubicBezTo>
                      <a:pt x="11836" y="27008"/>
                      <a:pt x="5844" y="26378"/>
                      <a:pt x="-29" y="25124"/>
                    </a:cubicBezTo>
                    <a:cubicBezTo>
                      <a:pt x="-29" y="17615"/>
                      <a:pt x="797" y="10107"/>
                      <a:pt x="1623" y="319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7" name="Content Placeholder 4">
                <a:extLst>
                  <a:ext uri="{FF2B5EF4-FFF2-40B4-BE49-F238E27FC236}">
                    <a16:creationId xmlns:a16="http://schemas.microsoft.com/office/drawing/2014/main" id="{43242417-C752-36B5-98B7-7349063CC20F}"/>
                  </a:ext>
                </a:extLst>
              </p:cNvPr>
              <p:cNvSpPr/>
              <p:nvPr/>
            </p:nvSpPr>
            <p:spPr>
              <a:xfrm>
                <a:off x="3383240" y="5100015"/>
                <a:ext cx="24557" cy="28832"/>
              </a:xfrm>
              <a:custGeom>
                <a:avLst/>
                <a:gdLst>
                  <a:gd name="connsiteX0" fmla="*/ 4176 w 24557"/>
                  <a:gd name="connsiteY0" fmla="*/ 1847 h 28832"/>
                  <a:gd name="connsiteX1" fmla="*/ 24528 w 24557"/>
                  <a:gd name="connsiteY1" fmla="*/ -30 h 28832"/>
                  <a:gd name="connsiteX2" fmla="*/ 20473 w 24557"/>
                  <a:gd name="connsiteY2" fmla="*/ 25574 h 28832"/>
                  <a:gd name="connsiteX3" fmla="*/ -29 w 24557"/>
                  <a:gd name="connsiteY3" fmla="*/ 28803 h 28832"/>
                  <a:gd name="connsiteX4" fmla="*/ 4176 w 24557"/>
                  <a:gd name="connsiteY4" fmla="*/ 1847 h 28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557" h="28832">
                    <a:moveTo>
                      <a:pt x="4176" y="1847"/>
                    </a:moveTo>
                    <a:cubicBezTo>
                      <a:pt x="10935" y="1022"/>
                      <a:pt x="17694" y="571"/>
                      <a:pt x="24528" y="-30"/>
                    </a:cubicBezTo>
                    <a:lnTo>
                      <a:pt x="20473" y="25574"/>
                    </a:lnTo>
                    <a:lnTo>
                      <a:pt x="-29" y="28803"/>
                    </a:lnTo>
                    <a:cubicBezTo>
                      <a:pt x="1022" y="19718"/>
                      <a:pt x="2374" y="10707"/>
                      <a:pt x="4176" y="184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8" name="Content Placeholder 4">
                <a:extLst>
                  <a:ext uri="{FF2B5EF4-FFF2-40B4-BE49-F238E27FC236}">
                    <a16:creationId xmlns:a16="http://schemas.microsoft.com/office/drawing/2014/main" id="{9D439CDA-E82B-C512-D494-790FD15CAD56}"/>
                  </a:ext>
                </a:extLst>
              </p:cNvPr>
              <p:cNvSpPr/>
              <p:nvPr/>
            </p:nvSpPr>
            <p:spPr>
              <a:xfrm>
                <a:off x="3363039" y="5072984"/>
                <a:ext cx="23956" cy="25978"/>
              </a:xfrm>
              <a:custGeom>
                <a:avLst/>
                <a:gdLst>
                  <a:gd name="connsiteX0" fmla="*/ 3726 w 23956"/>
                  <a:gd name="connsiteY0" fmla="*/ 10031 h 25978"/>
                  <a:gd name="connsiteX1" fmla="*/ 5603 w 23956"/>
                  <a:gd name="connsiteY1" fmla="*/ 5602 h 25978"/>
                  <a:gd name="connsiteX2" fmla="*/ 8232 w 23956"/>
                  <a:gd name="connsiteY2" fmla="*/ 4100 h 25978"/>
                  <a:gd name="connsiteX3" fmla="*/ 23928 w 23956"/>
                  <a:gd name="connsiteY3" fmla="*/ -30 h 25978"/>
                  <a:gd name="connsiteX4" fmla="*/ 20098 w 23956"/>
                  <a:gd name="connsiteY4" fmla="*/ 24072 h 25978"/>
                  <a:gd name="connsiteX5" fmla="*/ -29 w 23956"/>
                  <a:gd name="connsiteY5" fmla="*/ 25949 h 25978"/>
                  <a:gd name="connsiteX6" fmla="*/ 3726 w 23956"/>
                  <a:gd name="connsiteY6" fmla="*/ 10031 h 25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956" h="25978">
                    <a:moveTo>
                      <a:pt x="3726" y="10031"/>
                    </a:moveTo>
                    <a:cubicBezTo>
                      <a:pt x="4041" y="8440"/>
                      <a:pt x="4680" y="6938"/>
                      <a:pt x="5603" y="5602"/>
                    </a:cubicBezTo>
                    <a:cubicBezTo>
                      <a:pt x="6317" y="4850"/>
                      <a:pt x="7225" y="4333"/>
                      <a:pt x="8232" y="4100"/>
                    </a:cubicBezTo>
                    <a:cubicBezTo>
                      <a:pt x="13414" y="2598"/>
                      <a:pt x="18671" y="1171"/>
                      <a:pt x="23928" y="-30"/>
                    </a:cubicBezTo>
                    <a:lnTo>
                      <a:pt x="20098" y="24072"/>
                    </a:lnTo>
                    <a:cubicBezTo>
                      <a:pt x="13414" y="24673"/>
                      <a:pt x="6655" y="25123"/>
                      <a:pt x="-29" y="25949"/>
                    </a:cubicBezTo>
                    <a:cubicBezTo>
                      <a:pt x="1097" y="20543"/>
                      <a:pt x="2599" y="15212"/>
                      <a:pt x="3726" y="1003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9" name="Content Placeholder 4">
                <a:extLst>
                  <a:ext uri="{FF2B5EF4-FFF2-40B4-BE49-F238E27FC236}">
                    <a16:creationId xmlns:a16="http://schemas.microsoft.com/office/drawing/2014/main" id="{E57B1275-0B96-94D5-9DCF-7E1517FF8A5F}"/>
                  </a:ext>
                </a:extLst>
              </p:cNvPr>
              <p:cNvSpPr/>
              <p:nvPr/>
            </p:nvSpPr>
            <p:spPr>
              <a:xfrm>
                <a:off x="3356280" y="5128547"/>
                <a:ext cx="21929" cy="27030"/>
              </a:xfrm>
              <a:custGeom>
                <a:avLst/>
                <a:gdLst>
                  <a:gd name="connsiteX0" fmla="*/ 21900 w 21929"/>
                  <a:gd name="connsiteY0" fmla="*/ -30 h 27030"/>
                  <a:gd name="connsiteX1" fmla="*/ 17845 w 21929"/>
                  <a:gd name="connsiteY1" fmla="*/ 27001 h 27030"/>
                  <a:gd name="connsiteX2" fmla="*/ -29 w 21929"/>
                  <a:gd name="connsiteY2" fmla="*/ 25124 h 27030"/>
                  <a:gd name="connsiteX3" fmla="*/ 1548 w 21929"/>
                  <a:gd name="connsiteY3" fmla="*/ 3199 h 270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929" h="27030">
                    <a:moveTo>
                      <a:pt x="21900" y="-30"/>
                    </a:moveTo>
                    <a:cubicBezTo>
                      <a:pt x="20548" y="8980"/>
                      <a:pt x="19121" y="17991"/>
                      <a:pt x="17845" y="27001"/>
                    </a:cubicBezTo>
                    <a:cubicBezTo>
                      <a:pt x="11837" y="27016"/>
                      <a:pt x="5844" y="26385"/>
                      <a:pt x="-29" y="25124"/>
                    </a:cubicBezTo>
                    <a:cubicBezTo>
                      <a:pt x="-29" y="17615"/>
                      <a:pt x="797" y="10107"/>
                      <a:pt x="1548" y="319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0" name="Content Placeholder 4">
                <a:extLst>
                  <a:ext uri="{FF2B5EF4-FFF2-40B4-BE49-F238E27FC236}">
                    <a16:creationId xmlns:a16="http://schemas.microsoft.com/office/drawing/2014/main" id="{F124EF75-19FE-1EFC-0A06-95EAEFE5B78E}"/>
                  </a:ext>
                </a:extLst>
              </p:cNvPr>
              <p:cNvSpPr/>
              <p:nvPr/>
            </p:nvSpPr>
            <p:spPr>
              <a:xfrm>
                <a:off x="3358157" y="5100015"/>
                <a:ext cx="24557" cy="28832"/>
              </a:xfrm>
              <a:custGeom>
                <a:avLst/>
                <a:gdLst>
                  <a:gd name="connsiteX0" fmla="*/ 4252 w 24557"/>
                  <a:gd name="connsiteY0" fmla="*/ 1847 h 28832"/>
                  <a:gd name="connsiteX1" fmla="*/ 24528 w 24557"/>
                  <a:gd name="connsiteY1" fmla="*/ -30 h 28832"/>
                  <a:gd name="connsiteX2" fmla="*/ 20473 w 24557"/>
                  <a:gd name="connsiteY2" fmla="*/ 25574 h 28832"/>
                  <a:gd name="connsiteX3" fmla="*/ -29 w 24557"/>
                  <a:gd name="connsiteY3" fmla="*/ 28803 h 28832"/>
                  <a:gd name="connsiteX4" fmla="*/ 4252 w 24557"/>
                  <a:gd name="connsiteY4" fmla="*/ 1847 h 28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557" h="28832">
                    <a:moveTo>
                      <a:pt x="4252" y="1847"/>
                    </a:moveTo>
                    <a:cubicBezTo>
                      <a:pt x="11010" y="1022"/>
                      <a:pt x="17769" y="571"/>
                      <a:pt x="24528" y="-30"/>
                    </a:cubicBezTo>
                    <a:lnTo>
                      <a:pt x="20473" y="25574"/>
                    </a:lnTo>
                    <a:lnTo>
                      <a:pt x="-29" y="28803"/>
                    </a:lnTo>
                    <a:cubicBezTo>
                      <a:pt x="1022" y="19718"/>
                      <a:pt x="2449" y="10707"/>
                      <a:pt x="4252" y="184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1" name="Content Placeholder 4">
                <a:extLst>
                  <a:ext uri="{FF2B5EF4-FFF2-40B4-BE49-F238E27FC236}">
                    <a16:creationId xmlns:a16="http://schemas.microsoft.com/office/drawing/2014/main" id="{BAA1F2A4-77AB-5957-D36D-3420823BEE0D}"/>
                  </a:ext>
                </a:extLst>
              </p:cNvPr>
              <p:cNvSpPr/>
              <p:nvPr/>
            </p:nvSpPr>
            <p:spPr>
              <a:xfrm>
                <a:off x="3554309" y="5288937"/>
                <a:ext cx="92353" cy="76179"/>
              </a:xfrm>
              <a:custGeom>
                <a:avLst/>
                <a:gdLst>
                  <a:gd name="connsiteX0" fmla="*/ 46842 w 92353"/>
                  <a:gd name="connsiteY0" fmla="*/ 3940 h 76179"/>
                  <a:gd name="connsiteX1" fmla="*/ 25513 w 92353"/>
                  <a:gd name="connsiteY1" fmla="*/ 561 h 76179"/>
                  <a:gd name="connsiteX2" fmla="*/ 18679 w 92353"/>
                  <a:gd name="connsiteY2" fmla="*/ 2739 h 76179"/>
                  <a:gd name="connsiteX3" fmla="*/ 16501 w 92353"/>
                  <a:gd name="connsiteY3" fmla="*/ 6718 h 76179"/>
                  <a:gd name="connsiteX4" fmla="*/ 1481 w 92353"/>
                  <a:gd name="connsiteY4" fmla="*/ 48165 h 76179"/>
                  <a:gd name="connsiteX5" fmla="*/ -21 w 92353"/>
                  <a:gd name="connsiteY5" fmla="*/ 55674 h 76179"/>
                  <a:gd name="connsiteX6" fmla="*/ 9742 w 92353"/>
                  <a:gd name="connsiteY6" fmla="*/ 66486 h 76179"/>
                  <a:gd name="connsiteX7" fmla="*/ 46241 w 92353"/>
                  <a:gd name="connsiteY7" fmla="*/ 75421 h 76179"/>
                  <a:gd name="connsiteX8" fmla="*/ 91902 w 92353"/>
                  <a:gd name="connsiteY8" fmla="*/ 45838 h 76179"/>
                  <a:gd name="connsiteX9" fmla="*/ 77633 w 92353"/>
                  <a:gd name="connsiteY9" fmla="*/ 27517 h 76179"/>
                  <a:gd name="connsiteX10" fmla="*/ 46842 w 92353"/>
                  <a:gd name="connsiteY10" fmla="*/ 3940 h 76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2353" h="76179">
                    <a:moveTo>
                      <a:pt x="46842" y="3940"/>
                    </a:moveTo>
                    <a:cubicBezTo>
                      <a:pt x="40361" y="321"/>
                      <a:pt x="32798" y="-873"/>
                      <a:pt x="25513" y="561"/>
                    </a:cubicBezTo>
                    <a:cubicBezTo>
                      <a:pt x="23050" y="434"/>
                      <a:pt x="20617" y="1207"/>
                      <a:pt x="18679" y="2739"/>
                    </a:cubicBezTo>
                    <a:cubicBezTo>
                      <a:pt x="17650" y="3880"/>
                      <a:pt x="16907" y="5239"/>
                      <a:pt x="16501" y="6718"/>
                    </a:cubicBezTo>
                    <a:lnTo>
                      <a:pt x="1481" y="48165"/>
                    </a:lnTo>
                    <a:cubicBezTo>
                      <a:pt x="415" y="50522"/>
                      <a:pt x="-103" y="53091"/>
                      <a:pt x="-21" y="55674"/>
                    </a:cubicBezTo>
                    <a:cubicBezTo>
                      <a:pt x="1211" y="60689"/>
                      <a:pt x="4883" y="64744"/>
                      <a:pt x="9742" y="66486"/>
                    </a:cubicBezTo>
                    <a:cubicBezTo>
                      <a:pt x="21345" y="71426"/>
                      <a:pt x="33669" y="74445"/>
                      <a:pt x="46241" y="75421"/>
                    </a:cubicBezTo>
                    <a:cubicBezTo>
                      <a:pt x="67044" y="78124"/>
                      <a:pt x="96182" y="74370"/>
                      <a:pt x="91902" y="45838"/>
                    </a:cubicBezTo>
                    <a:cubicBezTo>
                      <a:pt x="90032" y="37946"/>
                      <a:pt x="84820" y="31263"/>
                      <a:pt x="77633" y="27517"/>
                    </a:cubicBezTo>
                    <a:cubicBezTo>
                      <a:pt x="67194" y="20008"/>
                      <a:pt x="57281" y="11599"/>
                      <a:pt x="46842" y="3940"/>
                    </a:cubicBezTo>
                    <a:close/>
                  </a:path>
                </a:pathLst>
              </a:custGeom>
              <a:solidFill>
                <a:srgbClr val="B3CDDD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2" name="Content Placeholder 4">
                <a:extLst>
                  <a:ext uri="{FF2B5EF4-FFF2-40B4-BE49-F238E27FC236}">
                    <a16:creationId xmlns:a16="http://schemas.microsoft.com/office/drawing/2014/main" id="{6801FB7A-2F81-5B42-C85A-DE9253239D87}"/>
                  </a:ext>
                </a:extLst>
              </p:cNvPr>
              <p:cNvSpPr/>
              <p:nvPr/>
            </p:nvSpPr>
            <p:spPr>
              <a:xfrm>
                <a:off x="3564085" y="4996389"/>
                <a:ext cx="77259" cy="104915"/>
              </a:xfrm>
              <a:custGeom>
                <a:avLst/>
                <a:gdLst>
                  <a:gd name="connsiteX0" fmla="*/ 28205 w 77259"/>
                  <a:gd name="connsiteY0" fmla="*/ 102921 h 104915"/>
                  <a:gd name="connsiteX1" fmla="*/ 2971 w 77259"/>
                  <a:gd name="connsiteY1" fmla="*/ 92859 h 104915"/>
                  <a:gd name="connsiteX2" fmla="*/ 42 w 77259"/>
                  <a:gd name="connsiteY2" fmla="*/ 77842 h 104915"/>
                  <a:gd name="connsiteX3" fmla="*/ 3722 w 77259"/>
                  <a:gd name="connsiteY3" fmla="*/ 15447 h 104915"/>
                  <a:gd name="connsiteX4" fmla="*/ 6351 w 77259"/>
                  <a:gd name="connsiteY4" fmla="*/ 7939 h 104915"/>
                  <a:gd name="connsiteX5" fmla="*/ 12509 w 77259"/>
                  <a:gd name="connsiteY5" fmla="*/ 4860 h 104915"/>
                  <a:gd name="connsiteX6" fmla="*/ 53063 w 77259"/>
                  <a:gd name="connsiteY6" fmla="*/ 55 h 104915"/>
                  <a:gd name="connsiteX7" fmla="*/ 71462 w 77259"/>
                  <a:gd name="connsiteY7" fmla="*/ 6812 h 104915"/>
                  <a:gd name="connsiteX8" fmla="*/ 75067 w 77259"/>
                  <a:gd name="connsiteY8" fmla="*/ 20253 h 104915"/>
                  <a:gd name="connsiteX9" fmla="*/ 75067 w 77259"/>
                  <a:gd name="connsiteY9" fmla="*/ 91658 h 104915"/>
                  <a:gd name="connsiteX10" fmla="*/ 28205 w 77259"/>
                  <a:gd name="connsiteY10" fmla="*/ 102921 h 104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259" h="104915">
                    <a:moveTo>
                      <a:pt x="28205" y="102921"/>
                    </a:moveTo>
                    <a:cubicBezTo>
                      <a:pt x="18742" y="102545"/>
                      <a:pt x="7928" y="100968"/>
                      <a:pt x="2971" y="92859"/>
                    </a:cubicBezTo>
                    <a:cubicBezTo>
                      <a:pt x="688" y="88197"/>
                      <a:pt x="-318" y="83016"/>
                      <a:pt x="42" y="77842"/>
                    </a:cubicBezTo>
                    <a:cubicBezTo>
                      <a:pt x="-160" y="56984"/>
                      <a:pt x="1071" y="36133"/>
                      <a:pt x="3722" y="15447"/>
                    </a:cubicBezTo>
                    <a:cubicBezTo>
                      <a:pt x="3812" y="12736"/>
                      <a:pt x="4729" y="10116"/>
                      <a:pt x="6351" y="7939"/>
                    </a:cubicBezTo>
                    <a:cubicBezTo>
                      <a:pt x="8070" y="6347"/>
                      <a:pt x="10203" y="5281"/>
                      <a:pt x="12509" y="4860"/>
                    </a:cubicBezTo>
                    <a:cubicBezTo>
                      <a:pt x="25727" y="1316"/>
                      <a:pt x="39387" y="-306"/>
                      <a:pt x="53063" y="55"/>
                    </a:cubicBezTo>
                    <a:cubicBezTo>
                      <a:pt x="59897" y="-531"/>
                      <a:pt x="66633" y="1947"/>
                      <a:pt x="71462" y="6812"/>
                    </a:cubicBezTo>
                    <a:cubicBezTo>
                      <a:pt x="73941" y="10845"/>
                      <a:pt x="75195" y="15514"/>
                      <a:pt x="75067" y="20253"/>
                    </a:cubicBezTo>
                    <a:cubicBezTo>
                      <a:pt x="76494" y="42778"/>
                      <a:pt x="79123" y="69058"/>
                      <a:pt x="75067" y="91658"/>
                    </a:cubicBezTo>
                    <a:cubicBezTo>
                      <a:pt x="71913" y="110954"/>
                      <a:pt x="42924" y="103671"/>
                      <a:pt x="28205" y="102921"/>
                    </a:cubicBezTo>
                    <a:close/>
                  </a:path>
                </a:pathLst>
              </a:custGeom>
              <a:solidFill>
                <a:srgbClr val="9FB18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3" name="Content Placeholder 4">
                <a:extLst>
                  <a:ext uri="{FF2B5EF4-FFF2-40B4-BE49-F238E27FC236}">
                    <a16:creationId xmlns:a16="http://schemas.microsoft.com/office/drawing/2014/main" id="{AACE0AFF-BBBB-83FC-BC57-8FC3029483B5}"/>
                  </a:ext>
                </a:extLst>
              </p:cNvPr>
              <p:cNvSpPr/>
              <p:nvPr/>
            </p:nvSpPr>
            <p:spPr>
              <a:xfrm>
                <a:off x="3520824" y="5332895"/>
                <a:ext cx="21808" cy="25625"/>
              </a:xfrm>
              <a:custGeom>
                <a:avLst/>
                <a:gdLst>
                  <a:gd name="connsiteX0" fmla="*/ 14014 w 21808"/>
                  <a:gd name="connsiteY0" fmla="*/ 25531 h 25625"/>
                  <a:gd name="connsiteX1" fmla="*/ 5979 w 21808"/>
                  <a:gd name="connsiteY1" fmla="*/ 25531 h 25625"/>
                  <a:gd name="connsiteX2" fmla="*/ 2584 w 21808"/>
                  <a:gd name="connsiteY2" fmla="*/ 23347 h 25625"/>
                  <a:gd name="connsiteX3" fmla="*/ 2524 w 21808"/>
                  <a:gd name="connsiteY3" fmla="*/ 22903 h 25625"/>
                  <a:gd name="connsiteX4" fmla="*/ -29 w 21808"/>
                  <a:gd name="connsiteY4" fmla="*/ 6535 h 25625"/>
                  <a:gd name="connsiteX5" fmla="*/ 19046 w 21808"/>
                  <a:gd name="connsiteY5" fmla="*/ 4733 h 25625"/>
                  <a:gd name="connsiteX6" fmla="*/ 14014 w 21808"/>
                  <a:gd name="connsiteY6" fmla="*/ 25531 h 25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808" h="25625">
                    <a:moveTo>
                      <a:pt x="14014" y="25531"/>
                    </a:moveTo>
                    <a:lnTo>
                      <a:pt x="5979" y="25531"/>
                    </a:lnTo>
                    <a:cubicBezTo>
                      <a:pt x="4439" y="25862"/>
                      <a:pt x="2922" y="24885"/>
                      <a:pt x="2584" y="23347"/>
                    </a:cubicBezTo>
                    <a:cubicBezTo>
                      <a:pt x="2554" y="23204"/>
                      <a:pt x="2532" y="23054"/>
                      <a:pt x="2524" y="22903"/>
                    </a:cubicBezTo>
                    <a:cubicBezTo>
                      <a:pt x="1000" y="17572"/>
                      <a:pt x="143" y="12076"/>
                      <a:pt x="-29" y="6535"/>
                    </a:cubicBezTo>
                    <a:cubicBezTo>
                      <a:pt x="-29" y="-2400"/>
                      <a:pt x="15366" y="-1424"/>
                      <a:pt x="19046" y="4733"/>
                    </a:cubicBezTo>
                    <a:cubicBezTo>
                      <a:pt x="22726" y="10890"/>
                      <a:pt x="24078" y="25531"/>
                      <a:pt x="14014" y="2553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4" name="Content Placeholder 4">
                <a:extLst>
                  <a:ext uri="{FF2B5EF4-FFF2-40B4-BE49-F238E27FC236}">
                    <a16:creationId xmlns:a16="http://schemas.microsoft.com/office/drawing/2014/main" id="{DB086057-495A-DAD2-9C3D-53CF7DE8EC1D}"/>
                  </a:ext>
                </a:extLst>
              </p:cNvPr>
              <p:cNvSpPr/>
              <p:nvPr/>
            </p:nvSpPr>
            <p:spPr>
              <a:xfrm>
                <a:off x="3469005" y="5334645"/>
                <a:ext cx="49425" cy="23885"/>
              </a:xfrm>
              <a:custGeom>
                <a:avLst/>
                <a:gdLst>
                  <a:gd name="connsiteX0" fmla="*/ 44055 w 49425"/>
                  <a:gd name="connsiteY0" fmla="*/ 3358 h 23885"/>
                  <a:gd name="connsiteX1" fmla="*/ 23327 w 49425"/>
                  <a:gd name="connsiteY1" fmla="*/ 1706 h 23885"/>
                  <a:gd name="connsiteX2" fmla="*/ -29 w 49425"/>
                  <a:gd name="connsiteY2" fmla="*/ 3358 h 23885"/>
                  <a:gd name="connsiteX3" fmla="*/ 797 w 49425"/>
                  <a:gd name="connsiteY3" fmla="*/ 16948 h 23885"/>
                  <a:gd name="connsiteX4" fmla="*/ 4124 w 49425"/>
                  <a:gd name="connsiteY4" fmla="*/ 21483 h 23885"/>
                  <a:gd name="connsiteX5" fmla="*/ 5829 w 49425"/>
                  <a:gd name="connsiteY5" fmla="*/ 21378 h 23885"/>
                  <a:gd name="connsiteX6" fmla="*/ 18070 w 49425"/>
                  <a:gd name="connsiteY6" fmla="*/ 20552 h 23885"/>
                  <a:gd name="connsiteX7" fmla="*/ 17394 w 49425"/>
                  <a:gd name="connsiteY7" fmla="*/ 5009 h 23885"/>
                  <a:gd name="connsiteX8" fmla="*/ 24228 w 49425"/>
                  <a:gd name="connsiteY8" fmla="*/ 5535 h 23885"/>
                  <a:gd name="connsiteX9" fmla="*/ 25730 w 49425"/>
                  <a:gd name="connsiteY9" fmla="*/ 20102 h 23885"/>
                  <a:gd name="connsiteX10" fmla="*/ 28058 w 49425"/>
                  <a:gd name="connsiteY10" fmla="*/ 23631 h 23885"/>
                  <a:gd name="connsiteX11" fmla="*/ 31062 w 49425"/>
                  <a:gd name="connsiteY11" fmla="*/ 23631 h 23885"/>
                  <a:gd name="connsiteX12" fmla="*/ 49387 w 49425"/>
                  <a:gd name="connsiteY12" fmla="*/ 16122 h 23885"/>
                  <a:gd name="connsiteX13" fmla="*/ 44055 w 49425"/>
                  <a:gd name="connsiteY13" fmla="*/ 3358 h 238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9425" h="23885">
                    <a:moveTo>
                      <a:pt x="44055" y="3358"/>
                    </a:moveTo>
                    <a:cubicBezTo>
                      <a:pt x="37806" y="-479"/>
                      <a:pt x="30101" y="-1095"/>
                      <a:pt x="23327" y="1706"/>
                    </a:cubicBezTo>
                    <a:cubicBezTo>
                      <a:pt x="15584" y="2750"/>
                      <a:pt x="7781" y="3298"/>
                      <a:pt x="-29" y="3358"/>
                    </a:cubicBezTo>
                    <a:cubicBezTo>
                      <a:pt x="-29" y="7863"/>
                      <a:pt x="572" y="12443"/>
                      <a:pt x="797" y="16948"/>
                    </a:cubicBezTo>
                    <a:cubicBezTo>
                      <a:pt x="467" y="19118"/>
                      <a:pt x="1953" y="21153"/>
                      <a:pt x="4124" y="21483"/>
                    </a:cubicBezTo>
                    <a:cubicBezTo>
                      <a:pt x="4695" y="21574"/>
                      <a:pt x="5273" y="21536"/>
                      <a:pt x="5829" y="21378"/>
                    </a:cubicBezTo>
                    <a:cubicBezTo>
                      <a:pt x="9922" y="21370"/>
                      <a:pt x="14015" y="21093"/>
                      <a:pt x="18070" y="20552"/>
                    </a:cubicBezTo>
                    <a:cubicBezTo>
                      <a:pt x="18070" y="15544"/>
                      <a:pt x="17845" y="10363"/>
                      <a:pt x="17394" y="5009"/>
                    </a:cubicBezTo>
                    <a:lnTo>
                      <a:pt x="24228" y="5535"/>
                    </a:lnTo>
                    <a:cubicBezTo>
                      <a:pt x="23567" y="10438"/>
                      <a:pt x="24085" y="15431"/>
                      <a:pt x="25730" y="20102"/>
                    </a:cubicBezTo>
                    <a:cubicBezTo>
                      <a:pt x="25993" y="21543"/>
                      <a:pt x="26834" y="22820"/>
                      <a:pt x="28058" y="23631"/>
                    </a:cubicBezTo>
                    <a:cubicBezTo>
                      <a:pt x="29035" y="23931"/>
                      <a:pt x="30086" y="23931"/>
                      <a:pt x="31062" y="23631"/>
                    </a:cubicBezTo>
                    <a:cubicBezTo>
                      <a:pt x="37671" y="22880"/>
                      <a:pt x="48110" y="24231"/>
                      <a:pt x="49387" y="16122"/>
                    </a:cubicBezTo>
                    <a:cubicBezTo>
                      <a:pt x="49552" y="11294"/>
                      <a:pt x="47607" y="6631"/>
                      <a:pt x="44055" y="335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5" name="Content Placeholder 4">
                <a:extLst>
                  <a:ext uri="{FF2B5EF4-FFF2-40B4-BE49-F238E27FC236}">
                    <a16:creationId xmlns:a16="http://schemas.microsoft.com/office/drawing/2014/main" id="{FFAE1EAE-200D-B55D-DA0C-7D02374D6D51}"/>
                  </a:ext>
                </a:extLst>
              </p:cNvPr>
              <p:cNvSpPr/>
              <p:nvPr/>
            </p:nvSpPr>
            <p:spPr>
              <a:xfrm>
                <a:off x="3441211" y="5335657"/>
                <a:ext cx="21095" cy="25146"/>
              </a:xfrm>
              <a:custGeom>
                <a:avLst/>
                <a:gdLst>
                  <a:gd name="connsiteX0" fmla="*/ 4033 w 21095"/>
                  <a:gd name="connsiteY0" fmla="*/ 23445 h 25146"/>
                  <a:gd name="connsiteX1" fmla="*/ 1029 w 21095"/>
                  <a:gd name="connsiteY1" fmla="*/ 21042 h 25146"/>
                  <a:gd name="connsiteX2" fmla="*/ 353 w 21095"/>
                  <a:gd name="connsiteY2" fmla="*/ 17813 h 25146"/>
                  <a:gd name="connsiteX3" fmla="*/ -23 w 21095"/>
                  <a:gd name="connsiteY3" fmla="*/ 6926 h 25146"/>
                  <a:gd name="connsiteX4" fmla="*/ 18752 w 21095"/>
                  <a:gd name="connsiteY4" fmla="*/ 6926 h 25146"/>
                  <a:gd name="connsiteX5" fmla="*/ 21005 w 21095"/>
                  <a:gd name="connsiteY5" fmla="*/ 20742 h 25146"/>
                  <a:gd name="connsiteX6" fmla="*/ 4033 w 21095"/>
                  <a:gd name="connsiteY6" fmla="*/ 23445 h 2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095" h="25146">
                    <a:moveTo>
                      <a:pt x="4033" y="23445"/>
                    </a:moveTo>
                    <a:cubicBezTo>
                      <a:pt x="2794" y="22994"/>
                      <a:pt x="1742" y="22153"/>
                      <a:pt x="1029" y="21042"/>
                    </a:cubicBezTo>
                    <a:cubicBezTo>
                      <a:pt x="571" y="20028"/>
                      <a:pt x="338" y="18925"/>
                      <a:pt x="353" y="17813"/>
                    </a:cubicBezTo>
                    <a:lnTo>
                      <a:pt x="-23" y="6926"/>
                    </a:lnTo>
                    <a:cubicBezTo>
                      <a:pt x="-398" y="-3961"/>
                      <a:pt x="15448" y="-583"/>
                      <a:pt x="18752" y="6926"/>
                    </a:cubicBezTo>
                    <a:cubicBezTo>
                      <a:pt x="20532" y="11303"/>
                      <a:pt x="21298" y="16026"/>
                      <a:pt x="21005" y="20742"/>
                    </a:cubicBezTo>
                    <a:cubicBezTo>
                      <a:pt x="18752" y="26523"/>
                      <a:pt x="9140" y="25622"/>
                      <a:pt x="4033" y="23445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6" name="Content Placeholder 4">
                <a:extLst>
                  <a:ext uri="{FF2B5EF4-FFF2-40B4-BE49-F238E27FC236}">
                    <a16:creationId xmlns:a16="http://schemas.microsoft.com/office/drawing/2014/main" id="{B93AF953-876E-3529-BD42-202645DF5246}"/>
                  </a:ext>
                </a:extLst>
              </p:cNvPr>
              <p:cNvSpPr/>
              <p:nvPr/>
            </p:nvSpPr>
            <p:spPr>
              <a:xfrm>
                <a:off x="3409381" y="5336578"/>
                <a:ext cx="25067" cy="25068"/>
              </a:xfrm>
              <a:custGeom>
                <a:avLst/>
                <a:gdLst>
                  <a:gd name="connsiteX0" fmla="*/ 24297 w 25067"/>
                  <a:gd name="connsiteY0" fmla="*/ 24326 h 25068"/>
                  <a:gd name="connsiteX1" fmla="*/ 4621 w 25067"/>
                  <a:gd name="connsiteY1" fmla="*/ 23800 h 25068"/>
                  <a:gd name="connsiteX2" fmla="*/ 2969 w 25067"/>
                  <a:gd name="connsiteY2" fmla="*/ 23050 h 25068"/>
                  <a:gd name="connsiteX3" fmla="*/ 2067 w 25067"/>
                  <a:gd name="connsiteY3" fmla="*/ 21323 h 25068"/>
                  <a:gd name="connsiteX4" fmla="*/ 40 w 25067"/>
                  <a:gd name="connsiteY4" fmla="*/ 1350 h 25068"/>
                  <a:gd name="connsiteX5" fmla="*/ 22570 w 25067"/>
                  <a:gd name="connsiteY5" fmla="*/ 1350 h 25068"/>
                  <a:gd name="connsiteX6" fmla="*/ 24297 w 25067"/>
                  <a:gd name="connsiteY6" fmla="*/ 24326 h 25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067" h="25068">
                    <a:moveTo>
                      <a:pt x="24297" y="24326"/>
                    </a:moveTo>
                    <a:cubicBezTo>
                      <a:pt x="17763" y="25430"/>
                      <a:pt x="11087" y="25249"/>
                      <a:pt x="4621" y="23800"/>
                    </a:cubicBezTo>
                    <a:cubicBezTo>
                      <a:pt x="4012" y="23710"/>
                      <a:pt x="3442" y="23447"/>
                      <a:pt x="2969" y="23050"/>
                    </a:cubicBezTo>
                    <a:cubicBezTo>
                      <a:pt x="2525" y="22562"/>
                      <a:pt x="2218" y="21969"/>
                      <a:pt x="2067" y="21323"/>
                    </a:cubicBezTo>
                    <a:cubicBezTo>
                      <a:pt x="423" y="14798"/>
                      <a:pt x="-261" y="8070"/>
                      <a:pt x="40" y="1350"/>
                    </a:cubicBezTo>
                    <a:cubicBezTo>
                      <a:pt x="40" y="-452"/>
                      <a:pt x="20467" y="-527"/>
                      <a:pt x="22570" y="1350"/>
                    </a:cubicBezTo>
                    <a:cubicBezTo>
                      <a:pt x="26475" y="4879"/>
                      <a:pt x="24672" y="19220"/>
                      <a:pt x="24297" y="24326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7" name="Content Placeholder 4">
                <a:extLst>
                  <a:ext uri="{FF2B5EF4-FFF2-40B4-BE49-F238E27FC236}">
                    <a16:creationId xmlns:a16="http://schemas.microsoft.com/office/drawing/2014/main" id="{BCC2F4D1-8004-CACB-D7E2-B79B9468D4F7}"/>
                  </a:ext>
                </a:extLst>
              </p:cNvPr>
              <p:cNvSpPr/>
              <p:nvPr/>
            </p:nvSpPr>
            <p:spPr>
              <a:xfrm>
                <a:off x="3372314" y="5338454"/>
                <a:ext cx="30211" cy="23963"/>
              </a:xfrm>
              <a:custGeom>
                <a:avLst/>
                <a:gdLst>
                  <a:gd name="connsiteX0" fmla="*/ 29972 w 30211"/>
                  <a:gd name="connsiteY0" fmla="*/ 15391 h 23963"/>
                  <a:gd name="connsiteX1" fmla="*/ 29522 w 30211"/>
                  <a:gd name="connsiteY1" fmla="*/ 20648 h 23963"/>
                  <a:gd name="connsiteX2" fmla="*/ 20735 w 30211"/>
                  <a:gd name="connsiteY2" fmla="*/ 23876 h 23963"/>
                  <a:gd name="connsiteX3" fmla="*/ 7818 w 30211"/>
                  <a:gd name="connsiteY3" fmla="*/ 23876 h 23963"/>
                  <a:gd name="connsiteX4" fmla="*/ 2411 w 30211"/>
                  <a:gd name="connsiteY4" fmla="*/ 22224 h 23963"/>
                  <a:gd name="connsiteX5" fmla="*/ 1359 w 30211"/>
                  <a:gd name="connsiteY5" fmla="*/ 19446 h 23963"/>
                  <a:gd name="connsiteX6" fmla="*/ 158 w 30211"/>
                  <a:gd name="connsiteY6" fmla="*/ 1051 h 23963"/>
                  <a:gd name="connsiteX7" fmla="*/ 29221 w 30211"/>
                  <a:gd name="connsiteY7" fmla="*/ 1651 h 23963"/>
                  <a:gd name="connsiteX8" fmla="*/ 29972 w 30211"/>
                  <a:gd name="connsiteY8" fmla="*/ 15391 h 23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211" h="23963">
                    <a:moveTo>
                      <a:pt x="29972" y="15391"/>
                    </a:moveTo>
                    <a:cubicBezTo>
                      <a:pt x="30363" y="17149"/>
                      <a:pt x="30205" y="18981"/>
                      <a:pt x="29522" y="20648"/>
                    </a:cubicBezTo>
                    <a:cubicBezTo>
                      <a:pt x="28020" y="23576"/>
                      <a:pt x="24039" y="23876"/>
                      <a:pt x="20735" y="23876"/>
                    </a:cubicBezTo>
                    <a:lnTo>
                      <a:pt x="7818" y="23876"/>
                    </a:lnTo>
                    <a:cubicBezTo>
                      <a:pt x="5858" y="24131"/>
                      <a:pt x="3890" y="23531"/>
                      <a:pt x="2411" y="22224"/>
                    </a:cubicBezTo>
                    <a:cubicBezTo>
                      <a:pt x="1878" y="21376"/>
                      <a:pt x="1524" y="20430"/>
                      <a:pt x="1359" y="19446"/>
                    </a:cubicBezTo>
                    <a:cubicBezTo>
                      <a:pt x="98" y="13402"/>
                      <a:pt x="-308" y="7208"/>
                      <a:pt x="158" y="1051"/>
                    </a:cubicBezTo>
                    <a:cubicBezTo>
                      <a:pt x="158" y="-1427"/>
                      <a:pt x="26668" y="1051"/>
                      <a:pt x="29221" y="1651"/>
                    </a:cubicBezTo>
                    <a:cubicBezTo>
                      <a:pt x="26893" y="4805"/>
                      <a:pt x="29447" y="11412"/>
                      <a:pt x="29972" y="1539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99" name="Content Placeholder 4">
              <a:extLst>
                <a:ext uri="{FF2B5EF4-FFF2-40B4-BE49-F238E27FC236}">
                  <a16:creationId xmlns:a16="http://schemas.microsoft.com/office/drawing/2014/main" id="{838AB183-2A51-E23D-7D99-27E3ABDD84FD}"/>
                </a:ext>
              </a:extLst>
            </p:cNvPr>
            <p:cNvSpPr/>
            <p:nvPr/>
          </p:nvSpPr>
          <p:spPr>
            <a:xfrm>
              <a:off x="4471411" y="5699354"/>
              <a:ext cx="62697" cy="27089"/>
            </a:xfrm>
            <a:custGeom>
              <a:avLst/>
              <a:gdLst>
                <a:gd name="connsiteX0" fmla="*/ 3767 w 62697"/>
                <a:gd name="connsiteY0" fmla="*/ 346 h 27089"/>
                <a:gd name="connsiteX1" fmla="*/ 31479 w 62697"/>
                <a:gd name="connsiteY1" fmla="*/ 1548 h 27089"/>
                <a:gd name="connsiteX2" fmla="*/ 54385 w 62697"/>
                <a:gd name="connsiteY2" fmla="*/ 14387 h 27089"/>
                <a:gd name="connsiteX3" fmla="*/ 60994 w 62697"/>
                <a:gd name="connsiteY3" fmla="*/ 18141 h 27089"/>
                <a:gd name="connsiteX4" fmla="*/ 61820 w 62697"/>
                <a:gd name="connsiteY4" fmla="*/ 25124 h 27089"/>
                <a:gd name="connsiteX5" fmla="*/ 55586 w 62697"/>
                <a:gd name="connsiteY5" fmla="*/ 27001 h 27089"/>
                <a:gd name="connsiteX6" fmla="*/ 4669 w 62697"/>
                <a:gd name="connsiteY6" fmla="*/ 22721 h 27089"/>
                <a:gd name="connsiteX7" fmla="*/ 1815 w 62697"/>
                <a:gd name="connsiteY7" fmla="*/ 21595 h 27089"/>
                <a:gd name="connsiteX8" fmla="*/ 763 w 62697"/>
                <a:gd name="connsiteY8" fmla="*/ 19418 h 27089"/>
                <a:gd name="connsiteX9" fmla="*/ 3767 w 62697"/>
                <a:gd name="connsiteY9" fmla="*/ 346 h 27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2697" h="27089">
                  <a:moveTo>
                    <a:pt x="3767" y="346"/>
                  </a:moveTo>
                  <a:cubicBezTo>
                    <a:pt x="13020" y="-419"/>
                    <a:pt x="22332" y="-14"/>
                    <a:pt x="31479" y="1548"/>
                  </a:cubicBezTo>
                  <a:cubicBezTo>
                    <a:pt x="38524" y="6811"/>
                    <a:pt x="46221" y="11121"/>
                    <a:pt x="54385" y="14387"/>
                  </a:cubicBezTo>
                  <a:cubicBezTo>
                    <a:pt x="56826" y="15168"/>
                    <a:pt x="59071" y="16452"/>
                    <a:pt x="60994" y="18141"/>
                  </a:cubicBezTo>
                  <a:cubicBezTo>
                    <a:pt x="62864" y="19988"/>
                    <a:pt x="63209" y="22887"/>
                    <a:pt x="61820" y="25124"/>
                  </a:cubicBezTo>
                  <a:cubicBezTo>
                    <a:pt x="60092" y="26596"/>
                    <a:pt x="57832" y="27272"/>
                    <a:pt x="55586" y="27001"/>
                  </a:cubicBezTo>
                  <a:cubicBezTo>
                    <a:pt x="38516" y="27197"/>
                    <a:pt x="21468" y="25763"/>
                    <a:pt x="4669" y="22721"/>
                  </a:cubicBezTo>
                  <a:cubicBezTo>
                    <a:pt x="3632" y="22601"/>
                    <a:pt x="2656" y="22211"/>
                    <a:pt x="1815" y="21595"/>
                  </a:cubicBezTo>
                  <a:cubicBezTo>
                    <a:pt x="1319" y="20950"/>
                    <a:pt x="959" y="20206"/>
                    <a:pt x="763" y="19418"/>
                  </a:cubicBezTo>
                  <a:cubicBezTo>
                    <a:pt x="-949" y="12923"/>
                    <a:pt x="140" y="6000"/>
                    <a:pt x="3767" y="346"/>
                  </a:cubicBezTo>
                  <a:close/>
                </a:path>
              </a:pathLst>
            </a:custGeom>
            <a:solidFill>
              <a:srgbClr val="80808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Content Placeholder 4">
              <a:extLst>
                <a:ext uri="{FF2B5EF4-FFF2-40B4-BE49-F238E27FC236}">
                  <a16:creationId xmlns:a16="http://schemas.microsoft.com/office/drawing/2014/main" id="{8728C966-B25E-69BB-B1E3-904D857329BC}"/>
                </a:ext>
              </a:extLst>
            </p:cNvPr>
            <p:cNvSpPr/>
            <p:nvPr/>
          </p:nvSpPr>
          <p:spPr>
            <a:xfrm>
              <a:off x="4385225" y="5703983"/>
              <a:ext cx="62686" cy="27105"/>
            </a:xfrm>
            <a:custGeom>
              <a:avLst/>
              <a:gdLst>
                <a:gd name="connsiteX0" fmla="*/ 58937 w 62686"/>
                <a:gd name="connsiteY0" fmla="*/ 297 h 27105"/>
                <a:gd name="connsiteX1" fmla="*/ 31225 w 62686"/>
                <a:gd name="connsiteY1" fmla="*/ 1499 h 27105"/>
                <a:gd name="connsiteX2" fmla="*/ 8320 w 62686"/>
                <a:gd name="connsiteY2" fmla="*/ 14413 h 27105"/>
                <a:gd name="connsiteX3" fmla="*/ 1711 w 62686"/>
                <a:gd name="connsiteY3" fmla="*/ 18092 h 27105"/>
                <a:gd name="connsiteX4" fmla="*/ 885 w 62686"/>
                <a:gd name="connsiteY4" fmla="*/ 25075 h 27105"/>
                <a:gd name="connsiteX5" fmla="*/ 7043 w 62686"/>
                <a:gd name="connsiteY5" fmla="*/ 27027 h 27105"/>
                <a:gd name="connsiteX6" fmla="*/ 58036 w 62686"/>
                <a:gd name="connsiteY6" fmla="*/ 22672 h 27105"/>
                <a:gd name="connsiteX7" fmla="*/ 60815 w 62686"/>
                <a:gd name="connsiteY7" fmla="*/ 21546 h 27105"/>
                <a:gd name="connsiteX8" fmla="*/ 61866 w 62686"/>
                <a:gd name="connsiteY8" fmla="*/ 19368 h 27105"/>
                <a:gd name="connsiteX9" fmla="*/ 58937 w 62686"/>
                <a:gd name="connsiteY9" fmla="*/ 297 h 27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2686" h="27105">
                  <a:moveTo>
                    <a:pt x="58937" y="297"/>
                  </a:moveTo>
                  <a:cubicBezTo>
                    <a:pt x="49685" y="-394"/>
                    <a:pt x="40380" y="12"/>
                    <a:pt x="31225" y="1499"/>
                  </a:cubicBezTo>
                  <a:cubicBezTo>
                    <a:pt x="24166" y="6754"/>
                    <a:pt x="16468" y="11087"/>
                    <a:pt x="8320" y="14413"/>
                  </a:cubicBezTo>
                  <a:cubicBezTo>
                    <a:pt x="5872" y="15134"/>
                    <a:pt x="3618" y="16395"/>
                    <a:pt x="1711" y="18092"/>
                  </a:cubicBezTo>
                  <a:cubicBezTo>
                    <a:pt x="-249" y="19894"/>
                    <a:pt x="-595" y="22860"/>
                    <a:pt x="885" y="25075"/>
                  </a:cubicBezTo>
                  <a:cubicBezTo>
                    <a:pt x="2567" y="26569"/>
                    <a:pt x="4805" y="27275"/>
                    <a:pt x="7043" y="27027"/>
                  </a:cubicBezTo>
                  <a:cubicBezTo>
                    <a:pt x="24143" y="27193"/>
                    <a:pt x="41213" y="25736"/>
                    <a:pt x="58036" y="22672"/>
                  </a:cubicBezTo>
                  <a:cubicBezTo>
                    <a:pt x="59042" y="22537"/>
                    <a:pt x="59996" y="22147"/>
                    <a:pt x="60815" y="21546"/>
                  </a:cubicBezTo>
                  <a:cubicBezTo>
                    <a:pt x="61340" y="20923"/>
                    <a:pt x="61701" y="20172"/>
                    <a:pt x="61866" y="19368"/>
                  </a:cubicBezTo>
                  <a:cubicBezTo>
                    <a:pt x="63563" y="12881"/>
                    <a:pt x="62504" y="5981"/>
                    <a:pt x="58937" y="297"/>
                  </a:cubicBezTo>
                  <a:close/>
                </a:path>
              </a:pathLst>
            </a:custGeom>
            <a:solidFill>
              <a:srgbClr val="80808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Content Placeholder 4">
              <a:extLst>
                <a:ext uri="{FF2B5EF4-FFF2-40B4-BE49-F238E27FC236}">
                  <a16:creationId xmlns:a16="http://schemas.microsoft.com/office/drawing/2014/main" id="{F40B88CF-5D5F-085C-ED94-6C2FFF9D1C5E}"/>
                </a:ext>
              </a:extLst>
            </p:cNvPr>
            <p:cNvSpPr/>
            <p:nvPr/>
          </p:nvSpPr>
          <p:spPr>
            <a:xfrm>
              <a:off x="4402223" y="5320028"/>
              <a:ext cx="125479" cy="384657"/>
            </a:xfrm>
            <a:custGeom>
              <a:avLst/>
              <a:gdLst>
                <a:gd name="connsiteX0" fmla="*/ 3713 w 125479"/>
                <a:gd name="connsiteY0" fmla="*/ 215538 h 384657"/>
                <a:gd name="connsiteX1" fmla="*/ 409 w 125479"/>
                <a:gd name="connsiteY1" fmla="*/ 62966 h 384657"/>
                <a:gd name="connsiteX2" fmla="*/ 7543 w 125479"/>
                <a:gd name="connsiteY2" fmla="*/ 10858 h 384657"/>
                <a:gd name="connsiteX3" fmla="*/ 9045 w 125479"/>
                <a:gd name="connsiteY3" fmla="*/ 8004 h 384657"/>
                <a:gd name="connsiteX4" fmla="*/ 18658 w 125479"/>
                <a:gd name="connsiteY4" fmla="*/ 8004 h 384657"/>
                <a:gd name="connsiteX5" fmla="*/ 112007 w 125479"/>
                <a:gd name="connsiteY5" fmla="*/ -30 h 384657"/>
                <a:gd name="connsiteX6" fmla="*/ 120343 w 125479"/>
                <a:gd name="connsiteY6" fmla="*/ 28202 h 384657"/>
                <a:gd name="connsiteX7" fmla="*/ 125450 w 125479"/>
                <a:gd name="connsiteY7" fmla="*/ 75805 h 384657"/>
                <a:gd name="connsiteX8" fmla="*/ 125450 w 125479"/>
                <a:gd name="connsiteY8" fmla="*/ 75805 h 384657"/>
                <a:gd name="connsiteX9" fmla="*/ 125450 w 125479"/>
                <a:gd name="connsiteY9" fmla="*/ 86092 h 384657"/>
                <a:gd name="connsiteX10" fmla="*/ 117940 w 125479"/>
                <a:gd name="connsiteY10" fmla="*/ 145109 h 384657"/>
                <a:gd name="connsiteX11" fmla="*/ 114035 w 125479"/>
                <a:gd name="connsiteY11" fmla="*/ 183627 h 384657"/>
                <a:gd name="connsiteX12" fmla="*/ 113059 w 125479"/>
                <a:gd name="connsiteY12" fmla="*/ 214261 h 384657"/>
                <a:gd name="connsiteX13" fmla="*/ 104723 w 125479"/>
                <a:gd name="connsiteY13" fmla="*/ 293626 h 384657"/>
                <a:gd name="connsiteX14" fmla="*/ 97213 w 125479"/>
                <a:gd name="connsiteY14" fmla="*/ 377420 h 384657"/>
                <a:gd name="connsiteX15" fmla="*/ 97213 w 125479"/>
                <a:gd name="connsiteY15" fmla="*/ 380799 h 384657"/>
                <a:gd name="connsiteX16" fmla="*/ 74307 w 125479"/>
                <a:gd name="connsiteY16" fmla="*/ 380799 h 384657"/>
                <a:gd name="connsiteX17" fmla="*/ 69125 w 125479"/>
                <a:gd name="connsiteY17" fmla="*/ 217941 h 384657"/>
                <a:gd name="connsiteX18" fmla="*/ 61615 w 125479"/>
                <a:gd name="connsiteY18" fmla="*/ 150365 h 384657"/>
                <a:gd name="connsiteX19" fmla="*/ 44868 w 125479"/>
                <a:gd name="connsiteY19" fmla="*/ 231306 h 384657"/>
                <a:gd name="connsiteX20" fmla="*/ 37959 w 125479"/>
                <a:gd name="connsiteY20" fmla="*/ 384628 h 384657"/>
                <a:gd name="connsiteX21" fmla="*/ 16630 w 125479"/>
                <a:gd name="connsiteY21" fmla="*/ 384628 h 384657"/>
                <a:gd name="connsiteX22" fmla="*/ 10998 w 125479"/>
                <a:gd name="connsiteY22" fmla="*/ 347536 h 384657"/>
                <a:gd name="connsiteX23" fmla="*/ 3713 w 125479"/>
                <a:gd name="connsiteY23" fmla="*/ 215538 h 384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5479" h="384657">
                  <a:moveTo>
                    <a:pt x="3713" y="215538"/>
                  </a:moveTo>
                  <a:cubicBezTo>
                    <a:pt x="1385" y="164706"/>
                    <a:pt x="-42" y="113798"/>
                    <a:pt x="409" y="62966"/>
                  </a:cubicBezTo>
                  <a:cubicBezTo>
                    <a:pt x="-1108" y="45284"/>
                    <a:pt x="1325" y="27481"/>
                    <a:pt x="7543" y="10858"/>
                  </a:cubicBezTo>
                  <a:cubicBezTo>
                    <a:pt x="7859" y="9821"/>
                    <a:pt x="8369" y="8853"/>
                    <a:pt x="9045" y="8004"/>
                  </a:cubicBezTo>
                  <a:cubicBezTo>
                    <a:pt x="11449" y="5602"/>
                    <a:pt x="15504" y="6878"/>
                    <a:pt x="18658" y="8004"/>
                  </a:cubicBezTo>
                  <a:cubicBezTo>
                    <a:pt x="49254" y="20506"/>
                    <a:pt x="84003" y="17517"/>
                    <a:pt x="112007" y="-30"/>
                  </a:cubicBezTo>
                  <a:cubicBezTo>
                    <a:pt x="116829" y="8657"/>
                    <a:pt x="119675" y="18291"/>
                    <a:pt x="120343" y="28202"/>
                  </a:cubicBezTo>
                  <a:cubicBezTo>
                    <a:pt x="122446" y="44045"/>
                    <a:pt x="124849" y="59888"/>
                    <a:pt x="125450" y="75805"/>
                  </a:cubicBezTo>
                  <a:lnTo>
                    <a:pt x="125450" y="75805"/>
                  </a:lnTo>
                  <a:cubicBezTo>
                    <a:pt x="125450" y="79260"/>
                    <a:pt x="125450" y="82714"/>
                    <a:pt x="125450" y="86092"/>
                  </a:cubicBezTo>
                  <a:cubicBezTo>
                    <a:pt x="124189" y="105899"/>
                    <a:pt x="121680" y="125617"/>
                    <a:pt x="117940" y="145109"/>
                  </a:cubicBezTo>
                  <a:cubicBezTo>
                    <a:pt x="115777" y="157843"/>
                    <a:pt x="114471" y="170712"/>
                    <a:pt x="114035" y="183627"/>
                  </a:cubicBezTo>
                  <a:cubicBezTo>
                    <a:pt x="114839" y="193846"/>
                    <a:pt x="114516" y="204118"/>
                    <a:pt x="113059" y="214261"/>
                  </a:cubicBezTo>
                  <a:cubicBezTo>
                    <a:pt x="107201" y="239790"/>
                    <a:pt x="107201" y="267572"/>
                    <a:pt x="104723" y="293626"/>
                  </a:cubicBezTo>
                  <a:cubicBezTo>
                    <a:pt x="102094" y="321557"/>
                    <a:pt x="99466" y="349489"/>
                    <a:pt x="97213" y="377420"/>
                  </a:cubicBezTo>
                  <a:cubicBezTo>
                    <a:pt x="97213" y="378546"/>
                    <a:pt x="97213" y="379673"/>
                    <a:pt x="97213" y="380799"/>
                  </a:cubicBezTo>
                  <a:cubicBezTo>
                    <a:pt x="95786" y="380799"/>
                    <a:pt x="74307" y="386130"/>
                    <a:pt x="74307" y="380799"/>
                  </a:cubicBezTo>
                  <a:lnTo>
                    <a:pt x="69125" y="217941"/>
                  </a:lnTo>
                  <a:cubicBezTo>
                    <a:pt x="69170" y="195205"/>
                    <a:pt x="66647" y="172537"/>
                    <a:pt x="61615" y="150365"/>
                  </a:cubicBezTo>
                  <a:cubicBezTo>
                    <a:pt x="42540" y="152242"/>
                    <a:pt x="45619" y="215313"/>
                    <a:pt x="44868" y="231306"/>
                  </a:cubicBezTo>
                  <a:cubicBezTo>
                    <a:pt x="42517" y="282461"/>
                    <a:pt x="40212" y="333571"/>
                    <a:pt x="37959" y="384628"/>
                  </a:cubicBezTo>
                  <a:lnTo>
                    <a:pt x="16630" y="384628"/>
                  </a:lnTo>
                  <a:cubicBezTo>
                    <a:pt x="13063" y="372577"/>
                    <a:pt x="11163" y="360098"/>
                    <a:pt x="10998" y="347536"/>
                  </a:cubicBezTo>
                  <a:cubicBezTo>
                    <a:pt x="8294" y="303462"/>
                    <a:pt x="5365" y="259538"/>
                    <a:pt x="3713" y="215538"/>
                  </a:cubicBezTo>
                  <a:close/>
                </a:path>
              </a:pathLst>
            </a:custGeom>
            <a:solidFill>
              <a:schemeClr val="accent6">
                <a:lumMod val="9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Content Placeholder 4">
              <a:extLst>
                <a:ext uri="{FF2B5EF4-FFF2-40B4-BE49-F238E27FC236}">
                  <a16:creationId xmlns:a16="http://schemas.microsoft.com/office/drawing/2014/main" id="{5D2616C1-2BF6-FCAF-7708-8B79F3BD4F75}"/>
                </a:ext>
              </a:extLst>
            </p:cNvPr>
            <p:cNvSpPr/>
            <p:nvPr/>
          </p:nvSpPr>
          <p:spPr>
            <a:xfrm>
              <a:off x="4376385" y="5086740"/>
              <a:ext cx="162864" cy="461469"/>
            </a:xfrm>
            <a:custGeom>
              <a:avLst/>
              <a:gdLst>
                <a:gd name="connsiteX0" fmla="*/ 117268 w 162864"/>
                <a:gd name="connsiteY0" fmla="*/ 6427 h 461469"/>
                <a:gd name="connsiteX1" fmla="*/ 43595 w 162864"/>
                <a:gd name="connsiteY1" fmla="*/ -30 h 461469"/>
                <a:gd name="connsiteX2" fmla="*/ 11002 w 162864"/>
                <a:gd name="connsiteY2" fmla="*/ 115450 h 461469"/>
                <a:gd name="connsiteX3" fmla="*/ 26022 w 162864"/>
                <a:gd name="connsiteY3" fmla="*/ 168986 h 461469"/>
                <a:gd name="connsiteX4" fmla="*/ 112 w 162864"/>
                <a:gd name="connsiteY4" fmla="*/ 389434 h 461469"/>
                <a:gd name="connsiteX5" fmla="*/ 5895 w 162864"/>
                <a:gd name="connsiteY5" fmla="*/ 439590 h 461469"/>
                <a:gd name="connsiteX6" fmla="*/ 11753 w 162864"/>
                <a:gd name="connsiteY6" fmla="*/ 451679 h 461469"/>
                <a:gd name="connsiteX7" fmla="*/ 23769 w 162864"/>
                <a:gd name="connsiteY7" fmla="*/ 454607 h 461469"/>
                <a:gd name="connsiteX8" fmla="*/ 159925 w 162864"/>
                <a:gd name="connsiteY8" fmla="*/ 461440 h 461469"/>
                <a:gd name="connsiteX9" fmla="*/ 140700 w 162864"/>
                <a:gd name="connsiteY9" fmla="*/ 168986 h 461469"/>
                <a:gd name="connsiteX10" fmla="*/ 146332 w 162864"/>
                <a:gd name="connsiteY10" fmla="*/ 46147 h 461469"/>
                <a:gd name="connsiteX11" fmla="*/ 135292 w 162864"/>
                <a:gd name="connsiteY11" fmla="*/ 11383 h 461469"/>
                <a:gd name="connsiteX12" fmla="*/ 129209 w 162864"/>
                <a:gd name="connsiteY12" fmla="*/ 5001 h 461469"/>
                <a:gd name="connsiteX13" fmla="*/ 117268 w 162864"/>
                <a:gd name="connsiteY13" fmla="*/ 6427 h 46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2864" h="461469">
                  <a:moveTo>
                    <a:pt x="117268" y="6427"/>
                  </a:moveTo>
                  <a:cubicBezTo>
                    <a:pt x="91434" y="8530"/>
                    <a:pt x="66726" y="13485"/>
                    <a:pt x="43595" y="-30"/>
                  </a:cubicBezTo>
                  <a:cubicBezTo>
                    <a:pt x="-8975" y="60639"/>
                    <a:pt x="16785" y="56284"/>
                    <a:pt x="11002" y="115450"/>
                  </a:cubicBezTo>
                  <a:cubicBezTo>
                    <a:pt x="9800" y="127839"/>
                    <a:pt x="26773" y="156522"/>
                    <a:pt x="26022" y="168986"/>
                  </a:cubicBezTo>
                  <a:cubicBezTo>
                    <a:pt x="21516" y="229053"/>
                    <a:pt x="-2065" y="328765"/>
                    <a:pt x="112" y="389434"/>
                  </a:cubicBezTo>
                  <a:cubicBezTo>
                    <a:pt x="150" y="406320"/>
                    <a:pt x="2088" y="423139"/>
                    <a:pt x="5895" y="439590"/>
                  </a:cubicBezTo>
                  <a:cubicBezTo>
                    <a:pt x="6759" y="444065"/>
                    <a:pt x="8779" y="448232"/>
                    <a:pt x="11753" y="451679"/>
                  </a:cubicBezTo>
                  <a:cubicBezTo>
                    <a:pt x="15155" y="454337"/>
                    <a:pt x="19526" y="455403"/>
                    <a:pt x="23769" y="454607"/>
                  </a:cubicBezTo>
                  <a:cubicBezTo>
                    <a:pt x="69805" y="451904"/>
                    <a:pt x="104802" y="429904"/>
                    <a:pt x="159925" y="461440"/>
                  </a:cubicBezTo>
                  <a:cubicBezTo>
                    <a:pt x="171265" y="353318"/>
                    <a:pt x="146182" y="243244"/>
                    <a:pt x="140700" y="168986"/>
                  </a:cubicBezTo>
                  <a:cubicBezTo>
                    <a:pt x="136869" y="117703"/>
                    <a:pt x="156696" y="99157"/>
                    <a:pt x="146332" y="46147"/>
                  </a:cubicBezTo>
                  <a:cubicBezTo>
                    <a:pt x="144672" y="34014"/>
                    <a:pt x="140940" y="22255"/>
                    <a:pt x="135292" y="11383"/>
                  </a:cubicBezTo>
                  <a:cubicBezTo>
                    <a:pt x="133565" y="8680"/>
                    <a:pt x="126581" y="5526"/>
                    <a:pt x="129209" y="5001"/>
                  </a:cubicBezTo>
                  <a:cubicBezTo>
                    <a:pt x="125266" y="5752"/>
                    <a:pt x="121279" y="6232"/>
                    <a:pt x="117268" y="6427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Content Placeholder 4">
              <a:extLst>
                <a:ext uri="{FF2B5EF4-FFF2-40B4-BE49-F238E27FC236}">
                  <a16:creationId xmlns:a16="http://schemas.microsoft.com/office/drawing/2014/main" id="{79FA9112-3C57-1A96-3249-AB35C9C74B89}"/>
                </a:ext>
              </a:extLst>
            </p:cNvPr>
            <p:cNvSpPr/>
            <p:nvPr/>
          </p:nvSpPr>
          <p:spPr>
            <a:xfrm>
              <a:off x="4511669" y="4856935"/>
              <a:ext cx="29994" cy="51608"/>
            </a:xfrm>
            <a:custGeom>
              <a:avLst/>
              <a:gdLst>
                <a:gd name="connsiteX0" fmla="*/ 14427 w 29994"/>
                <a:gd name="connsiteY0" fmla="*/ 39962 h 51608"/>
                <a:gd name="connsiteX1" fmla="*/ 13451 w 29994"/>
                <a:gd name="connsiteY1" fmla="*/ 36357 h 51608"/>
                <a:gd name="connsiteX2" fmla="*/ 10297 w 29994"/>
                <a:gd name="connsiteY2" fmla="*/ 29825 h 51608"/>
                <a:gd name="connsiteX3" fmla="*/ 3988 w 29994"/>
                <a:gd name="connsiteY3" fmla="*/ 23518 h 51608"/>
                <a:gd name="connsiteX4" fmla="*/ 5866 w 29994"/>
                <a:gd name="connsiteY4" fmla="*/ 19013 h 51608"/>
                <a:gd name="connsiteX5" fmla="*/ 834 w 29994"/>
                <a:gd name="connsiteY5" fmla="*/ 15634 h 51608"/>
                <a:gd name="connsiteX6" fmla="*/ 4139 w 29994"/>
                <a:gd name="connsiteY6" fmla="*/ 2569 h 51608"/>
                <a:gd name="connsiteX7" fmla="*/ 17882 w 29994"/>
                <a:gd name="connsiteY7" fmla="*/ 1368 h 51608"/>
                <a:gd name="connsiteX8" fmla="*/ 25392 w 29994"/>
                <a:gd name="connsiteY8" fmla="*/ 8876 h 51608"/>
                <a:gd name="connsiteX9" fmla="*/ 28922 w 29994"/>
                <a:gd name="connsiteY9" fmla="*/ 15409 h 51608"/>
                <a:gd name="connsiteX10" fmla="*/ 29372 w 29994"/>
                <a:gd name="connsiteY10" fmla="*/ 44917 h 51608"/>
                <a:gd name="connsiteX11" fmla="*/ 29372 w 29994"/>
                <a:gd name="connsiteY11" fmla="*/ 48897 h 51608"/>
                <a:gd name="connsiteX12" fmla="*/ 28171 w 29994"/>
                <a:gd name="connsiteY12" fmla="*/ 49572 h 51608"/>
                <a:gd name="connsiteX13" fmla="*/ 16230 w 29994"/>
                <a:gd name="connsiteY13" fmla="*/ 50699 h 51608"/>
                <a:gd name="connsiteX14" fmla="*/ 15328 w 29994"/>
                <a:gd name="connsiteY14" fmla="*/ 45668 h 51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994" h="51608">
                  <a:moveTo>
                    <a:pt x="14427" y="39962"/>
                  </a:moveTo>
                  <a:cubicBezTo>
                    <a:pt x="14255" y="38722"/>
                    <a:pt x="13924" y="37513"/>
                    <a:pt x="13451" y="36357"/>
                  </a:cubicBezTo>
                  <a:cubicBezTo>
                    <a:pt x="12099" y="33579"/>
                    <a:pt x="12925" y="31327"/>
                    <a:pt x="10297" y="29825"/>
                  </a:cubicBezTo>
                  <a:cubicBezTo>
                    <a:pt x="7450" y="28631"/>
                    <a:pt x="5182" y="26364"/>
                    <a:pt x="3988" y="23518"/>
                  </a:cubicBezTo>
                  <a:cubicBezTo>
                    <a:pt x="3988" y="22692"/>
                    <a:pt x="6091" y="19839"/>
                    <a:pt x="5866" y="19013"/>
                  </a:cubicBezTo>
                  <a:cubicBezTo>
                    <a:pt x="5641" y="18187"/>
                    <a:pt x="1660" y="17436"/>
                    <a:pt x="834" y="15634"/>
                  </a:cubicBezTo>
                  <a:cubicBezTo>
                    <a:pt x="-1081" y="11031"/>
                    <a:pt x="263" y="5715"/>
                    <a:pt x="4139" y="2569"/>
                  </a:cubicBezTo>
                  <a:cubicBezTo>
                    <a:pt x="8126" y="-396"/>
                    <a:pt x="13443" y="-862"/>
                    <a:pt x="17882" y="1368"/>
                  </a:cubicBezTo>
                  <a:cubicBezTo>
                    <a:pt x="20923" y="3260"/>
                    <a:pt x="23499" y="5835"/>
                    <a:pt x="25392" y="8876"/>
                  </a:cubicBezTo>
                  <a:cubicBezTo>
                    <a:pt x="26886" y="10866"/>
                    <a:pt x="28073" y="13066"/>
                    <a:pt x="28922" y="15409"/>
                  </a:cubicBezTo>
                  <a:cubicBezTo>
                    <a:pt x="32151" y="24794"/>
                    <a:pt x="26593" y="35381"/>
                    <a:pt x="29372" y="44917"/>
                  </a:cubicBezTo>
                  <a:cubicBezTo>
                    <a:pt x="29748" y="46268"/>
                    <a:pt x="30273" y="47845"/>
                    <a:pt x="29372" y="48897"/>
                  </a:cubicBezTo>
                  <a:cubicBezTo>
                    <a:pt x="29027" y="49204"/>
                    <a:pt x="28614" y="49437"/>
                    <a:pt x="28171" y="49572"/>
                  </a:cubicBezTo>
                  <a:cubicBezTo>
                    <a:pt x="26218" y="50248"/>
                    <a:pt x="17506" y="52951"/>
                    <a:pt x="16230" y="50699"/>
                  </a:cubicBezTo>
                  <a:cubicBezTo>
                    <a:pt x="15734" y="49062"/>
                    <a:pt x="15434" y="47372"/>
                    <a:pt x="15328" y="45668"/>
                  </a:cubicBezTo>
                  <a:close/>
                </a:path>
              </a:pathLst>
            </a:custGeom>
            <a:solidFill>
              <a:srgbClr val="6D47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Content Placeholder 4">
              <a:extLst>
                <a:ext uri="{FF2B5EF4-FFF2-40B4-BE49-F238E27FC236}">
                  <a16:creationId xmlns:a16="http://schemas.microsoft.com/office/drawing/2014/main" id="{3588F715-6E6E-8BDD-828B-A7AB8A73AC0A}"/>
                </a:ext>
              </a:extLst>
            </p:cNvPr>
            <p:cNvSpPr/>
            <p:nvPr/>
          </p:nvSpPr>
          <p:spPr>
            <a:xfrm>
              <a:off x="4514335" y="4871955"/>
              <a:ext cx="9652" cy="10544"/>
            </a:xfrm>
            <a:custGeom>
              <a:avLst/>
              <a:gdLst>
                <a:gd name="connsiteX0" fmla="*/ -29 w 9652"/>
                <a:gd name="connsiteY0" fmla="*/ 4969 h 10544"/>
                <a:gd name="connsiteX1" fmla="*/ -29 w 9652"/>
                <a:gd name="connsiteY1" fmla="*/ 3393 h 10544"/>
                <a:gd name="connsiteX2" fmla="*/ -29 w 9652"/>
                <a:gd name="connsiteY2" fmla="*/ 2416 h 10544"/>
                <a:gd name="connsiteX3" fmla="*/ 2074 w 9652"/>
                <a:gd name="connsiteY3" fmla="*/ 539 h 10544"/>
                <a:gd name="connsiteX4" fmla="*/ 4176 w 9652"/>
                <a:gd name="connsiteY4" fmla="*/ 89 h 10544"/>
                <a:gd name="connsiteX5" fmla="*/ 5528 w 9652"/>
                <a:gd name="connsiteY5" fmla="*/ 89 h 10544"/>
                <a:gd name="connsiteX6" fmla="*/ 6504 w 9652"/>
                <a:gd name="connsiteY6" fmla="*/ 689 h 10544"/>
                <a:gd name="connsiteX7" fmla="*/ 8232 w 9652"/>
                <a:gd name="connsiteY7" fmla="*/ 2491 h 10544"/>
                <a:gd name="connsiteX8" fmla="*/ 9358 w 9652"/>
                <a:gd name="connsiteY8" fmla="*/ 4068 h 10544"/>
                <a:gd name="connsiteX9" fmla="*/ 8006 w 9652"/>
                <a:gd name="connsiteY9" fmla="*/ 8949 h 10544"/>
                <a:gd name="connsiteX10" fmla="*/ 2824 w 9652"/>
                <a:gd name="connsiteY10" fmla="*/ 10075 h 10544"/>
                <a:gd name="connsiteX11" fmla="*/ 1247 w 9652"/>
                <a:gd name="connsiteY11" fmla="*/ 8048 h 10544"/>
                <a:gd name="connsiteX12" fmla="*/ -29 w 9652"/>
                <a:gd name="connsiteY12" fmla="*/ 4969 h 10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652" h="10544">
                  <a:moveTo>
                    <a:pt x="-29" y="4969"/>
                  </a:moveTo>
                  <a:cubicBezTo>
                    <a:pt x="-29" y="4443"/>
                    <a:pt x="-29" y="3918"/>
                    <a:pt x="-29" y="3393"/>
                  </a:cubicBezTo>
                  <a:lnTo>
                    <a:pt x="-29" y="2416"/>
                  </a:lnTo>
                  <a:cubicBezTo>
                    <a:pt x="-29" y="1440"/>
                    <a:pt x="1097" y="840"/>
                    <a:pt x="2074" y="539"/>
                  </a:cubicBezTo>
                  <a:cubicBezTo>
                    <a:pt x="2757" y="314"/>
                    <a:pt x="3463" y="156"/>
                    <a:pt x="4176" y="89"/>
                  </a:cubicBezTo>
                  <a:cubicBezTo>
                    <a:pt x="4612" y="-69"/>
                    <a:pt x="5093" y="-69"/>
                    <a:pt x="5528" y="89"/>
                  </a:cubicBezTo>
                  <a:cubicBezTo>
                    <a:pt x="5881" y="246"/>
                    <a:pt x="6204" y="449"/>
                    <a:pt x="6504" y="689"/>
                  </a:cubicBezTo>
                  <a:lnTo>
                    <a:pt x="8232" y="2491"/>
                  </a:lnTo>
                  <a:cubicBezTo>
                    <a:pt x="8675" y="2965"/>
                    <a:pt x="9050" y="3498"/>
                    <a:pt x="9358" y="4068"/>
                  </a:cubicBezTo>
                  <a:cubicBezTo>
                    <a:pt x="9997" y="5818"/>
                    <a:pt x="9456" y="7777"/>
                    <a:pt x="8006" y="8949"/>
                  </a:cubicBezTo>
                  <a:cubicBezTo>
                    <a:pt x="6880" y="9925"/>
                    <a:pt x="4251" y="11201"/>
                    <a:pt x="2824" y="10075"/>
                  </a:cubicBezTo>
                  <a:cubicBezTo>
                    <a:pt x="2201" y="9482"/>
                    <a:pt x="1668" y="8798"/>
                    <a:pt x="1247" y="8048"/>
                  </a:cubicBezTo>
                  <a:cubicBezTo>
                    <a:pt x="556" y="7154"/>
                    <a:pt x="121" y="6088"/>
                    <a:pt x="-29" y="4969"/>
                  </a:cubicBezTo>
                  <a:close/>
                </a:path>
              </a:pathLst>
            </a:custGeom>
            <a:solidFill>
              <a:srgbClr val="DDD2C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Content Placeholder 4">
              <a:extLst>
                <a:ext uri="{FF2B5EF4-FFF2-40B4-BE49-F238E27FC236}">
                  <a16:creationId xmlns:a16="http://schemas.microsoft.com/office/drawing/2014/main" id="{1A61CBA5-993B-3D4A-64DC-C976DE378A75}"/>
                </a:ext>
              </a:extLst>
            </p:cNvPr>
            <p:cNvSpPr/>
            <p:nvPr/>
          </p:nvSpPr>
          <p:spPr>
            <a:xfrm>
              <a:off x="4403558" y="4953628"/>
              <a:ext cx="83932" cy="109309"/>
            </a:xfrm>
            <a:custGeom>
              <a:avLst/>
              <a:gdLst>
                <a:gd name="connsiteX0" fmla="*/ 4782 w 83932"/>
                <a:gd name="connsiteY0" fmla="*/ 38176 h 109309"/>
                <a:gd name="connsiteX1" fmla="*/ 11541 w 83932"/>
                <a:gd name="connsiteY1" fmla="*/ 24736 h 109309"/>
                <a:gd name="connsiteX2" fmla="*/ 63209 w 83932"/>
                <a:gd name="connsiteY2" fmla="*/ 4538 h 109309"/>
                <a:gd name="connsiteX3" fmla="*/ 72822 w 83932"/>
                <a:gd name="connsiteY3" fmla="*/ 16326 h 109309"/>
                <a:gd name="connsiteX4" fmla="*/ 80332 w 83932"/>
                <a:gd name="connsiteY4" fmla="*/ 30292 h 109309"/>
                <a:gd name="connsiteX5" fmla="*/ 82660 w 83932"/>
                <a:gd name="connsiteY5" fmla="*/ 60326 h 109309"/>
                <a:gd name="connsiteX6" fmla="*/ 69893 w 83932"/>
                <a:gd name="connsiteY6" fmla="*/ 85479 h 109309"/>
                <a:gd name="connsiteX7" fmla="*/ 42707 w 83932"/>
                <a:gd name="connsiteY7" fmla="*/ 108530 h 109309"/>
                <a:gd name="connsiteX8" fmla="*/ 4031 w 83932"/>
                <a:gd name="connsiteY8" fmla="*/ 86004 h 109309"/>
                <a:gd name="connsiteX9" fmla="*/ 4782 w 83932"/>
                <a:gd name="connsiteY9" fmla="*/ 38176 h 109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3932" h="109309">
                  <a:moveTo>
                    <a:pt x="4782" y="38176"/>
                  </a:moveTo>
                  <a:cubicBezTo>
                    <a:pt x="6554" y="33468"/>
                    <a:pt x="8822" y="28963"/>
                    <a:pt x="11541" y="24736"/>
                  </a:cubicBezTo>
                  <a:cubicBezTo>
                    <a:pt x="20778" y="9719"/>
                    <a:pt x="45636" y="-8752"/>
                    <a:pt x="63209" y="4538"/>
                  </a:cubicBezTo>
                  <a:cubicBezTo>
                    <a:pt x="67130" y="7826"/>
                    <a:pt x="70389" y="11829"/>
                    <a:pt x="72822" y="16326"/>
                  </a:cubicBezTo>
                  <a:cubicBezTo>
                    <a:pt x="75759" y="20733"/>
                    <a:pt x="78267" y="25412"/>
                    <a:pt x="80332" y="30292"/>
                  </a:cubicBezTo>
                  <a:cubicBezTo>
                    <a:pt x="84095" y="39843"/>
                    <a:pt x="84906" y="50309"/>
                    <a:pt x="82660" y="60326"/>
                  </a:cubicBezTo>
                  <a:cubicBezTo>
                    <a:pt x="79882" y="69381"/>
                    <a:pt x="75563" y="77888"/>
                    <a:pt x="69893" y="85479"/>
                  </a:cubicBezTo>
                  <a:cubicBezTo>
                    <a:pt x="63953" y="96224"/>
                    <a:pt x="54280" y="104423"/>
                    <a:pt x="42707" y="108530"/>
                  </a:cubicBezTo>
                  <a:cubicBezTo>
                    <a:pt x="26936" y="112359"/>
                    <a:pt x="10339" y="101021"/>
                    <a:pt x="4031" y="86004"/>
                  </a:cubicBezTo>
                  <a:cubicBezTo>
                    <a:pt x="-1632" y="70514"/>
                    <a:pt x="-1362" y="53478"/>
                    <a:pt x="4782" y="38176"/>
                  </a:cubicBezTo>
                  <a:close/>
                </a:path>
              </a:pathLst>
            </a:custGeom>
            <a:solidFill>
              <a:srgbClr val="6D47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Content Placeholder 4">
              <a:extLst>
                <a:ext uri="{FF2B5EF4-FFF2-40B4-BE49-F238E27FC236}">
                  <a16:creationId xmlns:a16="http://schemas.microsoft.com/office/drawing/2014/main" id="{25BC048D-32DC-67A9-8937-8A2F495964CD}"/>
                </a:ext>
              </a:extLst>
            </p:cNvPr>
            <p:cNvSpPr/>
            <p:nvPr/>
          </p:nvSpPr>
          <p:spPr>
            <a:xfrm>
              <a:off x="4516635" y="4895831"/>
              <a:ext cx="38261" cy="210051"/>
            </a:xfrm>
            <a:custGeom>
              <a:avLst/>
              <a:gdLst>
                <a:gd name="connsiteX0" fmla="*/ 8635 w 38261"/>
                <a:gd name="connsiteY0" fmla="*/ 131337 h 210051"/>
                <a:gd name="connsiteX1" fmla="*/ 224 w 38261"/>
                <a:gd name="connsiteY1" fmla="*/ 197487 h 210051"/>
                <a:gd name="connsiteX2" fmla="*/ 7133 w 38261"/>
                <a:gd name="connsiteY2" fmla="*/ 209801 h 210051"/>
                <a:gd name="connsiteX3" fmla="*/ 18548 w 38261"/>
                <a:gd name="connsiteY3" fmla="*/ 203268 h 210051"/>
                <a:gd name="connsiteX4" fmla="*/ 26058 w 38261"/>
                <a:gd name="connsiteY4" fmla="*/ 188252 h 210051"/>
                <a:gd name="connsiteX5" fmla="*/ 29738 w 38261"/>
                <a:gd name="connsiteY5" fmla="*/ 169030 h 210051"/>
                <a:gd name="connsiteX6" fmla="*/ 34469 w 38261"/>
                <a:gd name="connsiteY6" fmla="*/ 19687 h 210051"/>
                <a:gd name="connsiteX7" fmla="*/ 27410 w 38261"/>
                <a:gd name="connsiteY7" fmla="*/ 3618 h 210051"/>
                <a:gd name="connsiteX8" fmla="*/ 12390 w 38261"/>
                <a:gd name="connsiteY8" fmla="*/ 315 h 210051"/>
                <a:gd name="connsiteX9" fmla="*/ 7208 w 38261"/>
                <a:gd name="connsiteY9" fmla="*/ 10601 h 210051"/>
                <a:gd name="connsiteX10" fmla="*/ 8860 w 38261"/>
                <a:gd name="connsiteY10" fmla="*/ 130737 h 210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261" h="210051">
                  <a:moveTo>
                    <a:pt x="8635" y="131337"/>
                  </a:moveTo>
                  <a:cubicBezTo>
                    <a:pt x="4805" y="153262"/>
                    <a:pt x="-1353" y="175262"/>
                    <a:pt x="224" y="197487"/>
                  </a:cubicBezTo>
                  <a:cubicBezTo>
                    <a:pt x="224" y="202517"/>
                    <a:pt x="2252" y="208599"/>
                    <a:pt x="7133" y="209801"/>
                  </a:cubicBezTo>
                  <a:cubicBezTo>
                    <a:pt x="12014" y="211002"/>
                    <a:pt x="15920" y="207098"/>
                    <a:pt x="18548" y="203268"/>
                  </a:cubicBezTo>
                  <a:cubicBezTo>
                    <a:pt x="21830" y="198696"/>
                    <a:pt x="24368" y="193620"/>
                    <a:pt x="26058" y="188252"/>
                  </a:cubicBezTo>
                  <a:cubicBezTo>
                    <a:pt x="27891" y="181974"/>
                    <a:pt x="29122" y="175540"/>
                    <a:pt x="29738" y="169030"/>
                  </a:cubicBezTo>
                  <a:cubicBezTo>
                    <a:pt x="36122" y="119474"/>
                    <a:pt x="42505" y="69017"/>
                    <a:pt x="34469" y="19687"/>
                  </a:cubicBezTo>
                  <a:cubicBezTo>
                    <a:pt x="34124" y="13658"/>
                    <a:pt x="31616" y="7951"/>
                    <a:pt x="27410" y="3618"/>
                  </a:cubicBezTo>
                  <a:cubicBezTo>
                    <a:pt x="23069" y="510"/>
                    <a:pt x="17640" y="-684"/>
                    <a:pt x="12390" y="315"/>
                  </a:cubicBezTo>
                  <a:cubicBezTo>
                    <a:pt x="4354" y="1366"/>
                    <a:pt x="5781" y="3168"/>
                    <a:pt x="7208" y="10601"/>
                  </a:cubicBezTo>
                  <a:cubicBezTo>
                    <a:pt x="15206" y="50193"/>
                    <a:pt x="15769" y="90934"/>
                    <a:pt x="8860" y="130737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Content Placeholder 4">
              <a:extLst>
                <a:ext uri="{FF2B5EF4-FFF2-40B4-BE49-F238E27FC236}">
                  <a16:creationId xmlns:a16="http://schemas.microsoft.com/office/drawing/2014/main" id="{3B7DD445-25FC-3E01-DB12-BFD2301566F7}"/>
                </a:ext>
              </a:extLst>
            </p:cNvPr>
            <p:cNvSpPr/>
            <p:nvPr/>
          </p:nvSpPr>
          <p:spPr>
            <a:xfrm>
              <a:off x="4399808" y="5236158"/>
              <a:ext cx="119603" cy="15808"/>
            </a:xfrm>
            <a:custGeom>
              <a:avLst/>
              <a:gdLst>
                <a:gd name="connsiteX0" fmla="*/ 119305 w 119603"/>
                <a:gd name="connsiteY0" fmla="*/ -30 h 15808"/>
                <a:gd name="connsiteX1" fmla="*/ 50288 w 119603"/>
                <a:gd name="connsiteY1" fmla="*/ 6127 h 15808"/>
                <a:gd name="connsiteX2" fmla="*/ 872 w 119603"/>
                <a:gd name="connsiteY2" fmla="*/ 10632 h 15808"/>
                <a:gd name="connsiteX3" fmla="*/ -29 w 119603"/>
                <a:gd name="connsiteY3" fmla="*/ 10632 h 15808"/>
                <a:gd name="connsiteX4" fmla="*/ -29 w 119603"/>
                <a:gd name="connsiteY4" fmla="*/ 11383 h 15808"/>
                <a:gd name="connsiteX5" fmla="*/ 5904 w 119603"/>
                <a:gd name="connsiteY5" fmla="*/ 15588 h 15808"/>
                <a:gd name="connsiteX6" fmla="*/ 19346 w 119603"/>
                <a:gd name="connsiteY6" fmla="*/ 14537 h 15808"/>
                <a:gd name="connsiteX7" fmla="*/ 46007 w 119603"/>
                <a:gd name="connsiteY7" fmla="*/ 12509 h 15808"/>
                <a:gd name="connsiteX8" fmla="*/ 66584 w 119603"/>
                <a:gd name="connsiteY8" fmla="*/ 11158 h 15808"/>
                <a:gd name="connsiteX9" fmla="*/ 113522 w 119603"/>
                <a:gd name="connsiteY9" fmla="*/ 11158 h 15808"/>
                <a:gd name="connsiteX10" fmla="*/ 117802 w 119603"/>
                <a:gd name="connsiteY10" fmla="*/ 10106 h 15808"/>
                <a:gd name="connsiteX11" fmla="*/ 119530 w 119603"/>
                <a:gd name="connsiteY11" fmla="*/ 5226 h 15808"/>
                <a:gd name="connsiteX12" fmla="*/ 119305 w 119603"/>
                <a:gd name="connsiteY12" fmla="*/ -30 h 15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9603" h="15808">
                  <a:moveTo>
                    <a:pt x="119305" y="-30"/>
                  </a:moveTo>
                  <a:cubicBezTo>
                    <a:pt x="96775" y="5451"/>
                    <a:pt x="73343" y="4325"/>
                    <a:pt x="50288" y="6127"/>
                  </a:cubicBezTo>
                  <a:cubicBezTo>
                    <a:pt x="33766" y="7404"/>
                    <a:pt x="17394" y="10182"/>
                    <a:pt x="872" y="10632"/>
                  </a:cubicBezTo>
                  <a:cubicBezTo>
                    <a:pt x="579" y="10519"/>
                    <a:pt x="264" y="10519"/>
                    <a:pt x="-29" y="10632"/>
                  </a:cubicBezTo>
                  <a:cubicBezTo>
                    <a:pt x="-29" y="10632"/>
                    <a:pt x="-29" y="11083"/>
                    <a:pt x="-29" y="11383"/>
                  </a:cubicBezTo>
                  <a:cubicBezTo>
                    <a:pt x="-29" y="16489"/>
                    <a:pt x="1247" y="15888"/>
                    <a:pt x="5904" y="15588"/>
                  </a:cubicBezTo>
                  <a:lnTo>
                    <a:pt x="19346" y="14537"/>
                  </a:lnTo>
                  <a:lnTo>
                    <a:pt x="46007" y="12509"/>
                  </a:lnTo>
                  <a:cubicBezTo>
                    <a:pt x="52841" y="11984"/>
                    <a:pt x="59675" y="11458"/>
                    <a:pt x="66584" y="11158"/>
                  </a:cubicBezTo>
                  <a:cubicBezTo>
                    <a:pt x="82205" y="10632"/>
                    <a:pt x="97826" y="11158"/>
                    <a:pt x="113522" y="11158"/>
                  </a:cubicBezTo>
                  <a:cubicBezTo>
                    <a:pt x="115024" y="11240"/>
                    <a:pt x="116511" y="10880"/>
                    <a:pt x="117802" y="10106"/>
                  </a:cubicBezTo>
                  <a:cubicBezTo>
                    <a:pt x="119117" y="8845"/>
                    <a:pt x="119755" y="7036"/>
                    <a:pt x="119530" y="5226"/>
                  </a:cubicBezTo>
                  <a:cubicBezTo>
                    <a:pt x="119237" y="3492"/>
                    <a:pt x="119162" y="1727"/>
                    <a:pt x="119305" y="-30"/>
                  </a:cubicBezTo>
                  <a:close/>
                </a:path>
              </a:pathLst>
            </a:custGeom>
            <a:solidFill>
              <a:srgbClr val="6D6D6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Content Placeholder 4">
              <a:extLst>
                <a:ext uri="{FF2B5EF4-FFF2-40B4-BE49-F238E27FC236}">
                  <a16:creationId xmlns:a16="http://schemas.microsoft.com/office/drawing/2014/main" id="{8077DF6F-7024-8F49-3B26-14F9BAA4F38D}"/>
                </a:ext>
              </a:extLst>
            </p:cNvPr>
            <p:cNvSpPr/>
            <p:nvPr/>
          </p:nvSpPr>
          <p:spPr>
            <a:xfrm>
              <a:off x="4480485" y="5234245"/>
              <a:ext cx="8190" cy="18337"/>
            </a:xfrm>
            <a:custGeom>
              <a:avLst/>
              <a:gdLst>
                <a:gd name="connsiteX0" fmla="*/ 6560 w 8190"/>
                <a:gd name="connsiteY0" fmla="*/ 156 h 18337"/>
                <a:gd name="connsiteX1" fmla="*/ 8137 w 8190"/>
                <a:gd name="connsiteY1" fmla="*/ 16750 h 18337"/>
                <a:gd name="connsiteX2" fmla="*/ 2730 w 8190"/>
                <a:gd name="connsiteY2" fmla="*/ 18252 h 18337"/>
                <a:gd name="connsiteX3" fmla="*/ 2054 w 8190"/>
                <a:gd name="connsiteY3" fmla="*/ 18252 h 18337"/>
                <a:gd name="connsiteX4" fmla="*/ 1378 w 8190"/>
                <a:gd name="connsiteY4" fmla="*/ 17050 h 18337"/>
                <a:gd name="connsiteX5" fmla="*/ 101 w 8190"/>
                <a:gd name="connsiteY5" fmla="*/ 3610 h 18337"/>
                <a:gd name="connsiteX6" fmla="*/ 1152 w 8190"/>
                <a:gd name="connsiteY6" fmla="*/ 6 h 18337"/>
                <a:gd name="connsiteX7" fmla="*/ 6560 w 8190"/>
                <a:gd name="connsiteY7" fmla="*/ 156 h 18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190" h="18337">
                  <a:moveTo>
                    <a:pt x="6560" y="156"/>
                  </a:moveTo>
                  <a:cubicBezTo>
                    <a:pt x="7754" y="5600"/>
                    <a:pt x="8287" y="11179"/>
                    <a:pt x="8137" y="16750"/>
                  </a:cubicBezTo>
                  <a:lnTo>
                    <a:pt x="2730" y="18252"/>
                  </a:lnTo>
                  <a:cubicBezTo>
                    <a:pt x="2512" y="18327"/>
                    <a:pt x="2271" y="18327"/>
                    <a:pt x="2054" y="18252"/>
                  </a:cubicBezTo>
                  <a:cubicBezTo>
                    <a:pt x="1603" y="18252"/>
                    <a:pt x="1453" y="17501"/>
                    <a:pt x="1378" y="17050"/>
                  </a:cubicBezTo>
                  <a:cubicBezTo>
                    <a:pt x="582" y="12612"/>
                    <a:pt x="154" y="8115"/>
                    <a:pt x="101" y="3610"/>
                  </a:cubicBezTo>
                  <a:cubicBezTo>
                    <a:pt x="101" y="1358"/>
                    <a:pt x="-575" y="1132"/>
                    <a:pt x="1152" y="6"/>
                  </a:cubicBezTo>
                  <a:cubicBezTo>
                    <a:pt x="1528" y="-144"/>
                    <a:pt x="6560" y="231"/>
                    <a:pt x="6560" y="156"/>
                  </a:cubicBezTo>
                  <a:close/>
                </a:path>
              </a:pathLst>
            </a:custGeom>
            <a:solidFill>
              <a:srgbClr val="4C4C4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Content Placeholder 4">
              <a:extLst>
                <a:ext uri="{FF2B5EF4-FFF2-40B4-BE49-F238E27FC236}">
                  <a16:creationId xmlns:a16="http://schemas.microsoft.com/office/drawing/2014/main" id="{D7BADEA0-C150-8CB8-FB0C-7A8CFE976B01}"/>
                </a:ext>
              </a:extLst>
            </p:cNvPr>
            <p:cNvSpPr/>
            <p:nvPr/>
          </p:nvSpPr>
          <p:spPr>
            <a:xfrm>
              <a:off x="4436336" y="5236617"/>
              <a:ext cx="9582" cy="16845"/>
            </a:xfrm>
            <a:custGeom>
              <a:avLst/>
              <a:gdLst>
                <a:gd name="connsiteX0" fmla="*/ 9178 w 9582"/>
                <a:gd name="connsiteY0" fmla="*/ 13928 h 16845"/>
                <a:gd name="connsiteX1" fmla="*/ 7526 w 9582"/>
                <a:gd name="connsiteY1" fmla="*/ 2440 h 16845"/>
                <a:gd name="connsiteX2" fmla="*/ 466 w 9582"/>
                <a:gd name="connsiteY2" fmla="*/ 713 h 16845"/>
                <a:gd name="connsiteX3" fmla="*/ 16 w 9582"/>
                <a:gd name="connsiteY3" fmla="*/ 713 h 16845"/>
                <a:gd name="connsiteX4" fmla="*/ 16 w 9582"/>
                <a:gd name="connsiteY4" fmla="*/ 1238 h 16845"/>
                <a:gd name="connsiteX5" fmla="*/ 917 w 9582"/>
                <a:gd name="connsiteY5" fmla="*/ 7846 h 16845"/>
                <a:gd name="connsiteX6" fmla="*/ 1443 w 9582"/>
                <a:gd name="connsiteY6" fmla="*/ 16555 h 16845"/>
                <a:gd name="connsiteX7" fmla="*/ 8953 w 9582"/>
                <a:gd name="connsiteY7" fmla="*/ 15054 h 16845"/>
                <a:gd name="connsiteX8" fmla="*/ 9554 w 9582"/>
                <a:gd name="connsiteY8" fmla="*/ 14604 h 16845"/>
                <a:gd name="connsiteX9" fmla="*/ 9178 w 9582"/>
                <a:gd name="connsiteY9" fmla="*/ 13928 h 1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582" h="16845">
                  <a:moveTo>
                    <a:pt x="9178" y="13928"/>
                  </a:moveTo>
                  <a:cubicBezTo>
                    <a:pt x="8127" y="10249"/>
                    <a:pt x="8577" y="6419"/>
                    <a:pt x="7526" y="2440"/>
                  </a:cubicBezTo>
                  <a:cubicBezTo>
                    <a:pt x="6474" y="-1540"/>
                    <a:pt x="3470" y="413"/>
                    <a:pt x="466" y="713"/>
                  </a:cubicBezTo>
                  <a:cubicBezTo>
                    <a:pt x="466" y="713"/>
                    <a:pt x="466" y="713"/>
                    <a:pt x="16" y="713"/>
                  </a:cubicBezTo>
                  <a:cubicBezTo>
                    <a:pt x="-44" y="886"/>
                    <a:pt x="-44" y="1066"/>
                    <a:pt x="16" y="1238"/>
                  </a:cubicBezTo>
                  <a:cubicBezTo>
                    <a:pt x="128" y="3461"/>
                    <a:pt x="429" y="5676"/>
                    <a:pt x="917" y="7846"/>
                  </a:cubicBezTo>
                  <a:cubicBezTo>
                    <a:pt x="1428" y="10722"/>
                    <a:pt x="1608" y="13642"/>
                    <a:pt x="1443" y="16555"/>
                  </a:cubicBezTo>
                  <a:cubicBezTo>
                    <a:pt x="4049" y="17194"/>
                    <a:pt x="6797" y="16646"/>
                    <a:pt x="8953" y="15054"/>
                  </a:cubicBezTo>
                  <a:cubicBezTo>
                    <a:pt x="9193" y="14971"/>
                    <a:pt x="9403" y="14814"/>
                    <a:pt x="9554" y="14604"/>
                  </a:cubicBezTo>
                  <a:cubicBezTo>
                    <a:pt x="9554" y="14604"/>
                    <a:pt x="9178" y="14228"/>
                    <a:pt x="9178" y="13928"/>
                  </a:cubicBezTo>
                  <a:close/>
                </a:path>
              </a:pathLst>
            </a:custGeom>
            <a:solidFill>
              <a:srgbClr val="4C4C4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Content Placeholder 4">
              <a:extLst>
                <a:ext uri="{FF2B5EF4-FFF2-40B4-BE49-F238E27FC236}">
                  <a16:creationId xmlns:a16="http://schemas.microsoft.com/office/drawing/2014/main" id="{80EFB83D-75E1-6EB9-C7E6-85B75F0FEFFE}"/>
                </a:ext>
              </a:extLst>
            </p:cNvPr>
            <p:cNvSpPr/>
            <p:nvPr/>
          </p:nvSpPr>
          <p:spPr>
            <a:xfrm>
              <a:off x="4318681" y="5192582"/>
              <a:ext cx="26000" cy="35308"/>
            </a:xfrm>
            <a:custGeom>
              <a:avLst/>
              <a:gdLst>
                <a:gd name="connsiteX0" fmla="*/ 7199 w 26000"/>
                <a:gd name="connsiteY0" fmla="*/ 21171 h 35308"/>
                <a:gd name="connsiteX1" fmla="*/ 1642 w 26000"/>
                <a:gd name="connsiteY1" fmla="*/ 14263 h 35308"/>
                <a:gd name="connsiteX2" fmla="*/ 140 w 26000"/>
                <a:gd name="connsiteY2" fmla="*/ 6755 h 35308"/>
                <a:gd name="connsiteX3" fmla="*/ 140 w 26000"/>
                <a:gd name="connsiteY3" fmla="*/ 3752 h 35308"/>
                <a:gd name="connsiteX4" fmla="*/ 1717 w 26000"/>
                <a:gd name="connsiteY4" fmla="*/ 1949 h 35308"/>
                <a:gd name="connsiteX5" fmla="*/ 9227 w 26000"/>
                <a:gd name="connsiteY5" fmla="*/ 373 h 35308"/>
                <a:gd name="connsiteX6" fmla="*/ 16737 w 26000"/>
                <a:gd name="connsiteY6" fmla="*/ 6530 h 35308"/>
                <a:gd name="connsiteX7" fmla="*/ 22970 w 26000"/>
                <a:gd name="connsiteY7" fmla="*/ 7956 h 35308"/>
                <a:gd name="connsiteX8" fmla="*/ 23496 w 26000"/>
                <a:gd name="connsiteY8" fmla="*/ 10509 h 35308"/>
                <a:gd name="connsiteX9" fmla="*/ 24923 w 26000"/>
                <a:gd name="connsiteY9" fmla="*/ 29280 h 35308"/>
                <a:gd name="connsiteX10" fmla="*/ 25674 w 26000"/>
                <a:gd name="connsiteY10" fmla="*/ 33034 h 35308"/>
                <a:gd name="connsiteX11" fmla="*/ 24172 w 26000"/>
                <a:gd name="connsiteY11" fmla="*/ 34086 h 35308"/>
                <a:gd name="connsiteX12" fmla="*/ 14934 w 26000"/>
                <a:gd name="connsiteY12" fmla="*/ 31307 h 35308"/>
                <a:gd name="connsiteX13" fmla="*/ 7199 w 26000"/>
                <a:gd name="connsiteY13" fmla="*/ 21171 h 35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000" h="35308">
                  <a:moveTo>
                    <a:pt x="7199" y="21171"/>
                  </a:moveTo>
                  <a:cubicBezTo>
                    <a:pt x="4984" y="19189"/>
                    <a:pt x="3106" y="16854"/>
                    <a:pt x="1642" y="14263"/>
                  </a:cubicBezTo>
                  <a:cubicBezTo>
                    <a:pt x="665" y="11883"/>
                    <a:pt x="155" y="9330"/>
                    <a:pt x="140" y="6755"/>
                  </a:cubicBezTo>
                  <a:cubicBezTo>
                    <a:pt x="-86" y="5763"/>
                    <a:pt x="-86" y="4742"/>
                    <a:pt x="140" y="3752"/>
                  </a:cubicBezTo>
                  <a:cubicBezTo>
                    <a:pt x="515" y="3031"/>
                    <a:pt x="1056" y="2415"/>
                    <a:pt x="1717" y="1949"/>
                  </a:cubicBezTo>
                  <a:cubicBezTo>
                    <a:pt x="3745" y="87"/>
                    <a:pt x="6621" y="-514"/>
                    <a:pt x="9227" y="373"/>
                  </a:cubicBezTo>
                  <a:cubicBezTo>
                    <a:pt x="12156" y="1724"/>
                    <a:pt x="13432" y="5703"/>
                    <a:pt x="16737" y="6530"/>
                  </a:cubicBezTo>
                  <a:cubicBezTo>
                    <a:pt x="20041" y="7355"/>
                    <a:pt x="21769" y="6530"/>
                    <a:pt x="22970" y="7956"/>
                  </a:cubicBezTo>
                  <a:cubicBezTo>
                    <a:pt x="23406" y="8729"/>
                    <a:pt x="23593" y="9623"/>
                    <a:pt x="23496" y="10509"/>
                  </a:cubicBezTo>
                  <a:cubicBezTo>
                    <a:pt x="22369" y="16786"/>
                    <a:pt x="22858" y="23243"/>
                    <a:pt x="24923" y="29280"/>
                  </a:cubicBezTo>
                  <a:cubicBezTo>
                    <a:pt x="25599" y="30482"/>
                    <a:pt x="26425" y="31908"/>
                    <a:pt x="25674" y="33034"/>
                  </a:cubicBezTo>
                  <a:cubicBezTo>
                    <a:pt x="25306" y="33545"/>
                    <a:pt x="24780" y="33913"/>
                    <a:pt x="24172" y="34086"/>
                  </a:cubicBezTo>
                  <a:cubicBezTo>
                    <a:pt x="18990" y="36188"/>
                    <a:pt x="17863" y="35662"/>
                    <a:pt x="14934" y="31307"/>
                  </a:cubicBezTo>
                  <a:cubicBezTo>
                    <a:pt x="12697" y="27681"/>
                    <a:pt x="10106" y="24287"/>
                    <a:pt x="7199" y="21171"/>
                  </a:cubicBezTo>
                  <a:close/>
                </a:path>
              </a:pathLst>
            </a:custGeom>
            <a:solidFill>
              <a:srgbClr val="6D47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Content Placeholder 4">
              <a:extLst>
                <a:ext uri="{FF2B5EF4-FFF2-40B4-BE49-F238E27FC236}">
                  <a16:creationId xmlns:a16="http://schemas.microsoft.com/office/drawing/2014/main" id="{3ED545EE-3E5E-DF39-C376-65ABF5572DBB}"/>
                </a:ext>
              </a:extLst>
            </p:cNvPr>
            <p:cNvSpPr/>
            <p:nvPr/>
          </p:nvSpPr>
          <p:spPr>
            <a:xfrm>
              <a:off x="4330186" y="5121657"/>
              <a:ext cx="99945" cy="143903"/>
            </a:xfrm>
            <a:custGeom>
              <a:avLst/>
              <a:gdLst>
                <a:gd name="connsiteX0" fmla="*/ 5007 w 99945"/>
                <a:gd name="connsiteY0" fmla="*/ 116949 h 143903"/>
                <a:gd name="connsiteX1" fmla="*/ 14169 w 99945"/>
                <a:gd name="connsiteY1" fmla="*/ 130840 h 143903"/>
                <a:gd name="connsiteX2" fmla="*/ 28438 w 99945"/>
                <a:gd name="connsiteY2" fmla="*/ 143604 h 143903"/>
                <a:gd name="connsiteX3" fmla="*/ 49466 w 99945"/>
                <a:gd name="connsiteY3" fmla="*/ 133017 h 143903"/>
                <a:gd name="connsiteX4" fmla="*/ 67415 w 99945"/>
                <a:gd name="connsiteY4" fmla="*/ 105762 h 143903"/>
                <a:gd name="connsiteX5" fmla="*/ 70344 w 99945"/>
                <a:gd name="connsiteY5" fmla="*/ 93147 h 143903"/>
                <a:gd name="connsiteX6" fmla="*/ 95352 w 99945"/>
                <a:gd name="connsiteY6" fmla="*/ 25571 h 143903"/>
                <a:gd name="connsiteX7" fmla="*/ 98281 w 99945"/>
                <a:gd name="connsiteY7" fmla="*/ 5374 h 143903"/>
                <a:gd name="connsiteX8" fmla="*/ 81909 w 99945"/>
                <a:gd name="connsiteY8" fmla="*/ 1169 h 143903"/>
                <a:gd name="connsiteX9" fmla="*/ 68842 w 99945"/>
                <a:gd name="connsiteY9" fmla="*/ 13708 h 143903"/>
                <a:gd name="connsiteX10" fmla="*/ 38351 w 99945"/>
                <a:gd name="connsiteY10" fmla="*/ 96902 h 143903"/>
                <a:gd name="connsiteX11" fmla="*/ 29564 w 99945"/>
                <a:gd name="connsiteY11" fmla="*/ 111919 h 143903"/>
                <a:gd name="connsiteX12" fmla="*/ 16197 w 99945"/>
                <a:gd name="connsiteY12" fmla="*/ 96151 h 143903"/>
                <a:gd name="connsiteX13" fmla="*/ 13418 w 99945"/>
                <a:gd name="connsiteY13" fmla="*/ 91871 h 143903"/>
                <a:gd name="connsiteX14" fmla="*/ 4256 w 99945"/>
                <a:gd name="connsiteY14" fmla="*/ 96677 h 143903"/>
                <a:gd name="connsiteX15" fmla="*/ 5007 w 99945"/>
                <a:gd name="connsiteY15" fmla="*/ 116949 h 14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9945" h="143903">
                  <a:moveTo>
                    <a:pt x="5007" y="116949"/>
                  </a:moveTo>
                  <a:lnTo>
                    <a:pt x="14169" y="130840"/>
                  </a:lnTo>
                  <a:cubicBezTo>
                    <a:pt x="17105" y="136772"/>
                    <a:pt x="22212" y="141344"/>
                    <a:pt x="28438" y="143604"/>
                  </a:cubicBezTo>
                  <a:cubicBezTo>
                    <a:pt x="36474" y="145256"/>
                    <a:pt x="43833" y="139024"/>
                    <a:pt x="49466" y="133017"/>
                  </a:cubicBezTo>
                  <a:cubicBezTo>
                    <a:pt x="57359" y="125344"/>
                    <a:pt x="63487" y="116048"/>
                    <a:pt x="67415" y="105762"/>
                  </a:cubicBezTo>
                  <a:cubicBezTo>
                    <a:pt x="68646" y="101617"/>
                    <a:pt x="69623" y="97405"/>
                    <a:pt x="70344" y="93147"/>
                  </a:cubicBezTo>
                  <a:cubicBezTo>
                    <a:pt x="75511" y="69571"/>
                    <a:pt x="83929" y="46836"/>
                    <a:pt x="95352" y="25571"/>
                  </a:cubicBezTo>
                  <a:cubicBezTo>
                    <a:pt x="98581" y="19189"/>
                    <a:pt x="102036" y="11455"/>
                    <a:pt x="98281" y="5374"/>
                  </a:cubicBezTo>
                  <a:cubicBezTo>
                    <a:pt x="94481" y="313"/>
                    <a:pt x="87677" y="-1436"/>
                    <a:pt x="81909" y="1169"/>
                  </a:cubicBezTo>
                  <a:cubicBezTo>
                    <a:pt x="76382" y="3932"/>
                    <a:pt x="71823" y="8302"/>
                    <a:pt x="68842" y="13708"/>
                  </a:cubicBezTo>
                  <a:cubicBezTo>
                    <a:pt x="52921" y="38861"/>
                    <a:pt x="55324" y="72424"/>
                    <a:pt x="38351" y="96902"/>
                  </a:cubicBezTo>
                  <a:cubicBezTo>
                    <a:pt x="35723" y="100731"/>
                    <a:pt x="33845" y="110417"/>
                    <a:pt x="29564" y="111919"/>
                  </a:cubicBezTo>
                  <a:cubicBezTo>
                    <a:pt x="25284" y="113420"/>
                    <a:pt x="19050" y="99905"/>
                    <a:pt x="16197" y="96151"/>
                  </a:cubicBezTo>
                  <a:cubicBezTo>
                    <a:pt x="15145" y="94800"/>
                    <a:pt x="14544" y="93147"/>
                    <a:pt x="13418" y="91871"/>
                  </a:cubicBezTo>
                  <a:cubicBezTo>
                    <a:pt x="12291" y="90595"/>
                    <a:pt x="5908" y="95926"/>
                    <a:pt x="4256" y="96677"/>
                  </a:cubicBezTo>
                  <a:cubicBezTo>
                    <a:pt x="-4005" y="101632"/>
                    <a:pt x="1627" y="111994"/>
                    <a:pt x="5007" y="116949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Content Placeholder 4">
              <a:extLst>
                <a:ext uri="{FF2B5EF4-FFF2-40B4-BE49-F238E27FC236}">
                  <a16:creationId xmlns:a16="http://schemas.microsoft.com/office/drawing/2014/main" id="{0C99F447-CCD7-EF5D-C7BA-B876886157B3}"/>
                </a:ext>
              </a:extLst>
            </p:cNvPr>
            <p:cNvSpPr/>
            <p:nvPr/>
          </p:nvSpPr>
          <p:spPr>
            <a:xfrm>
              <a:off x="4374992" y="4931893"/>
              <a:ext cx="179625" cy="223292"/>
            </a:xfrm>
            <a:custGeom>
              <a:avLst/>
              <a:gdLst>
                <a:gd name="connsiteX0" fmla="*/ 4509 w 179625"/>
                <a:gd name="connsiteY0" fmla="*/ 152940 h 223292"/>
                <a:gd name="connsiteX1" fmla="*/ 13671 w 179625"/>
                <a:gd name="connsiteY1" fmla="*/ 140326 h 223292"/>
                <a:gd name="connsiteX2" fmla="*/ 14122 w 179625"/>
                <a:gd name="connsiteY2" fmla="*/ 128012 h 223292"/>
                <a:gd name="connsiteX3" fmla="*/ 19830 w 179625"/>
                <a:gd name="connsiteY3" fmla="*/ 117800 h 223292"/>
                <a:gd name="connsiteX4" fmla="*/ 30344 w 179625"/>
                <a:gd name="connsiteY4" fmla="*/ 121404 h 223292"/>
                <a:gd name="connsiteX5" fmla="*/ 35976 w 179625"/>
                <a:gd name="connsiteY5" fmla="*/ 119227 h 223292"/>
                <a:gd name="connsiteX6" fmla="*/ 55352 w 179625"/>
                <a:gd name="connsiteY6" fmla="*/ 94975 h 223292"/>
                <a:gd name="connsiteX7" fmla="*/ 56704 w 179625"/>
                <a:gd name="connsiteY7" fmla="*/ 63064 h 223292"/>
                <a:gd name="connsiteX8" fmla="*/ 53474 w 179625"/>
                <a:gd name="connsiteY8" fmla="*/ 42265 h 223292"/>
                <a:gd name="connsiteX9" fmla="*/ 47316 w 179625"/>
                <a:gd name="connsiteY9" fmla="*/ 13283 h 223292"/>
                <a:gd name="connsiteX10" fmla="*/ 89297 w 179625"/>
                <a:gd name="connsiteY10" fmla="*/ 1419 h 223292"/>
                <a:gd name="connsiteX11" fmla="*/ 140140 w 179625"/>
                <a:gd name="connsiteY11" fmla="*/ 42040 h 223292"/>
                <a:gd name="connsiteX12" fmla="*/ 143294 w 179625"/>
                <a:gd name="connsiteY12" fmla="*/ 79582 h 223292"/>
                <a:gd name="connsiteX13" fmla="*/ 144495 w 179625"/>
                <a:gd name="connsiteY13" fmla="*/ 99104 h 223292"/>
                <a:gd name="connsiteX14" fmla="*/ 149227 w 179625"/>
                <a:gd name="connsiteY14" fmla="*/ 103985 h 223292"/>
                <a:gd name="connsiteX15" fmla="*/ 152381 w 179625"/>
                <a:gd name="connsiteY15" fmla="*/ 112469 h 223292"/>
                <a:gd name="connsiteX16" fmla="*/ 156286 w 179625"/>
                <a:gd name="connsiteY16" fmla="*/ 114421 h 223292"/>
                <a:gd name="connsiteX17" fmla="*/ 173484 w 179625"/>
                <a:gd name="connsiteY17" fmla="*/ 128612 h 223292"/>
                <a:gd name="connsiteX18" fmla="*/ 174160 w 179625"/>
                <a:gd name="connsiteY18" fmla="*/ 137322 h 223292"/>
                <a:gd name="connsiteX19" fmla="*/ 177614 w 179625"/>
                <a:gd name="connsiteY19" fmla="*/ 140250 h 223292"/>
                <a:gd name="connsiteX20" fmla="*/ 178290 w 179625"/>
                <a:gd name="connsiteY20" fmla="*/ 151288 h 223292"/>
                <a:gd name="connsiteX21" fmla="*/ 174460 w 179625"/>
                <a:gd name="connsiteY21" fmla="*/ 162325 h 223292"/>
                <a:gd name="connsiteX22" fmla="*/ 175812 w 179625"/>
                <a:gd name="connsiteY22" fmla="*/ 170660 h 223292"/>
                <a:gd name="connsiteX23" fmla="*/ 167776 w 179625"/>
                <a:gd name="connsiteY23" fmla="*/ 182373 h 223292"/>
                <a:gd name="connsiteX24" fmla="*/ 154859 w 179625"/>
                <a:gd name="connsiteY24" fmla="*/ 187554 h 223292"/>
                <a:gd name="connsiteX25" fmla="*/ 153432 w 179625"/>
                <a:gd name="connsiteY25" fmla="*/ 191758 h 223292"/>
                <a:gd name="connsiteX26" fmla="*/ 150053 w 179625"/>
                <a:gd name="connsiteY26" fmla="*/ 193786 h 223292"/>
                <a:gd name="connsiteX27" fmla="*/ 121440 w 179625"/>
                <a:gd name="connsiteY27" fmla="*/ 194311 h 223292"/>
                <a:gd name="connsiteX28" fmla="*/ 111677 w 179625"/>
                <a:gd name="connsiteY28" fmla="*/ 211656 h 223292"/>
                <a:gd name="connsiteX29" fmla="*/ 89147 w 179625"/>
                <a:gd name="connsiteY29" fmla="*/ 217513 h 223292"/>
                <a:gd name="connsiteX30" fmla="*/ 84265 w 179625"/>
                <a:gd name="connsiteY30" fmla="*/ 222243 h 223292"/>
                <a:gd name="connsiteX31" fmla="*/ 70222 w 179625"/>
                <a:gd name="connsiteY31" fmla="*/ 216386 h 223292"/>
                <a:gd name="connsiteX32" fmla="*/ 61210 w 179625"/>
                <a:gd name="connsiteY32" fmla="*/ 202195 h 223292"/>
                <a:gd name="connsiteX33" fmla="*/ 31170 w 179625"/>
                <a:gd name="connsiteY33" fmla="*/ 200919 h 223292"/>
                <a:gd name="connsiteX34" fmla="*/ 11569 w 179625"/>
                <a:gd name="connsiteY34" fmla="*/ 195212 h 223292"/>
                <a:gd name="connsiteX35" fmla="*/ 6762 w 179625"/>
                <a:gd name="connsiteY35" fmla="*/ 190107 h 223292"/>
                <a:gd name="connsiteX36" fmla="*/ 4584 w 179625"/>
                <a:gd name="connsiteY36" fmla="*/ 172161 h 223292"/>
                <a:gd name="connsiteX37" fmla="*/ 754 w 179625"/>
                <a:gd name="connsiteY37" fmla="*/ 167431 h 223292"/>
                <a:gd name="connsiteX38" fmla="*/ 4509 w 179625"/>
                <a:gd name="connsiteY38" fmla="*/ 152940 h 22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179625" h="223292">
                  <a:moveTo>
                    <a:pt x="4509" y="152940"/>
                  </a:moveTo>
                  <a:cubicBezTo>
                    <a:pt x="8414" y="149426"/>
                    <a:pt x="11531" y="145123"/>
                    <a:pt x="13671" y="140326"/>
                  </a:cubicBezTo>
                  <a:cubicBezTo>
                    <a:pt x="14347" y="136256"/>
                    <a:pt x="14505" y="132119"/>
                    <a:pt x="14122" y="128012"/>
                  </a:cubicBezTo>
                  <a:cubicBezTo>
                    <a:pt x="13859" y="123784"/>
                    <a:pt x="16090" y="119790"/>
                    <a:pt x="19830" y="117800"/>
                  </a:cubicBezTo>
                  <a:cubicBezTo>
                    <a:pt x="23585" y="116449"/>
                    <a:pt x="27340" y="118701"/>
                    <a:pt x="30344" y="121404"/>
                  </a:cubicBezTo>
                  <a:cubicBezTo>
                    <a:pt x="32146" y="120578"/>
                    <a:pt x="34174" y="119978"/>
                    <a:pt x="35976" y="119227"/>
                  </a:cubicBezTo>
                  <a:cubicBezTo>
                    <a:pt x="45792" y="114512"/>
                    <a:pt x="52926" y="105584"/>
                    <a:pt x="55352" y="94975"/>
                  </a:cubicBezTo>
                  <a:cubicBezTo>
                    <a:pt x="57642" y="84493"/>
                    <a:pt x="58100" y="73695"/>
                    <a:pt x="56704" y="63064"/>
                  </a:cubicBezTo>
                  <a:cubicBezTo>
                    <a:pt x="56313" y="56043"/>
                    <a:pt x="55232" y="49075"/>
                    <a:pt x="53474" y="42265"/>
                  </a:cubicBezTo>
                  <a:cubicBezTo>
                    <a:pt x="44387" y="35282"/>
                    <a:pt x="38454" y="23419"/>
                    <a:pt x="47316" y="13283"/>
                  </a:cubicBezTo>
                  <a:cubicBezTo>
                    <a:pt x="58078" y="1930"/>
                    <a:pt x="74187" y="-2620"/>
                    <a:pt x="89297" y="1419"/>
                  </a:cubicBezTo>
                  <a:cubicBezTo>
                    <a:pt x="105819" y="6074"/>
                    <a:pt x="139314" y="24921"/>
                    <a:pt x="140140" y="42040"/>
                  </a:cubicBezTo>
                  <a:cubicBezTo>
                    <a:pt x="140816" y="54654"/>
                    <a:pt x="138337" y="67944"/>
                    <a:pt x="143294" y="79582"/>
                  </a:cubicBezTo>
                  <a:cubicBezTo>
                    <a:pt x="147725" y="89944"/>
                    <a:pt x="135333" y="92572"/>
                    <a:pt x="144495" y="99104"/>
                  </a:cubicBezTo>
                  <a:cubicBezTo>
                    <a:pt x="146448" y="100321"/>
                    <a:pt x="148078" y="101995"/>
                    <a:pt x="149227" y="103985"/>
                  </a:cubicBezTo>
                  <a:cubicBezTo>
                    <a:pt x="150579" y="106763"/>
                    <a:pt x="150203" y="110292"/>
                    <a:pt x="152381" y="112469"/>
                  </a:cubicBezTo>
                  <a:cubicBezTo>
                    <a:pt x="153507" y="113423"/>
                    <a:pt x="154844" y="114091"/>
                    <a:pt x="156286" y="114421"/>
                  </a:cubicBezTo>
                  <a:cubicBezTo>
                    <a:pt x="163796" y="116824"/>
                    <a:pt x="173259" y="120578"/>
                    <a:pt x="173484" y="128612"/>
                  </a:cubicBezTo>
                  <a:cubicBezTo>
                    <a:pt x="173484" y="131541"/>
                    <a:pt x="172357" y="134920"/>
                    <a:pt x="174160" y="137322"/>
                  </a:cubicBezTo>
                  <a:cubicBezTo>
                    <a:pt x="175241" y="138381"/>
                    <a:pt x="176398" y="139357"/>
                    <a:pt x="177614" y="140250"/>
                  </a:cubicBezTo>
                  <a:cubicBezTo>
                    <a:pt x="179988" y="143479"/>
                    <a:pt x="180250" y="147797"/>
                    <a:pt x="178290" y="151288"/>
                  </a:cubicBezTo>
                  <a:cubicBezTo>
                    <a:pt x="176300" y="154682"/>
                    <a:pt x="175001" y="158429"/>
                    <a:pt x="174460" y="162325"/>
                  </a:cubicBezTo>
                  <a:cubicBezTo>
                    <a:pt x="174460" y="165103"/>
                    <a:pt x="175587" y="167806"/>
                    <a:pt x="175812" y="170660"/>
                  </a:cubicBezTo>
                  <a:cubicBezTo>
                    <a:pt x="176000" y="175908"/>
                    <a:pt x="172740" y="180661"/>
                    <a:pt x="167776" y="182373"/>
                  </a:cubicBezTo>
                  <a:cubicBezTo>
                    <a:pt x="163195" y="183799"/>
                    <a:pt x="156812" y="183124"/>
                    <a:pt x="154859" y="187554"/>
                  </a:cubicBezTo>
                  <a:cubicBezTo>
                    <a:pt x="154258" y="188905"/>
                    <a:pt x="154334" y="190557"/>
                    <a:pt x="153432" y="191758"/>
                  </a:cubicBezTo>
                  <a:cubicBezTo>
                    <a:pt x="152584" y="192817"/>
                    <a:pt x="151390" y="193538"/>
                    <a:pt x="150053" y="193786"/>
                  </a:cubicBezTo>
                  <a:cubicBezTo>
                    <a:pt x="140515" y="196038"/>
                    <a:pt x="128875" y="187929"/>
                    <a:pt x="121440" y="194311"/>
                  </a:cubicBezTo>
                  <a:cubicBezTo>
                    <a:pt x="116333" y="198666"/>
                    <a:pt x="116934" y="207376"/>
                    <a:pt x="111677" y="211656"/>
                  </a:cubicBezTo>
                  <a:cubicBezTo>
                    <a:pt x="106420" y="215936"/>
                    <a:pt x="95380" y="212482"/>
                    <a:pt x="89147" y="217513"/>
                  </a:cubicBezTo>
                  <a:cubicBezTo>
                    <a:pt x="87344" y="218939"/>
                    <a:pt x="86143" y="221042"/>
                    <a:pt x="84265" y="222243"/>
                  </a:cubicBezTo>
                  <a:cubicBezTo>
                    <a:pt x="79459" y="225246"/>
                    <a:pt x="73150" y="221117"/>
                    <a:pt x="70222" y="216386"/>
                  </a:cubicBezTo>
                  <a:cubicBezTo>
                    <a:pt x="68006" y="211198"/>
                    <a:pt x="64965" y="206408"/>
                    <a:pt x="61210" y="202195"/>
                  </a:cubicBezTo>
                  <a:cubicBezTo>
                    <a:pt x="53249" y="195813"/>
                    <a:pt x="41684" y="200544"/>
                    <a:pt x="31170" y="200919"/>
                  </a:cubicBezTo>
                  <a:cubicBezTo>
                    <a:pt x="24200" y="201129"/>
                    <a:pt x="17336" y="199132"/>
                    <a:pt x="11569" y="195212"/>
                  </a:cubicBezTo>
                  <a:cubicBezTo>
                    <a:pt x="9548" y="193959"/>
                    <a:pt x="7896" y="192194"/>
                    <a:pt x="6762" y="190107"/>
                  </a:cubicBezTo>
                  <a:cubicBezTo>
                    <a:pt x="4134" y="184626"/>
                    <a:pt x="7738" y="177342"/>
                    <a:pt x="4584" y="172161"/>
                  </a:cubicBezTo>
                  <a:cubicBezTo>
                    <a:pt x="3458" y="170435"/>
                    <a:pt x="1806" y="169158"/>
                    <a:pt x="754" y="167431"/>
                  </a:cubicBezTo>
                  <a:cubicBezTo>
                    <a:pt x="-1093" y="162288"/>
                    <a:pt x="394" y="156536"/>
                    <a:pt x="4509" y="152940"/>
                  </a:cubicBezTo>
                  <a:close/>
                </a:path>
              </a:pathLst>
            </a:custGeom>
            <a:solidFill>
              <a:schemeClr val="accent6">
                <a:lumMod val="1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Content Placeholder 4">
              <a:extLst>
                <a:ext uri="{FF2B5EF4-FFF2-40B4-BE49-F238E27FC236}">
                  <a16:creationId xmlns:a16="http://schemas.microsoft.com/office/drawing/2014/main" id="{13F22DEE-6390-00CE-B101-D40F19EA418A}"/>
                </a:ext>
              </a:extLst>
            </p:cNvPr>
            <p:cNvSpPr/>
            <p:nvPr/>
          </p:nvSpPr>
          <p:spPr>
            <a:xfrm>
              <a:off x="4212839" y="5044693"/>
              <a:ext cx="28719" cy="111008"/>
            </a:xfrm>
            <a:custGeom>
              <a:avLst/>
              <a:gdLst>
                <a:gd name="connsiteX0" fmla="*/ 16 w 28719"/>
                <a:gd name="connsiteY0" fmla="*/ 96904 h 111008"/>
                <a:gd name="connsiteX1" fmla="*/ 2720 w 28719"/>
                <a:gd name="connsiteY1" fmla="*/ 107942 h 111008"/>
                <a:gd name="connsiteX2" fmla="*/ 12317 w 28719"/>
                <a:gd name="connsiteY2" fmla="*/ 109789 h 111008"/>
                <a:gd name="connsiteX3" fmla="*/ 12783 w 28719"/>
                <a:gd name="connsiteY3" fmla="*/ 109443 h 111008"/>
                <a:gd name="connsiteX4" fmla="*/ 14585 w 28719"/>
                <a:gd name="connsiteY4" fmla="*/ 102686 h 111008"/>
                <a:gd name="connsiteX5" fmla="*/ 12558 w 28719"/>
                <a:gd name="connsiteY5" fmla="*/ 51553 h 111008"/>
                <a:gd name="connsiteX6" fmla="*/ 15487 w 28719"/>
                <a:gd name="connsiteY6" fmla="*/ 33007 h 111008"/>
                <a:gd name="connsiteX7" fmla="*/ 24198 w 28719"/>
                <a:gd name="connsiteY7" fmla="*/ 26024 h 111008"/>
                <a:gd name="connsiteX8" fmla="*/ 27427 w 28719"/>
                <a:gd name="connsiteY8" fmla="*/ 16113 h 111008"/>
                <a:gd name="connsiteX9" fmla="*/ 24799 w 28719"/>
                <a:gd name="connsiteY9" fmla="*/ 11908 h 111008"/>
                <a:gd name="connsiteX10" fmla="*/ 27803 w 28719"/>
                <a:gd name="connsiteY10" fmla="*/ 5677 h 111008"/>
                <a:gd name="connsiteX11" fmla="*/ 26752 w 28719"/>
                <a:gd name="connsiteY11" fmla="*/ -30 h 111008"/>
                <a:gd name="connsiteX12" fmla="*/ 17740 w 28719"/>
                <a:gd name="connsiteY12" fmla="*/ 11908 h 111008"/>
                <a:gd name="connsiteX13" fmla="*/ 14360 w 28719"/>
                <a:gd name="connsiteY13" fmla="*/ 13786 h 111008"/>
                <a:gd name="connsiteX14" fmla="*/ 8953 w 28719"/>
                <a:gd name="connsiteY14" fmla="*/ 10782 h 111008"/>
                <a:gd name="connsiteX15" fmla="*/ 3846 w 28719"/>
                <a:gd name="connsiteY15" fmla="*/ 11833 h 111008"/>
                <a:gd name="connsiteX16" fmla="*/ 3320 w 28719"/>
                <a:gd name="connsiteY16" fmla="*/ 50427 h 111008"/>
                <a:gd name="connsiteX17" fmla="*/ 16 w 28719"/>
                <a:gd name="connsiteY17" fmla="*/ 96904 h 111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8719" h="111008">
                  <a:moveTo>
                    <a:pt x="16" y="96904"/>
                  </a:moveTo>
                  <a:cubicBezTo>
                    <a:pt x="-254" y="100778"/>
                    <a:pt x="692" y="104630"/>
                    <a:pt x="2720" y="107942"/>
                  </a:cubicBezTo>
                  <a:cubicBezTo>
                    <a:pt x="4860" y="111103"/>
                    <a:pt x="9156" y="111929"/>
                    <a:pt x="12317" y="109789"/>
                  </a:cubicBezTo>
                  <a:cubicBezTo>
                    <a:pt x="12475" y="109684"/>
                    <a:pt x="12633" y="109564"/>
                    <a:pt x="12783" y="109443"/>
                  </a:cubicBezTo>
                  <a:cubicBezTo>
                    <a:pt x="14142" y="107461"/>
                    <a:pt x="14781" y="105081"/>
                    <a:pt x="14585" y="102686"/>
                  </a:cubicBezTo>
                  <a:cubicBezTo>
                    <a:pt x="14886" y="85619"/>
                    <a:pt x="14210" y="68545"/>
                    <a:pt x="12558" y="51553"/>
                  </a:cubicBezTo>
                  <a:cubicBezTo>
                    <a:pt x="11108" y="45224"/>
                    <a:pt x="12160" y="38578"/>
                    <a:pt x="15487" y="33007"/>
                  </a:cubicBezTo>
                  <a:cubicBezTo>
                    <a:pt x="18168" y="30417"/>
                    <a:pt x="21082" y="28074"/>
                    <a:pt x="24198" y="26024"/>
                  </a:cubicBezTo>
                  <a:cubicBezTo>
                    <a:pt x="27352" y="23802"/>
                    <a:pt x="28667" y="19770"/>
                    <a:pt x="27427" y="16113"/>
                  </a:cubicBezTo>
                  <a:cubicBezTo>
                    <a:pt x="26601" y="14687"/>
                    <a:pt x="25099" y="13485"/>
                    <a:pt x="24799" y="11908"/>
                  </a:cubicBezTo>
                  <a:cubicBezTo>
                    <a:pt x="24499" y="10332"/>
                    <a:pt x="26451" y="7629"/>
                    <a:pt x="27803" y="5677"/>
                  </a:cubicBezTo>
                  <a:cubicBezTo>
                    <a:pt x="29155" y="3724"/>
                    <a:pt x="29080" y="195"/>
                    <a:pt x="26752" y="-30"/>
                  </a:cubicBezTo>
                  <a:cubicBezTo>
                    <a:pt x="24363" y="4378"/>
                    <a:pt x="21329" y="8402"/>
                    <a:pt x="17740" y="11908"/>
                  </a:cubicBezTo>
                  <a:cubicBezTo>
                    <a:pt x="16868" y="12907"/>
                    <a:pt x="15674" y="13576"/>
                    <a:pt x="14360" y="13786"/>
                  </a:cubicBezTo>
                  <a:cubicBezTo>
                    <a:pt x="12257" y="13786"/>
                    <a:pt x="10680" y="11984"/>
                    <a:pt x="8953" y="10782"/>
                  </a:cubicBezTo>
                  <a:cubicBezTo>
                    <a:pt x="7226" y="9581"/>
                    <a:pt x="3996" y="9656"/>
                    <a:pt x="3846" y="11833"/>
                  </a:cubicBezTo>
                  <a:cubicBezTo>
                    <a:pt x="9328" y="22871"/>
                    <a:pt x="4822" y="38789"/>
                    <a:pt x="3320" y="50427"/>
                  </a:cubicBezTo>
                  <a:cubicBezTo>
                    <a:pt x="1022" y="65812"/>
                    <a:pt x="-82" y="81347"/>
                    <a:pt x="16" y="96904"/>
                  </a:cubicBezTo>
                  <a:close/>
                </a:path>
              </a:pathLst>
            </a:custGeom>
            <a:solidFill>
              <a:srgbClr val="D9A8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Content Placeholder 4">
              <a:extLst>
                <a:ext uri="{FF2B5EF4-FFF2-40B4-BE49-F238E27FC236}">
                  <a16:creationId xmlns:a16="http://schemas.microsoft.com/office/drawing/2014/main" id="{1CA17672-F640-B42E-B826-9398AEBF7D78}"/>
                </a:ext>
              </a:extLst>
            </p:cNvPr>
            <p:cNvSpPr/>
            <p:nvPr/>
          </p:nvSpPr>
          <p:spPr>
            <a:xfrm>
              <a:off x="4148238" y="5096883"/>
              <a:ext cx="90521" cy="102361"/>
            </a:xfrm>
            <a:custGeom>
              <a:avLst/>
              <a:gdLst>
                <a:gd name="connsiteX0" fmla="*/ 87898 w 90521"/>
                <a:gd name="connsiteY0" fmla="*/ 26093 h 102361"/>
                <a:gd name="connsiteX1" fmla="*/ 80763 w 90521"/>
                <a:gd name="connsiteY1" fmla="*/ 24666 h 102361"/>
                <a:gd name="connsiteX2" fmla="*/ 61237 w 90521"/>
                <a:gd name="connsiteY2" fmla="*/ 24216 h 102361"/>
                <a:gd name="connsiteX3" fmla="*/ 55530 w 90521"/>
                <a:gd name="connsiteY3" fmla="*/ 26393 h 102361"/>
                <a:gd name="connsiteX4" fmla="*/ 58684 w 90521"/>
                <a:gd name="connsiteY4" fmla="*/ 33151 h 102361"/>
                <a:gd name="connsiteX5" fmla="*/ 61763 w 90521"/>
                <a:gd name="connsiteY5" fmla="*/ 59055 h 102361"/>
                <a:gd name="connsiteX6" fmla="*/ 58158 w 90521"/>
                <a:gd name="connsiteY6" fmla="*/ 65362 h 102361"/>
                <a:gd name="connsiteX7" fmla="*/ 50648 w 90521"/>
                <a:gd name="connsiteY7" fmla="*/ 58605 h 102361"/>
                <a:gd name="connsiteX8" fmla="*/ 37656 w 90521"/>
                <a:gd name="connsiteY8" fmla="*/ 22639 h 102361"/>
                <a:gd name="connsiteX9" fmla="*/ 30521 w 90521"/>
                <a:gd name="connsiteY9" fmla="*/ 7622 h 102361"/>
                <a:gd name="connsiteX10" fmla="*/ 2434 w 90521"/>
                <a:gd name="connsiteY10" fmla="*/ 24291 h 102361"/>
                <a:gd name="connsiteX11" fmla="*/ 46893 w 90521"/>
                <a:gd name="connsiteY11" fmla="*/ 85785 h 102361"/>
                <a:gd name="connsiteX12" fmla="*/ 70550 w 90521"/>
                <a:gd name="connsiteY12" fmla="*/ 102304 h 102361"/>
                <a:gd name="connsiteX13" fmla="*/ 73328 w 90521"/>
                <a:gd name="connsiteY13" fmla="*/ 101403 h 102361"/>
                <a:gd name="connsiteX14" fmla="*/ 80838 w 90521"/>
                <a:gd name="connsiteY14" fmla="*/ 95321 h 102361"/>
                <a:gd name="connsiteX15" fmla="*/ 82941 w 90521"/>
                <a:gd name="connsiteY15" fmla="*/ 51171 h 102361"/>
                <a:gd name="connsiteX16" fmla="*/ 83392 w 90521"/>
                <a:gd name="connsiteY16" fmla="*/ 37130 h 102361"/>
                <a:gd name="connsiteX17" fmla="*/ 90076 w 90521"/>
                <a:gd name="connsiteY17" fmla="*/ 32250 h 102361"/>
                <a:gd name="connsiteX18" fmla="*/ 87898 w 90521"/>
                <a:gd name="connsiteY18" fmla="*/ 26093 h 10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0521" h="102361">
                  <a:moveTo>
                    <a:pt x="87898" y="26093"/>
                  </a:moveTo>
                  <a:cubicBezTo>
                    <a:pt x="85690" y="24982"/>
                    <a:pt x="83226" y="24486"/>
                    <a:pt x="80763" y="24666"/>
                  </a:cubicBezTo>
                  <a:lnTo>
                    <a:pt x="61237" y="24216"/>
                  </a:lnTo>
                  <a:cubicBezTo>
                    <a:pt x="59059" y="24216"/>
                    <a:pt x="56431" y="24216"/>
                    <a:pt x="55530" y="26393"/>
                  </a:cubicBezTo>
                  <a:cubicBezTo>
                    <a:pt x="54628" y="28571"/>
                    <a:pt x="56957" y="31199"/>
                    <a:pt x="58684" y="33151"/>
                  </a:cubicBezTo>
                  <a:cubicBezTo>
                    <a:pt x="64692" y="39908"/>
                    <a:pt x="63415" y="50195"/>
                    <a:pt x="61763" y="59055"/>
                  </a:cubicBezTo>
                  <a:cubicBezTo>
                    <a:pt x="61312" y="61533"/>
                    <a:pt x="60561" y="64461"/>
                    <a:pt x="58158" y="65362"/>
                  </a:cubicBezTo>
                  <a:cubicBezTo>
                    <a:pt x="54553" y="66638"/>
                    <a:pt x="51624" y="62209"/>
                    <a:pt x="50648" y="58605"/>
                  </a:cubicBezTo>
                  <a:cubicBezTo>
                    <a:pt x="46292" y="46591"/>
                    <a:pt x="42012" y="34578"/>
                    <a:pt x="37656" y="22639"/>
                  </a:cubicBezTo>
                  <a:cubicBezTo>
                    <a:pt x="36034" y="17308"/>
                    <a:pt x="33623" y="12247"/>
                    <a:pt x="30521" y="7622"/>
                  </a:cubicBezTo>
                  <a:cubicBezTo>
                    <a:pt x="17679" y="-9497"/>
                    <a:pt x="-8080" y="4769"/>
                    <a:pt x="2434" y="24291"/>
                  </a:cubicBezTo>
                  <a:cubicBezTo>
                    <a:pt x="14150" y="45915"/>
                    <a:pt x="32474" y="65888"/>
                    <a:pt x="46893" y="85785"/>
                  </a:cubicBezTo>
                  <a:cubicBezTo>
                    <a:pt x="52826" y="93894"/>
                    <a:pt x="60486" y="102904"/>
                    <a:pt x="70550" y="102304"/>
                  </a:cubicBezTo>
                  <a:cubicBezTo>
                    <a:pt x="71556" y="102349"/>
                    <a:pt x="72540" y="102034"/>
                    <a:pt x="73328" y="101403"/>
                  </a:cubicBezTo>
                  <a:cubicBezTo>
                    <a:pt x="74305" y="100502"/>
                    <a:pt x="80838" y="96597"/>
                    <a:pt x="80838" y="95321"/>
                  </a:cubicBezTo>
                  <a:cubicBezTo>
                    <a:pt x="81664" y="79853"/>
                    <a:pt x="82115" y="66564"/>
                    <a:pt x="82941" y="51171"/>
                  </a:cubicBezTo>
                  <a:cubicBezTo>
                    <a:pt x="82941" y="46741"/>
                    <a:pt x="81364" y="41035"/>
                    <a:pt x="83392" y="37130"/>
                  </a:cubicBezTo>
                  <a:cubicBezTo>
                    <a:pt x="85419" y="33226"/>
                    <a:pt x="85720" y="31424"/>
                    <a:pt x="90076" y="32250"/>
                  </a:cubicBezTo>
                  <a:cubicBezTo>
                    <a:pt x="91112" y="29945"/>
                    <a:pt x="90151" y="27234"/>
                    <a:pt x="87898" y="26093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Content Placeholder 4">
              <a:extLst>
                <a:ext uri="{FF2B5EF4-FFF2-40B4-BE49-F238E27FC236}">
                  <a16:creationId xmlns:a16="http://schemas.microsoft.com/office/drawing/2014/main" id="{62333CC6-A654-E0A3-62FB-707866C2C05D}"/>
                </a:ext>
              </a:extLst>
            </p:cNvPr>
            <p:cNvSpPr/>
            <p:nvPr/>
          </p:nvSpPr>
          <p:spPr>
            <a:xfrm>
              <a:off x="4049329" y="5069104"/>
              <a:ext cx="144272" cy="233534"/>
            </a:xfrm>
            <a:custGeom>
              <a:avLst/>
              <a:gdLst>
                <a:gd name="connsiteX0" fmla="*/ 409 w 144272"/>
                <a:gd name="connsiteY0" fmla="*/ 188348 h 233534"/>
                <a:gd name="connsiteX1" fmla="*/ 21136 w 144272"/>
                <a:gd name="connsiteY1" fmla="*/ 102827 h 233534"/>
                <a:gd name="connsiteX2" fmla="*/ 32852 w 144272"/>
                <a:gd name="connsiteY2" fmla="*/ 39530 h 233534"/>
                <a:gd name="connsiteX3" fmla="*/ 39385 w 144272"/>
                <a:gd name="connsiteY3" fmla="*/ 4166 h 233534"/>
                <a:gd name="connsiteX4" fmla="*/ 43140 w 144272"/>
                <a:gd name="connsiteY4" fmla="*/ -24 h 233534"/>
                <a:gd name="connsiteX5" fmla="*/ 44417 w 144272"/>
                <a:gd name="connsiteY5" fmla="*/ 111 h 233534"/>
                <a:gd name="connsiteX6" fmla="*/ 84145 w 144272"/>
                <a:gd name="connsiteY6" fmla="*/ 5442 h 233534"/>
                <a:gd name="connsiteX7" fmla="*/ 113434 w 144272"/>
                <a:gd name="connsiteY7" fmla="*/ 15429 h 233534"/>
                <a:gd name="connsiteX8" fmla="*/ 119592 w 144272"/>
                <a:gd name="connsiteY8" fmla="*/ 21060 h 233534"/>
                <a:gd name="connsiteX9" fmla="*/ 121770 w 144272"/>
                <a:gd name="connsiteY9" fmla="*/ 29319 h 233534"/>
                <a:gd name="connsiteX10" fmla="*/ 137616 w 144272"/>
                <a:gd name="connsiteY10" fmla="*/ 106056 h 233534"/>
                <a:gd name="connsiteX11" fmla="*/ 141747 w 144272"/>
                <a:gd name="connsiteY11" fmla="*/ 156812 h 233534"/>
                <a:gd name="connsiteX12" fmla="*/ 144075 w 144272"/>
                <a:gd name="connsiteY12" fmla="*/ 211249 h 233534"/>
                <a:gd name="connsiteX13" fmla="*/ 130482 w 144272"/>
                <a:gd name="connsiteY13" fmla="*/ 233023 h 233534"/>
                <a:gd name="connsiteX14" fmla="*/ 92932 w 144272"/>
                <a:gd name="connsiteY14" fmla="*/ 229419 h 233534"/>
                <a:gd name="connsiteX15" fmla="*/ 8144 w 144272"/>
                <a:gd name="connsiteY15" fmla="*/ 205092 h 233534"/>
                <a:gd name="connsiteX16" fmla="*/ 1610 w 144272"/>
                <a:gd name="connsiteY16" fmla="*/ 199536 h 233534"/>
                <a:gd name="connsiteX17" fmla="*/ 409 w 144272"/>
                <a:gd name="connsiteY17" fmla="*/ 188348 h 233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4272" h="233534">
                  <a:moveTo>
                    <a:pt x="409" y="188348"/>
                  </a:moveTo>
                  <a:cubicBezTo>
                    <a:pt x="4239" y="159290"/>
                    <a:pt x="14377" y="131434"/>
                    <a:pt x="21136" y="102827"/>
                  </a:cubicBezTo>
                  <a:cubicBezTo>
                    <a:pt x="26018" y="81953"/>
                    <a:pt x="29172" y="60629"/>
                    <a:pt x="32852" y="39530"/>
                  </a:cubicBezTo>
                  <a:cubicBezTo>
                    <a:pt x="34880" y="27667"/>
                    <a:pt x="37133" y="15954"/>
                    <a:pt x="39385" y="4166"/>
                  </a:cubicBezTo>
                  <a:cubicBezTo>
                    <a:pt x="39265" y="1973"/>
                    <a:pt x="40948" y="96"/>
                    <a:pt x="43140" y="-24"/>
                  </a:cubicBezTo>
                  <a:cubicBezTo>
                    <a:pt x="43569" y="-47"/>
                    <a:pt x="44004" y="-1"/>
                    <a:pt x="44417" y="111"/>
                  </a:cubicBezTo>
                  <a:cubicBezTo>
                    <a:pt x="57755" y="1095"/>
                    <a:pt x="71018" y="2874"/>
                    <a:pt x="84145" y="5442"/>
                  </a:cubicBezTo>
                  <a:cubicBezTo>
                    <a:pt x="94419" y="7026"/>
                    <a:pt x="104332" y="10405"/>
                    <a:pt x="113434" y="15429"/>
                  </a:cubicBezTo>
                  <a:cubicBezTo>
                    <a:pt x="115920" y="16772"/>
                    <a:pt x="118038" y="18702"/>
                    <a:pt x="119592" y="21060"/>
                  </a:cubicBezTo>
                  <a:cubicBezTo>
                    <a:pt x="120839" y="23650"/>
                    <a:pt x="121575" y="26451"/>
                    <a:pt x="121770" y="29319"/>
                  </a:cubicBezTo>
                  <a:cubicBezTo>
                    <a:pt x="125075" y="55223"/>
                    <a:pt x="133561" y="80227"/>
                    <a:pt x="137616" y="106056"/>
                  </a:cubicBezTo>
                  <a:cubicBezTo>
                    <a:pt x="139937" y="122882"/>
                    <a:pt x="141311" y="139829"/>
                    <a:pt x="141747" y="156812"/>
                  </a:cubicBezTo>
                  <a:lnTo>
                    <a:pt x="144075" y="211249"/>
                  </a:lnTo>
                  <a:cubicBezTo>
                    <a:pt x="144525" y="221911"/>
                    <a:pt x="145126" y="236327"/>
                    <a:pt x="130482" y="233023"/>
                  </a:cubicBezTo>
                  <a:cubicBezTo>
                    <a:pt x="118075" y="230846"/>
                    <a:pt x="105526" y="229644"/>
                    <a:pt x="92932" y="229419"/>
                  </a:cubicBezTo>
                  <a:cubicBezTo>
                    <a:pt x="63200" y="227775"/>
                    <a:pt x="34226" y="219456"/>
                    <a:pt x="8144" y="205092"/>
                  </a:cubicBezTo>
                  <a:cubicBezTo>
                    <a:pt x="5523" y="203838"/>
                    <a:pt x="3270" y="201924"/>
                    <a:pt x="1610" y="199536"/>
                  </a:cubicBezTo>
                  <a:cubicBezTo>
                    <a:pt x="-34" y="196044"/>
                    <a:pt x="-455" y="192110"/>
                    <a:pt x="409" y="188348"/>
                  </a:cubicBezTo>
                  <a:close/>
                </a:path>
              </a:pathLst>
            </a:custGeom>
            <a:solidFill>
              <a:srgbClr val="F9F9F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Content Placeholder 4">
              <a:extLst>
                <a:ext uri="{FF2B5EF4-FFF2-40B4-BE49-F238E27FC236}">
                  <a16:creationId xmlns:a16="http://schemas.microsoft.com/office/drawing/2014/main" id="{A21FB41E-4434-9740-9FAA-DF95FC1545EF}"/>
                </a:ext>
              </a:extLst>
            </p:cNvPr>
            <p:cNvSpPr/>
            <p:nvPr/>
          </p:nvSpPr>
          <p:spPr>
            <a:xfrm>
              <a:off x="4073161" y="4966004"/>
              <a:ext cx="88703" cy="100926"/>
            </a:xfrm>
            <a:custGeom>
              <a:avLst/>
              <a:gdLst>
                <a:gd name="connsiteX0" fmla="*/ 41538 w 88703"/>
                <a:gd name="connsiteY0" fmla="*/ 2148 h 100926"/>
                <a:gd name="connsiteX1" fmla="*/ 67523 w 88703"/>
                <a:gd name="connsiteY1" fmla="*/ -30 h 100926"/>
                <a:gd name="connsiteX2" fmla="*/ 86298 w 88703"/>
                <a:gd name="connsiteY2" fmla="*/ 35561 h 100926"/>
                <a:gd name="connsiteX3" fmla="*/ 87274 w 88703"/>
                <a:gd name="connsiteY3" fmla="*/ 67922 h 100926"/>
                <a:gd name="connsiteX4" fmla="*/ 69325 w 88703"/>
                <a:gd name="connsiteY4" fmla="*/ 94952 h 100926"/>
                <a:gd name="connsiteX5" fmla="*/ 22613 w 88703"/>
                <a:gd name="connsiteY5" fmla="*/ 92550 h 100926"/>
                <a:gd name="connsiteX6" fmla="*/ 83 w 88703"/>
                <a:gd name="connsiteY6" fmla="*/ 49826 h 100926"/>
                <a:gd name="connsiteX7" fmla="*/ 7593 w 88703"/>
                <a:gd name="connsiteY7" fmla="*/ 9056 h 100926"/>
                <a:gd name="connsiteX8" fmla="*/ 41538 w 88703"/>
                <a:gd name="connsiteY8" fmla="*/ 2148 h 100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8703" h="100926">
                  <a:moveTo>
                    <a:pt x="41538" y="2148"/>
                  </a:moveTo>
                  <a:cubicBezTo>
                    <a:pt x="50175" y="946"/>
                    <a:pt x="58811" y="346"/>
                    <a:pt x="67523" y="-30"/>
                  </a:cubicBezTo>
                  <a:cubicBezTo>
                    <a:pt x="76933" y="9881"/>
                    <a:pt x="83429" y="22195"/>
                    <a:pt x="86298" y="35561"/>
                  </a:cubicBezTo>
                  <a:cubicBezTo>
                    <a:pt x="89091" y="46132"/>
                    <a:pt x="89429" y="57200"/>
                    <a:pt x="87274" y="67922"/>
                  </a:cubicBezTo>
                  <a:cubicBezTo>
                    <a:pt x="85006" y="78907"/>
                    <a:pt x="78570" y="88593"/>
                    <a:pt x="69325" y="94952"/>
                  </a:cubicBezTo>
                  <a:cubicBezTo>
                    <a:pt x="54703" y="103677"/>
                    <a:pt x="36259" y="102731"/>
                    <a:pt x="22613" y="92550"/>
                  </a:cubicBezTo>
                  <a:cubicBezTo>
                    <a:pt x="9275" y="82241"/>
                    <a:pt x="1059" y="66653"/>
                    <a:pt x="83" y="49826"/>
                  </a:cubicBezTo>
                  <a:cubicBezTo>
                    <a:pt x="-615" y="35838"/>
                    <a:pt x="1953" y="21880"/>
                    <a:pt x="7593" y="9056"/>
                  </a:cubicBezTo>
                  <a:cubicBezTo>
                    <a:pt x="18595" y="5421"/>
                    <a:pt x="29988" y="3109"/>
                    <a:pt x="41538" y="2148"/>
                  </a:cubicBezTo>
                  <a:close/>
                </a:path>
              </a:pathLst>
            </a:custGeom>
            <a:solidFill>
              <a:srgbClr val="D9A8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Content Placeholder 4">
              <a:extLst>
                <a:ext uri="{FF2B5EF4-FFF2-40B4-BE49-F238E27FC236}">
                  <a16:creationId xmlns:a16="http://schemas.microsoft.com/office/drawing/2014/main" id="{AEAB8F4D-CB58-7AD1-EBA3-84B956B4A38E}"/>
                </a:ext>
              </a:extLst>
            </p:cNvPr>
            <p:cNvSpPr/>
            <p:nvPr/>
          </p:nvSpPr>
          <p:spPr>
            <a:xfrm>
              <a:off x="4095709" y="5308455"/>
              <a:ext cx="94194" cy="352681"/>
            </a:xfrm>
            <a:custGeom>
              <a:avLst/>
              <a:gdLst>
                <a:gd name="connsiteX0" fmla="*/ 85829 w 94194"/>
                <a:gd name="connsiteY0" fmla="*/ 257295 h 352681"/>
                <a:gd name="connsiteX1" fmla="*/ 94165 w 94194"/>
                <a:gd name="connsiteY1" fmla="*/ 352652 h 352681"/>
                <a:gd name="connsiteX2" fmla="*/ 82149 w 94194"/>
                <a:gd name="connsiteY2" fmla="*/ 351000 h 352681"/>
                <a:gd name="connsiteX3" fmla="*/ 66078 w 94194"/>
                <a:gd name="connsiteY3" fmla="*/ 303172 h 352681"/>
                <a:gd name="connsiteX4" fmla="*/ 55789 w 94194"/>
                <a:gd name="connsiteY4" fmla="*/ 254967 h 352681"/>
                <a:gd name="connsiteX5" fmla="*/ 24473 w 94194"/>
                <a:gd name="connsiteY5" fmla="*/ 120416 h 352681"/>
                <a:gd name="connsiteX6" fmla="*/ 7951 w 94194"/>
                <a:gd name="connsiteY6" fmla="*/ 61624 h 352681"/>
                <a:gd name="connsiteX7" fmla="*/ 18014 w 94194"/>
                <a:gd name="connsiteY7" fmla="*/ 2608 h 352681"/>
                <a:gd name="connsiteX8" fmla="*/ 64801 w 94194"/>
                <a:gd name="connsiteY8" fmla="*/ 13120 h 352681"/>
                <a:gd name="connsiteX9" fmla="*/ 76592 w 94194"/>
                <a:gd name="connsiteY9" fmla="*/ 69433 h 352681"/>
                <a:gd name="connsiteX10" fmla="*/ 80948 w 94194"/>
                <a:gd name="connsiteY10" fmla="*/ 157958 h 352681"/>
                <a:gd name="connsiteX11" fmla="*/ 85829 w 94194"/>
                <a:gd name="connsiteY11" fmla="*/ 257295 h 352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4194" h="352681">
                  <a:moveTo>
                    <a:pt x="85829" y="257295"/>
                  </a:moveTo>
                  <a:cubicBezTo>
                    <a:pt x="87782" y="296188"/>
                    <a:pt x="90260" y="313909"/>
                    <a:pt x="94165" y="352652"/>
                  </a:cubicBezTo>
                  <a:lnTo>
                    <a:pt x="82149" y="351000"/>
                  </a:lnTo>
                  <a:cubicBezTo>
                    <a:pt x="76367" y="328475"/>
                    <a:pt x="70058" y="326072"/>
                    <a:pt x="66078" y="303172"/>
                  </a:cubicBezTo>
                  <a:cubicBezTo>
                    <a:pt x="63299" y="287028"/>
                    <a:pt x="59544" y="270960"/>
                    <a:pt x="55789" y="254967"/>
                  </a:cubicBezTo>
                  <a:lnTo>
                    <a:pt x="24473" y="120416"/>
                  </a:lnTo>
                  <a:cubicBezTo>
                    <a:pt x="20335" y="100458"/>
                    <a:pt x="14815" y="80816"/>
                    <a:pt x="7951" y="61624"/>
                  </a:cubicBezTo>
                  <a:cubicBezTo>
                    <a:pt x="441" y="41277"/>
                    <a:pt x="-9172" y="12219"/>
                    <a:pt x="18014" y="2608"/>
                  </a:cubicBezTo>
                  <a:cubicBezTo>
                    <a:pt x="33034" y="-2873"/>
                    <a:pt x="54287" y="-20"/>
                    <a:pt x="64801" y="13120"/>
                  </a:cubicBezTo>
                  <a:cubicBezTo>
                    <a:pt x="76817" y="28137"/>
                    <a:pt x="75691" y="51488"/>
                    <a:pt x="76592" y="69433"/>
                  </a:cubicBezTo>
                  <a:cubicBezTo>
                    <a:pt x="78042" y="98919"/>
                    <a:pt x="79498" y="128427"/>
                    <a:pt x="80948" y="157958"/>
                  </a:cubicBezTo>
                  <a:cubicBezTo>
                    <a:pt x="82600" y="191198"/>
                    <a:pt x="84230" y="224310"/>
                    <a:pt x="85829" y="257295"/>
                  </a:cubicBezTo>
                  <a:close/>
                </a:path>
              </a:pathLst>
            </a:custGeom>
            <a:solidFill>
              <a:schemeClr val="bg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Content Placeholder 4">
              <a:extLst>
                <a:ext uri="{FF2B5EF4-FFF2-40B4-BE49-F238E27FC236}">
                  <a16:creationId xmlns:a16="http://schemas.microsoft.com/office/drawing/2014/main" id="{D530DC19-E5EA-7EC1-3BF7-60B228B53BFF}"/>
                </a:ext>
              </a:extLst>
            </p:cNvPr>
            <p:cNvSpPr/>
            <p:nvPr/>
          </p:nvSpPr>
          <p:spPr>
            <a:xfrm>
              <a:off x="4045886" y="5320108"/>
              <a:ext cx="76979" cy="343738"/>
            </a:xfrm>
            <a:custGeom>
              <a:avLst/>
              <a:gdLst>
                <a:gd name="connsiteX0" fmla="*/ 71441 w 76979"/>
                <a:gd name="connsiteY0" fmla="*/ 13631 h 343738"/>
                <a:gd name="connsiteX1" fmla="*/ 64307 w 76979"/>
                <a:gd name="connsiteY1" fmla="*/ 2968 h 343738"/>
                <a:gd name="connsiteX2" fmla="*/ 47935 w 76979"/>
                <a:gd name="connsiteY2" fmla="*/ 416 h 343738"/>
                <a:gd name="connsiteX3" fmla="*/ 22551 w 76979"/>
                <a:gd name="connsiteY3" fmla="*/ 3644 h 343738"/>
                <a:gd name="connsiteX4" fmla="*/ 4002 w 76979"/>
                <a:gd name="connsiteY4" fmla="*/ 12279 h 343738"/>
                <a:gd name="connsiteX5" fmla="*/ 247 w 76979"/>
                <a:gd name="connsiteY5" fmla="*/ 31125 h 343738"/>
                <a:gd name="connsiteX6" fmla="*/ 6104 w 76979"/>
                <a:gd name="connsiteY6" fmla="*/ 175362 h 343738"/>
                <a:gd name="connsiteX7" fmla="*/ 22101 w 76979"/>
                <a:gd name="connsiteY7" fmla="*/ 293771 h 343738"/>
                <a:gd name="connsiteX8" fmla="*/ 27883 w 76979"/>
                <a:gd name="connsiteY8" fmla="*/ 339572 h 343738"/>
                <a:gd name="connsiteX9" fmla="*/ 29010 w 76979"/>
                <a:gd name="connsiteY9" fmla="*/ 341975 h 343738"/>
                <a:gd name="connsiteX10" fmla="*/ 31263 w 76979"/>
                <a:gd name="connsiteY10" fmla="*/ 341525 h 343738"/>
                <a:gd name="connsiteX11" fmla="*/ 36445 w 76979"/>
                <a:gd name="connsiteY11" fmla="*/ 343702 h 343738"/>
                <a:gd name="connsiteX12" fmla="*/ 38172 w 76979"/>
                <a:gd name="connsiteY12" fmla="*/ 343702 h 343738"/>
                <a:gd name="connsiteX13" fmla="*/ 40500 w 76979"/>
                <a:gd name="connsiteY13" fmla="*/ 332139 h 343738"/>
                <a:gd name="connsiteX14" fmla="*/ 69489 w 76979"/>
                <a:gd name="connsiteY14" fmla="*/ 101254 h 343738"/>
                <a:gd name="connsiteX15" fmla="*/ 71441 w 76979"/>
                <a:gd name="connsiteY15" fmla="*/ 13631 h 34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6979" h="343738">
                  <a:moveTo>
                    <a:pt x="71441" y="13631"/>
                  </a:moveTo>
                  <a:cubicBezTo>
                    <a:pt x="70210" y="9433"/>
                    <a:pt x="67716" y="5709"/>
                    <a:pt x="64307" y="2968"/>
                  </a:cubicBezTo>
                  <a:cubicBezTo>
                    <a:pt x="59313" y="235"/>
                    <a:pt x="53523" y="-665"/>
                    <a:pt x="47935" y="416"/>
                  </a:cubicBezTo>
                  <a:cubicBezTo>
                    <a:pt x="39449" y="1091"/>
                    <a:pt x="30963" y="2218"/>
                    <a:pt x="22551" y="3644"/>
                  </a:cubicBezTo>
                  <a:cubicBezTo>
                    <a:pt x="15514" y="4132"/>
                    <a:pt x="8906" y="7211"/>
                    <a:pt x="4002" y="12279"/>
                  </a:cubicBezTo>
                  <a:cubicBezTo>
                    <a:pt x="667" y="17963"/>
                    <a:pt x="-655" y="24600"/>
                    <a:pt x="247" y="31125"/>
                  </a:cubicBezTo>
                  <a:cubicBezTo>
                    <a:pt x="1448" y="79277"/>
                    <a:pt x="3401" y="127361"/>
                    <a:pt x="6104" y="175362"/>
                  </a:cubicBezTo>
                  <a:cubicBezTo>
                    <a:pt x="8583" y="219437"/>
                    <a:pt x="18421" y="249846"/>
                    <a:pt x="22101" y="293771"/>
                  </a:cubicBezTo>
                  <a:cubicBezTo>
                    <a:pt x="23528" y="310890"/>
                    <a:pt x="24729" y="307962"/>
                    <a:pt x="27883" y="339572"/>
                  </a:cubicBezTo>
                  <a:cubicBezTo>
                    <a:pt x="27883" y="342050"/>
                    <a:pt x="27883" y="340624"/>
                    <a:pt x="29010" y="341975"/>
                  </a:cubicBezTo>
                  <a:cubicBezTo>
                    <a:pt x="29708" y="341637"/>
                    <a:pt x="30489" y="341480"/>
                    <a:pt x="31263" y="341525"/>
                  </a:cubicBezTo>
                  <a:cubicBezTo>
                    <a:pt x="34117" y="341525"/>
                    <a:pt x="33591" y="343852"/>
                    <a:pt x="36445" y="343702"/>
                  </a:cubicBezTo>
                  <a:cubicBezTo>
                    <a:pt x="37016" y="343582"/>
                    <a:pt x="37601" y="343582"/>
                    <a:pt x="38172" y="343702"/>
                  </a:cubicBezTo>
                  <a:cubicBezTo>
                    <a:pt x="39509" y="339985"/>
                    <a:pt x="40290" y="336088"/>
                    <a:pt x="40500" y="332139"/>
                  </a:cubicBezTo>
                  <a:cubicBezTo>
                    <a:pt x="44736" y="254592"/>
                    <a:pt x="54424" y="177442"/>
                    <a:pt x="69489" y="101254"/>
                  </a:cubicBezTo>
                  <a:cubicBezTo>
                    <a:pt x="75196" y="72347"/>
                    <a:pt x="81955" y="41186"/>
                    <a:pt x="71441" y="13631"/>
                  </a:cubicBezTo>
                  <a:close/>
                </a:path>
              </a:pathLst>
            </a:custGeom>
            <a:solidFill>
              <a:schemeClr val="bg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Content Placeholder 4">
              <a:extLst>
                <a:ext uri="{FF2B5EF4-FFF2-40B4-BE49-F238E27FC236}">
                  <a16:creationId xmlns:a16="http://schemas.microsoft.com/office/drawing/2014/main" id="{B2A89F87-1486-41C3-4A48-F38A1653B8AE}"/>
                </a:ext>
              </a:extLst>
            </p:cNvPr>
            <p:cNvSpPr/>
            <p:nvPr/>
          </p:nvSpPr>
          <p:spPr>
            <a:xfrm>
              <a:off x="4046249" y="5271781"/>
              <a:ext cx="128729" cy="105263"/>
            </a:xfrm>
            <a:custGeom>
              <a:avLst/>
              <a:gdLst>
                <a:gd name="connsiteX0" fmla="*/ 128530 w 128729"/>
                <a:gd name="connsiteY0" fmla="*/ 33725 h 105263"/>
                <a:gd name="connsiteX1" fmla="*/ 127704 w 128729"/>
                <a:gd name="connsiteY1" fmla="*/ 26217 h 105263"/>
                <a:gd name="connsiteX2" fmla="*/ 119368 w 128729"/>
                <a:gd name="connsiteY2" fmla="*/ 19459 h 105263"/>
                <a:gd name="connsiteX3" fmla="*/ 23390 w 128729"/>
                <a:gd name="connsiteY3" fmla="*/ 313 h 105263"/>
                <a:gd name="connsiteX4" fmla="*/ 14303 w 128729"/>
                <a:gd name="connsiteY4" fmla="*/ 2715 h 105263"/>
                <a:gd name="connsiteX5" fmla="*/ 9121 w 128729"/>
                <a:gd name="connsiteY5" fmla="*/ 13528 h 105263"/>
                <a:gd name="connsiteX6" fmla="*/ 1611 w 128729"/>
                <a:gd name="connsiteY6" fmla="*/ 51070 h 105263"/>
                <a:gd name="connsiteX7" fmla="*/ 2963 w 128729"/>
                <a:gd name="connsiteY7" fmla="*/ 75998 h 105263"/>
                <a:gd name="connsiteX8" fmla="*/ 13552 w 128729"/>
                <a:gd name="connsiteY8" fmla="*/ 85909 h 105263"/>
                <a:gd name="connsiteX9" fmla="*/ 105550 w 128729"/>
                <a:gd name="connsiteY9" fmla="*/ 102503 h 105263"/>
                <a:gd name="connsiteX10" fmla="*/ 125526 w 128729"/>
                <a:gd name="connsiteY10" fmla="*/ 83656 h 105263"/>
                <a:gd name="connsiteX11" fmla="*/ 128530 w 128729"/>
                <a:gd name="connsiteY11" fmla="*/ 33725 h 105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8729" h="105263">
                  <a:moveTo>
                    <a:pt x="128530" y="33725"/>
                  </a:moveTo>
                  <a:cubicBezTo>
                    <a:pt x="128921" y="31195"/>
                    <a:pt x="128635" y="28605"/>
                    <a:pt x="127704" y="26217"/>
                  </a:cubicBezTo>
                  <a:cubicBezTo>
                    <a:pt x="125766" y="23086"/>
                    <a:pt x="122830" y="20706"/>
                    <a:pt x="119368" y="19459"/>
                  </a:cubicBezTo>
                  <a:cubicBezTo>
                    <a:pt x="89553" y="4930"/>
                    <a:pt x="56494" y="-1662"/>
                    <a:pt x="23390" y="313"/>
                  </a:cubicBezTo>
                  <a:cubicBezTo>
                    <a:pt x="20198" y="290"/>
                    <a:pt x="17067" y="1116"/>
                    <a:pt x="14303" y="2715"/>
                  </a:cubicBezTo>
                  <a:cubicBezTo>
                    <a:pt x="11247" y="5516"/>
                    <a:pt x="9392" y="9390"/>
                    <a:pt x="9121" y="13528"/>
                  </a:cubicBezTo>
                  <a:cubicBezTo>
                    <a:pt x="6643" y="26142"/>
                    <a:pt x="4240" y="38756"/>
                    <a:pt x="1611" y="51070"/>
                  </a:cubicBezTo>
                  <a:cubicBezTo>
                    <a:pt x="-972" y="59269"/>
                    <a:pt x="-492" y="68129"/>
                    <a:pt x="2963" y="75998"/>
                  </a:cubicBezTo>
                  <a:cubicBezTo>
                    <a:pt x="5727" y="80037"/>
                    <a:pt x="9339" y="83416"/>
                    <a:pt x="13552" y="85909"/>
                  </a:cubicBezTo>
                  <a:cubicBezTo>
                    <a:pt x="40843" y="103321"/>
                    <a:pt x="73895" y="109283"/>
                    <a:pt x="105550" y="102503"/>
                  </a:cubicBezTo>
                  <a:cubicBezTo>
                    <a:pt x="117340" y="99800"/>
                    <a:pt x="124550" y="95670"/>
                    <a:pt x="125526" y="83656"/>
                  </a:cubicBezTo>
                  <a:cubicBezTo>
                    <a:pt x="126578" y="66988"/>
                    <a:pt x="127253" y="50469"/>
                    <a:pt x="128530" y="33725"/>
                  </a:cubicBezTo>
                  <a:close/>
                </a:path>
              </a:pathLst>
            </a:custGeom>
            <a:solidFill>
              <a:schemeClr val="bg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Content Placeholder 4">
              <a:extLst>
                <a:ext uri="{FF2B5EF4-FFF2-40B4-BE49-F238E27FC236}">
                  <a16:creationId xmlns:a16="http://schemas.microsoft.com/office/drawing/2014/main" id="{9A12CD17-3554-3375-4E42-15D1645A01A2}"/>
                </a:ext>
              </a:extLst>
            </p:cNvPr>
            <p:cNvSpPr/>
            <p:nvPr/>
          </p:nvSpPr>
          <p:spPr>
            <a:xfrm>
              <a:off x="4047664" y="5286465"/>
              <a:ext cx="38000" cy="51282"/>
            </a:xfrm>
            <a:custGeom>
              <a:avLst/>
              <a:gdLst>
                <a:gd name="connsiteX0" fmla="*/ 5979 w 38000"/>
                <a:gd name="connsiteY0" fmla="*/ 51253 h 51282"/>
                <a:gd name="connsiteX1" fmla="*/ 13489 w 38000"/>
                <a:gd name="connsiteY1" fmla="*/ 49976 h 51282"/>
                <a:gd name="connsiteX2" fmla="*/ 24528 w 38000"/>
                <a:gd name="connsiteY2" fmla="*/ 43970 h 51282"/>
                <a:gd name="connsiteX3" fmla="*/ 32038 w 38000"/>
                <a:gd name="connsiteY3" fmla="*/ 28953 h 51282"/>
                <a:gd name="connsiteX4" fmla="*/ 37971 w 38000"/>
                <a:gd name="connsiteY4" fmla="*/ -30 h 51282"/>
                <a:gd name="connsiteX5" fmla="*/ 36995 w 38000"/>
                <a:gd name="connsiteY5" fmla="*/ -30 h 51282"/>
                <a:gd name="connsiteX6" fmla="*/ 31212 w 38000"/>
                <a:gd name="connsiteY6" fmla="*/ 28352 h 51282"/>
                <a:gd name="connsiteX7" fmla="*/ 23702 w 38000"/>
                <a:gd name="connsiteY7" fmla="*/ 42543 h 51282"/>
                <a:gd name="connsiteX8" fmla="*/ 13263 w 38000"/>
                <a:gd name="connsiteY8" fmla="*/ 48099 h 51282"/>
                <a:gd name="connsiteX9" fmla="*/ 647 w 38000"/>
                <a:gd name="connsiteY9" fmla="*/ 48099 h 51282"/>
                <a:gd name="connsiteX10" fmla="*/ -29 w 38000"/>
                <a:gd name="connsiteY10" fmla="*/ 49601 h 51282"/>
                <a:gd name="connsiteX11" fmla="*/ 5979 w 38000"/>
                <a:gd name="connsiteY11" fmla="*/ 51253 h 51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8000" h="51282">
                  <a:moveTo>
                    <a:pt x="5979" y="51253"/>
                  </a:moveTo>
                  <a:cubicBezTo>
                    <a:pt x="8532" y="51170"/>
                    <a:pt x="11056" y="50742"/>
                    <a:pt x="13489" y="49976"/>
                  </a:cubicBezTo>
                  <a:cubicBezTo>
                    <a:pt x="17604" y="48910"/>
                    <a:pt x="21397" y="46853"/>
                    <a:pt x="24528" y="43970"/>
                  </a:cubicBezTo>
                  <a:cubicBezTo>
                    <a:pt x="28178" y="39622"/>
                    <a:pt x="30747" y="34479"/>
                    <a:pt x="32038" y="28953"/>
                  </a:cubicBezTo>
                  <a:cubicBezTo>
                    <a:pt x="35808" y="19747"/>
                    <a:pt x="37821" y="9919"/>
                    <a:pt x="37971" y="-30"/>
                  </a:cubicBezTo>
                  <a:lnTo>
                    <a:pt x="36995" y="-30"/>
                  </a:lnTo>
                  <a:cubicBezTo>
                    <a:pt x="37003" y="9723"/>
                    <a:pt x="35035" y="19379"/>
                    <a:pt x="31212" y="28352"/>
                  </a:cubicBezTo>
                  <a:cubicBezTo>
                    <a:pt x="29733" y="33555"/>
                    <a:pt x="27172" y="38391"/>
                    <a:pt x="23702" y="42543"/>
                  </a:cubicBezTo>
                  <a:cubicBezTo>
                    <a:pt x="20623" y="45066"/>
                    <a:pt x="17079" y="46958"/>
                    <a:pt x="13263" y="48099"/>
                  </a:cubicBezTo>
                  <a:cubicBezTo>
                    <a:pt x="9193" y="49601"/>
                    <a:pt x="4717" y="49601"/>
                    <a:pt x="647" y="48099"/>
                  </a:cubicBezTo>
                  <a:lnTo>
                    <a:pt x="-29" y="49601"/>
                  </a:lnTo>
                  <a:cubicBezTo>
                    <a:pt x="1826" y="50584"/>
                    <a:pt x="3876" y="51148"/>
                    <a:pt x="5979" y="51253"/>
                  </a:cubicBezTo>
                  <a:close/>
                </a:path>
              </a:pathLst>
            </a:custGeom>
            <a:solidFill>
              <a:srgbClr val="C4C4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Content Placeholder 4">
              <a:extLst>
                <a:ext uri="{FF2B5EF4-FFF2-40B4-BE49-F238E27FC236}">
                  <a16:creationId xmlns:a16="http://schemas.microsoft.com/office/drawing/2014/main" id="{5ADA00C7-8E4F-E704-E76D-0BF2999000BD}"/>
                </a:ext>
              </a:extLst>
            </p:cNvPr>
            <p:cNvSpPr/>
            <p:nvPr/>
          </p:nvSpPr>
          <p:spPr>
            <a:xfrm>
              <a:off x="4155407" y="5297577"/>
              <a:ext cx="15420" cy="48729"/>
            </a:xfrm>
            <a:custGeom>
              <a:avLst/>
              <a:gdLst>
                <a:gd name="connsiteX0" fmla="*/ 14340 w 15420"/>
                <a:gd name="connsiteY0" fmla="*/ 48700 h 48729"/>
                <a:gd name="connsiteX1" fmla="*/ 15391 w 15420"/>
                <a:gd name="connsiteY1" fmla="*/ 47424 h 48729"/>
                <a:gd name="connsiteX2" fmla="*/ 3150 w 15420"/>
                <a:gd name="connsiteY2" fmla="*/ 25649 h 48729"/>
                <a:gd name="connsiteX3" fmla="*/ 2099 w 15420"/>
                <a:gd name="connsiteY3" fmla="*/ -30 h 48729"/>
                <a:gd name="connsiteX4" fmla="*/ 446 w 15420"/>
                <a:gd name="connsiteY4" fmla="*/ -30 h 48729"/>
                <a:gd name="connsiteX5" fmla="*/ 1498 w 15420"/>
                <a:gd name="connsiteY5" fmla="*/ 26175 h 48729"/>
                <a:gd name="connsiteX6" fmla="*/ 14340 w 15420"/>
                <a:gd name="connsiteY6" fmla="*/ 48700 h 48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420" h="48729">
                  <a:moveTo>
                    <a:pt x="14340" y="48700"/>
                  </a:moveTo>
                  <a:lnTo>
                    <a:pt x="15391" y="47424"/>
                  </a:lnTo>
                  <a:cubicBezTo>
                    <a:pt x="8993" y="41740"/>
                    <a:pt x="4682" y="34074"/>
                    <a:pt x="3150" y="25649"/>
                  </a:cubicBezTo>
                  <a:cubicBezTo>
                    <a:pt x="1641" y="17180"/>
                    <a:pt x="1288" y="8537"/>
                    <a:pt x="2099" y="-30"/>
                  </a:cubicBezTo>
                  <a:lnTo>
                    <a:pt x="446" y="-30"/>
                  </a:lnTo>
                  <a:cubicBezTo>
                    <a:pt x="-440" y="8710"/>
                    <a:pt x="-87" y="17532"/>
                    <a:pt x="1498" y="26175"/>
                  </a:cubicBezTo>
                  <a:cubicBezTo>
                    <a:pt x="3158" y="34899"/>
                    <a:pt x="7679" y="42821"/>
                    <a:pt x="14340" y="48700"/>
                  </a:cubicBezTo>
                  <a:close/>
                </a:path>
              </a:pathLst>
            </a:custGeom>
            <a:solidFill>
              <a:srgbClr val="C4C4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Content Placeholder 4">
              <a:extLst>
                <a:ext uri="{FF2B5EF4-FFF2-40B4-BE49-F238E27FC236}">
                  <a16:creationId xmlns:a16="http://schemas.microsoft.com/office/drawing/2014/main" id="{92D88C7F-B384-6E00-E320-C196A4EBE9DD}"/>
                </a:ext>
              </a:extLst>
            </p:cNvPr>
            <p:cNvSpPr/>
            <p:nvPr/>
          </p:nvSpPr>
          <p:spPr>
            <a:xfrm>
              <a:off x="4061275" y="4943164"/>
              <a:ext cx="109044" cy="98450"/>
            </a:xfrm>
            <a:custGeom>
              <a:avLst/>
              <a:gdLst>
                <a:gd name="connsiteX0" fmla="*/ 2732 w 109044"/>
                <a:gd name="connsiteY0" fmla="*/ 28141 h 98450"/>
                <a:gd name="connsiteX1" fmla="*/ 11294 w 109044"/>
                <a:gd name="connsiteY1" fmla="*/ 15677 h 98450"/>
                <a:gd name="connsiteX2" fmla="*/ 48843 w 109044"/>
                <a:gd name="connsiteY2" fmla="*/ -15 h 98450"/>
                <a:gd name="connsiteX3" fmla="*/ 88346 w 109044"/>
                <a:gd name="connsiteY3" fmla="*/ 10797 h 98450"/>
                <a:gd name="connsiteX4" fmla="*/ 102014 w 109044"/>
                <a:gd name="connsiteY4" fmla="*/ 22585 h 98450"/>
                <a:gd name="connsiteX5" fmla="*/ 108698 w 109044"/>
                <a:gd name="connsiteY5" fmla="*/ 53745 h 98450"/>
                <a:gd name="connsiteX6" fmla="*/ 99611 w 109044"/>
                <a:gd name="connsiteY6" fmla="*/ 91287 h 98450"/>
                <a:gd name="connsiteX7" fmla="*/ 99611 w 109044"/>
                <a:gd name="connsiteY7" fmla="*/ 64707 h 98450"/>
                <a:gd name="connsiteX8" fmla="*/ 89698 w 109044"/>
                <a:gd name="connsiteY8" fmla="*/ 39104 h 98450"/>
                <a:gd name="connsiteX9" fmla="*/ 74678 w 109044"/>
                <a:gd name="connsiteY9" fmla="*/ 35274 h 98450"/>
                <a:gd name="connsiteX10" fmla="*/ 72650 w 109044"/>
                <a:gd name="connsiteY10" fmla="*/ 50291 h 98450"/>
                <a:gd name="connsiteX11" fmla="*/ 43511 w 109044"/>
                <a:gd name="connsiteY11" fmla="*/ 38128 h 98450"/>
                <a:gd name="connsiteX12" fmla="*/ 27966 w 109044"/>
                <a:gd name="connsiteY12" fmla="*/ 43984 h 98450"/>
                <a:gd name="connsiteX13" fmla="*/ 17827 w 109044"/>
                <a:gd name="connsiteY13" fmla="*/ 69813 h 98450"/>
                <a:gd name="connsiteX14" fmla="*/ 20381 w 109044"/>
                <a:gd name="connsiteY14" fmla="*/ 98420 h 98450"/>
                <a:gd name="connsiteX15" fmla="*/ 7238 w 109044"/>
                <a:gd name="connsiteY15" fmla="*/ 79875 h 98450"/>
                <a:gd name="connsiteX16" fmla="*/ 2882 w 109044"/>
                <a:gd name="connsiteY16" fmla="*/ 63957 h 98450"/>
                <a:gd name="connsiteX17" fmla="*/ 2732 w 109044"/>
                <a:gd name="connsiteY17" fmla="*/ 28141 h 9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9044" h="98450">
                  <a:moveTo>
                    <a:pt x="2732" y="28141"/>
                  </a:moveTo>
                  <a:cubicBezTo>
                    <a:pt x="4752" y="23471"/>
                    <a:pt x="7659" y="19236"/>
                    <a:pt x="11294" y="15677"/>
                  </a:cubicBezTo>
                  <a:cubicBezTo>
                    <a:pt x="21357" y="5856"/>
                    <a:pt x="34785" y="240"/>
                    <a:pt x="48843" y="-15"/>
                  </a:cubicBezTo>
                  <a:cubicBezTo>
                    <a:pt x="62782" y="-293"/>
                    <a:pt x="76495" y="3461"/>
                    <a:pt x="88346" y="10797"/>
                  </a:cubicBezTo>
                  <a:cubicBezTo>
                    <a:pt x="93671" y="13740"/>
                    <a:pt x="98327" y="17750"/>
                    <a:pt x="102014" y="22585"/>
                  </a:cubicBezTo>
                  <a:cubicBezTo>
                    <a:pt x="107579" y="31971"/>
                    <a:pt x="109922" y="42910"/>
                    <a:pt x="108698" y="53745"/>
                  </a:cubicBezTo>
                  <a:cubicBezTo>
                    <a:pt x="108172" y="64482"/>
                    <a:pt x="106821" y="82353"/>
                    <a:pt x="99611" y="91287"/>
                  </a:cubicBezTo>
                  <a:cubicBezTo>
                    <a:pt x="99611" y="80100"/>
                    <a:pt x="101639" y="72817"/>
                    <a:pt x="99611" y="64707"/>
                  </a:cubicBezTo>
                  <a:cubicBezTo>
                    <a:pt x="98004" y="55607"/>
                    <a:pt x="94639" y="46912"/>
                    <a:pt x="89698" y="39104"/>
                  </a:cubicBezTo>
                  <a:cubicBezTo>
                    <a:pt x="85425" y="35838"/>
                    <a:pt x="79995" y="34449"/>
                    <a:pt x="74678" y="35274"/>
                  </a:cubicBezTo>
                  <a:cubicBezTo>
                    <a:pt x="75151" y="40373"/>
                    <a:pt x="74453" y="45501"/>
                    <a:pt x="72650" y="50291"/>
                  </a:cubicBezTo>
                  <a:cubicBezTo>
                    <a:pt x="67618" y="40230"/>
                    <a:pt x="54701" y="36776"/>
                    <a:pt x="43511" y="38128"/>
                  </a:cubicBezTo>
                  <a:cubicBezTo>
                    <a:pt x="37879" y="38578"/>
                    <a:pt x="32494" y="40613"/>
                    <a:pt x="27966" y="43984"/>
                  </a:cubicBezTo>
                  <a:cubicBezTo>
                    <a:pt x="20854" y="50614"/>
                    <a:pt x="17121" y="60112"/>
                    <a:pt x="17827" y="69813"/>
                  </a:cubicBezTo>
                  <a:cubicBezTo>
                    <a:pt x="17827" y="79424"/>
                    <a:pt x="20080" y="88810"/>
                    <a:pt x="20381" y="98420"/>
                  </a:cubicBezTo>
                  <a:cubicBezTo>
                    <a:pt x="13532" y="94419"/>
                    <a:pt x="8748" y="87661"/>
                    <a:pt x="7238" y="79875"/>
                  </a:cubicBezTo>
                  <a:cubicBezTo>
                    <a:pt x="5586" y="74619"/>
                    <a:pt x="4159" y="69288"/>
                    <a:pt x="2882" y="63957"/>
                  </a:cubicBezTo>
                  <a:cubicBezTo>
                    <a:pt x="-948" y="52333"/>
                    <a:pt x="-1000" y="39794"/>
                    <a:pt x="2732" y="2814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Content Placeholder 4">
              <a:extLst>
                <a:ext uri="{FF2B5EF4-FFF2-40B4-BE49-F238E27FC236}">
                  <a16:creationId xmlns:a16="http://schemas.microsoft.com/office/drawing/2014/main" id="{1D870BA6-69A4-FD9A-A785-619FFF0AC4FE}"/>
                </a:ext>
              </a:extLst>
            </p:cNvPr>
            <p:cNvSpPr/>
            <p:nvPr/>
          </p:nvSpPr>
          <p:spPr>
            <a:xfrm>
              <a:off x="4039926" y="4925985"/>
              <a:ext cx="56583" cy="57871"/>
            </a:xfrm>
            <a:custGeom>
              <a:avLst/>
              <a:gdLst>
                <a:gd name="connsiteX0" fmla="*/ 274 w 56583"/>
                <a:gd name="connsiteY0" fmla="*/ 26324 h 57871"/>
                <a:gd name="connsiteX1" fmla="*/ 5756 w 56583"/>
                <a:gd name="connsiteY1" fmla="*/ 10856 h 57871"/>
                <a:gd name="connsiteX2" fmla="*/ 25057 w 56583"/>
                <a:gd name="connsiteY2" fmla="*/ 570 h 57871"/>
                <a:gd name="connsiteX3" fmla="*/ 47586 w 56583"/>
                <a:gd name="connsiteY3" fmla="*/ 4625 h 57871"/>
                <a:gd name="connsiteX4" fmla="*/ 36472 w 56583"/>
                <a:gd name="connsiteY4" fmla="*/ 55682 h 57871"/>
                <a:gd name="connsiteX5" fmla="*/ 3277 w 56583"/>
                <a:gd name="connsiteY5" fmla="*/ 45095 h 57871"/>
                <a:gd name="connsiteX6" fmla="*/ 274 w 56583"/>
                <a:gd name="connsiteY6" fmla="*/ 26324 h 5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583" h="57871">
                  <a:moveTo>
                    <a:pt x="274" y="26324"/>
                  </a:moveTo>
                  <a:cubicBezTo>
                    <a:pt x="702" y="20775"/>
                    <a:pt x="2594" y="15437"/>
                    <a:pt x="5756" y="10856"/>
                  </a:cubicBezTo>
                  <a:cubicBezTo>
                    <a:pt x="10667" y="5127"/>
                    <a:pt x="17562" y="1456"/>
                    <a:pt x="25057" y="570"/>
                  </a:cubicBezTo>
                  <a:cubicBezTo>
                    <a:pt x="32807" y="-969"/>
                    <a:pt x="40857" y="480"/>
                    <a:pt x="47586" y="4625"/>
                  </a:cubicBezTo>
                  <a:cubicBezTo>
                    <a:pt x="65761" y="16939"/>
                    <a:pt x="53369" y="48324"/>
                    <a:pt x="36472" y="55682"/>
                  </a:cubicBezTo>
                  <a:cubicBezTo>
                    <a:pt x="24313" y="60900"/>
                    <a:pt x="10164" y="56388"/>
                    <a:pt x="3277" y="45095"/>
                  </a:cubicBezTo>
                  <a:cubicBezTo>
                    <a:pt x="439" y="39276"/>
                    <a:pt x="-605" y="32744"/>
                    <a:pt x="274" y="26324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Content Placeholder 4">
              <a:extLst>
                <a:ext uri="{FF2B5EF4-FFF2-40B4-BE49-F238E27FC236}">
                  <a16:creationId xmlns:a16="http://schemas.microsoft.com/office/drawing/2014/main" id="{992D61E9-01A4-3B2B-30FA-9E8399983669}"/>
                </a:ext>
              </a:extLst>
            </p:cNvPr>
            <p:cNvSpPr/>
            <p:nvPr/>
          </p:nvSpPr>
          <p:spPr>
            <a:xfrm>
              <a:off x="4096479" y="5067669"/>
              <a:ext cx="33297" cy="33788"/>
            </a:xfrm>
            <a:custGeom>
              <a:avLst/>
              <a:gdLst>
                <a:gd name="connsiteX0" fmla="*/ 32789 w 33297"/>
                <a:gd name="connsiteY0" fmla="*/ 10858 h 33788"/>
                <a:gd name="connsiteX1" fmla="*/ 31888 w 33297"/>
                <a:gd name="connsiteY1" fmla="*/ 7554 h 33788"/>
                <a:gd name="connsiteX2" fmla="*/ 30011 w 33297"/>
                <a:gd name="connsiteY2" fmla="*/ 6578 h 33788"/>
                <a:gd name="connsiteX3" fmla="*/ 3726 w 33297"/>
                <a:gd name="connsiteY3" fmla="*/ -30 h 33788"/>
                <a:gd name="connsiteX4" fmla="*/ 647 w 33297"/>
                <a:gd name="connsiteY4" fmla="*/ 5751 h 33788"/>
                <a:gd name="connsiteX5" fmla="*/ -29 w 33297"/>
                <a:gd name="connsiteY5" fmla="*/ 7779 h 33788"/>
                <a:gd name="connsiteX6" fmla="*/ 1022 w 33297"/>
                <a:gd name="connsiteY6" fmla="*/ 9881 h 33788"/>
                <a:gd name="connsiteX7" fmla="*/ 9659 w 33297"/>
                <a:gd name="connsiteY7" fmla="*/ 17990 h 33788"/>
                <a:gd name="connsiteX8" fmla="*/ 32789 w 33297"/>
                <a:gd name="connsiteY8" fmla="*/ 33758 h 33788"/>
                <a:gd name="connsiteX9" fmla="*/ 32789 w 33297"/>
                <a:gd name="connsiteY9" fmla="*/ 22496 h 33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297" h="33788">
                  <a:moveTo>
                    <a:pt x="32789" y="10858"/>
                  </a:moveTo>
                  <a:cubicBezTo>
                    <a:pt x="32909" y="9686"/>
                    <a:pt x="32594" y="8507"/>
                    <a:pt x="31888" y="7554"/>
                  </a:cubicBezTo>
                  <a:cubicBezTo>
                    <a:pt x="31332" y="7111"/>
                    <a:pt x="30694" y="6780"/>
                    <a:pt x="30011" y="6578"/>
                  </a:cubicBezTo>
                  <a:cubicBezTo>
                    <a:pt x="21442" y="3664"/>
                    <a:pt x="12655" y="1457"/>
                    <a:pt x="3726" y="-30"/>
                  </a:cubicBezTo>
                  <a:lnTo>
                    <a:pt x="647" y="5751"/>
                  </a:lnTo>
                  <a:cubicBezTo>
                    <a:pt x="234" y="6352"/>
                    <a:pt x="1" y="7051"/>
                    <a:pt x="-29" y="7779"/>
                  </a:cubicBezTo>
                  <a:cubicBezTo>
                    <a:pt x="83" y="8575"/>
                    <a:pt x="459" y="9310"/>
                    <a:pt x="1022" y="9881"/>
                  </a:cubicBezTo>
                  <a:cubicBezTo>
                    <a:pt x="3606" y="12885"/>
                    <a:pt x="6497" y="15603"/>
                    <a:pt x="9659" y="17990"/>
                  </a:cubicBezTo>
                  <a:cubicBezTo>
                    <a:pt x="16515" y="24403"/>
                    <a:pt x="24318" y="29719"/>
                    <a:pt x="32789" y="33758"/>
                  </a:cubicBezTo>
                  <a:cubicBezTo>
                    <a:pt x="33428" y="30034"/>
                    <a:pt x="33428" y="26220"/>
                    <a:pt x="32789" y="22496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Content Placeholder 4">
              <a:extLst>
                <a:ext uri="{FF2B5EF4-FFF2-40B4-BE49-F238E27FC236}">
                  <a16:creationId xmlns:a16="http://schemas.microsoft.com/office/drawing/2014/main" id="{DB86A209-FC45-9C52-B83B-D1C0E2BF771A}"/>
                </a:ext>
              </a:extLst>
            </p:cNvPr>
            <p:cNvSpPr/>
            <p:nvPr/>
          </p:nvSpPr>
          <p:spPr>
            <a:xfrm>
              <a:off x="4132076" y="5073205"/>
              <a:ext cx="22304" cy="26105"/>
            </a:xfrm>
            <a:custGeom>
              <a:avLst/>
              <a:gdLst>
                <a:gd name="connsiteX0" fmla="*/ 1548 w 22304"/>
                <a:gd name="connsiteY0" fmla="*/ 4871 h 26105"/>
                <a:gd name="connsiteX1" fmla="*/ 2900 w 22304"/>
                <a:gd name="connsiteY1" fmla="*/ 1192 h 26105"/>
                <a:gd name="connsiteX2" fmla="*/ 7781 w 22304"/>
                <a:gd name="connsiteY2" fmla="*/ 291 h 26105"/>
                <a:gd name="connsiteX3" fmla="*/ 12137 w 22304"/>
                <a:gd name="connsiteY3" fmla="*/ 3219 h 26105"/>
                <a:gd name="connsiteX4" fmla="*/ 21750 w 22304"/>
                <a:gd name="connsiteY4" fmla="*/ 11628 h 26105"/>
                <a:gd name="connsiteX5" fmla="*/ 22275 w 22304"/>
                <a:gd name="connsiteY5" fmla="*/ 12229 h 26105"/>
                <a:gd name="connsiteX6" fmla="*/ 21600 w 22304"/>
                <a:gd name="connsiteY6" fmla="*/ 13656 h 26105"/>
                <a:gd name="connsiteX7" fmla="*/ 14690 w 22304"/>
                <a:gd name="connsiteY7" fmla="*/ 20338 h 26105"/>
                <a:gd name="connsiteX8" fmla="*/ 8757 w 22304"/>
                <a:gd name="connsiteY8" fmla="*/ 24768 h 26105"/>
                <a:gd name="connsiteX9" fmla="*/ -29 w 22304"/>
                <a:gd name="connsiteY9" fmla="*/ 21540 h 26105"/>
                <a:gd name="connsiteX10" fmla="*/ 1548 w 22304"/>
                <a:gd name="connsiteY10" fmla="*/ 4871 h 26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304" h="26105">
                  <a:moveTo>
                    <a:pt x="1548" y="4871"/>
                  </a:moveTo>
                  <a:cubicBezTo>
                    <a:pt x="1608" y="3534"/>
                    <a:pt x="2081" y="2251"/>
                    <a:pt x="2900" y="1192"/>
                  </a:cubicBezTo>
                  <a:cubicBezTo>
                    <a:pt x="4229" y="-10"/>
                    <a:pt x="6114" y="-355"/>
                    <a:pt x="7781" y="291"/>
                  </a:cubicBezTo>
                  <a:cubicBezTo>
                    <a:pt x="9403" y="989"/>
                    <a:pt x="10875" y="1980"/>
                    <a:pt x="12137" y="3219"/>
                  </a:cubicBezTo>
                  <a:lnTo>
                    <a:pt x="21750" y="11628"/>
                  </a:lnTo>
                  <a:cubicBezTo>
                    <a:pt x="21983" y="11771"/>
                    <a:pt x="22163" y="11981"/>
                    <a:pt x="22275" y="12229"/>
                  </a:cubicBezTo>
                  <a:cubicBezTo>
                    <a:pt x="22275" y="12755"/>
                    <a:pt x="22275" y="13281"/>
                    <a:pt x="21600" y="13656"/>
                  </a:cubicBezTo>
                  <a:lnTo>
                    <a:pt x="14690" y="20338"/>
                  </a:lnTo>
                  <a:cubicBezTo>
                    <a:pt x="13001" y="22170"/>
                    <a:pt x="10995" y="23672"/>
                    <a:pt x="8757" y="24768"/>
                  </a:cubicBezTo>
                  <a:cubicBezTo>
                    <a:pt x="4176" y="26720"/>
                    <a:pt x="121" y="27096"/>
                    <a:pt x="-29" y="21540"/>
                  </a:cubicBezTo>
                  <a:cubicBezTo>
                    <a:pt x="38" y="15946"/>
                    <a:pt x="572" y="10375"/>
                    <a:pt x="1548" y="4871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Content Placeholder 4">
              <a:extLst>
                <a:ext uri="{FF2B5EF4-FFF2-40B4-BE49-F238E27FC236}">
                  <a16:creationId xmlns:a16="http://schemas.microsoft.com/office/drawing/2014/main" id="{EBF8364B-E323-7424-8BC4-14A15A582CB2}"/>
                </a:ext>
              </a:extLst>
            </p:cNvPr>
            <p:cNvSpPr/>
            <p:nvPr/>
          </p:nvSpPr>
          <p:spPr>
            <a:xfrm>
              <a:off x="4130124" y="5104483"/>
              <a:ext cx="5003" cy="68767"/>
            </a:xfrm>
            <a:custGeom>
              <a:avLst/>
              <a:gdLst>
                <a:gd name="connsiteX0" fmla="*/ 4927 w 5003"/>
                <a:gd name="connsiteY0" fmla="*/ 13238 h 68767"/>
                <a:gd name="connsiteX1" fmla="*/ 1247 w 5003"/>
                <a:gd name="connsiteY1" fmla="*/ 67524 h 68767"/>
                <a:gd name="connsiteX2" fmla="*/ -29 w 5003"/>
                <a:gd name="connsiteY2" fmla="*/ 68500 h 68767"/>
                <a:gd name="connsiteX3" fmla="*/ 1998 w 5003"/>
                <a:gd name="connsiteY3" fmla="*/ 36739 h 68767"/>
                <a:gd name="connsiteX4" fmla="*/ 1998 w 5003"/>
                <a:gd name="connsiteY4" fmla="*/ 9183 h 68767"/>
                <a:gd name="connsiteX5" fmla="*/ 3801 w 5003"/>
                <a:gd name="connsiteY5" fmla="*/ 248 h 68767"/>
                <a:gd name="connsiteX6" fmla="*/ 4927 w 5003"/>
                <a:gd name="connsiteY6" fmla="*/ 13238 h 68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03" h="68767">
                  <a:moveTo>
                    <a:pt x="4927" y="13238"/>
                  </a:moveTo>
                  <a:cubicBezTo>
                    <a:pt x="5130" y="31401"/>
                    <a:pt x="3898" y="49556"/>
                    <a:pt x="1247" y="67524"/>
                  </a:cubicBezTo>
                  <a:cubicBezTo>
                    <a:pt x="1247" y="68275"/>
                    <a:pt x="196" y="69176"/>
                    <a:pt x="-29" y="68500"/>
                  </a:cubicBezTo>
                  <a:cubicBezTo>
                    <a:pt x="1022" y="57913"/>
                    <a:pt x="1773" y="47326"/>
                    <a:pt x="1998" y="36739"/>
                  </a:cubicBezTo>
                  <a:cubicBezTo>
                    <a:pt x="1998" y="27579"/>
                    <a:pt x="1998" y="18343"/>
                    <a:pt x="1998" y="9183"/>
                  </a:cubicBezTo>
                  <a:cubicBezTo>
                    <a:pt x="1998" y="7907"/>
                    <a:pt x="271" y="-1779"/>
                    <a:pt x="3801" y="248"/>
                  </a:cubicBezTo>
                  <a:cubicBezTo>
                    <a:pt x="5453" y="1525"/>
                    <a:pt x="4852" y="10985"/>
                    <a:pt x="4927" y="1323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Content Placeholder 4">
              <a:extLst>
                <a:ext uri="{FF2B5EF4-FFF2-40B4-BE49-F238E27FC236}">
                  <a16:creationId xmlns:a16="http://schemas.microsoft.com/office/drawing/2014/main" id="{7A49BA8F-4C61-6291-9117-A0FA6A579068}"/>
                </a:ext>
              </a:extLst>
            </p:cNvPr>
            <p:cNvSpPr/>
            <p:nvPr/>
          </p:nvSpPr>
          <p:spPr>
            <a:xfrm>
              <a:off x="4178263" y="5653027"/>
              <a:ext cx="60207" cy="67969"/>
            </a:xfrm>
            <a:custGeom>
              <a:avLst/>
              <a:gdLst>
                <a:gd name="connsiteX0" fmla="*/ 12212 w 60207"/>
                <a:gd name="connsiteY0" fmla="*/ 1547 h 67969"/>
                <a:gd name="connsiteX1" fmla="*/ 15216 w 60207"/>
                <a:gd name="connsiteY1" fmla="*/ 3049 h 67969"/>
                <a:gd name="connsiteX2" fmla="*/ 16117 w 60207"/>
                <a:gd name="connsiteY2" fmla="*/ 5602 h 67969"/>
                <a:gd name="connsiteX3" fmla="*/ 19722 w 60207"/>
                <a:gd name="connsiteY3" fmla="*/ 27376 h 67969"/>
                <a:gd name="connsiteX4" fmla="*/ 21900 w 60207"/>
                <a:gd name="connsiteY4" fmla="*/ 37888 h 67969"/>
                <a:gd name="connsiteX5" fmla="*/ 37821 w 60207"/>
                <a:gd name="connsiteY5" fmla="*/ 52905 h 67969"/>
                <a:gd name="connsiteX6" fmla="*/ 54944 w 60207"/>
                <a:gd name="connsiteY6" fmla="*/ 57110 h 67969"/>
                <a:gd name="connsiteX7" fmla="*/ 59976 w 60207"/>
                <a:gd name="connsiteY7" fmla="*/ 59137 h 67969"/>
                <a:gd name="connsiteX8" fmla="*/ 58173 w 60207"/>
                <a:gd name="connsiteY8" fmla="*/ 65970 h 67969"/>
                <a:gd name="connsiteX9" fmla="*/ 48335 w 60207"/>
                <a:gd name="connsiteY9" fmla="*/ 67246 h 67969"/>
                <a:gd name="connsiteX10" fmla="*/ 19797 w 60207"/>
                <a:gd name="connsiteY10" fmla="*/ 59212 h 67969"/>
                <a:gd name="connsiteX11" fmla="*/ 13714 w 60207"/>
                <a:gd name="connsiteY11" fmla="*/ 56134 h 67969"/>
                <a:gd name="connsiteX12" fmla="*/ 11836 w 60207"/>
                <a:gd name="connsiteY12" fmla="*/ 53130 h 67969"/>
                <a:gd name="connsiteX13" fmla="*/ 6054 w 60207"/>
                <a:gd name="connsiteY13" fmla="*/ 40967 h 67969"/>
                <a:gd name="connsiteX14" fmla="*/ 2900 w 60207"/>
                <a:gd name="connsiteY14" fmla="*/ 55533 h 67969"/>
                <a:gd name="connsiteX15" fmla="*/ -29 w 60207"/>
                <a:gd name="connsiteY15" fmla="*/ 55533 h 67969"/>
                <a:gd name="connsiteX16" fmla="*/ 947 w 60207"/>
                <a:gd name="connsiteY16" fmla="*/ -30 h 67969"/>
                <a:gd name="connsiteX17" fmla="*/ 12212 w 60207"/>
                <a:gd name="connsiteY17" fmla="*/ 1547 h 67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0207" h="67969">
                  <a:moveTo>
                    <a:pt x="12212" y="1547"/>
                  </a:moveTo>
                  <a:cubicBezTo>
                    <a:pt x="13339" y="1750"/>
                    <a:pt x="14375" y="2275"/>
                    <a:pt x="15216" y="3049"/>
                  </a:cubicBezTo>
                  <a:cubicBezTo>
                    <a:pt x="15704" y="3822"/>
                    <a:pt x="16012" y="4693"/>
                    <a:pt x="16117" y="5602"/>
                  </a:cubicBezTo>
                  <a:cubicBezTo>
                    <a:pt x="17619" y="13110"/>
                    <a:pt x="18821" y="20093"/>
                    <a:pt x="19722" y="27376"/>
                  </a:cubicBezTo>
                  <a:cubicBezTo>
                    <a:pt x="20037" y="30950"/>
                    <a:pt x="20766" y="34479"/>
                    <a:pt x="21900" y="37888"/>
                  </a:cubicBezTo>
                  <a:cubicBezTo>
                    <a:pt x="24994" y="44818"/>
                    <a:pt x="30724" y="50225"/>
                    <a:pt x="37821" y="52905"/>
                  </a:cubicBezTo>
                  <a:cubicBezTo>
                    <a:pt x="43333" y="55007"/>
                    <a:pt x="49086" y="56419"/>
                    <a:pt x="54944" y="57110"/>
                  </a:cubicBezTo>
                  <a:cubicBezTo>
                    <a:pt x="56821" y="57110"/>
                    <a:pt x="59074" y="57110"/>
                    <a:pt x="59976" y="59137"/>
                  </a:cubicBezTo>
                  <a:cubicBezTo>
                    <a:pt x="60554" y="61570"/>
                    <a:pt x="59878" y="64138"/>
                    <a:pt x="58173" y="65970"/>
                  </a:cubicBezTo>
                  <a:cubicBezTo>
                    <a:pt x="55319" y="68027"/>
                    <a:pt x="51617" y="68508"/>
                    <a:pt x="48335" y="67246"/>
                  </a:cubicBezTo>
                  <a:cubicBezTo>
                    <a:pt x="38647" y="65069"/>
                    <a:pt x="29260" y="62140"/>
                    <a:pt x="19797" y="59212"/>
                  </a:cubicBezTo>
                  <a:cubicBezTo>
                    <a:pt x="17544" y="58717"/>
                    <a:pt x="15449" y="57658"/>
                    <a:pt x="13714" y="56134"/>
                  </a:cubicBezTo>
                  <a:cubicBezTo>
                    <a:pt x="12948" y="55225"/>
                    <a:pt x="12317" y="54219"/>
                    <a:pt x="11836" y="53130"/>
                  </a:cubicBezTo>
                  <a:cubicBezTo>
                    <a:pt x="9809" y="49151"/>
                    <a:pt x="7856" y="45096"/>
                    <a:pt x="6054" y="40967"/>
                  </a:cubicBezTo>
                  <a:cubicBezTo>
                    <a:pt x="5303" y="45885"/>
                    <a:pt x="4251" y="50750"/>
                    <a:pt x="2900" y="55533"/>
                  </a:cubicBezTo>
                  <a:cubicBezTo>
                    <a:pt x="1961" y="55158"/>
                    <a:pt x="910" y="55158"/>
                    <a:pt x="-29" y="55533"/>
                  </a:cubicBezTo>
                  <a:cubicBezTo>
                    <a:pt x="947" y="36987"/>
                    <a:pt x="1247" y="18516"/>
                    <a:pt x="947" y="-30"/>
                  </a:cubicBezTo>
                  <a:cubicBezTo>
                    <a:pt x="4755" y="8"/>
                    <a:pt x="8540" y="541"/>
                    <a:pt x="12212" y="1547"/>
                  </a:cubicBezTo>
                  <a:close/>
                </a:path>
              </a:pathLst>
            </a:custGeom>
            <a:solidFill>
              <a:srgbClr val="EDDD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Content Placeholder 4">
              <a:extLst>
                <a:ext uri="{FF2B5EF4-FFF2-40B4-BE49-F238E27FC236}">
                  <a16:creationId xmlns:a16="http://schemas.microsoft.com/office/drawing/2014/main" id="{216B3DAD-7232-7BC8-1FF0-94A2789FA8B4}"/>
                </a:ext>
              </a:extLst>
            </p:cNvPr>
            <p:cNvSpPr/>
            <p:nvPr/>
          </p:nvSpPr>
          <p:spPr>
            <a:xfrm>
              <a:off x="4098807" y="5217087"/>
              <a:ext cx="116856" cy="70867"/>
            </a:xfrm>
            <a:custGeom>
              <a:avLst/>
              <a:gdLst>
                <a:gd name="connsiteX0" fmla="*/ 68462 w 116856"/>
                <a:gd name="connsiteY0" fmla="*/ 45622 h 70867"/>
                <a:gd name="connsiteX1" fmla="*/ 11536 w 116856"/>
                <a:gd name="connsiteY1" fmla="*/ 1547 h 70867"/>
                <a:gd name="connsiteX2" fmla="*/ 8382 w 116856"/>
                <a:gd name="connsiteY2" fmla="*/ -30 h 70867"/>
                <a:gd name="connsiteX3" fmla="*/ 3876 w 116856"/>
                <a:gd name="connsiteY3" fmla="*/ 2598 h 70867"/>
                <a:gd name="connsiteX4" fmla="*/ -29 w 116856"/>
                <a:gd name="connsiteY4" fmla="*/ 10107 h 70867"/>
                <a:gd name="connsiteX5" fmla="*/ 8457 w 116856"/>
                <a:gd name="connsiteY5" fmla="*/ 21595 h 70867"/>
                <a:gd name="connsiteX6" fmla="*/ 69213 w 116856"/>
                <a:gd name="connsiteY6" fmla="*/ 54106 h 70867"/>
                <a:gd name="connsiteX7" fmla="*/ 101431 w 116856"/>
                <a:gd name="connsiteY7" fmla="*/ 67096 h 70867"/>
                <a:gd name="connsiteX8" fmla="*/ 108490 w 116856"/>
                <a:gd name="connsiteY8" fmla="*/ 70550 h 70867"/>
                <a:gd name="connsiteX9" fmla="*/ 115625 w 116856"/>
                <a:gd name="connsiteY9" fmla="*/ 68522 h 70867"/>
                <a:gd name="connsiteX10" fmla="*/ 116075 w 116856"/>
                <a:gd name="connsiteY10" fmla="*/ 59963 h 70867"/>
                <a:gd name="connsiteX11" fmla="*/ 106087 w 116856"/>
                <a:gd name="connsiteY11" fmla="*/ 47048 h 70867"/>
                <a:gd name="connsiteX12" fmla="*/ 97375 w 116856"/>
                <a:gd name="connsiteY12" fmla="*/ 49601 h 70867"/>
                <a:gd name="connsiteX13" fmla="*/ 89189 w 116856"/>
                <a:gd name="connsiteY13" fmla="*/ 49601 h 70867"/>
                <a:gd name="connsiteX14" fmla="*/ 80628 w 116856"/>
                <a:gd name="connsiteY14" fmla="*/ 51328 h 70867"/>
                <a:gd name="connsiteX15" fmla="*/ 68462 w 116856"/>
                <a:gd name="connsiteY15" fmla="*/ 45622 h 70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6856" h="70867">
                  <a:moveTo>
                    <a:pt x="68462" y="45622"/>
                  </a:moveTo>
                  <a:lnTo>
                    <a:pt x="11536" y="1547"/>
                  </a:lnTo>
                  <a:cubicBezTo>
                    <a:pt x="10672" y="706"/>
                    <a:pt x="9569" y="158"/>
                    <a:pt x="8382" y="-30"/>
                  </a:cubicBezTo>
                  <a:cubicBezTo>
                    <a:pt x="6557" y="105"/>
                    <a:pt x="4890" y="1074"/>
                    <a:pt x="3876" y="2598"/>
                  </a:cubicBezTo>
                  <a:cubicBezTo>
                    <a:pt x="1811" y="4618"/>
                    <a:pt x="436" y="7254"/>
                    <a:pt x="-29" y="10107"/>
                  </a:cubicBezTo>
                  <a:cubicBezTo>
                    <a:pt x="-29" y="15137"/>
                    <a:pt x="4251" y="18817"/>
                    <a:pt x="8457" y="21595"/>
                  </a:cubicBezTo>
                  <a:cubicBezTo>
                    <a:pt x="27465" y="34614"/>
                    <a:pt x="47839" y="45517"/>
                    <a:pt x="69213" y="54106"/>
                  </a:cubicBezTo>
                  <a:cubicBezTo>
                    <a:pt x="80305" y="57500"/>
                    <a:pt x="91089" y="61840"/>
                    <a:pt x="101431" y="67096"/>
                  </a:cubicBezTo>
                  <a:cubicBezTo>
                    <a:pt x="103594" y="68605"/>
                    <a:pt x="105974" y="69769"/>
                    <a:pt x="108490" y="70550"/>
                  </a:cubicBezTo>
                  <a:cubicBezTo>
                    <a:pt x="111059" y="71316"/>
                    <a:pt x="113845" y="70527"/>
                    <a:pt x="115625" y="68522"/>
                  </a:cubicBezTo>
                  <a:cubicBezTo>
                    <a:pt x="117052" y="65880"/>
                    <a:pt x="117217" y="62741"/>
                    <a:pt x="116075" y="59963"/>
                  </a:cubicBezTo>
                  <a:cubicBezTo>
                    <a:pt x="114648" y="54257"/>
                    <a:pt x="111945" y="47424"/>
                    <a:pt x="106087" y="47048"/>
                  </a:cubicBezTo>
                  <a:cubicBezTo>
                    <a:pt x="103038" y="47296"/>
                    <a:pt x="100079" y="48167"/>
                    <a:pt x="97375" y="49601"/>
                  </a:cubicBezTo>
                  <a:cubicBezTo>
                    <a:pt x="93620" y="50878"/>
                    <a:pt x="92494" y="49601"/>
                    <a:pt x="89189" y="49601"/>
                  </a:cubicBezTo>
                  <a:cubicBezTo>
                    <a:pt x="85885" y="49601"/>
                    <a:pt x="83932" y="51253"/>
                    <a:pt x="80628" y="51328"/>
                  </a:cubicBezTo>
                  <a:cubicBezTo>
                    <a:pt x="76032" y="50893"/>
                    <a:pt x="71736" y="48881"/>
                    <a:pt x="68462" y="45622"/>
                  </a:cubicBezTo>
                  <a:close/>
                </a:path>
              </a:pathLst>
            </a:custGeom>
            <a:solidFill>
              <a:srgbClr val="D9A8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Content Placeholder 4">
              <a:extLst>
                <a:ext uri="{FF2B5EF4-FFF2-40B4-BE49-F238E27FC236}">
                  <a16:creationId xmlns:a16="http://schemas.microsoft.com/office/drawing/2014/main" id="{C545028D-E46F-8717-4794-11A220E89B69}"/>
                </a:ext>
              </a:extLst>
            </p:cNvPr>
            <p:cNvSpPr/>
            <p:nvPr/>
          </p:nvSpPr>
          <p:spPr>
            <a:xfrm>
              <a:off x="4049617" y="5083999"/>
              <a:ext cx="66974" cy="159272"/>
            </a:xfrm>
            <a:custGeom>
              <a:avLst/>
              <a:gdLst>
                <a:gd name="connsiteX0" fmla="*/ 3200 w 66974"/>
                <a:gd name="connsiteY0" fmla="*/ 63454 h 159272"/>
                <a:gd name="connsiteX1" fmla="*/ -29 w 66974"/>
                <a:gd name="connsiteY1" fmla="*/ 86655 h 159272"/>
                <a:gd name="connsiteX2" fmla="*/ 2374 w 66974"/>
                <a:gd name="connsiteY2" fmla="*/ 104375 h 159272"/>
                <a:gd name="connsiteX3" fmla="*/ 10560 w 66974"/>
                <a:gd name="connsiteY3" fmla="*/ 126901 h 159272"/>
                <a:gd name="connsiteX4" fmla="*/ 44054 w 66974"/>
                <a:gd name="connsiteY4" fmla="*/ 146348 h 159272"/>
                <a:gd name="connsiteX5" fmla="*/ 41501 w 66974"/>
                <a:gd name="connsiteY5" fmla="*/ 155132 h 159272"/>
                <a:gd name="connsiteX6" fmla="*/ 48485 w 66974"/>
                <a:gd name="connsiteY6" fmla="*/ 158436 h 159272"/>
                <a:gd name="connsiteX7" fmla="*/ 49987 w 66974"/>
                <a:gd name="connsiteY7" fmla="*/ 155808 h 159272"/>
                <a:gd name="connsiteX8" fmla="*/ 61177 w 66974"/>
                <a:gd name="connsiteY8" fmla="*/ 135986 h 159272"/>
                <a:gd name="connsiteX9" fmla="*/ 66660 w 66974"/>
                <a:gd name="connsiteY9" fmla="*/ 126751 h 159272"/>
                <a:gd name="connsiteX10" fmla="*/ 62604 w 66974"/>
                <a:gd name="connsiteY10" fmla="*/ 117891 h 159272"/>
                <a:gd name="connsiteX11" fmla="*/ 59375 w 66974"/>
                <a:gd name="connsiteY11" fmla="*/ 122471 h 159272"/>
                <a:gd name="connsiteX12" fmla="*/ 57197 w 66974"/>
                <a:gd name="connsiteY12" fmla="*/ 124048 h 159272"/>
                <a:gd name="connsiteX13" fmla="*/ 52616 w 66974"/>
                <a:gd name="connsiteY13" fmla="*/ 122171 h 159272"/>
                <a:gd name="connsiteX14" fmla="*/ 45782 w 66974"/>
                <a:gd name="connsiteY14" fmla="*/ 116389 h 159272"/>
                <a:gd name="connsiteX15" fmla="*/ 41276 w 66974"/>
                <a:gd name="connsiteY15" fmla="*/ 111133 h 159272"/>
                <a:gd name="connsiteX16" fmla="*/ 40675 w 66974"/>
                <a:gd name="connsiteY16" fmla="*/ 105277 h 159272"/>
                <a:gd name="connsiteX17" fmla="*/ 54268 w 66974"/>
                <a:gd name="connsiteY17" fmla="*/ 47987 h 159272"/>
                <a:gd name="connsiteX18" fmla="*/ 55094 w 66974"/>
                <a:gd name="connsiteY18" fmla="*/ 30192 h 159272"/>
                <a:gd name="connsiteX19" fmla="*/ 36770 w 66974"/>
                <a:gd name="connsiteY19" fmla="*/ 3537 h 159272"/>
                <a:gd name="connsiteX20" fmla="*/ 31888 w 66974"/>
                <a:gd name="connsiteY20" fmla="*/ 308 h 159272"/>
                <a:gd name="connsiteX21" fmla="*/ 27157 w 66974"/>
                <a:gd name="connsiteY21" fmla="*/ 308 h 159272"/>
                <a:gd name="connsiteX22" fmla="*/ 9058 w 66974"/>
                <a:gd name="connsiteY22" fmla="*/ 23209 h 159272"/>
                <a:gd name="connsiteX23" fmla="*/ 3200 w 66974"/>
                <a:gd name="connsiteY23" fmla="*/ 63454 h 159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66974" h="159272">
                  <a:moveTo>
                    <a:pt x="3200" y="63454"/>
                  </a:moveTo>
                  <a:cubicBezTo>
                    <a:pt x="1345" y="71061"/>
                    <a:pt x="264" y="78832"/>
                    <a:pt x="-29" y="86655"/>
                  </a:cubicBezTo>
                  <a:cubicBezTo>
                    <a:pt x="204" y="92625"/>
                    <a:pt x="1015" y="98556"/>
                    <a:pt x="2374" y="104375"/>
                  </a:cubicBezTo>
                  <a:cubicBezTo>
                    <a:pt x="3275" y="112424"/>
                    <a:pt x="6076" y="120151"/>
                    <a:pt x="10560" y="126901"/>
                  </a:cubicBezTo>
                  <a:cubicBezTo>
                    <a:pt x="18596" y="137188"/>
                    <a:pt x="33090" y="139815"/>
                    <a:pt x="44054" y="146348"/>
                  </a:cubicBezTo>
                  <a:cubicBezTo>
                    <a:pt x="42207" y="148893"/>
                    <a:pt x="41306" y="151994"/>
                    <a:pt x="41501" y="155132"/>
                  </a:cubicBezTo>
                  <a:cubicBezTo>
                    <a:pt x="42102" y="158211"/>
                    <a:pt x="46157" y="160539"/>
                    <a:pt x="48485" y="158436"/>
                  </a:cubicBezTo>
                  <a:cubicBezTo>
                    <a:pt x="49169" y="157678"/>
                    <a:pt x="49679" y="156784"/>
                    <a:pt x="49987" y="155808"/>
                  </a:cubicBezTo>
                  <a:cubicBezTo>
                    <a:pt x="52743" y="148698"/>
                    <a:pt x="56513" y="142023"/>
                    <a:pt x="61177" y="135986"/>
                  </a:cubicBezTo>
                  <a:cubicBezTo>
                    <a:pt x="63633" y="133328"/>
                    <a:pt x="65503" y="130182"/>
                    <a:pt x="66660" y="126751"/>
                  </a:cubicBezTo>
                  <a:cubicBezTo>
                    <a:pt x="67666" y="123199"/>
                    <a:pt x="65946" y="119445"/>
                    <a:pt x="62604" y="117891"/>
                  </a:cubicBezTo>
                  <a:cubicBezTo>
                    <a:pt x="59750" y="120819"/>
                    <a:pt x="62604" y="119542"/>
                    <a:pt x="59375" y="122471"/>
                  </a:cubicBezTo>
                  <a:cubicBezTo>
                    <a:pt x="58827" y="123199"/>
                    <a:pt x="58068" y="123755"/>
                    <a:pt x="57197" y="124048"/>
                  </a:cubicBezTo>
                  <a:cubicBezTo>
                    <a:pt x="55455" y="124198"/>
                    <a:pt x="53750" y="123500"/>
                    <a:pt x="52616" y="122171"/>
                  </a:cubicBezTo>
                  <a:cubicBezTo>
                    <a:pt x="50288" y="120294"/>
                    <a:pt x="48035" y="118341"/>
                    <a:pt x="45782" y="116389"/>
                  </a:cubicBezTo>
                  <a:cubicBezTo>
                    <a:pt x="43912" y="114985"/>
                    <a:pt x="42372" y="113198"/>
                    <a:pt x="41276" y="111133"/>
                  </a:cubicBezTo>
                  <a:cubicBezTo>
                    <a:pt x="40667" y="109249"/>
                    <a:pt x="40465" y="107251"/>
                    <a:pt x="40675" y="105277"/>
                  </a:cubicBezTo>
                  <a:cubicBezTo>
                    <a:pt x="42027" y="83802"/>
                    <a:pt x="49387" y="68935"/>
                    <a:pt x="54268" y="47987"/>
                  </a:cubicBezTo>
                  <a:cubicBezTo>
                    <a:pt x="55815" y="42183"/>
                    <a:pt x="56093" y="36116"/>
                    <a:pt x="55094" y="30192"/>
                  </a:cubicBezTo>
                  <a:cubicBezTo>
                    <a:pt x="51722" y="19710"/>
                    <a:pt x="45354" y="10437"/>
                    <a:pt x="36770" y="3537"/>
                  </a:cubicBezTo>
                  <a:cubicBezTo>
                    <a:pt x="35448" y="2058"/>
                    <a:pt x="33766" y="947"/>
                    <a:pt x="31888" y="308"/>
                  </a:cubicBezTo>
                  <a:cubicBezTo>
                    <a:pt x="30341" y="-142"/>
                    <a:pt x="28704" y="-142"/>
                    <a:pt x="27157" y="308"/>
                  </a:cubicBezTo>
                  <a:cubicBezTo>
                    <a:pt x="16327" y="2471"/>
                    <a:pt x="8660" y="12172"/>
                    <a:pt x="9058" y="23209"/>
                  </a:cubicBezTo>
                  <a:cubicBezTo>
                    <a:pt x="7864" y="36724"/>
                    <a:pt x="5911" y="50164"/>
                    <a:pt x="3200" y="63454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Content Placeholder 4">
              <a:extLst>
                <a:ext uri="{FF2B5EF4-FFF2-40B4-BE49-F238E27FC236}">
                  <a16:creationId xmlns:a16="http://schemas.microsoft.com/office/drawing/2014/main" id="{875684E4-6470-575C-B2B2-A6F7FB7C4F37}"/>
                </a:ext>
              </a:extLst>
            </p:cNvPr>
            <p:cNvSpPr/>
            <p:nvPr/>
          </p:nvSpPr>
          <p:spPr>
            <a:xfrm>
              <a:off x="4059926" y="4966730"/>
              <a:ext cx="63559" cy="97559"/>
            </a:xfrm>
            <a:custGeom>
              <a:avLst/>
              <a:gdLst>
                <a:gd name="connsiteX0" fmla="*/ 61231 w 63559"/>
                <a:gd name="connsiteY0" fmla="*/ 50827 h 97559"/>
                <a:gd name="connsiteX1" fmla="*/ 45160 w 63559"/>
                <a:gd name="connsiteY1" fmla="*/ 40316 h 97559"/>
                <a:gd name="connsiteX2" fmla="*/ 41781 w 63559"/>
                <a:gd name="connsiteY2" fmla="*/ 47824 h 97559"/>
                <a:gd name="connsiteX3" fmla="*/ 56049 w 63559"/>
                <a:gd name="connsiteY3" fmla="*/ 83264 h 97559"/>
                <a:gd name="connsiteX4" fmla="*/ 42982 w 63559"/>
                <a:gd name="connsiteY4" fmla="*/ 82213 h 97559"/>
                <a:gd name="connsiteX5" fmla="*/ 40954 w 63559"/>
                <a:gd name="connsiteY5" fmla="*/ 82588 h 97559"/>
                <a:gd name="connsiteX6" fmla="*/ 40954 w 63559"/>
                <a:gd name="connsiteY6" fmla="*/ 85066 h 97559"/>
                <a:gd name="connsiteX7" fmla="*/ 47263 w 63559"/>
                <a:gd name="connsiteY7" fmla="*/ 97530 h 97559"/>
                <a:gd name="connsiteX8" fmla="*/ 24733 w 63559"/>
                <a:gd name="connsiteY8" fmla="*/ 86492 h 97559"/>
                <a:gd name="connsiteX9" fmla="*/ 9713 w 63559"/>
                <a:gd name="connsiteY9" fmla="*/ 65393 h 97559"/>
                <a:gd name="connsiteX10" fmla="*/ 626 w 63559"/>
                <a:gd name="connsiteY10" fmla="*/ 41292 h 97559"/>
                <a:gd name="connsiteX11" fmla="*/ 5132 w 63559"/>
                <a:gd name="connsiteY11" fmla="*/ 16439 h 97559"/>
                <a:gd name="connsiteX12" fmla="*/ 31266 w 63559"/>
                <a:gd name="connsiteY12" fmla="*/ 1422 h 97559"/>
                <a:gd name="connsiteX13" fmla="*/ 50342 w 63559"/>
                <a:gd name="connsiteY13" fmla="*/ 671 h 97559"/>
                <a:gd name="connsiteX14" fmla="*/ 62959 w 63559"/>
                <a:gd name="connsiteY14" fmla="*/ 7653 h 97559"/>
                <a:gd name="connsiteX15" fmla="*/ 59429 w 63559"/>
                <a:gd name="connsiteY15" fmla="*/ 19818 h 97559"/>
                <a:gd name="connsiteX16" fmla="*/ 61231 w 63559"/>
                <a:gd name="connsiteY16" fmla="*/ 50827 h 97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3559" h="97559">
                  <a:moveTo>
                    <a:pt x="61231" y="50827"/>
                  </a:moveTo>
                  <a:cubicBezTo>
                    <a:pt x="55103" y="48672"/>
                    <a:pt x="49591" y="45068"/>
                    <a:pt x="45160" y="40316"/>
                  </a:cubicBezTo>
                  <a:cubicBezTo>
                    <a:pt x="43005" y="42215"/>
                    <a:pt x="41773" y="44948"/>
                    <a:pt x="41781" y="47824"/>
                  </a:cubicBezTo>
                  <a:cubicBezTo>
                    <a:pt x="40511" y="61249"/>
                    <a:pt x="45828" y="74464"/>
                    <a:pt x="56049" y="83264"/>
                  </a:cubicBezTo>
                  <a:lnTo>
                    <a:pt x="42982" y="82213"/>
                  </a:lnTo>
                  <a:cubicBezTo>
                    <a:pt x="42284" y="82055"/>
                    <a:pt x="41548" y="82190"/>
                    <a:pt x="40954" y="82588"/>
                  </a:cubicBezTo>
                  <a:cubicBezTo>
                    <a:pt x="40541" y="83361"/>
                    <a:pt x="40541" y="84292"/>
                    <a:pt x="40954" y="85066"/>
                  </a:cubicBezTo>
                  <a:cubicBezTo>
                    <a:pt x="42148" y="89624"/>
                    <a:pt x="44296" y="93873"/>
                    <a:pt x="47263" y="97530"/>
                  </a:cubicBezTo>
                  <a:cubicBezTo>
                    <a:pt x="38694" y="96606"/>
                    <a:pt x="30718" y="92695"/>
                    <a:pt x="24733" y="86492"/>
                  </a:cubicBezTo>
                  <a:cubicBezTo>
                    <a:pt x="18657" y="80290"/>
                    <a:pt x="13588" y="73165"/>
                    <a:pt x="9713" y="65393"/>
                  </a:cubicBezTo>
                  <a:cubicBezTo>
                    <a:pt x="5357" y="57923"/>
                    <a:pt x="2285" y="49776"/>
                    <a:pt x="626" y="41292"/>
                  </a:cubicBezTo>
                  <a:cubicBezTo>
                    <a:pt x="-1064" y="32732"/>
                    <a:pt x="543" y="23857"/>
                    <a:pt x="5132" y="16439"/>
                  </a:cubicBezTo>
                  <a:cubicBezTo>
                    <a:pt x="11665" y="8352"/>
                    <a:pt x="20985" y="2998"/>
                    <a:pt x="31266" y="1422"/>
                  </a:cubicBezTo>
                  <a:cubicBezTo>
                    <a:pt x="37492" y="-215"/>
                    <a:pt x="44003" y="-470"/>
                    <a:pt x="50342" y="671"/>
                  </a:cubicBezTo>
                  <a:cubicBezTo>
                    <a:pt x="55261" y="1376"/>
                    <a:pt x="59752" y="3862"/>
                    <a:pt x="62959" y="7653"/>
                  </a:cubicBezTo>
                  <a:cubicBezTo>
                    <a:pt x="65061" y="11708"/>
                    <a:pt x="60781" y="15913"/>
                    <a:pt x="59429" y="19818"/>
                  </a:cubicBezTo>
                  <a:cubicBezTo>
                    <a:pt x="55749" y="29961"/>
                    <a:pt x="56402" y="41179"/>
                    <a:pt x="61231" y="50827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Content Placeholder 4">
              <a:extLst>
                <a:ext uri="{FF2B5EF4-FFF2-40B4-BE49-F238E27FC236}">
                  <a16:creationId xmlns:a16="http://schemas.microsoft.com/office/drawing/2014/main" id="{D0B39ABE-8250-28EC-31CF-BD29855A5623}"/>
                </a:ext>
              </a:extLst>
            </p:cNvPr>
            <p:cNvSpPr/>
            <p:nvPr/>
          </p:nvSpPr>
          <p:spPr>
            <a:xfrm>
              <a:off x="4073891" y="5659927"/>
              <a:ext cx="48615" cy="59531"/>
            </a:xfrm>
            <a:custGeom>
              <a:avLst/>
              <a:gdLst>
                <a:gd name="connsiteX0" fmla="*/ 19930 w 48615"/>
                <a:gd name="connsiteY0" fmla="*/ 15371 h 59531"/>
                <a:gd name="connsiteX1" fmla="*/ 23760 w 48615"/>
                <a:gd name="connsiteY1" fmla="*/ 31514 h 59531"/>
                <a:gd name="connsiteX2" fmla="*/ 45014 w 48615"/>
                <a:gd name="connsiteY2" fmla="*/ 46156 h 59531"/>
                <a:gd name="connsiteX3" fmla="*/ 47492 w 48615"/>
                <a:gd name="connsiteY3" fmla="*/ 47507 h 59531"/>
                <a:gd name="connsiteX4" fmla="*/ 48018 w 48615"/>
                <a:gd name="connsiteY4" fmla="*/ 49685 h 59531"/>
                <a:gd name="connsiteX5" fmla="*/ 48468 w 48615"/>
                <a:gd name="connsiteY5" fmla="*/ 57193 h 59531"/>
                <a:gd name="connsiteX6" fmla="*/ 48468 w 48615"/>
                <a:gd name="connsiteY6" fmla="*/ 58319 h 59531"/>
                <a:gd name="connsiteX7" fmla="*/ 46741 w 48615"/>
                <a:gd name="connsiteY7" fmla="*/ 58845 h 59531"/>
                <a:gd name="connsiteX8" fmla="*/ 18729 w 48615"/>
                <a:gd name="connsiteY8" fmla="*/ 59371 h 59531"/>
                <a:gd name="connsiteX9" fmla="*/ 14448 w 48615"/>
                <a:gd name="connsiteY9" fmla="*/ 58845 h 59531"/>
                <a:gd name="connsiteX10" fmla="*/ 12270 w 48615"/>
                <a:gd name="connsiteY10" fmla="*/ 52989 h 59531"/>
                <a:gd name="connsiteX11" fmla="*/ 12721 w 48615"/>
                <a:gd name="connsiteY11" fmla="*/ 46456 h 59531"/>
                <a:gd name="connsiteX12" fmla="*/ 8065 w 48615"/>
                <a:gd name="connsiteY12" fmla="*/ 42927 h 59531"/>
                <a:gd name="connsiteX13" fmla="*/ 8740 w 48615"/>
                <a:gd name="connsiteY13" fmla="*/ 57418 h 59531"/>
                <a:gd name="connsiteX14" fmla="*/ 2958 w 48615"/>
                <a:gd name="connsiteY14" fmla="*/ 58019 h 59531"/>
                <a:gd name="connsiteX15" fmla="*/ 2432 w 48615"/>
                <a:gd name="connsiteY15" fmla="*/ 19426 h 59531"/>
                <a:gd name="connsiteX16" fmla="*/ 630 w 48615"/>
                <a:gd name="connsiteY16" fmla="*/ 4409 h 59531"/>
                <a:gd name="connsiteX17" fmla="*/ 10994 w 48615"/>
                <a:gd name="connsiteY17" fmla="*/ -21 h 59531"/>
                <a:gd name="connsiteX18" fmla="*/ 17452 w 48615"/>
                <a:gd name="connsiteY18" fmla="*/ 5760 h 59531"/>
                <a:gd name="connsiteX19" fmla="*/ 19930 w 48615"/>
                <a:gd name="connsiteY19" fmla="*/ 15371 h 59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8615" h="59531">
                  <a:moveTo>
                    <a:pt x="19930" y="15371"/>
                  </a:moveTo>
                  <a:cubicBezTo>
                    <a:pt x="20479" y="20898"/>
                    <a:pt x="21763" y="26334"/>
                    <a:pt x="23760" y="31514"/>
                  </a:cubicBezTo>
                  <a:cubicBezTo>
                    <a:pt x="28559" y="39083"/>
                    <a:pt x="36235" y="44369"/>
                    <a:pt x="45014" y="46156"/>
                  </a:cubicBezTo>
                  <a:cubicBezTo>
                    <a:pt x="45960" y="46344"/>
                    <a:pt x="46824" y="46816"/>
                    <a:pt x="47492" y="47507"/>
                  </a:cubicBezTo>
                  <a:cubicBezTo>
                    <a:pt x="47883" y="48161"/>
                    <a:pt x="48070" y="48926"/>
                    <a:pt x="48018" y="49685"/>
                  </a:cubicBezTo>
                  <a:lnTo>
                    <a:pt x="48468" y="57193"/>
                  </a:lnTo>
                  <a:cubicBezTo>
                    <a:pt x="48626" y="57554"/>
                    <a:pt x="48626" y="57959"/>
                    <a:pt x="48468" y="58319"/>
                  </a:cubicBezTo>
                  <a:cubicBezTo>
                    <a:pt x="48093" y="58845"/>
                    <a:pt x="47417" y="58845"/>
                    <a:pt x="46741" y="58845"/>
                  </a:cubicBezTo>
                  <a:cubicBezTo>
                    <a:pt x="37399" y="58454"/>
                    <a:pt x="28049" y="58635"/>
                    <a:pt x="18729" y="59371"/>
                  </a:cubicBezTo>
                  <a:cubicBezTo>
                    <a:pt x="17279" y="59656"/>
                    <a:pt x="15785" y="59476"/>
                    <a:pt x="14448" y="58845"/>
                  </a:cubicBezTo>
                  <a:cubicBezTo>
                    <a:pt x="12638" y="57486"/>
                    <a:pt x="11790" y="55196"/>
                    <a:pt x="12270" y="52989"/>
                  </a:cubicBezTo>
                  <a:cubicBezTo>
                    <a:pt x="12758" y="50848"/>
                    <a:pt x="12909" y="48641"/>
                    <a:pt x="12721" y="46456"/>
                  </a:cubicBezTo>
                  <a:cubicBezTo>
                    <a:pt x="12345" y="44279"/>
                    <a:pt x="10167" y="42176"/>
                    <a:pt x="8065" y="42927"/>
                  </a:cubicBezTo>
                  <a:cubicBezTo>
                    <a:pt x="7426" y="47762"/>
                    <a:pt x="7652" y="52665"/>
                    <a:pt x="8740" y="57418"/>
                  </a:cubicBezTo>
                  <a:cubicBezTo>
                    <a:pt x="6893" y="58102"/>
                    <a:pt x="4903" y="58305"/>
                    <a:pt x="2958" y="58019"/>
                  </a:cubicBezTo>
                  <a:cubicBezTo>
                    <a:pt x="4287" y="45179"/>
                    <a:pt x="4107" y="32228"/>
                    <a:pt x="2432" y="19426"/>
                  </a:cubicBezTo>
                  <a:cubicBezTo>
                    <a:pt x="1606" y="15071"/>
                    <a:pt x="-1323" y="8839"/>
                    <a:pt x="630" y="4409"/>
                  </a:cubicBezTo>
                  <a:cubicBezTo>
                    <a:pt x="2582" y="-21"/>
                    <a:pt x="7088" y="129"/>
                    <a:pt x="10994" y="-21"/>
                  </a:cubicBezTo>
                  <a:cubicBezTo>
                    <a:pt x="14899" y="-171"/>
                    <a:pt x="15950" y="1631"/>
                    <a:pt x="17452" y="5760"/>
                  </a:cubicBezTo>
                  <a:cubicBezTo>
                    <a:pt x="18549" y="8891"/>
                    <a:pt x="19375" y="12105"/>
                    <a:pt x="19930" y="15371"/>
                  </a:cubicBezTo>
                  <a:close/>
                </a:path>
              </a:pathLst>
            </a:custGeom>
            <a:solidFill>
              <a:srgbClr val="EDDD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Content Placeholder 4">
              <a:extLst>
                <a:ext uri="{FF2B5EF4-FFF2-40B4-BE49-F238E27FC236}">
                  <a16:creationId xmlns:a16="http://schemas.microsoft.com/office/drawing/2014/main" id="{454DEDB2-96A2-5A05-425A-D61D07645E7B}"/>
                </a:ext>
              </a:extLst>
            </p:cNvPr>
            <p:cNvSpPr/>
            <p:nvPr/>
          </p:nvSpPr>
          <p:spPr>
            <a:xfrm>
              <a:off x="4224596" y="5663896"/>
              <a:ext cx="134381" cy="34044"/>
            </a:xfrm>
            <a:custGeom>
              <a:avLst/>
              <a:gdLst>
                <a:gd name="connsiteX0" fmla="*/ 118482 w 134381"/>
                <a:gd name="connsiteY0" fmla="*/ 2767 h 34044"/>
                <a:gd name="connsiteX1" fmla="*/ 134328 w 134381"/>
                <a:gd name="connsiteY1" fmla="*/ 16913 h 34044"/>
                <a:gd name="connsiteX2" fmla="*/ 133051 w 134381"/>
                <a:gd name="connsiteY2" fmla="*/ 23866 h 34044"/>
                <a:gd name="connsiteX3" fmla="*/ 132150 w 134381"/>
                <a:gd name="connsiteY3" fmla="*/ 27695 h 34044"/>
                <a:gd name="connsiteX4" fmla="*/ 128245 w 134381"/>
                <a:gd name="connsiteY4" fmla="*/ 30924 h 34044"/>
                <a:gd name="connsiteX5" fmla="*/ 107743 w 134381"/>
                <a:gd name="connsiteY5" fmla="*/ 33777 h 34044"/>
                <a:gd name="connsiteX6" fmla="*/ 54347 w 134381"/>
                <a:gd name="connsiteY6" fmla="*/ 32576 h 34044"/>
                <a:gd name="connsiteX7" fmla="*/ 7710 w 134381"/>
                <a:gd name="connsiteY7" fmla="*/ 28897 h 34044"/>
                <a:gd name="connsiteX8" fmla="*/ 1859 w 134381"/>
                <a:gd name="connsiteY8" fmla="*/ 8481 h 34044"/>
                <a:gd name="connsiteX9" fmla="*/ 8461 w 134381"/>
                <a:gd name="connsiteY9" fmla="*/ 2241 h 34044"/>
                <a:gd name="connsiteX10" fmla="*/ 33919 w 134381"/>
                <a:gd name="connsiteY10" fmla="*/ 440 h 34044"/>
                <a:gd name="connsiteX11" fmla="*/ 60430 w 134381"/>
                <a:gd name="connsiteY11" fmla="*/ -11 h 34044"/>
                <a:gd name="connsiteX12" fmla="*/ 118482 w 134381"/>
                <a:gd name="connsiteY12" fmla="*/ 2767 h 34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381" h="34044">
                  <a:moveTo>
                    <a:pt x="118482" y="2767"/>
                  </a:moveTo>
                  <a:cubicBezTo>
                    <a:pt x="126766" y="2302"/>
                    <a:pt x="133855" y="8631"/>
                    <a:pt x="134328" y="16913"/>
                  </a:cubicBezTo>
                  <a:cubicBezTo>
                    <a:pt x="134463" y="19301"/>
                    <a:pt x="134020" y="21681"/>
                    <a:pt x="133051" y="23866"/>
                  </a:cubicBezTo>
                  <a:cubicBezTo>
                    <a:pt x="132976" y="25188"/>
                    <a:pt x="132668" y="26479"/>
                    <a:pt x="132150" y="27695"/>
                  </a:cubicBezTo>
                  <a:cubicBezTo>
                    <a:pt x="131219" y="29152"/>
                    <a:pt x="129852" y="30286"/>
                    <a:pt x="128245" y="30924"/>
                  </a:cubicBezTo>
                  <a:cubicBezTo>
                    <a:pt x="121749" y="33530"/>
                    <a:pt x="114704" y="34513"/>
                    <a:pt x="107743" y="33777"/>
                  </a:cubicBezTo>
                  <a:lnTo>
                    <a:pt x="54347" y="32576"/>
                  </a:lnTo>
                  <a:cubicBezTo>
                    <a:pt x="40904" y="32576"/>
                    <a:pt x="19726" y="35880"/>
                    <a:pt x="7710" y="28897"/>
                  </a:cubicBezTo>
                  <a:cubicBezTo>
                    <a:pt x="455" y="24872"/>
                    <a:pt x="-2166" y="15734"/>
                    <a:pt x="1859" y="8481"/>
                  </a:cubicBezTo>
                  <a:cubicBezTo>
                    <a:pt x="3361" y="5771"/>
                    <a:pt x="5667" y="3593"/>
                    <a:pt x="8461" y="2241"/>
                  </a:cubicBezTo>
                  <a:cubicBezTo>
                    <a:pt x="16804" y="319"/>
                    <a:pt x="25388" y="-289"/>
                    <a:pt x="33919" y="440"/>
                  </a:cubicBezTo>
                  <a:cubicBezTo>
                    <a:pt x="42781" y="64"/>
                    <a:pt x="51643" y="-86"/>
                    <a:pt x="60430" y="-11"/>
                  </a:cubicBezTo>
                  <a:cubicBezTo>
                    <a:pt x="79806" y="64"/>
                    <a:pt x="99181" y="2767"/>
                    <a:pt x="118482" y="2767"/>
                  </a:cubicBezTo>
                  <a:close/>
                </a:path>
              </a:pathLst>
            </a:custGeom>
            <a:solidFill>
              <a:srgbClr val="C7C7C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Content Placeholder 4">
              <a:extLst>
                <a:ext uri="{FF2B5EF4-FFF2-40B4-BE49-F238E27FC236}">
                  <a16:creationId xmlns:a16="http://schemas.microsoft.com/office/drawing/2014/main" id="{D85FB824-6642-44E7-0ACD-5AED2082F41F}"/>
                </a:ext>
              </a:extLst>
            </p:cNvPr>
            <p:cNvSpPr/>
            <p:nvPr/>
          </p:nvSpPr>
          <p:spPr>
            <a:xfrm>
              <a:off x="4271822" y="5654254"/>
              <a:ext cx="38766" cy="14502"/>
            </a:xfrm>
            <a:custGeom>
              <a:avLst/>
              <a:gdLst>
                <a:gd name="connsiteX0" fmla="*/ 587 w 38766"/>
                <a:gd name="connsiteY0" fmla="*/ 4000 h 14502"/>
                <a:gd name="connsiteX1" fmla="*/ 8097 w 38766"/>
                <a:gd name="connsiteY1" fmla="*/ 471 h 14502"/>
                <a:gd name="connsiteX2" fmla="*/ 31528 w 38766"/>
                <a:gd name="connsiteY2" fmla="*/ 20 h 14502"/>
                <a:gd name="connsiteX3" fmla="*/ 35058 w 38766"/>
                <a:gd name="connsiteY3" fmla="*/ 546 h 14502"/>
                <a:gd name="connsiteX4" fmla="*/ 38287 w 38766"/>
                <a:gd name="connsiteY4" fmla="*/ 4676 h 14502"/>
                <a:gd name="connsiteX5" fmla="*/ 38663 w 38766"/>
                <a:gd name="connsiteY5" fmla="*/ 10081 h 14502"/>
                <a:gd name="connsiteX6" fmla="*/ 37086 w 38766"/>
                <a:gd name="connsiteY6" fmla="*/ 14061 h 14502"/>
                <a:gd name="connsiteX7" fmla="*/ 35133 w 38766"/>
                <a:gd name="connsiteY7" fmla="*/ 14436 h 14502"/>
                <a:gd name="connsiteX8" fmla="*/ 10651 w 38766"/>
                <a:gd name="connsiteY8" fmla="*/ 14436 h 14502"/>
                <a:gd name="connsiteX9" fmla="*/ 662 w 38766"/>
                <a:gd name="connsiteY9" fmla="*/ 12635 h 14502"/>
                <a:gd name="connsiteX10" fmla="*/ 587 w 38766"/>
                <a:gd name="connsiteY10" fmla="*/ 4000 h 14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766" h="14502">
                  <a:moveTo>
                    <a:pt x="587" y="4000"/>
                  </a:moveTo>
                  <a:cubicBezTo>
                    <a:pt x="1789" y="1297"/>
                    <a:pt x="5319" y="621"/>
                    <a:pt x="8097" y="471"/>
                  </a:cubicBezTo>
                  <a:cubicBezTo>
                    <a:pt x="15607" y="-130"/>
                    <a:pt x="23718" y="-55"/>
                    <a:pt x="31528" y="20"/>
                  </a:cubicBezTo>
                  <a:cubicBezTo>
                    <a:pt x="32722" y="5"/>
                    <a:pt x="33917" y="185"/>
                    <a:pt x="35058" y="546"/>
                  </a:cubicBezTo>
                  <a:cubicBezTo>
                    <a:pt x="36688" y="1379"/>
                    <a:pt x="37867" y="2888"/>
                    <a:pt x="38287" y="4676"/>
                  </a:cubicBezTo>
                  <a:cubicBezTo>
                    <a:pt x="38708" y="6447"/>
                    <a:pt x="38836" y="8272"/>
                    <a:pt x="38663" y="10081"/>
                  </a:cubicBezTo>
                  <a:cubicBezTo>
                    <a:pt x="38663" y="11583"/>
                    <a:pt x="38663" y="13310"/>
                    <a:pt x="37086" y="14061"/>
                  </a:cubicBezTo>
                  <a:cubicBezTo>
                    <a:pt x="36462" y="14301"/>
                    <a:pt x="35802" y="14429"/>
                    <a:pt x="35133" y="14436"/>
                  </a:cubicBezTo>
                  <a:cubicBezTo>
                    <a:pt x="27022" y="14436"/>
                    <a:pt x="18761" y="14436"/>
                    <a:pt x="10651" y="14436"/>
                  </a:cubicBezTo>
                  <a:cubicBezTo>
                    <a:pt x="7571" y="14436"/>
                    <a:pt x="2390" y="14887"/>
                    <a:pt x="662" y="12635"/>
                  </a:cubicBezTo>
                  <a:cubicBezTo>
                    <a:pt x="-231" y="9826"/>
                    <a:pt x="-261" y="6823"/>
                    <a:pt x="587" y="4000"/>
                  </a:cubicBezTo>
                  <a:close/>
                </a:path>
              </a:pathLst>
            </a:custGeom>
            <a:solidFill>
              <a:srgbClr val="D3E4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Content Placeholder 4">
              <a:extLst>
                <a:ext uri="{FF2B5EF4-FFF2-40B4-BE49-F238E27FC236}">
                  <a16:creationId xmlns:a16="http://schemas.microsoft.com/office/drawing/2014/main" id="{146EFAD6-403C-4688-7E79-FB62BBEE52CD}"/>
                </a:ext>
              </a:extLst>
            </p:cNvPr>
            <p:cNvSpPr/>
            <p:nvPr/>
          </p:nvSpPr>
          <p:spPr>
            <a:xfrm>
              <a:off x="4276869" y="5649864"/>
              <a:ext cx="28087" cy="7959"/>
            </a:xfrm>
            <a:custGeom>
              <a:avLst/>
              <a:gdLst>
                <a:gd name="connsiteX0" fmla="*/ -29 w 28087"/>
                <a:gd name="connsiteY0" fmla="*/ 281 h 7959"/>
                <a:gd name="connsiteX1" fmla="*/ 23477 w 28087"/>
                <a:gd name="connsiteY1" fmla="*/ 281 h 7959"/>
                <a:gd name="connsiteX2" fmla="*/ 28058 w 28087"/>
                <a:gd name="connsiteY2" fmla="*/ 1557 h 7959"/>
                <a:gd name="connsiteX3" fmla="*/ 23252 w 28087"/>
                <a:gd name="connsiteY3" fmla="*/ 6513 h 7959"/>
                <a:gd name="connsiteX4" fmla="*/ 21449 w 28087"/>
                <a:gd name="connsiteY4" fmla="*/ 7789 h 7959"/>
                <a:gd name="connsiteX5" fmla="*/ 19046 w 28087"/>
                <a:gd name="connsiteY5" fmla="*/ 7789 h 7959"/>
                <a:gd name="connsiteX6" fmla="*/ 6204 w 28087"/>
                <a:gd name="connsiteY6" fmla="*/ 6663 h 7959"/>
                <a:gd name="connsiteX7" fmla="*/ -29 w 28087"/>
                <a:gd name="connsiteY7" fmla="*/ 281 h 7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087" h="7959">
                  <a:moveTo>
                    <a:pt x="-29" y="281"/>
                  </a:moveTo>
                  <a:cubicBezTo>
                    <a:pt x="7481" y="-95"/>
                    <a:pt x="15592" y="-170"/>
                    <a:pt x="23477" y="281"/>
                  </a:cubicBezTo>
                  <a:cubicBezTo>
                    <a:pt x="25107" y="138"/>
                    <a:pt x="26736" y="589"/>
                    <a:pt x="28058" y="1557"/>
                  </a:cubicBezTo>
                  <a:lnTo>
                    <a:pt x="23252" y="6513"/>
                  </a:lnTo>
                  <a:cubicBezTo>
                    <a:pt x="22771" y="7083"/>
                    <a:pt x="22148" y="7526"/>
                    <a:pt x="21449" y="7789"/>
                  </a:cubicBezTo>
                  <a:cubicBezTo>
                    <a:pt x="20661" y="7977"/>
                    <a:pt x="19835" y="7977"/>
                    <a:pt x="19046" y="7789"/>
                  </a:cubicBezTo>
                  <a:cubicBezTo>
                    <a:pt x="14991" y="6963"/>
                    <a:pt x="10034" y="7789"/>
                    <a:pt x="6204" y="6663"/>
                  </a:cubicBezTo>
                  <a:cubicBezTo>
                    <a:pt x="2374" y="5537"/>
                    <a:pt x="2074" y="3584"/>
                    <a:pt x="-29" y="281"/>
                  </a:cubicBezTo>
                  <a:close/>
                </a:path>
              </a:pathLst>
            </a:custGeom>
            <a:solidFill>
              <a:srgbClr val="ADADA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229" name="Picture 228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6526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entagon 59">
            <a:extLst>
              <a:ext uri="{FF2B5EF4-FFF2-40B4-BE49-F238E27FC236}">
                <a16:creationId xmlns:a16="http://schemas.microsoft.com/office/drawing/2014/main" id="{7D472DD2-BFB0-28E6-EC31-52184CBC44C8}"/>
              </a:ext>
            </a:extLst>
          </p:cNvPr>
          <p:cNvSpPr/>
          <p:nvPr userDrawn="1"/>
        </p:nvSpPr>
        <p:spPr>
          <a:xfrm rot="5400000">
            <a:off x="753540" y="-153440"/>
            <a:ext cx="5176434" cy="5483315"/>
          </a:xfrm>
          <a:prstGeom prst="homePlate">
            <a:avLst>
              <a:gd name="adj" fmla="val 39090"/>
            </a:avLst>
          </a:prstGeom>
          <a:gradFill>
            <a:gsLst>
              <a:gs pos="56000">
                <a:srgbClr val="9FBCA2">
                  <a:alpha val="64916"/>
                </a:srgbClr>
              </a:gs>
              <a:gs pos="100000">
                <a:schemeClr val="tx1">
                  <a:lumMod val="40000"/>
                  <a:lumOff val="60000"/>
                  <a:alpha val="0"/>
                </a:schemeClr>
              </a:gs>
              <a:gs pos="22000">
                <a:schemeClr val="tx1"/>
              </a:gs>
              <a:gs pos="0">
                <a:srgbClr val="6F9B8A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363"/>
            <a:endParaRPr lang="en-US" sz="3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>
            <a:off x="8417997" y="1"/>
            <a:ext cx="3789502" cy="3665601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0800000">
            <a:off x="-2" y="5176433"/>
            <a:ext cx="1397652" cy="1234747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itle 3">
            <a:extLst>
              <a:ext uri="{FF2B5EF4-FFF2-40B4-BE49-F238E27FC236}">
                <a16:creationId xmlns:a16="http://schemas.microsoft.com/office/drawing/2014/main" id="{B9192A8D-B75B-B107-4876-E7EF277B2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347" y="927509"/>
            <a:ext cx="5483314" cy="2137204"/>
          </a:xfrm>
        </p:spPr>
        <p:txBody>
          <a:bodyPr>
            <a:noAutofit/>
          </a:bodyPr>
          <a:lstStyle>
            <a:lvl1pPr algn="ctr">
              <a:defRPr sz="66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Divider Slide 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F25BF64-FECD-9C69-5D68-A6E39B810F63}"/>
              </a:ext>
            </a:extLst>
          </p:cNvPr>
          <p:cNvGrpSpPr/>
          <p:nvPr userDrawn="1"/>
        </p:nvGrpSpPr>
        <p:grpSpPr>
          <a:xfrm>
            <a:off x="7046299" y="662280"/>
            <a:ext cx="4205235" cy="5895974"/>
            <a:chOff x="8009109" y="4892611"/>
            <a:chExt cx="588717" cy="825414"/>
          </a:xfrm>
        </p:grpSpPr>
        <p:sp>
          <p:nvSpPr>
            <p:cNvPr id="16" name="Content Placeholder 4">
              <a:extLst>
                <a:ext uri="{FF2B5EF4-FFF2-40B4-BE49-F238E27FC236}">
                  <a16:creationId xmlns:a16="http://schemas.microsoft.com/office/drawing/2014/main" id="{4AEC0A1A-1096-8D6C-5591-83DD28A1B09E}"/>
                </a:ext>
              </a:extLst>
            </p:cNvPr>
            <p:cNvSpPr/>
            <p:nvPr/>
          </p:nvSpPr>
          <p:spPr>
            <a:xfrm>
              <a:off x="8038513" y="5684627"/>
              <a:ext cx="257177" cy="20126"/>
            </a:xfrm>
            <a:custGeom>
              <a:avLst/>
              <a:gdLst>
                <a:gd name="connsiteX0" fmla="*/ 239125 w 257177"/>
                <a:gd name="connsiteY0" fmla="*/ 12221 h 20126"/>
                <a:gd name="connsiteX1" fmla="*/ 257149 w 257177"/>
                <a:gd name="connsiteY1" fmla="*/ 2460 h 20126"/>
                <a:gd name="connsiteX2" fmla="*/ 210136 w 257177"/>
                <a:gd name="connsiteY2" fmla="*/ 57 h 20126"/>
                <a:gd name="connsiteX3" fmla="*/ 101542 w 257177"/>
                <a:gd name="connsiteY3" fmla="*/ 57 h 20126"/>
                <a:gd name="connsiteX4" fmla="*/ 45292 w 257177"/>
                <a:gd name="connsiteY4" fmla="*/ 1408 h 20126"/>
                <a:gd name="connsiteX5" fmla="*/ 232 w 257177"/>
                <a:gd name="connsiteY5" fmla="*/ 15975 h 20126"/>
                <a:gd name="connsiteX6" fmla="*/ 46569 w 257177"/>
                <a:gd name="connsiteY6" fmla="*/ 18378 h 20126"/>
                <a:gd name="connsiteX7" fmla="*/ 169207 w 257177"/>
                <a:gd name="connsiteY7" fmla="*/ 15299 h 20126"/>
                <a:gd name="connsiteX8" fmla="*/ 239125 w 257177"/>
                <a:gd name="connsiteY8" fmla="*/ 12221 h 20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7177" h="20126">
                  <a:moveTo>
                    <a:pt x="239125" y="12221"/>
                  </a:moveTo>
                  <a:cubicBezTo>
                    <a:pt x="246635" y="12221"/>
                    <a:pt x="256022" y="9818"/>
                    <a:pt x="257149" y="2460"/>
                  </a:cubicBezTo>
                  <a:cubicBezTo>
                    <a:pt x="241558" y="492"/>
                    <a:pt x="225847" y="-311"/>
                    <a:pt x="210136" y="57"/>
                  </a:cubicBezTo>
                  <a:lnTo>
                    <a:pt x="101542" y="57"/>
                  </a:lnTo>
                  <a:cubicBezTo>
                    <a:pt x="82842" y="57"/>
                    <a:pt x="63992" y="57"/>
                    <a:pt x="45292" y="1408"/>
                  </a:cubicBezTo>
                  <a:cubicBezTo>
                    <a:pt x="38983" y="1859"/>
                    <a:pt x="-3749" y="4562"/>
                    <a:pt x="232" y="15975"/>
                  </a:cubicBezTo>
                  <a:cubicBezTo>
                    <a:pt x="2560" y="23483"/>
                    <a:pt x="40260" y="18453"/>
                    <a:pt x="46569" y="18378"/>
                  </a:cubicBezTo>
                  <a:cubicBezTo>
                    <a:pt x="87423" y="17777"/>
                    <a:pt x="128300" y="16748"/>
                    <a:pt x="169207" y="15299"/>
                  </a:cubicBezTo>
                  <a:cubicBezTo>
                    <a:pt x="192390" y="14398"/>
                    <a:pt x="215694" y="13370"/>
                    <a:pt x="239125" y="12221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Content Placeholder 4">
              <a:extLst>
                <a:ext uri="{FF2B5EF4-FFF2-40B4-BE49-F238E27FC236}">
                  <a16:creationId xmlns:a16="http://schemas.microsoft.com/office/drawing/2014/main" id="{DE6E2293-31D3-14C5-AF9C-C7D6E69A75C7}"/>
                </a:ext>
              </a:extLst>
            </p:cNvPr>
            <p:cNvSpPr/>
            <p:nvPr/>
          </p:nvSpPr>
          <p:spPr>
            <a:xfrm>
              <a:off x="8318944" y="5676943"/>
              <a:ext cx="278882" cy="41082"/>
            </a:xfrm>
            <a:custGeom>
              <a:avLst/>
              <a:gdLst>
                <a:gd name="connsiteX0" fmla="*/ 227627 w 278882"/>
                <a:gd name="connsiteY0" fmla="*/ 41003 h 41082"/>
                <a:gd name="connsiteX1" fmla="*/ 274789 w 278882"/>
                <a:gd name="connsiteY1" fmla="*/ 28013 h 41082"/>
                <a:gd name="connsiteX2" fmla="*/ 278845 w 278882"/>
                <a:gd name="connsiteY2" fmla="*/ 17727 h 41082"/>
                <a:gd name="connsiteX3" fmla="*/ 259319 w 278882"/>
                <a:gd name="connsiteY3" fmla="*/ 4812 h 41082"/>
                <a:gd name="connsiteX4" fmla="*/ 110246 w 278882"/>
                <a:gd name="connsiteY4" fmla="*/ 3085 h 41082"/>
                <a:gd name="connsiteX5" fmla="*/ 18248 w 278882"/>
                <a:gd name="connsiteY5" fmla="*/ 16075 h 41082"/>
                <a:gd name="connsiteX6" fmla="*/ 9988 w 278882"/>
                <a:gd name="connsiteY6" fmla="*/ 38600 h 41082"/>
                <a:gd name="connsiteX7" fmla="*/ 77577 w 278882"/>
                <a:gd name="connsiteY7" fmla="*/ 39051 h 41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8882" h="41082">
                  <a:moveTo>
                    <a:pt x="227627" y="41003"/>
                  </a:moveTo>
                  <a:cubicBezTo>
                    <a:pt x="244600" y="41003"/>
                    <a:pt x="263975" y="40477"/>
                    <a:pt x="274789" y="28013"/>
                  </a:cubicBezTo>
                  <a:cubicBezTo>
                    <a:pt x="277508" y="25295"/>
                    <a:pt x="278973" y="21571"/>
                    <a:pt x="278845" y="17727"/>
                  </a:cubicBezTo>
                  <a:cubicBezTo>
                    <a:pt x="277944" y="9618"/>
                    <a:pt x="267730" y="6164"/>
                    <a:pt x="259319" y="4812"/>
                  </a:cubicBezTo>
                  <a:cubicBezTo>
                    <a:pt x="210204" y="-2696"/>
                    <a:pt x="159962" y="7"/>
                    <a:pt x="110246" y="3085"/>
                  </a:cubicBezTo>
                  <a:cubicBezTo>
                    <a:pt x="79177" y="3806"/>
                    <a:pt x="48303" y="8161"/>
                    <a:pt x="18248" y="16075"/>
                  </a:cubicBezTo>
                  <a:cubicBezTo>
                    <a:pt x="2778" y="20805"/>
                    <a:pt x="-9464" y="33119"/>
                    <a:pt x="9988" y="38600"/>
                  </a:cubicBezTo>
                  <a:cubicBezTo>
                    <a:pt x="29438" y="44081"/>
                    <a:pt x="57751" y="38600"/>
                    <a:pt x="77577" y="39051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Content Placeholder 4">
              <a:extLst>
                <a:ext uri="{FF2B5EF4-FFF2-40B4-BE49-F238E27FC236}">
                  <a16:creationId xmlns:a16="http://schemas.microsoft.com/office/drawing/2014/main" id="{68D45F74-9AE0-3669-121A-D3B54C136C13}"/>
                </a:ext>
              </a:extLst>
            </p:cNvPr>
            <p:cNvSpPr/>
            <p:nvPr/>
          </p:nvSpPr>
          <p:spPr>
            <a:xfrm>
              <a:off x="8444541" y="5113956"/>
              <a:ext cx="97805" cy="163560"/>
            </a:xfrm>
            <a:custGeom>
              <a:avLst/>
              <a:gdLst>
                <a:gd name="connsiteX0" fmla="*/ 36167 w 97805"/>
                <a:gd name="connsiteY0" fmla="*/ 6317 h 163560"/>
                <a:gd name="connsiteX1" fmla="*/ 43301 w 97805"/>
                <a:gd name="connsiteY1" fmla="*/ 17204 h 163560"/>
                <a:gd name="connsiteX2" fmla="*/ 84456 w 97805"/>
                <a:gd name="connsiteY2" fmla="*/ 102425 h 163560"/>
                <a:gd name="connsiteX3" fmla="*/ 96622 w 97805"/>
                <a:gd name="connsiteY3" fmla="*/ 131332 h 163560"/>
                <a:gd name="connsiteX4" fmla="*/ 97373 w 97805"/>
                <a:gd name="connsiteY4" fmla="*/ 141093 h 163560"/>
                <a:gd name="connsiteX5" fmla="*/ 92492 w 97805"/>
                <a:gd name="connsiteY5" fmla="*/ 147626 h 163560"/>
                <a:gd name="connsiteX6" fmla="*/ 58547 w 97805"/>
                <a:gd name="connsiteY6" fmla="*/ 163243 h 163560"/>
                <a:gd name="connsiteX7" fmla="*/ 49760 w 97805"/>
                <a:gd name="connsiteY7" fmla="*/ 162342 h 163560"/>
                <a:gd name="connsiteX8" fmla="*/ 43452 w 97805"/>
                <a:gd name="connsiteY8" fmla="*/ 153933 h 163560"/>
                <a:gd name="connsiteX9" fmla="*/ 795 w 97805"/>
                <a:gd name="connsiteY9" fmla="*/ 26890 h 163560"/>
                <a:gd name="connsiteX10" fmla="*/ 15252 w 97805"/>
                <a:gd name="connsiteY10" fmla="*/ 790 h 163560"/>
                <a:gd name="connsiteX11" fmla="*/ 36167 w 97805"/>
                <a:gd name="connsiteY11" fmla="*/ 6317 h 163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7805" h="163560">
                  <a:moveTo>
                    <a:pt x="36167" y="6317"/>
                  </a:moveTo>
                  <a:cubicBezTo>
                    <a:pt x="39216" y="9455"/>
                    <a:pt x="41642" y="13149"/>
                    <a:pt x="43301" y="17204"/>
                  </a:cubicBezTo>
                  <a:cubicBezTo>
                    <a:pt x="57067" y="45586"/>
                    <a:pt x="70788" y="73991"/>
                    <a:pt x="84456" y="102425"/>
                  </a:cubicBezTo>
                  <a:cubicBezTo>
                    <a:pt x="89285" y="111720"/>
                    <a:pt x="93348" y="121384"/>
                    <a:pt x="96622" y="131332"/>
                  </a:cubicBezTo>
                  <a:cubicBezTo>
                    <a:pt x="97839" y="134441"/>
                    <a:pt x="98102" y="137835"/>
                    <a:pt x="97373" y="141093"/>
                  </a:cubicBezTo>
                  <a:cubicBezTo>
                    <a:pt x="96359" y="143669"/>
                    <a:pt x="94677" y="145921"/>
                    <a:pt x="92492" y="147626"/>
                  </a:cubicBezTo>
                  <a:cubicBezTo>
                    <a:pt x="83052" y="156200"/>
                    <a:pt x="71201" y="161652"/>
                    <a:pt x="58547" y="163243"/>
                  </a:cubicBezTo>
                  <a:cubicBezTo>
                    <a:pt x="55595" y="163829"/>
                    <a:pt x="52531" y="163514"/>
                    <a:pt x="49760" y="162342"/>
                  </a:cubicBezTo>
                  <a:cubicBezTo>
                    <a:pt x="46801" y="160300"/>
                    <a:pt x="44586" y="157342"/>
                    <a:pt x="43452" y="153933"/>
                  </a:cubicBezTo>
                  <a:cubicBezTo>
                    <a:pt x="24850" y="113184"/>
                    <a:pt x="10550" y="70604"/>
                    <a:pt x="795" y="26890"/>
                  </a:cubicBezTo>
                  <a:cubicBezTo>
                    <a:pt x="-2420" y="15687"/>
                    <a:pt x="4054" y="4004"/>
                    <a:pt x="15252" y="790"/>
                  </a:cubicBezTo>
                  <a:cubicBezTo>
                    <a:pt x="22709" y="-1349"/>
                    <a:pt x="30745" y="768"/>
                    <a:pt x="36167" y="6317"/>
                  </a:cubicBezTo>
                  <a:close/>
                </a:path>
              </a:pathLst>
            </a:custGeom>
            <a:solidFill>
              <a:schemeClr val="bg1">
                <a:lumMod val="60000"/>
                <a:lumOff val="4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Content Placeholder 4">
              <a:extLst>
                <a:ext uri="{FF2B5EF4-FFF2-40B4-BE49-F238E27FC236}">
                  <a16:creationId xmlns:a16="http://schemas.microsoft.com/office/drawing/2014/main" id="{6E8EDC06-B910-7F17-A865-D093CA7D598A}"/>
                </a:ext>
              </a:extLst>
            </p:cNvPr>
            <p:cNvSpPr/>
            <p:nvPr/>
          </p:nvSpPr>
          <p:spPr>
            <a:xfrm>
              <a:off x="8413036" y="5672380"/>
              <a:ext cx="55995" cy="37293"/>
            </a:xfrm>
            <a:custGeom>
              <a:avLst/>
              <a:gdLst>
                <a:gd name="connsiteX0" fmla="*/ 14576 w 55995"/>
                <a:gd name="connsiteY0" fmla="*/ 741 h 37293"/>
                <a:gd name="connsiteX1" fmla="*/ 29071 w 55995"/>
                <a:gd name="connsiteY1" fmla="*/ 6222 h 37293"/>
                <a:gd name="connsiteX2" fmla="*/ 45668 w 55995"/>
                <a:gd name="connsiteY2" fmla="*/ 5621 h 37293"/>
                <a:gd name="connsiteX3" fmla="*/ 51601 w 55995"/>
                <a:gd name="connsiteY3" fmla="*/ 7423 h 37293"/>
                <a:gd name="connsiteX4" fmla="*/ 55431 w 55995"/>
                <a:gd name="connsiteY4" fmla="*/ 15758 h 37293"/>
                <a:gd name="connsiteX5" fmla="*/ 55431 w 55995"/>
                <a:gd name="connsiteY5" fmla="*/ 31300 h 37293"/>
                <a:gd name="connsiteX6" fmla="*/ 54605 w 55995"/>
                <a:gd name="connsiteY6" fmla="*/ 34003 h 37293"/>
                <a:gd name="connsiteX7" fmla="*/ 52126 w 55995"/>
                <a:gd name="connsiteY7" fmla="*/ 35730 h 37293"/>
                <a:gd name="connsiteX8" fmla="*/ 36506 w 55995"/>
                <a:gd name="connsiteY8" fmla="*/ 36180 h 37293"/>
                <a:gd name="connsiteX9" fmla="*/ 21486 w 55995"/>
                <a:gd name="connsiteY9" fmla="*/ 30399 h 37293"/>
                <a:gd name="connsiteX10" fmla="*/ 5940 w 55995"/>
                <a:gd name="connsiteY10" fmla="*/ 22890 h 37293"/>
                <a:gd name="connsiteX11" fmla="*/ 14576 w 55995"/>
                <a:gd name="connsiteY11" fmla="*/ 741 h 3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5995" h="37293">
                  <a:moveTo>
                    <a:pt x="14576" y="741"/>
                  </a:moveTo>
                  <a:cubicBezTo>
                    <a:pt x="19278" y="2888"/>
                    <a:pt x="24122" y="4720"/>
                    <a:pt x="29071" y="6222"/>
                  </a:cubicBezTo>
                  <a:cubicBezTo>
                    <a:pt x="34613" y="6357"/>
                    <a:pt x="40155" y="6154"/>
                    <a:pt x="45668" y="5621"/>
                  </a:cubicBezTo>
                  <a:cubicBezTo>
                    <a:pt x="47786" y="5591"/>
                    <a:pt x="49858" y="6222"/>
                    <a:pt x="51601" y="7423"/>
                  </a:cubicBezTo>
                  <a:cubicBezTo>
                    <a:pt x="53899" y="9608"/>
                    <a:pt x="55266" y="12589"/>
                    <a:pt x="55431" y="15758"/>
                  </a:cubicBezTo>
                  <a:cubicBezTo>
                    <a:pt x="56144" y="20916"/>
                    <a:pt x="56144" y="26142"/>
                    <a:pt x="55431" y="31300"/>
                  </a:cubicBezTo>
                  <a:cubicBezTo>
                    <a:pt x="55341" y="32246"/>
                    <a:pt x="55063" y="33170"/>
                    <a:pt x="54605" y="34003"/>
                  </a:cubicBezTo>
                  <a:cubicBezTo>
                    <a:pt x="53959" y="34807"/>
                    <a:pt x="53103" y="35407"/>
                    <a:pt x="52126" y="35730"/>
                  </a:cubicBezTo>
                  <a:cubicBezTo>
                    <a:pt x="47110" y="37607"/>
                    <a:pt x="41620" y="37765"/>
                    <a:pt x="36506" y="36180"/>
                  </a:cubicBezTo>
                  <a:cubicBezTo>
                    <a:pt x="31376" y="34596"/>
                    <a:pt x="26352" y="32666"/>
                    <a:pt x="21486" y="30399"/>
                  </a:cubicBezTo>
                  <a:cubicBezTo>
                    <a:pt x="15958" y="28687"/>
                    <a:pt x="10716" y="26157"/>
                    <a:pt x="5940" y="22890"/>
                  </a:cubicBezTo>
                  <a:cubicBezTo>
                    <a:pt x="-4048" y="14256"/>
                    <a:pt x="-1720" y="-3990"/>
                    <a:pt x="14576" y="741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Content Placeholder 4">
              <a:extLst>
                <a:ext uri="{FF2B5EF4-FFF2-40B4-BE49-F238E27FC236}">
                  <a16:creationId xmlns:a16="http://schemas.microsoft.com/office/drawing/2014/main" id="{61F1D0F8-4D0A-40EF-A79E-ED223C4F5C7B}"/>
                </a:ext>
              </a:extLst>
            </p:cNvPr>
            <p:cNvSpPr/>
            <p:nvPr/>
          </p:nvSpPr>
          <p:spPr>
            <a:xfrm>
              <a:off x="8338621" y="5674803"/>
              <a:ext cx="58397" cy="37523"/>
            </a:xfrm>
            <a:custGeom>
              <a:avLst/>
              <a:gdLst>
                <a:gd name="connsiteX0" fmla="*/ 48813 w 58397"/>
                <a:gd name="connsiteY0" fmla="*/ 3798 h 37523"/>
                <a:gd name="connsiteX1" fmla="*/ 55047 w 58397"/>
                <a:gd name="connsiteY1" fmla="*/ 5300 h 37523"/>
                <a:gd name="connsiteX2" fmla="*/ 56999 w 58397"/>
                <a:gd name="connsiteY2" fmla="*/ 11382 h 37523"/>
                <a:gd name="connsiteX3" fmla="*/ 58276 w 58397"/>
                <a:gd name="connsiteY3" fmla="*/ 32106 h 37523"/>
                <a:gd name="connsiteX4" fmla="*/ 56038 w 58397"/>
                <a:gd name="connsiteY4" fmla="*/ 35837 h 37523"/>
                <a:gd name="connsiteX5" fmla="*/ 55948 w 58397"/>
                <a:gd name="connsiteY5" fmla="*/ 35860 h 37523"/>
                <a:gd name="connsiteX6" fmla="*/ 41678 w 58397"/>
                <a:gd name="connsiteY6" fmla="*/ 37136 h 37523"/>
                <a:gd name="connsiteX7" fmla="*/ 10212 w 58397"/>
                <a:gd name="connsiteY7" fmla="*/ 25122 h 37523"/>
                <a:gd name="connsiteX8" fmla="*/ 599 w 58397"/>
                <a:gd name="connsiteY8" fmla="*/ 13635 h 37523"/>
                <a:gd name="connsiteX9" fmla="*/ 5555 w 58397"/>
                <a:gd name="connsiteY9" fmla="*/ 720 h 37523"/>
                <a:gd name="connsiteX10" fmla="*/ 13065 w 58397"/>
                <a:gd name="connsiteY10" fmla="*/ 269 h 37523"/>
                <a:gd name="connsiteX11" fmla="*/ 32291 w 58397"/>
                <a:gd name="connsiteY11" fmla="*/ 4099 h 37523"/>
                <a:gd name="connsiteX12" fmla="*/ 48813 w 58397"/>
                <a:gd name="connsiteY12" fmla="*/ 3798 h 37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8397" h="37523">
                  <a:moveTo>
                    <a:pt x="48813" y="3798"/>
                  </a:moveTo>
                  <a:cubicBezTo>
                    <a:pt x="51006" y="3475"/>
                    <a:pt x="53244" y="4009"/>
                    <a:pt x="55047" y="5300"/>
                  </a:cubicBezTo>
                  <a:cubicBezTo>
                    <a:pt x="56421" y="7020"/>
                    <a:pt x="57111" y="9182"/>
                    <a:pt x="56999" y="11382"/>
                  </a:cubicBezTo>
                  <a:cubicBezTo>
                    <a:pt x="57450" y="18290"/>
                    <a:pt x="57825" y="25197"/>
                    <a:pt x="58276" y="32106"/>
                  </a:cubicBezTo>
                  <a:cubicBezTo>
                    <a:pt x="58689" y="33757"/>
                    <a:pt x="57682" y="35424"/>
                    <a:pt x="56038" y="35837"/>
                  </a:cubicBezTo>
                  <a:cubicBezTo>
                    <a:pt x="56008" y="35845"/>
                    <a:pt x="55977" y="35852"/>
                    <a:pt x="55948" y="35860"/>
                  </a:cubicBezTo>
                  <a:cubicBezTo>
                    <a:pt x="51367" y="37451"/>
                    <a:pt x="46470" y="37887"/>
                    <a:pt x="41678" y="37136"/>
                  </a:cubicBezTo>
                  <a:cubicBezTo>
                    <a:pt x="30331" y="35897"/>
                    <a:pt x="19494" y="31760"/>
                    <a:pt x="10212" y="25122"/>
                  </a:cubicBezTo>
                  <a:cubicBezTo>
                    <a:pt x="5841" y="22442"/>
                    <a:pt x="2461" y="18410"/>
                    <a:pt x="599" y="13635"/>
                  </a:cubicBezTo>
                  <a:cubicBezTo>
                    <a:pt x="-1181" y="8694"/>
                    <a:pt x="930" y="3198"/>
                    <a:pt x="5555" y="720"/>
                  </a:cubicBezTo>
                  <a:cubicBezTo>
                    <a:pt x="7974" y="-91"/>
                    <a:pt x="10565" y="-249"/>
                    <a:pt x="13065" y="269"/>
                  </a:cubicBezTo>
                  <a:cubicBezTo>
                    <a:pt x="19599" y="1020"/>
                    <a:pt x="25833" y="3498"/>
                    <a:pt x="32291" y="4099"/>
                  </a:cubicBezTo>
                  <a:cubicBezTo>
                    <a:pt x="37803" y="4294"/>
                    <a:pt x="43316" y="4189"/>
                    <a:pt x="48813" y="3798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Content Placeholder 4">
              <a:extLst>
                <a:ext uri="{FF2B5EF4-FFF2-40B4-BE49-F238E27FC236}">
                  <a16:creationId xmlns:a16="http://schemas.microsoft.com/office/drawing/2014/main" id="{2FE34885-A439-9334-3273-EE328C560C22}"/>
                </a:ext>
              </a:extLst>
            </p:cNvPr>
            <p:cNvSpPr/>
            <p:nvPr/>
          </p:nvSpPr>
          <p:spPr>
            <a:xfrm>
              <a:off x="8398526" y="5234286"/>
              <a:ext cx="111755" cy="440526"/>
            </a:xfrm>
            <a:custGeom>
              <a:avLst/>
              <a:gdLst>
                <a:gd name="connsiteX0" fmla="*/ 36220 w 111755"/>
                <a:gd name="connsiteY0" fmla="*/ 430350 h 440526"/>
                <a:gd name="connsiteX1" fmla="*/ 38248 w 111755"/>
                <a:gd name="connsiteY1" fmla="*/ 435831 h 440526"/>
                <a:gd name="connsiteX2" fmla="*/ 43130 w 111755"/>
                <a:gd name="connsiteY2" fmla="*/ 438159 h 440526"/>
                <a:gd name="connsiteX3" fmla="*/ 68063 w 111755"/>
                <a:gd name="connsiteY3" fmla="*/ 440261 h 440526"/>
                <a:gd name="connsiteX4" fmla="*/ 110044 w 111755"/>
                <a:gd name="connsiteY4" fmla="*/ 172510 h 440526"/>
                <a:gd name="connsiteX5" fmla="*/ 109218 w 111755"/>
                <a:gd name="connsiteY5" fmla="*/ 104934 h 440526"/>
                <a:gd name="connsiteX6" fmla="*/ 104862 w 111755"/>
                <a:gd name="connsiteY6" fmla="*/ 42388 h 440526"/>
                <a:gd name="connsiteX7" fmla="*/ 66185 w 111755"/>
                <a:gd name="connsiteY7" fmla="*/ 7549 h 440526"/>
                <a:gd name="connsiteX8" fmla="*/ 5505 w 111755"/>
                <a:gd name="connsiteY8" fmla="*/ 17235 h 440526"/>
                <a:gd name="connsiteX9" fmla="*/ 22 w 111755"/>
                <a:gd name="connsiteY9" fmla="*/ 115371 h 440526"/>
                <a:gd name="connsiteX10" fmla="*/ 17596 w 111755"/>
                <a:gd name="connsiteY10" fmla="*/ 318099 h 440526"/>
                <a:gd name="connsiteX11" fmla="*/ 36220 w 111755"/>
                <a:gd name="connsiteY11" fmla="*/ 430350 h 440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1755" h="440526">
                  <a:moveTo>
                    <a:pt x="36220" y="430350"/>
                  </a:moveTo>
                  <a:cubicBezTo>
                    <a:pt x="36371" y="432332"/>
                    <a:pt x="37069" y="434232"/>
                    <a:pt x="38248" y="435831"/>
                  </a:cubicBezTo>
                  <a:cubicBezTo>
                    <a:pt x="39615" y="437063"/>
                    <a:pt x="41313" y="437873"/>
                    <a:pt x="43130" y="438159"/>
                  </a:cubicBezTo>
                  <a:cubicBezTo>
                    <a:pt x="51271" y="440209"/>
                    <a:pt x="59689" y="440914"/>
                    <a:pt x="68063" y="440261"/>
                  </a:cubicBezTo>
                  <a:cubicBezTo>
                    <a:pt x="78074" y="350460"/>
                    <a:pt x="92072" y="261207"/>
                    <a:pt x="110044" y="172510"/>
                  </a:cubicBezTo>
                  <a:cubicBezTo>
                    <a:pt x="114474" y="150660"/>
                    <a:pt x="108692" y="126933"/>
                    <a:pt x="109218" y="104934"/>
                  </a:cubicBezTo>
                  <a:cubicBezTo>
                    <a:pt x="109744" y="82934"/>
                    <a:pt x="116352" y="61385"/>
                    <a:pt x="104862" y="42388"/>
                  </a:cubicBezTo>
                  <a:cubicBezTo>
                    <a:pt x="95587" y="27296"/>
                    <a:pt x="82159" y="15200"/>
                    <a:pt x="66185" y="7549"/>
                  </a:cubicBezTo>
                  <a:cubicBezTo>
                    <a:pt x="50264" y="41"/>
                    <a:pt x="8959" y="-8369"/>
                    <a:pt x="5505" y="17235"/>
                  </a:cubicBezTo>
                  <a:cubicBezTo>
                    <a:pt x="1464" y="49784"/>
                    <a:pt x="-368" y="82573"/>
                    <a:pt x="22" y="115371"/>
                  </a:cubicBezTo>
                  <a:cubicBezTo>
                    <a:pt x="826" y="183292"/>
                    <a:pt x="6706" y="251056"/>
                    <a:pt x="17596" y="318099"/>
                  </a:cubicBezTo>
                  <a:cubicBezTo>
                    <a:pt x="23228" y="355191"/>
                    <a:pt x="29687" y="392808"/>
                    <a:pt x="36220" y="430350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Content Placeholder 4">
              <a:extLst>
                <a:ext uri="{FF2B5EF4-FFF2-40B4-BE49-F238E27FC236}">
                  <a16:creationId xmlns:a16="http://schemas.microsoft.com/office/drawing/2014/main" id="{02644F4F-7344-F615-6BC6-4952C6993103}"/>
                </a:ext>
              </a:extLst>
            </p:cNvPr>
            <p:cNvSpPr/>
            <p:nvPr/>
          </p:nvSpPr>
          <p:spPr>
            <a:xfrm>
              <a:off x="8290026" y="5265156"/>
              <a:ext cx="138691" cy="410102"/>
            </a:xfrm>
            <a:custGeom>
              <a:avLst/>
              <a:gdLst>
                <a:gd name="connsiteX0" fmla="*/ 59032 w 138691"/>
                <a:gd name="connsiteY0" fmla="*/ 364190 h 410102"/>
                <a:gd name="connsiteX1" fmla="*/ 70372 w 138691"/>
                <a:gd name="connsiteY1" fmla="*/ 403534 h 410102"/>
                <a:gd name="connsiteX2" fmla="*/ 74802 w 138691"/>
                <a:gd name="connsiteY2" fmla="*/ 409316 h 410102"/>
                <a:gd name="connsiteX3" fmla="*/ 81261 w 138691"/>
                <a:gd name="connsiteY3" fmla="*/ 409842 h 410102"/>
                <a:gd name="connsiteX4" fmla="*/ 98158 w 138691"/>
                <a:gd name="connsiteY4" fmla="*/ 408114 h 410102"/>
                <a:gd name="connsiteX5" fmla="*/ 103941 w 138691"/>
                <a:gd name="connsiteY5" fmla="*/ 406538 h 410102"/>
                <a:gd name="connsiteX6" fmla="*/ 107396 w 138691"/>
                <a:gd name="connsiteY6" fmla="*/ 396251 h 410102"/>
                <a:gd name="connsiteX7" fmla="*/ 131127 w 138691"/>
                <a:gd name="connsiteY7" fmla="*/ 121892 h 410102"/>
                <a:gd name="connsiteX8" fmla="*/ 138637 w 138691"/>
                <a:gd name="connsiteY8" fmla="*/ 69333 h 410102"/>
                <a:gd name="connsiteX9" fmla="*/ 121139 w 138691"/>
                <a:gd name="connsiteY9" fmla="*/ 21054 h 410102"/>
                <a:gd name="connsiteX10" fmla="*/ 50170 w 138691"/>
                <a:gd name="connsiteY10" fmla="*/ 105 h 410102"/>
                <a:gd name="connsiteX11" fmla="*/ 11644 w 138691"/>
                <a:gd name="connsiteY11" fmla="*/ 6112 h 410102"/>
                <a:gd name="connsiteX12" fmla="*/ 1280 w 138691"/>
                <a:gd name="connsiteY12" fmla="*/ 29538 h 410102"/>
                <a:gd name="connsiteX13" fmla="*/ 12470 w 138691"/>
                <a:gd name="connsiteY13" fmla="*/ 110780 h 410102"/>
                <a:gd name="connsiteX14" fmla="*/ 40106 w 138691"/>
                <a:gd name="connsiteY14" fmla="*/ 272512 h 410102"/>
                <a:gd name="connsiteX15" fmla="*/ 59032 w 138691"/>
                <a:gd name="connsiteY15" fmla="*/ 364190 h 410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691" h="410102">
                  <a:moveTo>
                    <a:pt x="59032" y="364190"/>
                  </a:moveTo>
                  <a:cubicBezTo>
                    <a:pt x="61593" y="377623"/>
                    <a:pt x="65393" y="390792"/>
                    <a:pt x="70372" y="403534"/>
                  </a:cubicBezTo>
                  <a:cubicBezTo>
                    <a:pt x="71130" y="405922"/>
                    <a:pt x="72700" y="407964"/>
                    <a:pt x="74802" y="409316"/>
                  </a:cubicBezTo>
                  <a:cubicBezTo>
                    <a:pt x="76860" y="410097"/>
                    <a:pt x="79106" y="410277"/>
                    <a:pt x="81261" y="409842"/>
                  </a:cubicBezTo>
                  <a:lnTo>
                    <a:pt x="98158" y="408114"/>
                  </a:lnTo>
                  <a:cubicBezTo>
                    <a:pt x="100186" y="408054"/>
                    <a:pt x="102169" y="407513"/>
                    <a:pt x="103941" y="406538"/>
                  </a:cubicBezTo>
                  <a:cubicBezTo>
                    <a:pt x="106742" y="403902"/>
                    <a:pt x="108042" y="400043"/>
                    <a:pt x="107396" y="396251"/>
                  </a:cubicBezTo>
                  <a:cubicBezTo>
                    <a:pt x="107396" y="304423"/>
                    <a:pt x="112202" y="212069"/>
                    <a:pt x="131127" y="121892"/>
                  </a:cubicBezTo>
                  <a:cubicBezTo>
                    <a:pt x="135536" y="104698"/>
                    <a:pt x="138052" y="87076"/>
                    <a:pt x="138637" y="69333"/>
                  </a:cubicBezTo>
                  <a:cubicBezTo>
                    <a:pt x="139110" y="51605"/>
                    <a:pt x="132862" y="34358"/>
                    <a:pt x="121139" y="21054"/>
                  </a:cubicBezTo>
                  <a:cubicBezTo>
                    <a:pt x="103791" y="3183"/>
                    <a:pt x="76079" y="-871"/>
                    <a:pt x="50170" y="105"/>
                  </a:cubicBezTo>
                  <a:cubicBezTo>
                    <a:pt x="37117" y="413"/>
                    <a:pt x="24170" y="2433"/>
                    <a:pt x="11644" y="6112"/>
                  </a:cubicBezTo>
                  <a:cubicBezTo>
                    <a:pt x="-2851" y="10692"/>
                    <a:pt x="-448" y="15948"/>
                    <a:pt x="1280" y="29538"/>
                  </a:cubicBezTo>
                  <a:cubicBezTo>
                    <a:pt x="4734" y="56666"/>
                    <a:pt x="8467" y="83749"/>
                    <a:pt x="12470" y="110780"/>
                  </a:cubicBezTo>
                  <a:cubicBezTo>
                    <a:pt x="20528" y="164938"/>
                    <a:pt x="29742" y="218849"/>
                    <a:pt x="40106" y="272512"/>
                  </a:cubicBezTo>
                  <a:cubicBezTo>
                    <a:pt x="46062" y="303049"/>
                    <a:pt x="52370" y="333608"/>
                    <a:pt x="59032" y="364190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Content Placeholder 4">
              <a:extLst>
                <a:ext uri="{FF2B5EF4-FFF2-40B4-BE49-F238E27FC236}">
                  <a16:creationId xmlns:a16="http://schemas.microsoft.com/office/drawing/2014/main" id="{6687B4F0-7C81-BF32-A6BE-7123A3FCBCC9}"/>
                </a:ext>
              </a:extLst>
            </p:cNvPr>
            <p:cNvSpPr/>
            <p:nvPr/>
          </p:nvSpPr>
          <p:spPr>
            <a:xfrm>
              <a:off x="8352617" y="4952264"/>
              <a:ext cx="101835" cy="128844"/>
            </a:xfrm>
            <a:custGeom>
              <a:avLst/>
              <a:gdLst>
                <a:gd name="connsiteX0" fmla="*/ 101806 w 101835"/>
                <a:gd name="connsiteY0" fmla="*/ 42768 h 128844"/>
                <a:gd name="connsiteX1" fmla="*/ 50889 w 101835"/>
                <a:gd name="connsiteY1" fmla="*/ -30 h 128844"/>
                <a:gd name="connsiteX2" fmla="*/ -29 w 101835"/>
                <a:gd name="connsiteY2" fmla="*/ 42768 h 128844"/>
                <a:gd name="connsiteX3" fmla="*/ 1848 w 101835"/>
                <a:gd name="connsiteY3" fmla="*/ 54106 h 128844"/>
                <a:gd name="connsiteX4" fmla="*/ 1848 w 101835"/>
                <a:gd name="connsiteY4" fmla="*/ 57034 h 128844"/>
                <a:gd name="connsiteX5" fmla="*/ 3951 w 101835"/>
                <a:gd name="connsiteY5" fmla="*/ 82488 h 128844"/>
                <a:gd name="connsiteX6" fmla="*/ 34667 w 101835"/>
                <a:gd name="connsiteY6" fmla="*/ 123409 h 128844"/>
                <a:gd name="connsiteX7" fmla="*/ 54418 w 101835"/>
                <a:gd name="connsiteY7" fmla="*/ 128815 h 128844"/>
                <a:gd name="connsiteX8" fmla="*/ 79201 w 101835"/>
                <a:gd name="connsiteY8" fmla="*/ 118904 h 128844"/>
                <a:gd name="connsiteX9" fmla="*/ 101356 w 101835"/>
                <a:gd name="connsiteY9" fmla="*/ 47949 h 128844"/>
                <a:gd name="connsiteX10" fmla="*/ 101806 w 101835"/>
                <a:gd name="connsiteY10" fmla="*/ 42768 h 128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1835" h="128844">
                  <a:moveTo>
                    <a:pt x="101806" y="42768"/>
                  </a:moveTo>
                  <a:cubicBezTo>
                    <a:pt x="101806" y="19117"/>
                    <a:pt x="79276" y="-30"/>
                    <a:pt x="50889" y="-30"/>
                  </a:cubicBezTo>
                  <a:cubicBezTo>
                    <a:pt x="22501" y="-30"/>
                    <a:pt x="-29" y="19117"/>
                    <a:pt x="-29" y="42768"/>
                  </a:cubicBezTo>
                  <a:cubicBezTo>
                    <a:pt x="-14" y="46620"/>
                    <a:pt x="617" y="50449"/>
                    <a:pt x="1848" y="54106"/>
                  </a:cubicBezTo>
                  <a:cubicBezTo>
                    <a:pt x="1848" y="55082"/>
                    <a:pt x="1848" y="55983"/>
                    <a:pt x="1848" y="57034"/>
                  </a:cubicBezTo>
                  <a:cubicBezTo>
                    <a:pt x="1578" y="65572"/>
                    <a:pt x="2276" y="74108"/>
                    <a:pt x="3951" y="82488"/>
                  </a:cubicBezTo>
                  <a:cubicBezTo>
                    <a:pt x="7436" y="100088"/>
                    <a:pt x="18738" y="115142"/>
                    <a:pt x="34667" y="123409"/>
                  </a:cubicBezTo>
                  <a:cubicBezTo>
                    <a:pt x="40712" y="126795"/>
                    <a:pt x="47494" y="128650"/>
                    <a:pt x="54418" y="128815"/>
                  </a:cubicBezTo>
                  <a:cubicBezTo>
                    <a:pt x="63573" y="128470"/>
                    <a:pt x="72330" y="124963"/>
                    <a:pt x="79201" y="118904"/>
                  </a:cubicBezTo>
                  <a:cubicBezTo>
                    <a:pt x="100980" y="100809"/>
                    <a:pt x="102858" y="73853"/>
                    <a:pt x="101356" y="47949"/>
                  </a:cubicBezTo>
                  <a:cubicBezTo>
                    <a:pt x="101619" y="46237"/>
                    <a:pt x="101769" y="44503"/>
                    <a:pt x="101806" y="42768"/>
                  </a:cubicBezTo>
                  <a:close/>
                </a:path>
              </a:pathLst>
            </a:custGeom>
            <a:solidFill>
              <a:srgbClr val="E8CB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Content Placeholder 4">
              <a:extLst>
                <a:ext uri="{FF2B5EF4-FFF2-40B4-BE49-F238E27FC236}">
                  <a16:creationId xmlns:a16="http://schemas.microsoft.com/office/drawing/2014/main" id="{27D0981C-140E-AA88-2A3E-6C24109664E9}"/>
                </a:ext>
              </a:extLst>
            </p:cNvPr>
            <p:cNvSpPr/>
            <p:nvPr/>
          </p:nvSpPr>
          <p:spPr>
            <a:xfrm>
              <a:off x="8346203" y="4939471"/>
              <a:ext cx="128915" cy="146358"/>
            </a:xfrm>
            <a:custGeom>
              <a:avLst/>
              <a:gdLst>
                <a:gd name="connsiteX0" fmla="*/ 226 w 128915"/>
                <a:gd name="connsiteY0" fmla="*/ 79212 h 146358"/>
                <a:gd name="connsiteX1" fmla="*/ 7736 w 128915"/>
                <a:gd name="connsiteY1" fmla="*/ 73731 h 146358"/>
                <a:gd name="connsiteX2" fmla="*/ 17049 w 128915"/>
                <a:gd name="connsiteY2" fmla="*/ 91301 h 146358"/>
                <a:gd name="connsiteX3" fmla="*/ 20203 w 128915"/>
                <a:gd name="connsiteY3" fmla="*/ 93854 h 146358"/>
                <a:gd name="connsiteX4" fmla="*/ 22531 w 128915"/>
                <a:gd name="connsiteY4" fmla="*/ 93178 h 146358"/>
                <a:gd name="connsiteX5" fmla="*/ 25911 w 128915"/>
                <a:gd name="connsiteY5" fmla="*/ 96257 h 146358"/>
                <a:gd name="connsiteX6" fmla="*/ 25911 w 128915"/>
                <a:gd name="connsiteY6" fmla="*/ 96407 h 146358"/>
                <a:gd name="connsiteX7" fmla="*/ 24033 w 128915"/>
                <a:gd name="connsiteY7" fmla="*/ 100912 h 146358"/>
                <a:gd name="connsiteX8" fmla="*/ 24634 w 128915"/>
                <a:gd name="connsiteY8" fmla="*/ 118407 h 146358"/>
                <a:gd name="connsiteX9" fmla="*/ 37401 w 128915"/>
                <a:gd name="connsiteY9" fmla="*/ 132597 h 146358"/>
                <a:gd name="connsiteX10" fmla="*/ 59405 w 128915"/>
                <a:gd name="connsiteY10" fmla="*/ 144386 h 146358"/>
                <a:gd name="connsiteX11" fmla="*/ 85015 w 128915"/>
                <a:gd name="connsiteY11" fmla="*/ 144386 h 146358"/>
                <a:gd name="connsiteX12" fmla="*/ 107545 w 128915"/>
                <a:gd name="connsiteY12" fmla="*/ 128768 h 146358"/>
                <a:gd name="connsiteX13" fmla="*/ 114454 w 128915"/>
                <a:gd name="connsiteY13" fmla="*/ 114427 h 146358"/>
                <a:gd name="connsiteX14" fmla="*/ 128572 w 128915"/>
                <a:gd name="connsiteY14" fmla="*/ 56161 h 146358"/>
                <a:gd name="connsiteX15" fmla="*/ 126395 w 128915"/>
                <a:gd name="connsiteY15" fmla="*/ 33636 h 146358"/>
                <a:gd name="connsiteX16" fmla="*/ 91698 w 128915"/>
                <a:gd name="connsiteY16" fmla="*/ 3602 h 146358"/>
                <a:gd name="connsiteX17" fmla="*/ 41456 w 128915"/>
                <a:gd name="connsiteY17" fmla="*/ 3602 h 146358"/>
                <a:gd name="connsiteX18" fmla="*/ 26436 w 128915"/>
                <a:gd name="connsiteY18" fmla="*/ 9910 h 146358"/>
                <a:gd name="connsiteX19" fmla="*/ 226 w 128915"/>
                <a:gd name="connsiteY19" fmla="*/ 79212 h 146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8915" h="146358">
                  <a:moveTo>
                    <a:pt x="226" y="79212"/>
                  </a:moveTo>
                  <a:cubicBezTo>
                    <a:pt x="2570" y="77178"/>
                    <a:pt x="5078" y="75338"/>
                    <a:pt x="7736" y="73731"/>
                  </a:cubicBezTo>
                  <a:lnTo>
                    <a:pt x="17049" y="91301"/>
                  </a:lnTo>
                  <a:cubicBezTo>
                    <a:pt x="17650" y="92503"/>
                    <a:pt x="18626" y="93929"/>
                    <a:pt x="20203" y="93854"/>
                  </a:cubicBezTo>
                  <a:cubicBezTo>
                    <a:pt x="21780" y="93779"/>
                    <a:pt x="21705" y="93328"/>
                    <a:pt x="22531" y="93178"/>
                  </a:cubicBezTo>
                  <a:cubicBezTo>
                    <a:pt x="24311" y="93096"/>
                    <a:pt x="25821" y="94469"/>
                    <a:pt x="25911" y="96257"/>
                  </a:cubicBezTo>
                  <a:cubicBezTo>
                    <a:pt x="25911" y="96302"/>
                    <a:pt x="25911" y="96354"/>
                    <a:pt x="25911" y="96407"/>
                  </a:cubicBezTo>
                  <a:cubicBezTo>
                    <a:pt x="25603" y="98021"/>
                    <a:pt x="24964" y="99560"/>
                    <a:pt x="24033" y="100912"/>
                  </a:cubicBezTo>
                  <a:cubicBezTo>
                    <a:pt x="21413" y="106498"/>
                    <a:pt x="21638" y="113008"/>
                    <a:pt x="24634" y="118407"/>
                  </a:cubicBezTo>
                  <a:cubicBezTo>
                    <a:pt x="27826" y="123993"/>
                    <a:pt x="32182" y="128836"/>
                    <a:pt x="37401" y="132597"/>
                  </a:cubicBezTo>
                  <a:cubicBezTo>
                    <a:pt x="43912" y="137906"/>
                    <a:pt x="51385" y="141908"/>
                    <a:pt x="59405" y="144386"/>
                  </a:cubicBezTo>
                  <a:cubicBezTo>
                    <a:pt x="67749" y="146976"/>
                    <a:pt x="76678" y="146976"/>
                    <a:pt x="85015" y="144386"/>
                  </a:cubicBezTo>
                  <a:cubicBezTo>
                    <a:pt x="93583" y="140902"/>
                    <a:pt x="101274" y="135571"/>
                    <a:pt x="107545" y="128768"/>
                  </a:cubicBezTo>
                  <a:cubicBezTo>
                    <a:pt x="110601" y="124391"/>
                    <a:pt x="112936" y="119548"/>
                    <a:pt x="114454" y="114427"/>
                  </a:cubicBezTo>
                  <a:cubicBezTo>
                    <a:pt x="121761" y="95731"/>
                    <a:pt x="126507" y="76126"/>
                    <a:pt x="128572" y="56161"/>
                  </a:cubicBezTo>
                  <a:cubicBezTo>
                    <a:pt x="129376" y="48586"/>
                    <a:pt x="128633" y="40919"/>
                    <a:pt x="126395" y="33636"/>
                  </a:cubicBezTo>
                  <a:cubicBezTo>
                    <a:pt x="120041" y="18837"/>
                    <a:pt x="107252" y="7769"/>
                    <a:pt x="91698" y="3602"/>
                  </a:cubicBezTo>
                  <a:cubicBezTo>
                    <a:pt x="75304" y="-1240"/>
                    <a:pt x="57851" y="-1240"/>
                    <a:pt x="41456" y="3602"/>
                  </a:cubicBezTo>
                  <a:cubicBezTo>
                    <a:pt x="36169" y="4961"/>
                    <a:pt x="31108" y="7086"/>
                    <a:pt x="26436" y="9910"/>
                  </a:cubicBezTo>
                  <a:cubicBezTo>
                    <a:pt x="3381" y="24326"/>
                    <a:pt x="-1275" y="56837"/>
                    <a:pt x="226" y="79212"/>
                  </a:cubicBezTo>
                  <a:close/>
                </a:path>
              </a:pathLst>
            </a:custGeom>
            <a:solidFill>
              <a:srgbClr val="EDD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Content Placeholder 4">
              <a:extLst>
                <a:ext uri="{FF2B5EF4-FFF2-40B4-BE49-F238E27FC236}">
                  <a16:creationId xmlns:a16="http://schemas.microsoft.com/office/drawing/2014/main" id="{4AB04461-7F2D-040F-B9CD-18C8D1169AE7}"/>
                </a:ext>
              </a:extLst>
            </p:cNvPr>
            <p:cNvSpPr/>
            <p:nvPr/>
          </p:nvSpPr>
          <p:spPr>
            <a:xfrm>
              <a:off x="8438683" y="4948691"/>
              <a:ext cx="138510" cy="204533"/>
            </a:xfrm>
            <a:custGeom>
              <a:avLst/>
              <a:gdLst>
                <a:gd name="connsiteX0" fmla="*/ 51638 w 138510"/>
                <a:gd name="connsiteY0" fmla="*/ 2716 h 204533"/>
                <a:gd name="connsiteX1" fmla="*/ 79049 w 138510"/>
                <a:gd name="connsiteY1" fmla="*/ 36129 h 204533"/>
                <a:gd name="connsiteX2" fmla="*/ 79049 w 138510"/>
                <a:gd name="connsiteY2" fmla="*/ 78927 h 204533"/>
                <a:gd name="connsiteX3" fmla="*/ 74393 w 138510"/>
                <a:gd name="connsiteY3" fmla="*/ 121651 h 204533"/>
                <a:gd name="connsiteX4" fmla="*/ 84156 w 138510"/>
                <a:gd name="connsiteY4" fmla="*/ 151684 h 204533"/>
                <a:gd name="connsiteX5" fmla="*/ 106686 w 138510"/>
                <a:gd name="connsiteY5" fmla="*/ 166701 h 204533"/>
                <a:gd name="connsiteX6" fmla="*/ 138454 w 138510"/>
                <a:gd name="connsiteY6" fmla="*/ 169705 h 204533"/>
                <a:gd name="connsiteX7" fmla="*/ 123434 w 138510"/>
                <a:gd name="connsiteY7" fmla="*/ 198087 h 204533"/>
                <a:gd name="connsiteX8" fmla="*/ 88587 w 138510"/>
                <a:gd name="connsiteY8" fmla="*/ 202967 h 204533"/>
                <a:gd name="connsiteX9" fmla="*/ 38946 w 138510"/>
                <a:gd name="connsiteY9" fmla="*/ 157917 h 204533"/>
                <a:gd name="connsiteX10" fmla="*/ 39697 w 138510"/>
                <a:gd name="connsiteY10" fmla="*/ 105733 h 204533"/>
                <a:gd name="connsiteX11" fmla="*/ 27681 w 138510"/>
                <a:gd name="connsiteY11" fmla="*/ 56177 h 204533"/>
                <a:gd name="connsiteX12" fmla="*/ 2748 w 138510"/>
                <a:gd name="connsiteY12" fmla="*/ 18184 h 204533"/>
                <a:gd name="connsiteX13" fmla="*/ 51638 w 138510"/>
                <a:gd name="connsiteY13" fmla="*/ 2716 h 204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510" h="204533">
                  <a:moveTo>
                    <a:pt x="51638" y="2716"/>
                  </a:moveTo>
                  <a:cubicBezTo>
                    <a:pt x="65434" y="9039"/>
                    <a:pt x="75550" y="21368"/>
                    <a:pt x="79049" y="36129"/>
                  </a:cubicBezTo>
                  <a:cubicBezTo>
                    <a:pt x="81941" y="50245"/>
                    <a:pt x="81941" y="64812"/>
                    <a:pt x="79049" y="78927"/>
                  </a:cubicBezTo>
                  <a:cubicBezTo>
                    <a:pt x="76195" y="92998"/>
                    <a:pt x="74634" y="107295"/>
                    <a:pt x="74393" y="121651"/>
                  </a:cubicBezTo>
                  <a:cubicBezTo>
                    <a:pt x="74198" y="132470"/>
                    <a:pt x="77637" y="143042"/>
                    <a:pt x="84156" y="151684"/>
                  </a:cubicBezTo>
                  <a:cubicBezTo>
                    <a:pt x="90269" y="158517"/>
                    <a:pt x="98027" y="163683"/>
                    <a:pt x="106686" y="166701"/>
                  </a:cubicBezTo>
                  <a:cubicBezTo>
                    <a:pt x="116689" y="171041"/>
                    <a:pt x="127812" y="172093"/>
                    <a:pt x="138454" y="169705"/>
                  </a:cubicBezTo>
                  <a:cubicBezTo>
                    <a:pt x="138934" y="181185"/>
                    <a:pt x="133196" y="192027"/>
                    <a:pt x="123434" y="198087"/>
                  </a:cubicBezTo>
                  <a:cubicBezTo>
                    <a:pt x="112957" y="204371"/>
                    <a:pt x="100385" y="206128"/>
                    <a:pt x="88587" y="202967"/>
                  </a:cubicBezTo>
                  <a:cubicBezTo>
                    <a:pt x="66861" y="194896"/>
                    <a:pt x="49084" y="178760"/>
                    <a:pt x="38946" y="157917"/>
                  </a:cubicBezTo>
                  <a:cubicBezTo>
                    <a:pt x="32562" y="141323"/>
                    <a:pt x="37219" y="123152"/>
                    <a:pt x="39697" y="105733"/>
                  </a:cubicBezTo>
                  <a:cubicBezTo>
                    <a:pt x="42175" y="88313"/>
                    <a:pt x="41574" y="68190"/>
                    <a:pt x="27681" y="56177"/>
                  </a:cubicBezTo>
                  <a:cubicBezTo>
                    <a:pt x="16041" y="45890"/>
                    <a:pt x="-8217" y="36430"/>
                    <a:pt x="2748" y="18184"/>
                  </a:cubicBezTo>
                  <a:cubicBezTo>
                    <a:pt x="13427" y="2244"/>
                    <a:pt x="33727" y="-4176"/>
                    <a:pt x="51638" y="2716"/>
                  </a:cubicBezTo>
                  <a:close/>
                </a:path>
              </a:pathLst>
            </a:custGeom>
            <a:solidFill>
              <a:srgbClr val="EDD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Content Placeholder 4">
              <a:extLst>
                <a:ext uri="{FF2B5EF4-FFF2-40B4-BE49-F238E27FC236}">
                  <a16:creationId xmlns:a16="http://schemas.microsoft.com/office/drawing/2014/main" id="{DEC133E4-31FB-8976-DF8D-D1E867CCAE20}"/>
                </a:ext>
              </a:extLst>
            </p:cNvPr>
            <p:cNvSpPr/>
            <p:nvPr/>
          </p:nvSpPr>
          <p:spPr>
            <a:xfrm>
              <a:off x="8234466" y="5091184"/>
              <a:ext cx="287899" cy="483019"/>
            </a:xfrm>
            <a:custGeom>
              <a:avLst/>
              <a:gdLst>
                <a:gd name="connsiteX0" fmla="*/ 153944 w 287899"/>
                <a:gd name="connsiteY0" fmla="*/ 181 h 483019"/>
                <a:gd name="connsiteX1" fmla="*/ 130663 w 287899"/>
                <a:gd name="connsiteY1" fmla="*/ 4611 h 483019"/>
                <a:gd name="connsiteX2" fmla="*/ 114066 w 287899"/>
                <a:gd name="connsiteY2" fmla="*/ 37122 h 483019"/>
                <a:gd name="connsiteX3" fmla="*/ 76516 w 287899"/>
                <a:gd name="connsiteY3" fmla="*/ 109429 h 483019"/>
                <a:gd name="connsiteX4" fmla="*/ 53986 w 287899"/>
                <a:gd name="connsiteY4" fmla="*/ 190295 h 483019"/>
                <a:gd name="connsiteX5" fmla="*/ 50607 w 287899"/>
                <a:gd name="connsiteY5" fmla="*/ 329352 h 483019"/>
                <a:gd name="connsiteX6" fmla="*/ 18915 w 287899"/>
                <a:gd name="connsiteY6" fmla="*/ 390320 h 483019"/>
                <a:gd name="connsiteX7" fmla="*/ -10 w 287899"/>
                <a:gd name="connsiteY7" fmla="*/ 427262 h 483019"/>
                <a:gd name="connsiteX8" fmla="*/ 19816 w 287899"/>
                <a:gd name="connsiteY8" fmla="*/ 454968 h 483019"/>
                <a:gd name="connsiteX9" fmla="*/ 54737 w 287899"/>
                <a:gd name="connsiteY9" fmla="*/ 461275 h 483019"/>
                <a:gd name="connsiteX10" fmla="*/ 89509 w 287899"/>
                <a:gd name="connsiteY10" fmla="*/ 464654 h 483019"/>
                <a:gd name="connsiteX11" fmla="*/ 113240 w 287899"/>
                <a:gd name="connsiteY11" fmla="*/ 479070 h 483019"/>
                <a:gd name="connsiteX12" fmla="*/ 148988 w 287899"/>
                <a:gd name="connsiteY12" fmla="*/ 479070 h 483019"/>
                <a:gd name="connsiteX13" fmla="*/ 181131 w 287899"/>
                <a:gd name="connsiteY13" fmla="*/ 464654 h 483019"/>
                <a:gd name="connsiteX14" fmla="*/ 211171 w 287899"/>
                <a:gd name="connsiteY14" fmla="*/ 471336 h 483019"/>
                <a:gd name="connsiteX15" fmla="*/ 224463 w 287899"/>
                <a:gd name="connsiteY15" fmla="*/ 466832 h 483019"/>
                <a:gd name="connsiteX16" fmla="*/ 263515 w 287899"/>
                <a:gd name="connsiteY16" fmla="*/ 466832 h 483019"/>
                <a:gd name="connsiteX17" fmla="*/ 277934 w 287899"/>
                <a:gd name="connsiteY17" fmla="*/ 423207 h 483019"/>
                <a:gd name="connsiteX18" fmla="*/ 267195 w 287899"/>
                <a:gd name="connsiteY18" fmla="*/ 162964 h 483019"/>
                <a:gd name="connsiteX19" fmla="*/ 259009 w 287899"/>
                <a:gd name="connsiteY19" fmla="*/ 84726 h 483019"/>
                <a:gd name="connsiteX20" fmla="*/ 234001 w 287899"/>
                <a:gd name="connsiteY20" fmla="*/ 18802 h 483019"/>
                <a:gd name="connsiteX21" fmla="*/ 200506 w 287899"/>
                <a:gd name="connsiteY21" fmla="*/ 3785 h 483019"/>
                <a:gd name="connsiteX22" fmla="*/ 153944 w 287899"/>
                <a:gd name="connsiteY22" fmla="*/ 181 h 483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87899" h="483019">
                  <a:moveTo>
                    <a:pt x="153944" y="181"/>
                  </a:moveTo>
                  <a:cubicBezTo>
                    <a:pt x="145916" y="-630"/>
                    <a:pt x="137828" y="909"/>
                    <a:pt x="130663" y="4611"/>
                  </a:cubicBezTo>
                  <a:cubicBezTo>
                    <a:pt x="120225" y="11369"/>
                    <a:pt x="117746" y="25184"/>
                    <a:pt x="114066" y="37122"/>
                  </a:cubicBezTo>
                  <a:cubicBezTo>
                    <a:pt x="106031" y="63102"/>
                    <a:pt x="88908" y="85177"/>
                    <a:pt x="76516" y="109429"/>
                  </a:cubicBezTo>
                  <a:cubicBezTo>
                    <a:pt x="63712" y="134620"/>
                    <a:pt x="56051" y="162109"/>
                    <a:pt x="53986" y="190295"/>
                  </a:cubicBezTo>
                  <a:cubicBezTo>
                    <a:pt x="50532" y="236697"/>
                    <a:pt x="62322" y="284376"/>
                    <a:pt x="50607" y="329352"/>
                  </a:cubicBezTo>
                  <a:cubicBezTo>
                    <a:pt x="44449" y="351674"/>
                    <a:pt x="33649" y="372450"/>
                    <a:pt x="18915" y="390320"/>
                  </a:cubicBezTo>
                  <a:cubicBezTo>
                    <a:pt x="10053" y="401358"/>
                    <a:pt x="-536" y="412846"/>
                    <a:pt x="-10" y="427262"/>
                  </a:cubicBezTo>
                  <a:cubicBezTo>
                    <a:pt x="1176" y="439373"/>
                    <a:pt x="8731" y="449930"/>
                    <a:pt x="19816" y="454968"/>
                  </a:cubicBezTo>
                  <a:cubicBezTo>
                    <a:pt x="30803" y="459774"/>
                    <a:pt x="42766" y="461928"/>
                    <a:pt x="54737" y="461275"/>
                  </a:cubicBezTo>
                  <a:cubicBezTo>
                    <a:pt x="66438" y="460082"/>
                    <a:pt x="78259" y="461230"/>
                    <a:pt x="89509" y="464654"/>
                  </a:cubicBezTo>
                  <a:cubicBezTo>
                    <a:pt x="98070" y="468258"/>
                    <a:pt x="104529" y="475016"/>
                    <a:pt x="113240" y="479070"/>
                  </a:cubicBezTo>
                  <a:cubicBezTo>
                    <a:pt x="124580" y="484296"/>
                    <a:pt x="137648" y="484296"/>
                    <a:pt x="148988" y="479070"/>
                  </a:cubicBezTo>
                  <a:cubicBezTo>
                    <a:pt x="159802" y="474115"/>
                    <a:pt x="169265" y="464053"/>
                    <a:pt x="181131" y="464654"/>
                  </a:cubicBezTo>
                  <a:cubicBezTo>
                    <a:pt x="191419" y="464654"/>
                    <a:pt x="200732" y="472838"/>
                    <a:pt x="211171" y="471336"/>
                  </a:cubicBezTo>
                  <a:cubicBezTo>
                    <a:pt x="215699" y="470127"/>
                    <a:pt x="220137" y="468626"/>
                    <a:pt x="224463" y="466832"/>
                  </a:cubicBezTo>
                  <a:cubicBezTo>
                    <a:pt x="237155" y="463377"/>
                    <a:pt x="250973" y="470736"/>
                    <a:pt x="263515" y="466832"/>
                  </a:cubicBezTo>
                  <a:cubicBezTo>
                    <a:pt x="280112" y="461876"/>
                    <a:pt x="275606" y="440326"/>
                    <a:pt x="277934" y="423207"/>
                  </a:cubicBezTo>
                  <a:cubicBezTo>
                    <a:pt x="289650" y="338437"/>
                    <a:pt x="296184" y="253366"/>
                    <a:pt x="267195" y="162964"/>
                  </a:cubicBezTo>
                  <a:cubicBezTo>
                    <a:pt x="258709" y="136460"/>
                    <a:pt x="265017" y="111832"/>
                    <a:pt x="259009" y="84726"/>
                  </a:cubicBezTo>
                  <a:cubicBezTo>
                    <a:pt x="253452" y="59723"/>
                    <a:pt x="243989" y="42679"/>
                    <a:pt x="234001" y="18802"/>
                  </a:cubicBezTo>
                  <a:cubicBezTo>
                    <a:pt x="229195" y="7389"/>
                    <a:pt x="212823" y="6338"/>
                    <a:pt x="200506" y="3785"/>
                  </a:cubicBezTo>
                  <a:cubicBezTo>
                    <a:pt x="185103" y="1405"/>
                    <a:pt x="169535" y="203"/>
                    <a:pt x="153944" y="181"/>
                  </a:cubicBezTo>
                  <a:close/>
                </a:path>
              </a:pathLst>
            </a:custGeom>
            <a:solidFill>
              <a:schemeClr val="bg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Content Placeholder 4">
              <a:extLst>
                <a:ext uri="{FF2B5EF4-FFF2-40B4-BE49-F238E27FC236}">
                  <a16:creationId xmlns:a16="http://schemas.microsoft.com/office/drawing/2014/main" id="{1326A14D-83B9-887A-6A29-547115870599}"/>
                </a:ext>
              </a:extLst>
            </p:cNvPr>
            <p:cNvSpPr/>
            <p:nvPr/>
          </p:nvSpPr>
          <p:spPr>
            <a:xfrm>
              <a:off x="8222640" y="5354253"/>
              <a:ext cx="42410" cy="27744"/>
            </a:xfrm>
            <a:custGeom>
              <a:avLst/>
              <a:gdLst>
                <a:gd name="connsiteX0" fmla="*/ 39603 w 42410"/>
                <a:gd name="connsiteY0" fmla="*/ 5915 h 27744"/>
                <a:gd name="connsiteX1" fmla="*/ 41630 w 42410"/>
                <a:gd name="connsiteY1" fmla="*/ 7042 h 27744"/>
                <a:gd name="connsiteX2" fmla="*/ 42231 w 42410"/>
                <a:gd name="connsiteY2" fmla="*/ 9069 h 27744"/>
                <a:gd name="connsiteX3" fmla="*/ 39903 w 42410"/>
                <a:gd name="connsiteY3" fmla="*/ 25362 h 27744"/>
                <a:gd name="connsiteX4" fmla="*/ 38627 w 42410"/>
                <a:gd name="connsiteY4" fmla="*/ 27239 h 27744"/>
                <a:gd name="connsiteX5" fmla="*/ 35923 w 42410"/>
                <a:gd name="connsiteY5" fmla="*/ 27690 h 27744"/>
                <a:gd name="connsiteX6" fmla="*/ 4531 w 42410"/>
                <a:gd name="connsiteY6" fmla="*/ 22434 h 27744"/>
                <a:gd name="connsiteX7" fmla="*/ 1978 w 42410"/>
                <a:gd name="connsiteY7" fmla="*/ 21308 h 27744"/>
                <a:gd name="connsiteX8" fmla="*/ 175 w 42410"/>
                <a:gd name="connsiteY8" fmla="*/ 16802 h 27744"/>
                <a:gd name="connsiteX9" fmla="*/ 1152 w 42410"/>
                <a:gd name="connsiteY9" fmla="*/ 3362 h 27744"/>
                <a:gd name="connsiteX10" fmla="*/ 2729 w 42410"/>
                <a:gd name="connsiteY10" fmla="*/ 584 h 27744"/>
                <a:gd name="connsiteX11" fmla="*/ 6334 w 42410"/>
                <a:gd name="connsiteY11" fmla="*/ 59 h 27744"/>
                <a:gd name="connsiteX12" fmla="*/ 39603 w 42410"/>
                <a:gd name="connsiteY12" fmla="*/ 5915 h 27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410" h="27744">
                  <a:moveTo>
                    <a:pt x="39603" y="5915"/>
                  </a:moveTo>
                  <a:cubicBezTo>
                    <a:pt x="40369" y="6096"/>
                    <a:pt x="41075" y="6486"/>
                    <a:pt x="41630" y="7042"/>
                  </a:cubicBezTo>
                  <a:cubicBezTo>
                    <a:pt x="42013" y="7650"/>
                    <a:pt x="42216" y="8348"/>
                    <a:pt x="42231" y="9069"/>
                  </a:cubicBezTo>
                  <a:cubicBezTo>
                    <a:pt x="42742" y="14610"/>
                    <a:pt x="41946" y="20189"/>
                    <a:pt x="39903" y="25362"/>
                  </a:cubicBezTo>
                  <a:cubicBezTo>
                    <a:pt x="39640" y="26083"/>
                    <a:pt x="39197" y="26729"/>
                    <a:pt x="38627" y="27239"/>
                  </a:cubicBezTo>
                  <a:cubicBezTo>
                    <a:pt x="37778" y="27622"/>
                    <a:pt x="36847" y="27780"/>
                    <a:pt x="35923" y="27690"/>
                  </a:cubicBezTo>
                  <a:cubicBezTo>
                    <a:pt x="25289" y="27187"/>
                    <a:pt x="14752" y="25422"/>
                    <a:pt x="4531" y="22434"/>
                  </a:cubicBezTo>
                  <a:cubicBezTo>
                    <a:pt x="3615" y="22223"/>
                    <a:pt x="2751" y="21841"/>
                    <a:pt x="1978" y="21308"/>
                  </a:cubicBezTo>
                  <a:cubicBezTo>
                    <a:pt x="814" y="20099"/>
                    <a:pt x="168" y="18484"/>
                    <a:pt x="175" y="16802"/>
                  </a:cubicBezTo>
                  <a:cubicBezTo>
                    <a:pt x="-290" y="12298"/>
                    <a:pt x="40" y="7747"/>
                    <a:pt x="1152" y="3362"/>
                  </a:cubicBezTo>
                  <a:cubicBezTo>
                    <a:pt x="1339" y="2281"/>
                    <a:pt x="1895" y="1297"/>
                    <a:pt x="2729" y="584"/>
                  </a:cubicBezTo>
                  <a:cubicBezTo>
                    <a:pt x="3840" y="28"/>
                    <a:pt x="5109" y="-159"/>
                    <a:pt x="6334" y="59"/>
                  </a:cubicBezTo>
                  <a:cubicBezTo>
                    <a:pt x="17613" y="712"/>
                    <a:pt x="28781" y="2679"/>
                    <a:pt x="39603" y="5915"/>
                  </a:cubicBezTo>
                  <a:close/>
                </a:path>
              </a:pathLst>
            </a:custGeom>
            <a:solidFill>
              <a:srgbClr val="1919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Content Placeholder 4">
              <a:extLst>
                <a:ext uri="{FF2B5EF4-FFF2-40B4-BE49-F238E27FC236}">
                  <a16:creationId xmlns:a16="http://schemas.microsoft.com/office/drawing/2014/main" id="{FB8B42F4-A52A-F550-BAA9-473F39C626B1}"/>
                </a:ext>
              </a:extLst>
            </p:cNvPr>
            <p:cNvSpPr/>
            <p:nvPr/>
          </p:nvSpPr>
          <p:spPr>
            <a:xfrm>
              <a:off x="8235276" y="5272283"/>
              <a:ext cx="46672" cy="112469"/>
            </a:xfrm>
            <a:custGeom>
              <a:avLst/>
              <a:gdLst>
                <a:gd name="connsiteX0" fmla="*/ 41085 w 46672"/>
                <a:gd name="connsiteY0" fmla="*/ 3941 h 112469"/>
                <a:gd name="connsiteX1" fmla="*/ 28543 w 46672"/>
                <a:gd name="connsiteY1" fmla="*/ 262 h 112469"/>
                <a:gd name="connsiteX2" fmla="*/ 18255 w 46672"/>
                <a:gd name="connsiteY2" fmla="*/ 2139 h 112469"/>
                <a:gd name="connsiteX3" fmla="*/ 14500 w 46672"/>
                <a:gd name="connsiteY3" fmla="*/ 7545 h 112469"/>
                <a:gd name="connsiteX4" fmla="*/ 12022 w 46672"/>
                <a:gd name="connsiteY4" fmla="*/ 18057 h 112469"/>
                <a:gd name="connsiteX5" fmla="*/ 9619 w 46672"/>
                <a:gd name="connsiteY5" fmla="*/ 85633 h 112469"/>
                <a:gd name="connsiteX6" fmla="*/ 2109 w 46672"/>
                <a:gd name="connsiteY6" fmla="*/ 91490 h 112469"/>
                <a:gd name="connsiteX7" fmla="*/ 231 w 46672"/>
                <a:gd name="connsiteY7" fmla="*/ 105981 h 112469"/>
                <a:gd name="connsiteX8" fmla="*/ 3310 w 46672"/>
                <a:gd name="connsiteY8" fmla="*/ 112213 h 112469"/>
                <a:gd name="connsiteX9" fmla="*/ 9543 w 46672"/>
                <a:gd name="connsiteY9" fmla="*/ 109285 h 112469"/>
                <a:gd name="connsiteX10" fmla="*/ 13599 w 46672"/>
                <a:gd name="connsiteY10" fmla="*/ 100725 h 112469"/>
                <a:gd name="connsiteX11" fmla="*/ 17278 w 46672"/>
                <a:gd name="connsiteY11" fmla="*/ 91114 h 112469"/>
                <a:gd name="connsiteX12" fmla="*/ 17278 w 46672"/>
                <a:gd name="connsiteY12" fmla="*/ 88636 h 112469"/>
                <a:gd name="connsiteX13" fmla="*/ 15627 w 46672"/>
                <a:gd name="connsiteY13" fmla="*/ 86609 h 112469"/>
                <a:gd name="connsiteX14" fmla="*/ 16603 w 46672"/>
                <a:gd name="connsiteY14" fmla="*/ 85708 h 112469"/>
                <a:gd name="connsiteX15" fmla="*/ 19457 w 46672"/>
                <a:gd name="connsiteY15" fmla="*/ 79176 h 112469"/>
                <a:gd name="connsiteX16" fmla="*/ 25990 w 46672"/>
                <a:gd name="connsiteY16" fmla="*/ 64159 h 112469"/>
                <a:gd name="connsiteX17" fmla="*/ 33951 w 46672"/>
                <a:gd name="connsiteY17" fmla="*/ 49142 h 112469"/>
                <a:gd name="connsiteX18" fmla="*/ 43488 w 46672"/>
                <a:gd name="connsiteY18" fmla="*/ 32623 h 112469"/>
                <a:gd name="connsiteX19" fmla="*/ 46643 w 46672"/>
                <a:gd name="connsiteY19" fmla="*/ 12350 h 112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6672" h="112469">
                  <a:moveTo>
                    <a:pt x="41085" y="3941"/>
                  </a:moveTo>
                  <a:cubicBezTo>
                    <a:pt x="37158" y="1974"/>
                    <a:pt x="32915" y="727"/>
                    <a:pt x="28543" y="262"/>
                  </a:cubicBezTo>
                  <a:cubicBezTo>
                    <a:pt x="24999" y="-474"/>
                    <a:pt x="21312" y="194"/>
                    <a:pt x="18255" y="2139"/>
                  </a:cubicBezTo>
                  <a:cubicBezTo>
                    <a:pt x="16543" y="3573"/>
                    <a:pt x="15243" y="5435"/>
                    <a:pt x="14500" y="7545"/>
                  </a:cubicBezTo>
                  <a:cubicBezTo>
                    <a:pt x="13261" y="10939"/>
                    <a:pt x="12427" y="14468"/>
                    <a:pt x="12022" y="18057"/>
                  </a:cubicBezTo>
                  <a:cubicBezTo>
                    <a:pt x="8492" y="40402"/>
                    <a:pt x="7688" y="63092"/>
                    <a:pt x="9619" y="85633"/>
                  </a:cubicBezTo>
                  <a:cubicBezTo>
                    <a:pt x="6404" y="86444"/>
                    <a:pt x="3678" y="88569"/>
                    <a:pt x="2109" y="91490"/>
                  </a:cubicBezTo>
                  <a:cubicBezTo>
                    <a:pt x="201" y="96070"/>
                    <a:pt x="-445" y="101071"/>
                    <a:pt x="231" y="105981"/>
                  </a:cubicBezTo>
                  <a:cubicBezTo>
                    <a:pt x="231" y="108384"/>
                    <a:pt x="907" y="111312"/>
                    <a:pt x="3310" y="112213"/>
                  </a:cubicBezTo>
                  <a:cubicBezTo>
                    <a:pt x="5713" y="113114"/>
                    <a:pt x="8117" y="111162"/>
                    <a:pt x="9543" y="109285"/>
                  </a:cubicBezTo>
                  <a:cubicBezTo>
                    <a:pt x="11503" y="106762"/>
                    <a:pt x="12885" y="103841"/>
                    <a:pt x="13599" y="100725"/>
                  </a:cubicBezTo>
                  <a:lnTo>
                    <a:pt x="17278" y="91114"/>
                  </a:lnTo>
                  <a:cubicBezTo>
                    <a:pt x="17504" y="90303"/>
                    <a:pt x="17504" y="89447"/>
                    <a:pt x="17278" y="88636"/>
                  </a:cubicBezTo>
                  <a:cubicBezTo>
                    <a:pt x="16993" y="87780"/>
                    <a:pt x="16408" y="87060"/>
                    <a:pt x="15627" y="86609"/>
                  </a:cubicBezTo>
                  <a:cubicBezTo>
                    <a:pt x="15987" y="86354"/>
                    <a:pt x="16317" y="86046"/>
                    <a:pt x="16603" y="85708"/>
                  </a:cubicBezTo>
                  <a:cubicBezTo>
                    <a:pt x="17962" y="83733"/>
                    <a:pt x="18931" y="81518"/>
                    <a:pt x="19457" y="79176"/>
                  </a:cubicBezTo>
                  <a:cubicBezTo>
                    <a:pt x="21124" y="73965"/>
                    <a:pt x="23317" y="68934"/>
                    <a:pt x="25990" y="64159"/>
                  </a:cubicBezTo>
                  <a:cubicBezTo>
                    <a:pt x="28934" y="59308"/>
                    <a:pt x="31593" y="54300"/>
                    <a:pt x="33951" y="49142"/>
                  </a:cubicBezTo>
                  <a:cubicBezTo>
                    <a:pt x="36053" y="43886"/>
                    <a:pt x="41987" y="38104"/>
                    <a:pt x="43488" y="32623"/>
                  </a:cubicBezTo>
                  <a:cubicBezTo>
                    <a:pt x="45238" y="25993"/>
                    <a:pt x="46297" y="19198"/>
                    <a:pt x="46643" y="12350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Content Placeholder 4">
              <a:extLst>
                <a:ext uri="{FF2B5EF4-FFF2-40B4-BE49-F238E27FC236}">
                  <a16:creationId xmlns:a16="http://schemas.microsoft.com/office/drawing/2014/main" id="{044AAA19-3B4C-0471-2D4D-B32353EB0D98}"/>
                </a:ext>
              </a:extLst>
            </p:cNvPr>
            <p:cNvSpPr/>
            <p:nvPr/>
          </p:nvSpPr>
          <p:spPr>
            <a:xfrm>
              <a:off x="8246576" y="5103842"/>
              <a:ext cx="124208" cy="185092"/>
            </a:xfrm>
            <a:custGeom>
              <a:avLst/>
              <a:gdLst>
                <a:gd name="connsiteX0" fmla="*/ 2975 w 124208"/>
                <a:gd name="connsiteY0" fmla="*/ 164423 h 185092"/>
                <a:gd name="connsiteX1" fmla="*/ 7856 w 124208"/>
                <a:gd name="connsiteY1" fmla="*/ 163747 h 185092"/>
                <a:gd name="connsiteX2" fmla="*/ 38723 w 124208"/>
                <a:gd name="connsiteY2" fmla="*/ 63509 h 185092"/>
                <a:gd name="connsiteX3" fmla="*/ 69889 w 124208"/>
                <a:gd name="connsiteY3" fmla="*/ 18984 h 185092"/>
                <a:gd name="connsiteX4" fmla="*/ 114423 w 124208"/>
                <a:gd name="connsiteY4" fmla="*/ 1415 h 185092"/>
                <a:gd name="connsiteX5" fmla="*/ 119906 w 124208"/>
                <a:gd name="connsiteY5" fmla="*/ 44888 h 185092"/>
                <a:gd name="connsiteX6" fmla="*/ 64557 w 124208"/>
                <a:gd name="connsiteY6" fmla="*/ 122751 h 185092"/>
                <a:gd name="connsiteX7" fmla="*/ 35869 w 124208"/>
                <a:gd name="connsiteY7" fmla="*/ 173208 h 185092"/>
                <a:gd name="connsiteX8" fmla="*/ 38723 w 124208"/>
                <a:gd name="connsiteY8" fmla="*/ 175010 h 185092"/>
                <a:gd name="connsiteX9" fmla="*/ 39323 w 124208"/>
                <a:gd name="connsiteY9" fmla="*/ 178539 h 185092"/>
                <a:gd name="connsiteX10" fmla="*/ 37746 w 124208"/>
                <a:gd name="connsiteY10" fmla="*/ 184095 h 185092"/>
                <a:gd name="connsiteX11" fmla="*/ 31513 w 124208"/>
                <a:gd name="connsiteY11" fmla="*/ 184621 h 185092"/>
                <a:gd name="connsiteX12" fmla="*/ 13639 w 124208"/>
                <a:gd name="connsiteY12" fmla="*/ 178239 h 185092"/>
                <a:gd name="connsiteX13" fmla="*/ 6129 w 124208"/>
                <a:gd name="connsiteY13" fmla="*/ 174860 h 185092"/>
                <a:gd name="connsiteX14" fmla="*/ -29 w 124208"/>
                <a:gd name="connsiteY14" fmla="*/ 169078 h 185092"/>
                <a:gd name="connsiteX15" fmla="*/ 2975 w 124208"/>
                <a:gd name="connsiteY15" fmla="*/ 164423 h 185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4208" h="185092">
                  <a:moveTo>
                    <a:pt x="2975" y="164423"/>
                  </a:moveTo>
                  <a:cubicBezTo>
                    <a:pt x="4529" y="163822"/>
                    <a:pt x="6196" y="163590"/>
                    <a:pt x="7856" y="163747"/>
                  </a:cubicBezTo>
                  <a:cubicBezTo>
                    <a:pt x="13128" y="128990"/>
                    <a:pt x="23530" y="95210"/>
                    <a:pt x="38723" y="63509"/>
                  </a:cubicBezTo>
                  <a:cubicBezTo>
                    <a:pt x="46112" y="46781"/>
                    <a:pt x="56701" y="31651"/>
                    <a:pt x="69889" y="18984"/>
                  </a:cubicBezTo>
                  <a:cubicBezTo>
                    <a:pt x="78826" y="11025"/>
                    <a:pt x="101131" y="-4893"/>
                    <a:pt x="114423" y="1415"/>
                  </a:cubicBezTo>
                  <a:cubicBezTo>
                    <a:pt x="128917" y="8322"/>
                    <a:pt x="124111" y="33776"/>
                    <a:pt x="119906" y="44888"/>
                  </a:cubicBezTo>
                  <a:cubicBezTo>
                    <a:pt x="108790" y="74547"/>
                    <a:pt x="83632" y="97072"/>
                    <a:pt x="64557" y="122751"/>
                  </a:cubicBezTo>
                  <a:cubicBezTo>
                    <a:pt x="53074" y="138398"/>
                    <a:pt x="43446" y="155338"/>
                    <a:pt x="35869" y="173208"/>
                  </a:cubicBezTo>
                  <a:cubicBezTo>
                    <a:pt x="37100" y="173170"/>
                    <a:pt x="38234" y="173883"/>
                    <a:pt x="38723" y="175010"/>
                  </a:cubicBezTo>
                  <a:cubicBezTo>
                    <a:pt x="39188" y="176129"/>
                    <a:pt x="39391" y="177330"/>
                    <a:pt x="39323" y="178539"/>
                  </a:cubicBezTo>
                  <a:cubicBezTo>
                    <a:pt x="39631" y="180529"/>
                    <a:pt x="39060" y="182563"/>
                    <a:pt x="37746" y="184095"/>
                  </a:cubicBezTo>
                  <a:cubicBezTo>
                    <a:pt x="35846" y="185169"/>
                    <a:pt x="33570" y="185357"/>
                    <a:pt x="31513" y="184621"/>
                  </a:cubicBezTo>
                  <a:cubicBezTo>
                    <a:pt x="25385" y="183014"/>
                    <a:pt x="19399" y="180874"/>
                    <a:pt x="13639" y="178239"/>
                  </a:cubicBezTo>
                  <a:lnTo>
                    <a:pt x="6129" y="174860"/>
                  </a:lnTo>
                  <a:cubicBezTo>
                    <a:pt x="3350" y="173658"/>
                    <a:pt x="196" y="171931"/>
                    <a:pt x="-29" y="169078"/>
                  </a:cubicBezTo>
                  <a:cubicBezTo>
                    <a:pt x="8" y="167081"/>
                    <a:pt x="1173" y="165279"/>
                    <a:pt x="2975" y="164423"/>
                  </a:cubicBezTo>
                  <a:close/>
                </a:path>
              </a:pathLst>
            </a:custGeom>
            <a:solidFill>
              <a:schemeClr val="bg1">
                <a:lumMod val="60000"/>
                <a:lumOff val="4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Content Placeholder 4">
              <a:extLst>
                <a:ext uri="{FF2B5EF4-FFF2-40B4-BE49-F238E27FC236}">
                  <a16:creationId xmlns:a16="http://schemas.microsoft.com/office/drawing/2014/main" id="{6AE0AE71-1286-6901-5065-1FCBA731391F}"/>
                </a:ext>
              </a:extLst>
            </p:cNvPr>
            <p:cNvSpPr/>
            <p:nvPr/>
          </p:nvSpPr>
          <p:spPr>
            <a:xfrm>
              <a:off x="8027559" y="5254480"/>
              <a:ext cx="124390" cy="427906"/>
            </a:xfrm>
            <a:custGeom>
              <a:avLst/>
              <a:gdLst>
                <a:gd name="connsiteX0" fmla="*/ 114523 w 124390"/>
                <a:gd name="connsiteY0" fmla="*/ 32481 h 427906"/>
                <a:gd name="connsiteX1" fmla="*/ 124361 w 124390"/>
                <a:gd name="connsiteY1" fmla="*/ 424798 h 427906"/>
                <a:gd name="connsiteX2" fmla="*/ 112946 w 124390"/>
                <a:gd name="connsiteY2" fmla="*/ 425549 h 427906"/>
                <a:gd name="connsiteX3" fmla="*/ 65258 w 124390"/>
                <a:gd name="connsiteY3" fmla="*/ 97504 h 427906"/>
                <a:gd name="connsiteX4" fmla="*/ 56171 w 124390"/>
                <a:gd name="connsiteY4" fmla="*/ 97504 h 427906"/>
                <a:gd name="connsiteX5" fmla="*/ 46032 w 124390"/>
                <a:gd name="connsiteY5" fmla="*/ 427876 h 427906"/>
                <a:gd name="connsiteX6" fmla="*/ 34242 w 124390"/>
                <a:gd name="connsiteY6" fmla="*/ 427876 h 427906"/>
                <a:gd name="connsiteX7" fmla="*/ 71 w 124390"/>
                <a:gd name="connsiteY7" fmla="*/ 34283 h 427906"/>
                <a:gd name="connsiteX8" fmla="*/ 48961 w 124390"/>
                <a:gd name="connsiteY8" fmla="*/ 195 h 427906"/>
                <a:gd name="connsiteX9" fmla="*/ 114523 w 124390"/>
                <a:gd name="connsiteY9" fmla="*/ 32481 h 427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4390" h="427906">
                  <a:moveTo>
                    <a:pt x="114523" y="32481"/>
                  </a:moveTo>
                  <a:cubicBezTo>
                    <a:pt x="114523" y="32481"/>
                    <a:pt x="124211" y="372539"/>
                    <a:pt x="124361" y="424798"/>
                  </a:cubicBezTo>
                  <a:lnTo>
                    <a:pt x="112946" y="425549"/>
                  </a:lnTo>
                  <a:cubicBezTo>
                    <a:pt x="112946" y="425549"/>
                    <a:pt x="81104" y="113197"/>
                    <a:pt x="65258" y="97504"/>
                  </a:cubicBezTo>
                  <a:cubicBezTo>
                    <a:pt x="62261" y="96889"/>
                    <a:pt x="59167" y="96889"/>
                    <a:pt x="56171" y="97504"/>
                  </a:cubicBezTo>
                  <a:cubicBezTo>
                    <a:pt x="53692" y="98706"/>
                    <a:pt x="41827" y="408805"/>
                    <a:pt x="46032" y="427876"/>
                  </a:cubicBezTo>
                  <a:lnTo>
                    <a:pt x="34242" y="427876"/>
                  </a:lnTo>
                  <a:cubicBezTo>
                    <a:pt x="34242" y="427876"/>
                    <a:pt x="-2182" y="108842"/>
                    <a:pt x="71" y="34283"/>
                  </a:cubicBezTo>
                  <a:cubicBezTo>
                    <a:pt x="71" y="34283"/>
                    <a:pt x="-1431" y="-3259"/>
                    <a:pt x="48961" y="195"/>
                  </a:cubicBezTo>
                  <a:cubicBezTo>
                    <a:pt x="99353" y="3649"/>
                    <a:pt x="109491" y="-4761"/>
                    <a:pt x="114523" y="32481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Content Placeholder 4">
              <a:extLst>
                <a:ext uri="{FF2B5EF4-FFF2-40B4-BE49-F238E27FC236}">
                  <a16:creationId xmlns:a16="http://schemas.microsoft.com/office/drawing/2014/main" id="{7603E703-6F84-3B0D-BEA7-199989143D01}"/>
                </a:ext>
              </a:extLst>
            </p:cNvPr>
            <p:cNvSpPr/>
            <p:nvPr/>
          </p:nvSpPr>
          <p:spPr>
            <a:xfrm>
              <a:off x="8136935" y="5679340"/>
              <a:ext cx="44282" cy="17627"/>
            </a:xfrm>
            <a:custGeom>
              <a:avLst/>
              <a:gdLst>
                <a:gd name="connsiteX0" fmla="*/ 2068 w 44282"/>
                <a:gd name="connsiteY0" fmla="*/ 764 h 17627"/>
                <a:gd name="connsiteX1" fmla="*/ 21444 w 44282"/>
                <a:gd name="connsiteY1" fmla="*/ 388 h 17627"/>
                <a:gd name="connsiteX2" fmla="*/ 38116 w 44282"/>
                <a:gd name="connsiteY2" fmla="*/ 8347 h 17627"/>
                <a:gd name="connsiteX3" fmla="*/ 42922 w 44282"/>
                <a:gd name="connsiteY3" fmla="*/ 10675 h 17627"/>
                <a:gd name="connsiteX4" fmla="*/ 43748 w 44282"/>
                <a:gd name="connsiteY4" fmla="*/ 15480 h 17627"/>
                <a:gd name="connsiteX5" fmla="*/ 39543 w 44282"/>
                <a:gd name="connsiteY5" fmla="*/ 17057 h 17627"/>
                <a:gd name="connsiteX6" fmla="*/ 3721 w 44282"/>
                <a:gd name="connsiteY6" fmla="*/ 16381 h 17627"/>
                <a:gd name="connsiteX7" fmla="*/ 1693 w 44282"/>
                <a:gd name="connsiteY7" fmla="*/ 15706 h 17627"/>
                <a:gd name="connsiteX8" fmla="*/ 792 w 44282"/>
                <a:gd name="connsiteY8" fmla="*/ 14204 h 17627"/>
                <a:gd name="connsiteX9" fmla="*/ 2068 w 44282"/>
                <a:gd name="connsiteY9" fmla="*/ 764 h 1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4282" h="17627">
                  <a:moveTo>
                    <a:pt x="2068" y="764"/>
                  </a:moveTo>
                  <a:cubicBezTo>
                    <a:pt x="8489" y="-152"/>
                    <a:pt x="14993" y="-272"/>
                    <a:pt x="21444" y="388"/>
                  </a:cubicBezTo>
                  <a:cubicBezTo>
                    <a:pt x="26656" y="3715"/>
                    <a:pt x="32251" y="6388"/>
                    <a:pt x="38116" y="8347"/>
                  </a:cubicBezTo>
                  <a:cubicBezTo>
                    <a:pt x="39873" y="8753"/>
                    <a:pt x="41518" y="9549"/>
                    <a:pt x="42922" y="10675"/>
                  </a:cubicBezTo>
                  <a:cubicBezTo>
                    <a:pt x="44312" y="11869"/>
                    <a:pt x="44657" y="13889"/>
                    <a:pt x="43748" y="15480"/>
                  </a:cubicBezTo>
                  <a:cubicBezTo>
                    <a:pt x="42660" y="16622"/>
                    <a:pt x="41113" y="17200"/>
                    <a:pt x="39543" y="17057"/>
                  </a:cubicBezTo>
                  <a:cubicBezTo>
                    <a:pt x="27610" y="17958"/>
                    <a:pt x="15616" y="17733"/>
                    <a:pt x="3721" y="16381"/>
                  </a:cubicBezTo>
                  <a:cubicBezTo>
                    <a:pt x="2992" y="16367"/>
                    <a:pt x="2286" y="16134"/>
                    <a:pt x="1693" y="15706"/>
                  </a:cubicBezTo>
                  <a:cubicBezTo>
                    <a:pt x="1265" y="15293"/>
                    <a:pt x="957" y="14774"/>
                    <a:pt x="792" y="14204"/>
                  </a:cubicBezTo>
                  <a:cubicBezTo>
                    <a:pt x="-643" y="9737"/>
                    <a:pt x="-185" y="4878"/>
                    <a:pt x="2068" y="764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Content Placeholder 4">
              <a:extLst>
                <a:ext uri="{FF2B5EF4-FFF2-40B4-BE49-F238E27FC236}">
                  <a16:creationId xmlns:a16="http://schemas.microsoft.com/office/drawing/2014/main" id="{6386EB64-3404-C9E6-2BA2-EA69525A37B4}"/>
                </a:ext>
              </a:extLst>
            </p:cNvPr>
            <p:cNvSpPr/>
            <p:nvPr/>
          </p:nvSpPr>
          <p:spPr>
            <a:xfrm>
              <a:off x="8056269" y="5678907"/>
              <a:ext cx="42822" cy="18120"/>
            </a:xfrm>
            <a:custGeom>
              <a:avLst/>
              <a:gdLst>
                <a:gd name="connsiteX0" fmla="*/ 22505 w 42822"/>
                <a:gd name="connsiteY0" fmla="*/ 370 h 18120"/>
                <a:gd name="connsiteX1" fmla="*/ 4255 w 42822"/>
                <a:gd name="connsiteY1" fmla="*/ 370 h 18120"/>
                <a:gd name="connsiteX2" fmla="*/ 1477 w 42822"/>
                <a:gd name="connsiteY2" fmla="*/ 15837 h 18120"/>
                <a:gd name="connsiteX3" fmla="*/ 41956 w 42822"/>
                <a:gd name="connsiteY3" fmla="*/ 18090 h 18120"/>
                <a:gd name="connsiteX4" fmla="*/ 35722 w 42822"/>
                <a:gd name="connsiteY4" fmla="*/ 9005 h 18120"/>
                <a:gd name="connsiteX5" fmla="*/ 22505 w 42822"/>
                <a:gd name="connsiteY5" fmla="*/ 370 h 18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822" h="18120">
                  <a:moveTo>
                    <a:pt x="22505" y="370"/>
                  </a:moveTo>
                  <a:cubicBezTo>
                    <a:pt x="16437" y="-163"/>
                    <a:pt x="10331" y="-163"/>
                    <a:pt x="4255" y="370"/>
                  </a:cubicBezTo>
                  <a:cubicBezTo>
                    <a:pt x="1702" y="1496"/>
                    <a:pt x="-2203" y="13585"/>
                    <a:pt x="1477" y="15837"/>
                  </a:cubicBezTo>
                  <a:cubicBezTo>
                    <a:pt x="5157" y="18090"/>
                    <a:pt x="41956" y="18090"/>
                    <a:pt x="41956" y="18090"/>
                  </a:cubicBezTo>
                  <a:cubicBezTo>
                    <a:pt x="41956" y="18090"/>
                    <a:pt x="46161" y="13435"/>
                    <a:pt x="35722" y="9005"/>
                  </a:cubicBezTo>
                  <a:cubicBezTo>
                    <a:pt x="25284" y="4575"/>
                    <a:pt x="23706" y="4350"/>
                    <a:pt x="22505" y="37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Content Placeholder 4">
              <a:extLst>
                <a:ext uri="{FF2B5EF4-FFF2-40B4-BE49-F238E27FC236}">
                  <a16:creationId xmlns:a16="http://schemas.microsoft.com/office/drawing/2014/main" id="{8E4066D7-9623-31EE-A0AE-DD198BC1B99B}"/>
                </a:ext>
              </a:extLst>
            </p:cNvPr>
            <p:cNvSpPr/>
            <p:nvPr/>
          </p:nvSpPr>
          <p:spPr>
            <a:xfrm>
              <a:off x="8170653" y="5124281"/>
              <a:ext cx="53820" cy="116666"/>
            </a:xfrm>
            <a:custGeom>
              <a:avLst/>
              <a:gdLst>
                <a:gd name="connsiteX0" fmla="*/ 3948 w 53820"/>
                <a:gd name="connsiteY0" fmla="*/ 94353 h 116666"/>
                <a:gd name="connsiteX1" fmla="*/ 6351 w 53820"/>
                <a:gd name="connsiteY1" fmla="*/ 83841 h 116666"/>
                <a:gd name="connsiteX2" fmla="*/ 11007 w 53820"/>
                <a:gd name="connsiteY2" fmla="*/ 74606 h 116666"/>
                <a:gd name="connsiteX3" fmla="*/ 18968 w 53820"/>
                <a:gd name="connsiteY3" fmla="*/ 34060 h 116666"/>
                <a:gd name="connsiteX4" fmla="*/ 24751 w 53820"/>
                <a:gd name="connsiteY4" fmla="*/ 2975 h 116666"/>
                <a:gd name="connsiteX5" fmla="*/ 32937 w 53820"/>
                <a:gd name="connsiteY5" fmla="*/ 197 h 116666"/>
                <a:gd name="connsiteX6" fmla="*/ 45028 w 53820"/>
                <a:gd name="connsiteY6" fmla="*/ 1173 h 116666"/>
                <a:gd name="connsiteX7" fmla="*/ 52538 w 53820"/>
                <a:gd name="connsiteY7" fmla="*/ 8682 h 116666"/>
                <a:gd name="connsiteX8" fmla="*/ 53664 w 53820"/>
                <a:gd name="connsiteY8" fmla="*/ 16190 h 116666"/>
                <a:gd name="connsiteX9" fmla="*/ 53664 w 53820"/>
                <a:gd name="connsiteY9" fmla="*/ 30681 h 116666"/>
                <a:gd name="connsiteX10" fmla="*/ 53139 w 53820"/>
                <a:gd name="connsiteY10" fmla="*/ 44422 h 116666"/>
                <a:gd name="connsiteX11" fmla="*/ 50885 w 53820"/>
                <a:gd name="connsiteY11" fmla="*/ 53657 h 116666"/>
                <a:gd name="connsiteX12" fmla="*/ 29782 w 53820"/>
                <a:gd name="connsiteY12" fmla="*/ 108844 h 116666"/>
                <a:gd name="connsiteX13" fmla="*/ 24676 w 53820"/>
                <a:gd name="connsiteY13" fmla="*/ 115527 h 116666"/>
                <a:gd name="connsiteX14" fmla="*/ 17166 w 53820"/>
                <a:gd name="connsiteY14" fmla="*/ 116428 h 116666"/>
                <a:gd name="connsiteX15" fmla="*/ 8980 w 53820"/>
                <a:gd name="connsiteY15" fmla="*/ 115076 h 116666"/>
                <a:gd name="connsiteX16" fmla="*/ 43 w 53820"/>
                <a:gd name="connsiteY16" fmla="*/ 107568 h 116666"/>
                <a:gd name="connsiteX17" fmla="*/ 3948 w 53820"/>
                <a:gd name="connsiteY17" fmla="*/ 94353 h 116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3820" h="116666">
                  <a:moveTo>
                    <a:pt x="3948" y="94353"/>
                  </a:moveTo>
                  <a:cubicBezTo>
                    <a:pt x="5000" y="90899"/>
                    <a:pt x="5225" y="87295"/>
                    <a:pt x="6351" y="83841"/>
                  </a:cubicBezTo>
                  <a:cubicBezTo>
                    <a:pt x="7643" y="80643"/>
                    <a:pt x="9205" y="77549"/>
                    <a:pt x="11007" y="74606"/>
                  </a:cubicBezTo>
                  <a:cubicBezTo>
                    <a:pt x="17616" y="62892"/>
                    <a:pt x="16941" y="47350"/>
                    <a:pt x="18968" y="34060"/>
                  </a:cubicBezTo>
                  <a:cubicBezTo>
                    <a:pt x="19862" y="23533"/>
                    <a:pt x="21799" y="13119"/>
                    <a:pt x="24751" y="2975"/>
                  </a:cubicBezTo>
                  <a:cubicBezTo>
                    <a:pt x="25502" y="948"/>
                    <a:pt x="30759" y="497"/>
                    <a:pt x="32937" y="197"/>
                  </a:cubicBezTo>
                  <a:cubicBezTo>
                    <a:pt x="36992" y="-306"/>
                    <a:pt x="41107" y="32"/>
                    <a:pt x="45028" y="1173"/>
                  </a:cubicBezTo>
                  <a:cubicBezTo>
                    <a:pt x="48775" y="2014"/>
                    <a:pt x="51697" y="4935"/>
                    <a:pt x="52538" y="8682"/>
                  </a:cubicBezTo>
                  <a:cubicBezTo>
                    <a:pt x="53341" y="11099"/>
                    <a:pt x="53725" y="13644"/>
                    <a:pt x="53664" y="16190"/>
                  </a:cubicBezTo>
                  <a:cubicBezTo>
                    <a:pt x="53664" y="21070"/>
                    <a:pt x="53664" y="25876"/>
                    <a:pt x="53664" y="30681"/>
                  </a:cubicBezTo>
                  <a:cubicBezTo>
                    <a:pt x="53942" y="35269"/>
                    <a:pt x="53762" y="39872"/>
                    <a:pt x="53139" y="44422"/>
                  </a:cubicBezTo>
                  <a:cubicBezTo>
                    <a:pt x="52613" y="47553"/>
                    <a:pt x="51854" y="50639"/>
                    <a:pt x="50885" y="53657"/>
                  </a:cubicBezTo>
                  <a:cubicBezTo>
                    <a:pt x="45170" y="72533"/>
                    <a:pt x="38119" y="90974"/>
                    <a:pt x="29782" y="108844"/>
                  </a:cubicBezTo>
                  <a:cubicBezTo>
                    <a:pt x="28814" y="111547"/>
                    <a:pt x="27034" y="113883"/>
                    <a:pt x="24676" y="115527"/>
                  </a:cubicBezTo>
                  <a:cubicBezTo>
                    <a:pt x="22318" y="116578"/>
                    <a:pt x="19704" y="116893"/>
                    <a:pt x="17166" y="116428"/>
                  </a:cubicBezTo>
                  <a:cubicBezTo>
                    <a:pt x="14417" y="116128"/>
                    <a:pt x="11684" y="115677"/>
                    <a:pt x="8980" y="115076"/>
                  </a:cubicBezTo>
                  <a:cubicBezTo>
                    <a:pt x="4752" y="114626"/>
                    <a:pt x="1215" y="111660"/>
                    <a:pt x="43" y="107568"/>
                  </a:cubicBezTo>
                  <a:cubicBezTo>
                    <a:pt x="-558" y="103363"/>
                    <a:pt x="2747" y="98407"/>
                    <a:pt x="3948" y="94353"/>
                  </a:cubicBezTo>
                  <a:close/>
                </a:path>
              </a:pathLst>
            </a:custGeom>
            <a:solidFill>
              <a:srgbClr val="1919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Content Placeholder 4">
              <a:extLst>
                <a:ext uri="{FF2B5EF4-FFF2-40B4-BE49-F238E27FC236}">
                  <a16:creationId xmlns:a16="http://schemas.microsoft.com/office/drawing/2014/main" id="{5319DF1D-EF7D-A06D-B7AB-972EED43D9B0}"/>
                </a:ext>
              </a:extLst>
            </p:cNvPr>
            <p:cNvSpPr/>
            <p:nvPr/>
          </p:nvSpPr>
          <p:spPr>
            <a:xfrm>
              <a:off x="8173851" y="5181647"/>
              <a:ext cx="16991" cy="12075"/>
            </a:xfrm>
            <a:custGeom>
              <a:avLst/>
              <a:gdLst>
                <a:gd name="connsiteX0" fmla="*/ 600 w 16991"/>
                <a:gd name="connsiteY0" fmla="*/ 2298 h 12075"/>
                <a:gd name="connsiteX1" fmla="*/ 3529 w 16991"/>
                <a:gd name="connsiteY1" fmla="*/ -30 h 12075"/>
                <a:gd name="connsiteX2" fmla="*/ 7584 w 16991"/>
                <a:gd name="connsiteY2" fmla="*/ 1547 h 12075"/>
                <a:gd name="connsiteX3" fmla="*/ 12541 w 16991"/>
                <a:gd name="connsiteY3" fmla="*/ 2298 h 12075"/>
                <a:gd name="connsiteX4" fmla="*/ 16746 w 16991"/>
                <a:gd name="connsiteY4" fmla="*/ 4701 h 12075"/>
                <a:gd name="connsiteX5" fmla="*/ 15170 w 16991"/>
                <a:gd name="connsiteY5" fmla="*/ 9731 h 12075"/>
                <a:gd name="connsiteX6" fmla="*/ 6308 w 16991"/>
                <a:gd name="connsiteY6" fmla="*/ 11533 h 12075"/>
                <a:gd name="connsiteX7" fmla="*/ 3003 w 16991"/>
                <a:gd name="connsiteY7" fmla="*/ 9881 h 12075"/>
                <a:gd name="connsiteX8" fmla="*/ 525 w 16991"/>
                <a:gd name="connsiteY8" fmla="*/ 8305 h 12075"/>
                <a:gd name="connsiteX9" fmla="*/ -1 w 16991"/>
                <a:gd name="connsiteY9" fmla="*/ 6202 h 12075"/>
                <a:gd name="connsiteX10" fmla="*/ 600 w 16991"/>
                <a:gd name="connsiteY10" fmla="*/ 2298 h 12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991" h="12075">
                  <a:moveTo>
                    <a:pt x="600" y="2298"/>
                  </a:moveTo>
                  <a:cubicBezTo>
                    <a:pt x="1066" y="1036"/>
                    <a:pt x="2192" y="143"/>
                    <a:pt x="3529" y="-30"/>
                  </a:cubicBezTo>
                  <a:cubicBezTo>
                    <a:pt x="4986" y="181"/>
                    <a:pt x="6368" y="721"/>
                    <a:pt x="7584" y="1547"/>
                  </a:cubicBezTo>
                  <a:cubicBezTo>
                    <a:pt x="9199" y="1983"/>
                    <a:pt x="10866" y="2238"/>
                    <a:pt x="12541" y="2298"/>
                  </a:cubicBezTo>
                  <a:cubicBezTo>
                    <a:pt x="14245" y="2380"/>
                    <a:pt x="15808" y="3274"/>
                    <a:pt x="16746" y="4701"/>
                  </a:cubicBezTo>
                  <a:cubicBezTo>
                    <a:pt x="17332" y="6540"/>
                    <a:pt x="16701" y="8552"/>
                    <a:pt x="15170" y="9731"/>
                  </a:cubicBezTo>
                  <a:cubicBezTo>
                    <a:pt x="12781" y="11939"/>
                    <a:pt x="9364" y="12629"/>
                    <a:pt x="6308" y="11533"/>
                  </a:cubicBezTo>
                  <a:lnTo>
                    <a:pt x="3003" y="9881"/>
                  </a:lnTo>
                  <a:cubicBezTo>
                    <a:pt x="2553" y="8980"/>
                    <a:pt x="1276" y="8980"/>
                    <a:pt x="525" y="8305"/>
                  </a:cubicBezTo>
                  <a:cubicBezTo>
                    <a:pt x="82" y="7696"/>
                    <a:pt x="-106" y="6946"/>
                    <a:pt x="-1" y="6202"/>
                  </a:cubicBezTo>
                  <a:cubicBezTo>
                    <a:pt x="-31" y="4873"/>
                    <a:pt x="172" y="3552"/>
                    <a:pt x="600" y="2298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Content Placeholder 4">
              <a:extLst>
                <a:ext uri="{FF2B5EF4-FFF2-40B4-BE49-F238E27FC236}">
                  <a16:creationId xmlns:a16="http://schemas.microsoft.com/office/drawing/2014/main" id="{6653D60B-C7B3-1308-D87C-B1711FE83B07}"/>
                </a:ext>
              </a:extLst>
            </p:cNvPr>
            <p:cNvSpPr/>
            <p:nvPr/>
          </p:nvSpPr>
          <p:spPr>
            <a:xfrm>
              <a:off x="8171960" y="5127159"/>
              <a:ext cx="50512" cy="107299"/>
            </a:xfrm>
            <a:custGeom>
              <a:avLst/>
              <a:gdLst>
                <a:gd name="connsiteX0" fmla="*/ 49503 w 50512"/>
                <a:gd name="connsiteY0" fmla="*/ 4827 h 107299"/>
                <a:gd name="connsiteX1" fmla="*/ 48226 w 50512"/>
                <a:gd name="connsiteY1" fmla="*/ 2725 h 107299"/>
                <a:gd name="connsiteX2" fmla="*/ 45748 w 50512"/>
                <a:gd name="connsiteY2" fmla="*/ 1824 h 107299"/>
                <a:gd name="connsiteX3" fmla="*/ 29677 w 50512"/>
                <a:gd name="connsiteY3" fmla="*/ 22 h 107299"/>
                <a:gd name="connsiteX4" fmla="*/ 24419 w 50512"/>
                <a:gd name="connsiteY4" fmla="*/ 2274 h 107299"/>
                <a:gd name="connsiteX5" fmla="*/ 20514 w 50512"/>
                <a:gd name="connsiteY5" fmla="*/ 10308 h 107299"/>
                <a:gd name="connsiteX6" fmla="*/ 1589 w 50512"/>
                <a:gd name="connsiteY6" fmla="*/ 75782 h 107299"/>
                <a:gd name="connsiteX7" fmla="*/ 838 w 50512"/>
                <a:gd name="connsiteY7" fmla="*/ 98307 h 107299"/>
                <a:gd name="connsiteX8" fmla="*/ 3091 w 50512"/>
                <a:gd name="connsiteY8" fmla="*/ 102812 h 107299"/>
                <a:gd name="connsiteX9" fmla="*/ 13530 w 50512"/>
                <a:gd name="connsiteY9" fmla="*/ 106792 h 107299"/>
                <a:gd name="connsiteX10" fmla="*/ 21040 w 50512"/>
                <a:gd name="connsiteY10" fmla="*/ 107242 h 107299"/>
                <a:gd name="connsiteX11" fmla="*/ 23894 w 50512"/>
                <a:gd name="connsiteY11" fmla="*/ 106642 h 107299"/>
                <a:gd name="connsiteX12" fmla="*/ 25771 w 50512"/>
                <a:gd name="connsiteY12" fmla="*/ 104239 h 107299"/>
                <a:gd name="connsiteX13" fmla="*/ 49277 w 50512"/>
                <a:gd name="connsiteY13" fmla="*/ 22397 h 107299"/>
                <a:gd name="connsiteX14" fmla="*/ 49503 w 50512"/>
                <a:gd name="connsiteY14" fmla="*/ 4827 h 107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0512" h="107299">
                  <a:moveTo>
                    <a:pt x="49503" y="4827"/>
                  </a:moveTo>
                  <a:cubicBezTo>
                    <a:pt x="49322" y="4009"/>
                    <a:pt x="48872" y="3265"/>
                    <a:pt x="48226" y="2725"/>
                  </a:cubicBezTo>
                  <a:cubicBezTo>
                    <a:pt x="47475" y="2252"/>
                    <a:pt x="46626" y="1944"/>
                    <a:pt x="45748" y="1824"/>
                  </a:cubicBezTo>
                  <a:cubicBezTo>
                    <a:pt x="39515" y="697"/>
                    <a:pt x="35234" y="772"/>
                    <a:pt x="29677" y="22"/>
                  </a:cubicBezTo>
                  <a:cubicBezTo>
                    <a:pt x="27641" y="-256"/>
                    <a:pt x="25621" y="607"/>
                    <a:pt x="24419" y="2274"/>
                  </a:cubicBezTo>
                  <a:cubicBezTo>
                    <a:pt x="22302" y="4474"/>
                    <a:pt x="20935" y="7282"/>
                    <a:pt x="20514" y="10308"/>
                  </a:cubicBezTo>
                  <a:cubicBezTo>
                    <a:pt x="18854" y="33217"/>
                    <a:pt x="12404" y="55516"/>
                    <a:pt x="1589" y="75782"/>
                  </a:cubicBezTo>
                  <a:lnTo>
                    <a:pt x="838" y="98307"/>
                  </a:lnTo>
                  <a:cubicBezTo>
                    <a:pt x="-1265" y="100334"/>
                    <a:pt x="838" y="100635"/>
                    <a:pt x="3091" y="102812"/>
                  </a:cubicBezTo>
                  <a:cubicBezTo>
                    <a:pt x="6042" y="105238"/>
                    <a:pt x="9707" y="106634"/>
                    <a:pt x="13530" y="106792"/>
                  </a:cubicBezTo>
                  <a:cubicBezTo>
                    <a:pt x="16016" y="107182"/>
                    <a:pt x="18532" y="107340"/>
                    <a:pt x="21040" y="107242"/>
                  </a:cubicBezTo>
                  <a:cubicBezTo>
                    <a:pt x="22031" y="107310"/>
                    <a:pt x="23015" y="107100"/>
                    <a:pt x="23894" y="106642"/>
                  </a:cubicBezTo>
                  <a:cubicBezTo>
                    <a:pt x="24735" y="106041"/>
                    <a:pt x="25388" y="105200"/>
                    <a:pt x="25771" y="104239"/>
                  </a:cubicBezTo>
                  <a:cubicBezTo>
                    <a:pt x="39665" y="77884"/>
                    <a:pt x="42894" y="51304"/>
                    <a:pt x="49277" y="22397"/>
                  </a:cubicBezTo>
                  <a:cubicBezTo>
                    <a:pt x="50802" y="16645"/>
                    <a:pt x="50885" y="10608"/>
                    <a:pt x="49503" y="4827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Content Placeholder 4">
              <a:extLst>
                <a:ext uri="{FF2B5EF4-FFF2-40B4-BE49-F238E27FC236}">
                  <a16:creationId xmlns:a16="http://schemas.microsoft.com/office/drawing/2014/main" id="{14541303-546E-CBD4-5247-54961071DCEE}"/>
                </a:ext>
              </a:extLst>
            </p:cNvPr>
            <p:cNvSpPr/>
            <p:nvPr/>
          </p:nvSpPr>
          <p:spPr>
            <a:xfrm>
              <a:off x="8192409" y="5176539"/>
              <a:ext cx="27490" cy="26230"/>
            </a:xfrm>
            <a:custGeom>
              <a:avLst/>
              <a:gdLst>
                <a:gd name="connsiteX0" fmla="*/ 20944 w 27490"/>
                <a:gd name="connsiteY0" fmla="*/ 22573 h 26230"/>
                <a:gd name="connsiteX1" fmla="*/ 25300 w 27490"/>
                <a:gd name="connsiteY1" fmla="*/ 19344 h 26230"/>
                <a:gd name="connsiteX2" fmla="*/ 27327 w 27490"/>
                <a:gd name="connsiteY2" fmla="*/ 9583 h 26230"/>
                <a:gd name="connsiteX3" fmla="*/ 25750 w 27490"/>
                <a:gd name="connsiteY3" fmla="*/ 6129 h 26230"/>
                <a:gd name="connsiteX4" fmla="*/ 20493 w 27490"/>
                <a:gd name="connsiteY4" fmla="*/ 6955 h 26230"/>
                <a:gd name="connsiteX5" fmla="*/ 20493 w 27490"/>
                <a:gd name="connsiteY5" fmla="*/ 2450 h 26230"/>
                <a:gd name="connsiteX6" fmla="*/ 17114 w 27490"/>
                <a:gd name="connsiteY6" fmla="*/ -28 h 26230"/>
                <a:gd name="connsiteX7" fmla="*/ 15236 w 27490"/>
                <a:gd name="connsiteY7" fmla="*/ 7481 h 26230"/>
                <a:gd name="connsiteX8" fmla="*/ 6525 w 27490"/>
                <a:gd name="connsiteY8" fmla="*/ 11910 h 26230"/>
                <a:gd name="connsiteX9" fmla="*/ 1042 w 27490"/>
                <a:gd name="connsiteY9" fmla="*/ 17842 h 26230"/>
                <a:gd name="connsiteX10" fmla="*/ 1996 w 27490"/>
                <a:gd name="connsiteY10" fmla="*/ 25103 h 26230"/>
                <a:gd name="connsiteX11" fmla="*/ 5023 w 27490"/>
                <a:gd name="connsiteY11" fmla="*/ 26177 h 26230"/>
                <a:gd name="connsiteX12" fmla="*/ 20944 w 27490"/>
                <a:gd name="connsiteY12" fmla="*/ 22573 h 2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0" h="26230">
                  <a:moveTo>
                    <a:pt x="20944" y="22573"/>
                  </a:moveTo>
                  <a:cubicBezTo>
                    <a:pt x="22618" y="21829"/>
                    <a:pt x="24106" y="20725"/>
                    <a:pt x="25300" y="19344"/>
                  </a:cubicBezTo>
                  <a:cubicBezTo>
                    <a:pt x="27064" y="16416"/>
                    <a:pt x="27785" y="12969"/>
                    <a:pt x="27327" y="9583"/>
                  </a:cubicBezTo>
                  <a:cubicBezTo>
                    <a:pt x="27327" y="8231"/>
                    <a:pt x="27327" y="6580"/>
                    <a:pt x="25750" y="6129"/>
                  </a:cubicBezTo>
                  <a:cubicBezTo>
                    <a:pt x="24173" y="5679"/>
                    <a:pt x="22220" y="7631"/>
                    <a:pt x="20493" y="6955"/>
                  </a:cubicBezTo>
                  <a:cubicBezTo>
                    <a:pt x="20831" y="5476"/>
                    <a:pt x="20831" y="3929"/>
                    <a:pt x="20493" y="2450"/>
                  </a:cubicBezTo>
                  <a:cubicBezTo>
                    <a:pt x="20080" y="941"/>
                    <a:pt x="18676" y="-80"/>
                    <a:pt x="17114" y="-28"/>
                  </a:cubicBezTo>
                  <a:cubicBezTo>
                    <a:pt x="16212" y="2525"/>
                    <a:pt x="17114" y="5604"/>
                    <a:pt x="15236" y="7481"/>
                  </a:cubicBezTo>
                  <a:cubicBezTo>
                    <a:pt x="13359" y="9358"/>
                    <a:pt x="9453" y="10334"/>
                    <a:pt x="6525" y="11910"/>
                  </a:cubicBezTo>
                  <a:cubicBezTo>
                    <a:pt x="4257" y="13427"/>
                    <a:pt x="2379" y="15462"/>
                    <a:pt x="1042" y="17842"/>
                  </a:cubicBezTo>
                  <a:cubicBezTo>
                    <a:pt x="-700" y="20110"/>
                    <a:pt x="-272" y="23361"/>
                    <a:pt x="1996" y="25103"/>
                  </a:cubicBezTo>
                  <a:cubicBezTo>
                    <a:pt x="2867" y="25771"/>
                    <a:pt x="3926" y="26146"/>
                    <a:pt x="5023" y="26177"/>
                  </a:cubicBezTo>
                  <a:cubicBezTo>
                    <a:pt x="10558" y="26394"/>
                    <a:pt x="16047" y="25156"/>
                    <a:pt x="20944" y="22573"/>
                  </a:cubicBezTo>
                  <a:close/>
                </a:path>
              </a:pathLst>
            </a:custGeom>
            <a:solidFill>
              <a:srgbClr val="6D47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Content Placeholder 4">
              <a:extLst>
                <a:ext uri="{FF2B5EF4-FFF2-40B4-BE49-F238E27FC236}">
                  <a16:creationId xmlns:a16="http://schemas.microsoft.com/office/drawing/2014/main" id="{E2524369-7B08-12D0-C581-E9BBA7E806CB}"/>
                </a:ext>
              </a:extLst>
            </p:cNvPr>
            <p:cNvSpPr/>
            <p:nvPr/>
          </p:nvSpPr>
          <p:spPr>
            <a:xfrm>
              <a:off x="8108682" y="5087511"/>
              <a:ext cx="71899" cy="100301"/>
            </a:xfrm>
            <a:custGeom>
              <a:avLst/>
              <a:gdLst>
                <a:gd name="connsiteX0" fmla="*/ 17779 w 71899"/>
                <a:gd name="connsiteY0" fmla="*/ 73457 h 100301"/>
                <a:gd name="connsiteX1" fmla="*/ 68246 w 71899"/>
                <a:gd name="connsiteY1" fmla="*/ 100188 h 100301"/>
                <a:gd name="connsiteX2" fmla="*/ 69523 w 71899"/>
                <a:gd name="connsiteY2" fmla="*/ 100188 h 100301"/>
                <a:gd name="connsiteX3" fmla="*/ 70425 w 71899"/>
                <a:gd name="connsiteY3" fmla="*/ 98761 h 100301"/>
                <a:gd name="connsiteX4" fmla="*/ 71401 w 71899"/>
                <a:gd name="connsiteY4" fmla="*/ 94856 h 100301"/>
                <a:gd name="connsiteX5" fmla="*/ 71851 w 71899"/>
                <a:gd name="connsiteY5" fmla="*/ 91403 h 100301"/>
                <a:gd name="connsiteX6" fmla="*/ 66519 w 71899"/>
                <a:gd name="connsiteY6" fmla="*/ 85471 h 100301"/>
                <a:gd name="connsiteX7" fmla="*/ 51499 w 71899"/>
                <a:gd name="connsiteY7" fmla="*/ 75259 h 100301"/>
                <a:gd name="connsiteX8" fmla="*/ 34827 w 71899"/>
                <a:gd name="connsiteY8" fmla="*/ 38918 h 100301"/>
                <a:gd name="connsiteX9" fmla="*/ 17329 w 71899"/>
                <a:gd name="connsiteY9" fmla="*/ 3629 h 100301"/>
                <a:gd name="connsiteX10" fmla="*/ 13799 w 71899"/>
                <a:gd name="connsiteY10" fmla="*/ 250 h 100301"/>
                <a:gd name="connsiteX11" fmla="*/ 5012 w 71899"/>
                <a:gd name="connsiteY11" fmla="*/ 3103 h 100301"/>
                <a:gd name="connsiteX12" fmla="*/ 507 w 71899"/>
                <a:gd name="connsiteY12" fmla="*/ 19997 h 100301"/>
                <a:gd name="connsiteX13" fmla="*/ 2835 w 71899"/>
                <a:gd name="connsiteY13" fmla="*/ 36666 h 100301"/>
                <a:gd name="connsiteX14" fmla="*/ 17779 w 71899"/>
                <a:gd name="connsiteY14" fmla="*/ 73457 h 100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1899" h="100301">
                  <a:moveTo>
                    <a:pt x="17779" y="73457"/>
                  </a:moveTo>
                  <a:cubicBezTo>
                    <a:pt x="30374" y="88722"/>
                    <a:pt x="48540" y="98340"/>
                    <a:pt x="68246" y="100188"/>
                  </a:cubicBezTo>
                  <a:cubicBezTo>
                    <a:pt x="68667" y="100300"/>
                    <a:pt x="69103" y="100300"/>
                    <a:pt x="69523" y="100188"/>
                  </a:cubicBezTo>
                  <a:cubicBezTo>
                    <a:pt x="70124" y="100188"/>
                    <a:pt x="70274" y="99287"/>
                    <a:pt x="70425" y="98761"/>
                  </a:cubicBezTo>
                  <a:cubicBezTo>
                    <a:pt x="70574" y="98235"/>
                    <a:pt x="71100" y="96133"/>
                    <a:pt x="71401" y="94856"/>
                  </a:cubicBezTo>
                  <a:cubicBezTo>
                    <a:pt x="71769" y="93745"/>
                    <a:pt x="71927" y="92574"/>
                    <a:pt x="71851" y="91403"/>
                  </a:cubicBezTo>
                  <a:cubicBezTo>
                    <a:pt x="71851" y="88850"/>
                    <a:pt x="68922" y="86973"/>
                    <a:pt x="66519" y="85471"/>
                  </a:cubicBezTo>
                  <a:cubicBezTo>
                    <a:pt x="61202" y="82550"/>
                    <a:pt x="56171" y="79134"/>
                    <a:pt x="51499" y="75259"/>
                  </a:cubicBezTo>
                  <a:cubicBezTo>
                    <a:pt x="41361" y="65649"/>
                    <a:pt x="38883" y="51683"/>
                    <a:pt x="34827" y="38918"/>
                  </a:cubicBezTo>
                  <a:cubicBezTo>
                    <a:pt x="30817" y="26334"/>
                    <a:pt x="24921" y="14433"/>
                    <a:pt x="17329" y="3629"/>
                  </a:cubicBezTo>
                  <a:cubicBezTo>
                    <a:pt x="16488" y="2202"/>
                    <a:pt x="15263" y="1031"/>
                    <a:pt x="13799" y="250"/>
                  </a:cubicBezTo>
                  <a:cubicBezTo>
                    <a:pt x="10562" y="-599"/>
                    <a:pt x="7130" y="520"/>
                    <a:pt x="5012" y="3103"/>
                  </a:cubicBezTo>
                  <a:cubicBezTo>
                    <a:pt x="709" y="7586"/>
                    <a:pt x="-996" y="13968"/>
                    <a:pt x="507" y="19997"/>
                  </a:cubicBezTo>
                  <a:cubicBezTo>
                    <a:pt x="1783" y="25471"/>
                    <a:pt x="2557" y="31050"/>
                    <a:pt x="2835" y="36666"/>
                  </a:cubicBezTo>
                  <a:cubicBezTo>
                    <a:pt x="4164" y="50114"/>
                    <a:pt x="9353" y="62885"/>
                    <a:pt x="17779" y="73457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Content Placeholder 4">
              <a:extLst>
                <a:ext uri="{FF2B5EF4-FFF2-40B4-BE49-F238E27FC236}">
                  <a16:creationId xmlns:a16="http://schemas.microsoft.com/office/drawing/2014/main" id="{69518E0B-BE8F-4F01-E200-835D69F8C836}"/>
                </a:ext>
              </a:extLst>
            </p:cNvPr>
            <p:cNvSpPr/>
            <p:nvPr/>
          </p:nvSpPr>
          <p:spPr>
            <a:xfrm>
              <a:off x="8082032" y="4958491"/>
              <a:ext cx="84384" cy="96825"/>
            </a:xfrm>
            <a:custGeom>
              <a:avLst/>
              <a:gdLst>
                <a:gd name="connsiteX0" fmla="*/ 27983 w 84384"/>
                <a:gd name="connsiteY0" fmla="*/ 96008 h 96825"/>
                <a:gd name="connsiteX1" fmla="*/ -29 w 84384"/>
                <a:gd name="connsiteY1" fmla="*/ 84370 h 96825"/>
                <a:gd name="connsiteX2" fmla="*/ 2749 w 84384"/>
                <a:gd name="connsiteY2" fmla="*/ 58691 h 96825"/>
                <a:gd name="connsiteX3" fmla="*/ 13789 w 84384"/>
                <a:gd name="connsiteY3" fmla="*/ 25353 h 96825"/>
                <a:gd name="connsiteX4" fmla="*/ 30086 w 84384"/>
                <a:gd name="connsiteY4" fmla="*/ 2377 h 96825"/>
                <a:gd name="connsiteX5" fmla="*/ 35117 w 84384"/>
                <a:gd name="connsiteY5" fmla="*/ -25 h 96825"/>
                <a:gd name="connsiteX6" fmla="*/ 39849 w 84384"/>
                <a:gd name="connsiteY6" fmla="*/ 876 h 96825"/>
                <a:gd name="connsiteX7" fmla="*/ 81829 w 84384"/>
                <a:gd name="connsiteY7" fmla="*/ 18821 h 96825"/>
                <a:gd name="connsiteX8" fmla="*/ 84157 w 84384"/>
                <a:gd name="connsiteY8" fmla="*/ 21148 h 96825"/>
                <a:gd name="connsiteX9" fmla="*/ 84157 w 84384"/>
                <a:gd name="connsiteY9" fmla="*/ 24077 h 96825"/>
                <a:gd name="connsiteX10" fmla="*/ 50513 w 84384"/>
                <a:gd name="connsiteY10" fmla="*/ 95407 h 96825"/>
                <a:gd name="connsiteX11" fmla="*/ 27983 w 84384"/>
                <a:gd name="connsiteY11" fmla="*/ 96008 h 9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384" h="96825">
                  <a:moveTo>
                    <a:pt x="27983" y="96008"/>
                  </a:moveTo>
                  <a:cubicBezTo>
                    <a:pt x="18746" y="91878"/>
                    <a:pt x="9358" y="88049"/>
                    <a:pt x="-29" y="84370"/>
                  </a:cubicBezTo>
                  <a:cubicBezTo>
                    <a:pt x="3951" y="76861"/>
                    <a:pt x="2149" y="67401"/>
                    <a:pt x="2749" y="58691"/>
                  </a:cubicBezTo>
                  <a:cubicBezTo>
                    <a:pt x="4221" y="46962"/>
                    <a:pt x="7969" y="35640"/>
                    <a:pt x="13789" y="25353"/>
                  </a:cubicBezTo>
                  <a:cubicBezTo>
                    <a:pt x="17364" y="16539"/>
                    <a:pt x="22944" y="8669"/>
                    <a:pt x="30086" y="2377"/>
                  </a:cubicBezTo>
                  <a:cubicBezTo>
                    <a:pt x="31483" y="1094"/>
                    <a:pt x="33240" y="260"/>
                    <a:pt x="35117" y="-25"/>
                  </a:cubicBezTo>
                  <a:cubicBezTo>
                    <a:pt x="36740" y="-70"/>
                    <a:pt x="38354" y="238"/>
                    <a:pt x="39849" y="876"/>
                  </a:cubicBezTo>
                  <a:cubicBezTo>
                    <a:pt x="54598" y="4900"/>
                    <a:pt x="68725" y="10937"/>
                    <a:pt x="81829" y="18821"/>
                  </a:cubicBezTo>
                  <a:cubicBezTo>
                    <a:pt x="82843" y="19317"/>
                    <a:pt x="83662" y="20135"/>
                    <a:pt x="84157" y="21148"/>
                  </a:cubicBezTo>
                  <a:cubicBezTo>
                    <a:pt x="84421" y="22109"/>
                    <a:pt x="84421" y="23116"/>
                    <a:pt x="84157" y="24077"/>
                  </a:cubicBezTo>
                  <a:cubicBezTo>
                    <a:pt x="78871" y="50221"/>
                    <a:pt x="67320" y="74692"/>
                    <a:pt x="50513" y="95407"/>
                  </a:cubicBezTo>
                  <a:cubicBezTo>
                    <a:pt x="43108" y="97029"/>
                    <a:pt x="35463" y="97232"/>
                    <a:pt x="27983" y="96008"/>
                  </a:cubicBezTo>
                  <a:close/>
                </a:path>
              </a:pathLst>
            </a:custGeom>
            <a:solidFill>
              <a:srgbClr val="6D47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Content Placeholder 4">
              <a:extLst>
                <a:ext uri="{FF2B5EF4-FFF2-40B4-BE49-F238E27FC236}">
                  <a16:creationId xmlns:a16="http://schemas.microsoft.com/office/drawing/2014/main" id="{98AA2D51-C6A8-241F-9DD9-8DDC512C8B18}"/>
                </a:ext>
              </a:extLst>
            </p:cNvPr>
            <p:cNvSpPr/>
            <p:nvPr/>
          </p:nvSpPr>
          <p:spPr>
            <a:xfrm>
              <a:off x="8009109" y="5048188"/>
              <a:ext cx="151326" cy="349702"/>
            </a:xfrm>
            <a:custGeom>
              <a:avLst/>
              <a:gdLst>
                <a:gd name="connsiteX0" fmla="*/ 100905 w 151326"/>
                <a:gd name="connsiteY0" fmla="*/ 15997 h 349702"/>
                <a:gd name="connsiteX1" fmla="*/ 94297 w 151326"/>
                <a:gd name="connsiteY1" fmla="*/ 13519 h 349702"/>
                <a:gd name="connsiteX2" fmla="*/ 61403 w 151326"/>
                <a:gd name="connsiteY2" fmla="*/ 905 h 349702"/>
                <a:gd name="connsiteX3" fmla="*/ 56371 w 151326"/>
                <a:gd name="connsiteY3" fmla="*/ 4 h 349702"/>
                <a:gd name="connsiteX4" fmla="*/ 52841 w 151326"/>
                <a:gd name="connsiteY4" fmla="*/ 1956 h 349702"/>
                <a:gd name="connsiteX5" fmla="*/ 21225 w 151326"/>
                <a:gd name="connsiteY5" fmla="*/ 69532 h 349702"/>
                <a:gd name="connsiteX6" fmla="*/ 3276 w 151326"/>
                <a:gd name="connsiteY6" fmla="*/ 333379 h 349702"/>
                <a:gd name="connsiteX7" fmla="*/ 151298 w 151326"/>
                <a:gd name="connsiteY7" fmla="*/ 349672 h 349702"/>
                <a:gd name="connsiteX8" fmla="*/ 142210 w 151326"/>
                <a:gd name="connsiteY8" fmla="*/ 283223 h 349702"/>
                <a:gd name="connsiteX9" fmla="*/ 136803 w 151326"/>
                <a:gd name="connsiteY9" fmla="*/ 178104 h 349702"/>
                <a:gd name="connsiteX10" fmla="*/ 132673 w 151326"/>
                <a:gd name="connsiteY10" fmla="*/ 72986 h 349702"/>
                <a:gd name="connsiteX11" fmla="*/ 129218 w 151326"/>
                <a:gd name="connsiteY11" fmla="*/ 30413 h 349702"/>
                <a:gd name="connsiteX12" fmla="*/ 108566 w 151326"/>
                <a:gd name="connsiteY12" fmla="*/ 18249 h 349702"/>
                <a:gd name="connsiteX13" fmla="*/ 100905 w 151326"/>
                <a:gd name="connsiteY13" fmla="*/ 15997 h 349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1326" h="349702">
                  <a:moveTo>
                    <a:pt x="100905" y="15997"/>
                  </a:moveTo>
                  <a:cubicBezTo>
                    <a:pt x="98653" y="15246"/>
                    <a:pt x="96474" y="14420"/>
                    <a:pt x="94297" y="13519"/>
                  </a:cubicBezTo>
                  <a:lnTo>
                    <a:pt x="61403" y="905"/>
                  </a:lnTo>
                  <a:cubicBezTo>
                    <a:pt x="59833" y="176"/>
                    <a:pt x="58098" y="-139"/>
                    <a:pt x="56371" y="4"/>
                  </a:cubicBezTo>
                  <a:cubicBezTo>
                    <a:pt x="55064" y="379"/>
                    <a:pt x="53855" y="1048"/>
                    <a:pt x="52841" y="1956"/>
                  </a:cubicBezTo>
                  <a:cubicBezTo>
                    <a:pt x="32414" y="18475"/>
                    <a:pt x="26782" y="45355"/>
                    <a:pt x="21225" y="69532"/>
                  </a:cubicBezTo>
                  <a:cubicBezTo>
                    <a:pt x="1518" y="156007"/>
                    <a:pt x="-4535" y="245035"/>
                    <a:pt x="3276" y="333379"/>
                  </a:cubicBezTo>
                  <a:cubicBezTo>
                    <a:pt x="52248" y="341774"/>
                    <a:pt x="101671" y="347210"/>
                    <a:pt x="151298" y="349672"/>
                  </a:cubicBezTo>
                  <a:cubicBezTo>
                    <a:pt x="148519" y="349672"/>
                    <a:pt x="142887" y="289154"/>
                    <a:pt x="142210" y="283223"/>
                  </a:cubicBezTo>
                  <a:cubicBezTo>
                    <a:pt x="138335" y="248323"/>
                    <a:pt x="136533" y="213221"/>
                    <a:pt x="136803" y="178104"/>
                  </a:cubicBezTo>
                  <a:cubicBezTo>
                    <a:pt x="136803" y="142815"/>
                    <a:pt x="135226" y="107750"/>
                    <a:pt x="132673" y="72986"/>
                  </a:cubicBezTo>
                  <a:cubicBezTo>
                    <a:pt x="131696" y="58795"/>
                    <a:pt x="130495" y="44604"/>
                    <a:pt x="129218" y="30413"/>
                  </a:cubicBezTo>
                  <a:cubicBezTo>
                    <a:pt x="128693" y="24857"/>
                    <a:pt x="112621" y="19075"/>
                    <a:pt x="108566" y="18249"/>
                  </a:cubicBezTo>
                  <a:cubicBezTo>
                    <a:pt x="105967" y="17671"/>
                    <a:pt x="103406" y="16920"/>
                    <a:pt x="100905" y="15997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Content Placeholder 4">
              <a:extLst>
                <a:ext uri="{FF2B5EF4-FFF2-40B4-BE49-F238E27FC236}">
                  <a16:creationId xmlns:a16="http://schemas.microsoft.com/office/drawing/2014/main" id="{FBFF272A-A329-1201-7A4B-42C9289AA8F0}"/>
                </a:ext>
              </a:extLst>
            </p:cNvPr>
            <p:cNvSpPr/>
            <p:nvPr/>
          </p:nvSpPr>
          <p:spPr>
            <a:xfrm>
              <a:off x="8040796" y="5087857"/>
              <a:ext cx="120041" cy="286448"/>
            </a:xfrm>
            <a:custGeom>
              <a:avLst/>
              <a:gdLst>
                <a:gd name="connsiteX0" fmla="*/ 1028 w 120041"/>
                <a:gd name="connsiteY0" fmla="*/ 251288 h 286448"/>
                <a:gd name="connsiteX1" fmla="*/ 3356 w 120041"/>
                <a:gd name="connsiteY1" fmla="*/ 270885 h 286448"/>
                <a:gd name="connsiteX2" fmla="*/ 7412 w 120041"/>
                <a:gd name="connsiteY2" fmla="*/ 282673 h 286448"/>
                <a:gd name="connsiteX3" fmla="*/ 25661 w 120041"/>
                <a:gd name="connsiteY3" fmla="*/ 284851 h 286448"/>
                <a:gd name="connsiteX4" fmla="*/ 54199 w 120041"/>
                <a:gd name="connsiteY4" fmla="*/ 280946 h 286448"/>
                <a:gd name="connsiteX5" fmla="*/ 111350 w 120041"/>
                <a:gd name="connsiteY5" fmla="*/ 272086 h 286448"/>
                <a:gd name="connsiteX6" fmla="*/ 115555 w 120041"/>
                <a:gd name="connsiteY6" fmla="*/ 270735 h 286448"/>
                <a:gd name="connsiteX7" fmla="*/ 117583 w 120041"/>
                <a:gd name="connsiteY7" fmla="*/ 267356 h 286448"/>
                <a:gd name="connsiteX8" fmla="*/ 113678 w 120041"/>
                <a:gd name="connsiteY8" fmla="*/ 216374 h 286448"/>
                <a:gd name="connsiteX9" fmla="*/ 110974 w 120041"/>
                <a:gd name="connsiteY9" fmla="*/ 211493 h 286448"/>
                <a:gd name="connsiteX10" fmla="*/ 106769 w 120041"/>
                <a:gd name="connsiteY10" fmla="*/ 209841 h 286448"/>
                <a:gd name="connsiteX11" fmla="*/ 94603 w 120041"/>
                <a:gd name="connsiteY11" fmla="*/ 208415 h 286448"/>
                <a:gd name="connsiteX12" fmla="*/ 90397 w 120041"/>
                <a:gd name="connsiteY12" fmla="*/ 208415 h 286448"/>
                <a:gd name="connsiteX13" fmla="*/ 89796 w 120041"/>
                <a:gd name="connsiteY13" fmla="*/ 204585 h 286448"/>
                <a:gd name="connsiteX14" fmla="*/ 84689 w 120041"/>
                <a:gd name="connsiteY14" fmla="*/ 166367 h 286448"/>
                <a:gd name="connsiteX15" fmla="*/ 71773 w 120041"/>
                <a:gd name="connsiteY15" fmla="*/ 90757 h 286448"/>
                <a:gd name="connsiteX16" fmla="*/ 66515 w 120041"/>
                <a:gd name="connsiteY16" fmla="*/ 47734 h 286448"/>
                <a:gd name="connsiteX17" fmla="*/ 55025 w 120041"/>
                <a:gd name="connsiteY17" fmla="*/ 7113 h 286448"/>
                <a:gd name="connsiteX18" fmla="*/ 37377 w 120041"/>
                <a:gd name="connsiteY18" fmla="*/ 280 h 286448"/>
                <a:gd name="connsiteX19" fmla="*/ 24459 w 120041"/>
                <a:gd name="connsiteY19" fmla="*/ 18826 h 286448"/>
                <a:gd name="connsiteX20" fmla="*/ 20178 w 120041"/>
                <a:gd name="connsiteY20" fmla="*/ 48860 h 286448"/>
                <a:gd name="connsiteX21" fmla="*/ 24459 w 120041"/>
                <a:gd name="connsiteY21" fmla="*/ 216073 h 286448"/>
                <a:gd name="connsiteX22" fmla="*/ 9439 w 120041"/>
                <a:gd name="connsiteY22" fmla="*/ 217875 h 286448"/>
                <a:gd name="connsiteX23" fmla="*/ 4332 w 120041"/>
                <a:gd name="connsiteY23" fmla="*/ 219152 h 286448"/>
                <a:gd name="connsiteX24" fmla="*/ 953 w 120041"/>
                <a:gd name="connsiteY24" fmla="*/ 225008 h 286448"/>
                <a:gd name="connsiteX25" fmla="*/ 1028 w 120041"/>
                <a:gd name="connsiteY25" fmla="*/ 251288 h 286448"/>
                <a:gd name="connsiteX26" fmla="*/ 27839 w 120041"/>
                <a:gd name="connsiteY26" fmla="*/ 216073 h 286448"/>
                <a:gd name="connsiteX27" fmla="*/ 28515 w 120041"/>
                <a:gd name="connsiteY27" fmla="*/ 166968 h 286448"/>
                <a:gd name="connsiteX28" fmla="*/ 26487 w 120041"/>
                <a:gd name="connsiteY28" fmla="*/ 130702 h 286448"/>
                <a:gd name="connsiteX29" fmla="*/ 22357 w 120041"/>
                <a:gd name="connsiteY29" fmla="*/ 111555 h 286448"/>
                <a:gd name="connsiteX30" fmla="*/ 22357 w 120041"/>
                <a:gd name="connsiteY30" fmla="*/ 86853 h 286448"/>
                <a:gd name="connsiteX31" fmla="*/ 23784 w 120041"/>
                <a:gd name="connsiteY31" fmla="*/ 58170 h 286448"/>
                <a:gd name="connsiteX32" fmla="*/ 35724 w 120041"/>
                <a:gd name="connsiteY32" fmla="*/ 13645 h 286448"/>
                <a:gd name="connsiteX33" fmla="*/ 39104 w 120041"/>
                <a:gd name="connsiteY33" fmla="*/ 10642 h 286448"/>
                <a:gd name="connsiteX34" fmla="*/ 53223 w 120041"/>
                <a:gd name="connsiteY34" fmla="*/ 17324 h 286448"/>
                <a:gd name="connsiteX35" fmla="*/ 65839 w 120041"/>
                <a:gd name="connsiteY35" fmla="*/ 84225 h 286448"/>
                <a:gd name="connsiteX36" fmla="*/ 70420 w 120041"/>
                <a:gd name="connsiteY36" fmla="*/ 103071 h 286448"/>
                <a:gd name="connsiteX37" fmla="*/ 74326 w 120041"/>
                <a:gd name="connsiteY37" fmla="*/ 124019 h 286448"/>
                <a:gd name="connsiteX38" fmla="*/ 78081 w 120041"/>
                <a:gd name="connsiteY38" fmla="*/ 147821 h 286448"/>
                <a:gd name="connsiteX39" fmla="*/ 83788 w 120041"/>
                <a:gd name="connsiteY39" fmla="*/ 209316 h 286448"/>
                <a:gd name="connsiteX40" fmla="*/ 80033 w 120041"/>
                <a:gd name="connsiteY40" fmla="*/ 209766 h 286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20041" h="286448">
                  <a:moveTo>
                    <a:pt x="1028" y="251288"/>
                  </a:moveTo>
                  <a:lnTo>
                    <a:pt x="3356" y="270885"/>
                  </a:lnTo>
                  <a:cubicBezTo>
                    <a:pt x="3424" y="275142"/>
                    <a:pt x="4843" y="279272"/>
                    <a:pt x="7412" y="282673"/>
                  </a:cubicBezTo>
                  <a:cubicBezTo>
                    <a:pt x="12668" y="288830"/>
                    <a:pt x="18902" y="285752"/>
                    <a:pt x="25661" y="284851"/>
                  </a:cubicBezTo>
                  <a:lnTo>
                    <a:pt x="54199" y="280946"/>
                  </a:lnTo>
                  <a:cubicBezTo>
                    <a:pt x="73349" y="278318"/>
                    <a:pt x="92350" y="275315"/>
                    <a:pt x="111350" y="272086"/>
                  </a:cubicBezTo>
                  <a:cubicBezTo>
                    <a:pt x="112837" y="271966"/>
                    <a:pt x="114279" y="271508"/>
                    <a:pt x="115555" y="270735"/>
                  </a:cubicBezTo>
                  <a:cubicBezTo>
                    <a:pt x="116584" y="269864"/>
                    <a:pt x="117298" y="268678"/>
                    <a:pt x="117583" y="267356"/>
                  </a:cubicBezTo>
                  <a:cubicBezTo>
                    <a:pt x="122990" y="250987"/>
                    <a:pt x="118334" y="233268"/>
                    <a:pt x="113678" y="216374"/>
                  </a:cubicBezTo>
                  <a:cubicBezTo>
                    <a:pt x="113363" y="214481"/>
                    <a:pt x="112409" y="212762"/>
                    <a:pt x="110974" y="211493"/>
                  </a:cubicBezTo>
                  <a:cubicBezTo>
                    <a:pt x="109698" y="210667"/>
                    <a:pt x="108263" y="210111"/>
                    <a:pt x="106769" y="209841"/>
                  </a:cubicBezTo>
                  <a:cubicBezTo>
                    <a:pt x="102774" y="208955"/>
                    <a:pt x="98696" y="208475"/>
                    <a:pt x="94603" y="208415"/>
                  </a:cubicBezTo>
                  <a:lnTo>
                    <a:pt x="90397" y="208415"/>
                  </a:lnTo>
                  <a:cubicBezTo>
                    <a:pt x="90397" y="206763"/>
                    <a:pt x="89871" y="205411"/>
                    <a:pt x="89796" y="204585"/>
                  </a:cubicBezTo>
                  <a:cubicBezTo>
                    <a:pt x="88520" y="191821"/>
                    <a:pt x="86717" y="179056"/>
                    <a:pt x="84689" y="166367"/>
                  </a:cubicBezTo>
                  <a:cubicBezTo>
                    <a:pt x="80709" y="141064"/>
                    <a:pt x="75677" y="116060"/>
                    <a:pt x="71773" y="90757"/>
                  </a:cubicBezTo>
                  <a:cubicBezTo>
                    <a:pt x="69519" y="76491"/>
                    <a:pt x="67642" y="62150"/>
                    <a:pt x="66515" y="47734"/>
                  </a:cubicBezTo>
                  <a:cubicBezTo>
                    <a:pt x="65389" y="33317"/>
                    <a:pt x="64412" y="17700"/>
                    <a:pt x="55025" y="7113"/>
                  </a:cubicBezTo>
                  <a:cubicBezTo>
                    <a:pt x="50917" y="1669"/>
                    <a:pt x="44083" y="-981"/>
                    <a:pt x="37377" y="280"/>
                  </a:cubicBezTo>
                  <a:cubicBezTo>
                    <a:pt x="29867" y="2457"/>
                    <a:pt x="26262" y="11092"/>
                    <a:pt x="24459" y="18826"/>
                  </a:cubicBezTo>
                  <a:cubicBezTo>
                    <a:pt x="22251" y="28707"/>
                    <a:pt x="20817" y="38754"/>
                    <a:pt x="20178" y="48860"/>
                  </a:cubicBezTo>
                  <a:cubicBezTo>
                    <a:pt x="15823" y="104497"/>
                    <a:pt x="24234" y="160285"/>
                    <a:pt x="24459" y="216073"/>
                  </a:cubicBezTo>
                  <a:lnTo>
                    <a:pt x="9439" y="217875"/>
                  </a:lnTo>
                  <a:cubicBezTo>
                    <a:pt x="7674" y="217973"/>
                    <a:pt x="5940" y="218401"/>
                    <a:pt x="4332" y="219152"/>
                  </a:cubicBezTo>
                  <a:cubicBezTo>
                    <a:pt x="2395" y="220503"/>
                    <a:pt x="1156" y="222651"/>
                    <a:pt x="953" y="225008"/>
                  </a:cubicBezTo>
                  <a:cubicBezTo>
                    <a:pt x="-384" y="233718"/>
                    <a:pt x="-353" y="242585"/>
                    <a:pt x="1028" y="251288"/>
                  </a:cubicBezTo>
                  <a:close/>
                  <a:moveTo>
                    <a:pt x="27839" y="216073"/>
                  </a:moveTo>
                  <a:lnTo>
                    <a:pt x="28515" y="166968"/>
                  </a:lnTo>
                  <a:cubicBezTo>
                    <a:pt x="29086" y="154842"/>
                    <a:pt x="28402" y="142685"/>
                    <a:pt x="26487" y="130702"/>
                  </a:cubicBezTo>
                  <a:cubicBezTo>
                    <a:pt x="25286" y="124245"/>
                    <a:pt x="23333" y="118013"/>
                    <a:pt x="22357" y="111555"/>
                  </a:cubicBezTo>
                  <a:cubicBezTo>
                    <a:pt x="21531" y="103341"/>
                    <a:pt x="21531" y="95067"/>
                    <a:pt x="22357" y="86853"/>
                  </a:cubicBezTo>
                  <a:lnTo>
                    <a:pt x="23784" y="58170"/>
                  </a:lnTo>
                  <a:cubicBezTo>
                    <a:pt x="24610" y="42553"/>
                    <a:pt x="25811" y="25734"/>
                    <a:pt x="35724" y="13645"/>
                  </a:cubicBezTo>
                  <a:cubicBezTo>
                    <a:pt x="36663" y="12452"/>
                    <a:pt x="37812" y="11438"/>
                    <a:pt x="39104" y="10642"/>
                  </a:cubicBezTo>
                  <a:cubicBezTo>
                    <a:pt x="44135" y="8014"/>
                    <a:pt x="50069" y="12519"/>
                    <a:pt x="53223" y="17324"/>
                  </a:cubicBezTo>
                  <a:cubicBezTo>
                    <a:pt x="65689" y="36546"/>
                    <a:pt x="61559" y="61699"/>
                    <a:pt x="65839" y="84225"/>
                  </a:cubicBezTo>
                  <a:cubicBezTo>
                    <a:pt x="67041" y="90607"/>
                    <a:pt x="68993" y="96764"/>
                    <a:pt x="70420" y="103071"/>
                  </a:cubicBezTo>
                  <a:cubicBezTo>
                    <a:pt x="71847" y="109378"/>
                    <a:pt x="73199" y="117036"/>
                    <a:pt x="74326" y="124019"/>
                  </a:cubicBezTo>
                  <a:cubicBezTo>
                    <a:pt x="75452" y="131003"/>
                    <a:pt x="76804" y="139937"/>
                    <a:pt x="78081" y="147821"/>
                  </a:cubicBezTo>
                  <a:cubicBezTo>
                    <a:pt x="81964" y="168087"/>
                    <a:pt x="83871" y="188682"/>
                    <a:pt x="83788" y="209316"/>
                  </a:cubicBezTo>
                  <a:lnTo>
                    <a:pt x="80033" y="209766"/>
                  </a:ln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Content Placeholder 4">
              <a:extLst>
                <a:ext uri="{FF2B5EF4-FFF2-40B4-BE49-F238E27FC236}">
                  <a16:creationId xmlns:a16="http://schemas.microsoft.com/office/drawing/2014/main" id="{8257FE12-EC35-FB7D-A094-6BFC8CC7E9C2}"/>
                </a:ext>
              </a:extLst>
            </p:cNvPr>
            <p:cNvSpPr/>
            <p:nvPr/>
          </p:nvSpPr>
          <p:spPr>
            <a:xfrm>
              <a:off x="8065941" y="5101479"/>
              <a:ext cx="132243" cy="144104"/>
            </a:xfrm>
            <a:custGeom>
              <a:avLst/>
              <a:gdLst>
                <a:gd name="connsiteX0" fmla="*/ 20793 w 132243"/>
                <a:gd name="connsiteY0" fmla="*/ 111598 h 144104"/>
                <a:gd name="connsiteX1" fmla="*/ 42121 w 132243"/>
                <a:gd name="connsiteY1" fmla="*/ 142684 h 144104"/>
                <a:gd name="connsiteX2" fmla="*/ 67280 w 132243"/>
                <a:gd name="connsiteY2" fmla="*/ 141182 h 144104"/>
                <a:gd name="connsiteX3" fmla="*/ 114142 w 132243"/>
                <a:gd name="connsiteY3" fmla="*/ 120458 h 144104"/>
                <a:gd name="connsiteX4" fmla="*/ 132091 w 132243"/>
                <a:gd name="connsiteY4" fmla="*/ 95681 h 144104"/>
                <a:gd name="connsiteX5" fmla="*/ 130063 w 132243"/>
                <a:gd name="connsiteY5" fmla="*/ 91250 h 144104"/>
                <a:gd name="connsiteX6" fmla="*/ 119474 w 132243"/>
                <a:gd name="connsiteY6" fmla="*/ 93503 h 144104"/>
                <a:gd name="connsiteX7" fmla="*/ 66078 w 132243"/>
                <a:gd name="connsiteY7" fmla="*/ 113025 h 144104"/>
                <a:gd name="connsiteX8" fmla="*/ 58943 w 132243"/>
                <a:gd name="connsiteY8" fmla="*/ 112499 h 144104"/>
                <a:gd name="connsiteX9" fmla="*/ 49481 w 132243"/>
                <a:gd name="connsiteY9" fmla="*/ 97482 h 144104"/>
                <a:gd name="connsiteX10" fmla="*/ 37465 w 132243"/>
                <a:gd name="connsiteY10" fmla="*/ 23599 h 144104"/>
                <a:gd name="connsiteX11" fmla="*/ 34085 w 132243"/>
                <a:gd name="connsiteY11" fmla="*/ 9709 h 144104"/>
                <a:gd name="connsiteX12" fmla="*/ 15310 w 132243"/>
                <a:gd name="connsiteY12" fmla="*/ 98 h 144104"/>
                <a:gd name="connsiteX13" fmla="*/ 5022 w 132243"/>
                <a:gd name="connsiteY13" fmla="*/ 47927 h 144104"/>
                <a:gd name="connsiteX14" fmla="*/ 20793 w 132243"/>
                <a:gd name="connsiteY14" fmla="*/ 111598 h 144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2243" h="144104">
                  <a:moveTo>
                    <a:pt x="20793" y="111598"/>
                  </a:moveTo>
                  <a:cubicBezTo>
                    <a:pt x="24473" y="124137"/>
                    <a:pt x="29880" y="138178"/>
                    <a:pt x="42121" y="142684"/>
                  </a:cubicBezTo>
                  <a:cubicBezTo>
                    <a:pt x="50442" y="144958"/>
                    <a:pt x="59289" y="144433"/>
                    <a:pt x="67280" y="141182"/>
                  </a:cubicBezTo>
                  <a:cubicBezTo>
                    <a:pt x="83689" y="136211"/>
                    <a:pt x="99422" y="129251"/>
                    <a:pt x="114142" y="120458"/>
                  </a:cubicBezTo>
                  <a:cubicBezTo>
                    <a:pt x="123454" y="114977"/>
                    <a:pt x="133443" y="106418"/>
                    <a:pt x="132091" y="95681"/>
                  </a:cubicBezTo>
                  <a:cubicBezTo>
                    <a:pt x="131986" y="94006"/>
                    <a:pt x="131265" y="92422"/>
                    <a:pt x="130063" y="91250"/>
                  </a:cubicBezTo>
                  <a:cubicBezTo>
                    <a:pt x="127059" y="88698"/>
                    <a:pt x="122553" y="91250"/>
                    <a:pt x="119474" y="93503"/>
                  </a:cubicBezTo>
                  <a:cubicBezTo>
                    <a:pt x="103808" y="104788"/>
                    <a:pt x="85334" y="111546"/>
                    <a:pt x="66078" y="113025"/>
                  </a:cubicBezTo>
                  <a:cubicBezTo>
                    <a:pt x="63690" y="113378"/>
                    <a:pt x="61257" y="113198"/>
                    <a:pt x="58943" y="112499"/>
                  </a:cubicBezTo>
                  <a:cubicBezTo>
                    <a:pt x="53011" y="110397"/>
                    <a:pt x="50833" y="103339"/>
                    <a:pt x="49481" y="97482"/>
                  </a:cubicBezTo>
                  <a:cubicBezTo>
                    <a:pt x="44299" y="73080"/>
                    <a:pt x="40244" y="48452"/>
                    <a:pt x="37465" y="23599"/>
                  </a:cubicBezTo>
                  <a:cubicBezTo>
                    <a:pt x="37262" y="18794"/>
                    <a:pt x="36113" y="14071"/>
                    <a:pt x="34085" y="9709"/>
                  </a:cubicBezTo>
                  <a:cubicBezTo>
                    <a:pt x="30346" y="3004"/>
                    <a:pt x="22933" y="-788"/>
                    <a:pt x="15310" y="98"/>
                  </a:cubicBezTo>
                  <a:cubicBezTo>
                    <a:pt x="-8796" y="3401"/>
                    <a:pt x="1943" y="32835"/>
                    <a:pt x="5022" y="47927"/>
                  </a:cubicBezTo>
                  <a:cubicBezTo>
                    <a:pt x="9303" y="69100"/>
                    <a:pt x="14635" y="90500"/>
                    <a:pt x="20793" y="111598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Content Placeholder 4">
              <a:extLst>
                <a:ext uri="{FF2B5EF4-FFF2-40B4-BE49-F238E27FC236}">
                  <a16:creationId xmlns:a16="http://schemas.microsoft.com/office/drawing/2014/main" id="{FDCF31B2-53F4-268B-2EF3-5C1BDA112EE7}"/>
                </a:ext>
              </a:extLst>
            </p:cNvPr>
            <p:cNvSpPr/>
            <p:nvPr/>
          </p:nvSpPr>
          <p:spPr>
            <a:xfrm>
              <a:off x="8179424" y="5235351"/>
              <a:ext cx="3466" cy="1558"/>
            </a:xfrm>
            <a:custGeom>
              <a:avLst/>
              <a:gdLst>
                <a:gd name="connsiteX0" fmla="*/ 433 w 3466"/>
                <a:gd name="connsiteY0" fmla="*/ 27 h 1558"/>
                <a:gd name="connsiteX1" fmla="*/ 1334 w 3466"/>
                <a:gd name="connsiteY1" fmla="*/ 27 h 1558"/>
                <a:gd name="connsiteX2" fmla="*/ 2912 w 3466"/>
                <a:gd name="connsiteY2" fmla="*/ 27 h 1558"/>
                <a:gd name="connsiteX3" fmla="*/ 3437 w 3466"/>
                <a:gd name="connsiteY3" fmla="*/ 402 h 1558"/>
                <a:gd name="connsiteX4" fmla="*/ 3437 w 3466"/>
                <a:gd name="connsiteY4" fmla="*/ 1078 h 1558"/>
                <a:gd name="connsiteX5" fmla="*/ 2837 w 3466"/>
                <a:gd name="connsiteY5" fmla="*/ 1528 h 1558"/>
                <a:gd name="connsiteX6" fmla="*/ 2086 w 3466"/>
                <a:gd name="connsiteY6" fmla="*/ 1528 h 1558"/>
                <a:gd name="connsiteX7" fmla="*/ 433 w 3466"/>
                <a:gd name="connsiteY7" fmla="*/ 27 h 1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66" h="1558">
                  <a:moveTo>
                    <a:pt x="433" y="27"/>
                  </a:moveTo>
                  <a:cubicBezTo>
                    <a:pt x="726" y="-49"/>
                    <a:pt x="1042" y="-49"/>
                    <a:pt x="1334" y="27"/>
                  </a:cubicBezTo>
                  <a:lnTo>
                    <a:pt x="2912" y="27"/>
                  </a:lnTo>
                  <a:lnTo>
                    <a:pt x="3437" y="402"/>
                  </a:lnTo>
                  <a:cubicBezTo>
                    <a:pt x="3437" y="402"/>
                    <a:pt x="3437" y="853"/>
                    <a:pt x="3437" y="1078"/>
                  </a:cubicBezTo>
                  <a:cubicBezTo>
                    <a:pt x="3332" y="1326"/>
                    <a:pt x="3100" y="1499"/>
                    <a:pt x="2837" y="1528"/>
                  </a:cubicBezTo>
                  <a:lnTo>
                    <a:pt x="2086" y="1528"/>
                  </a:lnTo>
                  <a:cubicBezTo>
                    <a:pt x="2086" y="1528"/>
                    <a:pt x="-1219" y="703"/>
                    <a:pt x="433" y="27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Content Placeholder 4">
              <a:extLst>
                <a:ext uri="{FF2B5EF4-FFF2-40B4-BE49-F238E27FC236}">
                  <a16:creationId xmlns:a16="http://schemas.microsoft.com/office/drawing/2014/main" id="{9E8EC3B2-0741-93C6-3E14-EF7762457400}"/>
                </a:ext>
              </a:extLst>
            </p:cNvPr>
            <p:cNvSpPr/>
            <p:nvPr/>
          </p:nvSpPr>
          <p:spPr>
            <a:xfrm>
              <a:off x="8025645" y="4892611"/>
              <a:ext cx="166352" cy="153608"/>
            </a:xfrm>
            <a:custGeom>
              <a:avLst/>
              <a:gdLst>
                <a:gd name="connsiteX0" fmla="*/ 163600 w 166352"/>
                <a:gd name="connsiteY0" fmla="*/ 75691 h 153608"/>
                <a:gd name="connsiteX1" fmla="*/ 142647 w 166352"/>
                <a:gd name="connsiteY1" fmla="*/ 87705 h 153608"/>
                <a:gd name="connsiteX2" fmla="*/ 121394 w 166352"/>
                <a:gd name="connsiteY2" fmla="*/ 79746 h 153608"/>
                <a:gd name="connsiteX3" fmla="*/ 85797 w 166352"/>
                <a:gd name="connsiteY3" fmla="*/ 92736 h 153608"/>
                <a:gd name="connsiteX4" fmla="*/ 79789 w 166352"/>
                <a:gd name="connsiteY4" fmla="*/ 105650 h 153608"/>
                <a:gd name="connsiteX5" fmla="*/ 63041 w 166352"/>
                <a:gd name="connsiteY5" fmla="*/ 149499 h 153608"/>
                <a:gd name="connsiteX6" fmla="*/ 2961 w 166352"/>
                <a:gd name="connsiteY6" fmla="*/ 140489 h 153608"/>
                <a:gd name="connsiteX7" fmla="*/ 333 w 166352"/>
                <a:gd name="connsiteY7" fmla="*/ 114435 h 153608"/>
                <a:gd name="connsiteX8" fmla="*/ 1009 w 166352"/>
                <a:gd name="connsiteY8" fmla="*/ 104449 h 153608"/>
                <a:gd name="connsiteX9" fmla="*/ 16480 w 166352"/>
                <a:gd name="connsiteY9" fmla="*/ 96940 h 153608"/>
                <a:gd name="connsiteX10" fmla="*/ 34428 w 166352"/>
                <a:gd name="connsiteY10" fmla="*/ 96940 h 153608"/>
                <a:gd name="connsiteX11" fmla="*/ 62891 w 166352"/>
                <a:gd name="connsiteY11" fmla="*/ 26961 h 153608"/>
                <a:gd name="connsiteX12" fmla="*/ 134612 w 166352"/>
                <a:gd name="connsiteY12" fmla="*/ 4887 h 153608"/>
                <a:gd name="connsiteX13" fmla="*/ 163600 w 166352"/>
                <a:gd name="connsiteY13" fmla="*/ 75691 h 15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6352" h="153608">
                  <a:moveTo>
                    <a:pt x="163600" y="75691"/>
                  </a:moveTo>
                  <a:cubicBezTo>
                    <a:pt x="159808" y="83673"/>
                    <a:pt x="151457" y="88463"/>
                    <a:pt x="142647" y="87705"/>
                  </a:cubicBezTo>
                  <a:cubicBezTo>
                    <a:pt x="135333" y="85722"/>
                    <a:pt x="128213" y="83057"/>
                    <a:pt x="121394" y="79746"/>
                  </a:cubicBezTo>
                  <a:cubicBezTo>
                    <a:pt x="107966" y="75902"/>
                    <a:pt x="93592" y="81150"/>
                    <a:pt x="85797" y="92736"/>
                  </a:cubicBezTo>
                  <a:cubicBezTo>
                    <a:pt x="83371" y="96835"/>
                    <a:pt x="81358" y="101160"/>
                    <a:pt x="79789" y="105650"/>
                  </a:cubicBezTo>
                  <a:lnTo>
                    <a:pt x="63041" y="149499"/>
                  </a:lnTo>
                  <a:cubicBezTo>
                    <a:pt x="42817" y="157241"/>
                    <a:pt x="20024" y="153817"/>
                    <a:pt x="2961" y="140489"/>
                  </a:cubicBezTo>
                  <a:cubicBezTo>
                    <a:pt x="2060" y="131780"/>
                    <a:pt x="1234" y="123145"/>
                    <a:pt x="333" y="114435"/>
                  </a:cubicBezTo>
                  <a:cubicBezTo>
                    <a:pt x="-320" y="111101"/>
                    <a:pt x="-87" y="107663"/>
                    <a:pt x="1009" y="104449"/>
                  </a:cubicBezTo>
                  <a:cubicBezTo>
                    <a:pt x="4201" y="99080"/>
                    <a:pt x="10284" y="96122"/>
                    <a:pt x="16480" y="96940"/>
                  </a:cubicBezTo>
                  <a:cubicBezTo>
                    <a:pt x="22420" y="97954"/>
                    <a:pt x="28488" y="97954"/>
                    <a:pt x="34428" y="96940"/>
                  </a:cubicBezTo>
                  <a:cubicBezTo>
                    <a:pt x="51401" y="78395"/>
                    <a:pt x="49974" y="48736"/>
                    <a:pt x="62891" y="26961"/>
                  </a:cubicBezTo>
                  <a:cubicBezTo>
                    <a:pt x="77941" y="2747"/>
                    <a:pt x="108544" y="-6676"/>
                    <a:pt x="134612" y="4887"/>
                  </a:cubicBezTo>
                  <a:cubicBezTo>
                    <a:pt x="160003" y="18492"/>
                    <a:pt x="172162" y="48195"/>
                    <a:pt x="163600" y="75691"/>
                  </a:cubicBez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40" name="Picture 39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279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entagon 59">
            <a:extLst>
              <a:ext uri="{FF2B5EF4-FFF2-40B4-BE49-F238E27FC236}">
                <a16:creationId xmlns:a16="http://schemas.microsoft.com/office/drawing/2014/main" id="{7D472DD2-BFB0-28E6-EC31-52184CBC44C8}"/>
              </a:ext>
            </a:extLst>
          </p:cNvPr>
          <p:cNvSpPr/>
          <p:nvPr userDrawn="1"/>
        </p:nvSpPr>
        <p:spPr>
          <a:xfrm rot="5400000">
            <a:off x="753540" y="-153440"/>
            <a:ext cx="5176434" cy="5483315"/>
          </a:xfrm>
          <a:prstGeom prst="homePlate">
            <a:avLst>
              <a:gd name="adj" fmla="val 39090"/>
            </a:avLst>
          </a:prstGeom>
          <a:gradFill>
            <a:gsLst>
              <a:gs pos="56000">
                <a:srgbClr val="9FBCA2">
                  <a:alpha val="64916"/>
                </a:srgbClr>
              </a:gs>
              <a:gs pos="100000">
                <a:schemeClr val="tx1">
                  <a:lumMod val="40000"/>
                  <a:lumOff val="60000"/>
                  <a:alpha val="0"/>
                </a:schemeClr>
              </a:gs>
              <a:gs pos="22000">
                <a:schemeClr val="tx1"/>
              </a:gs>
              <a:gs pos="0">
                <a:srgbClr val="6F9B8A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363"/>
            <a:endParaRPr lang="en-US" sz="3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>
            <a:off x="8417997" y="1"/>
            <a:ext cx="3789502" cy="3665601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0800000">
            <a:off x="-2" y="5176433"/>
            <a:ext cx="1397652" cy="1234747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itle 3">
            <a:extLst>
              <a:ext uri="{FF2B5EF4-FFF2-40B4-BE49-F238E27FC236}">
                <a16:creationId xmlns:a16="http://schemas.microsoft.com/office/drawing/2014/main" id="{B9192A8D-B75B-B107-4876-E7EF277B2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347" y="927509"/>
            <a:ext cx="5483314" cy="2137204"/>
          </a:xfrm>
        </p:spPr>
        <p:txBody>
          <a:bodyPr>
            <a:noAutofit/>
          </a:bodyPr>
          <a:lstStyle>
            <a:lvl1pPr algn="ctr">
              <a:defRPr sz="66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Divider Slide Title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283A67D-20BB-250C-0D31-219762581680}"/>
              </a:ext>
            </a:extLst>
          </p:cNvPr>
          <p:cNvGrpSpPr/>
          <p:nvPr userDrawn="1"/>
        </p:nvGrpSpPr>
        <p:grpSpPr>
          <a:xfrm>
            <a:off x="6683516" y="1249882"/>
            <a:ext cx="4755400" cy="5172184"/>
            <a:chOff x="8902869" y="4902408"/>
            <a:chExt cx="758326" cy="824789"/>
          </a:xfrm>
        </p:grpSpPr>
        <p:sp>
          <p:nvSpPr>
            <p:cNvPr id="6" name="Content Placeholder 4">
              <a:extLst>
                <a:ext uri="{FF2B5EF4-FFF2-40B4-BE49-F238E27FC236}">
                  <a16:creationId xmlns:a16="http://schemas.microsoft.com/office/drawing/2014/main" id="{FCE09EA9-3F3E-2BBF-4C14-B1ECDE8111A0}"/>
                </a:ext>
              </a:extLst>
            </p:cNvPr>
            <p:cNvSpPr/>
            <p:nvPr/>
          </p:nvSpPr>
          <p:spPr>
            <a:xfrm>
              <a:off x="8916542" y="5688886"/>
              <a:ext cx="744653" cy="38311"/>
            </a:xfrm>
            <a:custGeom>
              <a:avLst/>
              <a:gdLst>
                <a:gd name="connsiteX0" fmla="*/ -29 w 744653"/>
                <a:gd name="connsiteY0" fmla="*/ 25906 h 38311"/>
                <a:gd name="connsiteX1" fmla="*/ 305853 w 744653"/>
                <a:gd name="connsiteY1" fmla="*/ 24705 h 38311"/>
                <a:gd name="connsiteX2" fmla="*/ 446440 w 744653"/>
                <a:gd name="connsiteY2" fmla="*/ 29060 h 38311"/>
                <a:gd name="connsiteX3" fmla="*/ 668660 w 744653"/>
                <a:gd name="connsiteY3" fmla="*/ 35742 h 38311"/>
                <a:gd name="connsiteX4" fmla="*/ 735274 w 744653"/>
                <a:gd name="connsiteY4" fmla="*/ 27708 h 38311"/>
                <a:gd name="connsiteX5" fmla="*/ 744436 w 744653"/>
                <a:gd name="connsiteY5" fmla="*/ 16295 h 38311"/>
                <a:gd name="connsiteX6" fmla="*/ 730167 w 744653"/>
                <a:gd name="connsiteY6" fmla="*/ 10213 h 38311"/>
                <a:gd name="connsiteX7" fmla="*/ 431420 w 744653"/>
                <a:gd name="connsiteY7" fmla="*/ 6760 h 38311"/>
                <a:gd name="connsiteX8" fmla="*/ 131020 w 744653"/>
                <a:gd name="connsiteY8" fmla="*/ 1278 h 38311"/>
                <a:gd name="connsiteX9" fmla="*/ 50137 w 744653"/>
                <a:gd name="connsiteY9" fmla="*/ 5784 h 38311"/>
                <a:gd name="connsiteX10" fmla="*/ -29 w 744653"/>
                <a:gd name="connsiteY10" fmla="*/ 25906 h 38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4653" h="38311">
                  <a:moveTo>
                    <a:pt x="-29" y="25906"/>
                  </a:moveTo>
                  <a:cubicBezTo>
                    <a:pt x="98802" y="52937"/>
                    <a:pt x="203416" y="27708"/>
                    <a:pt x="305853" y="24705"/>
                  </a:cubicBezTo>
                  <a:cubicBezTo>
                    <a:pt x="352715" y="23353"/>
                    <a:pt x="399652" y="26657"/>
                    <a:pt x="446440" y="29060"/>
                  </a:cubicBezTo>
                  <a:cubicBezTo>
                    <a:pt x="520488" y="32889"/>
                    <a:pt x="594537" y="34316"/>
                    <a:pt x="668660" y="35742"/>
                  </a:cubicBezTo>
                  <a:cubicBezTo>
                    <a:pt x="691190" y="36193"/>
                    <a:pt x="714472" y="36493"/>
                    <a:pt x="735274" y="27708"/>
                  </a:cubicBezTo>
                  <a:cubicBezTo>
                    <a:pt x="740231" y="25681"/>
                    <a:pt x="745713" y="21476"/>
                    <a:pt x="744436" y="16295"/>
                  </a:cubicBezTo>
                  <a:cubicBezTo>
                    <a:pt x="743159" y="11114"/>
                    <a:pt x="735800" y="9913"/>
                    <a:pt x="730167" y="10213"/>
                  </a:cubicBezTo>
                  <a:cubicBezTo>
                    <a:pt x="630585" y="15169"/>
                    <a:pt x="530927" y="11114"/>
                    <a:pt x="431420" y="6760"/>
                  </a:cubicBezTo>
                  <a:cubicBezTo>
                    <a:pt x="331913" y="2405"/>
                    <a:pt x="231278" y="-2401"/>
                    <a:pt x="131020" y="1278"/>
                  </a:cubicBezTo>
                  <a:cubicBezTo>
                    <a:pt x="104134" y="2254"/>
                    <a:pt x="77023" y="5934"/>
                    <a:pt x="50137" y="5784"/>
                  </a:cubicBezTo>
                  <a:cubicBezTo>
                    <a:pt x="31287" y="5633"/>
                    <a:pt x="11085" y="8111"/>
                    <a:pt x="-29" y="25906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Content Placeholder 4">
              <a:extLst>
                <a:ext uri="{FF2B5EF4-FFF2-40B4-BE49-F238E27FC236}">
                  <a16:creationId xmlns:a16="http://schemas.microsoft.com/office/drawing/2014/main" id="{8039D357-754F-F722-36B4-84C65BBD2302}"/>
                </a:ext>
              </a:extLst>
            </p:cNvPr>
            <p:cNvSpPr/>
            <p:nvPr/>
          </p:nvSpPr>
          <p:spPr>
            <a:xfrm>
              <a:off x="9064264" y="5054850"/>
              <a:ext cx="145390" cy="184311"/>
            </a:xfrm>
            <a:custGeom>
              <a:avLst/>
              <a:gdLst>
                <a:gd name="connsiteX0" fmla="*/ 102632 w 145390"/>
                <a:gd name="connsiteY0" fmla="*/ 127818 h 184311"/>
                <a:gd name="connsiteX1" fmla="*/ 97601 w 145390"/>
                <a:gd name="connsiteY1" fmla="*/ 137354 h 184311"/>
                <a:gd name="connsiteX2" fmla="*/ 87913 w 145390"/>
                <a:gd name="connsiteY2" fmla="*/ 144036 h 184311"/>
                <a:gd name="connsiteX3" fmla="*/ 9734 w 145390"/>
                <a:gd name="connsiteY3" fmla="*/ 184282 h 184311"/>
                <a:gd name="connsiteX4" fmla="*/ -29 w 145390"/>
                <a:gd name="connsiteY4" fmla="*/ 167313 h 184311"/>
                <a:gd name="connsiteX5" fmla="*/ 60727 w 145390"/>
                <a:gd name="connsiteY5" fmla="*/ 121211 h 184311"/>
                <a:gd name="connsiteX6" fmla="*/ 67711 w 145390"/>
                <a:gd name="connsiteY6" fmla="*/ 115054 h 184311"/>
                <a:gd name="connsiteX7" fmla="*/ 74470 w 145390"/>
                <a:gd name="connsiteY7" fmla="*/ 102515 h 184311"/>
                <a:gd name="connsiteX8" fmla="*/ 104510 w 145390"/>
                <a:gd name="connsiteY8" fmla="*/ 26980 h 184311"/>
                <a:gd name="connsiteX9" fmla="*/ 119530 w 145390"/>
                <a:gd name="connsiteY9" fmla="*/ 3328 h 184311"/>
                <a:gd name="connsiteX10" fmla="*/ 144613 w 145390"/>
                <a:gd name="connsiteY10" fmla="*/ 8059 h 184311"/>
                <a:gd name="connsiteX11" fmla="*/ 134775 w 145390"/>
                <a:gd name="connsiteY11" fmla="*/ 42823 h 184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5390" h="184311">
                  <a:moveTo>
                    <a:pt x="102632" y="127818"/>
                  </a:moveTo>
                  <a:cubicBezTo>
                    <a:pt x="101521" y="131265"/>
                    <a:pt x="99816" y="134493"/>
                    <a:pt x="97601" y="137354"/>
                  </a:cubicBezTo>
                  <a:cubicBezTo>
                    <a:pt x="94844" y="140200"/>
                    <a:pt x="91548" y="142467"/>
                    <a:pt x="87913" y="144036"/>
                  </a:cubicBezTo>
                  <a:lnTo>
                    <a:pt x="9734" y="184282"/>
                  </a:lnTo>
                  <a:cubicBezTo>
                    <a:pt x="6504" y="178575"/>
                    <a:pt x="3275" y="172944"/>
                    <a:pt x="-29" y="167313"/>
                  </a:cubicBezTo>
                  <a:lnTo>
                    <a:pt x="60727" y="121211"/>
                  </a:lnTo>
                  <a:cubicBezTo>
                    <a:pt x="63257" y="119401"/>
                    <a:pt x="65601" y="117337"/>
                    <a:pt x="67711" y="115054"/>
                  </a:cubicBezTo>
                  <a:cubicBezTo>
                    <a:pt x="70647" y="111277"/>
                    <a:pt x="72931" y="107042"/>
                    <a:pt x="74470" y="102515"/>
                  </a:cubicBezTo>
                  <a:cubicBezTo>
                    <a:pt x="84481" y="77489"/>
                    <a:pt x="94499" y="52306"/>
                    <a:pt x="104510" y="26980"/>
                  </a:cubicBezTo>
                  <a:cubicBezTo>
                    <a:pt x="107161" y="17827"/>
                    <a:pt x="112373" y="9620"/>
                    <a:pt x="119530" y="3328"/>
                  </a:cubicBezTo>
                  <a:cubicBezTo>
                    <a:pt x="127040" y="-1778"/>
                    <a:pt x="141083" y="-1702"/>
                    <a:pt x="144613" y="8059"/>
                  </a:cubicBezTo>
                  <a:cubicBezTo>
                    <a:pt x="148143" y="17819"/>
                    <a:pt x="138230" y="33888"/>
                    <a:pt x="134775" y="42823"/>
                  </a:cubicBezTo>
                  <a:close/>
                </a:path>
              </a:pathLst>
            </a:custGeom>
            <a:solidFill>
              <a:schemeClr val="bg1">
                <a:lumMod val="60000"/>
                <a:lumOff val="4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Content Placeholder 4">
              <a:extLst>
                <a:ext uri="{FF2B5EF4-FFF2-40B4-BE49-F238E27FC236}">
                  <a16:creationId xmlns:a16="http://schemas.microsoft.com/office/drawing/2014/main" id="{ABC71E8D-8328-B077-13F5-3511B2FF7374}"/>
                </a:ext>
              </a:extLst>
            </p:cNvPr>
            <p:cNvSpPr/>
            <p:nvPr/>
          </p:nvSpPr>
          <p:spPr>
            <a:xfrm>
              <a:off x="9011381" y="5233400"/>
              <a:ext cx="73164" cy="46344"/>
            </a:xfrm>
            <a:custGeom>
              <a:avLst/>
              <a:gdLst>
                <a:gd name="connsiteX0" fmla="*/ 72454 w 73164"/>
                <a:gd name="connsiteY0" fmla="*/ 11888 h 46344"/>
                <a:gd name="connsiteX1" fmla="*/ 5690 w 73164"/>
                <a:gd name="connsiteY1" fmla="*/ 9636 h 46344"/>
                <a:gd name="connsiteX2" fmla="*/ 36331 w 73164"/>
                <a:gd name="connsiteY2" fmla="*/ 45977 h 46344"/>
                <a:gd name="connsiteX3" fmla="*/ 41137 w 73164"/>
                <a:gd name="connsiteY3" fmla="*/ 28557 h 46344"/>
                <a:gd name="connsiteX4" fmla="*/ 22212 w 73164"/>
                <a:gd name="connsiteY4" fmla="*/ 25103 h 46344"/>
                <a:gd name="connsiteX5" fmla="*/ 19509 w 73164"/>
                <a:gd name="connsiteY5" fmla="*/ 16919 h 46344"/>
                <a:gd name="connsiteX6" fmla="*/ 32426 w 73164"/>
                <a:gd name="connsiteY6" fmla="*/ 15342 h 46344"/>
                <a:gd name="connsiteX7" fmla="*/ 71403 w 73164"/>
                <a:gd name="connsiteY7" fmla="*/ 15868 h 46344"/>
                <a:gd name="connsiteX8" fmla="*/ 73040 w 73164"/>
                <a:gd name="connsiteY8" fmla="*/ 12887 h 46344"/>
                <a:gd name="connsiteX9" fmla="*/ 72454 w 73164"/>
                <a:gd name="connsiteY9" fmla="*/ 11888 h 4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164" h="46344">
                  <a:moveTo>
                    <a:pt x="72454" y="11888"/>
                  </a:moveTo>
                  <a:cubicBezTo>
                    <a:pt x="59311" y="-2453"/>
                    <a:pt x="19884" y="-4630"/>
                    <a:pt x="5690" y="9636"/>
                  </a:cubicBezTo>
                  <a:cubicBezTo>
                    <a:pt x="-14061" y="29458"/>
                    <a:pt x="22588" y="42297"/>
                    <a:pt x="36331" y="45977"/>
                  </a:cubicBezTo>
                  <a:cubicBezTo>
                    <a:pt x="47897" y="49055"/>
                    <a:pt x="52327" y="30134"/>
                    <a:pt x="41137" y="28557"/>
                  </a:cubicBezTo>
                  <a:cubicBezTo>
                    <a:pt x="34761" y="27821"/>
                    <a:pt x="28438" y="26665"/>
                    <a:pt x="22212" y="25103"/>
                  </a:cubicBezTo>
                  <a:cubicBezTo>
                    <a:pt x="17256" y="23752"/>
                    <a:pt x="12749" y="21124"/>
                    <a:pt x="19509" y="16919"/>
                  </a:cubicBezTo>
                  <a:cubicBezTo>
                    <a:pt x="23669" y="15560"/>
                    <a:pt x="28055" y="15019"/>
                    <a:pt x="32426" y="15342"/>
                  </a:cubicBezTo>
                  <a:cubicBezTo>
                    <a:pt x="45193" y="14516"/>
                    <a:pt x="58861" y="18271"/>
                    <a:pt x="71403" y="15868"/>
                  </a:cubicBezTo>
                  <a:cubicBezTo>
                    <a:pt x="72679" y="15500"/>
                    <a:pt x="73408" y="14164"/>
                    <a:pt x="73040" y="12887"/>
                  </a:cubicBezTo>
                  <a:cubicBezTo>
                    <a:pt x="72927" y="12512"/>
                    <a:pt x="72724" y="12166"/>
                    <a:pt x="72454" y="11888"/>
                  </a:cubicBezTo>
                  <a:close/>
                </a:path>
              </a:pathLst>
            </a:custGeom>
            <a:solidFill>
              <a:srgbClr val="40404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Content Placeholder 4">
              <a:extLst>
                <a:ext uri="{FF2B5EF4-FFF2-40B4-BE49-F238E27FC236}">
                  <a16:creationId xmlns:a16="http://schemas.microsoft.com/office/drawing/2014/main" id="{04174425-3862-1E2C-67DA-1A14117E6166}"/>
                </a:ext>
              </a:extLst>
            </p:cNvPr>
            <p:cNvSpPr/>
            <p:nvPr/>
          </p:nvSpPr>
          <p:spPr>
            <a:xfrm>
              <a:off x="8902869" y="5458536"/>
              <a:ext cx="276965" cy="262096"/>
            </a:xfrm>
            <a:custGeom>
              <a:avLst/>
              <a:gdLst>
                <a:gd name="connsiteX0" fmla="*/ 241873 w 276965"/>
                <a:gd name="connsiteY0" fmla="*/ 226072 h 262096"/>
                <a:gd name="connsiteX1" fmla="*/ 275668 w 276965"/>
                <a:gd name="connsiteY1" fmla="*/ 164954 h 262096"/>
                <a:gd name="connsiteX2" fmla="*/ 204698 w 276965"/>
                <a:gd name="connsiteY2" fmla="*/ 22293 h 262096"/>
                <a:gd name="connsiteX3" fmla="*/ 67040 w 276965"/>
                <a:gd name="connsiteY3" fmla="*/ 12157 h 262096"/>
                <a:gd name="connsiteX4" fmla="*/ 43533 w 276965"/>
                <a:gd name="connsiteY4" fmla="*/ 234557 h 262096"/>
                <a:gd name="connsiteX5" fmla="*/ 241873 w 276965"/>
                <a:gd name="connsiteY5" fmla="*/ 226072 h 262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6965" h="262096">
                  <a:moveTo>
                    <a:pt x="241873" y="226072"/>
                  </a:moveTo>
                  <a:cubicBezTo>
                    <a:pt x="260340" y="210598"/>
                    <a:pt x="272386" y="188816"/>
                    <a:pt x="275668" y="164954"/>
                  </a:cubicBezTo>
                  <a:cubicBezTo>
                    <a:pt x="283403" y="107364"/>
                    <a:pt x="255293" y="50878"/>
                    <a:pt x="204698" y="22293"/>
                  </a:cubicBezTo>
                  <a:cubicBezTo>
                    <a:pt x="165271" y="744"/>
                    <a:pt x="109621" y="-9918"/>
                    <a:pt x="67040" y="12157"/>
                  </a:cubicBezTo>
                  <a:cubicBezTo>
                    <a:pt x="-10238" y="52327"/>
                    <a:pt x="-24282" y="182524"/>
                    <a:pt x="43533" y="234557"/>
                  </a:cubicBezTo>
                  <a:cubicBezTo>
                    <a:pt x="95127" y="274201"/>
                    <a:pt x="190955" y="270673"/>
                    <a:pt x="241873" y="226072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Content Placeholder 4">
              <a:extLst>
                <a:ext uri="{FF2B5EF4-FFF2-40B4-BE49-F238E27FC236}">
                  <a16:creationId xmlns:a16="http://schemas.microsoft.com/office/drawing/2014/main" id="{F4C49638-07A3-9FEB-BE91-B3EEBEDE9EE5}"/>
                </a:ext>
              </a:extLst>
            </p:cNvPr>
            <p:cNvSpPr/>
            <p:nvPr/>
          </p:nvSpPr>
          <p:spPr>
            <a:xfrm>
              <a:off x="8914610" y="5469617"/>
              <a:ext cx="253279" cy="235541"/>
            </a:xfrm>
            <a:custGeom>
              <a:avLst/>
              <a:gdLst>
                <a:gd name="connsiteX0" fmla="*/ 220894 w 253279"/>
                <a:gd name="connsiteY0" fmla="*/ 202602 h 235541"/>
                <a:gd name="connsiteX1" fmla="*/ 252061 w 253279"/>
                <a:gd name="connsiteY1" fmla="*/ 147415 h 235541"/>
                <a:gd name="connsiteX2" fmla="*/ 187775 w 253279"/>
                <a:gd name="connsiteY2" fmla="*/ 19772 h 235541"/>
                <a:gd name="connsiteX3" fmla="*/ 61908 w 253279"/>
                <a:gd name="connsiteY3" fmla="*/ 11212 h 235541"/>
                <a:gd name="connsiteX4" fmla="*/ 39378 w 253279"/>
                <a:gd name="connsiteY4" fmla="*/ 211537 h 235541"/>
                <a:gd name="connsiteX5" fmla="*/ 220894 w 253279"/>
                <a:gd name="connsiteY5" fmla="*/ 202602 h 235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279" h="235541">
                  <a:moveTo>
                    <a:pt x="220894" y="202602"/>
                  </a:moveTo>
                  <a:cubicBezTo>
                    <a:pt x="237791" y="188727"/>
                    <a:pt x="248899" y="169047"/>
                    <a:pt x="252061" y="147415"/>
                  </a:cubicBezTo>
                  <a:cubicBezTo>
                    <a:pt x="259218" y="95652"/>
                    <a:pt x="233631" y="44850"/>
                    <a:pt x="187775" y="19772"/>
                  </a:cubicBezTo>
                  <a:cubicBezTo>
                    <a:pt x="151802" y="475"/>
                    <a:pt x="100960" y="-8911"/>
                    <a:pt x="61908" y="11212"/>
                  </a:cubicBezTo>
                  <a:cubicBezTo>
                    <a:pt x="-8987" y="47703"/>
                    <a:pt x="-22430" y="164985"/>
                    <a:pt x="39378" y="211537"/>
                  </a:cubicBezTo>
                  <a:cubicBezTo>
                    <a:pt x="86465" y="246602"/>
                    <a:pt x="173807" y="242848"/>
                    <a:pt x="220894" y="202602"/>
                  </a:cubicBezTo>
                  <a:close/>
                </a:path>
              </a:pathLst>
            </a:custGeom>
            <a:solidFill>
              <a:srgbClr val="40404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18EBE1E5-CC69-2670-AB54-1CF12A448706}"/>
                </a:ext>
              </a:extLst>
            </p:cNvPr>
            <p:cNvSpPr/>
            <p:nvPr/>
          </p:nvSpPr>
          <p:spPr>
            <a:xfrm>
              <a:off x="9205446" y="5401232"/>
              <a:ext cx="55954" cy="214553"/>
            </a:xfrm>
            <a:custGeom>
              <a:avLst/>
              <a:gdLst>
                <a:gd name="connsiteX0" fmla="*/ 40680 w 55954"/>
                <a:gd name="connsiteY0" fmla="*/ 8 h 214553"/>
                <a:gd name="connsiteX1" fmla="*/ 5459 w 55954"/>
                <a:gd name="connsiteY1" fmla="*/ 10069 h 214553"/>
                <a:gd name="connsiteX2" fmla="*/ 802 w 55954"/>
                <a:gd name="connsiteY2" fmla="*/ 14048 h 214553"/>
                <a:gd name="connsiteX3" fmla="*/ 126 w 55954"/>
                <a:gd name="connsiteY3" fmla="*/ 20055 h 214553"/>
                <a:gd name="connsiteX4" fmla="*/ 3280 w 55954"/>
                <a:gd name="connsiteY4" fmla="*/ 66532 h 214553"/>
                <a:gd name="connsiteX5" fmla="*/ 7261 w 55954"/>
                <a:gd name="connsiteY5" fmla="*/ 104075 h 214553"/>
                <a:gd name="connsiteX6" fmla="*/ 17699 w 55954"/>
                <a:gd name="connsiteY6" fmla="*/ 136811 h 214553"/>
                <a:gd name="connsiteX7" fmla="*/ 40830 w 55954"/>
                <a:gd name="connsiteY7" fmla="*/ 214524 h 214553"/>
                <a:gd name="connsiteX8" fmla="*/ 53147 w 55954"/>
                <a:gd name="connsiteY8" fmla="*/ 213173 h 214553"/>
                <a:gd name="connsiteX9" fmla="*/ 46838 w 55954"/>
                <a:gd name="connsiteY9" fmla="*/ 177808 h 214553"/>
                <a:gd name="connsiteX10" fmla="*/ 40755 w 55954"/>
                <a:gd name="connsiteY10" fmla="*/ 155282 h 214553"/>
                <a:gd name="connsiteX11" fmla="*/ 36850 w 55954"/>
                <a:gd name="connsiteY11" fmla="*/ 128177 h 214553"/>
                <a:gd name="connsiteX12" fmla="*/ 35273 w 55954"/>
                <a:gd name="connsiteY12" fmla="*/ 101146 h 214553"/>
                <a:gd name="connsiteX13" fmla="*/ 38127 w 55954"/>
                <a:gd name="connsiteY13" fmla="*/ 84628 h 214553"/>
                <a:gd name="connsiteX14" fmla="*/ 55925 w 55954"/>
                <a:gd name="connsiteY14" fmla="*/ 2710 h 214553"/>
                <a:gd name="connsiteX15" fmla="*/ 40680 w 55954"/>
                <a:gd name="connsiteY15" fmla="*/ 8 h 214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54" h="214553">
                  <a:moveTo>
                    <a:pt x="40680" y="8"/>
                  </a:moveTo>
                  <a:cubicBezTo>
                    <a:pt x="28326" y="631"/>
                    <a:pt x="16280" y="4070"/>
                    <a:pt x="5459" y="10069"/>
                  </a:cubicBezTo>
                  <a:cubicBezTo>
                    <a:pt x="3528" y="10880"/>
                    <a:pt x="1906" y="12269"/>
                    <a:pt x="802" y="14048"/>
                  </a:cubicBezTo>
                  <a:cubicBezTo>
                    <a:pt x="13" y="15948"/>
                    <a:pt x="-219" y="18028"/>
                    <a:pt x="126" y="20055"/>
                  </a:cubicBezTo>
                  <a:lnTo>
                    <a:pt x="3280" y="66532"/>
                  </a:lnTo>
                  <a:cubicBezTo>
                    <a:pt x="3881" y="79109"/>
                    <a:pt x="5211" y="91648"/>
                    <a:pt x="7261" y="104075"/>
                  </a:cubicBezTo>
                  <a:cubicBezTo>
                    <a:pt x="9514" y="115713"/>
                    <a:pt x="14771" y="125549"/>
                    <a:pt x="17699" y="136811"/>
                  </a:cubicBezTo>
                  <a:cubicBezTo>
                    <a:pt x="23858" y="163166"/>
                    <a:pt x="32344" y="188845"/>
                    <a:pt x="40830" y="214524"/>
                  </a:cubicBezTo>
                  <a:lnTo>
                    <a:pt x="53147" y="213173"/>
                  </a:lnTo>
                  <a:lnTo>
                    <a:pt x="46838" y="177808"/>
                  </a:lnTo>
                  <a:cubicBezTo>
                    <a:pt x="45337" y="170299"/>
                    <a:pt x="42182" y="162791"/>
                    <a:pt x="40755" y="155282"/>
                  </a:cubicBezTo>
                  <a:cubicBezTo>
                    <a:pt x="39328" y="147774"/>
                    <a:pt x="37976" y="137262"/>
                    <a:pt x="36850" y="128177"/>
                  </a:cubicBezTo>
                  <a:cubicBezTo>
                    <a:pt x="35348" y="119249"/>
                    <a:pt x="34822" y="110187"/>
                    <a:pt x="35273" y="101146"/>
                  </a:cubicBezTo>
                  <a:cubicBezTo>
                    <a:pt x="35836" y="95583"/>
                    <a:pt x="36790" y="90064"/>
                    <a:pt x="38127" y="84628"/>
                  </a:cubicBezTo>
                  <a:lnTo>
                    <a:pt x="55925" y="2710"/>
                  </a:lnTo>
                  <a:cubicBezTo>
                    <a:pt x="51112" y="691"/>
                    <a:pt x="45899" y="-233"/>
                    <a:pt x="40680" y="8"/>
                  </a:cubicBezTo>
                  <a:close/>
                </a:path>
              </a:pathLst>
            </a:custGeom>
            <a:solidFill>
              <a:srgbClr val="DDD2C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12FE0C74-5561-4B1E-FF0A-EC78892E9044}"/>
                </a:ext>
              </a:extLst>
            </p:cNvPr>
            <p:cNvSpPr/>
            <p:nvPr/>
          </p:nvSpPr>
          <p:spPr>
            <a:xfrm>
              <a:off x="9202898" y="5199067"/>
              <a:ext cx="151101" cy="221499"/>
            </a:xfrm>
            <a:custGeom>
              <a:avLst/>
              <a:gdLst>
                <a:gd name="connsiteX0" fmla="*/ 29034 w 151101"/>
                <a:gd name="connsiteY0" fmla="*/ 23096 h 221499"/>
                <a:gd name="connsiteX1" fmla="*/ 24829 w 151101"/>
                <a:gd name="connsiteY1" fmla="*/ 30604 h 221499"/>
                <a:gd name="connsiteX2" fmla="*/ -29 w 151101"/>
                <a:gd name="connsiteY2" fmla="*/ 211783 h 221499"/>
                <a:gd name="connsiteX3" fmla="*/ 64106 w 151101"/>
                <a:gd name="connsiteY3" fmla="*/ 221470 h 221499"/>
                <a:gd name="connsiteX4" fmla="*/ 151072 w 151101"/>
                <a:gd name="connsiteY4" fmla="*/ -30 h 221499"/>
                <a:gd name="connsiteX5" fmla="*/ 31512 w 151101"/>
                <a:gd name="connsiteY5" fmla="*/ 27076 h 221499"/>
                <a:gd name="connsiteX6" fmla="*/ 29034 w 151101"/>
                <a:gd name="connsiteY6" fmla="*/ 23096 h 22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1101" h="221499">
                  <a:moveTo>
                    <a:pt x="29034" y="23096"/>
                  </a:moveTo>
                  <a:cubicBezTo>
                    <a:pt x="27014" y="25199"/>
                    <a:pt x="25565" y="27781"/>
                    <a:pt x="24829" y="30604"/>
                  </a:cubicBezTo>
                  <a:cubicBezTo>
                    <a:pt x="17319" y="88720"/>
                    <a:pt x="7406" y="153668"/>
                    <a:pt x="-29" y="211783"/>
                  </a:cubicBezTo>
                  <a:cubicBezTo>
                    <a:pt x="20848" y="217738"/>
                    <a:pt x="42402" y="220997"/>
                    <a:pt x="64106" y="221470"/>
                  </a:cubicBezTo>
                  <a:cubicBezTo>
                    <a:pt x="102031" y="151491"/>
                    <a:pt x="140708" y="79335"/>
                    <a:pt x="151072" y="-30"/>
                  </a:cubicBezTo>
                  <a:lnTo>
                    <a:pt x="31512" y="27076"/>
                  </a:lnTo>
                  <a:cubicBezTo>
                    <a:pt x="28959" y="27752"/>
                    <a:pt x="30762" y="21069"/>
                    <a:pt x="29034" y="23096"/>
                  </a:cubicBezTo>
                  <a:close/>
                </a:path>
              </a:pathLst>
            </a:custGeom>
            <a:solidFill>
              <a:srgbClr val="73737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Content Placeholder 4">
              <a:extLst>
                <a:ext uri="{FF2B5EF4-FFF2-40B4-BE49-F238E27FC236}">
                  <a16:creationId xmlns:a16="http://schemas.microsoft.com/office/drawing/2014/main" id="{3ED42DDF-56F7-6015-5613-24C99A11B7F8}"/>
                </a:ext>
              </a:extLst>
            </p:cNvPr>
            <p:cNvSpPr/>
            <p:nvPr/>
          </p:nvSpPr>
          <p:spPr>
            <a:xfrm>
              <a:off x="9347474" y="5492655"/>
              <a:ext cx="216856" cy="218053"/>
            </a:xfrm>
            <a:custGeom>
              <a:avLst/>
              <a:gdLst>
                <a:gd name="connsiteX0" fmla="*/ 213021 w 216856"/>
                <a:gd name="connsiteY0" fmla="*/ 64309 h 218053"/>
                <a:gd name="connsiteX1" fmla="*/ 180427 w 216856"/>
                <a:gd name="connsiteY1" fmla="*/ 18808 h 218053"/>
                <a:gd name="connsiteX2" fmla="*/ 53809 w 216856"/>
                <a:gd name="connsiteY2" fmla="*/ 20084 h 218053"/>
                <a:gd name="connsiteX3" fmla="*/ 38 w 216856"/>
                <a:gd name="connsiteY3" fmla="*/ 115217 h 218053"/>
                <a:gd name="connsiteX4" fmla="*/ 152190 w 216856"/>
                <a:gd name="connsiteY4" fmla="*/ 209448 h 218053"/>
                <a:gd name="connsiteX5" fmla="*/ 213021 w 216856"/>
                <a:gd name="connsiteY5" fmla="*/ 64309 h 21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6856" h="218053">
                  <a:moveTo>
                    <a:pt x="213021" y="64309"/>
                  </a:moveTo>
                  <a:cubicBezTo>
                    <a:pt x="208110" y="45658"/>
                    <a:pt x="196506" y="29463"/>
                    <a:pt x="180427" y="18808"/>
                  </a:cubicBezTo>
                  <a:cubicBezTo>
                    <a:pt x="141954" y="-6766"/>
                    <a:pt x="91757" y="-6263"/>
                    <a:pt x="53809" y="20084"/>
                  </a:cubicBezTo>
                  <a:cubicBezTo>
                    <a:pt x="24971" y="40808"/>
                    <a:pt x="-1539" y="76999"/>
                    <a:pt x="38" y="115217"/>
                  </a:cubicBezTo>
                  <a:cubicBezTo>
                    <a:pt x="2891" y="184595"/>
                    <a:pt x="91810" y="239932"/>
                    <a:pt x="152190" y="209448"/>
                  </a:cubicBezTo>
                  <a:cubicBezTo>
                    <a:pt x="198151" y="186247"/>
                    <a:pt x="227740" y="116418"/>
                    <a:pt x="213021" y="6430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Content Placeholder 4">
              <a:extLst>
                <a:ext uri="{FF2B5EF4-FFF2-40B4-BE49-F238E27FC236}">
                  <a16:creationId xmlns:a16="http://schemas.microsoft.com/office/drawing/2014/main" id="{4CE1A5B0-7DE9-E04A-3A8C-48801FB9C176}"/>
                </a:ext>
              </a:extLst>
            </p:cNvPr>
            <p:cNvSpPr/>
            <p:nvPr/>
          </p:nvSpPr>
          <p:spPr>
            <a:xfrm>
              <a:off x="9360559" y="5502143"/>
              <a:ext cx="193298" cy="196971"/>
            </a:xfrm>
            <a:custGeom>
              <a:avLst/>
              <a:gdLst>
                <a:gd name="connsiteX0" fmla="*/ 189948 w 193298"/>
                <a:gd name="connsiteY0" fmla="*/ 57750 h 196971"/>
                <a:gd name="connsiteX1" fmla="*/ 161335 w 193298"/>
                <a:gd name="connsiteY1" fmla="*/ 16829 h 196971"/>
                <a:gd name="connsiteX2" fmla="*/ 48234 w 193298"/>
                <a:gd name="connsiteY2" fmla="*/ 18256 h 196971"/>
                <a:gd name="connsiteX3" fmla="*/ 20 w 193298"/>
                <a:gd name="connsiteY3" fmla="*/ 104228 h 196971"/>
                <a:gd name="connsiteX4" fmla="*/ 135726 w 193298"/>
                <a:gd name="connsiteY4" fmla="*/ 189073 h 196971"/>
                <a:gd name="connsiteX5" fmla="*/ 189948 w 193298"/>
                <a:gd name="connsiteY5" fmla="*/ 57750 h 196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3298" h="196971">
                  <a:moveTo>
                    <a:pt x="189948" y="57750"/>
                  </a:moveTo>
                  <a:cubicBezTo>
                    <a:pt x="185720" y="41074"/>
                    <a:pt x="175544" y="26523"/>
                    <a:pt x="161335" y="16829"/>
                  </a:cubicBezTo>
                  <a:cubicBezTo>
                    <a:pt x="126976" y="-6162"/>
                    <a:pt x="81999" y="-5591"/>
                    <a:pt x="48234" y="18256"/>
                  </a:cubicBezTo>
                  <a:cubicBezTo>
                    <a:pt x="22475" y="37027"/>
                    <a:pt x="-1257" y="69764"/>
                    <a:pt x="20" y="104228"/>
                  </a:cubicBezTo>
                  <a:cubicBezTo>
                    <a:pt x="2423" y="166923"/>
                    <a:pt x="81729" y="216854"/>
                    <a:pt x="135726" y="189073"/>
                  </a:cubicBezTo>
                  <a:cubicBezTo>
                    <a:pt x="176355" y="167899"/>
                    <a:pt x="202940" y="104828"/>
                    <a:pt x="189948" y="57750"/>
                  </a:cubicBezTo>
                  <a:close/>
                </a:path>
              </a:pathLst>
            </a:custGeom>
            <a:solidFill>
              <a:srgbClr val="40404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Content Placeholder 4">
              <a:extLst>
                <a:ext uri="{FF2B5EF4-FFF2-40B4-BE49-F238E27FC236}">
                  <a16:creationId xmlns:a16="http://schemas.microsoft.com/office/drawing/2014/main" id="{3EF03911-A00E-0A64-F240-B7049EC533AC}"/>
                </a:ext>
              </a:extLst>
            </p:cNvPr>
            <p:cNvSpPr/>
            <p:nvPr/>
          </p:nvSpPr>
          <p:spPr>
            <a:xfrm>
              <a:off x="9052034" y="5294992"/>
              <a:ext cx="414389" cy="306158"/>
            </a:xfrm>
            <a:custGeom>
              <a:avLst/>
              <a:gdLst>
                <a:gd name="connsiteX0" fmla="*/ 412859 w 414389"/>
                <a:gd name="connsiteY0" fmla="*/ 284047 h 306158"/>
                <a:gd name="connsiteX1" fmla="*/ 411056 w 414389"/>
                <a:gd name="connsiteY1" fmla="*/ 283522 h 306158"/>
                <a:gd name="connsiteX2" fmla="*/ 349625 w 414389"/>
                <a:gd name="connsiteY2" fmla="*/ 281720 h 306158"/>
                <a:gd name="connsiteX3" fmla="*/ 275126 w 414389"/>
                <a:gd name="connsiteY3" fmla="*/ 270682 h 306158"/>
                <a:gd name="connsiteX4" fmla="*/ 240730 w 414389"/>
                <a:gd name="connsiteY4" fmla="*/ 245003 h 306158"/>
                <a:gd name="connsiteX5" fmla="*/ 234572 w 414389"/>
                <a:gd name="connsiteY5" fmla="*/ 219925 h 306158"/>
                <a:gd name="connsiteX6" fmla="*/ 225259 w 414389"/>
                <a:gd name="connsiteY6" fmla="*/ 201905 h 306158"/>
                <a:gd name="connsiteX7" fmla="*/ 214971 w 414389"/>
                <a:gd name="connsiteY7" fmla="*/ 192895 h 306158"/>
                <a:gd name="connsiteX8" fmla="*/ 165630 w 414389"/>
                <a:gd name="connsiteY8" fmla="*/ 176301 h 306158"/>
                <a:gd name="connsiteX9" fmla="*/ 115313 w 414389"/>
                <a:gd name="connsiteY9" fmla="*/ 149871 h 306158"/>
                <a:gd name="connsiteX10" fmla="*/ 76937 w 414389"/>
                <a:gd name="connsiteY10" fmla="*/ 110902 h 306158"/>
                <a:gd name="connsiteX11" fmla="*/ 78514 w 414389"/>
                <a:gd name="connsiteY11" fmla="*/ 97387 h 306158"/>
                <a:gd name="connsiteX12" fmla="*/ 115313 w 414389"/>
                <a:gd name="connsiteY12" fmla="*/ 59845 h 306158"/>
                <a:gd name="connsiteX13" fmla="*/ 233445 w 414389"/>
                <a:gd name="connsiteY13" fmla="*/ 38671 h 306158"/>
                <a:gd name="connsiteX14" fmla="*/ 309296 w 414389"/>
                <a:gd name="connsiteY14" fmla="*/ 26583 h 306158"/>
                <a:gd name="connsiteX15" fmla="*/ 319585 w 414389"/>
                <a:gd name="connsiteY15" fmla="*/ 754 h 306158"/>
                <a:gd name="connsiteX16" fmla="*/ 285039 w 414389"/>
                <a:gd name="connsiteY16" fmla="*/ 5784 h 306158"/>
                <a:gd name="connsiteX17" fmla="*/ 249291 w 414389"/>
                <a:gd name="connsiteY17" fmla="*/ 11640 h 306158"/>
                <a:gd name="connsiteX18" fmla="*/ 102771 w 414389"/>
                <a:gd name="connsiteY18" fmla="*/ 32139 h 306158"/>
                <a:gd name="connsiteX19" fmla="*/ 20687 w 414389"/>
                <a:gd name="connsiteY19" fmla="*/ 56691 h 306158"/>
                <a:gd name="connsiteX20" fmla="*/ 6343 w 414389"/>
                <a:gd name="connsiteY20" fmla="*/ 144991 h 306158"/>
                <a:gd name="connsiteX21" fmla="*/ 6343 w 414389"/>
                <a:gd name="connsiteY21" fmla="*/ 145742 h 306158"/>
                <a:gd name="connsiteX22" fmla="*/ 13177 w 414389"/>
                <a:gd name="connsiteY22" fmla="*/ 160759 h 306158"/>
                <a:gd name="connsiteX23" fmla="*/ 15130 w 414389"/>
                <a:gd name="connsiteY23" fmla="*/ 162485 h 306158"/>
                <a:gd name="connsiteX24" fmla="*/ 22640 w 414389"/>
                <a:gd name="connsiteY24" fmla="*/ 170970 h 306158"/>
                <a:gd name="connsiteX25" fmla="*/ 32478 w 414389"/>
                <a:gd name="connsiteY25" fmla="*/ 177502 h 306158"/>
                <a:gd name="connsiteX26" fmla="*/ 68150 w 414389"/>
                <a:gd name="connsiteY26" fmla="*/ 203482 h 306158"/>
                <a:gd name="connsiteX27" fmla="*/ 191089 w 414389"/>
                <a:gd name="connsiteY27" fmla="*/ 288478 h 306158"/>
                <a:gd name="connsiteX28" fmla="*/ 223307 w 414389"/>
                <a:gd name="connsiteY28" fmla="*/ 305071 h 306158"/>
                <a:gd name="connsiteX29" fmla="*/ 263260 w 414389"/>
                <a:gd name="connsiteY29" fmla="*/ 303194 h 306158"/>
                <a:gd name="connsiteX30" fmla="*/ 387700 w 414389"/>
                <a:gd name="connsiteY30" fmla="*/ 295685 h 306158"/>
                <a:gd name="connsiteX31" fmla="*/ 414361 w 414389"/>
                <a:gd name="connsiteY31" fmla="*/ 304470 h 306158"/>
                <a:gd name="connsiteX32" fmla="*/ 412859 w 414389"/>
                <a:gd name="connsiteY32" fmla="*/ 284047 h 306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14389" h="306158">
                  <a:moveTo>
                    <a:pt x="412859" y="284047"/>
                  </a:moveTo>
                  <a:lnTo>
                    <a:pt x="411056" y="283522"/>
                  </a:lnTo>
                  <a:cubicBezTo>
                    <a:pt x="391380" y="276614"/>
                    <a:pt x="370052" y="280819"/>
                    <a:pt x="349625" y="281720"/>
                  </a:cubicBezTo>
                  <a:cubicBezTo>
                    <a:pt x="324992" y="282846"/>
                    <a:pt x="299684" y="270983"/>
                    <a:pt x="275126" y="270682"/>
                  </a:cubicBezTo>
                  <a:cubicBezTo>
                    <a:pt x="254323" y="270682"/>
                    <a:pt x="242908" y="264000"/>
                    <a:pt x="240730" y="245003"/>
                  </a:cubicBezTo>
                  <a:cubicBezTo>
                    <a:pt x="239753" y="236594"/>
                    <a:pt x="235773" y="228410"/>
                    <a:pt x="234572" y="219925"/>
                  </a:cubicBezTo>
                  <a:cubicBezTo>
                    <a:pt x="232026" y="213648"/>
                    <a:pt x="228909" y="207611"/>
                    <a:pt x="225259" y="201905"/>
                  </a:cubicBezTo>
                  <a:cubicBezTo>
                    <a:pt x="223157" y="197663"/>
                    <a:pt x="219454" y="194419"/>
                    <a:pt x="214971" y="192895"/>
                  </a:cubicBezTo>
                  <a:cubicBezTo>
                    <a:pt x="196797" y="187113"/>
                    <a:pt x="184931" y="185837"/>
                    <a:pt x="165630" y="176301"/>
                  </a:cubicBezTo>
                  <a:cubicBezTo>
                    <a:pt x="148657" y="167817"/>
                    <a:pt x="132361" y="158055"/>
                    <a:pt x="115313" y="149871"/>
                  </a:cubicBezTo>
                  <a:cubicBezTo>
                    <a:pt x="98265" y="141687"/>
                    <a:pt x="78739" y="133578"/>
                    <a:pt x="76937" y="110902"/>
                  </a:cubicBezTo>
                  <a:cubicBezTo>
                    <a:pt x="76599" y="106337"/>
                    <a:pt x="77132" y="101750"/>
                    <a:pt x="78514" y="97387"/>
                  </a:cubicBezTo>
                  <a:cubicBezTo>
                    <a:pt x="84147" y="79442"/>
                    <a:pt x="99242" y="67954"/>
                    <a:pt x="115313" y="59845"/>
                  </a:cubicBezTo>
                  <a:cubicBezTo>
                    <a:pt x="151586" y="42275"/>
                    <a:pt x="193267" y="41299"/>
                    <a:pt x="233445" y="38671"/>
                  </a:cubicBezTo>
                  <a:cubicBezTo>
                    <a:pt x="258379" y="37094"/>
                    <a:pt x="286015" y="35668"/>
                    <a:pt x="309296" y="26583"/>
                  </a:cubicBezTo>
                  <a:cubicBezTo>
                    <a:pt x="317632" y="23354"/>
                    <a:pt x="333854" y="6835"/>
                    <a:pt x="319585" y="754"/>
                  </a:cubicBezTo>
                  <a:cubicBezTo>
                    <a:pt x="312525" y="-2325"/>
                    <a:pt x="292699" y="4583"/>
                    <a:pt x="285039" y="5784"/>
                  </a:cubicBezTo>
                  <a:cubicBezTo>
                    <a:pt x="273098" y="7661"/>
                    <a:pt x="261232" y="9689"/>
                    <a:pt x="249291" y="11640"/>
                  </a:cubicBezTo>
                  <a:cubicBezTo>
                    <a:pt x="200627" y="19750"/>
                    <a:pt x="151661" y="28009"/>
                    <a:pt x="102771" y="32139"/>
                  </a:cubicBezTo>
                  <a:cubicBezTo>
                    <a:pt x="73708" y="34617"/>
                    <a:pt x="41865" y="36719"/>
                    <a:pt x="20687" y="56691"/>
                  </a:cubicBezTo>
                  <a:cubicBezTo>
                    <a:pt x="-2293" y="78391"/>
                    <a:pt x="-4697" y="115407"/>
                    <a:pt x="6343" y="144991"/>
                  </a:cubicBezTo>
                  <a:lnTo>
                    <a:pt x="6343" y="145742"/>
                  </a:lnTo>
                  <a:cubicBezTo>
                    <a:pt x="7072" y="151313"/>
                    <a:pt x="9452" y="156546"/>
                    <a:pt x="13177" y="160759"/>
                  </a:cubicBezTo>
                  <a:lnTo>
                    <a:pt x="15130" y="162485"/>
                  </a:lnTo>
                  <a:cubicBezTo>
                    <a:pt x="17285" y="165609"/>
                    <a:pt x="19801" y="168455"/>
                    <a:pt x="22640" y="170970"/>
                  </a:cubicBezTo>
                  <a:cubicBezTo>
                    <a:pt x="25674" y="173493"/>
                    <a:pt x="28971" y="175685"/>
                    <a:pt x="32478" y="177502"/>
                  </a:cubicBezTo>
                  <a:cubicBezTo>
                    <a:pt x="43968" y="186663"/>
                    <a:pt x="55984" y="195147"/>
                    <a:pt x="68150" y="203482"/>
                  </a:cubicBezTo>
                  <a:lnTo>
                    <a:pt x="191089" y="288478"/>
                  </a:lnTo>
                  <a:cubicBezTo>
                    <a:pt x="200672" y="296016"/>
                    <a:pt x="211606" y="301647"/>
                    <a:pt x="223307" y="305071"/>
                  </a:cubicBezTo>
                  <a:cubicBezTo>
                    <a:pt x="236622" y="306956"/>
                    <a:pt x="250177" y="306317"/>
                    <a:pt x="263260" y="303194"/>
                  </a:cubicBezTo>
                  <a:cubicBezTo>
                    <a:pt x="304475" y="297390"/>
                    <a:pt x="346087" y="294875"/>
                    <a:pt x="387700" y="295685"/>
                  </a:cubicBezTo>
                  <a:lnTo>
                    <a:pt x="414361" y="304470"/>
                  </a:lnTo>
                  <a:cubicBezTo>
                    <a:pt x="411282" y="299064"/>
                    <a:pt x="416464" y="289979"/>
                    <a:pt x="412859" y="284047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Content Placeholder 4">
              <a:extLst>
                <a:ext uri="{FF2B5EF4-FFF2-40B4-BE49-F238E27FC236}">
                  <a16:creationId xmlns:a16="http://schemas.microsoft.com/office/drawing/2014/main" id="{95AEFCFF-7F5D-D3F0-D818-2988B74CE56C}"/>
                </a:ext>
              </a:extLst>
            </p:cNvPr>
            <p:cNvSpPr/>
            <p:nvPr/>
          </p:nvSpPr>
          <p:spPr>
            <a:xfrm>
              <a:off x="9011725" y="5266605"/>
              <a:ext cx="52580" cy="346796"/>
            </a:xfrm>
            <a:custGeom>
              <a:avLst/>
              <a:gdLst>
                <a:gd name="connsiteX0" fmla="*/ 47478 w 52580"/>
                <a:gd name="connsiteY0" fmla="*/ 3161 h 346796"/>
                <a:gd name="connsiteX1" fmla="*/ 29604 w 52580"/>
                <a:gd name="connsiteY1" fmla="*/ 5338 h 346796"/>
                <a:gd name="connsiteX2" fmla="*/ 27201 w 52580"/>
                <a:gd name="connsiteY2" fmla="*/ 111958 h 346796"/>
                <a:gd name="connsiteX3" fmla="*/ 26300 w 52580"/>
                <a:gd name="connsiteY3" fmla="*/ 189671 h 346796"/>
                <a:gd name="connsiteX4" fmla="*/ 390 w 52580"/>
                <a:gd name="connsiteY4" fmla="*/ 339840 h 346796"/>
                <a:gd name="connsiteX5" fmla="*/ 29004 w 52580"/>
                <a:gd name="connsiteY5" fmla="*/ 339840 h 346796"/>
                <a:gd name="connsiteX6" fmla="*/ 52435 w 52580"/>
                <a:gd name="connsiteY6" fmla="*/ 189671 h 346796"/>
                <a:gd name="connsiteX7" fmla="*/ 50557 w 52580"/>
                <a:gd name="connsiteY7" fmla="*/ 112334 h 346796"/>
                <a:gd name="connsiteX8" fmla="*/ 47478 w 52580"/>
                <a:gd name="connsiteY8" fmla="*/ 3161 h 346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2580" h="346796">
                  <a:moveTo>
                    <a:pt x="47478" y="3161"/>
                  </a:moveTo>
                  <a:cubicBezTo>
                    <a:pt x="46577" y="-2395"/>
                    <a:pt x="30355" y="-68"/>
                    <a:pt x="29604" y="5338"/>
                  </a:cubicBezTo>
                  <a:cubicBezTo>
                    <a:pt x="26000" y="30567"/>
                    <a:pt x="27577" y="87030"/>
                    <a:pt x="27201" y="111958"/>
                  </a:cubicBezTo>
                  <a:cubicBezTo>
                    <a:pt x="26826" y="136887"/>
                    <a:pt x="26525" y="163767"/>
                    <a:pt x="26300" y="189671"/>
                  </a:cubicBezTo>
                  <a:cubicBezTo>
                    <a:pt x="26300" y="239077"/>
                    <a:pt x="23897" y="289008"/>
                    <a:pt x="390" y="339840"/>
                  </a:cubicBezTo>
                  <a:cubicBezTo>
                    <a:pt x="-3815" y="349000"/>
                    <a:pt x="24873" y="349151"/>
                    <a:pt x="29004" y="339840"/>
                  </a:cubicBezTo>
                  <a:cubicBezTo>
                    <a:pt x="51533" y="289083"/>
                    <a:pt x="53111" y="239077"/>
                    <a:pt x="52435" y="189671"/>
                  </a:cubicBezTo>
                  <a:cubicBezTo>
                    <a:pt x="52435" y="163842"/>
                    <a:pt x="51308" y="138088"/>
                    <a:pt x="50557" y="112334"/>
                  </a:cubicBezTo>
                  <a:cubicBezTo>
                    <a:pt x="49806" y="86580"/>
                    <a:pt x="51609" y="28615"/>
                    <a:pt x="47478" y="3161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Content Placeholder 4">
              <a:extLst>
                <a:ext uri="{FF2B5EF4-FFF2-40B4-BE49-F238E27FC236}">
                  <a16:creationId xmlns:a16="http://schemas.microsoft.com/office/drawing/2014/main" id="{6BBA8782-57B4-CB46-AC32-B3543502FEF5}"/>
                </a:ext>
              </a:extLst>
            </p:cNvPr>
            <p:cNvSpPr/>
            <p:nvPr/>
          </p:nvSpPr>
          <p:spPr>
            <a:xfrm>
              <a:off x="9204089" y="5600566"/>
              <a:ext cx="69188" cy="39595"/>
            </a:xfrm>
            <a:custGeom>
              <a:avLst/>
              <a:gdLst>
                <a:gd name="connsiteX0" fmla="*/ 582 w 69188"/>
                <a:gd name="connsiteY0" fmla="*/ 25702 h 39595"/>
                <a:gd name="connsiteX1" fmla="*/ 4788 w 69188"/>
                <a:gd name="connsiteY1" fmla="*/ 33886 h 39595"/>
                <a:gd name="connsiteX2" fmla="*/ 48796 w 69188"/>
                <a:gd name="connsiteY2" fmla="*/ 32535 h 39595"/>
                <a:gd name="connsiteX3" fmla="*/ 55480 w 69188"/>
                <a:gd name="connsiteY3" fmla="*/ 28180 h 39595"/>
                <a:gd name="connsiteX4" fmla="*/ 68322 w 69188"/>
                <a:gd name="connsiteY4" fmla="*/ 21122 h 39595"/>
                <a:gd name="connsiteX5" fmla="*/ 64417 w 69188"/>
                <a:gd name="connsiteY5" fmla="*/ 6105 h 39595"/>
                <a:gd name="connsiteX6" fmla="*/ 55105 w 69188"/>
                <a:gd name="connsiteY6" fmla="*/ 624 h 39595"/>
                <a:gd name="connsiteX7" fmla="*/ 27468 w 69188"/>
                <a:gd name="connsiteY7" fmla="*/ 11887 h 39595"/>
                <a:gd name="connsiteX8" fmla="*/ 9894 w 69188"/>
                <a:gd name="connsiteY8" fmla="*/ 19395 h 39595"/>
                <a:gd name="connsiteX9" fmla="*/ 582 w 69188"/>
                <a:gd name="connsiteY9" fmla="*/ 25702 h 39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188" h="39595">
                  <a:moveTo>
                    <a:pt x="582" y="25702"/>
                  </a:moveTo>
                  <a:cubicBezTo>
                    <a:pt x="-770" y="28105"/>
                    <a:pt x="-94" y="30958"/>
                    <a:pt x="4788" y="33886"/>
                  </a:cubicBezTo>
                  <a:cubicBezTo>
                    <a:pt x="18501" y="41920"/>
                    <a:pt x="35601" y="41395"/>
                    <a:pt x="48796" y="32535"/>
                  </a:cubicBezTo>
                  <a:cubicBezTo>
                    <a:pt x="50899" y="30905"/>
                    <a:pt x="53137" y="29449"/>
                    <a:pt x="55480" y="28180"/>
                  </a:cubicBezTo>
                  <a:cubicBezTo>
                    <a:pt x="59986" y="26078"/>
                    <a:pt x="65919" y="25627"/>
                    <a:pt x="68322" y="21122"/>
                  </a:cubicBezTo>
                  <a:cubicBezTo>
                    <a:pt x="70725" y="16617"/>
                    <a:pt x="67496" y="10685"/>
                    <a:pt x="64417" y="6105"/>
                  </a:cubicBezTo>
                  <a:cubicBezTo>
                    <a:pt x="61338" y="1525"/>
                    <a:pt x="60136" y="-1403"/>
                    <a:pt x="55105" y="624"/>
                  </a:cubicBezTo>
                  <a:cubicBezTo>
                    <a:pt x="45642" y="3732"/>
                    <a:pt x="36412" y="7494"/>
                    <a:pt x="27468" y="11887"/>
                  </a:cubicBezTo>
                  <a:cubicBezTo>
                    <a:pt x="21918" y="15055"/>
                    <a:pt x="16022" y="17570"/>
                    <a:pt x="9894" y="19395"/>
                  </a:cubicBezTo>
                  <a:cubicBezTo>
                    <a:pt x="6109" y="20258"/>
                    <a:pt x="2782" y="22504"/>
                    <a:pt x="582" y="25702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Content Placeholder 4">
              <a:extLst>
                <a:ext uri="{FF2B5EF4-FFF2-40B4-BE49-F238E27FC236}">
                  <a16:creationId xmlns:a16="http://schemas.microsoft.com/office/drawing/2014/main" id="{DF037CDD-1EBD-4627-B152-E583368E65DA}"/>
                </a:ext>
              </a:extLst>
            </p:cNvPr>
            <p:cNvSpPr/>
            <p:nvPr/>
          </p:nvSpPr>
          <p:spPr>
            <a:xfrm>
              <a:off x="9248427" y="5564399"/>
              <a:ext cx="49601" cy="50535"/>
            </a:xfrm>
            <a:custGeom>
              <a:avLst/>
              <a:gdLst>
                <a:gd name="connsiteX0" fmla="*/ 43586 w 49601"/>
                <a:gd name="connsiteY0" fmla="*/ 12163 h 50535"/>
                <a:gd name="connsiteX1" fmla="*/ 37653 w 49601"/>
                <a:gd name="connsiteY1" fmla="*/ 4654 h 50535"/>
                <a:gd name="connsiteX2" fmla="*/ 4158 w 49601"/>
                <a:gd name="connsiteY2" fmla="*/ 9685 h 50535"/>
                <a:gd name="connsiteX3" fmla="*/ 11818 w 49601"/>
                <a:gd name="connsiteY3" fmla="*/ 45620 h 50535"/>
                <a:gd name="connsiteX4" fmla="*/ 12720 w 49601"/>
                <a:gd name="connsiteY4" fmla="*/ 46176 h 50535"/>
                <a:gd name="connsiteX5" fmla="*/ 31495 w 49601"/>
                <a:gd name="connsiteY5" fmla="*/ 50306 h 50535"/>
                <a:gd name="connsiteX6" fmla="*/ 46515 w 49601"/>
                <a:gd name="connsiteY6" fmla="*/ 37767 h 50535"/>
                <a:gd name="connsiteX7" fmla="*/ 43586 w 49601"/>
                <a:gd name="connsiteY7" fmla="*/ 12163 h 50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601" h="50535">
                  <a:moveTo>
                    <a:pt x="43586" y="12163"/>
                  </a:moveTo>
                  <a:cubicBezTo>
                    <a:pt x="42512" y="9062"/>
                    <a:pt x="40417" y="6419"/>
                    <a:pt x="37653" y="4654"/>
                  </a:cubicBezTo>
                  <a:cubicBezTo>
                    <a:pt x="27011" y="-3199"/>
                    <a:pt x="12021" y="-947"/>
                    <a:pt x="4158" y="9685"/>
                  </a:cubicBezTo>
                  <a:cubicBezTo>
                    <a:pt x="-3652" y="21721"/>
                    <a:pt x="-220" y="37812"/>
                    <a:pt x="11818" y="45620"/>
                  </a:cubicBezTo>
                  <a:cubicBezTo>
                    <a:pt x="12119" y="45808"/>
                    <a:pt x="12419" y="45996"/>
                    <a:pt x="12720" y="46176"/>
                  </a:cubicBezTo>
                  <a:cubicBezTo>
                    <a:pt x="18337" y="49623"/>
                    <a:pt x="24953" y="51072"/>
                    <a:pt x="31495" y="50306"/>
                  </a:cubicBezTo>
                  <a:cubicBezTo>
                    <a:pt x="38021" y="48384"/>
                    <a:pt x="43458" y="43849"/>
                    <a:pt x="46515" y="37767"/>
                  </a:cubicBezTo>
                  <a:cubicBezTo>
                    <a:pt x="51501" y="29560"/>
                    <a:pt x="50292" y="19025"/>
                    <a:pt x="43586" y="12163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Content Placeholder 4">
              <a:extLst>
                <a:ext uri="{FF2B5EF4-FFF2-40B4-BE49-F238E27FC236}">
                  <a16:creationId xmlns:a16="http://schemas.microsoft.com/office/drawing/2014/main" id="{C791C9DD-37DA-9E81-4862-F83B9857B8D1}"/>
                </a:ext>
              </a:extLst>
            </p:cNvPr>
            <p:cNvSpPr/>
            <p:nvPr/>
          </p:nvSpPr>
          <p:spPr>
            <a:xfrm>
              <a:off x="9264297" y="5511065"/>
              <a:ext cx="28300" cy="30106"/>
            </a:xfrm>
            <a:custGeom>
              <a:avLst/>
              <a:gdLst>
                <a:gd name="connsiteX0" fmla="*/ 20581 w 28300"/>
                <a:gd name="connsiteY0" fmla="*/ 1224 h 30106"/>
                <a:gd name="connsiteX1" fmla="*/ 530 w 28300"/>
                <a:gd name="connsiteY1" fmla="*/ 24575 h 30106"/>
                <a:gd name="connsiteX2" fmla="*/ 6162 w 28300"/>
                <a:gd name="connsiteY2" fmla="*/ 28930 h 30106"/>
                <a:gd name="connsiteX3" fmla="*/ 26739 w 28300"/>
                <a:gd name="connsiteY3" fmla="*/ 7607 h 30106"/>
                <a:gd name="connsiteX4" fmla="*/ 20581 w 28300"/>
                <a:gd name="connsiteY4" fmla="*/ 1224 h 30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300" h="30106">
                  <a:moveTo>
                    <a:pt x="20581" y="1224"/>
                  </a:moveTo>
                  <a:cubicBezTo>
                    <a:pt x="12936" y="8125"/>
                    <a:pt x="6200" y="15971"/>
                    <a:pt x="530" y="24575"/>
                  </a:cubicBezTo>
                  <a:cubicBezTo>
                    <a:pt x="-1724" y="28105"/>
                    <a:pt x="3383" y="32084"/>
                    <a:pt x="6162" y="28930"/>
                  </a:cubicBezTo>
                  <a:cubicBezTo>
                    <a:pt x="12275" y="21144"/>
                    <a:pt x="19169" y="13996"/>
                    <a:pt x="26739" y="7607"/>
                  </a:cubicBezTo>
                  <a:cubicBezTo>
                    <a:pt x="31245" y="3927"/>
                    <a:pt x="24787" y="-2830"/>
                    <a:pt x="20581" y="1224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Content Placeholder 4">
              <a:extLst>
                <a:ext uri="{FF2B5EF4-FFF2-40B4-BE49-F238E27FC236}">
                  <a16:creationId xmlns:a16="http://schemas.microsoft.com/office/drawing/2014/main" id="{CBCBA5ED-5F94-65CA-DE5E-1151F21B7412}"/>
                </a:ext>
              </a:extLst>
            </p:cNvPr>
            <p:cNvSpPr/>
            <p:nvPr/>
          </p:nvSpPr>
          <p:spPr>
            <a:xfrm>
              <a:off x="9264988" y="5532617"/>
              <a:ext cx="15868" cy="59441"/>
            </a:xfrm>
            <a:custGeom>
              <a:avLst/>
              <a:gdLst>
                <a:gd name="connsiteX0" fmla="*/ -12 w 15868"/>
                <a:gd name="connsiteY0" fmla="*/ 3775 h 59441"/>
                <a:gd name="connsiteX1" fmla="*/ 7498 w 15868"/>
                <a:gd name="connsiteY1" fmla="*/ 56334 h 59441"/>
                <a:gd name="connsiteX2" fmla="*/ 15760 w 15868"/>
                <a:gd name="connsiteY2" fmla="*/ 54082 h 59441"/>
                <a:gd name="connsiteX3" fmla="*/ 6823 w 15868"/>
                <a:gd name="connsiteY3" fmla="*/ 2799 h 59441"/>
                <a:gd name="connsiteX4" fmla="*/ 2797 w 15868"/>
                <a:gd name="connsiteY4" fmla="*/ 28 h 59441"/>
                <a:gd name="connsiteX5" fmla="*/ -12 w 15868"/>
                <a:gd name="connsiteY5" fmla="*/ 3775 h 59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868" h="59441">
                  <a:moveTo>
                    <a:pt x="-12" y="3775"/>
                  </a:moveTo>
                  <a:cubicBezTo>
                    <a:pt x="1588" y="21412"/>
                    <a:pt x="4089" y="38952"/>
                    <a:pt x="7498" y="56334"/>
                  </a:cubicBezTo>
                  <a:cubicBezTo>
                    <a:pt x="8399" y="61740"/>
                    <a:pt x="16736" y="59412"/>
                    <a:pt x="15760" y="54082"/>
                  </a:cubicBezTo>
                  <a:cubicBezTo>
                    <a:pt x="12530" y="37037"/>
                    <a:pt x="10277" y="19768"/>
                    <a:pt x="6823" y="2799"/>
                  </a:cubicBezTo>
                  <a:cubicBezTo>
                    <a:pt x="6477" y="922"/>
                    <a:pt x="4675" y="-317"/>
                    <a:pt x="2797" y="28"/>
                  </a:cubicBezTo>
                  <a:cubicBezTo>
                    <a:pt x="1033" y="358"/>
                    <a:pt x="-192" y="1988"/>
                    <a:pt x="-12" y="3775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Content Placeholder 4">
              <a:extLst>
                <a:ext uri="{FF2B5EF4-FFF2-40B4-BE49-F238E27FC236}">
                  <a16:creationId xmlns:a16="http://schemas.microsoft.com/office/drawing/2014/main" id="{1AB5048B-9945-B4D4-999C-0E66C565458E}"/>
                </a:ext>
              </a:extLst>
            </p:cNvPr>
            <p:cNvSpPr/>
            <p:nvPr/>
          </p:nvSpPr>
          <p:spPr>
            <a:xfrm>
              <a:off x="9228179" y="5601245"/>
              <a:ext cx="40633" cy="50722"/>
            </a:xfrm>
            <a:custGeom>
              <a:avLst/>
              <a:gdLst>
                <a:gd name="connsiteX0" fmla="*/ 32667 w 40633"/>
                <a:gd name="connsiteY0" fmla="*/ 2498 h 50722"/>
                <a:gd name="connsiteX1" fmla="*/ 29438 w 40633"/>
                <a:gd name="connsiteY1" fmla="*/ 20743 h 50722"/>
                <a:gd name="connsiteX2" fmla="*/ 28161 w 40633"/>
                <a:gd name="connsiteY2" fmla="*/ 38238 h 50722"/>
                <a:gd name="connsiteX3" fmla="*/ 7734 w 40633"/>
                <a:gd name="connsiteY3" fmla="*/ 35610 h 50722"/>
                <a:gd name="connsiteX4" fmla="*/ 104 w 40633"/>
                <a:gd name="connsiteY4" fmla="*/ 40633 h 50722"/>
                <a:gd name="connsiteX5" fmla="*/ 4429 w 40633"/>
                <a:gd name="connsiteY5" fmla="*/ 48074 h 50722"/>
                <a:gd name="connsiteX6" fmla="*/ 32892 w 40633"/>
                <a:gd name="connsiteY6" fmla="*/ 49651 h 50722"/>
                <a:gd name="connsiteX7" fmla="*/ 36948 w 40633"/>
                <a:gd name="connsiteY7" fmla="*/ 44170 h 50722"/>
                <a:gd name="connsiteX8" fmla="*/ 38074 w 40633"/>
                <a:gd name="connsiteY8" fmla="*/ 26525 h 50722"/>
                <a:gd name="connsiteX9" fmla="*/ 40552 w 40633"/>
                <a:gd name="connsiteY9" fmla="*/ 4750 h 50722"/>
                <a:gd name="connsiteX10" fmla="*/ 37120 w 40633"/>
                <a:gd name="connsiteY10" fmla="*/ 20 h 50722"/>
                <a:gd name="connsiteX11" fmla="*/ 32667 w 40633"/>
                <a:gd name="connsiteY11" fmla="*/ 2498 h 50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633" h="50722">
                  <a:moveTo>
                    <a:pt x="32667" y="2498"/>
                  </a:moveTo>
                  <a:cubicBezTo>
                    <a:pt x="31142" y="8490"/>
                    <a:pt x="30061" y="14594"/>
                    <a:pt x="29438" y="20743"/>
                  </a:cubicBezTo>
                  <a:cubicBezTo>
                    <a:pt x="29490" y="26600"/>
                    <a:pt x="29062" y="32449"/>
                    <a:pt x="28161" y="38238"/>
                  </a:cubicBezTo>
                  <a:cubicBezTo>
                    <a:pt x="21289" y="37960"/>
                    <a:pt x="14455" y="37082"/>
                    <a:pt x="7734" y="35610"/>
                  </a:cubicBezTo>
                  <a:cubicBezTo>
                    <a:pt x="4242" y="34889"/>
                    <a:pt x="825" y="37142"/>
                    <a:pt x="104" y="40633"/>
                  </a:cubicBezTo>
                  <a:cubicBezTo>
                    <a:pt x="-557" y="43854"/>
                    <a:pt x="1305" y="47053"/>
                    <a:pt x="4429" y="48074"/>
                  </a:cubicBezTo>
                  <a:cubicBezTo>
                    <a:pt x="13644" y="50912"/>
                    <a:pt x="23415" y="51453"/>
                    <a:pt x="32892" y="49651"/>
                  </a:cubicBezTo>
                  <a:cubicBezTo>
                    <a:pt x="35325" y="48945"/>
                    <a:pt x="36985" y="46700"/>
                    <a:pt x="36948" y="44170"/>
                  </a:cubicBezTo>
                  <a:cubicBezTo>
                    <a:pt x="36948" y="38388"/>
                    <a:pt x="37924" y="32306"/>
                    <a:pt x="38074" y="26525"/>
                  </a:cubicBezTo>
                  <a:cubicBezTo>
                    <a:pt x="38074" y="19016"/>
                    <a:pt x="39576" y="12033"/>
                    <a:pt x="40552" y="4750"/>
                  </a:cubicBezTo>
                  <a:cubicBezTo>
                    <a:pt x="40913" y="2498"/>
                    <a:pt x="39373" y="380"/>
                    <a:pt x="37120" y="20"/>
                  </a:cubicBezTo>
                  <a:cubicBezTo>
                    <a:pt x="35243" y="-273"/>
                    <a:pt x="33403" y="748"/>
                    <a:pt x="32667" y="2498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Content Placeholder 4">
              <a:extLst>
                <a:ext uri="{FF2B5EF4-FFF2-40B4-BE49-F238E27FC236}">
                  <a16:creationId xmlns:a16="http://schemas.microsoft.com/office/drawing/2014/main" id="{1A0211D5-DA08-8F22-8987-9CBC06CA2CE3}"/>
                </a:ext>
              </a:extLst>
            </p:cNvPr>
            <p:cNvSpPr/>
            <p:nvPr/>
          </p:nvSpPr>
          <p:spPr>
            <a:xfrm>
              <a:off x="8996804" y="5554063"/>
              <a:ext cx="74893" cy="72179"/>
            </a:xfrm>
            <a:custGeom>
              <a:avLst/>
              <a:gdLst>
                <a:gd name="connsiteX0" fmla="*/ -9 w 74893"/>
                <a:gd name="connsiteY0" fmla="*/ 37516 h 72179"/>
                <a:gd name="connsiteX1" fmla="*/ 6525 w 74893"/>
                <a:gd name="connsiteY1" fmla="*/ 58690 h 72179"/>
                <a:gd name="connsiteX2" fmla="*/ 21920 w 74893"/>
                <a:gd name="connsiteY2" fmla="*/ 70028 h 72179"/>
                <a:gd name="connsiteX3" fmla="*/ 53762 w 74893"/>
                <a:gd name="connsiteY3" fmla="*/ 67625 h 72179"/>
                <a:gd name="connsiteX4" fmla="*/ 73814 w 74893"/>
                <a:gd name="connsiteY4" fmla="*/ 42772 h 72179"/>
                <a:gd name="connsiteX5" fmla="*/ 74640 w 74893"/>
                <a:gd name="connsiteY5" fmla="*/ 32936 h 72179"/>
                <a:gd name="connsiteX6" fmla="*/ 31758 w 74893"/>
                <a:gd name="connsiteY6" fmla="*/ -26 h 72179"/>
                <a:gd name="connsiteX7" fmla="*/ -9 w 74893"/>
                <a:gd name="connsiteY7" fmla="*/ 37516 h 72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4893" h="72179">
                  <a:moveTo>
                    <a:pt x="-9" y="37516"/>
                  </a:moveTo>
                  <a:cubicBezTo>
                    <a:pt x="-47" y="45077"/>
                    <a:pt x="2229" y="52465"/>
                    <a:pt x="6525" y="58690"/>
                  </a:cubicBezTo>
                  <a:cubicBezTo>
                    <a:pt x="10407" y="63923"/>
                    <a:pt x="15769" y="67880"/>
                    <a:pt x="21920" y="70028"/>
                  </a:cubicBezTo>
                  <a:cubicBezTo>
                    <a:pt x="32426" y="73534"/>
                    <a:pt x="43902" y="72670"/>
                    <a:pt x="53762" y="67625"/>
                  </a:cubicBezTo>
                  <a:cubicBezTo>
                    <a:pt x="63555" y="62414"/>
                    <a:pt x="70795" y="53442"/>
                    <a:pt x="73814" y="42772"/>
                  </a:cubicBezTo>
                  <a:cubicBezTo>
                    <a:pt x="74835" y="39596"/>
                    <a:pt x="75113" y="36232"/>
                    <a:pt x="74640" y="32936"/>
                  </a:cubicBezTo>
                  <a:cubicBezTo>
                    <a:pt x="71261" y="15891"/>
                    <a:pt x="48655" y="-26"/>
                    <a:pt x="31758" y="-26"/>
                  </a:cubicBezTo>
                  <a:cubicBezTo>
                    <a:pt x="12307" y="-327"/>
                    <a:pt x="-610" y="19646"/>
                    <a:pt x="-9" y="37516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Content Placeholder 4">
              <a:extLst>
                <a:ext uri="{FF2B5EF4-FFF2-40B4-BE49-F238E27FC236}">
                  <a16:creationId xmlns:a16="http://schemas.microsoft.com/office/drawing/2014/main" id="{E2F5DA30-7808-BB1C-7772-EA0A109A3A03}"/>
                </a:ext>
              </a:extLst>
            </p:cNvPr>
            <p:cNvSpPr/>
            <p:nvPr/>
          </p:nvSpPr>
          <p:spPr>
            <a:xfrm>
              <a:off x="9418344" y="5565629"/>
              <a:ext cx="75090" cy="72192"/>
            </a:xfrm>
            <a:custGeom>
              <a:avLst/>
              <a:gdLst>
                <a:gd name="connsiteX0" fmla="*/ -14 w 75090"/>
                <a:gd name="connsiteY0" fmla="*/ 37813 h 72192"/>
                <a:gd name="connsiteX1" fmla="*/ 6520 w 75090"/>
                <a:gd name="connsiteY1" fmla="*/ 59062 h 72192"/>
                <a:gd name="connsiteX2" fmla="*/ 22140 w 75090"/>
                <a:gd name="connsiteY2" fmla="*/ 69949 h 72192"/>
                <a:gd name="connsiteX3" fmla="*/ 73329 w 75090"/>
                <a:gd name="connsiteY3" fmla="*/ 45036 h 72192"/>
                <a:gd name="connsiteX4" fmla="*/ 74035 w 75090"/>
                <a:gd name="connsiteY4" fmla="*/ 42768 h 72192"/>
                <a:gd name="connsiteX5" fmla="*/ 74786 w 75090"/>
                <a:gd name="connsiteY5" fmla="*/ 32858 h 72192"/>
                <a:gd name="connsiteX6" fmla="*/ 31979 w 75090"/>
                <a:gd name="connsiteY6" fmla="*/ -29 h 72192"/>
                <a:gd name="connsiteX7" fmla="*/ -14 w 75090"/>
                <a:gd name="connsiteY7" fmla="*/ 37813 h 72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090" h="72192">
                  <a:moveTo>
                    <a:pt x="-14" y="37813"/>
                  </a:moveTo>
                  <a:cubicBezTo>
                    <a:pt x="-29" y="45397"/>
                    <a:pt x="2247" y="52800"/>
                    <a:pt x="6520" y="59062"/>
                  </a:cubicBezTo>
                  <a:cubicBezTo>
                    <a:pt x="10538" y="64153"/>
                    <a:pt x="15975" y="67937"/>
                    <a:pt x="22140" y="69949"/>
                  </a:cubicBezTo>
                  <a:cubicBezTo>
                    <a:pt x="43154" y="77202"/>
                    <a:pt x="66074" y="66045"/>
                    <a:pt x="73329" y="45036"/>
                  </a:cubicBezTo>
                  <a:cubicBezTo>
                    <a:pt x="73584" y="44285"/>
                    <a:pt x="73824" y="43535"/>
                    <a:pt x="74035" y="42768"/>
                  </a:cubicBezTo>
                  <a:cubicBezTo>
                    <a:pt x="75071" y="39570"/>
                    <a:pt x="75326" y="36176"/>
                    <a:pt x="74786" y="32858"/>
                  </a:cubicBezTo>
                  <a:cubicBezTo>
                    <a:pt x="71481" y="15813"/>
                    <a:pt x="48876" y="-105"/>
                    <a:pt x="31979" y="-29"/>
                  </a:cubicBezTo>
                  <a:cubicBezTo>
                    <a:pt x="12302" y="-29"/>
                    <a:pt x="-539" y="19943"/>
                    <a:pt x="-14" y="37813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Content Placeholder 4">
              <a:extLst>
                <a:ext uri="{FF2B5EF4-FFF2-40B4-BE49-F238E27FC236}">
                  <a16:creationId xmlns:a16="http://schemas.microsoft.com/office/drawing/2014/main" id="{6F20F68D-76A2-C04A-71AD-17A2B052CAAA}"/>
                </a:ext>
              </a:extLst>
            </p:cNvPr>
            <p:cNvSpPr/>
            <p:nvPr/>
          </p:nvSpPr>
          <p:spPr>
            <a:xfrm>
              <a:off x="9160062" y="5350165"/>
              <a:ext cx="101338" cy="171990"/>
            </a:xfrm>
            <a:custGeom>
              <a:avLst/>
              <a:gdLst>
                <a:gd name="connsiteX0" fmla="*/ 80957 w 101338"/>
                <a:gd name="connsiteY0" fmla="*/ 171961 h 171990"/>
                <a:gd name="connsiteX1" fmla="*/ 101309 w 101338"/>
                <a:gd name="connsiteY1" fmla="*/ 152814 h 171990"/>
                <a:gd name="connsiteX2" fmla="*/ 39803 w 101338"/>
                <a:gd name="connsiteY2" fmla="*/ 65040 h 171990"/>
                <a:gd name="connsiteX3" fmla="*/ 43941 w 101338"/>
                <a:gd name="connsiteY3" fmla="*/ 46052 h 171990"/>
                <a:gd name="connsiteX4" fmla="*/ 45135 w 101338"/>
                <a:gd name="connsiteY4" fmla="*/ 45368 h 171990"/>
                <a:gd name="connsiteX5" fmla="*/ 71345 w 101338"/>
                <a:gd name="connsiteY5" fmla="*/ 25246 h 171990"/>
                <a:gd name="connsiteX6" fmla="*/ 54072 w 101338"/>
                <a:gd name="connsiteY6" fmla="*/ 10979 h 171990"/>
                <a:gd name="connsiteX7" fmla="*/ 33419 w 101338"/>
                <a:gd name="connsiteY7" fmla="*/ 167 h 171990"/>
                <a:gd name="connsiteX8" fmla="*/ 30190 w 101338"/>
                <a:gd name="connsiteY8" fmla="*/ 167 h 171990"/>
                <a:gd name="connsiteX9" fmla="*/ 27862 w 101338"/>
                <a:gd name="connsiteY9" fmla="*/ 1444 h 171990"/>
                <a:gd name="connsiteX10" fmla="*/ 5332 w 101338"/>
                <a:gd name="connsiteY10" fmla="*/ 29450 h 171990"/>
                <a:gd name="connsiteX11" fmla="*/ 150 w 101338"/>
                <a:gd name="connsiteY11" fmla="*/ 45443 h 171990"/>
                <a:gd name="connsiteX12" fmla="*/ 24182 w 101338"/>
                <a:gd name="connsiteY12" fmla="*/ 89818 h 171990"/>
                <a:gd name="connsiteX13" fmla="*/ 62783 w 101338"/>
                <a:gd name="connsiteY13" fmla="*/ 140575 h 171990"/>
                <a:gd name="connsiteX14" fmla="*/ 80957 w 101338"/>
                <a:gd name="connsiteY14" fmla="*/ 171961 h 171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1338" h="171990">
                  <a:moveTo>
                    <a:pt x="80957" y="171961"/>
                  </a:moveTo>
                  <a:cubicBezTo>
                    <a:pt x="89894" y="168334"/>
                    <a:pt x="97149" y="161509"/>
                    <a:pt x="101309" y="152814"/>
                  </a:cubicBezTo>
                  <a:cubicBezTo>
                    <a:pt x="77503" y="127360"/>
                    <a:pt x="53471" y="97852"/>
                    <a:pt x="39803" y="65040"/>
                  </a:cubicBezTo>
                  <a:cubicBezTo>
                    <a:pt x="35702" y="58658"/>
                    <a:pt x="37550" y="50151"/>
                    <a:pt x="43941" y="46052"/>
                  </a:cubicBezTo>
                  <a:cubicBezTo>
                    <a:pt x="44324" y="45804"/>
                    <a:pt x="44722" y="45579"/>
                    <a:pt x="45135" y="45368"/>
                  </a:cubicBezTo>
                  <a:cubicBezTo>
                    <a:pt x="49566" y="41914"/>
                    <a:pt x="72096" y="29901"/>
                    <a:pt x="71345" y="25246"/>
                  </a:cubicBezTo>
                  <a:cubicBezTo>
                    <a:pt x="70593" y="20590"/>
                    <a:pt x="57526" y="13608"/>
                    <a:pt x="54072" y="10979"/>
                  </a:cubicBezTo>
                  <a:cubicBezTo>
                    <a:pt x="48063" y="5904"/>
                    <a:pt x="41012" y="2210"/>
                    <a:pt x="33419" y="167"/>
                  </a:cubicBezTo>
                  <a:cubicBezTo>
                    <a:pt x="32360" y="-95"/>
                    <a:pt x="31249" y="-95"/>
                    <a:pt x="30190" y="167"/>
                  </a:cubicBezTo>
                  <a:cubicBezTo>
                    <a:pt x="29341" y="445"/>
                    <a:pt x="28553" y="873"/>
                    <a:pt x="27862" y="1444"/>
                  </a:cubicBezTo>
                  <a:cubicBezTo>
                    <a:pt x="18271" y="8892"/>
                    <a:pt x="10551" y="18481"/>
                    <a:pt x="5332" y="29450"/>
                  </a:cubicBezTo>
                  <a:cubicBezTo>
                    <a:pt x="2688" y="34443"/>
                    <a:pt x="939" y="39850"/>
                    <a:pt x="150" y="45443"/>
                  </a:cubicBezTo>
                  <a:cubicBezTo>
                    <a:pt x="-1878" y="63989"/>
                    <a:pt x="13743" y="77279"/>
                    <a:pt x="24182" y="89818"/>
                  </a:cubicBezTo>
                  <a:cubicBezTo>
                    <a:pt x="37700" y="106187"/>
                    <a:pt x="50242" y="123381"/>
                    <a:pt x="62783" y="140575"/>
                  </a:cubicBezTo>
                  <a:cubicBezTo>
                    <a:pt x="70579" y="149931"/>
                    <a:pt x="76722" y="160548"/>
                    <a:pt x="80957" y="171961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Content Placeholder 4">
              <a:extLst>
                <a:ext uri="{FF2B5EF4-FFF2-40B4-BE49-F238E27FC236}">
                  <a16:creationId xmlns:a16="http://schemas.microsoft.com/office/drawing/2014/main" id="{91A6BA80-4784-C275-896E-F68D5DD7379E}"/>
                </a:ext>
              </a:extLst>
            </p:cNvPr>
            <p:cNvSpPr/>
            <p:nvPr/>
          </p:nvSpPr>
          <p:spPr>
            <a:xfrm>
              <a:off x="9190848" y="5201769"/>
              <a:ext cx="180087" cy="189138"/>
            </a:xfrm>
            <a:custGeom>
              <a:avLst/>
              <a:gdLst>
                <a:gd name="connsiteX0" fmla="*/ 155311 w 180087"/>
                <a:gd name="connsiteY0" fmla="*/ 571 h 189138"/>
                <a:gd name="connsiteX1" fmla="*/ 174387 w 180087"/>
                <a:gd name="connsiteY1" fmla="*/ 10783 h 189138"/>
                <a:gd name="connsiteX2" fmla="*/ 151857 w 180087"/>
                <a:gd name="connsiteY2" fmla="*/ 120031 h 189138"/>
                <a:gd name="connsiteX3" fmla="*/ 101014 w 180087"/>
                <a:gd name="connsiteY3" fmla="*/ 155996 h 189138"/>
                <a:gd name="connsiteX4" fmla="*/ 42361 w 180087"/>
                <a:gd name="connsiteY4" fmla="*/ 189109 h 189138"/>
                <a:gd name="connsiteX5" fmla="*/ 4811 w 180087"/>
                <a:gd name="connsiteY5" fmla="*/ 150515 h 189138"/>
                <a:gd name="connsiteX6" fmla="*/ 230 w 180087"/>
                <a:gd name="connsiteY6" fmla="*/ 145560 h 189138"/>
                <a:gd name="connsiteX7" fmla="*/ 3685 w 180087"/>
                <a:gd name="connsiteY7" fmla="*/ 133771 h 189138"/>
                <a:gd name="connsiteX8" fmla="*/ 39658 w 180087"/>
                <a:gd name="connsiteY8" fmla="*/ 82113 h 189138"/>
                <a:gd name="connsiteX9" fmla="*/ 50097 w 180087"/>
                <a:gd name="connsiteY9" fmla="*/ 21144 h 189138"/>
                <a:gd name="connsiteX10" fmla="*/ 155311 w 180087"/>
                <a:gd name="connsiteY10" fmla="*/ 571 h 189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0087" h="189138">
                  <a:moveTo>
                    <a:pt x="155311" y="571"/>
                  </a:moveTo>
                  <a:cubicBezTo>
                    <a:pt x="163385" y="-1734"/>
                    <a:pt x="171826" y="2786"/>
                    <a:pt x="174387" y="10783"/>
                  </a:cubicBezTo>
                  <a:cubicBezTo>
                    <a:pt x="186928" y="48611"/>
                    <a:pt x="178345" y="90252"/>
                    <a:pt x="151857" y="120031"/>
                  </a:cubicBezTo>
                  <a:cubicBezTo>
                    <a:pt x="136837" y="134537"/>
                    <a:pt x="119692" y="146663"/>
                    <a:pt x="101014" y="155996"/>
                  </a:cubicBezTo>
                  <a:lnTo>
                    <a:pt x="42361" y="189109"/>
                  </a:lnTo>
                  <a:cubicBezTo>
                    <a:pt x="31825" y="174460"/>
                    <a:pt x="19170" y="161447"/>
                    <a:pt x="4811" y="150515"/>
                  </a:cubicBezTo>
                  <a:cubicBezTo>
                    <a:pt x="2896" y="149268"/>
                    <a:pt x="1319" y="147564"/>
                    <a:pt x="230" y="145560"/>
                  </a:cubicBezTo>
                  <a:cubicBezTo>
                    <a:pt x="-626" y="141302"/>
                    <a:pt x="666" y="136895"/>
                    <a:pt x="3685" y="133771"/>
                  </a:cubicBezTo>
                  <a:cubicBezTo>
                    <a:pt x="16820" y="117373"/>
                    <a:pt x="28835" y="100118"/>
                    <a:pt x="39658" y="82113"/>
                  </a:cubicBezTo>
                  <a:cubicBezTo>
                    <a:pt x="50487" y="63755"/>
                    <a:pt x="54205" y="42063"/>
                    <a:pt x="50097" y="21144"/>
                  </a:cubicBezTo>
                  <a:cubicBezTo>
                    <a:pt x="85664" y="17120"/>
                    <a:pt x="120848" y="10242"/>
                    <a:pt x="155311" y="571"/>
                  </a:cubicBezTo>
                  <a:close/>
                </a:path>
              </a:pathLst>
            </a:custGeom>
            <a:solidFill>
              <a:srgbClr val="6B6B6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Content Placeholder 4">
              <a:extLst>
                <a:ext uri="{FF2B5EF4-FFF2-40B4-BE49-F238E27FC236}">
                  <a16:creationId xmlns:a16="http://schemas.microsoft.com/office/drawing/2014/main" id="{9DBF5FB0-9F60-F7B9-EB44-59CBD3FA3013}"/>
                </a:ext>
              </a:extLst>
            </p:cNvPr>
            <p:cNvSpPr/>
            <p:nvPr/>
          </p:nvSpPr>
          <p:spPr>
            <a:xfrm>
              <a:off x="9221523" y="5496631"/>
              <a:ext cx="59641" cy="54924"/>
            </a:xfrm>
            <a:custGeom>
              <a:avLst/>
              <a:gdLst>
                <a:gd name="connsiteX0" fmla="*/ -29 w 59641"/>
                <a:gd name="connsiteY0" fmla="*/ 49372 h 54924"/>
                <a:gd name="connsiteX1" fmla="*/ 7481 w 59641"/>
                <a:gd name="connsiteY1" fmla="*/ 54853 h 54924"/>
                <a:gd name="connsiteX2" fmla="*/ 46683 w 59641"/>
                <a:gd name="connsiteY2" fmla="*/ 33454 h 54924"/>
                <a:gd name="connsiteX3" fmla="*/ 50889 w 59641"/>
                <a:gd name="connsiteY3" fmla="*/ 26471 h 54924"/>
                <a:gd name="connsiteX4" fmla="*/ 59600 w 59641"/>
                <a:gd name="connsiteY4" fmla="*/ 14157 h 54924"/>
                <a:gd name="connsiteX5" fmla="*/ 49912 w 59641"/>
                <a:gd name="connsiteY5" fmla="*/ 2820 h 54924"/>
                <a:gd name="connsiteX6" fmla="*/ 39248 w 59641"/>
                <a:gd name="connsiteY6" fmla="*/ 2144 h 54924"/>
                <a:gd name="connsiteX7" fmla="*/ 18971 w 59641"/>
                <a:gd name="connsiteY7" fmla="*/ 24669 h 54924"/>
                <a:gd name="connsiteX8" fmla="*/ 6429 w 59641"/>
                <a:gd name="connsiteY8" fmla="*/ 39686 h 54924"/>
                <a:gd name="connsiteX9" fmla="*/ -29 w 59641"/>
                <a:gd name="connsiteY9" fmla="*/ 49372 h 54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9641" h="54924">
                  <a:moveTo>
                    <a:pt x="-29" y="49372"/>
                  </a:moveTo>
                  <a:cubicBezTo>
                    <a:pt x="-29" y="52225"/>
                    <a:pt x="1548" y="54403"/>
                    <a:pt x="7481" y="54853"/>
                  </a:cubicBezTo>
                  <a:cubicBezTo>
                    <a:pt x="23507" y="55559"/>
                    <a:pt x="38610" y="47314"/>
                    <a:pt x="46683" y="33454"/>
                  </a:cubicBezTo>
                  <a:cubicBezTo>
                    <a:pt x="47907" y="31021"/>
                    <a:pt x="49311" y="28686"/>
                    <a:pt x="50889" y="26471"/>
                  </a:cubicBezTo>
                  <a:cubicBezTo>
                    <a:pt x="54118" y="22416"/>
                    <a:pt x="59300" y="19338"/>
                    <a:pt x="59600" y="14157"/>
                  </a:cubicBezTo>
                  <a:cubicBezTo>
                    <a:pt x="59900" y="8976"/>
                    <a:pt x="54569" y="5222"/>
                    <a:pt x="49912" y="2820"/>
                  </a:cubicBezTo>
                  <a:cubicBezTo>
                    <a:pt x="45256" y="417"/>
                    <a:pt x="43078" y="-1836"/>
                    <a:pt x="39248" y="2144"/>
                  </a:cubicBezTo>
                  <a:cubicBezTo>
                    <a:pt x="32031" y="9224"/>
                    <a:pt x="25257" y="16748"/>
                    <a:pt x="18971" y="24669"/>
                  </a:cubicBezTo>
                  <a:cubicBezTo>
                    <a:pt x="15344" y="30112"/>
                    <a:pt x="11138" y="35143"/>
                    <a:pt x="6429" y="39686"/>
                  </a:cubicBezTo>
                  <a:cubicBezTo>
                    <a:pt x="3133" y="41984"/>
                    <a:pt x="827" y="45445"/>
                    <a:pt x="-29" y="49372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Content Placeholder 4">
              <a:extLst>
                <a:ext uri="{FF2B5EF4-FFF2-40B4-BE49-F238E27FC236}">
                  <a16:creationId xmlns:a16="http://schemas.microsoft.com/office/drawing/2014/main" id="{91E50B9E-5BB0-3F4A-E7EF-B02A5B5BE40E}"/>
                </a:ext>
              </a:extLst>
            </p:cNvPr>
            <p:cNvSpPr/>
            <p:nvPr/>
          </p:nvSpPr>
          <p:spPr>
            <a:xfrm>
              <a:off x="8993706" y="5260772"/>
              <a:ext cx="93802" cy="51326"/>
            </a:xfrm>
            <a:custGeom>
              <a:avLst/>
              <a:gdLst>
                <a:gd name="connsiteX0" fmla="*/ 90655 w 93802"/>
                <a:gd name="connsiteY0" fmla="*/ 33922 h 51326"/>
                <a:gd name="connsiteX1" fmla="*/ 43267 w 93802"/>
                <a:gd name="connsiteY1" fmla="*/ 35123 h 51326"/>
                <a:gd name="connsiteX2" fmla="*/ 32378 w 93802"/>
                <a:gd name="connsiteY2" fmla="*/ 34448 h 51326"/>
                <a:gd name="connsiteX3" fmla="*/ 24868 w 93802"/>
                <a:gd name="connsiteY3" fmla="*/ 16578 h 51326"/>
                <a:gd name="connsiteX4" fmla="*/ 52655 w 93802"/>
                <a:gd name="connsiteY4" fmla="*/ 16578 h 51326"/>
                <a:gd name="connsiteX5" fmla="*/ 56710 w 93802"/>
                <a:gd name="connsiteY5" fmla="*/ 1561 h 51326"/>
                <a:gd name="connsiteX6" fmla="*/ 2563 w 93802"/>
                <a:gd name="connsiteY6" fmla="*/ 32946 h 51326"/>
                <a:gd name="connsiteX7" fmla="*/ 91782 w 93802"/>
                <a:gd name="connsiteY7" fmla="*/ 40454 h 51326"/>
                <a:gd name="connsiteX8" fmla="*/ 90655 w 93802"/>
                <a:gd name="connsiteY8" fmla="*/ 33922 h 5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3802" h="51326">
                  <a:moveTo>
                    <a:pt x="90655" y="33922"/>
                  </a:moveTo>
                  <a:cubicBezTo>
                    <a:pt x="74960" y="34673"/>
                    <a:pt x="58964" y="35799"/>
                    <a:pt x="43267" y="35123"/>
                  </a:cubicBezTo>
                  <a:cubicBezTo>
                    <a:pt x="39588" y="35123"/>
                    <a:pt x="35757" y="35123"/>
                    <a:pt x="32378" y="34448"/>
                  </a:cubicBezTo>
                  <a:cubicBezTo>
                    <a:pt x="22014" y="35048"/>
                    <a:pt x="11801" y="25437"/>
                    <a:pt x="24868" y="16578"/>
                  </a:cubicBezTo>
                  <a:cubicBezTo>
                    <a:pt x="29750" y="11397"/>
                    <a:pt x="46872" y="14925"/>
                    <a:pt x="52655" y="16578"/>
                  </a:cubicBezTo>
                  <a:cubicBezTo>
                    <a:pt x="62268" y="18830"/>
                    <a:pt x="66398" y="4039"/>
                    <a:pt x="56710" y="1561"/>
                  </a:cubicBezTo>
                  <a:cubicBezTo>
                    <a:pt x="37184" y="-3019"/>
                    <a:pt x="-11781" y="810"/>
                    <a:pt x="2563" y="32946"/>
                  </a:cubicBezTo>
                  <a:cubicBezTo>
                    <a:pt x="15781" y="62980"/>
                    <a:pt x="69703" y="49089"/>
                    <a:pt x="91782" y="40454"/>
                  </a:cubicBezTo>
                  <a:cubicBezTo>
                    <a:pt x="94636" y="39028"/>
                    <a:pt x="94561" y="33772"/>
                    <a:pt x="90655" y="33922"/>
                  </a:cubicBezTo>
                  <a:close/>
                </a:path>
              </a:pathLst>
            </a:custGeom>
            <a:solidFill>
              <a:srgbClr val="40404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Content Placeholder 4">
              <a:extLst>
                <a:ext uri="{FF2B5EF4-FFF2-40B4-BE49-F238E27FC236}">
                  <a16:creationId xmlns:a16="http://schemas.microsoft.com/office/drawing/2014/main" id="{DC71368A-93B1-6687-058E-4D1B4B979CA6}"/>
                </a:ext>
              </a:extLst>
            </p:cNvPr>
            <p:cNvSpPr/>
            <p:nvPr/>
          </p:nvSpPr>
          <p:spPr>
            <a:xfrm>
              <a:off x="9135308" y="5025959"/>
              <a:ext cx="239815" cy="217632"/>
            </a:xfrm>
            <a:custGeom>
              <a:avLst/>
              <a:gdLst>
                <a:gd name="connsiteX0" fmla="*/ -29 w 239815"/>
                <a:gd name="connsiteY0" fmla="*/ 60001 h 217632"/>
                <a:gd name="connsiteX1" fmla="*/ 28208 w 239815"/>
                <a:gd name="connsiteY1" fmla="*/ 99645 h 217632"/>
                <a:gd name="connsiteX2" fmla="*/ 47434 w 239815"/>
                <a:gd name="connsiteY2" fmla="*/ 139290 h 217632"/>
                <a:gd name="connsiteX3" fmla="*/ 83932 w 239815"/>
                <a:gd name="connsiteY3" fmla="*/ 189447 h 217632"/>
                <a:gd name="connsiteX4" fmla="*/ 98577 w 239815"/>
                <a:gd name="connsiteY4" fmla="*/ 203187 h 217632"/>
                <a:gd name="connsiteX5" fmla="*/ 112020 w 239815"/>
                <a:gd name="connsiteY5" fmla="*/ 207317 h 217632"/>
                <a:gd name="connsiteX6" fmla="*/ 238037 w 239815"/>
                <a:gd name="connsiteY6" fmla="*/ 217603 h 217632"/>
                <a:gd name="connsiteX7" fmla="*/ 169546 w 239815"/>
                <a:gd name="connsiteY7" fmla="*/ 74042 h 217632"/>
                <a:gd name="connsiteX8" fmla="*/ 153625 w 239815"/>
                <a:gd name="connsiteY8" fmla="*/ 55195 h 217632"/>
                <a:gd name="connsiteX9" fmla="*/ 133498 w 239815"/>
                <a:gd name="connsiteY9" fmla="*/ 38076 h 217632"/>
                <a:gd name="connsiteX10" fmla="*/ 90166 w 239815"/>
                <a:gd name="connsiteY10" fmla="*/ 9619 h 217632"/>
                <a:gd name="connsiteX11" fmla="*/ 30086 w 239815"/>
                <a:gd name="connsiteY11" fmla="*/ 10445 h 217632"/>
                <a:gd name="connsiteX12" fmla="*/ -29 w 239815"/>
                <a:gd name="connsiteY12" fmla="*/ 60001 h 217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9815" h="217632">
                  <a:moveTo>
                    <a:pt x="-29" y="60001"/>
                  </a:moveTo>
                  <a:cubicBezTo>
                    <a:pt x="12092" y="71061"/>
                    <a:pt x="21720" y="84576"/>
                    <a:pt x="28208" y="99645"/>
                  </a:cubicBezTo>
                  <a:cubicBezTo>
                    <a:pt x="35042" y="112635"/>
                    <a:pt x="40375" y="126451"/>
                    <a:pt x="47434" y="139290"/>
                  </a:cubicBezTo>
                  <a:cubicBezTo>
                    <a:pt x="57948" y="157153"/>
                    <a:pt x="70167" y="173949"/>
                    <a:pt x="83932" y="189447"/>
                  </a:cubicBezTo>
                  <a:cubicBezTo>
                    <a:pt x="87935" y="194883"/>
                    <a:pt x="92899" y="199538"/>
                    <a:pt x="98577" y="203187"/>
                  </a:cubicBezTo>
                  <a:cubicBezTo>
                    <a:pt x="102797" y="205304"/>
                    <a:pt x="107341" y="206701"/>
                    <a:pt x="112020" y="207317"/>
                  </a:cubicBezTo>
                  <a:cubicBezTo>
                    <a:pt x="155052" y="214149"/>
                    <a:pt x="198460" y="199283"/>
                    <a:pt x="238037" y="217603"/>
                  </a:cubicBezTo>
                  <a:cubicBezTo>
                    <a:pt x="249528" y="162191"/>
                    <a:pt x="201839" y="114737"/>
                    <a:pt x="169546" y="74042"/>
                  </a:cubicBezTo>
                  <a:cubicBezTo>
                    <a:pt x="164732" y="67359"/>
                    <a:pt x="159408" y="61060"/>
                    <a:pt x="153625" y="55195"/>
                  </a:cubicBezTo>
                  <a:cubicBezTo>
                    <a:pt x="147166" y="49189"/>
                    <a:pt x="140407" y="43482"/>
                    <a:pt x="133498" y="38076"/>
                  </a:cubicBezTo>
                  <a:cubicBezTo>
                    <a:pt x="119852" y="27422"/>
                    <a:pt x="105366" y="17908"/>
                    <a:pt x="90166" y="9619"/>
                  </a:cubicBezTo>
                  <a:cubicBezTo>
                    <a:pt x="70264" y="-1268"/>
                    <a:pt x="48936" y="-5398"/>
                    <a:pt x="30086" y="10445"/>
                  </a:cubicBezTo>
                  <a:cubicBezTo>
                    <a:pt x="15358" y="23615"/>
                    <a:pt x="4874" y="40862"/>
                    <a:pt x="-29" y="60001"/>
                  </a:cubicBezTo>
                  <a:close/>
                </a:path>
              </a:pathLst>
            </a:custGeom>
            <a:solidFill>
              <a:schemeClr val="bg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Content Placeholder 4">
              <a:extLst>
                <a:ext uri="{FF2B5EF4-FFF2-40B4-BE49-F238E27FC236}">
                  <a16:creationId xmlns:a16="http://schemas.microsoft.com/office/drawing/2014/main" id="{6A35BE9A-6FE5-740D-E62B-9C9A9B5173A3}"/>
                </a:ext>
              </a:extLst>
            </p:cNvPr>
            <p:cNvSpPr/>
            <p:nvPr/>
          </p:nvSpPr>
          <p:spPr>
            <a:xfrm>
              <a:off x="9079709" y="4959771"/>
              <a:ext cx="80255" cy="99040"/>
            </a:xfrm>
            <a:custGeom>
              <a:avLst/>
              <a:gdLst>
                <a:gd name="connsiteX0" fmla="*/ 4577 w 80255"/>
                <a:gd name="connsiteY0" fmla="*/ 8005 h 99040"/>
                <a:gd name="connsiteX1" fmla="*/ 1348 w 80255"/>
                <a:gd name="connsiteY1" fmla="*/ 34210 h 99040"/>
                <a:gd name="connsiteX2" fmla="*/ 9684 w 80255"/>
                <a:gd name="connsiteY2" fmla="*/ 59513 h 99040"/>
                <a:gd name="connsiteX3" fmla="*/ 21700 w 80255"/>
                <a:gd name="connsiteY3" fmla="*/ 73328 h 99040"/>
                <a:gd name="connsiteX4" fmla="*/ 39048 w 80255"/>
                <a:gd name="connsiteY4" fmla="*/ 89172 h 99040"/>
                <a:gd name="connsiteX5" fmla="*/ 54894 w 80255"/>
                <a:gd name="connsiteY5" fmla="*/ 98933 h 99040"/>
                <a:gd name="connsiteX6" fmla="*/ 60302 w 80255"/>
                <a:gd name="connsiteY6" fmla="*/ 98482 h 99040"/>
                <a:gd name="connsiteX7" fmla="*/ 69764 w 80255"/>
                <a:gd name="connsiteY7" fmla="*/ 89472 h 99040"/>
                <a:gd name="connsiteX8" fmla="*/ 79978 w 80255"/>
                <a:gd name="connsiteY8" fmla="*/ 70626 h 99040"/>
                <a:gd name="connsiteX9" fmla="*/ 76974 w 80255"/>
                <a:gd name="connsiteY9" fmla="*/ 50203 h 99040"/>
                <a:gd name="connsiteX10" fmla="*/ 76974 w 80255"/>
                <a:gd name="connsiteY10" fmla="*/ 32182 h 99040"/>
                <a:gd name="connsiteX11" fmla="*/ 72543 w 80255"/>
                <a:gd name="connsiteY11" fmla="*/ 22722 h 99040"/>
                <a:gd name="connsiteX12" fmla="*/ 27483 w 80255"/>
                <a:gd name="connsiteY12" fmla="*/ 196 h 99040"/>
                <a:gd name="connsiteX13" fmla="*/ 4577 w 80255"/>
                <a:gd name="connsiteY13" fmla="*/ 8005 h 99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0255" h="99040">
                  <a:moveTo>
                    <a:pt x="4577" y="8005"/>
                  </a:moveTo>
                  <a:cubicBezTo>
                    <a:pt x="-116" y="15904"/>
                    <a:pt x="-1280" y="25410"/>
                    <a:pt x="1348" y="34210"/>
                  </a:cubicBezTo>
                  <a:cubicBezTo>
                    <a:pt x="2512" y="43092"/>
                    <a:pt x="5343" y="51674"/>
                    <a:pt x="9684" y="59513"/>
                  </a:cubicBezTo>
                  <a:cubicBezTo>
                    <a:pt x="13072" y="64619"/>
                    <a:pt x="17112" y="69267"/>
                    <a:pt x="21700" y="73328"/>
                  </a:cubicBezTo>
                  <a:cubicBezTo>
                    <a:pt x="27333" y="78735"/>
                    <a:pt x="33716" y="83465"/>
                    <a:pt x="39048" y="89172"/>
                  </a:cubicBezTo>
                  <a:cubicBezTo>
                    <a:pt x="42736" y="94495"/>
                    <a:pt x="48481" y="98032"/>
                    <a:pt x="54894" y="98933"/>
                  </a:cubicBezTo>
                  <a:cubicBezTo>
                    <a:pt x="56712" y="99120"/>
                    <a:pt x="58544" y="98970"/>
                    <a:pt x="60302" y="98482"/>
                  </a:cubicBezTo>
                  <a:cubicBezTo>
                    <a:pt x="64424" y="96695"/>
                    <a:pt x="67774" y="93496"/>
                    <a:pt x="69764" y="89472"/>
                  </a:cubicBezTo>
                  <a:cubicBezTo>
                    <a:pt x="74300" y="83870"/>
                    <a:pt x="77762" y="77481"/>
                    <a:pt x="79978" y="70626"/>
                  </a:cubicBezTo>
                  <a:cubicBezTo>
                    <a:pt x="81255" y="63568"/>
                    <a:pt x="77199" y="56960"/>
                    <a:pt x="76974" y="50203"/>
                  </a:cubicBezTo>
                  <a:cubicBezTo>
                    <a:pt x="77725" y="44219"/>
                    <a:pt x="77725" y="38166"/>
                    <a:pt x="76974" y="32182"/>
                  </a:cubicBezTo>
                  <a:cubicBezTo>
                    <a:pt x="76042" y="28803"/>
                    <a:pt x="74541" y="25605"/>
                    <a:pt x="72543" y="22722"/>
                  </a:cubicBezTo>
                  <a:cubicBezTo>
                    <a:pt x="61864" y="8591"/>
                    <a:pt x="45199" y="256"/>
                    <a:pt x="27483" y="196"/>
                  </a:cubicBezTo>
                  <a:cubicBezTo>
                    <a:pt x="19049" y="-892"/>
                    <a:pt x="10586" y="1991"/>
                    <a:pt x="4577" y="8005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Content Placeholder 4">
              <a:extLst>
                <a:ext uri="{FF2B5EF4-FFF2-40B4-BE49-F238E27FC236}">
                  <a16:creationId xmlns:a16="http://schemas.microsoft.com/office/drawing/2014/main" id="{5FD041D6-520A-1AE6-39BC-E9C593CFEF4D}"/>
                </a:ext>
              </a:extLst>
            </p:cNvPr>
            <p:cNvSpPr/>
            <p:nvPr/>
          </p:nvSpPr>
          <p:spPr>
            <a:xfrm>
              <a:off x="9037979" y="5049648"/>
              <a:ext cx="182599" cy="212188"/>
            </a:xfrm>
            <a:custGeom>
              <a:avLst/>
              <a:gdLst>
                <a:gd name="connsiteX0" fmla="*/ 26781 w 182599"/>
                <a:gd name="connsiteY0" fmla="*/ 212159 h 212188"/>
                <a:gd name="connsiteX1" fmla="*/ -29 w 182599"/>
                <a:gd name="connsiteY1" fmla="*/ 192637 h 212188"/>
                <a:gd name="connsiteX2" fmla="*/ 145590 w 182599"/>
                <a:gd name="connsiteY2" fmla="*/ -30 h 212188"/>
                <a:gd name="connsiteX3" fmla="*/ 171424 w 182599"/>
                <a:gd name="connsiteY3" fmla="*/ 10257 h 212188"/>
                <a:gd name="connsiteX4" fmla="*/ 182314 w 182599"/>
                <a:gd name="connsiteY4" fmla="*/ 35035 h 212188"/>
                <a:gd name="connsiteX5" fmla="*/ 169847 w 182599"/>
                <a:gd name="connsiteY5" fmla="*/ 53806 h 212188"/>
                <a:gd name="connsiteX6" fmla="*/ 26781 w 182599"/>
                <a:gd name="connsiteY6" fmla="*/ 212159 h 21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2599" h="212188">
                  <a:moveTo>
                    <a:pt x="26781" y="212159"/>
                  </a:moveTo>
                  <a:cubicBezTo>
                    <a:pt x="15885" y="208893"/>
                    <a:pt x="6422" y="202008"/>
                    <a:pt x="-29" y="192637"/>
                  </a:cubicBezTo>
                  <a:cubicBezTo>
                    <a:pt x="54193" y="133245"/>
                    <a:pt x="100004" y="66495"/>
                    <a:pt x="145590" y="-30"/>
                  </a:cubicBezTo>
                  <a:cubicBezTo>
                    <a:pt x="154789" y="1682"/>
                    <a:pt x="163568" y="5181"/>
                    <a:pt x="171424" y="10257"/>
                  </a:cubicBezTo>
                  <a:cubicBezTo>
                    <a:pt x="179467" y="15775"/>
                    <a:pt x="183688" y="25379"/>
                    <a:pt x="182314" y="35035"/>
                  </a:cubicBezTo>
                  <a:cubicBezTo>
                    <a:pt x="180060" y="42363"/>
                    <a:pt x="175727" y="48881"/>
                    <a:pt x="169847" y="53806"/>
                  </a:cubicBezTo>
                  <a:cubicBezTo>
                    <a:pt x="119830" y="104360"/>
                    <a:pt x="72142" y="157145"/>
                    <a:pt x="26781" y="212159"/>
                  </a:cubicBezTo>
                  <a:close/>
                </a:path>
              </a:pathLst>
            </a:custGeom>
            <a:solidFill>
              <a:schemeClr val="bg1">
                <a:lumMod val="60000"/>
                <a:lumOff val="4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Content Placeholder 4">
              <a:extLst>
                <a:ext uri="{FF2B5EF4-FFF2-40B4-BE49-F238E27FC236}">
                  <a16:creationId xmlns:a16="http://schemas.microsoft.com/office/drawing/2014/main" id="{24515780-5CCD-1D5D-B350-532F9CD15D70}"/>
                </a:ext>
              </a:extLst>
            </p:cNvPr>
            <p:cNvSpPr/>
            <p:nvPr/>
          </p:nvSpPr>
          <p:spPr>
            <a:xfrm>
              <a:off x="9002071" y="5246219"/>
              <a:ext cx="59572" cy="32486"/>
            </a:xfrm>
            <a:custGeom>
              <a:avLst/>
              <a:gdLst>
                <a:gd name="connsiteX0" fmla="*/ 26491 w 59572"/>
                <a:gd name="connsiteY0" fmla="*/ 4625 h 32486"/>
                <a:gd name="connsiteX1" fmla="*/ 6289 w 59572"/>
                <a:gd name="connsiteY1" fmla="*/ 10933 h 32486"/>
                <a:gd name="connsiteX2" fmla="*/ 956 w 59572"/>
                <a:gd name="connsiteY2" fmla="*/ 15362 h 32486"/>
                <a:gd name="connsiteX3" fmla="*/ 956 w 59572"/>
                <a:gd name="connsiteY3" fmla="*/ 22045 h 32486"/>
                <a:gd name="connsiteX4" fmla="*/ 15000 w 59572"/>
                <a:gd name="connsiteY4" fmla="*/ 27527 h 32486"/>
                <a:gd name="connsiteX5" fmla="*/ 17178 w 59572"/>
                <a:gd name="connsiteY5" fmla="*/ 30530 h 32486"/>
                <a:gd name="connsiteX6" fmla="*/ 24688 w 59572"/>
                <a:gd name="connsiteY6" fmla="*/ 32332 h 32486"/>
                <a:gd name="connsiteX7" fmla="*/ 42187 w 59572"/>
                <a:gd name="connsiteY7" fmla="*/ 29329 h 32486"/>
                <a:gd name="connsiteX8" fmla="*/ 58408 w 59572"/>
                <a:gd name="connsiteY8" fmla="*/ 13711 h 32486"/>
                <a:gd name="connsiteX9" fmla="*/ 59535 w 59572"/>
                <a:gd name="connsiteY9" fmla="*/ 11608 h 32486"/>
                <a:gd name="connsiteX10" fmla="*/ 58108 w 59572"/>
                <a:gd name="connsiteY10" fmla="*/ 7854 h 32486"/>
                <a:gd name="connsiteX11" fmla="*/ 42637 w 59572"/>
                <a:gd name="connsiteY11" fmla="*/ -30 h 32486"/>
                <a:gd name="connsiteX12" fmla="*/ 36854 w 59572"/>
                <a:gd name="connsiteY12" fmla="*/ 2148 h 32486"/>
                <a:gd name="connsiteX13" fmla="*/ 26491 w 59572"/>
                <a:gd name="connsiteY13" fmla="*/ 4625 h 32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9572" h="32486">
                  <a:moveTo>
                    <a:pt x="26491" y="4625"/>
                  </a:moveTo>
                  <a:cubicBezTo>
                    <a:pt x="19484" y="5729"/>
                    <a:pt x="12680" y="7854"/>
                    <a:pt x="6289" y="10933"/>
                  </a:cubicBezTo>
                  <a:cubicBezTo>
                    <a:pt x="4163" y="11931"/>
                    <a:pt x="2331" y="13456"/>
                    <a:pt x="956" y="15362"/>
                  </a:cubicBezTo>
                  <a:cubicBezTo>
                    <a:pt x="-358" y="17398"/>
                    <a:pt x="-358" y="20010"/>
                    <a:pt x="956" y="22045"/>
                  </a:cubicBezTo>
                  <a:cubicBezTo>
                    <a:pt x="3885" y="26250"/>
                    <a:pt x="11471" y="23697"/>
                    <a:pt x="15000" y="27527"/>
                  </a:cubicBezTo>
                  <a:cubicBezTo>
                    <a:pt x="15826" y="28428"/>
                    <a:pt x="16277" y="29629"/>
                    <a:pt x="17178" y="30530"/>
                  </a:cubicBezTo>
                  <a:cubicBezTo>
                    <a:pt x="19341" y="32107"/>
                    <a:pt x="22045" y="32752"/>
                    <a:pt x="24688" y="32332"/>
                  </a:cubicBezTo>
                  <a:cubicBezTo>
                    <a:pt x="30659" y="32475"/>
                    <a:pt x="36606" y="31453"/>
                    <a:pt x="42187" y="29329"/>
                  </a:cubicBezTo>
                  <a:cubicBezTo>
                    <a:pt x="48825" y="25582"/>
                    <a:pt x="54413" y="20206"/>
                    <a:pt x="58408" y="13711"/>
                  </a:cubicBezTo>
                  <a:cubicBezTo>
                    <a:pt x="58941" y="13110"/>
                    <a:pt x="59324" y="12389"/>
                    <a:pt x="59535" y="11608"/>
                  </a:cubicBezTo>
                  <a:cubicBezTo>
                    <a:pt x="59617" y="10212"/>
                    <a:pt x="59099" y="8845"/>
                    <a:pt x="58108" y="7854"/>
                  </a:cubicBezTo>
                  <a:cubicBezTo>
                    <a:pt x="54398" y="3041"/>
                    <a:pt x="48712" y="143"/>
                    <a:pt x="42637" y="-30"/>
                  </a:cubicBezTo>
                  <a:cubicBezTo>
                    <a:pt x="40609" y="391"/>
                    <a:pt x="38657" y="1126"/>
                    <a:pt x="36854" y="2148"/>
                  </a:cubicBezTo>
                  <a:cubicBezTo>
                    <a:pt x="33467" y="3244"/>
                    <a:pt x="30005" y="4070"/>
                    <a:pt x="26491" y="4625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Content Placeholder 4">
              <a:extLst>
                <a:ext uri="{FF2B5EF4-FFF2-40B4-BE49-F238E27FC236}">
                  <a16:creationId xmlns:a16="http://schemas.microsoft.com/office/drawing/2014/main" id="{F278F812-24E1-7F0F-17BB-821CCC1E7709}"/>
                </a:ext>
              </a:extLst>
            </p:cNvPr>
            <p:cNvSpPr/>
            <p:nvPr/>
          </p:nvSpPr>
          <p:spPr>
            <a:xfrm>
              <a:off x="9063039" y="4902408"/>
              <a:ext cx="96902" cy="90312"/>
            </a:xfrm>
            <a:custGeom>
              <a:avLst/>
              <a:gdLst>
                <a:gd name="connsiteX0" fmla="*/ 5477 w 96902"/>
                <a:gd name="connsiteY0" fmla="*/ 82563 h 90312"/>
                <a:gd name="connsiteX1" fmla="*/ 745 w 96902"/>
                <a:gd name="connsiteY1" fmla="*/ 60038 h 90312"/>
                <a:gd name="connsiteX2" fmla="*/ 14038 w 96902"/>
                <a:gd name="connsiteY2" fmla="*/ 41717 h 90312"/>
                <a:gd name="connsiteX3" fmla="*/ 32963 w 96902"/>
                <a:gd name="connsiteY3" fmla="*/ 29328 h 90312"/>
                <a:gd name="connsiteX4" fmla="*/ 57145 w 96902"/>
                <a:gd name="connsiteY4" fmla="*/ 6127 h 90312"/>
                <a:gd name="connsiteX5" fmla="*/ 60600 w 96902"/>
                <a:gd name="connsiteY5" fmla="*/ 4701 h 90312"/>
                <a:gd name="connsiteX6" fmla="*/ 62402 w 96902"/>
                <a:gd name="connsiteY6" fmla="*/ 13561 h 90312"/>
                <a:gd name="connsiteX7" fmla="*/ 72240 w 96902"/>
                <a:gd name="connsiteY7" fmla="*/ 4250 h 90312"/>
                <a:gd name="connsiteX8" fmla="*/ 96873 w 96902"/>
                <a:gd name="connsiteY8" fmla="*/ -30 h 90312"/>
                <a:gd name="connsiteX9" fmla="*/ 73817 w 96902"/>
                <a:gd name="connsiteY9" fmla="*/ 56884 h 90312"/>
                <a:gd name="connsiteX10" fmla="*/ 39497 w 96902"/>
                <a:gd name="connsiteY10" fmla="*/ 83764 h 90312"/>
                <a:gd name="connsiteX11" fmla="*/ 5477 w 96902"/>
                <a:gd name="connsiteY11" fmla="*/ 82563 h 90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902" h="90312">
                  <a:moveTo>
                    <a:pt x="5477" y="82563"/>
                  </a:moveTo>
                  <a:cubicBezTo>
                    <a:pt x="550" y="76166"/>
                    <a:pt x="-1192" y="67877"/>
                    <a:pt x="745" y="60038"/>
                  </a:cubicBezTo>
                  <a:cubicBezTo>
                    <a:pt x="3104" y="52665"/>
                    <a:pt x="7760" y="46245"/>
                    <a:pt x="14038" y="41717"/>
                  </a:cubicBezTo>
                  <a:cubicBezTo>
                    <a:pt x="19971" y="37062"/>
                    <a:pt x="26730" y="33608"/>
                    <a:pt x="32963" y="29328"/>
                  </a:cubicBezTo>
                  <a:cubicBezTo>
                    <a:pt x="42261" y="22991"/>
                    <a:pt x="50432" y="15152"/>
                    <a:pt x="57145" y="6127"/>
                  </a:cubicBezTo>
                  <a:cubicBezTo>
                    <a:pt x="57971" y="5001"/>
                    <a:pt x="59549" y="3724"/>
                    <a:pt x="60600" y="4701"/>
                  </a:cubicBezTo>
                  <a:lnTo>
                    <a:pt x="62402" y="13561"/>
                  </a:lnTo>
                  <a:cubicBezTo>
                    <a:pt x="64843" y="9671"/>
                    <a:pt x="68222" y="6472"/>
                    <a:pt x="72240" y="4250"/>
                  </a:cubicBezTo>
                  <a:cubicBezTo>
                    <a:pt x="79750" y="871"/>
                    <a:pt x="90264" y="5602"/>
                    <a:pt x="96873" y="-30"/>
                  </a:cubicBezTo>
                  <a:cubicBezTo>
                    <a:pt x="95626" y="20956"/>
                    <a:pt x="87523" y="40944"/>
                    <a:pt x="73817" y="56884"/>
                  </a:cubicBezTo>
                  <a:cubicBezTo>
                    <a:pt x="64272" y="68027"/>
                    <a:pt x="52602" y="77165"/>
                    <a:pt x="39497" y="83764"/>
                  </a:cubicBezTo>
                  <a:cubicBezTo>
                    <a:pt x="27481" y="89546"/>
                    <a:pt x="15765" y="95478"/>
                    <a:pt x="5477" y="82563"/>
                  </a:cubicBezTo>
                  <a:close/>
                </a:path>
              </a:pathLst>
            </a:custGeom>
            <a:solidFill>
              <a:schemeClr val="accent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Content Placeholder 4">
              <a:extLst>
                <a:ext uri="{FF2B5EF4-FFF2-40B4-BE49-F238E27FC236}">
                  <a16:creationId xmlns:a16="http://schemas.microsoft.com/office/drawing/2014/main" id="{75CBA56C-9987-134F-92DC-C578CA6FB402}"/>
                </a:ext>
              </a:extLst>
            </p:cNvPr>
            <p:cNvSpPr/>
            <p:nvPr/>
          </p:nvSpPr>
          <p:spPr>
            <a:xfrm>
              <a:off x="9104338" y="4931514"/>
              <a:ext cx="83496" cy="104093"/>
            </a:xfrm>
            <a:custGeom>
              <a:avLst/>
              <a:gdLst>
                <a:gd name="connsiteX0" fmla="*/ 36573 w 83496"/>
                <a:gd name="connsiteY0" fmla="*/ 62617 h 104093"/>
                <a:gd name="connsiteX1" fmla="*/ 41305 w 83496"/>
                <a:gd name="connsiteY1" fmla="*/ 58412 h 104093"/>
                <a:gd name="connsiteX2" fmla="*/ 44534 w 83496"/>
                <a:gd name="connsiteY2" fmla="*/ 64944 h 104093"/>
                <a:gd name="connsiteX3" fmla="*/ 42130 w 83496"/>
                <a:gd name="connsiteY3" fmla="*/ 72453 h 104093"/>
                <a:gd name="connsiteX4" fmla="*/ 45885 w 83496"/>
                <a:gd name="connsiteY4" fmla="*/ 78685 h 104093"/>
                <a:gd name="connsiteX5" fmla="*/ 53395 w 83496"/>
                <a:gd name="connsiteY5" fmla="*/ 104063 h 104093"/>
                <a:gd name="connsiteX6" fmla="*/ 72921 w 83496"/>
                <a:gd name="connsiteY6" fmla="*/ 63368 h 104093"/>
                <a:gd name="connsiteX7" fmla="*/ 81933 w 83496"/>
                <a:gd name="connsiteY7" fmla="*/ 46098 h 104093"/>
                <a:gd name="connsiteX8" fmla="*/ 83210 w 83496"/>
                <a:gd name="connsiteY8" fmla="*/ 29429 h 104093"/>
                <a:gd name="connsiteX9" fmla="*/ 77428 w 83496"/>
                <a:gd name="connsiteY9" fmla="*/ 11034 h 104093"/>
                <a:gd name="connsiteX10" fmla="*/ 49340 w 83496"/>
                <a:gd name="connsiteY10" fmla="*/ 221 h 104093"/>
                <a:gd name="connsiteX11" fmla="*/ 20952 w 83496"/>
                <a:gd name="connsiteY11" fmla="*/ 11935 h 104093"/>
                <a:gd name="connsiteX12" fmla="*/ 2478 w 83496"/>
                <a:gd name="connsiteY12" fmla="*/ 41067 h 104093"/>
                <a:gd name="connsiteX13" fmla="*/ 24407 w 83496"/>
                <a:gd name="connsiteY13" fmla="*/ 45723 h 104093"/>
                <a:gd name="connsiteX14" fmla="*/ 36573 w 83496"/>
                <a:gd name="connsiteY14" fmla="*/ 62617 h 104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3496" h="104093">
                  <a:moveTo>
                    <a:pt x="36573" y="62617"/>
                  </a:moveTo>
                  <a:cubicBezTo>
                    <a:pt x="37550" y="60665"/>
                    <a:pt x="38976" y="58337"/>
                    <a:pt x="41305" y="58412"/>
                  </a:cubicBezTo>
                  <a:cubicBezTo>
                    <a:pt x="43633" y="58487"/>
                    <a:pt x="45360" y="62316"/>
                    <a:pt x="44534" y="64944"/>
                  </a:cubicBezTo>
                  <a:cubicBezTo>
                    <a:pt x="43707" y="67572"/>
                    <a:pt x="41830" y="69975"/>
                    <a:pt x="42130" y="72453"/>
                  </a:cubicBezTo>
                  <a:cubicBezTo>
                    <a:pt x="42776" y="74841"/>
                    <a:pt x="44075" y="77003"/>
                    <a:pt x="45885" y="78685"/>
                  </a:cubicBezTo>
                  <a:cubicBezTo>
                    <a:pt x="51638" y="85825"/>
                    <a:pt x="54334" y="94948"/>
                    <a:pt x="53395" y="104063"/>
                  </a:cubicBezTo>
                  <a:cubicBezTo>
                    <a:pt x="58465" y="89850"/>
                    <a:pt x="65006" y="76215"/>
                    <a:pt x="72921" y="63368"/>
                  </a:cubicBezTo>
                  <a:cubicBezTo>
                    <a:pt x="76639" y="58014"/>
                    <a:pt x="79673" y="52210"/>
                    <a:pt x="81933" y="46098"/>
                  </a:cubicBezTo>
                  <a:cubicBezTo>
                    <a:pt x="83368" y="40670"/>
                    <a:pt x="83804" y="35016"/>
                    <a:pt x="83210" y="29429"/>
                  </a:cubicBezTo>
                  <a:cubicBezTo>
                    <a:pt x="83052" y="22875"/>
                    <a:pt x="81055" y="16500"/>
                    <a:pt x="77428" y="11034"/>
                  </a:cubicBezTo>
                  <a:cubicBezTo>
                    <a:pt x="70473" y="2939"/>
                    <a:pt x="59922" y="-1115"/>
                    <a:pt x="49340" y="221"/>
                  </a:cubicBezTo>
                  <a:cubicBezTo>
                    <a:pt x="39014" y="1558"/>
                    <a:pt x="29221" y="5597"/>
                    <a:pt x="20952" y="11935"/>
                  </a:cubicBezTo>
                  <a:cubicBezTo>
                    <a:pt x="14494" y="16515"/>
                    <a:pt x="-7361" y="31231"/>
                    <a:pt x="2478" y="41067"/>
                  </a:cubicBezTo>
                  <a:cubicBezTo>
                    <a:pt x="7735" y="46248"/>
                    <a:pt x="17497" y="42944"/>
                    <a:pt x="24407" y="45723"/>
                  </a:cubicBezTo>
                  <a:cubicBezTo>
                    <a:pt x="31391" y="48524"/>
                    <a:pt x="36130" y="55108"/>
                    <a:pt x="36573" y="62617"/>
                  </a:cubicBezTo>
                  <a:close/>
                </a:path>
              </a:pathLst>
            </a:custGeom>
            <a:solidFill>
              <a:schemeClr val="accent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42" name="Picture 41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845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entagon 59">
            <a:extLst>
              <a:ext uri="{FF2B5EF4-FFF2-40B4-BE49-F238E27FC236}">
                <a16:creationId xmlns:a16="http://schemas.microsoft.com/office/drawing/2014/main" id="{7D472DD2-BFB0-28E6-EC31-52184CBC44C8}"/>
              </a:ext>
            </a:extLst>
          </p:cNvPr>
          <p:cNvSpPr/>
          <p:nvPr userDrawn="1"/>
        </p:nvSpPr>
        <p:spPr>
          <a:xfrm rot="5400000">
            <a:off x="1453072" y="-153440"/>
            <a:ext cx="5176434" cy="5483315"/>
          </a:xfrm>
          <a:prstGeom prst="homePlate">
            <a:avLst>
              <a:gd name="adj" fmla="val 39090"/>
            </a:avLst>
          </a:prstGeom>
          <a:gradFill>
            <a:gsLst>
              <a:gs pos="56000">
                <a:srgbClr val="9FBCA2">
                  <a:alpha val="64916"/>
                </a:srgbClr>
              </a:gs>
              <a:gs pos="100000">
                <a:schemeClr val="tx1">
                  <a:lumMod val="40000"/>
                  <a:lumOff val="60000"/>
                  <a:alpha val="0"/>
                </a:schemeClr>
              </a:gs>
              <a:gs pos="22000">
                <a:schemeClr val="tx1"/>
              </a:gs>
              <a:gs pos="0">
                <a:srgbClr val="6F9B8A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363"/>
            <a:endParaRPr lang="en-US" sz="3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>
            <a:off x="8417997" y="1"/>
            <a:ext cx="3789502" cy="3665601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0800000">
            <a:off x="-2" y="5176433"/>
            <a:ext cx="1397652" cy="1234747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itle 3">
            <a:extLst>
              <a:ext uri="{FF2B5EF4-FFF2-40B4-BE49-F238E27FC236}">
                <a16:creationId xmlns:a16="http://schemas.microsoft.com/office/drawing/2014/main" id="{B9192A8D-B75B-B107-4876-E7EF277B2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75879" y="927509"/>
            <a:ext cx="5483314" cy="2137204"/>
          </a:xfrm>
        </p:spPr>
        <p:txBody>
          <a:bodyPr>
            <a:noAutofit/>
          </a:bodyPr>
          <a:lstStyle>
            <a:lvl1pPr algn="ctr">
              <a:defRPr sz="66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Divider Slide Title</a:t>
            </a:r>
          </a:p>
        </p:txBody>
      </p:sp>
      <p:pic>
        <p:nvPicPr>
          <p:cNvPr id="12" name="Picture 11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2542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>
            <a:off x="8484433" y="0"/>
            <a:ext cx="3707567" cy="3548694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0800000">
            <a:off x="-2" y="4867666"/>
            <a:ext cx="1747157" cy="1543515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itle 3">
            <a:extLst>
              <a:ext uri="{FF2B5EF4-FFF2-40B4-BE49-F238E27FC236}">
                <a16:creationId xmlns:a16="http://schemas.microsoft.com/office/drawing/2014/main" id="{875A38F6-1DAA-6FC9-589E-EF09B0E834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280" y="546346"/>
            <a:ext cx="11066201" cy="838571"/>
          </a:xfrm>
        </p:spPr>
        <p:txBody>
          <a:bodyPr anchor="t">
            <a:noAutofit/>
          </a:bodyPr>
          <a:lstStyle>
            <a:lvl1pPr algn="l">
              <a:defRPr sz="2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1A76B5E3-28C5-9CE7-9D9C-1EB9880217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0280" y="1427772"/>
            <a:ext cx="11066200" cy="4653431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pic>
        <p:nvPicPr>
          <p:cNvPr id="12" name="Picture 11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8689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3"/>
          <p:cNvSpPr>
            <a:spLocks noGrp="1"/>
          </p:cNvSpPr>
          <p:nvPr>
            <p:ph type="title" hasCustomPrompt="1"/>
          </p:nvPr>
        </p:nvSpPr>
        <p:spPr>
          <a:xfrm>
            <a:off x="510281" y="546346"/>
            <a:ext cx="11227019" cy="838571"/>
          </a:xfrm>
        </p:spPr>
        <p:txBody>
          <a:bodyPr anchor="t">
            <a:noAutofit/>
          </a:bodyPr>
          <a:lstStyle>
            <a:lvl1pPr algn="l">
              <a:defRPr sz="2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510281" y="1384918"/>
            <a:ext cx="11227018" cy="4696286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 rot="5400000">
            <a:off x="8974599" y="3125718"/>
            <a:ext cx="3287843" cy="3146956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6200000">
            <a:off x="-101823" y="101821"/>
            <a:ext cx="1747157" cy="1543515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692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>
            <a:off x="10441858" y="0"/>
            <a:ext cx="1750142" cy="1675147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0800000">
            <a:off x="-3" y="2536723"/>
            <a:ext cx="4385630" cy="3874458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2" name="Title 3">
            <a:extLst>
              <a:ext uri="{FF2B5EF4-FFF2-40B4-BE49-F238E27FC236}">
                <a16:creationId xmlns:a16="http://schemas.microsoft.com/office/drawing/2014/main" id="{875A38F6-1DAA-6FC9-589E-EF09B0E834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20930" y="546346"/>
            <a:ext cx="6355551" cy="838571"/>
          </a:xfrm>
        </p:spPr>
        <p:txBody>
          <a:bodyPr anchor="t">
            <a:noAutofit/>
          </a:bodyPr>
          <a:lstStyle>
            <a:lvl1pPr algn="l">
              <a:defRPr sz="2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1A76B5E3-28C5-9CE7-9D9C-1EB9880217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0930" y="1427772"/>
            <a:ext cx="6355550" cy="4653431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1370055A-D2A9-BDF5-84D1-4869CAD80413}"/>
              </a:ext>
            </a:extLst>
          </p:cNvPr>
          <p:cNvSpPr/>
          <p:nvPr userDrawn="1"/>
        </p:nvSpPr>
        <p:spPr>
          <a:xfrm>
            <a:off x="434210" y="5986659"/>
            <a:ext cx="3265514" cy="451001"/>
          </a:xfrm>
          <a:custGeom>
            <a:avLst/>
            <a:gdLst>
              <a:gd name="connsiteX0" fmla="*/ 213358 w 261378"/>
              <a:gd name="connsiteY0" fmla="*/ 36070 h 36099"/>
              <a:gd name="connsiteX1" fmla="*/ 257516 w 261378"/>
              <a:gd name="connsiteY1" fmla="*/ 24732 h 36099"/>
              <a:gd name="connsiteX2" fmla="*/ 261347 w 261378"/>
              <a:gd name="connsiteY2" fmla="*/ 15647 h 36099"/>
              <a:gd name="connsiteX3" fmla="*/ 243022 w 261378"/>
              <a:gd name="connsiteY3" fmla="*/ 4309 h 36099"/>
              <a:gd name="connsiteX4" fmla="*/ 103261 w 261378"/>
              <a:gd name="connsiteY4" fmla="*/ 2808 h 36099"/>
              <a:gd name="connsiteX5" fmla="*/ 17046 w 261378"/>
              <a:gd name="connsiteY5" fmla="*/ 14221 h 36099"/>
              <a:gd name="connsiteX6" fmla="*/ 9536 w 261378"/>
              <a:gd name="connsiteY6" fmla="*/ 33893 h 36099"/>
              <a:gd name="connsiteX7" fmla="*/ 72846 w 261378"/>
              <a:gd name="connsiteY7" fmla="*/ 34268 h 36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1378" h="36099">
                <a:moveTo>
                  <a:pt x="213358" y="36070"/>
                </a:moveTo>
                <a:cubicBezTo>
                  <a:pt x="229279" y="36070"/>
                  <a:pt x="247378" y="35619"/>
                  <a:pt x="257516" y="24732"/>
                </a:cubicBezTo>
                <a:cubicBezTo>
                  <a:pt x="260070" y="22405"/>
                  <a:pt x="261422" y="19086"/>
                  <a:pt x="261347" y="15647"/>
                </a:cubicBezTo>
                <a:cubicBezTo>
                  <a:pt x="260521" y="8589"/>
                  <a:pt x="250908" y="5511"/>
                  <a:pt x="243022" y="4309"/>
                </a:cubicBezTo>
                <a:cubicBezTo>
                  <a:pt x="196986" y="-2524"/>
                  <a:pt x="149899" y="105"/>
                  <a:pt x="103261" y="2808"/>
                </a:cubicBezTo>
                <a:cubicBezTo>
                  <a:pt x="74197" y="3453"/>
                  <a:pt x="45284" y="7283"/>
                  <a:pt x="17046" y="14221"/>
                </a:cubicBezTo>
                <a:cubicBezTo>
                  <a:pt x="2553" y="18350"/>
                  <a:pt x="-8938" y="29237"/>
                  <a:pt x="9536" y="33893"/>
                </a:cubicBezTo>
                <a:cubicBezTo>
                  <a:pt x="28012" y="38548"/>
                  <a:pt x="54596" y="33893"/>
                  <a:pt x="72846" y="34268"/>
                </a:cubicBezTo>
                <a:close/>
              </a:path>
            </a:pathLst>
          </a:custGeom>
          <a:gradFill>
            <a:gsLst>
              <a:gs pos="36991">
                <a:schemeClr val="accent6">
                  <a:lumMod val="25000"/>
                </a:schemeClr>
              </a:gs>
              <a:gs pos="71000">
                <a:schemeClr val="accent6">
                  <a:lumMod val="50000"/>
                </a:schemeClr>
              </a:gs>
              <a:gs pos="0">
                <a:schemeClr val="accent6">
                  <a:lumMod val="25000"/>
                </a:schemeClr>
              </a:gs>
              <a:gs pos="98000">
                <a:schemeClr val="accent6">
                  <a:lumMod val="25000"/>
                  <a:alpha val="58000"/>
                </a:schemeClr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776CEF60-A5F5-541C-C863-CB5978FC9A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630569"/>
            <a:ext cx="4724400" cy="2852942"/>
          </a:xfrm>
          <a:solidFill>
            <a:schemeClr val="accent2">
              <a:lumMod val="40000"/>
              <a:lumOff val="60000"/>
            </a:schemeClr>
          </a:solidFill>
        </p:spPr>
        <p:txBody>
          <a:bodyPr/>
          <a:lstStyle/>
          <a:p>
            <a:endParaRPr lang="en-US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C4CDC3B8-DFA4-9259-C82E-1ABC4A1954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608140" y="1352732"/>
            <a:ext cx="5601901" cy="4693463"/>
          </a:xfrm>
          <a:prstGeom prst="rect">
            <a:avLst/>
          </a:prstGeom>
        </p:spPr>
      </p:pic>
      <p:pic>
        <p:nvPicPr>
          <p:cNvPr id="14" name="Picture 13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105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phic 16">
            <a:extLst>
              <a:ext uri="{FF2B5EF4-FFF2-40B4-BE49-F238E27FC236}">
                <a16:creationId xmlns:a16="http://schemas.microsoft.com/office/drawing/2014/main" id="{629D24FB-7EB3-8310-47ED-1E47AF23B39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07046" y="680803"/>
            <a:ext cx="2774673" cy="5496394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 rot="5400000">
            <a:off x="7477448" y="1628568"/>
            <a:ext cx="4817774" cy="4611328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BB0CB382-8211-A608-725C-545BD1D4BED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145240" y="1444121"/>
            <a:ext cx="2305814" cy="3947685"/>
          </a:xfrm>
          <a:solidFill>
            <a:schemeClr val="accent2">
              <a:lumMod val="40000"/>
              <a:lumOff val="6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5" name="Title 3"/>
          <p:cNvSpPr>
            <a:spLocks noGrp="1"/>
          </p:cNvSpPr>
          <p:nvPr>
            <p:ph type="title" hasCustomPrompt="1"/>
          </p:nvPr>
        </p:nvSpPr>
        <p:spPr>
          <a:xfrm>
            <a:off x="510281" y="546346"/>
            <a:ext cx="7992802" cy="838571"/>
          </a:xfrm>
        </p:spPr>
        <p:txBody>
          <a:bodyPr anchor="t">
            <a:noAutofit/>
          </a:bodyPr>
          <a:lstStyle>
            <a:lvl1pPr algn="l">
              <a:defRPr sz="2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510280" y="1384918"/>
            <a:ext cx="7992801" cy="4696286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6200000">
            <a:off x="-101823" y="101821"/>
            <a:ext cx="1747157" cy="1543515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154A4631-DD34-AF49-AFEE-88AD2521B108}"/>
              </a:ext>
            </a:extLst>
          </p:cNvPr>
          <p:cNvSpPr/>
          <p:nvPr userDrawn="1"/>
        </p:nvSpPr>
        <p:spPr>
          <a:xfrm>
            <a:off x="8416205" y="6103724"/>
            <a:ext cx="3265514" cy="451001"/>
          </a:xfrm>
          <a:custGeom>
            <a:avLst/>
            <a:gdLst>
              <a:gd name="connsiteX0" fmla="*/ 213358 w 261378"/>
              <a:gd name="connsiteY0" fmla="*/ 36070 h 36099"/>
              <a:gd name="connsiteX1" fmla="*/ 257516 w 261378"/>
              <a:gd name="connsiteY1" fmla="*/ 24732 h 36099"/>
              <a:gd name="connsiteX2" fmla="*/ 261347 w 261378"/>
              <a:gd name="connsiteY2" fmla="*/ 15647 h 36099"/>
              <a:gd name="connsiteX3" fmla="*/ 243022 w 261378"/>
              <a:gd name="connsiteY3" fmla="*/ 4309 h 36099"/>
              <a:gd name="connsiteX4" fmla="*/ 103261 w 261378"/>
              <a:gd name="connsiteY4" fmla="*/ 2808 h 36099"/>
              <a:gd name="connsiteX5" fmla="*/ 17046 w 261378"/>
              <a:gd name="connsiteY5" fmla="*/ 14221 h 36099"/>
              <a:gd name="connsiteX6" fmla="*/ 9536 w 261378"/>
              <a:gd name="connsiteY6" fmla="*/ 33893 h 36099"/>
              <a:gd name="connsiteX7" fmla="*/ 72846 w 261378"/>
              <a:gd name="connsiteY7" fmla="*/ 34268 h 36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1378" h="36099">
                <a:moveTo>
                  <a:pt x="213358" y="36070"/>
                </a:moveTo>
                <a:cubicBezTo>
                  <a:pt x="229279" y="36070"/>
                  <a:pt x="247378" y="35619"/>
                  <a:pt x="257516" y="24732"/>
                </a:cubicBezTo>
                <a:cubicBezTo>
                  <a:pt x="260070" y="22405"/>
                  <a:pt x="261422" y="19086"/>
                  <a:pt x="261347" y="15647"/>
                </a:cubicBezTo>
                <a:cubicBezTo>
                  <a:pt x="260521" y="8589"/>
                  <a:pt x="250908" y="5511"/>
                  <a:pt x="243022" y="4309"/>
                </a:cubicBezTo>
                <a:cubicBezTo>
                  <a:pt x="196986" y="-2524"/>
                  <a:pt x="149899" y="105"/>
                  <a:pt x="103261" y="2808"/>
                </a:cubicBezTo>
                <a:cubicBezTo>
                  <a:pt x="74197" y="3453"/>
                  <a:pt x="45284" y="7283"/>
                  <a:pt x="17046" y="14221"/>
                </a:cubicBezTo>
                <a:cubicBezTo>
                  <a:pt x="2553" y="18350"/>
                  <a:pt x="-8938" y="29237"/>
                  <a:pt x="9536" y="33893"/>
                </a:cubicBezTo>
                <a:cubicBezTo>
                  <a:pt x="28012" y="38548"/>
                  <a:pt x="54596" y="33893"/>
                  <a:pt x="72846" y="34268"/>
                </a:cubicBezTo>
                <a:close/>
              </a:path>
            </a:pathLst>
          </a:custGeom>
          <a:gradFill>
            <a:gsLst>
              <a:gs pos="36991">
                <a:schemeClr val="accent6">
                  <a:lumMod val="25000"/>
                </a:schemeClr>
              </a:gs>
              <a:gs pos="71000">
                <a:schemeClr val="accent6">
                  <a:lumMod val="50000"/>
                </a:schemeClr>
              </a:gs>
              <a:gs pos="0">
                <a:schemeClr val="accent6">
                  <a:lumMod val="25000"/>
                </a:schemeClr>
              </a:gs>
              <a:gs pos="98000">
                <a:schemeClr val="accent6">
                  <a:lumMod val="25000"/>
                  <a:alpha val="58000"/>
                </a:schemeClr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541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6200000">
            <a:off x="-275924" y="266427"/>
            <a:ext cx="4787284" cy="4229296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5" name="Title 3"/>
          <p:cNvSpPr>
            <a:spLocks noGrp="1"/>
          </p:cNvSpPr>
          <p:nvPr>
            <p:ph type="title" hasCustomPrompt="1"/>
          </p:nvPr>
        </p:nvSpPr>
        <p:spPr>
          <a:xfrm>
            <a:off x="2483933" y="2429352"/>
            <a:ext cx="3570045" cy="838571"/>
          </a:xfrm>
        </p:spPr>
        <p:txBody>
          <a:bodyPr anchor="t">
            <a:noAutofit/>
          </a:bodyPr>
          <a:lstStyle>
            <a:lvl1pPr algn="l">
              <a:defRPr sz="4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Agenda</a:t>
            </a:r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2483933" y="3302239"/>
            <a:ext cx="3570045" cy="1078130"/>
          </a:xfrm>
        </p:spPr>
        <p:txBody>
          <a:bodyPr anchor="t">
            <a:normAutofit/>
          </a:bodyPr>
          <a:lstStyle>
            <a:lvl1pPr marL="0" indent="0" algn="l">
              <a:buNone/>
              <a:defRPr sz="32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 rot="5400000">
            <a:off x="10263298" y="4830177"/>
            <a:ext cx="1999891" cy="1914194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034533-C4C1-00A9-9D5B-F8859872188E}"/>
              </a:ext>
            </a:extLst>
          </p:cNvPr>
          <p:cNvSpPr/>
          <p:nvPr userDrawn="1"/>
        </p:nvSpPr>
        <p:spPr>
          <a:xfrm>
            <a:off x="7285264" y="892721"/>
            <a:ext cx="4229296" cy="84385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AC85ED9-3A1F-CF49-D2AF-371F1CAFAF01}"/>
              </a:ext>
            </a:extLst>
          </p:cNvPr>
          <p:cNvSpPr/>
          <p:nvPr userDrawn="1"/>
        </p:nvSpPr>
        <p:spPr>
          <a:xfrm>
            <a:off x="7021780" y="637657"/>
            <a:ext cx="4342195" cy="950529"/>
          </a:xfrm>
          <a:prstGeom prst="rect">
            <a:avLst/>
          </a:prstGeom>
          <a:solidFill>
            <a:srgbClr val="FEFFFD"/>
          </a:solidFill>
          <a:ln>
            <a:noFill/>
          </a:ln>
          <a:effectLst>
            <a:outerShdw blurRad="118961" dist="38100" dir="2700000" algn="tl" rotWithShape="0">
              <a:prstClr val="black">
                <a:alpha val="2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endParaRPr lang="en-GB" sz="1400">
              <a:solidFill>
                <a:schemeClr val="accent6">
                  <a:lumMod val="25000"/>
                </a:schemeClr>
              </a:solidFill>
              <a:latin typeface="Helvetica" pitchFamily="2" charset="0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396DB08-E236-EBBA-CB57-BF035E590377}"/>
              </a:ext>
            </a:extLst>
          </p:cNvPr>
          <p:cNvSpPr/>
          <p:nvPr userDrawn="1"/>
        </p:nvSpPr>
        <p:spPr>
          <a:xfrm>
            <a:off x="6538217" y="282079"/>
            <a:ext cx="688229" cy="687100"/>
          </a:xfrm>
          <a:prstGeom prst="ellipse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>
                  <a:alpha val="91038"/>
                </a:schemeClr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D72B20EA-F89D-0BEE-6ED3-713EFE8314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9844" y="360558"/>
            <a:ext cx="813286" cy="606840"/>
          </a:xfrm>
        </p:spPr>
        <p:txBody>
          <a:bodyPr anchor="t">
            <a:normAutofit/>
          </a:bodyPr>
          <a:lstStyle>
            <a:lvl1pPr marL="0" indent="0" algn="ctr">
              <a:buNone/>
              <a:defRPr sz="3200" b="1" baseline="0">
                <a:solidFill>
                  <a:srgbClr val="FEFCF9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0</a:t>
            </a:r>
          </a:p>
        </p:txBody>
      </p:sp>
      <p:sp>
        <p:nvSpPr>
          <p:cNvPr id="35" name="Text Placeholder 10">
            <a:extLst>
              <a:ext uri="{FF2B5EF4-FFF2-40B4-BE49-F238E27FC236}">
                <a16:creationId xmlns:a16="http://schemas.microsoft.com/office/drawing/2014/main" id="{2A5D5DC0-8236-31B1-2AEC-CFF95D89D46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7884" y="1027052"/>
            <a:ext cx="3913989" cy="54670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36" name="Text Placeholder 10">
            <a:extLst>
              <a:ext uri="{FF2B5EF4-FFF2-40B4-BE49-F238E27FC236}">
                <a16:creationId xmlns:a16="http://schemas.microsoft.com/office/drawing/2014/main" id="{DEDE853D-0C84-A1E1-94BD-8CFC1DC067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57884" y="644676"/>
            <a:ext cx="3913989" cy="3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3DA38A-17D8-0DB1-F0BC-16268F219600}"/>
              </a:ext>
            </a:extLst>
          </p:cNvPr>
          <p:cNvSpPr/>
          <p:nvPr userDrawn="1"/>
        </p:nvSpPr>
        <p:spPr>
          <a:xfrm>
            <a:off x="7263980" y="2277293"/>
            <a:ext cx="4229296" cy="84385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14F352-0790-E6EA-1E86-F0F7D66C9464}"/>
              </a:ext>
            </a:extLst>
          </p:cNvPr>
          <p:cNvSpPr/>
          <p:nvPr userDrawn="1"/>
        </p:nvSpPr>
        <p:spPr>
          <a:xfrm>
            <a:off x="7000496" y="2022229"/>
            <a:ext cx="4342195" cy="950529"/>
          </a:xfrm>
          <a:prstGeom prst="rect">
            <a:avLst/>
          </a:prstGeom>
          <a:solidFill>
            <a:srgbClr val="FEFFFD"/>
          </a:solidFill>
          <a:ln>
            <a:noFill/>
          </a:ln>
          <a:effectLst>
            <a:outerShdw blurRad="118961" dist="38100" dir="2700000" algn="tl" rotWithShape="0">
              <a:prstClr val="black">
                <a:alpha val="2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endParaRPr lang="en-GB" sz="1400">
              <a:solidFill>
                <a:schemeClr val="accent6">
                  <a:lumMod val="25000"/>
                </a:schemeClr>
              </a:solidFill>
              <a:latin typeface="Helvetica" pitchFamily="2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2B48094-F623-70CA-E6C2-D70CA8AD7071}"/>
              </a:ext>
            </a:extLst>
          </p:cNvPr>
          <p:cNvSpPr/>
          <p:nvPr userDrawn="1"/>
        </p:nvSpPr>
        <p:spPr>
          <a:xfrm>
            <a:off x="6516933" y="1666651"/>
            <a:ext cx="688229" cy="687100"/>
          </a:xfrm>
          <a:prstGeom prst="ellipse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>
                  <a:alpha val="91038"/>
                </a:schemeClr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F02BD09-60C9-41F1-E09B-EF31482C30A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8560" y="1745130"/>
            <a:ext cx="813286" cy="606840"/>
          </a:xfrm>
        </p:spPr>
        <p:txBody>
          <a:bodyPr anchor="t">
            <a:normAutofit/>
          </a:bodyPr>
          <a:lstStyle>
            <a:lvl1pPr marL="0" indent="0" algn="ctr">
              <a:buNone/>
              <a:defRPr sz="3200" b="1" baseline="0">
                <a:solidFill>
                  <a:srgbClr val="FEFCF9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0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E3B7423D-1383-C03A-EF66-EC31CB1C7B7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44821" y="2412695"/>
            <a:ext cx="3913989" cy="551886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D552ED77-F794-0EDC-C04D-27323B86E9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339173" y="2041593"/>
            <a:ext cx="3913989" cy="3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5C5D78D-5692-C773-D6FD-3D3753026451}"/>
              </a:ext>
            </a:extLst>
          </p:cNvPr>
          <p:cNvSpPr/>
          <p:nvPr userDrawn="1"/>
        </p:nvSpPr>
        <p:spPr>
          <a:xfrm>
            <a:off x="7282691" y="3724375"/>
            <a:ext cx="4229296" cy="84385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ECC4C00-47A8-B453-DD3A-07B960BFE81F}"/>
              </a:ext>
            </a:extLst>
          </p:cNvPr>
          <p:cNvSpPr/>
          <p:nvPr userDrawn="1"/>
        </p:nvSpPr>
        <p:spPr>
          <a:xfrm>
            <a:off x="7006144" y="3527783"/>
            <a:ext cx="4342195" cy="909499"/>
          </a:xfrm>
          <a:prstGeom prst="rect">
            <a:avLst/>
          </a:prstGeom>
          <a:solidFill>
            <a:srgbClr val="FEFFFD"/>
          </a:solidFill>
          <a:ln>
            <a:noFill/>
          </a:ln>
          <a:effectLst>
            <a:outerShdw blurRad="118961" dist="38100" dir="2700000" algn="tl" rotWithShape="0">
              <a:prstClr val="black">
                <a:alpha val="2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endParaRPr lang="en-GB" sz="1400">
              <a:solidFill>
                <a:schemeClr val="accent6">
                  <a:lumMod val="25000"/>
                </a:schemeClr>
              </a:solidFill>
              <a:latin typeface="Helvetica" pitchFamily="2" charset="0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FF17B11-EFDE-1E50-3817-BB6DE7A35B0B}"/>
              </a:ext>
            </a:extLst>
          </p:cNvPr>
          <p:cNvSpPr/>
          <p:nvPr userDrawn="1"/>
        </p:nvSpPr>
        <p:spPr>
          <a:xfrm>
            <a:off x="6535644" y="3101541"/>
            <a:ext cx="688229" cy="687100"/>
          </a:xfrm>
          <a:prstGeom prst="ellipse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>
                  <a:alpha val="91038"/>
                </a:schemeClr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7BB88CB3-F9A0-F71F-A275-6EE2D9C1C0C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67271" y="3180020"/>
            <a:ext cx="813286" cy="606840"/>
          </a:xfrm>
        </p:spPr>
        <p:txBody>
          <a:bodyPr anchor="t">
            <a:normAutofit/>
          </a:bodyPr>
          <a:lstStyle>
            <a:lvl1pPr marL="0" indent="0" algn="ctr">
              <a:buNone/>
              <a:defRPr sz="3200" b="1" baseline="0">
                <a:solidFill>
                  <a:srgbClr val="FEFCF9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0</a:t>
            </a:r>
          </a:p>
        </p:txBody>
      </p:sp>
      <p:sp>
        <p:nvSpPr>
          <p:cNvPr id="53" name="Text Placeholder 10">
            <a:extLst>
              <a:ext uri="{FF2B5EF4-FFF2-40B4-BE49-F238E27FC236}">
                <a16:creationId xmlns:a16="http://schemas.microsoft.com/office/drawing/2014/main" id="{A4541793-DEE6-417E-103A-DB3EB4D88B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357884" y="3843380"/>
            <a:ext cx="3913989" cy="564267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6F023B0A-0504-B849-8043-05990D60E5A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357884" y="3525970"/>
            <a:ext cx="3913989" cy="3876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09C9140-7EE8-7E1E-3866-314944A80C18}"/>
              </a:ext>
            </a:extLst>
          </p:cNvPr>
          <p:cNvSpPr/>
          <p:nvPr userDrawn="1"/>
        </p:nvSpPr>
        <p:spPr>
          <a:xfrm>
            <a:off x="7282691" y="5150961"/>
            <a:ext cx="4229296" cy="84385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AE457EE-F053-3D7F-E17C-108E5F37C156}"/>
              </a:ext>
            </a:extLst>
          </p:cNvPr>
          <p:cNvSpPr/>
          <p:nvPr userDrawn="1"/>
        </p:nvSpPr>
        <p:spPr>
          <a:xfrm>
            <a:off x="7019207" y="4895897"/>
            <a:ext cx="4342195" cy="950529"/>
          </a:xfrm>
          <a:prstGeom prst="rect">
            <a:avLst/>
          </a:prstGeom>
          <a:solidFill>
            <a:srgbClr val="FEFFFD"/>
          </a:solidFill>
          <a:ln>
            <a:noFill/>
          </a:ln>
          <a:effectLst>
            <a:outerShdw blurRad="118961" dist="38100" dir="2700000" algn="tl" rotWithShape="0">
              <a:prstClr val="black">
                <a:alpha val="2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endParaRPr lang="en-GB" sz="1400">
              <a:solidFill>
                <a:schemeClr val="accent6">
                  <a:lumMod val="25000"/>
                </a:schemeClr>
              </a:solidFill>
              <a:latin typeface="Helvetica" pitchFamily="2" charset="0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2498EDC6-B508-598C-4E4D-A68A07F25ED6}"/>
              </a:ext>
            </a:extLst>
          </p:cNvPr>
          <p:cNvSpPr/>
          <p:nvPr userDrawn="1"/>
        </p:nvSpPr>
        <p:spPr>
          <a:xfrm>
            <a:off x="6535644" y="4540319"/>
            <a:ext cx="688229" cy="687100"/>
          </a:xfrm>
          <a:prstGeom prst="ellipse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>
                  <a:alpha val="91038"/>
                </a:schemeClr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DA61BC51-E0F7-34FE-0807-B1175CE4B32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67271" y="4618798"/>
            <a:ext cx="813286" cy="606840"/>
          </a:xfrm>
        </p:spPr>
        <p:txBody>
          <a:bodyPr anchor="t">
            <a:normAutofit/>
          </a:bodyPr>
          <a:lstStyle>
            <a:lvl1pPr marL="0" indent="0" algn="ctr">
              <a:buNone/>
              <a:defRPr sz="3200" b="1" baseline="0">
                <a:solidFill>
                  <a:srgbClr val="FEFCF9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0</a:t>
            </a:r>
          </a:p>
        </p:txBody>
      </p:sp>
      <p:sp>
        <p:nvSpPr>
          <p:cNvPr id="59" name="Text Placeholder 10">
            <a:extLst>
              <a:ext uri="{FF2B5EF4-FFF2-40B4-BE49-F238E27FC236}">
                <a16:creationId xmlns:a16="http://schemas.microsoft.com/office/drawing/2014/main" id="{ED182684-C921-660C-F85A-F17D59E69B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344821" y="5325014"/>
            <a:ext cx="3913989" cy="551886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60" name="Text Placeholder 10">
            <a:extLst>
              <a:ext uri="{FF2B5EF4-FFF2-40B4-BE49-F238E27FC236}">
                <a16:creationId xmlns:a16="http://schemas.microsoft.com/office/drawing/2014/main" id="{93FF2777-1355-7052-7BB8-DBA5D8F8D01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357884" y="4915261"/>
            <a:ext cx="3913989" cy="3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EC56818-17A7-D0F2-602D-B776AAEF8E94}"/>
              </a:ext>
            </a:extLst>
          </p:cNvPr>
          <p:cNvGrpSpPr/>
          <p:nvPr userDrawn="1"/>
        </p:nvGrpSpPr>
        <p:grpSpPr>
          <a:xfrm>
            <a:off x="34714" y="339841"/>
            <a:ext cx="2381872" cy="6078385"/>
            <a:chOff x="11339617" y="1531508"/>
            <a:chExt cx="336820" cy="859543"/>
          </a:xfrm>
        </p:grpSpPr>
        <p:sp>
          <p:nvSpPr>
            <p:cNvPr id="62" name="Content Placeholder 4">
              <a:extLst>
                <a:ext uri="{FF2B5EF4-FFF2-40B4-BE49-F238E27FC236}">
                  <a16:creationId xmlns:a16="http://schemas.microsoft.com/office/drawing/2014/main" id="{390B70CE-9446-7A9D-C3BA-32136C0223CF}"/>
                </a:ext>
              </a:extLst>
            </p:cNvPr>
            <p:cNvSpPr/>
            <p:nvPr/>
          </p:nvSpPr>
          <p:spPr>
            <a:xfrm>
              <a:off x="11339617" y="2362588"/>
              <a:ext cx="271421" cy="28463"/>
            </a:xfrm>
            <a:custGeom>
              <a:avLst/>
              <a:gdLst>
                <a:gd name="connsiteX0" fmla="*/ 212077 w 271421"/>
                <a:gd name="connsiteY0" fmla="*/ 28063 h 28463"/>
                <a:gd name="connsiteX1" fmla="*/ 160784 w 271421"/>
                <a:gd name="connsiteY1" fmla="*/ 28063 h 28463"/>
                <a:gd name="connsiteX2" fmla="*/ 17493 w 271421"/>
                <a:gd name="connsiteY2" fmla="*/ 26486 h 28463"/>
                <a:gd name="connsiteX3" fmla="*/ -5 w 271421"/>
                <a:gd name="connsiteY3" fmla="*/ 19953 h 28463"/>
                <a:gd name="connsiteX4" fmla="*/ 13513 w 271421"/>
                <a:gd name="connsiteY4" fmla="*/ 11094 h 28463"/>
                <a:gd name="connsiteX5" fmla="*/ 84182 w 271421"/>
                <a:gd name="connsiteY5" fmla="*/ 4186 h 28463"/>
                <a:gd name="connsiteX6" fmla="*/ 189322 w 271421"/>
                <a:gd name="connsiteY6" fmla="*/ 582 h 28463"/>
                <a:gd name="connsiteX7" fmla="*/ 253833 w 271421"/>
                <a:gd name="connsiteY7" fmla="*/ 4486 h 28463"/>
                <a:gd name="connsiteX8" fmla="*/ 263596 w 271421"/>
                <a:gd name="connsiteY8" fmla="*/ 24459 h 28463"/>
                <a:gd name="connsiteX9" fmla="*/ 243544 w 271421"/>
                <a:gd name="connsiteY9" fmla="*/ 25810 h 28463"/>
                <a:gd name="connsiteX10" fmla="*/ 212077 w 271421"/>
                <a:gd name="connsiteY10" fmla="*/ 28063 h 28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1421" h="28463">
                  <a:moveTo>
                    <a:pt x="212077" y="28063"/>
                  </a:moveTo>
                  <a:cubicBezTo>
                    <a:pt x="194954" y="28663"/>
                    <a:pt x="177831" y="28438"/>
                    <a:pt x="160784" y="28063"/>
                  </a:cubicBezTo>
                  <a:lnTo>
                    <a:pt x="17493" y="26486"/>
                  </a:lnTo>
                  <a:cubicBezTo>
                    <a:pt x="9983" y="26486"/>
                    <a:pt x="521" y="24984"/>
                    <a:pt x="-5" y="19953"/>
                  </a:cubicBezTo>
                  <a:cubicBezTo>
                    <a:pt x="-531" y="14923"/>
                    <a:pt x="7505" y="12445"/>
                    <a:pt x="13513" y="11094"/>
                  </a:cubicBezTo>
                  <a:cubicBezTo>
                    <a:pt x="36794" y="6746"/>
                    <a:pt x="60450" y="4434"/>
                    <a:pt x="84182" y="4186"/>
                  </a:cubicBezTo>
                  <a:cubicBezTo>
                    <a:pt x="119254" y="2737"/>
                    <a:pt x="154250" y="1535"/>
                    <a:pt x="189322" y="582"/>
                  </a:cubicBezTo>
                  <a:cubicBezTo>
                    <a:pt x="210876" y="-935"/>
                    <a:pt x="232580" y="371"/>
                    <a:pt x="253833" y="4486"/>
                  </a:cubicBezTo>
                  <a:cubicBezTo>
                    <a:pt x="264947" y="7189"/>
                    <a:pt x="281244" y="18677"/>
                    <a:pt x="263596" y="24459"/>
                  </a:cubicBezTo>
                  <a:cubicBezTo>
                    <a:pt x="256987" y="25480"/>
                    <a:pt x="250228" y="25930"/>
                    <a:pt x="243544" y="25810"/>
                  </a:cubicBezTo>
                  <a:cubicBezTo>
                    <a:pt x="232880" y="26936"/>
                    <a:pt x="222516" y="27687"/>
                    <a:pt x="212077" y="28063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Content Placeholder 4">
              <a:extLst>
                <a:ext uri="{FF2B5EF4-FFF2-40B4-BE49-F238E27FC236}">
                  <a16:creationId xmlns:a16="http://schemas.microsoft.com/office/drawing/2014/main" id="{D7D023FF-76F9-FDA6-09A9-D0A98C1F6FC6}"/>
                </a:ext>
              </a:extLst>
            </p:cNvPr>
            <p:cNvSpPr/>
            <p:nvPr/>
          </p:nvSpPr>
          <p:spPr>
            <a:xfrm>
              <a:off x="11460693" y="1556057"/>
              <a:ext cx="107177" cy="152269"/>
            </a:xfrm>
            <a:custGeom>
              <a:avLst/>
              <a:gdLst>
                <a:gd name="connsiteX0" fmla="*/ 79586 w 107177"/>
                <a:gd name="connsiteY0" fmla="*/ 25257 h 152269"/>
                <a:gd name="connsiteX1" fmla="*/ 107148 w 107177"/>
                <a:gd name="connsiteY1" fmla="*/ 144866 h 152269"/>
                <a:gd name="connsiteX2" fmla="*/ 14474 w 107177"/>
                <a:gd name="connsiteY2" fmla="*/ 148621 h 152269"/>
                <a:gd name="connsiteX3" fmla="*/ 6964 w 107177"/>
                <a:gd name="connsiteY3" fmla="*/ 145092 h 152269"/>
                <a:gd name="connsiteX4" fmla="*/ 3510 w 107177"/>
                <a:gd name="connsiteY4" fmla="*/ 135706 h 152269"/>
                <a:gd name="connsiteX5" fmla="*/ 1181 w 107177"/>
                <a:gd name="connsiteY5" fmla="*/ 54014 h 152269"/>
                <a:gd name="connsiteX6" fmla="*/ 4936 w 107177"/>
                <a:gd name="connsiteY6" fmla="*/ 35018 h 152269"/>
                <a:gd name="connsiteX7" fmla="*/ 15225 w 107177"/>
                <a:gd name="connsiteY7" fmla="*/ 20752 h 152269"/>
                <a:gd name="connsiteX8" fmla="*/ 79586 w 107177"/>
                <a:gd name="connsiteY8" fmla="*/ 25257 h 15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177" h="152269">
                  <a:moveTo>
                    <a:pt x="79586" y="25257"/>
                  </a:moveTo>
                  <a:cubicBezTo>
                    <a:pt x="82139" y="66366"/>
                    <a:pt x="91451" y="106776"/>
                    <a:pt x="107148" y="144866"/>
                  </a:cubicBezTo>
                  <a:cubicBezTo>
                    <a:pt x="76507" y="150498"/>
                    <a:pt x="44739" y="156129"/>
                    <a:pt x="14474" y="148621"/>
                  </a:cubicBezTo>
                  <a:cubicBezTo>
                    <a:pt x="11695" y="148170"/>
                    <a:pt x="9067" y="146946"/>
                    <a:pt x="6964" y="145092"/>
                  </a:cubicBezTo>
                  <a:cubicBezTo>
                    <a:pt x="4862" y="142419"/>
                    <a:pt x="3585" y="139130"/>
                    <a:pt x="3510" y="135706"/>
                  </a:cubicBezTo>
                  <a:cubicBezTo>
                    <a:pt x="-245" y="108638"/>
                    <a:pt x="-996" y="81247"/>
                    <a:pt x="1181" y="54014"/>
                  </a:cubicBezTo>
                  <a:cubicBezTo>
                    <a:pt x="1407" y="47519"/>
                    <a:pt x="2608" y="41100"/>
                    <a:pt x="4936" y="35018"/>
                  </a:cubicBezTo>
                  <a:cubicBezTo>
                    <a:pt x="7490" y="29672"/>
                    <a:pt x="10944" y="24836"/>
                    <a:pt x="15225" y="20752"/>
                  </a:cubicBezTo>
                  <a:cubicBezTo>
                    <a:pt x="34827" y="1004"/>
                    <a:pt x="77033" y="-15814"/>
                    <a:pt x="79586" y="25257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Content Placeholder 4">
              <a:extLst>
                <a:ext uri="{FF2B5EF4-FFF2-40B4-BE49-F238E27FC236}">
                  <a16:creationId xmlns:a16="http://schemas.microsoft.com/office/drawing/2014/main" id="{74625619-2304-F6CC-0AD4-1E7ED2272601}"/>
                </a:ext>
              </a:extLst>
            </p:cNvPr>
            <p:cNvSpPr/>
            <p:nvPr/>
          </p:nvSpPr>
          <p:spPr>
            <a:xfrm>
              <a:off x="11447707" y="1549136"/>
              <a:ext cx="86278" cy="112484"/>
            </a:xfrm>
            <a:custGeom>
              <a:avLst/>
              <a:gdLst>
                <a:gd name="connsiteX0" fmla="*/ 61856 w 86278"/>
                <a:gd name="connsiteY0" fmla="*/ 107037 h 112484"/>
                <a:gd name="connsiteX1" fmla="*/ 47662 w 86278"/>
                <a:gd name="connsiteY1" fmla="*/ 112443 h 112484"/>
                <a:gd name="connsiteX2" fmla="*/ 34595 w 86278"/>
                <a:gd name="connsiteY2" fmla="*/ 109515 h 112484"/>
                <a:gd name="connsiteX3" fmla="*/ 12065 w 86278"/>
                <a:gd name="connsiteY3" fmla="*/ 94498 h 112484"/>
                <a:gd name="connsiteX4" fmla="*/ 6807 w 86278"/>
                <a:gd name="connsiteY4" fmla="*/ 79481 h 112484"/>
                <a:gd name="connsiteX5" fmla="*/ 650 w 86278"/>
                <a:gd name="connsiteY5" fmla="*/ 38860 h 112484"/>
                <a:gd name="connsiteX6" fmla="*/ 2602 w 86278"/>
                <a:gd name="connsiteY6" fmla="*/ 18137 h 112484"/>
                <a:gd name="connsiteX7" fmla="*/ 32642 w 86278"/>
                <a:gd name="connsiteY7" fmla="*/ 2369 h 112484"/>
                <a:gd name="connsiteX8" fmla="*/ 67338 w 86278"/>
                <a:gd name="connsiteY8" fmla="*/ 2369 h 112484"/>
                <a:gd name="connsiteX9" fmla="*/ 79204 w 86278"/>
                <a:gd name="connsiteY9" fmla="*/ 26096 h 112484"/>
                <a:gd name="connsiteX10" fmla="*/ 85363 w 86278"/>
                <a:gd name="connsiteY10" fmla="*/ 65515 h 112484"/>
                <a:gd name="connsiteX11" fmla="*/ 83785 w 86278"/>
                <a:gd name="connsiteY11" fmla="*/ 88041 h 112484"/>
                <a:gd name="connsiteX12" fmla="*/ 61856 w 86278"/>
                <a:gd name="connsiteY12" fmla="*/ 107037 h 112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6278" h="112484">
                  <a:moveTo>
                    <a:pt x="61856" y="107037"/>
                  </a:moveTo>
                  <a:cubicBezTo>
                    <a:pt x="57500" y="109635"/>
                    <a:pt x="52693" y="111467"/>
                    <a:pt x="47662" y="112443"/>
                  </a:cubicBezTo>
                  <a:cubicBezTo>
                    <a:pt x="43156" y="112578"/>
                    <a:pt x="38650" y="111572"/>
                    <a:pt x="34595" y="109515"/>
                  </a:cubicBezTo>
                  <a:cubicBezTo>
                    <a:pt x="25733" y="106849"/>
                    <a:pt x="17922" y="101623"/>
                    <a:pt x="12065" y="94498"/>
                  </a:cubicBezTo>
                  <a:cubicBezTo>
                    <a:pt x="9436" y="89843"/>
                    <a:pt x="7633" y="84759"/>
                    <a:pt x="6807" y="79481"/>
                  </a:cubicBezTo>
                  <a:cubicBezTo>
                    <a:pt x="4104" y="66041"/>
                    <a:pt x="2001" y="52451"/>
                    <a:pt x="650" y="38860"/>
                  </a:cubicBezTo>
                  <a:cubicBezTo>
                    <a:pt x="-703" y="31907"/>
                    <a:pt x="-26" y="24722"/>
                    <a:pt x="2602" y="18137"/>
                  </a:cubicBezTo>
                  <a:cubicBezTo>
                    <a:pt x="8009" y="7625"/>
                    <a:pt x="21302" y="4396"/>
                    <a:pt x="32642" y="2369"/>
                  </a:cubicBezTo>
                  <a:cubicBezTo>
                    <a:pt x="43982" y="-829"/>
                    <a:pt x="55998" y="-829"/>
                    <a:pt x="67338" y="2369"/>
                  </a:cubicBezTo>
                  <a:cubicBezTo>
                    <a:pt x="78679" y="6874"/>
                    <a:pt x="77176" y="15584"/>
                    <a:pt x="79204" y="26096"/>
                  </a:cubicBezTo>
                  <a:cubicBezTo>
                    <a:pt x="81683" y="39161"/>
                    <a:pt x="83785" y="52300"/>
                    <a:pt x="85363" y="65515"/>
                  </a:cubicBezTo>
                  <a:cubicBezTo>
                    <a:pt x="86939" y="73024"/>
                    <a:pt x="86413" y="80825"/>
                    <a:pt x="83785" y="88041"/>
                  </a:cubicBezTo>
                  <a:cubicBezTo>
                    <a:pt x="78303" y="96202"/>
                    <a:pt x="70717" y="102757"/>
                    <a:pt x="61856" y="107037"/>
                  </a:cubicBezTo>
                  <a:close/>
                </a:path>
              </a:pathLst>
            </a:custGeom>
            <a:solidFill>
              <a:srgbClr val="D9A8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Content Placeholder 4">
              <a:extLst>
                <a:ext uri="{FF2B5EF4-FFF2-40B4-BE49-F238E27FC236}">
                  <a16:creationId xmlns:a16="http://schemas.microsoft.com/office/drawing/2014/main" id="{226C462A-D0DB-5FB5-4621-EF18CFAA167C}"/>
                </a:ext>
              </a:extLst>
            </p:cNvPr>
            <p:cNvSpPr/>
            <p:nvPr/>
          </p:nvSpPr>
          <p:spPr>
            <a:xfrm>
              <a:off x="11420524" y="1907436"/>
              <a:ext cx="147720" cy="417014"/>
            </a:xfrm>
            <a:custGeom>
              <a:avLst/>
              <a:gdLst>
                <a:gd name="connsiteX0" fmla="*/ 4477 w 147720"/>
                <a:gd name="connsiteY0" fmla="*/ 251879 h 417014"/>
                <a:gd name="connsiteX1" fmla="*/ 2073 w 147720"/>
                <a:gd name="connsiteY1" fmla="*/ 73553 h 417014"/>
                <a:gd name="connsiteX2" fmla="*/ 10334 w 147720"/>
                <a:gd name="connsiteY2" fmla="*/ 12660 h 417014"/>
                <a:gd name="connsiteX3" fmla="*/ 12137 w 147720"/>
                <a:gd name="connsiteY3" fmla="*/ 9356 h 417014"/>
                <a:gd name="connsiteX4" fmla="*/ 23327 w 147720"/>
                <a:gd name="connsiteY4" fmla="*/ 9356 h 417014"/>
                <a:gd name="connsiteX5" fmla="*/ 131996 w 147720"/>
                <a:gd name="connsiteY5" fmla="*/ -30 h 417014"/>
                <a:gd name="connsiteX6" fmla="*/ 141759 w 147720"/>
                <a:gd name="connsiteY6" fmla="*/ 32932 h 417014"/>
                <a:gd name="connsiteX7" fmla="*/ 147692 w 147720"/>
                <a:gd name="connsiteY7" fmla="*/ 88645 h 417014"/>
                <a:gd name="connsiteX8" fmla="*/ 147692 w 147720"/>
                <a:gd name="connsiteY8" fmla="*/ 88645 h 417014"/>
                <a:gd name="connsiteX9" fmla="*/ 147692 w 147720"/>
                <a:gd name="connsiteY9" fmla="*/ 100659 h 417014"/>
                <a:gd name="connsiteX10" fmla="*/ 139281 w 147720"/>
                <a:gd name="connsiteY10" fmla="*/ 169586 h 417014"/>
                <a:gd name="connsiteX11" fmla="*/ 134850 w 147720"/>
                <a:gd name="connsiteY11" fmla="*/ 214637 h 417014"/>
                <a:gd name="connsiteX12" fmla="*/ 133648 w 147720"/>
                <a:gd name="connsiteY12" fmla="*/ 250377 h 417014"/>
                <a:gd name="connsiteX13" fmla="*/ 123960 w 147720"/>
                <a:gd name="connsiteY13" fmla="*/ 343182 h 417014"/>
                <a:gd name="connsiteX14" fmla="*/ 117877 w 147720"/>
                <a:gd name="connsiteY14" fmla="*/ 407454 h 417014"/>
                <a:gd name="connsiteX15" fmla="*/ 117877 w 147720"/>
                <a:gd name="connsiteY15" fmla="*/ 411358 h 417014"/>
                <a:gd name="connsiteX16" fmla="*/ 91141 w 147720"/>
                <a:gd name="connsiteY16" fmla="*/ 411358 h 417014"/>
                <a:gd name="connsiteX17" fmla="*/ 82581 w 147720"/>
                <a:gd name="connsiteY17" fmla="*/ 254807 h 417014"/>
                <a:gd name="connsiteX18" fmla="*/ 76948 w 147720"/>
                <a:gd name="connsiteY18" fmla="*/ 112147 h 417014"/>
                <a:gd name="connsiteX19" fmla="*/ 68611 w 147720"/>
                <a:gd name="connsiteY19" fmla="*/ 113048 h 417014"/>
                <a:gd name="connsiteX20" fmla="*/ 22501 w 147720"/>
                <a:gd name="connsiteY20" fmla="*/ 394239 h 417014"/>
                <a:gd name="connsiteX21" fmla="*/ 14991 w 147720"/>
                <a:gd name="connsiteY21" fmla="*/ 414362 h 417014"/>
                <a:gd name="connsiteX22" fmla="*/ 2223 w 147720"/>
                <a:gd name="connsiteY22" fmla="*/ 414332 h 417014"/>
                <a:gd name="connsiteX23" fmla="*/ -29 w 147720"/>
                <a:gd name="connsiteY23" fmla="*/ 410457 h 417014"/>
                <a:gd name="connsiteX24" fmla="*/ 4477 w 147720"/>
                <a:gd name="connsiteY24" fmla="*/ 251879 h 417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47720" h="417014">
                  <a:moveTo>
                    <a:pt x="4477" y="251879"/>
                  </a:moveTo>
                  <a:cubicBezTo>
                    <a:pt x="7105" y="192937"/>
                    <a:pt x="1548" y="132870"/>
                    <a:pt x="2073" y="73553"/>
                  </a:cubicBezTo>
                  <a:cubicBezTo>
                    <a:pt x="271" y="52897"/>
                    <a:pt x="3124" y="32099"/>
                    <a:pt x="10334" y="12660"/>
                  </a:cubicBezTo>
                  <a:cubicBezTo>
                    <a:pt x="10710" y="11443"/>
                    <a:pt x="11310" y="10317"/>
                    <a:pt x="12137" y="9356"/>
                  </a:cubicBezTo>
                  <a:cubicBezTo>
                    <a:pt x="14916" y="6503"/>
                    <a:pt x="19647" y="8004"/>
                    <a:pt x="23327" y="9356"/>
                  </a:cubicBezTo>
                  <a:cubicBezTo>
                    <a:pt x="58924" y="23945"/>
                    <a:pt x="99403" y="20446"/>
                    <a:pt x="131996" y="-30"/>
                  </a:cubicBezTo>
                  <a:cubicBezTo>
                    <a:pt x="137629" y="10099"/>
                    <a:pt x="141008" y="21354"/>
                    <a:pt x="141759" y="32932"/>
                  </a:cubicBezTo>
                  <a:cubicBezTo>
                    <a:pt x="144237" y="51478"/>
                    <a:pt x="147016" y="70024"/>
                    <a:pt x="147692" y="88645"/>
                  </a:cubicBezTo>
                  <a:lnTo>
                    <a:pt x="147692" y="88645"/>
                  </a:lnTo>
                  <a:cubicBezTo>
                    <a:pt x="147692" y="92625"/>
                    <a:pt x="147692" y="96604"/>
                    <a:pt x="147692" y="100659"/>
                  </a:cubicBezTo>
                  <a:cubicBezTo>
                    <a:pt x="146416" y="123800"/>
                    <a:pt x="143636" y="146821"/>
                    <a:pt x="139281" y="169586"/>
                  </a:cubicBezTo>
                  <a:cubicBezTo>
                    <a:pt x="136727" y="184483"/>
                    <a:pt x="135300" y="199537"/>
                    <a:pt x="134850" y="214637"/>
                  </a:cubicBezTo>
                  <a:cubicBezTo>
                    <a:pt x="135751" y="226560"/>
                    <a:pt x="135375" y="238544"/>
                    <a:pt x="133648" y="250377"/>
                  </a:cubicBezTo>
                  <a:cubicBezTo>
                    <a:pt x="126889" y="280411"/>
                    <a:pt x="126814" y="312697"/>
                    <a:pt x="123960" y="343182"/>
                  </a:cubicBezTo>
                  <a:cubicBezTo>
                    <a:pt x="120881" y="375843"/>
                    <a:pt x="120355" y="374792"/>
                    <a:pt x="117877" y="407454"/>
                  </a:cubicBezTo>
                  <a:cubicBezTo>
                    <a:pt x="117877" y="408730"/>
                    <a:pt x="117877" y="410082"/>
                    <a:pt x="117877" y="411358"/>
                  </a:cubicBezTo>
                  <a:cubicBezTo>
                    <a:pt x="116225" y="411809"/>
                    <a:pt x="91141" y="417590"/>
                    <a:pt x="91141" y="411358"/>
                  </a:cubicBezTo>
                  <a:cubicBezTo>
                    <a:pt x="89189" y="347912"/>
                    <a:pt x="84608" y="318179"/>
                    <a:pt x="82581" y="254807"/>
                  </a:cubicBezTo>
                  <a:cubicBezTo>
                    <a:pt x="81754" y="228077"/>
                    <a:pt x="83706" y="137901"/>
                    <a:pt x="76948" y="112147"/>
                  </a:cubicBezTo>
                  <a:lnTo>
                    <a:pt x="68611" y="113048"/>
                  </a:lnTo>
                  <a:cubicBezTo>
                    <a:pt x="53591" y="196917"/>
                    <a:pt x="37745" y="310295"/>
                    <a:pt x="22501" y="394239"/>
                  </a:cubicBezTo>
                  <a:cubicBezTo>
                    <a:pt x="21975" y="401537"/>
                    <a:pt x="19421" y="408528"/>
                    <a:pt x="14991" y="414362"/>
                  </a:cubicBezTo>
                  <a:cubicBezTo>
                    <a:pt x="11460" y="417868"/>
                    <a:pt x="5753" y="417861"/>
                    <a:pt x="2223" y="414332"/>
                  </a:cubicBezTo>
                  <a:cubicBezTo>
                    <a:pt x="1172" y="413250"/>
                    <a:pt x="421" y="411921"/>
                    <a:pt x="-29" y="410457"/>
                  </a:cubicBezTo>
                  <a:cubicBezTo>
                    <a:pt x="3575" y="346485"/>
                    <a:pt x="1397" y="316076"/>
                    <a:pt x="4477" y="251879"/>
                  </a:cubicBezTo>
                  <a:close/>
                </a:path>
              </a:pathLst>
            </a:custGeom>
            <a:solidFill>
              <a:srgbClr val="27282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Content Placeholder 4">
              <a:extLst>
                <a:ext uri="{FF2B5EF4-FFF2-40B4-BE49-F238E27FC236}">
                  <a16:creationId xmlns:a16="http://schemas.microsoft.com/office/drawing/2014/main" id="{5157D722-77BF-C085-B864-06BBEC041E64}"/>
                </a:ext>
              </a:extLst>
            </p:cNvPr>
            <p:cNvSpPr/>
            <p:nvPr/>
          </p:nvSpPr>
          <p:spPr>
            <a:xfrm>
              <a:off x="11493446" y="1723629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Content Placeholder 4">
              <a:extLst>
                <a:ext uri="{FF2B5EF4-FFF2-40B4-BE49-F238E27FC236}">
                  <a16:creationId xmlns:a16="http://schemas.microsoft.com/office/drawing/2014/main" id="{0A20E5C6-DFE3-D123-1E79-A90890247539}"/>
                </a:ext>
              </a:extLst>
            </p:cNvPr>
            <p:cNvSpPr/>
            <p:nvPr/>
          </p:nvSpPr>
          <p:spPr>
            <a:xfrm>
              <a:off x="11492770" y="1723404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Content Placeholder 4">
              <a:extLst>
                <a:ext uri="{FF2B5EF4-FFF2-40B4-BE49-F238E27FC236}">
                  <a16:creationId xmlns:a16="http://schemas.microsoft.com/office/drawing/2014/main" id="{45061C97-3F74-BD1D-B1F9-8D21DE142A28}"/>
                </a:ext>
              </a:extLst>
            </p:cNvPr>
            <p:cNvSpPr/>
            <p:nvPr/>
          </p:nvSpPr>
          <p:spPr>
            <a:xfrm>
              <a:off x="11493070" y="1723554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1D436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Content Placeholder 4">
              <a:extLst>
                <a:ext uri="{FF2B5EF4-FFF2-40B4-BE49-F238E27FC236}">
                  <a16:creationId xmlns:a16="http://schemas.microsoft.com/office/drawing/2014/main" id="{949494D7-2190-E4FB-A505-A5C0421A4620}"/>
                </a:ext>
              </a:extLst>
            </p:cNvPr>
            <p:cNvSpPr/>
            <p:nvPr/>
          </p:nvSpPr>
          <p:spPr>
            <a:xfrm>
              <a:off x="11355831" y="1681752"/>
              <a:ext cx="104135" cy="272257"/>
            </a:xfrm>
            <a:custGeom>
              <a:avLst/>
              <a:gdLst>
                <a:gd name="connsiteX0" fmla="*/ 2856 w 104135"/>
                <a:gd name="connsiteY0" fmla="*/ 252835 h 272257"/>
                <a:gd name="connsiteX1" fmla="*/ 10366 w 104135"/>
                <a:gd name="connsiteY1" fmla="*/ 240596 h 272257"/>
                <a:gd name="connsiteX2" fmla="*/ 34248 w 104135"/>
                <a:gd name="connsiteY2" fmla="*/ 112952 h 272257"/>
                <a:gd name="connsiteX3" fmla="*/ 51596 w 104135"/>
                <a:gd name="connsiteY3" fmla="*/ 52885 h 272257"/>
                <a:gd name="connsiteX4" fmla="*/ 82237 w 104135"/>
                <a:gd name="connsiteY4" fmla="*/ 1602 h 272257"/>
                <a:gd name="connsiteX5" fmla="*/ 87870 w 104135"/>
                <a:gd name="connsiteY5" fmla="*/ 100 h 272257"/>
                <a:gd name="connsiteX6" fmla="*/ 103490 w 104135"/>
                <a:gd name="connsiteY6" fmla="*/ 25854 h 272257"/>
                <a:gd name="connsiteX7" fmla="*/ 70071 w 104135"/>
                <a:gd name="connsiteY7" fmla="*/ 87799 h 272257"/>
                <a:gd name="connsiteX8" fmla="*/ 42434 w 104135"/>
                <a:gd name="connsiteY8" fmla="*/ 163784 h 272257"/>
                <a:gd name="connsiteX9" fmla="*/ 20580 w 104135"/>
                <a:gd name="connsiteY9" fmla="*/ 242698 h 272257"/>
                <a:gd name="connsiteX10" fmla="*/ 20580 w 104135"/>
                <a:gd name="connsiteY10" fmla="*/ 242698 h 272257"/>
                <a:gd name="connsiteX11" fmla="*/ 23209 w 104135"/>
                <a:gd name="connsiteY11" fmla="*/ 253285 h 272257"/>
                <a:gd name="connsiteX12" fmla="*/ 21932 w 104135"/>
                <a:gd name="connsiteY12" fmla="*/ 260793 h 272257"/>
                <a:gd name="connsiteX13" fmla="*/ 18327 w 104135"/>
                <a:gd name="connsiteY13" fmla="*/ 261695 h 272257"/>
                <a:gd name="connsiteX14" fmla="*/ 10366 w 104135"/>
                <a:gd name="connsiteY14" fmla="*/ 267176 h 272257"/>
                <a:gd name="connsiteX15" fmla="*/ 9390 w 104135"/>
                <a:gd name="connsiteY15" fmla="*/ 269804 h 272257"/>
                <a:gd name="connsiteX16" fmla="*/ 2 w 104135"/>
                <a:gd name="connsiteY16" fmla="*/ 266650 h 272257"/>
                <a:gd name="connsiteX17" fmla="*/ 2856 w 104135"/>
                <a:gd name="connsiteY17" fmla="*/ 252835 h 272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4135" h="272257">
                  <a:moveTo>
                    <a:pt x="2856" y="252835"/>
                  </a:moveTo>
                  <a:cubicBezTo>
                    <a:pt x="5034" y="248585"/>
                    <a:pt x="7588" y="244493"/>
                    <a:pt x="10366" y="240596"/>
                  </a:cubicBezTo>
                  <a:cubicBezTo>
                    <a:pt x="17876" y="198023"/>
                    <a:pt x="25386" y="155450"/>
                    <a:pt x="34248" y="112952"/>
                  </a:cubicBezTo>
                  <a:cubicBezTo>
                    <a:pt x="37778" y="92341"/>
                    <a:pt x="43561" y="72196"/>
                    <a:pt x="51596" y="52885"/>
                  </a:cubicBezTo>
                  <a:cubicBezTo>
                    <a:pt x="60383" y="34977"/>
                    <a:pt x="70596" y="17820"/>
                    <a:pt x="82237" y="1602"/>
                  </a:cubicBezTo>
                  <a:cubicBezTo>
                    <a:pt x="82237" y="851"/>
                    <a:pt x="86893" y="175"/>
                    <a:pt x="87870" y="100"/>
                  </a:cubicBezTo>
                  <a:cubicBezTo>
                    <a:pt x="102439" y="-1552"/>
                    <a:pt x="105668" y="12864"/>
                    <a:pt x="103490" y="25854"/>
                  </a:cubicBezTo>
                  <a:cubicBezTo>
                    <a:pt x="99735" y="48379"/>
                    <a:pt x="80960" y="68127"/>
                    <a:pt x="70071" y="87799"/>
                  </a:cubicBezTo>
                  <a:cubicBezTo>
                    <a:pt x="57304" y="111225"/>
                    <a:pt x="50470" y="138406"/>
                    <a:pt x="42434" y="163784"/>
                  </a:cubicBezTo>
                  <a:cubicBezTo>
                    <a:pt x="34399" y="189163"/>
                    <a:pt x="26362" y="216343"/>
                    <a:pt x="20580" y="242698"/>
                  </a:cubicBezTo>
                  <a:lnTo>
                    <a:pt x="20580" y="242698"/>
                  </a:lnTo>
                  <a:cubicBezTo>
                    <a:pt x="21631" y="246182"/>
                    <a:pt x="22532" y="249711"/>
                    <a:pt x="23209" y="253285"/>
                  </a:cubicBezTo>
                  <a:cubicBezTo>
                    <a:pt x="24560" y="255785"/>
                    <a:pt x="24035" y="258871"/>
                    <a:pt x="21932" y="260793"/>
                  </a:cubicBezTo>
                  <a:cubicBezTo>
                    <a:pt x="20655" y="261770"/>
                    <a:pt x="19604" y="261244"/>
                    <a:pt x="18327" y="261695"/>
                  </a:cubicBezTo>
                  <a:cubicBezTo>
                    <a:pt x="15173" y="262596"/>
                    <a:pt x="12319" y="264525"/>
                    <a:pt x="10366" y="267176"/>
                  </a:cubicBezTo>
                  <a:cubicBezTo>
                    <a:pt x="9916" y="268002"/>
                    <a:pt x="9916" y="268978"/>
                    <a:pt x="9390" y="269804"/>
                  </a:cubicBezTo>
                  <a:cubicBezTo>
                    <a:pt x="6161" y="274684"/>
                    <a:pt x="679" y="271456"/>
                    <a:pt x="2" y="266650"/>
                  </a:cubicBezTo>
                  <a:cubicBezTo>
                    <a:pt x="-222" y="261875"/>
                    <a:pt x="754" y="257129"/>
                    <a:pt x="2856" y="252835"/>
                  </a:cubicBezTo>
                  <a:close/>
                </a:path>
              </a:pathLst>
            </a:custGeom>
            <a:solidFill>
              <a:srgbClr val="D9A8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Content Placeholder 4">
              <a:extLst>
                <a:ext uri="{FF2B5EF4-FFF2-40B4-BE49-F238E27FC236}">
                  <a16:creationId xmlns:a16="http://schemas.microsoft.com/office/drawing/2014/main" id="{EACF05B5-96E3-9CFC-B85F-7BC80832C4D0}"/>
                </a:ext>
              </a:extLst>
            </p:cNvPr>
            <p:cNvSpPr/>
            <p:nvPr/>
          </p:nvSpPr>
          <p:spPr>
            <a:xfrm>
              <a:off x="11520181" y="1683309"/>
              <a:ext cx="59225" cy="108606"/>
            </a:xfrm>
            <a:custGeom>
              <a:avLst/>
              <a:gdLst>
                <a:gd name="connsiteX0" fmla="*/ 11011 w 59225"/>
                <a:gd name="connsiteY0" fmla="*/ -30 h 108606"/>
                <a:gd name="connsiteX1" fmla="*/ -29 w 59225"/>
                <a:gd name="connsiteY1" fmla="*/ 8305 h 108606"/>
                <a:gd name="connsiteX2" fmla="*/ 1624 w 59225"/>
                <a:gd name="connsiteY2" fmla="*/ 13335 h 108606"/>
                <a:gd name="connsiteX3" fmla="*/ 33766 w 59225"/>
                <a:gd name="connsiteY3" fmla="*/ 92399 h 108606"/>
                <a:gd name="connsiteX4" fmla="*/ 49612 w 59225"/>
                <a:gd name="connsiteY4" fmla="*/ 108543 h 108606"/>
                <a:gd name="connsiteX5" fmla="*/ 58925 w 59225"/>
                <a:gd name="connsiteY5" fmla="*/ 91348 h 108606"/>
                <a:gd name="connsiteX6" fmla="*/ 47209 w 59225"/>
                <a:gd name="connsiteY6" fmla="*/ 49751 h 108606"/>
                <a:gd name="connsiteX7" fmla="*/ 31288 w 59225"/>
                <a:gd name="connsiteY7" fmla="*/ 13711 h 108606"/>
                <a:gd name="connsiteX8" fmla="*/ 11011 w 59225"/>
                <a:gd name="connsiteY8" fmla="*/ -30 h 108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225" h="108606">
                  <a:moveTo>
                    <a:pt x="11011" y="-30"/>
                  </a:moveTo>
                  <a:cubicBezTo>
                    <a:pt x="4552" y="-30"/>
                    <a:pt x="196" y="3574"/>
                    <a:pt x="-29" y="8305"/>
                  </a:cubicBezTo>
                  <a:cubicBezTo>
                    <a:pt x="422" y="10017"/>
                    <a:pt x="947" y="11691"/>
                    <a:pt x="1624" y="13335"/>
                  </a:cubicBezTo>
                  <a:cubicBezTo>
                    <a:pt x="10936" y="40246"/>
                    <a:pt x="21675" y="66638"/>
                    <a:pt x="33766" y="92399"/>
                  </a:cubicBezTo>
                  <a:cubicBezTo>
                    <a:pt x="36320" y="97580"/>
                    <a:pt x="40000" y="109293"/>
                    <a:pt x="49612" y="108543"/>
                  </a:cubicBezTo>
                  <a:cubicBezTo>
                    <a:pt x="59225" y="107792"/>
                    <a:pt x="59751" y="97355"/>
                    <a:pt x="58925" y="91348"/>
                  </a:cubicBezTo>
                  <a:cubicBezTo>
                    <a:pt x="56371" y="77142"/>
                    <a:pt x="52466" y="63207"/>
                    <a:pt x="47209" y="49751"/>
                  </a:cubicBezTo>
                  <a:cubicBezTo>
                    <a:pt x="43679" y="37032"/>
                    <a:pt x="38272" y="24898"/>
                    <a:pt x="31288" y="13711"/>
                  </a:cubicBezTo>
                  <a:cubicBezTo>
                    <a:pt x="27007" y="6247"/>
                    <a:pt x="19497" y="1172"/>
                    <a:pt x="11011" y="-30"/>
                  </a:cubicBezTo>
                  <a:close/>
                </a:path>
              </a:pathLst>
            </a:custGeom>
            <a:solidFill>
              <a:srgbClr val="D9A8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Content Placeholder 4">
              <a:extLst>
                <a:ext uri="{FF2B5EF4-FFF2-40B4-BE49-F238E27FC236}">
                  <a16:creationId xmlns:a16="http://schemas.microsoft.com/office/drawing/2014/main" id="{F914D2B1-D7CB-1D48-9797-DE096E34699A}"/>
                </a:ext>
              </a:extLst>
            </p:cNvPr>
            <p:cNvSpPr/>
            <p:nvPr/>
          </p:nvSpPr>
          <p:spPr>
            <a:xfrm>
              <a:off x="11414065" y="1667167"/>
              <a:ext cx="165860" cy="263469"/>
            </a:xfrm>
            <a:custGeom>
              <a:avLst/>
              <a:gdLst>
                <a:gd name="connsiteX0" fmla="*/ 3050 w 165860"/>
                <a:gd name="connsiteY0" fmla="*/ 246246 h 263469"/>
                <a:gd name="connsiteX1" fmla="*/ 20173 w 165860"/>
                <a:gd name="connsiteY1" fmla="*/ 165680 h 263469"/>
                <a:gd name="connsiteX2" fmla="*/ 14616 w 165860"/>
                <a:gd name="connsiteY2" fmla="*/ 103285 h 263469"/>
                <a:gd name="connsiteX3" fmla="*/ 29636 w 165860"/>
                <a:gd name="connsiteY3" fmla="*/ 74302 h 263469"/>
                <a:gd name="connsiteX4" fmla="*/ 56071 w 165860"/>
                <a:gd name="connsiteY4" fmla="*/ 4549 h 263469"/>
                <a:gd name="connsiteX5" fmla="*/ 57422 w 165860"/>
                <a:gd name="connsiteY5" fmla="*/ 1020 h 263469"/>
                <a:gd name="connsiteX6" fmla="*/ 64932 w 165860"/>
                <a:gd name="connsiteY6" fmla="*/ 1020 h 263469"/>
                <a:gd name="connsiteX7" fmla="*/ 92269 w 165860"/>
                <a:gd name="connsiteY7" fmla="*/ 2371 h 263469"/>
                <a:gd name="connsiteX8" fmla="*/ 101732 w 165860"/>
                <a:gd name="connsiteY8" fmla="*/ 3422 h 263469"/>
                <a:gd name="connsiteX9" fmla="*/ 107214 w 165860"/>
                <a:gd name="connsiteY9" fmla="*/ 17388 h 263469"/>
                <a:gd name="connsiteX10" fmla="*/ 122234 w 165860"/>
                <a:gd name="connsiteY10" fmla="*/ 76179 h 263469"/>
                <a:gd name="connsiteX11" fmla="*/ 125539 w 165860"/>
                <a:gd name="connsiteY11" fmla="*/ 106589 h 263469"/>
                <a:gd name="connsiteX12" fmla="*/ 136352 w 165860"/>
                <a:gd name="connsiteY12" fmla="*/ 129114 h 263469"/>
                <a:gd name="connsiteX13" fmla="*/ 161586 w 165860"/>
                <a:gd name="connsiteY13" fmla="*/ 216813 h 263469"/>
                <a:gd name="connsiteX14" fmla="*/ 165642 w 165860"/>
                <a:gd name="connsiteY14" fmla="*/ 231079 h 263469"/>
                <a:gd name="connsiteX15" fmla="*/ 161511 w 165860"/>
                <a:gd name="connsiteY15" fmla="*/ 244894 h 263469"/>
                <a:gd name="connsiteX16" fmla="*/ 152198 w 165860"/>
                <a:gd name="connsiteY16" fmla="*/ 249775 h 263469"/>
                <a:gd name="connsiteX17" fmla="*/ 137178 w 165860"/>
                <a:gd name="connsiteY17" fmla="*/ 254956 h 263469"/>
                <a:gd name="connsiteX18" fmla="*/ 116526 w 165860"/>
                <a:gd name="connsiteY18" fmla="*/ 261037 h 263469"/>
                <a:gd name="connsiteX19" fmla="*/ 90316 w 165860"/>
                <a:gd name="connsiteY19" fmla="*/ 262915 h 263469"/>
                <a:gd name="connsiteX20" fmla="*/ 41877 w 165860"/>
                <a:gd name="connsiteY20" fmla="*/ 263440 h 263469"/>
                <a:gd name="connsiteX21" fmla="*/ 14240 w 165860"/>
                <a:gd name="connsiteY21" fmla="*/ 262915 h 263469"/>
                <a:gd name="connsiteX22" fmla="*/ -29 w 165860"/>
                <a:gd name="connsiteY22" fmla="*/ 253829 h 263469"/>
                <a:gd name="connsiteX23" fmla="*/ 3050 w 165860"/>
                <a:gd name="connsiteY23" fmla="*/ 246246 h 263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65860" h="263469">
                  <a:moveTo>
                    <a:pt x="3050" y="246246"/>
                  </a:moveTo>
                  <a:cubicBezTo>
                    <a:pt x="17169" y="221896"/>
                    <a:pt x="23177" y="193672"/>
                    <a:pt x="20173" y="165680"/>
                  </a:cubicBezTo>
                  <a:cubicBezTo>
                    <a:pt x="17470" y="144807"/>
                    <a:pt x="8908" y="123558"/>
                    <a:pt x="14616" y="103285"/>
                  </a:cubicBezTo>
                  <a:cubicBezTo>
                    <a:pt x="18296" y="92991"/>
                    <a:pt x="23328" y="83245"/>
                    <a:pt x="29636" y="74302"/>
                  </a:cubicBezTo>
                  <a:cubicBezTo>
                    <a:pt x="42628" y="52866"/>
                    <a:pt x="51640" y="29221"/>
                    <a:pt x="56071" y="4549"/>
                  </a:cubicBezTo>
                  <a:cubicBezTo>
                    <a:pt x="56146" y="3272"/>
                    <a:pt x="56672" y="2048"/>
                    <a:pt x="57422" y="1020"/>
                  </a:cubicBezTo>
                  <a:cubicBezTo>
                    <a:pt x="59300" y="-857"/>
                    <a:pt x="62379" y="194"/>
                    <a:pt x="64932" y="1020"/>
                  </a:cubicBezTo>
                  <a:cubicBezTo>
                    <a:pt x="73719" y="4293"/>
                    <a:pt x="83257" y="4767"/>
                    <a:pt x="92269" y="2371"/>
                  </a:cubicBezTo>
                  <a:cubicBezTo>
                    <a:pt x="97301" y="1020"/>
                    <a:pt x="98577" y="-857"/>
                    <a:pt x="101732" y="3422"/>
                  </a:cubicBezTo>
                  <a:cubicBezTo>
                    <a:pt x="104134" y="7845"/>
                    <a:pt x="105938" y="12530"/>
                    <a:pt x="107214" y="17388"/>
                  </a:cubicBezTo>
                  <a:cubicBezTo>
                    <a:pt x="115024" y="36159"/>
                    <a:pt x="120055" y="55959"/>
                    <a:pt x="122234" y="76179"/>
                  </a:cubicBezTo>
                  <a:cubicBezTo>
                    <a:pt x="122158" y="86406"/>
                    <a:pt x="123285" y="96610"/>
                    <a:pt x="125539" y="106589"/>
                  </a:cubicBezTo>
                  <a:cubicBezTo>
                    <a:pt x="128542" y="114382"/>
                    <a:pt x="132147" y="121913"/>
                    <a:pt x="136352" y="129114"/>
                  </a:cubicBezTo>
                  <a:cubicBezTo>
                    <a:pt x="149946" y="156445"/>
                    <a:pt x="151372" y="188055"/>
                    <a:pt x="161586" y="216813"/>
                  </a:cubicBezTo>
                  <a:cubicBezTo>
                    <a:pt x="163463" y="221393"/>
                    <a:pt x="164816" y="226183"/>
                    <a:pt x="165642" y="231079"/>
                  </a:cubicBezTo>
                  <a:cubicBezTo>
                    <a:pt x="166392" y="236072"/>
                    <a:pt x="164891" y="241140"/>
                    <a:pt x="161511" y="244894"/>
                  </a:cubicBezTo>
                  <a:cubicBezTo>
                    <a:pt x="158807" y="247162"/>
                    <a:pt x="155579" y="248821"/>
                    <a:pt x="152198" y="249775"/>
                  </a:cubicBezTo>
                  <a:lnTo>
                    <a:pt x="137178" y="254956"/>
                  </a:lnTo>
                  <a:cubicBezTo>
                    <a:pt x="130419" y="257471"/>
                    <a:pt x="123511" y="259506"/>
                    <a:pt x="116526" y="261037"/>
                  </a:cubicBezTo>
                  <a:cubicBezTo>
                    <a:pt x="107889" y="262457"/>
                    <a:pt x="99103" y="263080"/>
                    <a:pt x="90316" y="262915"/>
                  </a:cubicBezTo>
                  <a:lnTo>
                    <a:pt x="41877" y="263440"/>
                  </a:lnTo>
                  <a:cubicBezTo>
                    <a:pt x="32640" y="263440"/>
                    <a:pt x="23402" y="263440"/>
                    <a:pt x="14240" y="262915"/>
                  </a:cubicBezTo>
                  <a:cubicBezTo>
                    <a:pt x="8082" y="262464"/>
                    <a:pt x="422" y="259986"/>
                    <a:pt x="-29" y="253829"/>
                  </a:cubicBezTo>
                  <a:cubicBezTo>
                    <a:pt x="196" y="251051"/>
                    <a:pt x="1323" y="248408"/>
                    <a:pt x="3050" y="246246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Content Placeholder 4">
              <a:extLst>
                <a:ext uri="{FF2B5EF4-FFF2-40B4-BE49-F238E27FC236}">
                  <a16:creationId xmlns:a16="http://schemas.microsoft.com/office/drawing/2014/main" id="{274ED23B-3238-1A52-8E2B-46CE50BB6E2B}"/>
                </a:ext>
              </a:extLst>
            </p:cNvPr>
            <p:cNvSpPr/>
            <p:nvPr/>
          </p:nvSpPr>
          <p:spPr>
            <a:xfrm>
              <a:off x="11508808" y="2315185"/>
              <a:ext cx="73948" cy="68511"/>
            </a:xfrm>
            <a:custGeom>
              <a:avLst/>
              <a:gdLst>
                <a:gd name="connsiteX0" fmla="*/ 9616 w 73948"/>
                <a:gd name="connsiteY0" fmla="*/ 1356 h 68511"/>
                <a:gd name="connsiteX1" fmla="*/ 4209 w 73948"/>
                <a:gd name="connsiteY1" fmla="*/ 1957 h 68511"/>
                <a:gd name="connsiteX2" fmla="*/ 1055 w 73948"/>
                <a:gd name="connsiteY2" fmla="*/ 7138 h 68511"/>
                <a:gd name="connsiteX3" fmla="*/ 4059 w 73948"/>
                <a:gd name="connsiteY3" fmla="*/ 45431 h 68511"/>
                <a:gd name="connsiteX4" fmla="*/ 5636 w 73948"/>
                <a:gd name="connsiteY4" fmla="*/ 68482 h 68511"/>
                <a:gd name="connsiteX5" fmla="*/ 13146 w 73948"/>
                <a:gd name="connsiteY5" fmla="*/ 67731 h 68511"/>
                <a:gd name="connsiteX6" fmla="*/ 13146 w 73948"/>
                <a:gd name="connsiteY6" fmla="*/ 54066 h 68511"/>
                <a:gd name="connsiteX7" fmla="*/ 14348 w 73948"/>
                <a:gd name="connsiteY7" fmla="*/ 49936 h 68511"/>
                <a:gd name="connsiteX8" fmla="*/ 18103 w 73948"/>
                <a:gd name="connsiteY8" fmla="*/ 48509 h 68511"/>
                <a:gd name="connsiteX9" fmla="*/ 20431 w 73948"/>
                <a:gd name="connsiteY9" fmla="*/ 51513 h 68511"/>
                <a:gd name="connsiteX10" fmla="*/ 22984 w 73948"/>
                <a:gd name="connsiteY10" fmla="*/ 60148 h 68511"/>
                <a:gd name="connsiteX11" fmla="*/ 24712 w 73948"/>
                <a:gd name="connsiteY11" fmla="*/ 64803 h 68511"/>
                <a:gd name="connsiteX12" fmla="*/ 32222 w 73948"/>
                <a:gd name="connsiteY12" fmla="*/ 66830 h 68511"/>
                <a:gd name="connsiteX13" fmla="*/ 61060 w 73948"/>
                <a:gd name="connsiteY13" fmla="*/ 66380 h 68511"/>
                <a:gd name="connsiteX14" fmla="*/ 72475 w 73948"/>
                <a:gd name="connsiteY14" fmla="*/ 62776 h 68511"/>
                <a:gd name="connsiteX15" fmla="*/ 70072 w 73948"/>
                <a:gd name="connsiteY15" fmla="*/ 49335 h 68511"/>
                <a:gd name="connsiteX16" fmla="*/ 57380 w 73948"/>
                <a:gd name="connsiteY16" fmla="*/ 41377 h 68511"/>
                <a:gd name="connsiteX17" fmla="*/ 46115 w 73948"/>
                <a:gd name="connsiteY17" fmla="*/ 29663 h 68511"/>
                <a:gd name="connsiteX18" fmla="*/ 35075 w 73948"/>
                <a:gd name="connsiteY18" fmla="*/ 2257 h 68511"/>
                <a:gd name="connsiteX19" fmla="*/ 25989 w 73948"/>
                <a:gd name="connsiteY19" fmla="*/ 380 h 68511"/>
                <a:gd name="connsiteX20" fmla="*/ 9616 w 73948"/>
                <a:gd name="connsiteY20" fmla="*/ 1356 h 685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73948" h="68511">
                  <a:moveTo>
                    <a:pt x="9616" y="1356"/>
                  </a:moveTo>
                  <a:cubicBezTo>
                    <a:pt x="7814" y="1019"/>
                    <a:pt x="5937" y="1229"/>
                    <a:pt x="4209" y="1957"/>
                  </a:cubicBezTo>
                  <a:cubicBezTo>
                    <a:pt x="2482" y="3203"/>
                    <a:pt x="1356" y="5066"/>
                    <a:pt x="1055" y="7138"/>
                  </a:cubicBezTo>
                  <a:cubicBezTo>
                    <a:pt x="-2174" y="19602"/>
                    <a:pt x="2708" y="32592"/>
                    <a:pt x="4059" y="45431"/>
                  </a:cubicBezTo>
                  <a:cubicBezTo>
                    <a:pt x="4885" y="52939"/>
                    <a:pt x="4510" y="60899"/>
                    <a:pt x="5636" y="68482"/>
                  </a:cubicBezTo>
                  <a:lnTo>
                    <a:pt x="13146" y="67731"/>
                  </a:lnTo>
                  <a:cubicBezTo>
                    <a:pt x="12621" y="63189"/>
                    <a:pt x="12621" y="58608"/>
                    <a:pt x="13146" y="54066"/>
                  </a:cubicBezTo>
                  <a:cubicBezTo>
                    <a:pt x="13221" y="52609"/>
                    <a:pt x="13597" y="51190"/>
                    <a:pt x="14348" y="49936"/>
                  </a:cubicBezTo>
                  <a:cubicBezTo>
                    <a:pt x="15099" y="48667"/>
                    <a:pt x="16676" y="48082"/>
                    <a:pt x="18103" y="48509"/>
                  </a:cubicBezTo>
                  <a:cubicBezTo>
                    <a:pt x="19229" y="49185"/>
                    <a:pt x="20055" y="50259"/>
                    <a:pt x="20431" y="51513"/>
                  </a:cubicBezTo>
                  <a:cubicBezTo>
                    <a:pt x="21483" y="54321"/>
                    <a:pt x="22384" y="57204"/>
                    <a:pt x="22984" y="60148"/>
                  </a:cubicBezTo>
                  <a:cubicBezTo>
                    <a:pt x="23135" y="61822"/>
                    <a:pt x="23735" y="63421"/>
                    <a:pt x="24712" y="64803"/>
                  </a:cubicBezTo>
                  <a:cubicBezTo>
                    <a:pt x="26815" y="66552"/>
                    <a:pt x="29518" y="67296"/>
                    <a:pt x="32222" y="66830"/>
                  </a:cubicBezTo>
                  <a:lnTo>
                    <a:pt x="61060" y="66380"/>
                  </a:lnTo>
                  <a:cubicBezTo>
                    <a:pt x="65191" y="66890"/>
                    <a:pt x="69397" y="65576"/>
                    <a:pt x="72475" y="62776"/>
                  </a:cubicBezTo>
                  <a:cubicBezTo>
                    <a:pt x="75103" y="58315"/>
                    <a:pt x="74053" y="52617"/>
                    <a:pt x="70072" y="49335"/>
                  </a:cubicBezTo>
                  <a:cubicBezTo>
                    <a:pt x="66092" y="46287"/>
                    <a:pt x="61887" y="43621"/>
                    <a:pt x="57380" y="41377"/>
                  </a:cubicBezTo>
                  <a:cubicBezTo>
                    <a:pt x="52724" y="38448"/>
                    <a:pt x="48894" y="34431"/>
                    <a:pt x="46115" y="29663"/>
                  </a:cubicBezTo>
                  <a:cubicBezTo>
                    <a:pt x="41384" y="21554"/>
                    <a:pt x="41234" y="9315"/>
                    <a:pt x="35075" y="2257"/>
                  </a:cubicBezTo>
                  <a:cubicBezTo>
                    <a:pt x="32447" y="-671"/>
                    <a:pt x="29593" y="-145"/>
                    <a:pt x="25989" y="380"/>
                  </a:cubicBezTo>
                  <a:cubicBezTo>
                    <a:pt x="20582" y="1304"/>
                    <a:pt x="15099" y="1627"/>
                    <a:pt x="9616" y="1356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Content Placeholder 4">
              <a:extLst>
                <a:ext uri="{FF2B5EF4-FFF2-40B4-BE49-F238E27FC236}">
                  <a16:creationId xmlns:a16="http://schemas.microsoft.com/office/drawing/2014/main" id="{C8E11573-59C9-6087-644D-5128814F8E03}"/>
                </a:ext>
              </a:extLst>
            </p:cNvPr>
            <p:cNvSpPr/>
            <p:nvPr/>
          </p:nvSpPr>
          <p:spPr>
            <a:xfrm>
              <a:off x="11396117" y="2306451"/>
              <a:ext cx="47894" cy="81663"/>
            </a:xfrm>
            <a:custGeom>
              <a:avLst/>
              <a:gdLst>
                <a:gd name="connsiteX0" fmla="*/ 21975 w 47894"/>
                <a:gd name="connsiteY0" fmla="*/ 30 h 81663"/>
                <a:gd name="connsiteX1" fmla="*/ 19497 w 47894"/>
                <a:gd name="connsiteY1" fmla="*/ 480 h 81663"/>
                <a:gd name="connsiteX2" fmla="*/ 18445 w 47894"/>
                <a:gd name="connsiteY2" fmla="*/ 1907 h 81663"/>
                <a:gd name="connsiteX3" fmla="*/ 13639 w 47894"/>
                <a:gd name="connsiteY3" fmla="*/ 25108 h 81663"/>
                <a:gd name="connsiteX4" fmla="*/ 2298 w 47894"/>
                <a:gd name="connsiteY4" fmla="*/ 56568 h 81663"/>
                <a:gd name="connsiteX5" fmla="*/ -29 w 47894"/>
                <a:gd name="connsiteY5" fmla="*/ 65879 h 81663"/>
                <a:gd name="connsiteX6" fmla="*/ 11085 w 47894"/>
                <a:gd name="connsiteY6" fmla="*/ 79920 h 81663"/>
                <a:gd name="connsiteX7" fmla="*/ 29860 w 47894"/>
                <a:gd name="connsiteY7" fmla="*/ 80746 h 81663"/>
                <a:gd name="connsiteX8" fmla="*/ 33615 w 47894"/>
                <a:gd name="connsiteY8" fmla="*/ 79619 h 81663"/>
                <a:gd name="connsiteX9" fmla="*/ 36769 w 47894"/>
                <a:gd name="connsiteY9" fmla="*/ 77142 h 81663"/>
                <a:gd name="connsiteX10" fmla="*/ 45180 w 47894"/>
                <a:gd name="connsiteY10" fmla="*/ 45381 h 81663"/>
                <a:gd name="connsiteX11" fmla="*/ 46382 w 47894"/>
                <a:gd name="connsiteY11" fmla="*/ 26084 h 81663"/>
                <a:gd name="connsiteX12" fmla="*/ 47809 w 47894"/>
                <a:gd name="connsiteY12" fmla="*/ 8439 h 81663"/>
                <a:gd name="connsiteX13" fmla="*/ 39698 w 47894"/>
                <a:gd name="connsiteY13" fmla="*/ 3033 h 81663"/>
                <a:gd name="connsiteX14" fmla="*/ 21975 w 47894"/>
                <a:gd name="connsiteY14" fmla="*/ 30 h 8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894" h="81663">
                  <a:moveTo>
                    <a:pt x="21975" y="30"/>
                  </a:moveTo>
                  <a:cubicBezTo>
                    <a:pt x="21149" y="-128"/>
                    <a:pt x="20247" y="30"/>
                    <a:pt x="19497" y="480"/>
                  </a:cubicBezTo>
                  <a:cubicBezTo>
                    <a:pt x="19046" y="893"/>
                    <a:pt x="18746" y="1374"/>
                    <a:pt x="18445" y="1907"/>
                  </a:cubicBezTo>
                  <a:cubicBezTo>
                    <a:pt x="15742" y="9378"/>
                    <a:pt x="14164" y="17187"/>
                    <a:pt x="13639" y="25108"/>
                  </a:cubicBezTo>
                  <a:cubicBezTo>
                    <a:pt x="10935" y="35950"/>
                    <a:pt x="7105" y="46492"/>
                    <a:pt x="2298" y="56568"/>
                  </a:cubicBezTo>
                  <a:cubicBezTo>
                    <a:pt x="872" y="59482"/>
                    <a:pt x="120" y="62650"/>
                    <a:pt x="-29" y="65879"/>
                  </a:cubicBezTo>
                  <a:cubicBezTo>
                    <a:pt x="571" y="72336"/>
                    <a:pt x="4927" y="77825"/>
                    <a:pt x="11085" y="79920"/>
                  </a:cubicBezTo>
                  <a:cubicBezTo>
                    <a:pt x="17168" y="81879"/>
                    <a:pt x="23627" y="82165"/>
                    <a:pt x="29860" y="80746"/>
                  </a:cubicBezTo>
                  <a:cubicBezTo>
                    <a:pt x="31137" y="80565"/>
                    <a:pt x="32414" y="80183"/>
                    <a:pt x="33615" y="79619"/>
                  </a:cubicBezTo>
                  <a:cubicBezTo>
                    <a:pt x="34816" y="78989"/>
                    <a:pt x="35868" y="78148"/>
                    <a:pt x="36769" y="77142"/>
                  </a:cubicBezTo>
                  <a:cubicBezTo>
                    <a:pt x="44279" y="68882"/>
                    <a:pt x="44730" y="56568"/>
                    <a:pt x="45180" y="45381"/>
                  </a:cubicBezTo>
                  <a:cubicBezTo>
                    <a:pt x="45180" y="38923"/>
                    <a:pt x="45782" y="32466"/>
                    <a:pt x="46382" y="26084"/>
                  </a:cubicBezTo>
                  <a:cubicBezTo>
                    <a:pt x="47584" y="20280"/>
                    <a:pt x="48034" y="14356"/>
                    <a:pt x="47809" y="8439"/>
                  </a:cubicBezTo>
                  <a:cubicBezTo>
                    <a:pt x="46982" y="3859"/>
                    <a:pt x="43603" y="3559"/>
                    <a:pt x="39698" y="3033"/>
                  </a:cubicBezTo>
                  <a:cubicBezTo>
                    <a:pt x="33766" y="2207"/>
                    <a:pt x="27983" y="330"/>
                    <a:pt x="21975" y="30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Content Placeholder 4">
              <a:extLst>
                <a:ext uri="{FF2B5EF4-FFF2-40B4-BE49-F238E27FC236}">
                  <a16:creationId xmlns:a16="http://schemas.microsoft.com/office/drawing/2014/main" id="{20939349-2C60-252B-BB31-781CEDD1D37A}"/>
                </a:ext>
              </a:extLst>
            </p:cNvPr>
            <p:cNvSpPr/>
            <p:nvPr/>
          </p:nvSpPr>
          <p:spPr>
            <a:xfrm>
              <a:off x="11475346" y="1828597"/>
              <a:ext cx="174060" cy="52651"/>
            </a:xfrm>
            <a:custGeom>
              <a:avLst/>
              <a:gdLst>
                <a:gd name="connsiteX0" fmla="*/ 96775 w 174060"/>
                <a:gd name="connsiteY0" fmla="*/ 44120 h 52651"/>
                <a:gd name="connsiteX1" fmla="*/ 51264 w 174060"/>
                <a:gd name="connsiteY1" fmla="*/ 39990 h 52651"/>
                <a:gd name="connsiteX2" fmla="*/ 41576 w 174060"/>
                <a:gd name="connsiteY2" fmla="*/ 38789 h 52651"/>
                <a:gd name="connsiteX3" fmla="*/ 28734 w 174060"/>
                <a:gd name="connsiteY3" fmla="*/ 30004 h 52651"/>
                <a:gd name="connsiteX4" fmla="*/ -29 w 174060"/>
                <a:gd name="connsiteY4" fmla="*/ -30 h 52651"/>
                <a:gd name="connsiteX5" fmla="*/ 129518 w 174060"/>
                <a:gd name="connsiteY5" fmla="*/ 4325 h 52651"/>
                <a:gd name="connsiteX6" fmla="*/ 133048 w 174060"/>
                <a:gd name="connsiteY6" fmla="*/ 4926 h 52651"/>
                <a:gd name="connsiteX7" fmla="*/ 136653 w 174060"/>
                <a:gd name="connsiteY7" fmla="*/ 8305 h 52651"/>
                <a:gd name="connsiteX8" fmla="*/ 153100 w 174060"/>
                <a:gd name="connsiteY8" fmla="*/ 27977 h 52651"/>
                <a:gd name="connsiteX9" fmla="*/ 172100 w 174060"/>
                <a:gd name="connsiteY9" fmla="*/ 45547 h 52651"/>
                <a:gd name="connsiteX10" fmla="*/ 157831 w 174060"/>
                <a:gd name="connsiteY10" fmla="*/ 52304 h 52651"/>
                <a:gd name="connsiteX11" fmla="*/ 129068 w 174060"/>
                <a:gd name="connsiteY11" fmla="*/ 49151 h 52651"/>
                <a:gd name="connsiteX12" fmla="*/ 96775 w 174060"/>
                <a:gd name="connsiteY12" fmla="*/ 44120 h 52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4060" h="52651">
                  <a:moveTo>
                    <a:pt x="96775" y="44120"/>
                  </a:moveTo>
                  <a:cubicBezTo>
                    <a:pt x="81680" y="41920"/>
                    <a:pt x="66509" y="40546"/>
                    <a:pt x="51264" y="39990"/>
                  </a:cubicBezTo>
                  <a:cubicBezTo>
                    <a:pt x="47960" y="40013"/>
                    <a:pt x="44730" y="39607"/>
                    <a:pt x="41576" y="38789"/>
                  </a:cubicBezTo>
                  <a:cubicBezTo>
                    <a:pt x="36695" y="36912"/>
                    <a:pt x="32264" y="33901"/>
                    <a:pt x="28734" y="30004"/>
                  </a:cubicBezTo>
                  <a:cubicBezTo>
                    <a:pt x="18671" y="20468"/>
                    <a:pt x="9133" y="10482"/>
                    <a:pt x="-29" y="-30"/>
                  </a:cubicBezTo>
                  <a:cubicBezTo>
                    <a:pt x="43153" y="924"/>
                    <a:pt x="86336" y="2373"/>
                    <a:pt x="129518" y="4325"/>
                  </a:cubicBezTo>
                  <a:cubicBezTo>
                    <a:pt x="130720" y="4333"/>
                    <a:pt x="131922" y="4535"/>
                    <a:pt x="133048" y="4926"/>
                  </a:cubicBezTo>
                  <a:cubicBezTo>
                    <a:pt x="134475" y="5744"/>
                    <a:pt x="135751" y="6901"/>
                    <a:pt x="136653" y="8305"/>
                  </a:cubicBezTo>
                  <a:cubicBezTo>
                    <a:pt x="141910" y="15062"/>
                    <a:pt x="147317" y="21670"/>
                    <a:pt x="153100" y="27977"/>
                  </a:cubicBezTo>
                  <a:cubicBezTo>
                    <a:pt x="158882" y="34284"/>
                    <a:pt x="166767" y="39164"/>
                    <a:pt x="172100" y="45547"/>
                  </a:cubicBezTo>
                  <a:cubicBezTo>
                    <a:pt x="179610" y="54407"/>
                    <a:pt x="163163" y="52529"/>
                    <a:pt x="157831" y="52304"/>
                  </a:cubicBezTo>
                  <a:cubicBezTo>
                    <a:pt x="148218" y="51741"/>
                    <a:pt x="138605" y="50690"/>
                    <a:pt x="129068" y="49151"/>
                  </a:cubicBezTo>
                  <a:cubicBezTo>
                    <a:pt x="118178" y="47649"/>
                    <a:pt x="107439" y="45622"/>
                    <a:pt x="96775" y="44120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Content Placeholder 4">
              <a:extLst>
                <a:ext uri="{FF2B5EF4-FFF2-40B4-BE49-F238E27FC236}">
                  <a16:creationId xmlns:a16="http://schemas.microsoft.com/office/drawing/2014/main" id="{431D4B3F-A84C-9B58-97DB-18F70397D1DF}"/>
                </a:ext>
              </a:extLst>
            </p:cNvPr>
            <p:cNvSpPr/>
            <p:nvPr/>
          </p:nvSpPr>
          <p:spPr>
            <a:xfrm>
              <a:off x="11587457" y="1852701"/>
              <a:ext cx="40175" cy="32249"/>
            </a:xfrm>
            <a:custGeom>
              <a:avLst/>
              <a:gdLst>
                <a:gd name="connsiteX0" fmla="*/ 5166 w 40175"/>
                <a:gd name="connsiteY0" fmla="*/ 16337 h 32249"/>
                <a:gd name="connsiteX1" fmla="*/ 13953 w 40175"/>
                <a:gd name="connsiteY1" fmla="*/ 12658 h 32249"/>
                <a:gd name="connsiteX2" fmla="*/ 23416 w 40175"/>
                <a:gd name="connsiteY2" fmla="*/ 5150 h 32249"/>
                <a:gd name="connsiteX3" fmla="*/ 26945 w 40175"/>
                <a:gd name="connsiteY3" fmla="*/ 1095 h 32249"/>
                <a:gd name="connsiteX4" fmla="*/ 37234 w 40175"/>
                <a:gd name="connsiteY4" fmla="*/ 2747 h 32249"/>
                <a:gd name="connsiteX5" fmla="*/ 39937 w 40175"/>
                <a:gd name="connsiteY5" fmla="*/ 13484 h 32249"/>
                <a:gd name="connsiteX6" fmla="*/ 35957 w 40175"/>
                <a:gd name="connsiteY6" fmla="*/ 24221 h 32249"/>
                <a:gd name="connsiteX7" fmla="*/ 33028 w 40175"/>
                <a:gd name="connsiteY7" fmla="*/ 28801 h 32249"/>
                <a:gd name="connsiteX8" fmla="*/ 4491 w 40175"/>
                <a:gd name="connsiteY8" fmla="*/ 28801 h 32249"/>
                <a:gd name="connsiteX9" fmla="*/ 736 w 40175"/>
                <a:gd name="connsiteY9" fmla="*/ 26474 h 32249"/>
                <a:gd name="connsiteX10" fmla="*/ -15 w 40175"/>
                <a:gd name="connsiteY10" fmla="*/ 23696 h 32249"/>
                <a:gd name="connsiteX11" fmla="*/ 5166 w 40175"/>
                <a:gd name="connsiteY11" fmla="*/ 16337 h 32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175" h="32249">
                  <a:moveTo>
                    <a:pt x="5166" y="16337"/>
                  </a:moveTo>
                  <a:cubicBezTo>
                    <a:pt x="7945" y="14761"/>
                    <a:pt x="11099" y="14010"/>
                    <a:pt x="13953" y="12658"/>
                  </a:cubicBezTo>
                  <a:cubicBezTo>
                    <a:pt x="17708" y="10976"/>
                    <a:pt x="20937" y="8393"/>
                    <a:pt x="23416" y="5150"/>
                  </a:cubicBezTo>
                  <a:cubicBezTo>
                    <a:pt x="24392" y="3633"/>
                    <a:pt x="25593" y="2267"/>
                    <a:pt x="26945" y="1095"/>
                  </a:cubicBezTo>
                  <a:cubicBezTo>
                    <a:pt x="30324" y="-887"/>
                    <a:pt x="34681" y="-196"/>
                    <a:pt x="37234" y="2747"/>
                  </a:cubicBezTo>
                  <a:cubicBezTo>
                    <a:pt x="39637" y="5765"/>
                    <a:pt x="40613" y="9685"/>
                    <a:pt x="39937" y="13484"/>
                  </a:cubicBezTo>
                  <a:cubicBezTo>
                    <a:pt x="39187" y="17246"/>
                    <a:pt x="37834" y="20872"/>
                    <a:pt x="35957" y="24221"/>
                  </a:cubicBezTo>
                  <a:cubicBezTo>
                    <a:pt x="35206" y="25873"/>
                    <a:pt x="34230" y="27420"/>
                    <a:pt x="33028" y="28801"/>
                  </a:cubicBezTo>
                  <a:cubicBezTo>
                    <a:pt x="26945" y="34958"/>
                    <a:pt x="11625" y="31429"/>
                    <a:pt x="4491" y="28801"/>
                  </a:cubicBezTo>
                  <a:cubicBezTo>
                    <a:pt x="2988" y="28449"/>
                    <a:pt x="1712" y="27638"/>
                    <a:pt x="736" y="26474"/>
                  </a:cubicBezTo>
                  <a:cubicBezTo>
                    <a:pt x="135" y="25670"/>
                    <a:pt x="-90" y="24679"/>
                    <a:pt x="-15" y="23696"/>
                  </a:cubicBezTo>
                  <a:cubicBezTo>
                    <a:pt x="360" y="20520"/>
                    <a:pt x="2312" y="17749"/>
                    <a:pt x="5166" y="16337"/>
                  </a:cubicBezTo>
                  <a:close/>
                </a:path>
              </a:pathLst>
            </a:custGeom>
            <a:solidFill>
              <a:srgbClr val="D9A8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Content Placeholder 4">
              <a:extLst>
                <a:ext uri="{FF2B5EF4-FFF2-40B4-BE49-F238E27FC236}">
                  <a16:creationId xmlns:a16="http://schemas.microsoft.com/office/drawing/2014/main" id="{BDD14B84-4FD2-4194-4CA6-1FFC10D5154E}"/>
                </a:ext>
              </a:extLst>
            </p:cNvPr>
            <p:cNvSpPr/>
            <p:nvPr/>
          </p:nvSpPr>
          <p:spPr>
            <a:xfrm>
              <a:off x="11510680" y="1735865"/>
              <a:ext cx="165757" cy="138418"/>
            </a:xfrm>
            <a:custGeom>
              <a:avLst/>
              <a:gdLst>
                <a:gd name="connsiteX0" fmla="*/ 10148 w 165757"/>
                <a:gd name="connsiteY0" fmla="*/ 574 h 138418"/>
                <a:gd name="connsiteX1" fmla="*/ 84 w 165757"/>
                <a:gd name="connsiteY1" fmla="*/ 114027 h 138418"/>
                <a:gd name="connsiteX2" fmla="*/ 2563 w 165757"/>
                <a:gd name="connsiteY2" fmla="*/ 124313 h 138418"/>
                <a:gd name="connsiteX3" fmla="*/ 16005 w 165757"/>
                <a:gd name="connsiteY3" fmla="*/ 128969 h 138418"/>
                <a:gd name="connsiteX4" fmla="*/ 104624 w 165757"/>
                <a:gd name="connsiteY4" fmla="*/ 137153 h 138418"/>
                <a:gd name="connsiteX5" fmla="*/ 136692 w 165757"/>
                <a:gd name="connsiteY5" fmla="*/ 137904 h 138418"/>
                <a:gd name="connsiteX6" fmla="*/ 142174 w 165757"/>
                <a:gd name="connsiteY6" fmla="*/ 136252 h 138418"/>
                <a:gd name="connsiteX7" fmla="*/ 145028 w 165757"/>
                <a:gd name="connsiteY7" fmla="*/ 130996 h 138418"/>
                <a:gd name="connsiteX8" fmla="*/ 160047 w 165757"/>
                <a:gd name="connsiteY8" fmla="*/ 66949 h 138418"/>
                <a:gd name="connsiteX9" fmla="*/ 165379 w 165757"/>
                <a:gd name="connsiteY9" fmla="*/ 30683 h 138418"/>
                <a:gd name="connsiteX10" fmla="*/ 148331 w 165757"/>
                <a:gd name="connsiteY10" fmla="*/ 10185 h 138418"/>
                <a:gd name="connsiteX11" fmla="*/ 102596 w 165757"/>
                <a:gd name="connsiteY11" fmla="*/ 5454 h 138418"/>
                <a:gd name="connsiteX12" fmla="*/ 10148 w 165757"/>
                <a:gd name="connsiteY12" fmla="*/ 574 h 138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5757" h="138418">
                  <a:moveTo>
                    <a:pt x="10148" y="574"/>
                  </a:moveTo>
                  <a:cubicBezTo>
                    <a:pt x="3764" y="38064"/>
                    <a:pt x="385" y="76004"/>
                    <a:pt x="84" y="114027"/>
                  </a:cubicBezTo>
                  <a:cubicBezTo>
                    <a:pt x="-366" y="117646"/>
                    <a:pt x="535" y="121295"/>
                    <a:pt x="2563" y="124313"/>
                  </a:cubicBezTo>
                  <a:cubicBezTo>
                    <a:pt x="6318" y="127467"/>
                    <a:pt x="11125" y="129126"/>
                    <a:pt x="16005" y="128969"/>
                  </a:cubicBezTo>
                  <a:lnTo>
                    <a:pt x="104624" y="137153"/>
                  </a:lnTo>
                  <a:cubicBezTo>
                    <a:pt x="115288" y="138489"/>
                    <a:pt x="126027" y="138745"/>
                    <a:pt x="136692" y="137904"/>
                  </a:cubicBezTo>
                  <a:cubicBezTo>
                    <a:pt x="138644" y="137828"/>
                    <a:pt x="140522" y="137258"/>
                    <a:pt x="142174" y="136252"/>
                  </a:cubicBezTo>
                  <a:cubicBezTo>
                    <a:pt x="143675" y="134863"/>
                    <a:pt x="144652" y="133016"/>
                    <a:pt x="145028" y="130996"/>
                  </a:cubicBezTo>
                  <a:cubicBezTo>
                    <a:pt x="151185" y="109935"/>
                    <a:pt x="156217" y="88558"/>
                    <a:pt x="160047" y="66949"/>
                  </a:cubicBezTo>
                  <a:cubicBezTo>
                    <a:pt x="162151" y="54860"/>
                    <a:pt x="163878" y="42772"/>
                    <a:pt x="165379" y="30683"/>
                  </a:cubicBezTo>
                  <a:cubicBezTo>
                    <a:pt x="167032" y="16942"/>
                    <a:pt x="163052" y="10785"/>
                    <a:pt x="148331" y="10185"/>
                  </a:cubicBezTo>
                  <a:cubicBezTo>
                    <a:pt x="133612" y="9584"/>
                    <a:pt x="117766" y="6881"/>
                    <a:pt x="102596" y="5454"/>
                  </a:cubicBezTo>
                  <a:cubicBezTo>
                    <a:pt x="94636" y="4704"/>
                    <a:pt x="10598" y="-2054"/>
                    <a:pt x="10148" y="574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Content Placeholder 4">
              <a:extLst>
                <a:ext uri="{FF2B5EF4-FFF2-40B4-BE49-F238E27FC236}">
                  <a16:creationId xmlns:a16="http://schemas.microsoft.com/office/drawing/2014/main" id="{57F9C065-8C5A-39E2-2C1E-262796A8C51D}"/>
                </a:ext>
              </a:extLst>
            </p:cNvPr>
            <p:cNvSpPr/>
            <p:nvPr/>
          </p:nvSpPr>
          <p:spPr>
            <a:xfrm>
              <a:off x="11571452" y="1782237"/>
              <a:ext cx="36624" cy="43311"/>
            </a:xfrm>
            <a:custGeom>
              <a:avLst/>
              <a:gdLst>
                <a:gd name="connsiteX0" fmla="*/ 2622 w 36624"/>
                <a:gd name="connsiteY0" fmla="*/ 38822 h 43311"/>
                <a:gd name="connsiteX1" fmla="*/ 33488 w 36624"/>
                <a:gd name="connsiteY1" fmla="*/ 43027 h 43311"/>
                <a:gd name="connsiteX2" fmla="*/ 33488 w 36624"/>
                <a:gd name="connsiteY2" fmla="*/ 43027 h 43311"/>
                <a:gd name="connsiteX3" fmla="*/ 36341 w 36624"/>
                <a:gd name="connsiteY3" fmla="*/ 42178 h 43311"/>
                <a:gd name="connsiteX4" fmla="*/ 36567 w 36624"/>
                <a:gd name="connsiteY4" fmla="*/ 40849 h 43311"/>
                <a:gd name="connsiteX5" fmla="*/ 26578 w 36624"/>
                <a:gd name="connsiteY5" fmla="*/ 1880 h 43311"/>
                <a:gd name="connsiteX6" fmla="*/ 24401 w 36624"/>
                <a:gd name="connsiteY6" fmla="*/ -27 h 43311"/>
                <a:gd name="connsiteX7" fmla="*/ 22898 w 36624"/>
                <a:gd name="connsiteY7" fmla="*/ 829 h 43311"/>
                <a:gd name="connsiteX8" fmla="*/ 368 w 36624"/>
                <a:gd name="connsiteY8" fmla="*/ 35819 h 43311"/>
                <a:gd name="connsiteX9" fmla="*/ 744 w 36624"/>
                <a:gd name="connsiteY9" fmla="*/ 38552 h 43311"/>
                <a:gd name="connsiteX10" fmla="*/ 2622 w 36624"/>
                <a:gd name="connsiteY10" fmla="*/ 38822 h 43311"/>
                <a:gd name="connsiteX11" fmla="*/ 32211 w 36624"/>
                <a:gd name="connsiteY11" fmla="*/ 38822 h 43311"/>
                <a:gd name="connsiteX12" fmla="*/ 6301 w 36624"/>
                <a:gd name="connsiteY12" fmla="*/ 35143 h 43311"/>
                <a:gd name="connsiteX13" fmla="*/ 23650 w 36624"/>
                <a:gd name="connsiteY13" fmla="*/ 8037 h 43311"/>
                <a:gd name="connsiteX14" fmla="*/ 26503 w 36624"/>
                <a:gd name="connsiteY14" fmla="*/ 21402 h 43311"/>
                <a:gd name="connsiteX15" fmla="*/ 32211 w 36624"/>
                <a:gd name="connsiteY15" fmla="*/ 38672 h 43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6624" h="43311">
                  <a:moveTo>
                    <a:pt x="2622" y="38822"/>
                  </a:moveTo>
                  <a:cubicBezTo>
                    <a:pt x="13061" y="38905"/>
                    <a:pt x="23424" y="40316"/>
                    <a:pt x="33488" y="43027"/>
                  </a:cubicBezTo>
                  <a:lnTo>
                    <a:pt x="33488" y="43027"/>
                  </a:lnTo>
                  <a:cubicBezTo>
                    <a:pt x="34539" y="43582"/>
                    <a:pt x="35816" y="43199"/>
                    <a:pt x="36341" y="42178"/>
                  </a:cubicBezTo>
                  <a:cubicBezTo>
                    <a:pt x="36567" y="41773"/>
                    <a:pt x="36642" y="41307"/>
                    <a:pt x="36567" y="40849"/>
                  </a:cubicBezTo>
                  <a:cubicBezTo>
                    <a:pt x="34088" y="27484"/>
                    <a:pt x="28081" y="15546"/>
                    <a:pt x="26578" y="1880"/>
                  </a:cubicBezTo>
                  <a:cubicBezTo>
                    <a:pt x="26503" y="762"/>
                    <a:pt x="25527" y="-87"/>
                    <a:pt x="24401" y="-27"/>
                  </a:cubicBezTo>
                  <a:cubicBezTo>
                    <a:pt x="23799" y="11"/>
                    <a:pt x="23274" y="326"/>
                    <a:pt x="22898" y="829"/>
                  </a:cubicBezTo>
                  <a:cubicBezTo>
                    <a:pt x="16214" y="13008"/>
                    <a:pt x="8704" y="24699"/>
                    <a:pt x="368" y="35819"/>
                  </a:cubicBezTo>
                  <a:cubicBezTo>
                    <a:pt x="-307" y="36675"/>
                    <a:pt x="-82" y="37906"/>
                    <a:pt x="744" y="38552"/>
                  </a:cubicBezTo>
                  <a:cubicBezTo>
                    <a:pt x="1269" y="38965"/>
                    <a:pt x="2021" y="39062"/>
                    <a:pt x="2622" y="38822"/>
                  </a:cubicBezTo>
                  <a:close/>
                  <a:moveTo>
                    <a:pt x="32211" y="38822"/>
                  </a:moveTo>
                  <a:cubicBezTo>
                    <a:pt x="23724" y="36735"/>
                    <a:pt x="15013" y="35503"/>
                    <a:pt x="6301" y="35143"/>
                  </a:cubicBezTo>
                  <a:cubicBezTo>
                    <a:pt x="12610" y="26456"/>
                    <a:pt x="18392" y="17400"/>
                    <a:pt x="23650" y="8037"/>
                  </a:cubicBezTo>
                  <a:cubicBezTo>
                    <a:pt x="24326" y="12550"/>
                    <a:pt x="25227" y="17017"/>
                    <a:pt x="26503" y="21402"/>
                  </a:cubicBezTo>
                  <a:cubicBezTo>
                    <a:pt x="28156" y="27109"/>
                    <a:pt x="30709" y="32740"/>
                    <a:pt x="32211" y="38672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Content Placeholder 4">
              <a:extLst>
                <a:ext uri="{FF2B5EF4-FFF2-40B4-BE49-F238E27FC236}">
                  <a16:creationId xmlns:a16="http://schemas.microsoft.com/office/drawing/2014/main" id="{BE4009D6-B3F4-C7CA-3DBE-5B87CCD04CB9}"/>
                </a:ext>
              </a:extLst>
            </p:cNvPr>
            <p:cNvSpPr/>
            <p:nvPr/>
          </p:nvSpPr>
          <p:spPr>
            <a:xfrm>
              <a:off x="11395991" y="1895481"/>
              <a:ext cx="214730" cy="265845"/>
            </a:xfrm>
            <a:custGeom>
              <a:avLst/>
              <a:gdLst>
                <a:gd name="connsiteX0" fmla="*/ 97 w 214730"/>
                <a:gd name="connsiteY0" fmla="*/ 228694 h 265845"/>
                <a:gd name="connsiteX1" fmla="*/ 3401 w 214730"/>
                <a:gd name="connsiteY1" fmla="*/ 245288 h 265845"/>
                <a:gd name="connsiteX2" fmla="*/ 10911 w 214730"/>
                <a:gd name="connsiteY2" fmla="*/ 251745 h 265845"/>
                <a:gd name="connsiteX3" fmla="*/ 65883 w 214730"/>
                <a:gd name="connsiteY3" fmla="*/ 265035 h 265845"/>
                <a:gd name="connsiteX4" fmla="*/ 155027 w 214730"/>
                <a:gd name="connsiteY4" fmla="*/ 263083 h 265845"/>
                <a:gd name="connsiteX5" fmla="*/ 176956 w 214730"/>
                <a:gd name="connsiteY5" fmla="*/ 258578 h 265845"/>
                <a:gd name="connsiteX6" fmla="*/ 195206 w 214730"/>
                <a:gd name="connsiteY6" fmla="*/ 244612 h 265845"/>
                <a:gd name="connsiteX7" fmla="*/ 214582 w 214730"/>
                <a:gd name="connsiteY7" fmla="*/ 183343 h 265845"/>
                <a:gd name="connsiteX8" fmla="*/ 203992 w 214730"/>
                <a:gd name="connsiteY8" fmla="*/ 118921 h 265845"/>
                <a:gd name="connsiteX9" fmla="*/ 183490 w 214730"/>
                <a:gd name="connsiteY9" fmla="*/ 11175 h 265845"/>
                <a:gd name="connsiteX10" fmla="*/ 179060 w 214730"/>
                <a:gd name="connsiteY10" fmla="*/ 1564 h 265845"/>
                <a:gd name="connsiteX11" fmla="*/ 171550 w 214730"/>
                <a:gd name="connsiteY11" fmla="*/ 137 h 265845"/>
                <a:gd name="connsiteX12" fmla="*/ 36370 w 214730"/>
                <a:gd name="connsiteY12" fmla="*/ 15905 h 265845"/>
                <a:gd name="connsiteX13" fmla="*/ 18946 w 214730"/>
                <a:gd name="connsiteY13" fmla="*/ 32499 h 265845"/>
                <a:gd name="connsiteX14" fmla="*/ 12713 w 214730"/>
                <a:gd name="connsiteY14" fmla="*/ 70041 h 265845"/>
                <a:gd name="connsiteX15" fmla="*/ 4227 w 214730"/>
                <a:gd name="connsiteY15" fmla="*/ 143924 h 265845"/>
                <a:gd name="connsiteX16" fmla="*/ 97 w 214730"/>
                <a:gd name="connsiteY16" fmla="*/ 228694 h 26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4730" h="265845">
                  <a:moveTo>
                    <a:pt x="97" y="228694"/>
                  </a:moveTo>
                  <a:cubicBezTo>
                    <a:pt x="-429" y="234431"/>
                    <a:pt x="697" y="240205"/>
                    <a:pt x="3401" y="245288"/>
                  </a:cubicBezTo>
                  <a:cubicBezTo>
                    <a:pt x="5429" y="247931"/>
                    <a:pt x="7982" y="250124"/>
                    <a:pt x="10911" y="251745"/>
                  </a:cubicBezTo>
                  <a:cubicBezTo>
                    <a:pt x="26757" y="262032"/>
                    <a:pt x="46809" y="264134"/>
                    <a:pt x="65883" y="265035"/>
                  </a:cubicBezTo>
                  <a:cubicBezTo>
                    <a:pt x="95624" y="266530"/>
                    <a:pt x="125363" y="265876"/>
                    <a:pt x="155027" y="263083"/>
                  </a:cubicBezTo>
                  <a:cubicBezTo>
                    <a:pt x="162537" y="262655"/>
                    <a:pt x="169898" y="261139"/>
                    <a:pt x="176956" y="258578"/>
                  </a:cubicBezTo>
                  <a:cubicBezTo>
                    <a:pt x="184092" y="255432"/>
                    <a:pt x="190324" y="250642"/>
                    <a:pt x="195206" y="244612"/>
                  </a:cubicBezTo>
                  <a:cubicBezTo>
                    <a:pt x="208874" y="227200"/>
                    <a:pt x="215708" y="205433"/>
                    <a:pt x="214582" y="183343"/>
                  </a:cubicBezTo>
                  <a:cubicBezTo>
                    <a:pt x="213305" y="161554"/>
                    <a:pt x="209775" y="139960"/>
                    <a:pt x="203992" y="118921"/>
                  </a:cubicBezTo>
                  <a:cubicBezTo>
                    <a:pt x="195731" y="83256"/>
                    <a:pt x="188972" y="47365"/>
                    <a:pt x="183490" y="11175"/>
                  </a:cubicBezTo>
                  <a:cubicBezTo>
                    <a:pt x="183490" y="7488"/>
                    <a:pt x="181838" y="3989"/>
                    <a:pt x="179060" y="1564"/>
                  </a:cubicBezTo>
                  <a:cubicBezTo>
                    <a:pt x="176731" y="400"/>
                    <a:pt x="174103" y="-88"/>
                    <a:pt x="171550" y="137"/>
                  </a:cubicBezTo>
                  <a:cubicBezTo>
                    <a:pt x="126490" y="-388"/>
                    <a:pt x="79101" y="-689"/>
                    <a:pt x="36370" y="15905"/>
                  </a:cubicBezTo>
                  <a:cubicBezTo>
                    <a:pt x="25480" y="20185"/>
                    <a:pt x="20823" y="21386"/>
                    <a:pt x="18946" y="32499"/>
                  </a:cubicBezTo>
                  <a:cubicBezTo>
                    <a:pt x="16844" y="45038"/>
                    <a:pt x="14590" y="57577"/>
                    <a:pt x="12713" y="70041"/>
                  </a:cubicBezTo>
                  <a:cubicBezTo>
                    <a:pt x="9108" y="94616"/>
                    <a:pt x="6255" y="119244"/>
                    <a:pt x="4227" y="143924"/>
                  </a:cubicBezTo>
                  <a:cubicBezTo>
                    <a:pt x="1749" y="172208"/>
                    <a:pt x="396" y="200463"/>
                    <a:pt x="97" y="228694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Content Placeholder 4">
              <a:extLst>
                <a:ext uri="{FF2B5EF4-FFF2-40B4-BE49-F238E27FC236}">
                  <a16:creationId xmlns:a16="http://schemas.microsoft.com/office/drawing/2014/main" id="{C59FC693-D722-13C4-9472-FADEE1DFB5AC}"/>
                </a:ext>
              </a:extLst>
            </p:cNvPr>
            <p:cNvSpPr/>
            <p:nvPr/>
          </p:nvSpPr>
          <p:spPr>
            <a:xfrm>
              <a:off x="11419973" y="1531508"/>
              <a:ext cx="113592" cy="201230"/>
            </a:xfrm>
            <a:custGeom>
              <a:avLst/>
              <a:gdLst>
                <a:gd name="connsiteX0" fmla="*/ 108290 w 113592"/>
                <a:gd name="connsiteY0" fmla="*/ 16243 h 201230"/>
                <a:gd name="connsiteX1" fmla="*/ 57222 w 113592"/>
                <a:gd name="connsiteY1" fmla="*/ 2202 h 201230"/>
                <a:gd name="connsiteX2" fmla="*/ 15767 w 113592"/>
                <a:gd name="connsiteY2" fmla="*/ 38018 h 201230"/>
                <a:gd name="connsiteX3" fmla="*/ 1123 w 113592"/>
                <a:gd name="connsiteY3" fmla="*/ 91853 h 201230"/>
                <a:gd name="connsiteX4" fmla="*/ 4727 w 113592"/>
                <a:gd name="connsiteY4" fmla="*/ 200050 h 201230"/>
                <a:gd name="connsiteX5" fmla="*/ 69013 w 113592"/>
                <a:gd name="connsiteY5" fmla="*/ 196596 h 201230"/>
                <a:gd name="connsiteX6" fmla="*/ 43254 w 113592"/>
                <a:gd name="connsiteY6" fmla="*/ 78263 h 201230"/>
                <a:gd name="connsiteX7" fmla="*/ 49487 w 113592"/>
                <a:gd name="connsiteY7" fmla="*/ 54536 h 201230"/>
                <a:gd name="connsiteX8" fmla="*/ 70064 w 113592"/>
                <a:gd name="connsiteY8" fmla="*/ 45151 h 201230"/>
                <a:gd name="connsiteX9" fmla="*/ 79527 w 113592"/>
                <a:gd name="connsiteY9" fmla="*/ 37042 h 201230"/>
                <a:gd name="connsiteX10" fmla="*/ 79001 w 113592"/>
                <a:gd name="connsiteY10" fmla="*/ 42973 h 201230"/>
                <a:gd name="connsiteX11" fmla="*/ 110018 w 113592"/>
                <a:gd name="connsiteY11" fmla="*/ 38318 h 201230"/>
                <a:gd name="connsiteX12" fmla="*/ 108290 w 113592"/>
                <a:gd name="connsiteY12" fmla="*/ 16243 h 20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3592" h="201230">
                  <a:moveTo>
                    <a:pt x="108290" y="16243"/>
                  </a:moveTo>
                  <a:cubicBezTo>
                    <a:pt x="95523" y="1970"/>
                    <a:pt x="75547" y="-3519"/>
                    <a:pt x="57222" y="2202"/>
                  </a:cubicBezTo>
                  <a:cubicBezTo>
                    <a:pt x="39198" y="8202"/>
                    <a:pt x="24328" y="21079"/>
                    <a:pt x="15767" y="38018"/>
                  </a:cubicBezTo>
                  <a:cubicBezTo>
                    <a:pt x="7356" y="54814"/>
                    <a:pt x="2400" y="73120"/>
                    <a:pt x="1123" y="91853"/>
                  </a:cubicBezTo>
                  <a:cubicBezTo>
                    <a:pt x="-1206" y="127947"/>
                    <a:pt x="-4" y="164190"/>
                    <a:pt x="4727" y="200050"/>
                  </a:cubicBezTo>
                  <a:cubicBezTo>
                    <a:pt x="26206" y="202355"/>
                    <a:pt x="47910" y="201191"/>
                    <a:pt x="69013" y="196596"/>
                  </a:cubicBezTo>
                  <a:cubicBezTo>
                    <a:pt x="56847" y="157928"/>
                    <a:pt x="44606" y="118734"/>
                    <a:pt x="43254" y="78263"/>
                  </a:cubicBezTo>
                  <a:cubicBezTo>
                    <a:pt x="42052" y="69839"/>
                    <a:pt x="44305" y="61279"/>
                    <a:pt x="49487" y="54536"/>
                  </a:cubicBezTo>
                  <a:cubicBezTo>
                    <a:pt x="55720" y="50174"/>
                    <a:pt x="62704" y="46990"/>
                    <a:pt x="70064" y="45151"/>
                  </a:cubicBezTo>
                  <a:cubicBezTo>
                    <a:pt x="73969" y="43529"/>
                    <a:pt x="77349" y="40683"/>
                    <a:pt x="79527" y="37042"/>
                  </a:cubicBezTo>
                  <a:lnTo>
                    <a:pt x="79001" y="42973"/>
                  </a:lnTo>
                  <a:cubicBezTo>
                    <a:pt x="87563" y="36516"/>
                    <a:pt x="101531" y="45376"/>
                    <a:pt x="110018" y="38318"/>
                  </a:cubicBezTo>
                  <a:cubicBezTo>
                    <a:pt x="116175" y="32987"/>
                    <a:pt x="113472" y="23001"/>
                    <a:pt x="108290" y="1624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81" name="Picture 80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2839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17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0800000">
            <a:off x="-1" y="4965561"/>
            <a:ext cx="1622137" cy="1433067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>
            <a:off x="9118243" y="0"/>
            <a:ext cx="3073758" cy="2942044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034533-C4C1-00A9-9D5B-F8859872188E}"/>
              </a:ext>
            </a:extLst>
          </p:cNvPr>
          <p:cNvSpPr/>
          <p:nvPr userDrawn="1"/>
        </p:nvSpPr>
        <p:spPr>
          <a:xfrm>
            <a:off x="6782987" y="930357"/>
            <a:ext cx="4655573" cy="116560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AC85ED9-3A1F-CF49-D2AF-371F1CAFAF01}"/>
              </a:ext>
            </a:extLst>
          </p:cNvPr>
          <p:cNvSpPr/>
          <p:nvPr userDrawn="1"/>
        </p:nvSpPr>
        <p:spPr>
          <a:xfrm>
            <a:off x="6519504" y="675293"/>
            <a:ext cx="4779852" cy="1312956"/>
          </a:xfrm>
          <a:prstGeom prst="rect">
            <a:avLst/>
          </a:prstGeom>
          <a:solidFill>
            <a:srgbClr val="FEFFFD"/>
          </a:solidFill>
          <a:ln>
            <a:noFill/>
          </a:ln>
          <a:effectLst>
            <a:outerShdw blurRad="118961" dist="38100" dir="2700000" algn="tl" rotWithShape="0">
              <a:prstClr val="black">
                <a:alpha val="2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endParaRPr lang="en-GB" sz="1400">
              <a:solidFill>
                <a:schemeClr val="accent6">
                  <a:lumMod val="25000"/>
                </a:schemeClr>
              </a:solidFill>
              <a:latin typeface="Helvetica" pitchFamily="2" charset="0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396DB08-E236-EBBA-CB57-BF035E590377}"/>
              </a:ext>
            </a:extLst>
          </p:cNvPr>
          <p:cNvSpPr/>
          <p:nvPr userDrawn="1"/>
        </p:nvSpPr>
        <p:spPr>
          <a:xfrm>
            <a:off x="6035941" y="319715"/>
            <a:ext cx="950643" cy="949084"/>
          </a:xfrm>
          <a:prstGeom prst="ellipse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>
                  <a:alpha val="91038"/>
                </a:schemeClr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D72B20EA-F89D-0BEE-6ED3-713EFE8314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54689" y="488899"/>
            <a:ext cx="1123384" cy="838222"/>
          </a:xfrm>
        </p:spPr>
        <p:txBody>
          <a:bodyPr anchor="t">
            <a:normAutofit/>
          </a:bodyPr>
          <a:lstStyle>
            <a:lvl1pPr marL="0" indent="0" algn="ctr">
              <a:buNone/>
              <a:defRPr sz="3600" b="1" baseline="0">
                <a:solidFill>
                  <a:srgbClr val="FEFCF9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0</a:t>
            </a:r>
          </a:p>
        </p:txBody>
      </p:sp>
      <p:sp>
        <p:nvSpPr>
          <p:cNvPr id="35" name="Text Placeholder 10">
            <a:extLst>
              <a:ext uri="{FF2B5EF4-FFF2-40B4-BE49-F238E27FC236}">
                <a16:creationId xmlns:a16="http://schemas.microsoft.com/office/drawing/2014/main" id="{2A5D5DC0-8236-31B1-2AEC-CFF95D89D46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92688" y="1153026"/>
            <a:ext cx="4098828" cy="818294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36" name="Text Placeholder 10">
            <a:extLst>
              <a:ext uri="{FF2B5EF4-FFF2-40B4-BE49-F238E27FC236}">
                <a16:creationId xmlns:a16="http://schemas.microsoft.com/office/drawing/2014/main" id="{DEDE853D-0C84-A1E1-94BD-8CFC1DC067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92681" y="683767"/>
            <a:ext cx="4098835" cy="45233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3DA38A-17D8-0DB1-F0BC-16268F219600}"/>
              </a:ext>
            </a:extLst>
          </p:cNvPr>
          <p:cNvSpPr/>
          <p:nvPr userDrawn="1"/>
        </p:nvSpPr>
        <p:spPr>
          <a:xfrm>
            <a:off x="6759131" y="2839789"/>
            <a:ext cx="4655573" cy="116560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14F352-0790-E6EA-1E86-F0F7D66C9464}"/>
              </a:ext>
            </a:extLst>
          </p:cNvPr>
          <p:cNvSpPr/>
          <p:nvPr userDrawn="1"/>
        </p:nvSpPr>
        <p:spPr>
          <a:xfrm>
            <a:off x="6495648" y="2584725"/>
            <a:ext cx="4779852" cy="1312956"/>
          </a:xfrm>
          <a:prstGeom prst="rect">
            <a:avLst/>
          </a:prstGeom>
          <a:solidFill>
            <a:srgbClr val="FEFFFD"/>
          </a:solidFill>
          <a:ln>
            <a:noFill/>
          </a:ln>
          <a:effectLst>
            <a:outerShdw blurRad="118961" dist="38100" dir="2700000" algn="tl" rotWithShape="0">
              <a:prstClr val="black">
                <a:alpha val="2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endParaRPr lang="en-GB" sz="1400">
              <a:solidFill>
                <a:schemeClr val="accent6">
                  <a:lumMod val="25000"/>
                </a:schemeClr>
              </a:solidFill>
              <a:latin typeface="Helvetica" pitchFamily="2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2B48094-F623-70CA-E6C2-D70CA8AD7071}"/>
              </a:ext>
            </a:extLst>
          </p:cNvPr>
          <p:cNvSpPr/>
          <p:nvPr userDrawn="1"/>
        </p:nvSpPr>
        <p:spPr>
          <a:xfrm>
            <a:off x="6012085" y="2229147"/>
            <a:ext cx="950643" cy="949084"/>
          </a:xfrm>
          <a:prstGeom prst="ellipse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>
                  <a:alpha val="91038"/>
                </a:schemeClr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F02BD09-60C9-41F1-E09B-EF31482C30A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30833" y="2398331"/>
            <a:ext cx="1123384" cy="838222"/>
          </a:xfrm>
        </p:spPr>
        <p:txBody>
          <a:bodyPr anchor="t">
            <a:normAutofit/>
          </a:bodyPr>
          <a:lstStyle>
            <a:lvl1pPr marL="0" indent="0" algn="ctr">
              <a:buNone/>
              <a:defRPr sz="3600" b="1" baseline="0">
                <a:solidFill>
                  <a:srgbClr val="FEFCF9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0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5C5D78D-5692-C773-D6FD-3D3753026451}"/>
              </a:ext>
            </a:extLst>
          </p:cNvPr>
          <p:cNvSpPr/>
          <p:nvPr userDrawn="1"/>
        </p:nvSpPr>
        <p:spPr>
          <a:xfrm>
            <a:off x="6759131" y="4860708"/>
            <a:ext cx="4655573" cy="116560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ECC4C00-47A8-B453-DD3A-07B960BFE81F}"/>
              </a:ext>
            </a:extLst>
          </p:cNvPr>
          <p:cNvSpPr/>
          <p:nvPr userDrawn="1"/>
        </p:nvSpPr>
        <p:spPr>
          <a:xfrm>
            <a:off x="6495648" y="4605644"/>
            <a:ext cx="4779852" cy="1312956"/>
          </a:xfrm>
          <a:prstGeom prst="rect">
            <a:avLst/>
          </a:prstGeom>
          <a:solidFill>
            <a:srgbClr val="FEFFFD"/>
          </a:solidFill>
          <a:ln>
            <a:noFill/>
          </a:ln>
          <a:effectLst>
            <a:outerShdw blurRad="118961" dist="38100" dir="2700000" algn="tl" rotWithShape="0">
              <a:prstClr val="black">
                <a:alpha val="2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endParaRPr lang="en-GB" sz="1400">
              <a:solidFill>
                <a:schemeClr val="accent6">
                  <a:lumMod val="25000"/>
                </a:schemeClr>
              </a:solidFill>
              <a:latin typeface="Helvetica" pitchFamily="2" charset="0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FF17B11-EFDE-1E50-3817-BB6DE7A35B0B}"/>
              </a:ext>
            </a:extLst>
          </p:cNvPr>
          <p:cNvSpPr/>
          <p:nvPr userDrawn="1"/>
        </p:nvSpPr>
        <p:spPr>
          <a:xfrm>
            <a:off x="6012085" y="4250066"/>
            <a:ext cx="950643" cy="949084"/>
          </a:xfrm>
          <a:prstGeom prst="ellipse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>
                  <a:alpha val="91038"/>
                </a:schemeClr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7BB88CB3-F9A0-F71F-A275-6EE2D9C1C0C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930833" y="4419250"/>
            <a:ext cx="1123384" cy="838222"/>
          </a:xfrm>
        </p:spPr>
        <p:txBody>
          <a:bodyPr anchor="t">
            <a:normAutofit/>
          </a:bodyPr>
          <a:lstStyle>
            <a:lvl1pPr marL="0" indent="0" algn="ctr">
              <a:buNone/>
              <a:defRPr sz="3600" b="1" baseline="0">
                <a:solidFill>
                  <a:srgbClr val="FEFCF9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0</a:t>
            </a:r>
          </a:p>
        </p:txBody>
      </p:sp>
      <p:sp>
        <p:nvSpPr>
          <p:cNvPr id="80" name="Title 3">
            <a:extLst>
              <a:ext uri="{FF2B5EF4-FFF2-40B4-BE49-F238E27FC236}">
                <a16:creationId xmlns:a16="http://schemas.microsoft.com/office/drawing/2014/main" id="{07F6FC0F-719E-022A-8D8C-6CDA54371D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281" y="546346"/>
            <a:ext cx="5068868" cy="838571"/>
          </a:xfrm>
        </p:spPr>
        <p:txBody>
          <a:bodyPr anchor="t">
            <a:noAutofit/>
          </a:bodyPr>
          <a:lstStyle>
            <a:lvl1pPr algn="l">
              <a:defRPr sz="2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81" name="Text Placeholder 10">
            <a:extLst>
              <a:ext uri="{FF2B5EF4-FFF2-40B4-BE49-F238E27FC236}">
                <a16:creationId xmlns:a16="http://schemas.microsoft.com/office/drawing/2014/main" id="{C97865BC-C6DF-FA8C-09C6-6E102AF1C7E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0281" y="1427772"/>
            <a:ext cx="5068868" cy="4653431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82" name="Text Placeholder 10">
            <a:extLst>
              <a:ext uri="{FF2B5EF4-FFF2-40B4-BE49-F238E27FC236}">
                <a16:creationId xmlns:a16="http://schemas.microsoft.com/office/drawing/2014/main" id="{D3ACE709-EE60-C24B-D459-AA13C4F026B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067750" y="3064953"/>
            <a:ext cx="4098828" cy="818294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83" name="Text Placeholder 10">
            <a:extLst>
              <a:ext uri="{FF2B5EF4-FFF2-40B4-BE49-F238E27FC236}">
                <a16:creationId xmlns:a16="http://schemas.microsoft.com/office/drawing/2014/main" id="{B14FD75A-020A-F80C-5960-965F8BAFDC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067743" y="2595694"/>
            <a:ext cx="4098835" cy="45233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84" name="Text Placeholder 10">
            <a:extLst>
              <a:ext uri="{FF2B5EF4-FFF2-40B4-BE49-F238E27FC236}">
                <a16:creationId xmlns:a16="http://schemas.microsoft.com/office/drawing/2014/main" id="{F80C7D5A-1ADB-3326-986B-4DE5F6C00D2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084376" y="5084945"/>
            <a:ext cx="4098828" cy="818294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85" name="Text Placeholder 10">
            <a:extLst>
              <a:ext uri="{FF2B5EF4-FFF2-40B4-BE49-F238E27FC236}">
                <a16:creationId xmlns:a16="http://schemas.microsoft.com/office/drawing/2014/main" id="{0C88BA29-3E52-80CA-50B1-91235E90352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084369" y="4615686"/>
            <a:ext cx="4098835" cy="45233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pic>
        <p:nvPicPr>
          <p:cNvPr id="29" name="Picture 28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559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17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3"/>
          <p:cNvSpPr>
            <a:spLocks noGrp="1"/>
          </p:cNvSpPr>
          <p:nvPr>
            <p:ph type="title" hasCustomPrompt="1"/>
          </p:nvPr>
        </p:nvSpPr>
        <p:spPr>
          <a:xfrm>
            <a:off x="510281" y="546346"/>
            <a:ext cx="8781004" cy="838571"/>
          </a:xfrm>
        </p:spPr>
        <p:txBody>
          <a:bodyPr anchor="t">
            <a:noAutofit/>
          </a:bodyPr>
          <a:lstStyle>
            <a:lvl1pPr algn="l">
              <a:defRPr sz="2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510280" y="1384918"/>
            <a:ext cx="8781003" cy="4696286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 rot="5400000">
            <a:off x="7901250" y="2100956"/>
            <a:ext cx="4395415" cy="4207067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0800000">
            <a:off x="-2" y="4867666"/>
            <a:ext cx="1747157" cy="1543515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9EF082F-F6F7-278D-163E-77354A178F9B}"/>
              </a:ext>
            </a:extLst>
          </p:cNvPr>
          <p:cNvGrpSpPr/>
          <p:nvPr userDrawn="1"/>
        </p:nvGrpSpPr>
        <p:grpSpPr>
          <a:xfrm flipH="1">
            <a:off x="9466844" y="706097"/>
            <a:ext cx="2527110" cy="5685193"/>
            <a:chOff x="4434307" y="447903"/>
            <a:chExt cx="347079" cy="881197"/>
          </a:xfrm>
        </p:grpSpPr>
        <p:sp>
          <p:nvSpPr>
            <p:cNvPr id="29" name="Content Placeholder 4">
              <a:extLst>
                <a:ext uri="{FF2B5EF4-FFF2-40B4-BE49-F238E27FC236}">
                  <a16:creationId xmlns:a16="http://schemas.microsoft.com/office/drawing/2014/main" id="{AB8A85DE-C210-A3AF-D411-FE12A2DAE598}"/>
                </a:ext>
              </a:extLst>
            </p:cNvPr>
            <p:cNvSpPr/>
            <p:nvPr/>
          </p:nvSpPr>
          <p:spPr>
            <a:xfrm>
              <a:off x="4434307" y="1306088"/>
              <a:ext cx="265641" cy="23012"/>
            </a:xfrm>
            <a:custGeom>
              <a:avLst/>
              <a:gdLst>
                <a:gd name="connsiteX0" fmla="*/ 234029 w 265641"/>
                <a:gd name="connsiteY0" fmla="*/ 19638 h 23012"/>
                <a:gd name="connsiteX1" fmla="*/ 259788 w 265641"/>
                <a:gd name="connsiteY1" fmla="*/ 17386 h 23012"/>
                <a:gd name="connsiteX2" fmla="*/ 264895 w 265641"/>
                <a:gd name="connsiteY2" fmla="*/ 15133 h 23012"/>
                <a:gd name="connsiteX3" fmla="*/ 263168 w 265641"/>
                <a:gd name="connsiteY3" fmla="*/ 7625 h 23012"/>
                <a:gd name="connsiteX4" fmla="*/ 254682 w 265641"/>
                <a:gd name="connsiteY4" fmla="*/ 5297 h 23012"/>
                <a:gd name="connsiteX5" fmla="*/ 65505 w 265641"/>
                <a:gd name="connsiteY5" fmla="*/ 1843 h 23012"/>
                <a:gd name="connsiteX6" fmla="*/ 8729 w 265641"/>
                <a:gd name="connsiteY6" fmla="*/ 8075 h 23012"/>
                <a:gd name="connsiteX7" fmla="*/ 1670 w 265641"/>
                <a:gd name="connsiteY7" fmla="*/ 19038 h 23012"/>
                <a:gd name="connsiteX8" fmla="*/ 20370 w 265641"/>
                <a:gd name="connsiteY8" fmla="*/ 21590 h 23012"/>
                <a:gd name="connsiteX9" fmla="*/ 72414 w 265641"/>
                <a:gd name="connsiteY9" fmla="*/ 22792 h 23012"/>
                <a:gd name="connsiteX10" fmla="*/ 175376 w 265641"/>
                <a:gd name="connsiteY10" fmla="*/ 22116 h 23012"/>
                <a:gd name="connsiteX11" fmla="*/ 234029 w 265641"/>
                <a:gd name="connsiteY11" fmla="*/ 19638 h 2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5641" h="23012">
                  <a:moveTo>
                    <a:pt x="234029" y="19638"/>
                  </a:moveTo>
                  <a:cubicBezTo>
                    <a:pt x="242651" y="19413"/>
                    <a:pt x="251257" y="18662"/>
                    <a:pt x="259788" y="17386"/>
                  </a:cubicBezTo>
                  <a:cubicBezTo>
                    <a:pt x="261696" y="17220"/>
                    <a:pt x="263491" y="16432"/>
                    <a:pt x="264895" y="15133"/>
                  </a:cubicBezTo>
                  <a:cubicBezTo>
                    <a:pt x="266315" y="12558"/>
                    <a:pt x="265571" y="9322"/>
                    <a:pt x="263168" y="7625"/>
                  </a:cubicBezTo>
                  <a:cubicBezTo>
                    <a:pt x="260607" y="6086"/>
                    <a:pt x="257670" y="5282"/>
                    <a:pt x="254682" y="5297"/>
                  </a:cubicBezTo>
                  <a:cubicBezTo>
                    <a:pt x="191785" y="-357"/>
                    <a:pt x="128566" y="-1513"/>
                    <a:pt x="65505" y="1843"/>
                  </a:cubicBezTo>
                  <a:cubicBezTo>
                    <a:pt x="46437" y="2331"/>
                    <a:pt x="27444" y="4419"/>
                    <a:pt x="8729" y="8075"/>
                  </a:cubicBezTo>
                  <a:cubicBezTo>
                    <a:pt x="3923" y="9126"/>
                    <a:pt x="-3362" y="13631"/>
                    <a:pt x="1670" y="19038"/>
                  </a:cubicBezTo>
                  <a:cubicBezTo>
                    <a:pt x="5350" y="22942"/>
                    <a:pt x="15714" y="21440"/>
                    <a:pt x="20370" y="21590"/>
                  </a:cubicBezTo>
                  <a:cubicBezTo>
                    <a:pt x="37740" y="22191"/>
                    <a:pt x="55089" y="22589"/>
                    <a:pt x="72414" y="22792"/>
                  </a:cubicBezTo>
                  <a:cubicBezTo>
                    <a:pt x="106757" y="23190"/>
                    <a:pt x="141078" y="22965"/>
                    <a:pt x="175376" y="22116"/>
                  </a:cubicBezTo>
                  <a:cubicBezTo>
                    <a:pt x="194902" y="21290"/>
                    <a:pt x="214503" y="20614"/>
                    <a:pt x="234029" y="19638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Content Placeholder 4">
              <a:extLst>
                <a:ext uri="{FF2B5EF4-FFF2-40B4-BE49-F238E27FC236}">
                  <a16:creationId xmlns:a16="http://schemas.microsoft.com/office/drawing/2014/main" id="{865AFAAF-8441-115A-AFC4-50FB63563E58}"/>
                </a:ext>
              </a:extLst>
            </p:cNvPr>
            <p:cNvSpPr/>
            <p:nvPr/>
          </p:nvSpPr>
          <p:spPr>
            <a:xfrm>
              <a:off x="4435472" y="926836"/>
              <a:ext cx="199222" cy="389696"/>
            </a:xfrm>
            <a:custGeom>
              <a:avLst/>
              <a:gdLst>
                <a:gd name="connsiteX0" fmla="*/ 56154 w 199222"/>
                <a:gd name="connsiteY0" fmla="*/ 312317 h 389696"/>
                <a:gd name="connsiteX1" fmla="*/ 151756 w 199222"/>
                <a:gd name="connsiteY1" fmla="*/ 165677 h 389696"/>
                <a:gd name="connsiteX2" fmla="*/ 198168 w 199222"/>
                <a:gd name="connsiteY2" fmla="*/ 43815 h 389696"/>
                <a:gd name="connsiteX3" fmla="*/ 106546 w 199222"/>
                <a:gd name="connsiteY3" fmla="*/ 6273 h 389696"/>
                <a:gd name="connsiteX4" fmla="*/ 92502 w 199222"/>
                <a:gd name="connsiteY4" fmla="*/ 60784 h 389696"/>
                <a:gd name="connsiteX5" fmla="*/ 89198 w 199222"/>
                <a:gd name="connsiteY5" fmla="*/ 129111 h 389696"/>
                <a:gd name="connsiteX6" fmla="*/ 43311 w 199222"/>
                <a:gd name="connsiteY6" fmla="*/ 257431 h 389696"/>
                <a:gd name="connsiteX7" fmla="*/ 8390 w 199222"/>
                <a:gd name="connsiteY7" fmla="*/ 326133 h 389696"/>
                <a:gd name="connsiteX8" fmla="*/ 2683 w 199222"/>
                <a:gd name="connsiteY8" fmla="*/ 342126 h 389696"/>
                <a:gd name="connsiteX9" fmla="*/ -21 w 199222"/>
                <a:gd name="connsiteY9" fmla="*/ 347232 h 389696"/>
                <a:gd name="connsiteX10" fmla="*/ 7489 w 199222"/>
                <a:gd name="connsiteY10" fmla="*/ 362249 h 389696"/>
                <a:gd name="connsiteX11" fmla="*/ 45039 w 199222"/>
                <a:gd name="connsiteY11" fmla="*/ 386276 h 389696"/>
                <a:gd name="connsiteX12" fmla="*/ 60735 w 199222"/>
                <a:gd name="connsiteY12" fmla="*/ 389655 h 389696"/>
                <a:gd name="connsiteX13" fmla="*/ 58407 w 199222"/>
                <a:gd name="connsiteY13" fmla="*/ 377416 h 389696"/>
                <a:gd name="connsiteX14" fmla="*/ 47742 w 199222"/>
                <a:gd name="connsiteY14" fmla="*/ 369006 h 389696"/>
                <a:gd name="connsiteX15" fmla="*/ 34900 w 199222"/>
                <a:gd name="connsiteY15" fmla="*/ 338071 h 389696"/>
                <a:gd name="connsiteX16" fmla="*/ 33999 w 199222"/>
                <a:gd name="connsiteY16" fmla="*/ 335969 h 389696"/>
                <a:gd name="connsiteX17" fmla="*/ 56154 w 199222"/>
                <a:gd name="connsiteY17" fmla="*/ 312317 h 389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222" h="389696">
                  <a:moveTo>
                    <a:pt x="56154" y="312317"/>
                  </a:moveTo>
                  <a:cubicBezTo>
                    <a:pt x="89949" y="263963"/>
                    <a:pt x="123744" y="215458"/>
                    <a:pt x="151756" y="165677"/>
                  </a:cubicBezTo>
                  <a:cubicBezTo>
                    <a:pt x="172258" y="129336"/>
                    <a:pt x="205452" y="83084"/>
                    <a:pt x="198168" y="43815"/>
                  </a:cubicBezTo>
                  <a:cubicBezTo>
                    <a:pt x="192835" y="15058"/>
                    <a:pt x="154309" y="-12874"/>
                    <a:pt x="106546" y="6273"/>
                  </a:cubicBezTo>
                  <a:cubicBezTo>
                    <a:pt x="78008" y="17836"/>
                    <a:pt x="91526" y="42088"/>
                    <a:pt x="92502" y="60784"/>
                  </a:cubicBezTo>
                  <a:cubicBezTo>
                    <a:pt x="93771" y="83610"/>
                    <a:pt x="92660" y="106511"/>
                    <a:pt x="89198" y="129111"/>
                  </a:cubicBezTo>
                  <a:cubicBezTo>
                    <a:pt x="82025" y="174365"/>
                    <a:pt x="66465" y="217891"/>
                    <a:pt x="43311" y="257431"/>
                  </a:cubicBezTo>
                  <a:cubicBezTo>
                    <a:pt x="30514" y="279723"/>
                    <a:pt x="18859" y="302654"/>
                    <a:pt x="8390" y="326133"/>
                  </a:cubicBezTo>
                  <a:cubicBezTo>
                    <a:pt x="5867" y="331224"/>
                    <a:pt x="3952" y="336592"/>
                    <a:pt x="2683" y="342126"/>
                  </a:cubicBezTo>
                  <a:cubicBezTo>
                    <a:pt x="1376" y="343583"/>
                    <a:pt x="452" y="345332"/>
                    <a:pt x="-21" y="347232"/>
                  </a:cubicBezTo>
                  <a:cubicBezTo>
                    <a:pt x="-201" y="353178"/>
                    <a:pt x="2622" y="358825"/>
                    <a:pt x="7489" y="362249"/>
                  </a:cubicBezTo>
                  <a:cubicBezTo>
                    <a:pt x="18438" y="372475"/>
                    <a:pt x="31168" y="380614"/>
                    <a:pt x="45039" y="386276"/>
                  </a:cubicBezTo>
                  <a:cubicBezTo>
                    <a:pt x="49928" y="388641"/>
                    <a:pt x="55305" y="389797"/>
                    <a:pt x="60735" y="389655"/>
                  </a:cubicBezTo>
                  <a:cubicBezTo>
                    <a:pt x="62943" y="385532"/>
                    <a:pt x="61974" y="380434"/>
                    <a:pt x="58407" y="377416"/>
                  </a:cubicBezTo>
                  <a:cubicBezTo>
                    <a:pt x="55252" y="374112"/>
                    <a:pt x="50897" y="372085"/>
                    <a:pt x="47742" y="369006"/>
                  </a:cubicBezTo>
                  <a:cubicBezTo>
                    <a:pt x="39556" y="361498"/>
                    <a:pt x="38806" y="348658"/>
                    <a:pt x="34900" y="338071"/>
                  </a:cubicBezTo>
                  <a:cubicBezTo>
                    <a:pt x="34675" y="337343"/>
                    <a:pt x="34375" y="336637"/>
                    <a:pt x="33999" y="335969"/>
                  </a:cubicBezTo>
                  <a:cubicBezTo>
                    <a:pt x="42305" y="329001"/>
                    <a:pt x="49748" y="321065"/>
                    <a:pt x="56154" y="312317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Content Placeholder 4">
              <a:extLst>
                <a:ext uri="{FF2B5EF4-FFF2-40B4-BE49-F238E27FC236}">
                  <a16:creationId xmlns:a16="http://schemas.microsoft.com/office/drawing/2014/main" id="{227153F8-AAE5-F7A0-9BBF-3B7027F4847E}"/>
                </a:ext>
              </a:extLst>
            </p:cNvPr>
            <p:cNvSpPr/>
            <p:nvPr/>
          </p:nvSpPr>
          <p:spPr>
            <a:xfrm>
              <a:off x="4725062" y="800240"/>
              <a:ext cx="50952" cy="72156"/>
            </a:xfrm>
            <a:custGeom>
              <a:avLst/>
              <a:gdLst>
                <a:gd name="connsiteX0" fmla="*/ 15219 w 50952"/>
                <a:gd name="connsiteY0" fmla="*/ 72126 h 72156"/>
                <a:gd name="connsiteX1" fmla="*/ 3579 w 50952"/>
                <a:gd name="connsiteY1" fmla="*/ 5977 h 72156"/>
                <a:gd name="connsiteX2" fmla="*/ 48639 w 50952"/>
                <a:gd name="connsiteY2" fmla="*/ -30 h 72156"/>
                <a:gd name="connsiteX3" fmla="*/ 42405 w 50952"/>
                <a:gd name="connsiteY3" fmla="*/ 70099 h 72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952" h="72156">
                  <a:moveTo>
                    <a:pt x="15219" y="72126"/>
                  </a:moveTo>
                  <a:cubicBezTo>
                    <a:pt x="15219" y="72126"/>
                    <a:pt x="-8963" y="9957"/>
                    <a:pt x="3579" y="5977"/>
                  </a:cubicBezTo>
                  <a:cubicBezTo>
                    <a:pt x="18418" y="2782"/>
                    <a:pt x="33483" y="774"/>
                    <a:pt x="48639" y="-30"/>
                  </a:cubicBezTo>
                  <a:cubicBezTo>
                    <a:pt x="48639" y="-30"/>
                    <a:pt x="56749" y="6953"/>
                    <a:pt x="42405" y="70099"/>
                  </a:cubicBezTo>
                  <a:close/>
                </a:path>
              </a:pathLst>
            </a:custGeom>
            <a:solidFill>
              <a:srgbClr val="E9BC5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Content Placeholder 4">
              <a:extLst>
                <a:ext uri="{FF2B5EF4-FFF2-40B4-BE49-F238E27FC236}">
                  <a16:creationId xmlns:a16="http://schemas.microsoft.com/office/drawing/2014/main" id="{BF81C70F-705A-A054-7AC4-19265AE3F185}"/>
                </a:ext>
              </a:extLst>
            </p:cNvPr>
            <p:cNvSpPr/>
            <p:nvPr/>
          </p:nvSpPr>
          <p:spPr>
            <a:xfrm>
              <a:off x="4715983" y="779628"/>
              <a:ext cx="65403" cy="43999"/>
            </a:xfrm>
            <a:custGeom>
              <a:avLst/>
              <a:gdLst>
                <a:gd name="connsiteX0" fmla="*/ 54864 w 65403"/>
                <a:gd name="connsiteY0" fmla="*/ 19455 h 43999"/>
                <a:gd name="connsiteX1" fmla="*/ 51710 w 65403"/>
                <a:gd name="connsiteY1" fmla="*/ 16977 h 43999"/>
                <a:gd name="connsiteX2" fmla="*/ 49758 w 65403"/>
                <a:gd name="connsiteY2" fmla="*/ 13373 h 43999"/>
                <a:gd name="connsiteX3" fmla="*/ 46678 w 65403"/>
                <a:gd name="connsiteY3" fmla="*/ 4664 h 43999"/>
                <a:gd name="connsiteX4" fmla="*/ 17540 w 65403"/>
                <a:gd name="connsiteY4" fmla="*/ 6315 h 43999"/>
                <a:gd name="connsiteX5" fmla="*/ 17089 w 65403"/>
                <a:gd name="connsiteY5" fmla="*/ 9469 h 43999"/>
                <a:gd name="connsiteX6" fmla="*/ 15137 w 65403"/>
                <a:gd name="connsiteY6" fmla="*/ 11872 h 43999"/>
                <a:gd name="connsiteX7" fmla="*/ 14160 w 65403"/>
                <a:gd name="connsiteY7" fmla="*/ 14124 h 43999"/>
                <a:gd name="connsiteX8" fmla="*/ 6650 w 65403"/>
                <a:gd name="connsiteY8" fmla="*/ 17428 h 43999"/>
                <a:gd name="connsiteX9" fmla="*/ 2670 w 65403"/>
                <a:gd name="connsiteY9" fmla="*/ 24936 h 43999"/>
                <a:gd name="connsiteX10" fmla="*/ 1363 w 65403"/>
                <a:gd name="connsiteY10" fmla="*/ 34511 h 43999"/>
                <a:gd name="connsiteX11" fmla="*/ 1844 w 65403"/>
                <a:gd name="connsiteY11" fmla="*/ 35073 h 43999"/>
                <a:gd name="connsiteX12" fmla="*/ 7852 w 65403"/>
                <a:gd name="connsiteY12" fmla="*/ 42056 h 43999"/>
                <a:gd name="connsiteX13" fmla="*/ 25951 w 65403"/>
                <a:gd name="connsiteY13" fmla="*/ 41530 h 43999"/>
                <a:gd name="connsiteX14" fmla="*/ 28279 w 65403"/>
                <a:gd name="connsiteY14" fmla="*/ 41530 h 43999"/>
                <a:gd name="connsiteX15" fmla="*/ 28279 w 65403"/>
                <a:gd name="connsiteY15" fmla="*/ 41530 h 43999"/>
                <a:gd name="connsiteX16" fmla="*/ 39995 w 65403"/>
                <a:gd name="connsiteY16" fmla="*/ 38827 h 43999"/>
                <a:gd name="connsiteX17" fmla="*/ 39995 w 65403"/>
                <a:gd name="connsiteY17" fmla="*/ 38827 h 43999"/>
                <a:gd name="connsiteX18" fmla="*/ 60947 w 65403"/>
                <a:gd name="connsiteY18" fmla="*/ 35223 h 43999"/>
                <a:gd name="connsiteX19" fmla="*/ 54864 w 65403"/>
                <a:gd name="connsiteY19" fmla="*/ 19455 h 4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5403" h="43999">
                  <a:moveTo>
                    <a:pt x="54864" y="19455"/>
                  </a:moveTo>
                  <a:cubicBezTo>
                    <a:pt x="54061" y="18358"/>
                    <a:pt x="52964" y="17502"/>
                    <a:pt x="51710" y="16977"/>
                  </a:cubicBezTo>
                  <a:cubicBezTo>
                    <a:pt x="51267" y="15674"/>
                    <a:pt x="50606" y="14455"/>
                    <a:pt x="49758" y="13373"/>
                  </a:cubicBezTo>
                  <a:cubicBezTo>
                    <a:pt x="50539" y="10117"/>
                    <a:pt x="49337" y="6704"/>
                    <a:pt x="46678" y="4664"/>
                  </a:cubicBezTo>
                  <a:cubicBezTo>
                    <a:pt x="40295" y="-893"/>
                    <a:pt x="20919" y="-2845"/>
                    <a:pt x="17540" y="6315"/>
                  </a:cubicBezTo>
                  <a:cubicBezTo>
                    <a:pt x="17142" y="7316"/>
                    <a:pt x="16991" y="8397"/>
                    <a:pt x="17089" y="9469"/>
                  </a:cubicBezTo>
                  <a:cubicBezTo>
                    <a:pt x="16316" y="10165"/>
                    <a:pt x="15662" y="10976"/>
                    <a:pt x="15137" y="11872"/>
                  </a:cubicBezTo>
                  <a:cubicBezTo>
                    <a:pt x="14716" y="12578"/>
                    <a:pt x="14393" y="13335"/>
                    <a:pt x="14160" y="14124"/>
                  </a:cubicBezTo>
                  <a:cubicBezTo>
                    <a:pt x="11509" y="14847"/>
                    <a:pt x="8978" y="15960"/>
                    <a:pt x="6650" y="17428"/>
                  </a:cubicBezTo>
                  <a:cubicBezTo>
                    <a:pt x="3045" y="19605"/>
                    <a:pt x="2069" y="22233"/>
                    <a:pt x="2670" y="24936"/>
                  </a:cubicBezTo>
                  <a:cubicBezTo>
                    <a:pt x="-334" y="27221"/>
                    <a:pt x="-920" y="31507"/>
                    <a:pt x="1363" y="34511"/>
                  </a:cubicBezTo>
                  <a:cubicBezTo>
                    <a:pt x="1513" y="34706"/>
                    <a:pt x="1671" y="34894"/>
                    <a:pt x="1844" y="35073"/>
                  </a:cubicBezTo>
                  <a:cubicBezTo>
                    <a:pt x="2445" y="38311"/>
                    <a:pt x="4743" y="40978"/>
                    <a:pt x="7852" y="42056"/>
                  </a:cubicBezTo>
                  <a:cubicBezTo>
                    <a:pt x="13620" y="44781"/>
                    <a:pt x="20348" y="44586"/>
                    <a:pt x="25951" y="41530"/>
                  </a:cubicBezTo>
                  <a:cubicBezTo>
                    <a:pt x="26702" y="41530"/>
                    <a:pt x="27453" y="41530"/>
                    <a:pt x="28279" y="41530"/>
                  </a:cubicBezTo>
                  <a:lnTo>
                    <a:pt x="28279" y="41530"/>
                  </a:lnTo>
                  <a:cubicBezTo>
                    <a:pt x="32395" y="42560"/>
                    <a:pt x="36750" y="41555"/>
                    <a:pt x="39995" y="38827"/>
                  </a:cubicBezTo>
                  <a:lnTo>
                    <a:pt x="39995" y="38827"/>
                  </a:lnTo>
                  <a:cubicBezTo>
                    <a:pt x="47182" y="39966"/>
                    <a:pt x="54549" y="38699"/>
                    <a:pt x="60947" y="35223"/>
                  </a:cubicBezTo>
                  <a:cubicBezTo>
                    <a:pt x="69734" y="28691"/>
                    <a:pt x="64252" y="19981"/>
                    <a:pt x="54864" y="19455"/>
                  </a:cubicBezTo>
                  <a:close/>
                </a:path>
              </a:pathLst>
            </a:custGeom>
            <a:solidFill>
              <a:srgbClr val="E6E6E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Content Placeholder 4">
              <a:extLst>
                <a:ext uri="{FF2B5EF4-FFF2-40B4-BE49-F238E27FC236}">
                  <a16:creationId xmlns:a16="http://schemas.microsoft.com/office/drawing/2014/main" id="{A7B5100D-D2E5-1B96-BBFC-BF77AC2E0294}"/>
                </a:ext>
              </a:extLst>
            </p:cNvPr>
            <p:cNvSpPr/>
            <p:nvPr/>
          </p:nvSpPr>
          <p:spPr>
            <a:xfrm>
              <a:off x="4592589" y="542147"/>
              <a:ext cx="84464" cy="113930"/>
            </a:xfrm>
            <a:custGeom>
              <a:avLst/>
              <a:gdLst>
                <a:gd name="connsiteX0" fmla="*/ 23252 w 84464"/>
                <a:gd name="connsiteY0" fmla="*/ 3001 h 113930"/>
                <a:gd name="connsiteX1" fmla="*/ 8232 w 84464"/>
                <a:gd name="connsiteY1" fmla="*/ 30406 h 113930"/>
                <a:gd name="connsiteX2" fmla="*/ -29 w 84464"/>
                <a:gd name="connsiteY2" fmla="*/ 68700 h 113930"/>
                <a:gd name="connsiteX3" fmla="*/ -29 w 84464"/>
                <a:gd name="connsiteY3" fmla="*/ 97607 h 113930"/>
                <a:gd name="connsiteX4" fmla="*/ 49387 w 84464"/>
                <a:gd name="connsiteY4" fmla="*/ 113900 h 113930"/>
                <a:gd name="connsiteX5" fmla="*/ 84233 w 84464"/>
                <a:gd name="connsiteY5" fmla="*/ 21246 h 113930"/>
                <a:gd name="connsiteX6" fmla="*/ 84233 w 84464"/>
                <a:gd name="connsiteY6" fmla="*/ 17942 h 113930"/>
                <a:gd name="connsiteX7" fmla="*/ 81454 w 84464"/>
                <a:gd name="connsiteY7" fmla="*/ 15540 h 113930"/>
                <a:gd name="connsiteX8" fmla="*/ 33991 w 84464"/>
                <a:gd name="connsiteY8" fmla="*/ 523 h 113930"/>
                <a:gd name="connsiteX9" fmla="*/ 28809 w 84464"/>
                <a:gd name="connsiteY9" fmla="*/ 72 h 113930"/>
                <a:gd name="connsiteX10" fmla="*/ 23252 w 84464"/>
                <a:gd name="connsiteY10" fmla="*/ 3001 h 113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4464" h="113930">
                  <a:moveTo>
                    <a:pt x="23252" y="3001"/>
                  </a:moveTo>
                  <a:cubicBezTo>
                    <a:pt x="16252" y="10894"/>
                    <a:pt x="11123" y="20261"/>
                    <a:pt x="8232" y="30406"/>
                  </a:cubicBezTo>
                  <a:cubicBezTo>
                    <a:pt x="3087" y="42535"/>
                    <a:pt x="279" y="55528"/>
                    <a:pt x="-29" y="68700"/>
                  </a:cubicBezTo>
                  <a:cubicBezTo>
                    <a:pt x="346" y="78386"/>
                    <a:pt x="3275" y="88597"/>
                    <a:pt x="-29" y="97607"/>
                  </a:cubicBezTo>
                  <a:cubicBezTo>
                    <a:pt x="16643" y="102337"/>
                    <a:pt x="33165" y="107744"/>
                    <a:pt x="49387" y="113900"/>
                  </a:cubicBezTo>
                  <a:cubicBezTo>
                    <a:pt x="69130" y="86714"/>
                    <a:pt x="81169" y="54704"/>
                    <a:pt x="84233" y="21246"/>
                  </a:cubicBezTo>
                  <a:cubicBezTo>
                    <a:pt x="84503" y="20161"/>
                    <a:pt x="84503" y="19027"/>
                    <a:pt x="84233" y="17942"/>
                  </a:cubicBezTo>
                  <a:cubicBezTo>
                    <a:pt x="83549" y="16895"/>
                    <a:pt x="82588" y="16062"/>
                    <a:pt x="81454" y="15540"/>
                  </a:cubicBezTo>
                  <a:cubicBezTo>
                    <a:pt x="66389" y="8395"/>
                    <a:pt x="50423" y="3343"/>
                    <a:pt x="33991" y="523"/>
                  </a:cubicBezTo>
                  <a:cubicBezTo>
                    <a:pt x="32316" y="-1"/>
                    <a:pt x="30551" y="-155"/>
                    <a:pt x="28809" y="72"/>
                  </a:cubicBezTo>
                  <a:cubicBezTo>
                    <a:pt x="26706" y="482"/>
                    <a:pt x="24776" y="1500"/>
                    <a:pt x="23252" y="3001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Content Placeholder 4">
              <a:extLst>
                <a:ext uri="{FF2B5EF4-FFF2-40B4-BE49-F238E27FC236}">
                  <a16:creationId xmlns:a16="http://schemas.microsoft.com/office/drawing/2014/main" id="{B97A4BFE-9416-8045-ECA9-CE05C3541FB7}"/>
                </a:ext>
              </a:extLst>
            </p:cNvPr>
            <p:cNvSpPr/>
            <p:nvPr/>
          </p:nvSpPr>
          <p:spPr>
            <a:xfrm>
              <a:off x="4554138" y="907749"/>
              <a:ext cx="105524" cy="413878"/>
            </a:xfrm>
            <a:custGeom>
              <a:avLst/>
              <a:gdLst>
                <a:gd name="connsiteX0" fmla="*/ 27908 w 105524"/>
                <a:gd name="connsiteY0" fmla="*/ 387268 h 413878"/>
                <a:gd name="connsiteX1" fmla="*/ -29 w 105524"/>
                <a:gd name="connsiteY1" fmla="*/ 132 h 413878"/>
                <a:gd name="connsiteX2" fmla="*/ 83782 w 105524"/>
                <a:gd name="connsiteY2" fmla="*/ 37674 h 413878"/>
                <a:gd name="connsiteX3" fmla="*/ 105411 w 105524"/>
                <a:gd name="connsiteY3" fmla="*/ 23183 h 413878"/>
                <a:gd name="connsiteX4" fmla="*/ 94822 w 105524"/>
                <a:gd name="connsiteY4" fmla="*/ 71913 h 413878"/>
                <a:gd name="connsiteX5" fmla="*/ 76197 w 105524"/>
                <a:gd name="connsiteY5" fmla="*/ 225686 h 413878"/>
                <a:gd name="connsiteX6" fmla="*/ 75521 w 105524"/>
                <a:gd name="connsiteY6" fmla="*/ 270737 h 413878"/>
                <a:gd name="connsiteX7" fmla="*/ 69213 w 105524"/>
                <a:gd name="connsiteY7" fmla="*/ 346647 h 413878"/>
                <a:gd name="connsiteX8" fmla="*/ 56371 w 105524"/>
                <a:gd name="connsiteY8" fmla="*/ 384865 h 413878"/>
                <a:gd name="connsiteX9" fmla="*/ 85810 w 105524"/>
                <a:gd name="connsiteY9" fmla="*/ 399882 h 413878"/>
                <a:gd name="connsiteX10" fmla="*/ 93320 w 105524"/>
                <a:gd name="connsiteY10" fmla="*/ 404087 h 413878"/>
                <a:gd name="connsiteX11" fmla="*/ 94221 w 105524"/>
                <a:gd name="connsiteY11" fmla="*/ 411595 h 413878"/>
                <a:gd name="connsiteX12" fmla="*/ 87462 w 105524"/>
                <a:gd name="connsiteY12" fmla="*/ 413773 h 413878"/>
                <a:gd name="connsiteX13" fmla="*/ 31588 w 105524"/>
                <a:gd name="connsiteY13" fmla="*/ 408892 h 413878"/>
                <a:gd name="connsiteX14" fmla="*/ 28509 w 105524"/>
                <a:gd name="connsiteY14" fmla="*/ 407616 h 413878"/>
                <a:gd name="connsiteX15" fmla="*/ 27382 w 105524"/>
                <a:gd name="connsiteY15" fmla="*/ 405138 h 413878"/>
                <a:gd name="connsiteX16" fmla="*/ 28884 w 105524"/>
                <a:gd name="connsiteY16" fmla="*/ 387043 h 413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5524" h="413878">
                  <a:moveTo>
                    <a:pt x="27908" y="387268"/>
                  </a:moveTo>
                  <a:cubicBezTo>
                    <a:pt x="18445" y="277194"/>
                    <a:pt x="9358" y="110131"/>
                    <a:pt x="-29" y="132"/>
                  </a:cubicBezTo>
                  <a:cubicBezTo>
                    <a:pt x="27232" y="-2871"/>
                    <a:pt x="56371" y="36923"/>
                    <a:pt x="83782" y="37674"/>
                  </a:cubicBezTo>
                  <a:cubicBezTo>
                    <a:pt x="92344" y="37674"/>
                    <a:pt x="103684" y="12821"/>
                    <a:pt x="105411" y="23183"/>
                  </a:cubicBezTo>
                  <a:cubicBezTo>
                    <a:pt x="106538" y="30691"/>
                    <a:pt x="95948" y="64479"/>
                    <a:pt x="94822" y="71913"/>
                  </a:cubicBezTo>
                  <a:cubicBezTo>
                    <a:pt x="87312" y="122820"/>
                    <a:pt x="79051" y="174103"/>
                    <a:pt x="76197" y="225686"/>
                  </a:cubicBezTo>
                  <a:cubicBezTo>
                    <a:pt x="75371" y="240703"/>
                    <a:pt x="76197" y="255720"/>
                    <a:pt x="75521" y="270737"/>
                  </a:cubicBezTo>
                  <a:cubicBezTo>
                    <a:pt x="74996" y="296115"/>
                    <a:pt x="71691" y="321419"/>
                    <a:pt x="69213" y="346647"/>
                  </a:cubicBezTo>
                  <a:cubicBezTo>
                    <a:pt x="67486" y="364667"/>
                    <a:pt x="54719" y="376681"/>
                    <a:pt x="56371" y="384865"/>
                  </a:cubicBezTo>
                  <a:cubicBezTo>
                    <a:pt x="56897" y="387493"/>
                    <a:pt x="78075" y="396729"/>
                    <a:pt x="85810" y="399882"/>
                  </a:cubicBezTo>
                  <a:cubicBezTo>
                    <a:pt x="88611" y="400671"/>
                    <a:pt x="91187" y="402112"/>
                    <a:pt x="93320" y="404087"/>
                  </a:cubicBezTo>
                  <a:cubicBezTo>
                    <a:pt x="95280" y="406099"/>
                    <a:pt x="95648" y="409178"/>
                    <a:pt x="94221" y="411595"/>
                  </a:cubicBezTo>
                  <a:cubicBezTo>
                    <a:pt x="92419" y="413315"/>
                    <a:pt x="89926" y="414111"/>
                    <a:pt x="87462" y="413773"/>
                  </a:cubicBezTo>
                  <a:cubicBezTo>
                    <a:pt x="68725" y="413983"/>
                    <a:pt x="50010" y="412346"/>
                    <a:pt x="31588" y="408892"/>
                  </a:cubicBezTo>
                  <a:cubicBezTo>
                    <a:pt x="30461" y="408772"/>
                    <a:pt x="29395" y="408329"/>
                    <a:pt x="28509" y="407616"/>
                  </a:cubicBezTo>
                  <a:cubicBezTo>
                    <a:pt x="27938" y="406887"/>
                    <a:pt x="27555" y="406039"/>
                    <a:pt x="27382" y="405138"/>
                  </a:cubicBezTo>
                  <a:cubicBezTo>
                    <a:pt x="25843" y="399109"/>
                    <a:pt x="26368" y="392734"/>
                    <a:pt x="28884" y="387043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Content Placeholder 4">
              <a:extLst>
                <a:ext uri="{FF2B5EF4-FFF2-40B4-BE49-F238E27FC236}">
                  <a16:creationId xmlns:a16="http://schemas.microsoft.com/office/drawing/2014/main" id="{2702AF7F-2E82-131D-B791-07C427C0E5F4}"/>
                </a:ext>
              </a:extLst>
            </p:cNvPr>
            <p:cNvSpPr/>
            <p:nvPr/>
          </p:nvSpPr>
          <p:spPr>
            <a:xfrm>
              <a:off x="4518248" y="645590"/>
              <a:ext cx="162358" cy="317583"/>
            </a:xfrm>
            <a:custGeom>
              <a:avLst/>
              <a:gdLst>
                <a:gd name="connsiteX0" fmla="*/ 108783 w 162358"/>
                <a:gd name="connsiteY0" fmla="*/ 14512 h 317583"/>
                <a:gd name="connsiteX1" fmla="*/ 101723 w 162358"/>
                <a:gd name="connsiteY1" fmla="*/ 12260 h 317583"/>
                <a:gd name="connsiteX2" fmla="*/ 66427 w 162358"/>
                <a:gd name="connsiteY2" fmla="*/ 847 h 317583"/>
                <a:gd name="connsiteX3" fmla="*/ 60944 w 162358"/>
                <a:gd name="connsiteY3" fmla="*/ 21 h 317583"/>
                <a:gd name="connsiteX4" fmla="*/ 57189 w 162358"/>
                <a:gd name="connsiteY4" fmla="*/ 1823 h 317583"/>
                <a:gd name="connsiteX5" fmla="*/ 23244 w 162358"/>
                <a:gd name="connsiteY5" fmla="*/ 63317 h 317583"/>
                <a:gd name="connsiteX6" fmla="*/ 3343 w 162358"/>
                <a:gd name="connsiteY6" fmla="*/ 302537 h 317583"/>
                <a:gd name="connsiteX7" fmla="*/ 162329 w 162358"/>
                <a:gd name="connsiteY7" fmla="*/ 317554 h 317583"/>
                <a:gd name="connsiteX8" fmla="*/ 152566 w 162358"/>
                <a:gd name="connsiteY8" fmla="*/ 257486 h 317583"/>
                <a:gd name="connsiteX9" fmla="*/ 146708 w 162358"/>
                <a:gd name="connsiteY9" fmla="*/ 162204 h 317583"/>
                <a:gd name="connsiteX10" fmla="*/ 142353 w 162358"/>
                <a:gd name="connsiteY10" fmla="*/ 66471 h 317583"/>
                <a:gd name="connsiteX11" fmla="*/ 138522 w 162358"/>
                <a:gd name="connsiteY11" fmla="*/ 27802 h 317583"/>
                <a:gd name="connsiteX12" fmla="*/ 115992 w 162358"/>
                <a:gd name="connsiteY12" fmla="*/ 16765 h 317583"/>
                <a:gd name="connsiteX13" fmla="*/ 108783 w 162358"/>
                <a:gd name="connsiteY13" fmla="*/ 14512 h 317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2358" h="317583">
                  <a:moveTo>
                    <a:pt x="108783" y="14512"/>
                  </a:moveTo>
                  <a:cubicBezTo>
                    <a:pt x="106455" y="13837"/>
                    <a:pt x="104052" y="13086"/>
                    <a:pt x="101723" y="12260"/>
                  </a:cubicBezTo>
                  <a:lnTo>
                    <a:pt x="66427" y="847"/>
                  </a:lnTo>
                  <a:cubicBezTo>
                    <a:pt x="64692" y="129"/>
                    <a:pt x="62814" y="-155"/>
                    <a:pt x="60944" y="21"/>
                  </a:cubicBezTo>
                  <a:cubicBezTo>
                    <a:pt x="59562" y="309"/>
                    <a:pt x="58278" y="927"/>
                    <a:pt x="57189" y="1823"/>
                  </a:cubicBezTo>
                  <a:cubicBezTo>
                    <a:pt x="35260" y="16840"/>
                    <a:pt x="29252" y="41168"/>
                    <a:pt x="23244" y="63317"/>
                  </a:cubicBezTo>
                  <a:cubicBezTo>
                    <a:pt x="1908" y="141147"/>
                    <a:pt x="-4843" y="222253"/>
                    <a:pt x="3343" y="302537"/>
                  </a:cubicBezTo>
                  <a:cubicBezTo>
                    <a:pt x="56048" y="310217"/>
                    <a:pt x="109113" y="315229"/>
                    <a:pt x="162329" y="317554"/>
                  </a:cubicBezTo>
                  <a:cubicBezTo>
                    <a:pt x="159325" y="317554"/>
                    <a:pt x="153242" y="262667"/>
                    <a:pt x="152566" y="257486"/>
                  </a:cubicBezTo>
                  <a:cubicBezTo>
                    <a:pt x="148398" y="225900"/>
                    <a:pt x="146445" y="194062"/>
                    <a:pt x="146708" y="162204"/>
                  </a:cubicBezTo>
                  <a:cubicBezTo>
                    <a:pt x="146708" y="130218"/>
                    <a:pt x="145056" y="98382"/>
                    <a:pt x="142353" y="66471"/>
                  </a:cubicBezTo>
                  <a:cubicBezTo>
                    <a:pt x="141226" y="53632"/>
                    <a:pt x="139949" y="40717"/>
                    <a:pt x="138522" y="27802"/>
                  </a:cubicBezTo>
                  <a:cubicBezTo>
                    <a:pt x="137997" y="22772"/>
                    <a:pt x="120724" y="17591"/>
                    <a:pt x="115992" y="16765"/>
                  </a:cubicBezTo>
                  <a:cubicBezTo>
                    <a:pt x="113552" y="16146"/>
                    <a:pt x="111141" y="15394"/>
                    <a:pt x="108783" y="14512"/>
                  </a:cubicBezTo>
                  <a:close/>
                </a:path>
              </a:pathLst>
            </a:custGeom>
            <a:solidFill>
              <a:srgbClr val="AA6A6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Content Placeholder 4">
              <a:extLst>
                <a:ext uri="{FF2B5EF4-FFF2-40B4-BE49-F238E27FC236}">
                  <a16:creationId xmlns:a16="http://schemas.microsoft.com/office/drawing/2014/main" id="{8EE19A84-1D93-3B84-1703-17E846030F86}"/>
                </a:ext>
              </a:extLst>
            </p:cNvPr>
            <p:cNvSpPr/>
            <p:nvPr/>
          </p:nvSpPr>
          <p:spPr>
            <a:xfrm>
              <a:off x="4603190" y="703733"/>
              <a:ext cx="169638" cy="159868"/>
            </a:xfrm>
            <a:custGeom>
              <a:avLst/>
              <a:gdLst>
                <a:gd name="connsiteX0" fmla="*/ 169384 w 169638"/>
                <a:gd name="connsiteY0" fmla="*/ 150313 h 159868"/>
                <a:gd name="connsiteX1" fmla="*/ 152712 w 169638"/>
                <a:gd name="connsiteY1" fmla="*/ 143480 h 159868"/>
                <a:gd name="connsiteX2" fmla="*/ 153988 w 169638"/>
                <a:gd name="connsiteY2" fmla="*/ 138074 h 159868"/>
                <a:gd name="connsiteX3" fmla="*/ 150309 w 169638"/>
                <a:gd name="connsiteY3" fmla="*/ 137624 h 159868"/>
                <a:gd name="connsiteX4" fmla="*/ 134012 w 169638"/>
                <a:gd name="connsiteY4" fmla="*/ 137098 h 159868"/>
                <a:gd name="connsiteX5" fmla="*/ 132510 w 169638"/>
                <a:gd name="connsiteY5" fmla="*/ 137098 h 159868"/>
                <a:gd name="connsiteX6" fmla="*/ 132510 w 169638"/>
                <a:gd name="connsiteY6" fmla="*/ 137098 h 159868"/>
                <a:gd name="connsiteX7" fmla="*/ 38335 w 169638"/>
                <a:gd name="connsiteY7" fmla="*/ 98129 h 159868"/>
                <a:gd name="connsiteX8" fmla="*/ 38335 w 169638"/>
                <a:gd name="connsiteY8" fmla="*/ 65993 h 159868"/>
                <a:gd name="connsiteX9" fmla="*/ 33904 w 169638"/>
                <a:gd name="connsiteY9" fmla="*/ 19816 h 159868"/>
                <a:gd name="connsiteX10" fmla="*/ 28271 w 169638"/>
                <a:gd name="connsiteY10" fmla="*/ 3372 h 159868"/>
                <a:gd name="connsiteX11" fmla="*/ 2587 w 169638"/>
                <a:gd name="connsiteY11" fmla="*/ 11331 h 159868"/>
                <a:gd name="connsiteX12" fmla="*/ 2211 w 169638"/>
                <a:gd name="connsiteY12" fmla="*/ 42116 h 159868"/>
                <a:gd name="connsiteX13" fmla="*/ 17983 w 169638"/>
                <a:gd name="connsiteY13" fmla="*/ 122456 h 159868"/>
                <a:gd name="connsiteX14" fmla="*/ 21662 w 169638"/>
                <a:gd name="connsiteY14" fmla="*/ 130866 h 159868"/>
                <a:gd name="connsiteX15" fmla="*/ 28496 w 169638"/>
                <a:gd name="connsiteY15" fmla="*/ 133569 h 159868"/>
                <a:gd name="connsiteX16" fmla="*/ 126126 w 169638"/>
                <a:gd name="connsiteY16" fmla="*/ 154367 h 159868"/>
                <a:gd name="connsiteX17" fmla="*/ 126126 w 169638"/>
                <a:gd name="connsiteY17" fmla="*/ 154367 h 159868"/>
                <a:gd name="connsiteX18" fmla="*/ 165253 w 169638"/>
                <a:gd name="connsiteY18" fmla="*/ 157070 h 159868"/>
                <a:gd name="connsiteX19" fmla="*/ 168783 w 169638"/>
                <a:gd name="connsiteY19" fmla="*/ 154818 h 159868"/>
                <a:gd name="connsiteX20" fmla="*/ 169384 w 169638"/>
                <a:gd name="connsiteY20" fmla="*/ 150313 h 15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9638" h="159868">
                  <a:moveTo>
                    <a:pt x="169384" y="150313"/>
                  </a:moveTo>
                  <a:cubicBezTo>
                    <a:pt x="165163" y="145604"/>
                    <a:pt x="159020" y="143086"/>
                    <a:pt x="152712" y="143480"/>
                  </a:cubicBezTo>
                  <a:cubicBezTo>
                    <a:pt x="154064" y="141978"/>
                    <a:pt x="155415" y="139501"/>
                    <a:pt x="153988" y="138074"/>
                  </a:cubicBezTo>
                  <a:cubicBezTo>
                    <a:pt x="152877" y="137430"/>
                    <a:pt x="151548" y="137267"/>
                    <a:pt x="150309" y="137624"/>
                  </a:cubicBezTo>
                  <a:cubicBezTo>
                    <a:pt x="144901" y="138577"/>
                    <a:pt x="139351" y="138398"/>
                    <a:pt x="134012" y="137098"/>
                  </a:cubicBezTo>
                  <a:lnTo>
                    <a:pt x="132510" y="137098"/>
                  </a:lnTo>
                  <a:lnTo>
                    <a:pt x="132510" y="137098"/>
                  </a:lnTo>
                  <a:cubicBezTo>
                    <a:pt x="100044" y="126871"/>
                    <a:pt x="68532" y="113832"/>
                    <a:pt x="38335" y="98129"/>
                  </a:cubicBezTo>
                  <a:cubicBezTo>
                    <a:pt x="39761" y="87464"/>
                    <a:pt x="39761" y="76657"/>
                    <a:pt x="38335" y="65993"/>
                  </a:cubicBezTo>
                  <a:cubicBezTo>
                    <a:pt x="36833" y="50601"/>
                    <a:pt x="35406" y="35208"/>
                    <a:pt x="33904" y="19816"/>
                  </a:cubicBezTo>
                  <a:cubicBezTo>
                    <a:pt x="34054" y="13838"/>
                    <a:pt x="32056" y="8004"/>
                    <a:pt x="28271" y="3372"/>
                  </a:cubicBezTo>
                  <a:cubicBezTo>
                    <a:pt x="20761" y="-4136"/>
                    <a:pt x="7018" y="1796"/>
                    <a:pt x="2587" y="11331"/>
                  </a:cubicBezTo>
                  <a:cubicBezTo>
                    <a:pt x="-770" y="21299"/>
                    <a:pt x="-898" y="32070"/>
                    <a:pt x="2211" y="42116"/>
                  </a:cubicBezTo>
                  <a:lnTo>
                    <a:pt x="17983" y="122456"/>
                  </a:lnTo>
                  <a:cubicBezTo>
                    <a:pt x="18298" y="125575"/>
                    <a:pt x="19590" y="128516"/>
                    <a:pt x="21662" y="130866"/>
                  </a:cubicBezTo>
                  <a:cubicBezTo>
                    <a:pt x="23668" y="132342"/>
                    <a:pt x="26026" y="133273"/>
                    <a:pt x="28496" y="133569"/>
                  </a:cubicBezTo>
                  <a:lnTo>
                    <a:pt x="126126" y="154367"/>
                  </a:lnTo>
                  <a:lnTo>
                    <a:pt x="126126" y="154367"/>
                  </a:lnTo>
                  <a:cubicBezTo>
                    <a:pt x="138255" y="160565"/>
                    <a:pt x="152389" y="161542"/>
                    <a:pt x="165253" y="157070"/>
                  </a:cubicBezTo>
                  <a:cubicBezTo>
                    <a:pt x="166650" y="156743"/>
                    <a:pt x="167897" y="155949"/>
                    <a:pt x="168783" y="154818"/>
                  </a:cubicBezTo>
                  <a:cubicBezTo>
                    <a:pt x="169609" y="153467"/>
                    <a:pt x="169827" y="151833"/>
                    <a:pt x="169384" y="150313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Content Placeholder 4">
              <a:extLst>
                <a:ext uri="{FF2B5EF4-FFF2-40B4-BE49-F238E27FC236}">
                  <a16:creationId xmlns:a16="http://schemas.microsoft.com/office/drawing/2014/main" id="{222E0926-9258-6F86-1932-ABEEBF2C4621}"/>
                </a:ext>
              </a:extLst>
            </p:cNvPr>
            <p:cNvSpPr/>
            <p:nvPr/>
          </p:nvSpPr>
          <p:spPr>
            <a:xfrm>
              <a:off x="4586881" y="495047"/>
              <a:ext cx="135841" cy="90267"/>
            </a:xfrm>
            <a:custGeom>
              <a:avLst/>
              <a:gdLst>
                <a:gd name="connsiteX0" fmla="*/ 133124 w 135841"/>
                <a:gd name="connsiteY0" fmla="*/ 19316 h 90267"/>
                <a:gd name="connsiteX1" fmla="*/ 93096 w 135841"/>
                <a:gd name="connsiteY1" fmla="*/ 19 h 90267"/>
                <a:gd name="connsiteX2" fmla="*/ 58850 w 135841"/>
                <a:gd name="connsiteY2" fmla="*/ 7527 h 90267"/>
                <a:gd name="connsiteX3" fmla="*/ 47285 w 135841"/>
                <a:gd name="connsiteY3" fmla="*/ 12183 h 90267"/>
                <a:gd name="connsiteX4" fmla="*/ 27308 w 135841"/>
                <a:gd name="connsiteY4" fmla="*/ 10981 h 90267"/>
                <a:gd name="connsiteX5" fmla="*/ 13114 w 135841"/>
                <a:gd name="connsiteY5" fmla="*/ 17439 h 90267"/>
                <a:gd name="connsiteX6" fmla="*/ -28 w 135841"/>
                <a:gd name="connsiteY6" fmla="*/ 74878 h 90267"/>
                <a:gd name="connsiteX7" fmla="*/ 12438 w 135841"/>
                <a:gd name="connsiteY7" fmla="*/ 88994 h 90267"/>
                <a:gd name="connsiteX8" fmla="*/ 34968 w 135841"/>
                <a:gd name="connsiteY8" fmla="*/ 69322 h 90267"/>
                <a:gd name="connsiteX9" fmla="*/ 81831 w 135841"/>
                <a:gd name="connsiteY9" fmla="*/ 70373 h 90267"/>
                <a:gd name="connsiteX10" fmla="*/ 133124 w 135841"/>
                <a:gd name="connsiteY10" fmla="*/ 19316 h 90267"/>
                <a:gd name="connsiteX11" fmla="*/ 8458 w 135841"/>
                <a:gd name="connsiteY11" fmla="*/ 79759 h 90267"/>
                <a:gd name="connsiteX12" fmla="*/ 8458 w 135841"/>
                <a:gd name="connsiteY12" fmla="*/ 79759 h 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5841" h="90267">
                  <a:moveTo>
                    <a:pt x="133124" y="19316"/>
                  </a:moveTo>
                  <a:cubicBezTo>
                    <a:pt x="127792" y="4299"/>
                    <a:pt x="106614" y="-582"/>
                    <a:pt x="93096" y="19"/>
                  </a:cubicBezTo>
                  <a:cubicBezTo>
                    <a:pt x="81358" y="707"/>
                    <a:pt x="69800" y="3241"/>
                    <a:pt x="58850" y="7527"/>
                  </a:cubicBezTo>
                  <a:cubicBezTo>
                    <a:pt x="55245" y="8804"/>
                    <a:pt x="51340" y="10606"/>
                    <a:pt x="47285" y="12183"/>
                  </a:cubicBezTo>
                  <a:cubicBezTo>
                    <a:pt x="40601" y="12183"/>
                    <a:pt x="34142" y="11206"/>
                    <a:pt x="27308" y="10981"/>
                  </a:cubicBezTo>
                  <a:cubicBezTo>
                    <a:pt x="21721" y="10150"/>
                    <a:pt x="16163" y="12678"/>
                    <a:pt x="13114" y="17439"/>
                  </a:cubicBezTo>
                  <a:cubicBezTo>
                    <a:pt x="4388" y="35326"/>
                    <a:pt x="-103" y="54978"/>
                    <a:pt x="-28" y="74878"/>
                  </a:cubicBezTo>
                  <a:cubicBezTo>
                    <a:pt x="-28" y="81561"/>
                    <a:pt x="2826" y="94250"/>
                    <a:pt x="12438" y="88994"/>
                  </a:cubicBezTo>
                  <a:cubicBezTo>
                    <a:pt x="20609" y="83233"/>
                    <a:pt x="28157" y="76640"/>
                    <a:pt x="34968" y="69322"/>
                  </a:cubicBezTo>
                  <a:cubicBezTo>
                    <a:pt x="46909" y="59110"/>
                    <a:pt x="68538" y="67445"/>
                    <a:pt x="81831" y="70373"/>
                  </a:cubicBezTo>
                  <a:cubicBezTo>
                    <a:pt x="112772" y="76830"/>
                    <a:pt x="145515" y="54530"/>
                    <a:pt x="133124" y="19316"/>
                  </a:cubicBezTo>
                  <a:close/>
                  <a:moveTo>
                    <a:pt x="8458" y="79759"/>
                  </a:moveTo>
                  <a:lnTo>
                    <a:pt x="8458" y="79759"/>
                  </a:ln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Content Placeholder 4">
              <a:extLst>
                <a:ext uri="{FF2B5EF4-FFF2-40B4-BE49-F238E27FC236}">
                  <a16:creationId xmlns:a16="http://schemas.microsoft.com/office/drawing/2014/main" id="{EC457C32-CB06-F22F-37AE-760B3DB631DD}"/>
                </a:ext>
              </a:extLst>
            </p:cNvPr>
            <p:cNvSpPr/>
            <p:nvPr/>
          </p:nvSpPr>
          <p:spPr>
            <a:xfrm>
              <a:off x="4589600" y="691421"/>
              <a:ext cx="62543" cy="85070"/>
            </a:xfrm>
            <a:custGeom>
              <a:avLst/>
              <a:gdLst>
                <a:gd name="connsiteX0" fmla="*/ 16027 w 62543"/>
                <a:gd name="connsiteY0" fmla="*/ 82209 h 85070"/>
                <a:gd name="connsiteX1" fmla="*/ 16703 w 62543"/>
                <a:gd name="connsiteY1" fmla="*/ 442 h 85070"/>
                <a:gd name="connsiteX2" fmla="*/ 62514 w 62543"/>
                <a:gd name="connsiteY2" fmla="*/ 78305 h 85070"/>
                <a:gd name="connsiteX3" fmla="*/ 16027 w 62543"/>
                <a:gd name="connsiteY3" fmla="*/ 82209 h 8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543" h="85070">
                  <a:moveTo>
                    <a:pt x="16027" y="82209"/>
                  </a:moveTo>
                  <a:cubicBezTo>
                    <a:pt x="16027" y="82209"/>
                    <a:pt x="-20546" y="7125"/>
                    <a:pt x="16703" y="442"/>
                  </a:cubicBezTo>
                  <a:cubicBezTo>
                    <a:pt x="53953" y="-6241"/>
                    <a:pt x="61237" y="59984"/>
                    <a:pt x="62514" y="78305"/>
                  </a:cubicBezTo>
                  <a:cubicBezTo>
                    <a:pt x="62514" y="78004"/>
                    <a:pt x="20759" y="90468"/>
                    <a:pt x="16027" y="82209"/>
                  </a:cubicBezTo>
                  <a:close/>
                </a:path>
              </a:pathLst>
            </a:custGeom>
            <a:solidFill>
              <a:srgbClr val="B77C7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Content Placeholder 4">
              <a:extLst>
                <a:ext uri="{FF2B5EF4-FFF2-40B4-BE49-F238E27FC236}">
                  <a16:creationId xmlns:a16="http://schemas.microsoft.com/office/drawing/2014/main" id="{725DC0BB-DFF9-2E9C-836E-086F8D978C25}"/>
                </a:ext>
              </a:extLst>
            </p:cNvPr>
            <p:cNvSpPr/>
            <p:nvPr/>
          </p:nvSpPr>
          <p:spPr>
            <a:xfrm>
              <a:off x="4612017" y="447903"/>
              <a:ext cx="74684" cy="157169"/>
            </a:xfrm>
            <a:custGeom>
              <a:avLst/>
              <a:gdLst>
                <a:gd name="connsiteX0" fmla="*/ 71114 w 74684"/>
                <a:gd name="connsiteY0" fmla="*/ 15703 h 157169"/>
                <a:gd name="connsiteX1" fmla="*/ 57821 w 74684"/>
                <a:gd name="connsiteY1" fmla="*/ 686 h 157169"/>
                <a:gd name="connsiteX2" fmla="*/ 31236 w 74684"/>
                <a:gd name="connsiteY2" fmla="*/ 17505 h 157169"/>
                <a:gd name="connsiteX3" fmla="*/ 19745 w 74684"/>
                <a:gd name="connsiteY3" fmla="*/ 88760 h 157169"/>
                <a:gd name="connsiteX4" fmla="*/ 19745 w 74684"/>
                <a:gd name="connsiteY4" fmla="*/ 96269 h 157169"/>
                <a:gd name="connsiteX5" fmla="*/ 11560 w 74684"/>
                <a:gd name="connsiteY5" fmla="*/ 98822 h 157169"/>
                <a:gd name="connsiteX6" fmla="*/ 6303 w 74684"/>
                <a:gd name="connsiteY6" fmla="*/ 106330 h 157169"/>
                <a:gd name="connsiteX7" fmla="*/ -6 w 74684"/>
                <a:gd name="connsiteY7" fmla="*/ 136364 h 157169"/>
                <a:gd name="connsiteX8" fmla="*/ 1496 w 74684"/>
                <a:gd name="connsiteY8" fmla="*/ 145299 h 157169"/>
                <a:gd name="connsiteX9" fmla="*/ 9006 w 74684"/>
                <a:gd name="connsiteY9" fmla="*/ 152808 h 157169"/>
                <a:gd name="connsiteX10" fmla="*/ 52166 w 74684"/>
                <a:gd name="connsiteY10" fmla="*/ 141543 h 157169"/>
                <a:gd name="connsiteX11" fmla="*/ 52864 w 74684"/>
                <a:gd name="connsiteY11" fmla="*/ 110910 h 157169"/>
                <a:gd name="connsiteX12" fmla="*/ 44078 w 74684"/>
                <a:gd name="connsiteY12" fmla="*/ 100924 h 157169"/>
                <a:gd name="connsiteX13" fmla="*/ 28082 w 74684"/>
                <a:gd name="connsiteY13" fmla="*/ 96344 h 157169"/>
                <a:gd name="connsiteX14" fmla="*/ 28082 w 74684"/>
                <a:gd name="connsiteY14" fmla="*/ 77948 h 157169"/>
                <a:gd name="connsiteX15" fmla="*/ 30034 w 74684"/>
                <a:gd name="connsiteY15" fmla="*/ 51969 h 157169"/>
                <a:gd name="connsiteX16" fmla="*/ 44303 w 74684"/>
                <a:gd name="connsiteY16" fmla="*/ 30870 h 157169"/>
                <a:gd name="connsiteX17" fmla="*/ 56394 w 74684"/>
                <a:gd name="connsiteY17" fmla="*/ 29068 h 157169"/>
                <a:gd name="connsiteX18" fmla="*/ 61501 w 74684"/>
                <a:gd name="connsiteY18" fmla="*/ 32898 h 157169"/>
                <a:gd name="connsiteX19" fmla="*/ 73442 w 74684"/>
                <a:gd name="connsiteY19" fmla="*/ 47914 h 157169"/>
                <a:gd name="connsiteX20" fmla="*/ 71114 w 74684"/>
                <a:gd name="connsiteY20" fmla="*/ 15703 h 157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74684" h="157169">
                  <a:moveTo>
                    <a:pt x="71114" y="15703"/>
                  </a:moveTo>
                  <a:cubicBezTo>
                    <a:pt x="69146" y="8964"/>
                    <a:pt x="64272" y="3456"/>
                    <a:pt x="57821" y="686"/>
                  </a:cubicBezTo>
                  <a:cubicBezTo>
                    <a:pt x="46932" y="-2843"/>
                    <a:pt x="36418" y="7294"/>
                    <a:pt x="31236" y="17505"/>
                  </a:cubicBezTo>
                  <a:cubicBezTo>
                    <a:pt x="20271" y="39205"/>
                    <a:pt x="19896" y="64508"/>
                    <a:pt x="19745" y="88760"/>
                  </a:cubicBezTo>
                  <a:lnTo>
                    <a:pt x="19745" y="96269"/>
                  </a:lnTo>
                  <a:cubicBezTo>
                    <a:pt x="16832" y="96332"/>
                    <a:pt x="13993" y="97216"/>
                    <a:pt x="11560" y="98822"/>
                  </a:cubicBezTo>
                  <a:cubicBezTo>
                    <a:pt x="9186" y="100827"/>
                    <a:pt x="7377" y="103415"/>
                    <a:pt x="6303" y="106330"/>
                  </a:cubicBezTo>
                  <a:cubicBezTo>
                    <a:pt x="2135" y="115794"/>
                    <a:pt x="-13" y="126023"/>
                    <a:pt x="-6" y="136364"/>
                  </a:cubicBezTo>
                  <a:cubicBezTo>
                    <a:pt x="-148" y="139415"/>
                    <a:pt x="362" y="142462"/>
                    <a:pt x="1496" y="145299"/>
                  </a:cubicBezTo>
                  <a:cubicBezTo>
                    <a:pt x="3186" y="148502"/>
                    <a:pt x="5799" y="151120"/>
                    <a:pt x="9006" y="152808"/>
                  </a:cubicBezTo>
                  <a:cubicBezTo>
                    <a:pt x="24034" y="161613"/>
                    <a:pt x="43357" y="156570"/>
                    <a:pt x="52166" y="141543"/>
                  </a:cubicBezTo>
                  <a:cubicBezTo>
                    <a:pt x="57678" y="132139"/>
                    <a:pt x="57941" y="120556"/>
                    <a:pt x="52864" y="110910"/>
                  </a:cubicBezTo>
                  <a:cubicBezTo>
                    <a:pt x="50844" y="106881"/>
                    <a:pt x="47818" y="103442"/>
                    <a:pt x="44078" y="100924"/>
                  </a:cubicBezTo>
                  <a:cubicBezTo>
                    <a:pt x="39226" y="98055"/>
                    <a:pt x="33714" y="96478"/>
                    <a:pt x="28082" y="96344"/>
                  </a:cubicBezTo>
                  <a:cubicBezTo>
                    <a:pt x="28082" y="90187"/>
                    <a:pt x="28082" y="84030"/>
                    <a:pt x="28082" y="77948"/>
                  </a:cubicBezTo>
                  <a:cubicBezTo>
                    <a:pt x="27638" y="69241"/>
                    <a:pt x="28292" y="60512"/>
                    <a:pt x="30034" y="51969"/>
                  </a:cubicBezTo>
                  <a:cubicBezTo>
                    <a:pt x="31904" y="43367"/>
                    <a:pt x="37018" y="35812"/>
                    <a:pt x="44303" y="30870"/>
                  </a:cubicBezTo>
                  <a:cubicBezTo>
                    <a:pt x="47833" y="28412"/>
                    <a:pt x="52301" y="27745"/>
                    <a:pt x="56394" y="29068"/>
                  </a:cubicBezTo>
                  <a:cubicBezTo>
                    <a:pt x="58324" y="30008"/>
                    <a:pt x="60059" y="31308"/>
                    <a:pt x="61501" y="32898"/>
                  </a:cubicBezTo>
                  <a:cubicBezTo>
                    <a:pt x="65984" y="37482"/>
                    <a:pt x="69987" y="42514"/>
                    <a:pt x="73442" y="47914"/>
                  </a:cubicBezTo>
                  <a:cubicBezTo>
                    <a:pt x="75642" y="37168"/>
                    <a:pt x="74839" y="26021"/>
                    <a:pt x="71114" y="15703"/>
                  </a:cubicBezTo>
                  <a:close/>
                </a:path>
              </a:pathLst>
            </a:custGeom>
            <a:solidFill>
              <a:srgbClr val="EBCE5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23" name="Picture 22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6408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3"/>
          <p:cNvSpPr>
            <a:spLocks noGrp="1"/>
          </p:cNvSpPr>
          <p:nvPr>
            <p:ph type="title" hasCustomPrompt="1"/>
          </p:nvPr>
        </p:nvSpPr>
        <p:spPr>
          <a:xfrm>
            <a:off x="2857581" y="546346"/>
            <a:ext cx="8718900" cy="838571"/>
          </a:xfrm>
        </p:spPr>
        <p:txBody>
          <a:bodyPr anchor="t">
            <a:noAutofit/>
          </a:bodyPr>
          <a:lstStyle>
            <a:lvl1pPr algn="l">
              <a:defRPr sz="2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2857580" y="1384918"/>
            <a:ext cx="8718899" cy="4696286"/>
          </a:xfrm>
        </p:spPr>
        <p:txBody>
          <a:bodyPr anchor="t"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A8D563CC-FC78-BF58-A18D-B6BCC7FED9B8}"/>
              </a:ext>
            </a:extLst>
          </p:cNvPr>
          <p:cNvSpPr/>
          <p:nvPr userDrawn="1"/>
        </p:nvSpPr>
        <p:spPr>
          <a:xfrm rot="10800000">
            <a:off x="-1" y="3510301"/>
            <a:ext cx="4036741" cy="2832816"/>
          </a:xfrm>
          <a:custGeom>
            <a:avLst/>
            <a:gdLst>
              <a:gd name="connsiteX0" fmla="*/ 4544291 w 4544291"/>
              <a:gd name="connsiteY0" fmla="*/ 0 h 2618510"/>
              <a:gd name="connsiteX1" fmla="*/ 4544291 w 4544291"/>
              <a:gd name="connsiteY1" fmla="*/ 1761324 h 2618510"/>
              <a:gd name="connsiteX2" fmla="*/ 4443125 w 4544291"/>
              <a:gd name="connsiteY2" fmla="*/ 1870539 h 2618510"/>
              <a:gd name="connsiteX3" fmla="*/ 2602722 w 4544291"/>
              <a:gd name="connsiteY3" fmla="*/ 2618510 h 2618510"/>
              <a:gd name="connsiteX4" fmla="*/ 0 w 4544291"/>
              <a:gd name="connsiteY4" fmla="*/ 64778 h 2618510"/>
              <a:gd name="connsiteX5" fmla="*/ 2502 w 4544291"/>
              <a:gd name="connsiteY5" fmla="*/ 0 h 2618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44291" h="2618510">
                <a:moveTo>
                  <a:pt x="4544291" y="0"/>
                </a:moveTo>
                <a:lnTo>
                  <a:pt x="4544291" y="1761324"/>
                </a:lnTo>
                <a:lnTo>
                  <a:pt x="4443125" y="1870539"/>
                </a:lnTo>
                <a:cubicBezTo>
                  <a:pt x="3972125" y="2332674"/>
                  <a:pt x="3321445" y="2618510"/>
                  <a:pt x="2602722" y="2618510"/>
                </a:cubicBezTo>
                <a:cubicBezTo>
                  <a:pt x="1165278" y="2618510"/>
                  <a:pt x="0" y="1475165"/>
                  <a:pt x="0" y="64778"/>
                </a:cubicBezTo>
                <a:lnTo>
                  <a:pt x="2502" y="0"/>
                </a:ln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89C635F0-3F43-B835-D0DB-0982825B4268}"/>
              </a:ext>
            </a:extLst>
          </p:cNvPr>
          <p:cNvSpPr/>
          <p:nvPr userDrawn="1"/>
        </p:nvSpPr>
        <p:spPr>
          <a:xfrm>
            <a:off x="10444841" y="5039"/>
            <a:ext cx="1747157" cy="1543515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6633130-C155-A2DD-7B79-D8C2A3C38E3C}"/>
              </a:ext>
            </a:extLst>
          </p:cNvPr>
          <p:cNvGrpSpPr/>
          <p:nvPr userDrawn="1"/>
        </p:nvGrpSpPr>
        <p:grpSpPr>
          <a:xfrm>
            <a:off x="101880" y="662119"/>
            <a:ext cx="2743199" cy="5792021"/>
            <a:chOff x="3345283" y="1546267"/>
            <a:chExt cx="390319" cy="824124"/>
          </a:xfrm>
        </p:grpSpPr>
        <p:sp>
          <p:nvSpPr>
            <p:cNvPr id="13" name="Content Placeholder 4">
              <a:extLst>
                <a:ext uri="{FF2B5EF4-FFF2-40B4-BE49-F238E27FC236}">
                  <a16:creationId xmlns:a16="http://schemas.microsoft.com/office/drawing/2014/main" id="{2F5D57C1-1257-EF93-5BEA-B871F2B9E758}"/>
                </a:ext>
              </a:extLst>
            </p:cNvPr>
            <p:cNvSpPr/>
            <p:nvPr/>
          </p:nvSpPr>
          <p:spPr>
            <a:xfrm>
              <a:off x="3444344" y="2343902"/>
              <a:ext cx="233679" cy="26489"/>
            </a:xfrm>
            <a:custGeom>
              <a:avLst/>
              <a:gdLst>
                <a:gd name="connsiteX0" fmla="*/ 233574 w 233679"/>
                <a:gd name="connsiteY0" fmla="*/ 17690 h 26489"/>
                <a:gd name="connsiteX1" fmla="*/ 231922 w 233679"/>
                <a:gd name="connsiteY1" fmla="*/ 15288 h 26489"/>
                <a:gd name="connsiteX2" fmla="*/ 204886 w 233679"/>
                <a:gd name="connsiteY2" fmla="*/ 5151 h 26489"/>
                <a:gd name="connsiteX3" fmla="*/ 89082 w 233679"/>
                <a:gd name="connsiteY3" fmla="*/ 1172 h 26489"/>
                <a:gd name="connsiteX4" fmla="*/ 38390 w 233679"/>
                <a:gd name="connsiteY4" fmla="*/ -30 h 26489"/>
                <a:gd name="connsiteX5" fmla="*/ 3093 w 233679"/>
                <a:gd name="connsiteY5" fmla="*/ 9881 h 26489"/>
                <a:gd name="connsiteX6" fmla="*/ 164 w 233679"/>
                <a:gd name="connsiteY6" fmla="*/ 12660 h 26489"/>
                <a:gd name="connsiteX7" fmla="*/ 5421 w 233679"/>
                <a:gd name="connsiteY7" fmla="*/ 18891 h 26489"/>
                <a:gd name="connsiteX8" fmla="*/ 71133 w 233679"/>
                <a:gd name="connsiteY8" fmla="*/ 26400 h 26489"/>
                <a:gd name="connsiteX9" fmla="*/ 227266 w 233679"/>
                <a:gd name="connsiteY9" fmla="*/ 22721 h 26489"/>
                <a:gd name="connsiteX10" fmla="*/ 233574 w 233679"/>
                <a:gd name="connsiteY10" fmla="*/ 17690 h 26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3679" h="26489">
                  <a:moveTo>
                    <a:pt x="233574" y="17690"/>
                  </a:moveTo>
                  <a:cubicBezTo>
                    <a:pt x="233286" y="16737"/>
                    <a:pt x="232708" y="15896"/>
                    <a:pt x="231922" y="15288"/>
                  </a:cubicBezTo>
                  <a:cubicBezTo>
                    <a:pt x="224090" y="9348"/>
                    <a:pt x="214693" y="5827"/>
                    <a:pt x="204886" y="5151"/>
                  </a:cubicBezTo>
                  <a:cubicBezTo>
                    <a:pt x="166660" y="-480"/>
                    <a:pt x="127759" y="1322"/>
                    <a:pt x="89082" y="1172"/>
                  </a:cubicBezTo>
                  <a:lnTo>
                    <a:pt x="38390" y="-30"/>
                  </a:lnTo>
                  <a:cubicBezTo>
                    <a:pt x="26007" y="451"/>
                    <a:pt x="13913" y="3845"/>
                    <a:pt x="3093" y="9881"/>
                  </a:cubicBezTo>
                  <a:cubicBezTo>
                    <a:pt x="1818" y="10430"/>
                    <a:pt x="780" y="11413"/>
                    <a:pt x="164" y="12660"/>
                  </a:cubicBezTo>
                  <a:cubicBezTo>
                    <a:pt x="-888" y="15513"/>
                    <a:pt x="2567" y="17840"/>
                    <a:pt x="5421" y="18891"/>
                  </a:cubicBezTo>
                  <a:cubicBezTo>
                    <a:pt x="26374" y="26400"/>
                    <a:pt x="48979" y="26400"/>
                    <a:pt x="71133" y="26400"/>
                  </a:cubicBezTo>
                  <a:cubicBezTo>
                    <a:pt x="123253" y="26400"/>
                    <a:pt x="175447" y="27226"/>
                    <a:pt x="227266" y="22721"/>
                  </a:cubicBezTo>
                  <a:cubicBezTo>
                    <a:pt x="230270" y="22120"/>
                    <a:pt x="234250" y="20619"/>
                    <a:pt x="233574" y="17690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Content Placeholder 4">
              <a:extLst>
                <a:ext uri="{FF2B5EF4-FFF2-40B4-BE49-F238E27FC236}">
                  <a16:creationId xmlns:a16="http://schemas.microsoft.com/office/drawing/2014/main" id="{058D003E-E073-BC0F-6F2C-2B89EC01C29F}"/>
                </a:ext>
              </a:extLst>
            </p:cNvPr>
            <p:cNvSpPr/>
            <p:nvPr/>
          </p:nvSpPr>
          <p:spPr>
            <a:xfrm>
              <a:off x="3623090" y="1806025"/>
              <a:ext cx="28833" cy="17329"/>
            </a:xfrm>
            <a:custGeom>
              <a:avLst/>
              <a:gdLst>
                <a:gd name="connsiteX0" fmla="*/ 19531 w 28833"/>
                <a:gd name="connsiteY0" fmla="*/ 16836 h 17329"/>
                <a:gd name="connsiteX1" fmla="*/ 26365 w 28833"/>
                <a:gd name="connsiteY1" fmla="*/ 14508 h 17329"/>
                <a:gd name="connsiteX2" fmla="*/ 28693 w 28833"/>
                <a:gd name="connsiteY2" fmla="*/ 6399 h 17329"/>
                <a:gd name="connsiteX3" fmla="*/ 28693 w 28833"/>
                <a:gd name="connsiteY3" fmla="*/ 5048 h 17329"/>
                <a:gd name="connsiteX4" fmla="*/ 27266 w 28833"/>
                <a:gd name="connsiteY4" fmla="*/ 4297 h 17329"/>
                <a:gd name="connsiteX5" fmla="*/ 7665 w 28833"/>
                <a:gd name="connsiteY5" fmla="*/ 167 h 17329"/>
                <a:gd name="connsiteX6" fmla="*/ 4811 w 28833"/>
                <a:gd name="connsiteY6" fmla="*/ 167 h 17329"/>
                <a:gd name="connsiteX7" fmla="*/ 1882 w 28833"/>
                <a:gd name="connsiteY7" fmla="*/ 3396 h 17329"/>
                <a:gd name="connsiteX8" fmla="*/ 2708 w 28833"/>
                <a:gd name="connsiteY8" fmla="*/ 16085 h 17329"/>
                <a:gd name="connsiteX9" fmla="*/ 19531 w 28833"/>
                <a:gd name="connsiteY9" fmla="*/ 16836 h 17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833" h="17329">
                  <a:moveTo>
                    <a:pt x="19531" y="16836"/>
                  </a:moveTo>
                  <a:cubicBezTo>
                    <a:pt x="22013" y="16896"/>
                    <a:pt x="24436" y="16070"/>
                    <a:pt x="26365" y="14508"/>
                  </a:cubicBezTo>
                  <a:cubicBezTo>
                    <a:pt x="28135" y="12196"/>
                    <a:pt x="28966" y="9298"/>
                    <a:pt x="28693" y="6399"/>
                  </a:cubicBezTo>
                  <a:cubicBezTo>
                    <a:pt x="28842" y="5964"/>
                    <a:pt x="28842" y="5483"/>
                    <a:pt x="28693" y="5048"/>
                  </a:cubicBezTo>
                  <a:cubicBezTo>
                    <a:pt x="28318" y="4642"/>
                    <a:pt x="27814" y="4372"/>
                    <a:pt x="27266" y="4297"/>
                  </a:cubicBezTo>
                  <a:lnTo>
                    <a:pt x="7665" y="167"/>
                  </a:lnTo>
                  <a:cubicBezTo>
                    <a:pt x="6732" y="-95"/>
                    <a:pt x="5744" y="-95"/>
                    <a:pt x="4811" y="167"/>
                  </a:cubicBezTo>
                  <a:cubicBezTo>
                    <a:pt x="3425" y="783"/>
                    <a:pt x="2362" y="1954"/>
                    <a:pt x="1882" y="3396"/>
                  </a:cubicBezTo>
                  <a:cubicBezTo>
                    <a:pt x="530" y="6625"/>
                    <a:pt x="-2023" y="14433"/>
                    <a:pt x="2708" y="16085"/>
                  </a:cubicBezTo>
                  <a:cubicBezTo>
                    <a:pt x="8219" y="17392"/>
                    <a:pt x="13926" y="17647"/>
                    <a:pt x="19531" y="16836"/>
                  </a:cubicBezTo>
                  <a:close/>
                </a:path>
              </a:pathLst>
            </a:custGeom>
            <a:solidFill>
              <a:srgbClr val="C89A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Content Placeholder 4">
              <a:extLst>
                <a:ext uri="{FF2B5EF4-FFF2-40B4-BE49-F238E27FC236}">
                  <a16:creationId xmlns:a16="http://schemas.microsoft.com/office/drawing/2014/main" id="{0CA68E4D-B09D-EFFE-ED88-B5A97FE25F0C}"/>
                </a:ext>
              </a:extLst>
            </p:cNvPr>
            <p:cNvSpPr/>
            <p:nvPr/>
          </p:nvSpPr>
          <p:spPr>
            <a:xfrm>
              <a:off x="3532064" y="1695698"/>
              <a:ext cx="95115" cy="129361"/>
            </a:xfrm>
            <a:custGeom>
              <a:avLst/>
              <a:gdLst>
                <a:gd name="connsiteX0" fmla="*/ 13303 w 95115"/>
                <a:gd name="connsiteY0" fmla="*/ 3349 h 129361"/>
                <a:gd name="connsiteX1" fmla="*/ 22164 w 95115"/>
                <a:gd name="connsiteY1" fmla="*/ -30 h 129361"/>
                <a:gd name="connsiteX2" fmla="*/ 34706 w 95115"/>
                <a:gd name="connsiteY2" fmla="*/ 7479 h 129361"/>
                <a:gd name="connsiteX3" fmla="*/ 56936 w 95115"/>
                <a:gd name="connsiteY3" fmla="*/ 46523 h 129361"/>
                <a:gd name="connsiteX4" fmla="*/ 60691 w 95115"/>
                <a:gd name="connsiteY4" fmla="*/ 62966 h 129361"/>
                <a:gd name="connsiteX5" fmla="*/ 67675 w 95115"/>
                <a:gd name="connsiteY5" fmla="*/ 80536 h 129361"/>
                <a:gd name="connsiteX6" fmla="*/ 77588 w 95115"/>
                <a:gd name="connsiteY6" fmla="*/ 97956 h 129361"/>
                <a:gd name="connsiteX7" fmla="*/ 95086 w 95115"/>
                <a:gd name="connsiteY7" fmla="*/ 106590 h 129361"/>
                <a:gd name="connsiteX8" fmla="*/ 89454 w 95115"/>
                <a:gd name="connsiteY8" fmla="*/ 127914 h 129361"/>
                <a:gd name="connsiteX9" fmla="*/ 88327 w 95115"/>
                <a:gd name="connsiteY9" fmla="*/ 129191 h 129361"/>
                <a:gd name="connsiteX10" fmla="*/ 86450 w 95115"/>
                <a:gd name="connsiteY10" fmla="*/ 129191 h 129361"/>
                <a:gd name="connsiteX11" fmla="*/ 69853 w 95115"/>
                <a:gd name="connsiteY11" fmla="*/ 119430 h 129361"/>
                <a:gd name="connsiteX12" fmla="*/ 1061 w 95115"/>
                <a:gd name="connsiteY12" fmla="*/ 25724 h 129361"/>
                <a:gd name="connsiteX13" fmla="*/ 13303 w 95115"/>
                <a:gd name="connsiteY13" fmla="*/ 3349 h 129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5115" h="129361">
                  <a:moveTo>
                    <a:pt x="13303" y="3349"/>
                  </a:moveTo>
                  <a:cubicBezTo>
                    <a:pt x="15869" y="1389"/>
                    <a:pt x="18946" y="218"/>
                    <a:pt x="22164" y="-30"/>
                  </a:cubicBezTo>
                  <a:cubicBezTo>
                    <a:pt x="27200" y="646"/>
                    <a:pt x="31736" y="3357"/>
                    <a:pt x="34706" y="7479"/>
                  </a:cubicBezTo>
                  <a:cubicBezTo>
                    <a:pt x="45166" y="18501"/>
                    <a:pt x="52794" y="31904"/>
                    <a:pt x="56936" y="46523"/>
                  </a:cubicBezTo>
                  <a:cubicBezTo>
                    <a:pt x="58363" y="52004"/>
                    <a:pt x="59189" y="57560"/>
                    <a:pt x="60691" y="62966"/>
                  </a:cubicBezTo>
                  <a:cubicBezTo>
                    <a:pt x="62561" y="68995"/>
                    <a:pt x="64897" y="74867"/>
                    <a:pt x="67675" y="80536"/>
                  </a:cubicBezTo>
                  <a:cubicBezTo>
                    <a:pt x="70141" y="86783"/>
                    <a:pt x="73479" y="92647"/>
                    <a:pt x="77588" y="97956"/>
                  </a:cubicBezTo>
                  <a:cubicBezTo>
                    <a:pt x="81949" y="103166"/>
                    <a:pt x="88300" y="106297"/>
                    <a:pt x="95086" y="106590"/>
                  </a:cubicBezTo>
                  <a:cubicBezTo>
                    <a:pt x="95005" y="114054"/>
                    <a:pt x="93069" y="121382"/>
                    <a:pt x="89454" y="127914"/>
                  </a:cubicBezTo>
                  <a:cubicBezTo>
                    <a:pt x="89184" y="128425"/>
                    <a:pt x="88798" y="128860"/>
                    <a:pt x="88327" y="129191"/>
                  </a:cubicBezTo>
                  <a:cubicBezTo>
                    <a:pt x="87715" y="129378"/>
                    <a:pt x="87062" y="129378"/>
                    <a:pt x="86450" y="129191"/>
                  </a:cubicBezTo>
                  <a:cubicBezTo>
                    <a:pt x="80411" y="126886"/>
                    <a:pt x="74800" y="123589"/>
                    <a:pt x="69853" y="119430"/>
                  </a:cubicBezTo>
                  <a:cubicBezTo>
                    <a:pt x="39455" y="94427"/>
                    <a:pt x="15805" y="62215"/>
                    <a:pt x="1061" y="25724"/>
                  </a:cubicBezTo>
                  <a:cubicBezTo>
                    <a:pt x="-3144" y="15963"/>
                    <a:pt x="5642" y="8530"/>
                    <a:pt x="13303" y="3349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11978D7-7A0A-63CE-FCE8-CC41947D4FA9}"/>
                </a:ext>
              </a:extLst>
            </p:cNvPr>
            <p:cNvSpPr/>
            <p:nvPr/>
          </p:nvSpPr>
          <p:spPr>
            <a:xfrm>
              <a:off x="3472474" y="1553989"/>
              <a:ext cx="95731" cy="133275"/>
            </a:xfrm>
            <a:custGeom>
              <a:avLst/>
              <a:gdLst>
                <a:gd name="connsiteX0" fmla="*/ 9883 w 95731"/>
                <a:gd name="connsiteY0" fmla="*/ 97530 h 133275"/>
                <a:gd name="connsiteX1" fmla="*/ 24903 w 95731"/>
                <a:gd name="connsiteY1" fmla="*/ 121106 h 133275"/>
                <a:gd name="connsiteX2" fmla="*/ 74699 w 95731"/>
                <a:gd name="connsiteY2" fmla="*/ 124590 h 133275"/>
                <a:gd name="connsiteX3" fmla="*/ 84232 w 95731"/>
                <a:gd name="connsiteY3" fmla="*/ 111270 h 133275"/>
                <a:gd name="connsiteX4" fmla="*/ 90315 w 95731"/>
                <a:gd name="connsiteY4" fmla="*/ 93175 h 133275"/>
                <a:gd name="connsiteX5" fmla="*/ 95422 w 95731"/>
                <a:gd name="connsiteY5" fmla="*/ 46697 h 133275"/>
                <a:gd name="connsiteX6" fmla="*/ 88363 w 95731"/>
                <a:gd name="connsiteY6" fmla="*/ 15087 h 133275"/>
                <a:gd name="connsiteX7" fmla="*/ 62528 w 95731"/>
                <a:gd name="connsiteY7" fmla="*/ 1046 h 133275"/>
                <a:gd name="connsiteX8" fmla="*/ 27532 w 95731"/>
                <a:gd name="connsiteY8" fmla="*/ 5251 h 133275"/>
                <a:gd name="connsiteX9" fmla="*/ 9883 w 95731"/>
                <a:gd name="connsiteY9" fmla="*/ 97530 h 133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5731" h="133275">
                  <a:moveTo>
                    <a:pt x="9883" y="97530"/>
                  </a:moveTo>
                  <a:cubicBezTo>
                    <a:pt x="13310" y="106292"/>
                    <a:pt x="18412" y="114296"/>
                    <a:pt x="24903" y="121106"/>
                  </a:cubicBezTo>
                  <a:cubicBezTo>
                    <a:pt x="37691" y="135815"/>
                    <a:pt x="59986" y="137377"/>
                    <a:pt x="74699" y="124590"/>
                  </a:cubicBezTo>
                  <a:cubicBezTo>
                    <a:pt x="78878" y="120956"/>
                    <a:pt x="82144" y="116398"/>
                    <a:pt x="84232" y="111270"/>
                  </a:cubicBezTo>
                  <a:cubicBezTo>
                    <a:pt x="87007" y="105518"/>
                    <a:pt x="89050" y="99437"/>
                    <a:pt x="90315" y="93175"/>
                  </a:cubicBezTo>
                  <a:cubicBezTo>
                    <a:pt x="93592" y="77895"/>
                    <a:pt x="95303" y="62322"/>
                    <a:pt x="95422" y="46697"/>
                  </a:cubicBezTo>
                  <a:cubicBezTo>
                    <a:pt x="96585" y="35675"/>
                    <a:pt x="94106" y="24570"/>
                    <a:pt x="88363" y="15087"/>
                  </a:cubicBezTo>
                  <a:cubicBezTo>
                    <a:pt x="81840" y="7308"/>
                    <a:pt x="72608" y="2285"/>
                    <a:pt x="62528" y="1046"/>
                  </a:cubicBezTo>
                  <a:cubicBezTo>
                    <a:pt x="50711" y="-1282"/>
                    <a:pt x="38461" y="190"/>
                    <a:pt x="27532" y="5251"/>
                  </a:cubicBezTo>
                  <a:cubicBezTo>
                    <a:pt x="-8967" y="23046"/>
                    <a:pt x="-2884" y="66595"/>
                    <a:pt x="9883" y="97530"/>
                  </a:cubicBezTo>
                  <a:close/>
                </a:path>
              </a:pathLst>
            </a:custGeom>
            <a:solidFill>
              <a:srgbClr val="C89A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D584915A-686C-8E76-4A86-6EDEA59A8212}"/>
                </a:ext>
              </a:extLst>
            </p:cNvPr>
            <p:cNvSpPr/>
            <p:nvPr/>
          </p:nvSpPr>
          <p:spPr>
            <a:xfrm>
              <a:off x="3458637" y="1928174"/>
              <a:ext cx="140024" cy="437016"/>
            </a:xfrm>
            <a:custGeom>
              <a:avLst/>
              <a:gdLst>
                <a:gd name="connsiteX0" fmla="*/ 1115 w 140024"/>
                <a:gd name="connsiteY0" fmla="*/ 400532 h 437016"/>
                <a:gd name="connsiteX1" fmla="*/ 3218 w 140024"/>
                <a:gd name="connsiteY1" fmla="*/ 395126 h 437016"/>
                <a:gd name="connsiteX2" fmla="*/ 1866 w 140024"/>
                <a:gd name="connsiteY2" fmla="*/ 394750 h 437016"/>
                <a:gd name="connsiteX3" fmla="*/ 1866 w 140024"/>
                <a:gd name="connsiteY3" fmla="*/ 343167 h 437016"/>
                <a:gd name="connsiteX4" fmla="*/ 4945 w 140024"/>
                <a:gd name="connsiteY4" fmla="*/ 276642 h 437016"/>
                <a:gd name="connsiteX5" fmla="*/ 8550 w 140024"/>
                <a:gd name="connsiteY5" fmla="*/ 76692 h 437016"/>
                <a:gd name="connsiteX6" fmla="*/ 15009 w 140024"/>
                <a:gd name="connsiteY6" fmla="*/ 30065 h 437016"/>
                <a:gd name="connsiteX7" fmla="*/ 37539 w 140024"/>
                <a:gd name="connsiteY7" fmla="*/ 4010 h 437016"/>
                <a:gd name="connsiteX8" fmla="*/ 130287 w 140024"/>
                <a:gd name="connsiteY8" fmla="*/ 5812 h 437016"/>
                <a:gd name="connsiteX9" fmla="*/ 112188 w 140024"/>
                <a:gd name="connsiteY9" fmla="*/ 403761 h 437016"/>
                <a:gd name="connsiteX10" fmla="*/ 109785 w 140024"/>
                <a:gd name="connsiteY10" fmla="*/ 403761 h 437016"/>
                <a:gd name="connsiteX11" fmla="*/ 132315 w 140024"/>
                <a:gd name="connsiteY11" fmla="*/ 417426 h 437016"/>
                <a:gd name="connsiteX12" fmla="*/ 137872 w 140024"/>
                <a:gd name="connsiteY12" fmla="*/ 420504 h 437016"/>
                <a:gd name="connsiteX13" fmla="*/ 137446 w 140024"/>
                <a:gd name="connsiteY13" fmla="*/ 431752 h 437016"/>
                <a:gd name="connsiteX14" fmla="*/ 136896 w 140024"/>
                <a:gd name="connsiteY14" fmla="*/ 432217 h 437016"/>
                <a:gd name="connsiteX15" fmla="*/ 124730 w 140024"/>
                <a:gd name="connsiteY15" fmla="*/ 432968 h 437016"/>
                <a:gd name="connsiteX16" fmla="*/ 89808 w 140024"/>
                <a:gd name="connsiteY16" fmla="*/ 425460 h 437016"/>
                <a:gd name="connsiteX17" fmla="*/ 83875 w 140024"/>
                <a:gd name="connsiteY17" fmla="*/ 422832 h 437016"/>
                <a:gd name="connsiteX18" fmla="*/ 81923 w 140024"/>
                <a:gd name="connsiteY18" fmla="*/ 415323 h 437016"/>
                <a:gd name="connsiteX19" fmla="*/ 81923 w 140024"/>
                <a:gd name="connsiteY19" fmla="*/ 403911 h 437016"/>
                <a:gd name="connsiteX20" fmla="*/ 80796 w 140024"/>
                <a:gd name="connsiteY20" fmla="*/ 403911 h 437016"/>
                <a:gd name="connsiteX21" fmla="*/ 75539 w 140024"/>
                <a:gd name="connsiteY21" fmla="*/ 110555 h 437016"/>
                <a:gd name="connsiteX22" fmla="*/ 53460 w 140024"/>
                <a:gd name="connsiteY22" fmla="*/ 290758 h 437016"/>
                <a:gd name="connsiteX23" fmla="*/ 42646 w 140024"/>
                <a:gd name="connsiteY23" fmla="*/ 346321 h 437016"/>
                <a:gd name="connsiteX24" fmla="*/ 37539 w 140024"/>
                <a:gd name="connsiteY24" fmla="*/ 374928 h 437016"/>
                <a:gd name="connsiteX25" fmla="*/ 33258 w 140024"/>
                <a:gd name="connsiteY25" fmla="*/ 400156 h 437016"/>
                <a:gd name="connsiteX26" fmla="*/ 31531 w 140024"/>
                <a:gd name="connsiteY26" fmla="*/ 400156 h 437016"/>
                <a:gd name="connsiteX27" fmla="*/ 47152 w 140024"/>
                <a:gd name="connsiteY27" fmla="*/ 421405 h 437016"/>
                <a:gd name="connsiteX28" fmla="*/ 51207 w 140024"/>
                <a:gd name="connsiteY28" fmla="*/ 426436 h 437016"/>
                <a:gd name="connsiteX29" fmla="*/ 46457 w 140024"/>
                <a:gd name="connsiteY29" fmla="*/ 436760 h 437016"/>
                <a:gd name="connsiteX30" fmla="*/ 45875 w 140024"/>
                <a:gd name="connsiteY30" fmla="*/ 436948 h 437016"/>
                <a:gd name="connsiteX31" fmla="*/ 34309 w 140024"/>
                <a:gd name="connsiteY31" fmla="*/ 432968 h 437016"/>
                <a:gd name="connsiteX32" fmla="*/ 4795 w 140024"/>
                <a:gd name="connsiteY32" fmla="*/ 412846 h 437016"/>
                <a:gd name="connsiteX33" fmla="*/ 289 w 140024"/>
                <a:gd name="connsiteY33" fmla="*/ 408190 h 437016"/>
                <a:gd name="connsiteX34" fmla="*/ 1115 w 140024"/>
                <a:gd name="connsiteY34" fmla="*/ 400532 h 437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40024" h="437016">
                  <a:moveTo>
                    <a:pt x="1115" y="400532"/>
                  </a:moveTo>
                  <a:cubicBezTo>
                    <a:pt x="1866" y="398730"/>
                    <a:pt x="2542" y="396928"/>
                    <a:pt x="3218" y="395126"/>
                  </a:cubicBezTo>
                  <a:lnTo>
                    <a:pt x="1866" y="394750"/>
                  </a:lnTo>
                  <a:lnTo>
                    <a:pt x="1866" y="343167"/>
                  </a:lnTo>
                  <a:cubicBezTo>
                    <a:pt x="1866" y="320642"/>
                    <a:pt x="2918" y="299018"/>
                    <a:pt x="4945" y="276642"/>
                  </a:cubicBezTo>
                  <a:cubicBezTo>
                    <a:pt x="10803" y="210643"/>
                    <a:pt x="3143" y="143968"/>
                    <a:pt x="8550" y="76692"/>
                  </a:cubicBezTo>
                  <a:cubicBezTo>
                    <a:pt x="9421" y="61000"/>
                    <a:pt x="11581" y="45405"/>
                    <a:pt x="15009" y="30065"/>
                  </a:cubicBezTo>
                  <a:cubicBezTo>
                    <a:pt x="19965" y="10167"/>
                    <a:pt x="20191" y="7539"/>
                    <a:pt x="37539" y="4010"/>
                  </a:cubicBezTo>
                  <a:cubicBezTo>
                    <a:pt x="68237" y="-1929"/>
                    <a:pt x="99843" y="-1313"/>
                    <a:pt x="130287" y="5812"/>
                  </a:cubicBezTo>
                  <a:cubicBezTo>
                    <a:pt x="130287" y="134132"/>
                    <a:pt x="123378" y="276117"/>
                    <a:pt x="112188" y="403761"/>
                  </a:cubicBezTo>
                  <a:lnTo>
                    <a:pt x="109785" y="403761"/>
                  </a:lnTo>
                  <a:cubicBezTo>
                    <a:pt x="116541" y="409459"/>
                    <a:pt x="124142" y="414070"/>
                    <a:pt x="132315" y="417426"/>
                  </a:cubicBezTo>
                  <a:cubicBezTo>
                    <a:pt x="134347" y="418087"/>
                    <a:pt x="136234" y="419130"/>
                    <a:pt x="137872" y="420504"/>
                  </a:cubicBezTo>
                  <a:cubicBezTo>
                    <a:pt x="140861" y="423725"/>
                    <a:pt x="140670" y="428764"/>
                    <a:pt x="137446" y="431752"/>
                  </a:cubicBezTo>
                  <a:cubicBezTo>
                    <a:pt x="137270" y="431917"/>
                    <a:pt x="137087" y="432067"/>
                    <a:pt x="136896" y="432217"/>
                  </a:cubicBezTo>
                  <a:cubicBezTo>
                    <a:pt x="133114" y="434125"/>
                    <a:pt x="128717" y="434395"/>
                    <a:pt x="124730" y="432968"/>
                  </a:cubicBezTo>
                  <a:lnTo>
                    <a:pt x="89808" y="425460"/>
                  </a:lnTo>
                  <a:cubicBezTo>
                    <a:pt x="87603" y="425235"/>
                    <a:pt x="85526" y="424311"/>
                    <a:pt x="83875" y="422832"/>
                  </a:cubicBezTo>
                  <a:cubicBezTo>
                    <a:pt x="82325" y="420655"/>
                    <a:pt x="81629" y="417981"/>
                    <a:pt x="81923" y="415323"/>
                  </a:cubicBezTo>
                  <a:cubicBezTo>
                    <a:pt x="81923" y="411494"/>
                    <a:pt x="81923" y="407815"/>
                    <a:pt x="81923" y="403911"/>
                  </a:cubicBezTo>
                  <a:lnTo>
                    <a:pt x="80796" y="403911"/>
                  </a:lnTo>
                  <a:cubicBezTo>
                    <a:pt x="72160" y="334683"/>
                    <a:pt x="77642" y="179933"/>
                    <a:pt x="75539" y="110555"/>
                  </a:cubicBezTo>
                  <a:cubicBezTo>
                    <a:pt x="71634" y="142842"/>
                    <a:pt x="61270" y="250513"/>
                    <a:pt x="53460" y="290758"/>
                  </a:cubicBezTo>
                  <a:cubicBezTo>
                    <a:pt x="49930" y="309379"/>
                    <a:pt x="45950" y="327550"/>
                    <a:pt x="42646" y="346321"/>
                  </a:cubicBezTo>
                  <a:cubicBezTo>
                    <a:pt x="41068" y="355932"/>
                    <a:pt x="39416" y="365467"/>
                    <a:pt x="37539" y="374928"/>
                  </a:cubicBezTo>
                  <a:cubicBezTo>
                    <a:pt x="35209" y="383157"/>
                    <a:pt x="33774" y="391619"/>
                    <a:pt x="33258" y="400156"/>
                  </a:cubicBezTo>
                  <a:lnTo>
                    <a:pt x="31531" y="400156"/>
                  </a:lnTo>
                  <a:cubicBezTo>
                    <a:pt x="35566" y="408033"/>
                    <a:pt x="40840" y="415203"/>
                    <a:pt x="47152" y="421405"/>
                  </a:cubicBezTo>
                  <a:cubicBezTo>
                    <a:pt x="48823" y="422794"/>
                    <a:pt x="50201" y="424506"/>
                    <a:pt x="51207" y="426436"/>
                  </a:cubicBezTo>
                  <a:cubicBezTo>
                    <a:pt x="52746" y="430596"/>
                    <a:pt x="50619" y="435221"/>
                    <a:pt x="46457" y="436760"/>
                  </a:cubicBezTo>
                  <a:cubicBezTo>
                    <a:pt x="46265" y="436828"/>
                    <a:pt x="46071" y="436895"/>
                    <a:pt x="45875" y="436948"/>
                  </a:cubicBezTo>
                  <a:cubicBezTo>
                    <a:pt x="41639" y="437248"/>
                    <a:pt x="37464" y="435814"/>
                    <a:pt x="34309" y="432968"/>
                  </a:cubicBezTo>
                  <a:lnTo>
                    <a:pt x="4795" y="412846"/>
                  </a:lnTo>
                  <a:cubicBezTo>
                    <a:pt x="2883" y="411749"/>
                    <a:pt x="1320" y="410135"/>
                    <a:pt x="289" y="408190"/>
                  </a:cubicBezTo>
                  <a:cubicBezTo>
                    <a:pt x="-331" y="405623"/>
                    <a:pt x="-40" y="402912"/>
                    <a:pt x="1115" y="400532"/>
                  </a:cubicBezTo>
                  <a:close/>
                </a:path>
              </a:pathLst>
            </a:custGeom>
            <a:solidFill>
              <a:srgbClr val="27282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Content Placeholder 4">
              <a:extLst>
                <a:ext uri="{FF2B5EF4-FFF2-40B4-BE49-F238E27FC236}">
                  <a16:creationId xmlns:a16="http://schemas.microsoft.com/office/drawing/2014/main" id="{88B0407D-FA38-406B-97CA-E8CC355331E5}"/>
                </a:ext>
              </a:extLst>
            </p:cNvPr>
            <p:cNvSpPr/>
            <p:nvPr/>
          </p:nvSpPr>
          <p:spPr>
            <a:xfrm>
              <a:off x="3457275" y="1694085"/>
              <a:ext cx="141225" cy="230658"/>
            </a:xfrm>
            <a:custGeom>
              <a:avLst/>
              <a:gdLst>
                <a:gd name="connsiteX0" fmla="*/ 81108 w 141225"/>
                <a:gd name="connsiteY0" fmla="*/ 4962 h 230658"/>
                <a:gd name="connsiteX1" fmla="*/ 91847 w 141225"/>
                <a:gd name="connsiteY1" fmla="*/ 532 h 230658"/>
                <a:gd name="connsiteX2" fmla="*/ 99883 w 141225"/>
                <a:gd name="connsiteY2" fmla="*/ 4962 h 230658"/>
                <a:gd name="connsiteX3" fmla="*/ 106567 w 141225"/>
                <a:gd name="connsiteY3" fmla="*/ 19979 h 230658"/>
                <a:gd name="connsiteX4" fmla="*/ 140662 w 141225"/>
                <a:gd name="connsiteY4" fmla="*/ 129903 h 230658"/>
                <a:gd name="connsiteX5" fmla="*/ 139761 w 141225"/>
                <a:gd name="connsiteY5" fmla="*/ 156783 h 230658"/>
                <a:gd name="connsiteX6" fmla="*/ 126168 w 141225"/>
                <a:gd name="connsiteY6" fmla="*/ 198980 h 230658"/>
                <a:gd name="connsiteX7" fmla="*/ 120235 w 141225"/>
                <a:gd name="connsiteY7" fmla="*/ 220755 h 230658"/>
                <a:gd name="connsiteX8" fmla="*/ 109871 w 141225"/>
                <a:gd name="connsiteY8" fmla="*/ 224059 h 230658"/>
                <a:gd name="connsiteX9" fmla="*/ 70744 w 141225"/>
                <a:gd name="connsiteY9" fmla="*/ 229390 h 230658"/>
                <a:gd name="connsiteX10" fmla="*/ 42882 w 141225"/>
                <a:gd name="connsiteY10" fmla="*/ 227513 h 230658"/>
                <a:gd name="connsiteX11" fmla="*/ 23882 w 141225"/>
                <a:gd name="connsiteY11" fmla="*/ 198980 h 230658"/>
                <a:gd name="connsiteX12" fmla="*/ 1352 w 141225"/>
                <a:gd name="connsiteY12" fmla="*/ 68108 h 230658"/>
                <a:gd name="connsiteX13" fmla="*/ 24858 w 141225"/>
                <a:gd name="connsiteY13" fmla="*/ 82 h 230658"/>
                <a:gd name="connsiteX14" fmla="*/ 56550 w 141225"/>
                <a:gd name="connsiteY14" fmla="*/ 6989 h 230658"/>
                <a:gd name="connsiteX15" fmla="*/ 81108 w 141225"/>
                <a:gd name="connsiteY15" fmla="*/ 4962 h 230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225" h="230658">
                  <a:moveTo>
                    <a:pt x="81108" y="4962"/>
                  </a:moveTo>
                  <a:cubicBezTo>
                    <a:pt x="84192" y="2492"/>
                    <a:pt x="87918" y="953"/>
                    <a:pt x="91847" y="532"/>
                  </a:cubicBezTo>
                  <a:cubicBezTo>
                    <a:pt x="95009" y="877"/>
                    <a:pt x="97901" y="2477"/>
                    <a:pt x="99883" y="4962"/>
                  </a:cubicBezTo>
                  <a:cubicBezTo>
                    <a:pt x="103226" y="9392"/>
                    <a:pt x="105512" y="14528"/>
                    <a:pt x="106567" y="19979"/>
                  </a:cubicBezTo>
                  <a:cubicBezTo>
                    <a:pt x="116330" y="57146"/>
                    <a:pt x="138184" y="91534"/>
                    <a:pt x="140662" y="129903"/>
                  </a:cubicBezTo>
                  <a:cubicBezTo>
                    <a:pt x="141604" y="138860"/>
                    <a:pt x="141300" y="147908"/>
                    <a:pt x="139761" y="156783"/>
                  </a:cubicBezTo>
                  <a:cubicBezTo>
                    <a:pt x="136607" y="171274"/>
                    <a:pt x="127520" y="184264"/>
                    <a:pt x="126168" y="198980"/>
                  </a:cubicBezTo>
                  <a:cubicBezTo>
                    <a:pt x="125492" y="206489"/>
                    <a:pt x="126168" y="216025"/>
                    <a:pt x="120235" y="220755"/>
                  </a:cubicBezTo>
                  <a:cubicBezTo>
                    <a:pt x="117133" y="222752"/>
                    <a:pt x="113557" y="223894"/>
                    <a:pt x="109871" y="224059"/>
                  </a:cubicBezTo>
                  <a:lnTo>
                    <a:pt x="70744" y="229390"/>
                  </a:lnTo>
                  <a:cubicBezTo>
                    <a:pt x="61475" y="231537"/>
                    <a:pt x="51779" y="230884"/>
                    <a:pt x="42882" y="227513"/>
                  </a:cubicBezTo>
                  <a:cubicBezTo>
                    <a:pt x="32443" y="222257"/>
                    <a:pt x="27411" y="210243"/>
                    <a:pt x="23882" y="198980"/>
                  </a:cubicBezTo>
                  <a:cubicBezTo>
                    <a:pt x="10664" y="156708"/>
                    <a:pt x="6158" y="112258"/>
                    <a:pt x="1352" y="68108"/>
                  </a:cubicBezTo>
                  <a:cubicBezTo>
                    <a:pt x="-676" y="48136"/>
                    <a:pt x="-4581" y="2634"/>
                    <a:pt x="24858" y="82"/>
                  </a:cubicBezTo>
                  <a:cubicBezTo>
                    <a:pt x="35522" y="-895"/>
                    <a:pt x="46337" y="4812"/>
                    <a:pt x="56550" y="6989"/>
                  </a:cubicBezTo>
                  <a:cubicBezTo>
                    <a:pt x="70444" y="9993"/>
                    <a:pt x="69167" y="12245"/>
                    <a:pt x="81108" y="4962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Content Placeholder 4">
              <a:extLst>
                <a:ext uri="{FF2B5EF4-FFF2-40B4-BE49-F238E27FC236}">
                  <a16:creationId xmlns:a16="http://schemas.microsoft.com/office/drawing/2014/main" id="{899604F9-E0DB-E7F8-5FA2-20690E8DD960}"/>
                </a:ext>
              </a:extLst>
            </p:cNvPr>
            <p:cNvSpPr/>
            <p:nvPr/>
          </p:nvSpPr>
          <p:spPr>
            <a:xfrm>
              <a:off x="3444344" y="1860969"/>
              <a:ext cx="174870" cy="220689"/>
            </a:xfrm>
            <a:custGeom>
              <a:avLst/>
              <a:gdLst>
                <a:gd name="connsiteX0" fmla="*/ 110034 w 174870"/>
                <a:gd name="connsiteY0" fmla="*/ 2138 h 220689"/>
                <a:gd name="connsiteX1" fmla="*/ 152391 w 174870"/>
                <a:gd name="connsiteY1" fmla="*/ 9196 h 220689"/>
                <a:gd name="connsiteX2" fmla="*/ 161253 w 174870"/>
                <a:gd name="connsiteY2" fmla="*/ 21585 h 220689"/>
                <a:gd name="connsiteX3" fmla="*/ 173268 w 174870"/>
                <a:gd name="connsiteY3" fmla="*/ 92239 h 220689"/>
                <a:gd name="connsiteX4" fmla="*/ 173944 w 174870"/>
                <a:gd name="connsiteY4" fmla="*/ 209221 h 220689"/>
                <a:gd name="connsiteX5" fmla="*/ 172593 w 174870"/>
                <a:gd name="connsiteY5" fmla="*/ 213801 h 220689"/>
                <a:gd name="connsiteX6" fmla="*/ 165083 w 174870"/>
                <a:gd name="connsiteY6" fmla="*/ 216354 h 220689"/>
                <a:gd name="connsiteX7" fmla="*/ 43120 w 174870"/>
                <a:gd name="connsiteY7" fmla="*/ 219583 h 220689"/>
                <a:gd name="connsiteX8" fmla="*/ 3092 w 174870"/>
                <a:gd name="connsiteY8" fmla="*/ 205392 h 220689"/>
                <a:gd name="connsiteX9" fmla="*/ 163 w 174870"/>
                <a:gd name="connsiteY9" fmla="*/ 189774 h 220689"/>
                <a:gd name="connsiteX10" fmla="*/ 10227 w 174870"/>
                <a:gd name="connsiteY10" fmla="*/ 120696 h 220689"/>
                <a:gd name="connsiteX11" fmla="*/ 16159 w 174870"/>
                <a:gd name="connsiteY11" fmla="*/ 36602 h 220689"/>
                <a:gd name="connsiteX12" fmla="*/ 50330 w 174870"/>
                <a:gd name="connsiteY12" fmla="*/ 36 h 220689"/>
                <a:gd name="connsiteX13" fmla="*/ 110034 w 174870"/>
                <a:gd name="connsiteY13" fmla="*/ 2138 h 220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870" h="220689">
                  <a:moveTo>
                    <a:pt x="110034" y="2138"/>
                  </a:moveTo>
                  <a:cubicBezTo>
                    <a:pt x="125054" y="1687"/>
                    <a:pt x="141952" y="936"/>
                    <a:pt x="152391" y="9196"/>
                  </a:cubicBezTo>
                  <a:cubicBezTo>
                    <a:pt x="156312" y="12537"/>
                    <a:pt x="159355" y="16794"/>
                    <a:pt x="161253" y="21585"/>
                  </a:cubicBezTo>
                  <a:cubicBezTo>
                    <a:pt x="171616" y="44110"/>
                    <a:pt x="172517" y="68362"/>
                    <a:pt x="173268" y="92239"/>
                  </a:cubicBezTo>
                  <a:cubicBezTo>
                    <a:pt x="174470" y="131208"/>
                    <a:pt x="175747" y="170252"/>
                    <a:pt x="173944" y="209221"/>
                  </a:cubicBezTo>
                  <a:cubicBezTo>
                    <a:pt x="174066" y="210858"/>
                    <a:pt x="173585" y="212487"/>
                    <a:pt x="172593" y="213801"/>
                  </a:cubicBezTo>
                  <a:cubicBezTo>
                    <a:pt x="170448" y="215475"/>
                    <a:pt x="167802" y="216369"/>
                    <a:pt x="165083" y="216354"/>
                  </a:cubicBezTo>
                  <a:cubicBezTo>
                    <a:pt x="124578" y="220656"/>
                    <a:pt x="83796" y="221738"/>
                    <a:pt x="43120" y="219583"/>
                  </a:cubicBezTo>
                  <a:cubicBezTo>
                    <a:pt x="28100" y="218757"/>
                    <a:pt x="9926" y="216129"/>
                    <a:pt x="3092" y="205392"/>
                  </a:cubicBezTo>
                  <a:cubicBezTo>
                    <a:pt x="532" y="200609"/>
                    <a:pt x="-491" y="195158"/>
                    <a:pt x="163" y="189774"/>
                  </a:cubicBezTo>
                  <a:cubicBezTo>
                    <a:pt x="989" y="166648"/>
                    <a:pt x="7673" y="143747"/>
                    <a:pt x="10227" y="120696"/>
                  </a:cubicBezTo>
                  <a:cubicBezTo>
                    <a:pt x="13756" y="92765"/>
                    <a:pt x="12254" y="64533"/>
                    <a:pt x="16159" y="36602"/>
                  </a:cubicBezTo>
                  <a:cubicBezTo>
                    <a:pt x="18713" y="18581"/>
                    <a:pt x="21717" y="-1316"/>
                    <a:pt x="50330" y="36"/>
                  </a:cubicBezTo>
                  <a:cubicBezTo>
                    <a:pt x="70306" y="1387"/>
                    <a:pt x="89832" y="2889"/>
                    <a:pt x="110034" y="2138"/>
                  </a:cubicBezTo>
                  <a:close/>
                </a:path>
              </a:pathLst>
            </a:custGeom>
            <a:solidFill>
              <a:srgbClr val="E6E6E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Content Placeholder 4">
              <a:extLst>
                <a:ext uri="{FF2B5EF4-FFF2-40B4-BE49-F238E27FC236}">
                  <a16:creationId xmlns:a16="http://schemas.microsoft.com/office/drawing/2014/main" id="{CE014EAE-D4B5-AF4F-30A9-9848CFCE0E89}"/>
                </a:ext>
              </a:extLst>
            </p:cNvPr>
            <p:cNvSpPr/>
            <p:nvPr/>
          </p:nvSpPr>
          <p:spPr>
            <a:xfrm>
              <a:off x="3462082" y="1860208"/>
              <a:ext cx="34617" cy="219171"/>
            </a:xfrm>
            <a:custGeom>
              <a:avLst/>
              <a:gdLst>
                <a:gd name="connsiteX0" fmla="*/ 31691 w 34617"/>
                <a:gd name="connsiteY0" fmla="*/ 2148 h 219171"/>
                <a:gd name="connsiteX1" fmla="*/ 29363 w 34617"/>
                <a:gd name="connsiteY1" fmla="*/ -30 h 219171"/>
                <a:gd name="connsiteX2" fmla="*/ 26960 w 34617"/>
                <a:gd name="connsiteY2" fmla="*/ -30 h 219171"/>
                <a:gd name="connsiteX3" fmla="*/ 25683 w 34617"/>
                <a:gd name="connsiteY3" fmla="*/ 1922 h 219171"/>
                <a:gd name="connsiteX4" fmla="*/ -1 w 34617"/>
                <a:gd name="connsiteY4" fmla="*/ 215313 h 219171"/>
                <a:gd name="connsiteX5" fmla="*/ -1 w 34617"/>
                <a:gd name="connsiteY5" fmla="*/ 216214 h 219171"/>
                <a:gd name="connsiteX6" fmla="*/ 6533 w 34617"/>
                <a:gd name="connsiteY6" fmla="*/ 218391 h 219171"/>
                <a:gd name="connsiteX7" fmla="*/ 11039 w 34617"/>
                <a:gd name="connsiteY7" fmla="*/ 219142 h 219171"/>
                <a:gd name="connsiteX8" fmla="*/ 13367 w 34617"/>
                <a:gd name="connsiteY8" fmla="*/ 215313 h 219171"/>
                <a:gd name="connsiteX9" fmla="*/ 31691 w 34617"/>
                <a:gd name="connsiteY9" fmla="*/ 2148 h 21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617" h="219171">
                  <a:moveTo>
                    <a:pt x="31691" y="2148"/>
                  </a:moveTo>
                  <a:cubicBezTo>
                    <a:pt x="31450" y="1006"/>
                    <a:pt x="30520" y="135"/>
                    <a:pt x="29363" y="-30"/>
                  </a:cubicBezTo>
                  <a:lnTo>
                    <a:pt x="26960" y="-30"/>
                  </a:lnTo>
                  <a:cubicBezTo>
                    <a:pt x="26179" y="301"/>
                    <a:pt x="25676" y="1074"/>
                    <a:pt x="25683" y="1922"/>
                  </a:cubicBezTo>
                  <a:cubicBezTo>
                    <a:pt x="24857" y="73478"/>
                    <a:pt x="9462" y="144583"/>
                    <a:pt x="-1" y="215313"/>
                  </a:cubicBezTo>
                  <a:cubicBezTo>
                    <a:pt x="-39" y="215613"/>
                    <a:pt x="-39" y="215913"/>
                    <a:pt x="-1" y="216214"/>
                  </a:cubicBezTo>
                  <a:cubicBezTo>
                    <a:pt x="2121" y="217100"/>
                    <a:pt x="4305" y="217820"/>
                    <a:pt x="6533" y="218391"/>
                  </a:cubicBezTo>
                  <a:lnTo>
                    <a:pt x="11039" y="219142"/>
                  </a:lnTo>
                  <a:cubicBezTo>
                    <a:pt x="12429" y="218361"/>
                    <a:pt x="13311" y="216904"/>
                    <a:pt x="13367" y="215313"/>
                  </a:cubicBezTo>
                  <a:cubicBezTo>
                    <a:pt x="15620" y="144057"/>
                    <a:pt x="43482" y="73778"/>
                    <a:pt x="31691" y="2148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Content Placeholder 4">
              <a:extLst>
                <a:ext uri="{FF2B5EF4-FFF2-40B4-BE49-F238E27FC236}">
                  <a16:creationId xmlns:a16="http://schemas.microsoft.com/office/drawing/2014/main" id="{ECCDEAED-1819-E8D9-7DCD-BE634FB52C54}"/>
                </a:ext>
              </a:extLst>
            </p:cNvPr>
            <p:cNvSpPr/>
            <p:nvPr/>
          </p:nvSpPr>
          <p:spPr>
            <a:xfrm>
              <a:off x="3491169" y="1862385"/>
              <a:ext cx="36164" cy="219321"/>
            </a:xfrm>
            <a:custGeom>
              <a:avLst/>
              <a:gdLst>
                <a:gd name="connsiteX0" fmla="*/ 30240 w 36164"/>
                <a:gd name="connsiteY0" fmla="*/ -30 h 219321"/>
                <a:gd name="connsiteX1" fmla="*/ 30240 w 36164"/>
                <a:gd name="connsiteY1" fmla="*/ -30 h 219321"/>
                <a:gd name="connsiteX2" fmla="*/ 24007 w 36164"/>
                <a:gd name="connsiteY2" fmla="*/ -30 h 219321"/>
                <a:gd name="connsiteX3" fmla="*/ 24007 w 36164"/>
                <a:gd name="connsiteY3" fmla="*/ -30 h 219321"/>
                <a:gd name="connsiteX4" fmla="*/ 24007 w 36164"/>
                <a:gd name="connsiteY4" fmla="*/ 946 h 219321"/>
                <a:gd name="connsiteX5" fmla="*/ 24007 w 36164"/>
                <a:gd name="connsiteY5" fmla="*/ 52830 h 219321"/>
                <a:gd name="connsiteX6" fmla="*/ 11916 w 36164"/>
                <a:gd name="connsiteY6" fmla="*/ 110570 h 219321"/>
                <a:gd name="connsiteX7" fmla="*/ -25 w 36164"/>
                <a:gd name="connsiteY7" fmla="*/ 215688 h 219321"/>
                <a:gd name="connsiteX8" fmla="*/ 951 w 36164"/>
                <a:gd name="connsiteY8" fmla="*/ 218692 h 219321"/>
                <a:gd name="connsiteX9" fmla="*/ 13118 w 36164"/>
                <a:gd name="connsiteY9" fmla="*/ 219292 h 219321"/>
                <a:gd name="connsiteX10" fmla="*/ 14920 w 36164"/>
                <a:gd name="connsiteY10" fmla="*/ 215688 h 219321"/>
                <a:gd name="connsiteX11" fmla="*/ 29940 w 36164"/>
                <a:gd name="connsiteY11" fmla="*/ 99908 h 219321"/>
                <a:gd name="connsiteX12" fmla="*/ 30240 w 36164"/>
                <a:gd name="connsiteY12" fmla="*/ -30 h 219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164" h="219321">
                  <a:moveTo>
                    <a:pt x="30240" y="-30"/>
                  </a:moveTo>
                  <a:lnTo>
                    <a:pt x="30240" y="-30"/>
                  </a:lnTo>
                  <a:lnTo>
                    <a:pt x="24007" y="-30"/>
                  </a:lnTo>
                  <a:lnTo>
                    <a:pt x="24007" y="-30"/>
                  </a:lnTo>
                  <a:cubicBezTo>
                    <a:pt x="23931" y="293"/>
                    <a:pt x="23931" y="624"/>
                    <a:pt x="24007" y="946"/>
                  </a:cubicBezTo>
                  <a:cubicBezTo>
                    <a:pt x="23557" y="18216"/>
                    <a:pt x="26035" y="35485"/>
                    <a:pt x="24007" y="52830"/>
                  </a:cubicBezTo>
                  <a:cubicBezTo>
                    <a:pt x="21002" y="72277"/>
                    <a:pt x="16967" y="91551"/>
                    <a:pt x="11916" y="110570"/>
                  </a:cubicBezTo>
                  <a:cubicBezTo>
                    <a:pt x="4712" y="145169"/>
                    <a:pt x="715" y="180353"/>
                    <a:pt x="-25" y="215688"/>
                  </a:cubicBezTo>
                  <a:cubicBezTo>
                    <a:pt x="-73" y="216777"/>
                    <a:pt x="274" y="217843"/>
                    <a:pt x="951" y="218692"/>
                  </a:cubicBezTo>
                  <a:cubicBezTo>
                    <a:pt x="5007" y="218692"/>
                    <a:pt x="9062" y="219142"/>
                    <a:pt x="13118" y="219292"/>
                  </a:cubicBezTo>
                  <a:cubicBezTo>
                    <a:pt x="14202" y="218399"/>
                    <a:pt x="14857" y="217092"/>
                    <a:pt x="14920" y="215688"/>
                  </a:cubicBezTo>
                  <a:cubicBezTo>
                    <a:pt x="16894" y="176764"/>
                    <a:pt x="21916" y="138051"/>
                    <a:pt x="29940" y="99908"/>
                  </a:cubicBezTo>
                  <a:cubicBezTo>
                    <a:pt x="36399" y="66345"/>
                    <a:pt x="39703" y="33308"/>
                    <a:pt x="30240" y="-30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Content Placeholder 4">
              <a:extLst>
                <a:ext uri="{FF2B5EF4-FFF2-40B4-BE49-F238E27FC236}">
                  <a16:creationId xmlns:a16="http://schemas.microsoft.com/office/drawing/2014/main" id="{C6578069-5B7B-23FA-BDB2-12F1320B2EE2}"/>
                </a:ext>
              </a:extLst>
            </p:cNvPr>
            <p:cNvSpPr/>
            <p:nvPr/>
          </p:nvSpPr>
          <p:spPr>
            <a:xfrm>
              <a:off x="3527039" y="1862911"/>
              <a:ext cx="26362" cy="218420"/>
            </a:xfrm>
            <a:custGeom>
              <a:avLst/>
              <a:gdLst>
                <a:gd name="connsiteX0" fmla="*/ 21857 w 26362"/>
                <a:gd name="connsiteY0" fmla="*/ -30 h 218420"/>
                <a:gd name="connsiteX1" fmla="*/ 14347 w 26362"/>
                <a:gd name="connsiteY1" fmla="*/ -30 h 218420"/>
                <a:gd name="connsiteX2" fmla="*/ 6236 w 26362"/>
                <a:gd name="connsiteY2" fmla="*/ 106365 h 218420"/>
                <a:gd name="connsiteX3" fmla="*/ 3 w 26362"/>
                <a:gd name="connsiteY3" fmla="*/ 215688 h 218420"/>
                <a:gd name="connsiteX4" fmla="*/ 904 w 26362"/>
                <a:gd name="connsiteY4" fmla="*/ 218391 h 218420"/>
                <a:gd name="connsiteX5" fmla="*/ 13671 w 26362"/>
                <a:gd name="connsiteY5" fmla="*/ 218391 h 218420"/>
                <a:gd name="connsiteX6" fmla="*/ 14347 w 26362"/>
                <a:gd name="connsiteY6" fmla="*/ 215913 h 218420"/>
                <a:gd name="connsiteX7" fmla="*/ 21331 w 26362"/>
                <a:gd name="connsiteY7" fmla="*/ 103812 h 218420"/>
                <a:gd name="connsiteX8" fmla="*/ 21857 w 26362"/>
                <a:gd name="connsiteY8" fmla="*/ -30 h 218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362" h="218420">
                  <a:moveTo>
                    <a:pt x="21857" y="-30"/>
                  </a:moveTo>
                  <a:cubicBezTo>
                    <a:pt x="19359" y="211"/>
                    <a:pt x="16845" y="211"/>
                    <a:pt x="14347" y="-30"/>
                  </a:cubicBezTo>
                  <a:cubicBezTo>
                    <a:pt x="11643" y="35485"/>
                    <a:pt x="9991" y="70850"/>
                    <a:pt x="6236" y="106365"/>
                  </a:cubicBezTo>
                  <a:cubicBezTo>
                    <a:pt x="1764" y="142631"/>
                    <a:pt x="-318" y="179152"/>
                    <a:pt x="3" y="215688"/>
                  </a:cubicBezTo>
                  <a:cubicBezTo>
                    <a:pt x="14" y="216664"/>
                    <a:pt x="329" y="217603"/>
                    <a:pt x="904" y="218391"/>
                  </a:cubicBezTo>
                  <a:cubicBezTo>
                    <a:pt x="5144" y="217865"/>
                    <a:pt x="9432" y="217865"/>
                    <a:pt x="13671" y="218391"/>
                  </a:cubicBezTo>
                  <a:cubicBezTo>
                    <a:pt x="14132" y="217648"/>
                    <a:pt x="14367" y="216784"/>
                    <a:pt x="14347" y="215913"/>
                  </a:cubicBezTo>
                  <a:cubicBezTo>
                    <a:pt x="14347" y="178371"/>
                    <a:pt x="17651" y="140829"/>
                    <a:pt x="21331" y="103812"/>
                  </a:cubicBezTo>
                  <a:cubicBezTo>
                    <a:pt x="25011" y="69724"/>
                    <a:pt x="30193" y="33908"/>
                    <a:pt x="21857" y="-30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Content Placeholder 4">
              <a:extLst>
                <a:ext uri="{FF2B5EF4-FFF2-40B4-BE49-F238E27FC236}">
                  <a16:creationId xmlns:a16="http://schemas.microsoft.com/office/drawing/2014/main" id="{99721F50-6147-FE1C-49F1-E14663A4DAA7}"/>
                </a:ext>
              </a:extLst>
            </p:cNvPr>
            <p:cNvSpPr/>
            <p:nvPr/>
          </p:nvSpPr>
          <p:spPr>
            <a:xfrm>
              <a:off x="3558350" y="1862385"/>
              <a:ext cx="23265" cy="219321"/>
            </a:xfrm>
            <a:custGeom>
              <a:avLst/>
              <a:gdLst>
                <a:gd name="connsiteX0" fmla="*/ 15630 w 23265"/>
                <a:gd name="connsiteY0" fmla="*/ -30 h 219321"/>
                <a:gd name="connsiteX1" fmla="*/ 7444 w 23265"/>
                <a:gd name="connsiteY1" fmla="*/ -30 h 219321"/>
                <a:gd name="connsiteX2" fmla="*/ 6693 w 23265"/>
                <a:gd name="connsiteY2" fmla="*/ 109744 h 219321"/>
                <a:gd name="connsiteX3" fmla="*/ 3163 w 23265"/>
                <a:gd name="connsiteY3" fmla="*/ 164556 h 219321"/>
                <a:gd name="connsiteX4" fmla="*/ 1811 w 23265"/>
                <a:gd name="connsiteY4" fmla="*/ 218241 h 219321"/>
                <a:gd name="connsiteX5" fmla="*/ 1811 w 23265"/>
                <a:gd name="connsiteY5" fmla="*/ 219292 h 219321"/>
                <a:gd name="connsiteX6" fmla="*/ 15630 w 23265"/>
                <a:gd name="connsiteY6" fmla="*/ 217715 h 219321"/>
                <a:gd name="connsiteX7" fmla="*/ 15630 w 23265"/>
                <a:gd name="connsiteY7" fmla="*/ 214937 h 219321"/>
                <a:gd name="connsiteX8" fmla="*/ 18333 w 23265"/>
                <a:gd name="connsiteY8" fmla="*/ 158774 h 219321"/>
                <a:gd name="connsiteX9" fmla="*/ 21938 w 23265"/>
                <a:gd name="connsiteY9" fmla="*/ 101259 h 219321"/>
                <a:gd name="connsiteX10" fmla="*/ 15630 w 23265"/>
                <a:gd name="connsiteY10" fmla="*/ -30 h 219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65" h="219321">
                  <a:moveTo>
                    <a:pt x="15630" y="-30"/>
                  </a:moveTo>
                  <a:lnTo>
                    <a:pt x="7444" y="-30"/>
                  </a:lnTo>
                  <a:cubicBezTo>
                    <a:pt x="10085" y="36521"/>
                    <a:pt x="9834" y="73230"/>
                    <a:pt x="6693" y="109744"/>
                  </a:cubicBezTo>
                  <a:cubicBezTo>
                    <a:pt x="5717" y="128064"/>
                    <a:pt x="4440" y="146310"/>
                    <a:pt x="3163" y="164556"/>
                  </a:cubicBezTo>
                  <a:cubicBezTo>
                    <a:pt x="1886" y="182801"/>
                    <a:pt x="-2469" y="200821"/>
                    <a:pt x="1811" y="218241"/>
                  </a:cubicBezTo>
                  <a:cubicBezTo>
                    <a:pt x="1780" y="218594"/>
                    <a:pt x="1780" y="218939"/>
                    <a:pt x="1811" y="219292"/>
                  </a:cubicBezTo>
                  <a:cubicBezTo>
                    <a:pt x="6380" y="218481"/>
                    <a:pt x="10995" y="217956"/>
                    <a:pt x="15630" y="217715"/>
                  </a:cubicBezTo>
                  <a:cubicBezTo>
                    <a:pt x="15895" y="216807"/>
                    <a:pt x="15895" y="215846"/>
                    <a:pt x="15630" y="214937"/>
                  </a:cubicBezTo>
                  <a:cubicBezTo>
                    <a:pt x="11424" y="197067"/>
                    <a:pt x="16982" y="176794"/>
                    <a:pt x="18333" y="158774"/>
                  </a:cubicBezTo>
                  <a:cubicBezTo>
                    <a:pt x="19685" y="140754"/>
                    <a:pt x="20962" y="120406"/>
                    <a:pt x="21938" y="101259"/>
                  </a:cubicBezTo>
                  <a:cubicBezTo>
                    <a:pt x="23665" y="67546"/>
                    <a:pt x="25243" y="33158"/>
                    <a:pt x="15630" y="-30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Content Placeholder 4">
              <a:extLst>
                <a:ext uri="{FF2B5EF4-FFF2-40B4-BE49-F238E27FC236}">
                  <a16:creationId xmlns:a16="http://schemas.microsoft.com/office/drawing/2014/main" id="{0F0B2C89-6E7F-11E9-31C6-A9CF7A1038C1}"/>
                </a:ext>
              </a:extLst>
            </p:cNvPr>
            <p:cNvSpPr/>
            <p:nvPr/>
          </p:nvSpPr>
          <p:spPr>
            <a:xfrm>
              <a:off x="3585875" y="1864788"/>
              <a:ext cx="21835" cy="214741"/>
            </a:xfrm>
            <a:custGeom>
              <a:avLst/>
              <a:gdLst>
                <a:gd name="connsiteX0" fmla="*/ 20548 w 21835"/>
                <a:gd name="connsiteY0" fmla="*/ 95177 h 214741"/>
                <a:gd name="connsiteX1" fmla="*/ 6429 w 21835"/>
                <a:gd name="connsiteY1" fmla="*/ 1172 h 214741"/>
                <a:gd name="connsiteX2" fmla="*/ 797 w 21835"/>
                <a:gd name="connsiteY2" fmla="*/ -30 h 214741"/>
                <a:gd name="connsiteX3" fmla="*/ -29 w 21835"/>
                <a:gd name="connsiteY3" fmla="*/ -30 h 214741"/>
                <a:gd name="connsiteX4" fmla="*/ 5829 w 21835"/>
                <a:gd name="connsiteY4" fmla="*/ 103512 h 214741"/>
                <a:gd name="connsiteX5" fmla="*/ 9433 w 21835"/>
                <a:gd name="connsiteY5" fmla="*/ 213586 h 214741"/>
                <a:gd name="connsiteX6" fmla="*/ 9433 w 21835"/>
                <a:gd name="connsiteY6" fmla="*/ 214712 h 214741"/>
                <a:gd name="connsiteX7" fmla="*/ 21750 w 21835"/>
                <a:gd name="connsiteY7" fmla="*/ 213060 h 214741"/>
                <a:gd name="connsiteX8" fmla="*/ 20548 w 21835"/>
                <a:gd name="connsiteY8" fmla="*/ 95177 h 214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35" h="214741">
                  <a:moveTo>
                    <a:pt x="20548" y="95177"/>
                  </a:moveTo>
                  <a:cubicBezTo>
                    <a:pt x="20548" y="63342"/>
                    <a:pt x="22125" y="30980"/>
                    <a:pt x="6429" y="1172"/>
                  </a:cubicBezTo>
                  <a:cubicBezTo>
                    <a:pt x="4620" y="496"/>
                    <a:pt x="2723" y="98"/>
                    <a:pt x="797" y="-30"/>
                  </a:cubicBezTo>
                  <a:lnTo>
                    <a:pt x="-29" y="-30"/>
                  </a:lnTo>
                  <a:cubicBezTo>
                    <a:pt x="13414" y="32257"/>
                    <a:pt x="5904" y="70099"/>
                    <a:pt x="5829" y="103512"/>
                  </a:cubicBezTo>
                  <a:cubicBezTo>
                    <a:pt x="5829" y="140228"/>
                    <a:pt x="6655" y="176944"/>
                    <a:pt x="9433" y="213586"/>
                  </a:cubicBezTo>
                  <a:cubicBezTo>
                    <a:pt x="9398" y="213961"/>
                    <a:pt x="9398" y="214336"/>
                    <a:pt x="9433" y="214712"/>
                  </a:cubicBezTo>
                  <a:cubicBezTo>
                    <a:pt x="13365" y="213255"/>
                    <a:pt x="17573" y="212692"/>
                    <a:pt x="21750" y="213060"/>
                  </a:cubicBezTo>
                  <a:cubicBezTo>
                    <a:pt x="22050" y="173415"/>
                    <a:pt x="21074" y="134146"/>
                    <a:pt x="20548" y="95177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Content Placeholder 4">
              <a:extLst>
                <a:ext uri="{FF2B5EF4-FFF2-40B4-BE49-F238E27FC236}">
                  <a16:creationId xmlns:a16="http://schemas.microsoft.com/office/drawing/2014/main" id="{EFF90D6A-C022-D7A1-612B-6092323D5300}"/>
                </a:ext>
              </a:extLst>
            </p:cNvPr>
            <p:cNvSpPr/>
            <p:nvPr/>
          </p:nvSpPr>
          <p:spPr>
            <a:xfrm>
              <a:off x="3619780" y="1771782"/>
              <a:ext cx="115822" cy="114159"/>
            </a:xfrm>
            <a:custGeom>
              <a:avLst/>
              <a:gdLst>
                <a:gd name="connsiteX0" fmla="*/ 48525 w 115822"/>
                <a:gd name="connsiteY0" fmla="*/ 19844 h 114159"/>
                <a:gd name="connsiteX1" fmla="*/ 12177 w 115822"/>
                <a:gd name="connsiteY1" fmla="*/ 59789 h 114159"/>
                <a:gd name="connsiteX2" fmla="*/ 1663 w 115822"/>
                <a:gd name="connsiteY2" fmla="*/ 70151 h 114159"/>
                <a:gd name="connsiteX3" fmla="*/ 86 w 115822"/>
                <a:gd name="connsiteY3" fmla="*/ 74356 h 114159"/>
                <a:gd name="connsiteX4" fmla="*/ 1813 w 115822"/>
                <a:gd name="connsiteY4" fmla="*/ 77209 h 114159"/>
                <a:gd name="connsiteX5" fmla="*/ 30426 w 115822"/>
                <a:gd name="connsiteY5" fmla="*/ 105591 h 114159"/>
                <a:gd name="connsiteX6" fmla="*/ 41541 w 115822"/>
                <a:gd name="connsiteY6" fmla="*/ 113099 h 114159"/>
                <a:gd name="connsiteX7" fmla="*/ 51830 w 115822"/>
                <a:gd name="connsiteY7" fmla="*/ 113099 h 114159"/>
                <a:gd name="connsiteX8" fmla="*/ 58213 w 115822"/>
                <a:gd name="connsiteY8" fmla="*/ 108144 h 114159"/>
                <a:gd name="connsiteX9" fmla="*/ 96589 w 115822"/>
                <a:gd name="connsiteY9" fmla="*/ 65946 h 114159"/>
                <a:gd name="connsiteX10" fmla="*/ 108680 w 115822"/>
                <a:gd name="connsiteY10" fmla="*/ 53632 h 114159"/>
                <a:gd name="connsiteX11" fmla="*/ 114989 w 115822"/>
                <a:gd name="connsiteY11" fmla="*/ 47475 h 114159"/>
                <a:gd name="connsiteX12" fmla="*/ 113487 w 115822"/>
                <a:gd name="connsiteY12" fmla="*/ 37039 h 114159"/>
                <a:gd name="connsiteX13" fmla="*/ 107704 w 115822"/>
                <a:gd name="connsiteY13" fmla="*/ 31332 h 114159"/>
                <a:gd name="connsiteX14" fmla="*/ 83522 w 115822"/>
                <a:gd name="connsiteY14" fmla="*/ 10909 h 114159"/>
                <a:gd name="connsiteX15" fmla="*/ 71731 w 115822"/>
                <a:gd name="connsiteY15" fmla="*/ 2199 h 114159"/>
                <a:gd name="connsiteX16" fmla="*/ 62344 w 115822"/>
                <a:gd name="connsiteY16" fmla="*/ 1749 h 114159"/>
                <a:gd name="connsiteX17" fmla="*/ 48525 w 115822"/>
                <a:gd name="connsiteY17" fmla="*/ 19844 h 11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822" h="114159">
                  <a:moveTo>
                    <a:pt x="48525" y="19844"/>
                  </a:moveTo>
                  <a:cubicBezTo>
                    <a:pt x="37513" y="34125"/>
                    <a:pt x="25357" y="47483"/>
                    <a:pt x="12177" y="59789"/>
                  </a:cubicBezTo>
                  <a:lnTo>
                    <a:pt x="1663" y="70151"/>
                  </a:lnTo>
                  <a:cubicBezTo>
                    <a:pt x="321" y="71097"/>
                    <a:pt x="-305" y="72764"/>
                    <a:pt x="86" y="74356"/>
                  </a:cubicBezTo>
                  <a:cubicBezTo>
                    <a:pt x="521" y="75384"/>
                    <a:pt x="1103" y="76345"/>
                    <a:pt x="1813" y="77209"/>
                  </a:cubicBezTo>
                  <a:cubicBezTo>
                    <a:pt x="10253" y="87713"/>
                    <a:pt x="19851" y="97234"/>
                    <a:pt x="30426" y="105591"/>
                  </a:cubicBezTo>
                  <a:cubicBezTo>
                    <a:pt x="33715" y="108662"/>
                    <a:pt x="37465" y="111192"/>
                    <a:pt x="41541" y="113099"/>
                  </a:cubicBezTo>
                  <a:cubicBezTo>
                    <a:pt x="44833" y="114473"/>
                    <a:pt x="48537" y="114473"/>
                    <a:pt x="51830" y="113099"/>
                  </a:cubicBezTo>
                  <a:cubicBezTo>
                    <a:pt x="54276" y="111906"/>
                    <a:pt x="56450" y="110216"/>
                    <a:pt x="58213" y="108144"/>
                  </a:cubicBezTo>
                  <a:cubicBezTo>
                    <a:pt x="71506" y="94553"/>
                    <a:pt x="84198" y="80438"/>
                    <a:pt x="96589" y="65946"/>
                  </a:cubicBezTo>
                  <a:cubicBezTo>
                    <a:pt x="100212" y="61464"/>
                    <a:pt x="104261" y="57334"/>
                    <a:pt x="108680" y="53632"/>
                  </a:cubicBezTo>
                  <a:cubicBezTo>
                    <a:pt x="111220" y="52078"/>
                    <a:pt x="113377" y="49976"/>
                    <a:pt x="114989" y="47475"/>
                  </a:cubicBezTo>
                  <a:cubicBezTo>
                    <a:pt x="116462" y="43984"/>
                    <a:pt x="115884" y="39967"/>
                    <a:pt x="113487" y="37039"/>
                  </a:cubicBezTo>
                  <a:cubicBezTo>
                    <a:pt x="111771" y="34936"/>
                    <a:pt x="109832" y="33022"/>
                    <a:pt x="107704" y="31332"/>
                  </a:cubicBezTo>
                  <a:lnTo>
                    <a:pt x="83522" y="10909"/>
                  </a:lnTo>
                  <a:cubicBezTo>
                    <a:pt x="79911" y="7598"/>
                    <a:pt x="75959" y="4677"/>
                    <a:pt x="71731" y="2199"/>
                  </a:cubicBezTo>
                  <a:cubicBezTo>
                    <a:pt x="66624" y="-654"/>
                    <a:pt x="64672" y="-729"/>
                    <a:pt x="62344" y="1749"/>
                  </a:cubicBezTo>
                  <a:cubicBezTo>
                    <a:pt x="57392" y="7508"/>
                    <a:pt x="52779" y="13552"/>
                    <a:pt x="48525" y="19844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Content Placeholder 4">
              <a:extLst>
                <a:ext uri="{FF2B5EF4-FFF2-40B4-BE49-F238E27FC236}">
                  <a16:creationId xmlns:a16="http://schemas.microsoft.com/office/drawing/2014/main" id="{9CEA60AA-4D74-7C27-AFBA-954F938CC871}"/>
                </a:ext>
              </a:extLst>
            </p:cNvPr>
            <p:cNvSpPr/>
            <p:nvPr/>
          </p:nvSpPr>
          <p:spPr>
            <a:xfrm>
              <a:off x="3630107" y="1777461"/>
              <a:ext cx="100466" cy="97767"/>
            </a:xfrm>
            <a:custGeom>
              <a:avLst/>
              <a:gdLst>
                <a:gd name="connsiteX0" fmla="*/ 100381 w 100466"/>
                <a:gd name="connsiteY0" fmla="*/ 40219 h 97767"/>
                <a:gd name="connsiteX1" fmla="*/ 95424 w 100466"/>
                <a:gd name="connsiteY1" fmla="*/ 32711 h 97767"/>
                <a:gd name="connsiteX2" fmla="*/ 64032 w 100466"/>
                <a:gd name="connsiteY2" fmla="*/ 4704 h 97767"/>
                <a:gd name="connsiteX3" fmla="*/ 55696 w 100466"/>
                <a:gd name="connsiteY3" fmla="*/ 49 h 97767"/>
                <a:gd name="connsiteX4" fmla="*/ 51566 w 100466"/>
                <a:gd name="connsiteY4" fmla="*/ 2527 h 97767"/>
                <a:gd name="connsiteX5" fmla="*/ 44056 w 100466"/>
                <a:gd name="connsiteY5" fmla="*/ 13864 h 97767"/>
                <a:gd name="connsiteX6" fmla="*/ 23403 w 100466"/>
                <a:gd name="connsiteY6" fmla="*/ 37516 h 97767"/>
                <a:gd name="connsiteX7" fmla="*/ 10561 w 100466"/>
                <a:gd name="connsiteY7" fmla="*/ 50806 h 97767"/>
                <a:gd name="connsiteX8" fmla="*/ 4403 w 100466"/>
                <a:gd name="connsiteY8" fmla="*/ 56437 h 97767"/>
                <a:gd name="connsiteX9" fmla="*/ 648 w 100466"/>
                <a:gd name="connsiteY9" fmla="*/ 64621 h 97767"/>
                <a:gd name="connsiteX10" fmla="*/ 6731 w 100466"/>
                <a:gd name="connsiteY10" fmla="*/ 71604 h 97767"/>
                <a:gd name="connsiteX11" fmla="*/ 25806 w 100466"/>
                <a:gd name="connsiteY11" fmla="*/ 89099 h 97767"/>
                <a:gd name="connsiteX12" fmla="*/ 32565 w 100466"/>
                <a:gd name="connsiteY12" fmla="*/ 94655 h 97767"/>
                <a:gd name="connsiteX13" fmla="*/ 43830 w 100466"/>
                <a:gd name="connsiteY13" fmla="*/ 97584 h 97767"/>
                <a:gd name="connsiteX14" fmla="*/ 47510 w 100466"/>
                <a:gd name="connsiteY14" fmla="*/ 94806 h 97767"/>
                <a:gd name="connsiteX15" fmla="*/ 100080 w 100466"/>
                <a:gd name="connsiteY15" fmla="*/ 42246 h 97767"/>
                <a:gd name="connsiteX16" fmla="*/ 100381 w 100466"/>
                <a:gd name="connsiteY16" fmla="*/ 40219 h 97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0466" h="97767">
                  <a:moveTo>
                    <a:pt x="100381" y="40219"/>
                  </a:moveTo>
                  <a:cubicBezTo>
                    <a:pt x="100381" y="38117"/>
                    <a:pt x="97827" y="35038"/>
                    <a:pt x="95424" y="32711"/>
                  </a:cubicBezTo>
                  <a:cubicBezTo>
                    <a:pt x="85476" y="22814"/>
                    <a:pt x="74997" y="13466"/>
                    <a:pt x="64032" y="4704"/>
                  </a:cubicBezTo>
                  <a:cubicBezTo>
                    <a:pt x="61644" y="2542"/>
                    <a:pt x="58793" y="942"/>
                    <a:pt x="55696" y="49"/>
                  </a:cubicBezTo>
                  <a:cubicBezTo>
                    <a:pt x="53143" y="-402"/>
                    <a:pt x="52617" y="1175"/>
                    <a:pt x="51566" y="2527"/>
                  </a:cubicBezTo>
                  <a:cubicBezTo>
                    <a:pt x="48862" y="6206"/>
                    <a:pt x="46459" y="10035"/>
                    <a:pt x="44056" y="13864"/>
                  </a:cubicBezTo>
                  <a:cubicBezTo>
                    <a:pt x="37783" y="22259"/>
                    <a:pt x="30879" y="30165"/>
                    <a:pt x="23403" y="37516"/>
                  </a:cubicBezTo>
                  <a:lnTo>
                    <a:pt x="10561" y="50806"/>
                  </a:lnTo>
                  <a:cubicBezTo>
                    <a:pt x="8710" y="52893"/>
                    <a:pt x="6646" y="54778"/>
                    <a:pt x="4403" y="56437"/>
                  </a:cubicBezTo>
                  <a:cubicBezTo>
                    <a:pt x="1774" y="58164"/>
                    <a:pt x="-1455" y="60267"/>
                    <a:pt x="648" y="64621"/>
                  </a:cubicBezTo>
                  <a:cubicBezTo>
                    <a:pt x="2263" y="67280"/>
                    <a:pt x="4320" y="69637"/>
                    <a:pt x="6731" y="71604"/>
                  </a:cubicBezTo>
                  <a:lnTo>
                    <a:pt x="25806" y="89099"/>
                  </a:lnTo>
                  <a:cubicBezTo>
                    <a:pt x="27919" y="91119"/>
                    <a:pt x="30178" y="92973"/>
                    <a:pt x="32565" y="94655"/>
                  </a:cubicBezTo>
                  <a:cubicBezTo>
                    <a:pt x="35774" y="97103"/>
                    <a:pt x="39834" y="98162"/>
                    <a:pt x="43830" y="97584"/>
                  </a:cubicBezTo>
                  <a:cubicBezTo>
                    <a:pt x="45275" y="96990"/>
                    <a:pt x="46543" y="96029"/>
                    <a:pt x="47510" y="94806"/>
                  </a:cubicBezTo>
                  <a:cubicBezTo>
                    <a:pt x="64433" y="76688"/>
                    <a:pt x="81956" y="59163"/>
                    <a:pt x="100080" y="42246"/>
                  </a:cubicBezTo>
                  <a:cubicBezTo>
                    <a:pt x="100409" y="41623"/>
                    <a:pt x="100515" y="40910"/>
                    <a:pt x="100381" y="40219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Content Placeholder 4">
              <a:extLst>
                <a:ext uri="{FF2B5EF4-FFF2-40B4-BE49-F238E27FC236}">
                  <a16:creationId xmlns:a16="http://schemas.microsoft.com/office/drawing/2014/main" id="{49499E4D-5D4A-6AEB-2EA8-AA74B3EE45D3}"/>
                </a:ext>
              </a:extLst>
            </p:cNvPr>
            <p:cNvSpPr/>
            <p:nvPr/>
          </p:nvSpPr>
          <p:spPr>
            <a:xfrm>
              <a:off x="3522815" y="1698438"/>
              <a:ext cx="24552" cy="48842"/>
            </a:xfrm>
            <a:custGeom>
              <a:avLst/>
              <a:gdLst>
                <a:gd name="connsiteX0" fmla="*/ 21125 w 24552"/>
                <a:gd name="connsiteY0" fmla="*/ 48813 h 48842"/>
                <a:gd name="connsiteX1" fmla="*/ 24429 w 24552"/>
                <a:gd name="connsiteY1" fmla="*/ 1434 h 48842"/>
                <a:gd name="connsiteX2" fmla="*/ 23978 w 24552"/>
                <a:gd name="connsiteY2" fmla="*/ 83 h 48842"/>
                <a:gd name="connsiteX3" fmla="*/ 22702 w 24552"/>
                <a:gd name="connsiteY3" fmla="*/ 83 h 48842"/>
                <a:gd name="connsiteX4" fmla="*/ 2124 w 24552"/>
                <a:gd name="connsiteY4" fmla="*/ 3687 h 48842"/>
                <a:gd name="connsiteX5" fmla="*/ 2124 w 24552"/>
                <a:gd name="connsiteY5" fmla="*/ 8192 h 48842"/>
                <a:gd name="connsiteX6" fmla="*/ 7306 w 24552"/>
                <a:gd name="connsiteY6" fmla="*/ 15700 h 48842"/>
                <a:gd name="connsiteX7" fmla="*/ 15642 w 24552"/>
                <a:gd name="connsiteY7" fmla="*/ 31618 h 48842"/>
                <a:gd name="connsiteX8" fmla="*/ 21125 w 24552"/>
                <a:gd name="connsiteY8" fmla="*/ 48813 h 48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552" h="48842">
                  <a:moveTo>
                    <a:pt x="21125" y="48813"/>
                  </a:moveTo>
                  <a:cubicBezTo>
                    <a:pt x="23764" y="33165"/>
                    <a:pt x="24870" y="17300"/>
                    <a:pt x="24429" y="1434"/>
                  </a:cubicBezTo>
                  <a:cubicBezTo>
                    <a:pt x="24480" y="939"/>
                    <a:pt x="24316" y="451"/>
                    <a:pt x="23978" y="83"/>
                  </a:cubicBezTo>
                  <a:cubicBezTo>
                    <a:pt x="23566" y="-67"/>
                    <a:pt x="23114" y="-67"/>
                    <a:pt x="22702" y="83"/>
                  </a:cubicBezTo>
                  <a:cubicBezTo>
                    <a:pt x="15743" y="623"/>
                    <a:pt x="8852" y="1832"/>
                    <a:pt x="2124" y="3687"/>
                  </a:cubicBezTo>
                  <a:cubicBezTo>
                    <a:pt x="-1180" y="4963"/>
                    <a:pt x="-279" y="5414"/>
                    <a:pt x="2124" y="8192"/>
                  </a:cubicBezTo>
                  <a:cubicBezTo>
                    <a:pt x="4527" y="10970"/>
                    <a:pt x="5654" y="13298"/>
                    <a:pt x="7306" y="15700"/>
                  </a:cubicBezTo>
                  <a:cubicBezTo>
                    <a:pt x="10454" y="20806"/>
                    <a:pt x="13239" y="26122"/>
                    <a:pt x="15642" y="31618"/>
                  </a:cubicBezTo>
                  <a:cubicBezTo>
                    <a:pt x="18462" y="36987"/>
                    <a:pt x="20317" y="42806"/>
                    <a:pt x="21125" y="48813"/>
                  </a:cubicBezTo>
                  <a:close/>
                </a:path>
              </a:pathLst>
            </a:custGeom>
            <a:solidFill>
              <a:srgbClr val="C89A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Content Placeholder 4">
              <a:extLst>
                <a:ext uri="{FF2B5EF4-FFF2-40B4-BE49-F238E27FC236}">
                  <a16:creationId xmlns:a16="http://schemas.microsoft.com/office/drawing/2014/main" id="{F992B609-9644-B3C8-32F6-B86DDE3FA589}"/>
                </a:ext>
              </a:extLst>
            </p:cNvPr>
            <p:cNvSpPr/>
            <p:nvPr/>
          </p:nvSpPr>
          <p:spPr>
            <a:xfrm>
              <a:off x="3504665" y="1702968"/>
              <a:ext cx="41105" cy="48066"/>
            </a:xfrm>
            <a:custGeom>
              <a:avLst/>
              <a:gdLst>
                <a:gd name="connsiteX0" fmla="*/ 823 w 41105"/>
                <a:gd name="connsiteY0" fmla="*/ 6365 h 48066"/>
                <a:gd name="connsiteX1" fmla="*/ -3 w 41105"/>
                <a:gd name="connsiteY1" fmla="*/ 7716 h 48066"/>
                <a:gd name="connsiteX2" fmla="*/ 898 w 41105"/>
                <a:gd name="connsiteY2" fmla="*/ 8467 h 48066"/>
                <a:gd name="connsiteX3" fmla="*/ 8408 w 41105"/>
                <a:gd name="connsiteY3" fmla="*/ 11921 h 48066"/>
                <a:gd name="connsiteX4" fmla="*/ 10436 w 41105"/>
                <a:gd name="connsiteY4" fmla="*/ 13648 h 48066"/>
                <a:gd name="connsiteX5" fmla="*/ 8258 w 41105"/>
                <a:gd name="connsiteY5" fmla="*/ 17553 h 48066"/>
                <a:gd name="connsiteX6" fmla="*/ 4052 w 41105"/>
                <a:gd name="connsiteY6" fmla="*/ 24535 h 48066"/>
                <a:gd name="connsiteX7" fmla="*/ 4052 w 41105"/>
                <a:gd name="connsiteY7" fmla="*/ 25737 h 48066"/>
                <a:gd name="connsiteX8" fmla="*/ 5029 w 41105"/>
                <a:gd name="connsiteY8" fmla="*/ 26638 h 48066"/>
                <a:gd name="connsiteX9" fmla="*/ 41077 w 41105"/>
                <a:gd name="connsiteY9" fmla="*/ 48037 h 48066"/>
                <a:gd name="connsiteX10" fmla="*/ 37096 w 41105"/>
                <a:gd name="connsiteY10" fmla="*/ 32344 h 48066"/>
                <a:gd name="connsiteX11" fmla="*/ 28535 w 41105"/>
                <a:gd name="connsiteY11" fmla="*/ 14099 h 48066"/>
                <a:gd name="connsiteX12" fmla="*/ 18246 w 41105"/>
                <a:gd name="connsiteY12" fmla="*/ 734 h 48066"/>
                <a:gd name="connsiteX13" fmla="*/ 823 w 41105"/>
                <a:gd name="connsiteY13" fmla="*/ 6365 h 48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105" h="48066">
                  <a:moveTo>
                    <a:pt x="823" y="6365"/>
                  </a:moveTo>
                  <a:cubicBezTo>
                    <a:pt x="372" y="6365"/>
                    <a:pt x="-153" y="7191"/>
                    <a:pt x="-3" y="7716"/>
                  </a:cubicBezTo>
                  <a:cubicBezTo>
                    <a:pt x="183" y="8077"/>
                    <a:pt x="508" y="8347"/>
                    <a:pt x="898" y="8467"/>
                  </a:cubicBezTo>
                  <a:lnTo>
                    <a:pt x="8408" y="11921"/>
                  </a:lnTo>
                  <a:cubicBezTo>
                    <a:pt x="9234" y="12372"/>
                    <a:pt x="10135" y="12822"/>
                    <a:pt x="10436" y="13648"/>
                  </a:cubicBezTo>
                  <a:cubicBezTo>
                    <a:pt x="10736" y="14474"/>
                    <a:pt x="9460" y="16501"/>
                    <a:pt x="8258" y="17553"/>
                  </a:cubicBezTo>
                  <a:cubicBezTo>
                    <a:pt x="6207" y="19422"/>
                    <a:pt x="4745" y="21847"/>
                    <a:pt x="4052" y="24535"/>
                  </a:cubicBezTo>
                  <a:cubicBezTo>
                    <a:pt x="3940" y="24926"/>
                    <a:pt x="3940" y="25346"/>
                    <a:pt x="4052" y="25737"/>
                  </a:cubicBezTo>
                  <a:cubicBezTo>
                    <a:pt x="4280" y="26127"/>
                    <a:pt x="4620" y="26443"/>
                    <a:pt x="5029" y="26638"/>
                  </a:cubicBezTo>
                  <a:lnTo>
                    <a:pt x="41077" y="48037"/>
                  </a:lnTo>
                  <a:cubicBezTo>
                    <a:pt x="41032" y="42563"/>
                    <a:pt x="39667" y="37180"/>
                    <a:pt x="37096" y="32344"/>
                  </a:cubicBezTo>
                  <a:cubicBezTo>
                    <a:pt x="34393" y="26187"/>
                    <a:pt x="31539" y="20105"/>
                    <a:pt x="28535" y="14099"/>
                  </a:cubicBezTo>
                  <a:cubicBezTo>
                    <a:pt x="26452" y="8753"/>
                    <a:pt x="22882" y="4112"/>
                    <a:pt x="18246" y="734"/>
                  </a:cubicBezTo>
                  <a:cubicBezTo>
                    <a:pt x="12839" y="-2045"/>
                    <a:pt x="5029" y="3437"/>
                    <a:pt x="823" y="6365"/>
                  </a:cubicBezTo>
                  <a:close/>
                </a:path>
              </a:pathLst>
            </a:custGeom>
            <a:solidFill>
              <a:srgbClr val="D6D6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Content Placeholder 4">
              <a:extLst>
                <a:ext uri="{FF2B5EF4-FFF2-40B4-BE49-F238E27FC236}">
                  <a16:creationId xmlns:a16="http://schemas.microsoft.com/office/drawing/2014/main" id="{3A29C954-AB86-7B25-7170-8EB0FA83EAB4}"/>
                </a:ext>
              </a:extLst>
            </p:cNvPr>
            <p:cNvSpPr/>
            <p:nvPr/>
          </p:nvSpPr>
          <p:spPr>
            <a:xfrm>
              <a:off x="3542842" y="1699010"/>
              <a:ext cx="20655" cy="53001"/>
            </a:xfrm>
            <a:custGeom>
              <a:avLst/>
              <a:gdLst>
                <a:gd name="connsiteX0" fmla="*/ 16117 w 20655"/>
                <a:gd name="connsiteY0" fmla="*/ 938 h 53001"/>
                <a:gd name="connsiteX1" fmla="*/ 19572 w 20655"/>
                <a:gd name="connsiteY1" fmla="*/ 3341 h 53001"/>
                <a:gd name="connsiteX2" fmla="*/ 18596 w 20655"/>
                <a:gd name="connsiteY2" fmla="*/ 5068 h 53001"/>
                <a:gd name="connsiteX3" fmla="*/ 12813 w 20655"/>
                <a:gd name="connsiteY3" fmla="*/ 11750 h 53001"/>
                <a:gd name="connsiteX4" fmla="*/ 19046 w 20655"/>
                <a:gd name="connsiteY4" fmla="*/ 14453 h 53001"/>
                <a:gd name="connsiteX5" fmla="*/ 20623 w 20655"/>
                <a:gd name="connsiteY5" fmla="*/ 15880 h 53001"/>
                <a:gd name="connsiteX6" fmla="*/ 19872 w 20655"/>
                <a:gd name="connsiteY6" fmla="*/ 17682 h 53001"/>
                <a:gd name="connsiteX7" fmla="*/ 4852 w 20655"/>
                <a:gd name="connsiteY7" fmla="*/ 44262 h 53001"/>
                <a:gd name="connsiteX8" fmla="*/ -29 w 20655"/>
                <a:gd name="connsiteY8" fmla="*/ 52972 h 53001"/>
                <a:gd name="connsiteX9" fmla="*/ 2524 w 20655"/>
                <a:gd name="connsiteY9" fmla="*/ 16330 h 53001"/>
                <a:gd name="connsiteX10" fmla="*/ 3350 w 20655"/>
                <a:gd name="connsiteY10" fmla="*/ 1313 h 53001"/>
                <a:gd name="connsiteX11" fmla="*/ 16117 w 20655"/>
                <a:gd name="connsiteY11" fmla="*/ 938 h 53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655" h="53001">
                  <a:moveTo>
                    <a:pt x="16117" y="938"/>
                  </a:moveTo>
                  <a:cubicBezTo>
                    <a:pt x="17694" y="938"/>
                    <a:pt x="19647" y="1764"/>
                    <a:pt x="19572" y="3341"/>
                  </a:cubicBezTo>
                  <a:cubicBezTo>
                    <a:pt x="19427" y="4001"/>
                    <a:pt x="19087" y="4602"/>
                    <a:pt x="18596" y="5068"/>
                  </a:cubicBezTo>
                  <a:cubicBezTo>
                    <a:pt x="16718" y="7320"/>
                    <a:pt x="14765" y="9498"/>
                    <a:pt x="12813" y="11750"/>
                  </a:cubicBezTo>
                  <a:lnTo>
                    <a:pt x="19046" y="14453"/>
                  </a:lnTo>
                  <a:cubicBezTo>
                    <a:pt x="19722" y="14453"/>
                    <a:pt x="20473" y="15129"/>
                    <a:pt x="20623" y="15880"/>
                  </a:cubicBezTo>
                  <a:cubicBezTo>
                    <a:pt x="20660" y="16563"/>
                    <a:pt x="20384" y="17224"/>
                    <a:pt x="19872" y="17682"/>
                  </a:cubicBezTo>
                  <a:cubicBezTo>
                    <a:pt x="13724" y="25843"/>
                    <a:pt x="8674" y="34786"/>
                    <a:pt x="4852" y="44262"/>
                  </a:cubicBezTo>
                  <a:cubicBezTo>
                    <a:pt x="3847" y="47475"/>
                    <a:pt x="2185" y="50441"/>
                    <a:pt x="-29" y="52972"/>
                  </a:cubicBezTo>
                  <a:cubicBezTo>
                    <a:pt x="1533" y="40815"/>
                    <a:pt x="2386" y="28584"/>
                    <a:pt x="2524" y="16330"/>
                  </a:cubicBezTo>
                  <a:cubicBezTo>
                    <a:pt x="2524" y="12651"/>
                    <a:pt x="722" y="3866"/>
                    <a:pt x="3350" y="1313"/>
                  </a:cubicBezTo>
                  <a:cubicBezTo>
                    <a:pt x="5979" y="-1239"/>
                    <a:pt x="13263" y="563"/>
                    <a:pt x="16117" y="938"/>
                  </a:cubicBezTo>
                  <a:close/>
                </a:path>
              </a:pathLst>
            </a:custGeom>
            <a:solidFill>
              <a:srgbClr val="D6D6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Content Placeholder 4">
              <a:extLst>
                <a:ext uri="{FF2B5EF4-FFF2-40B4-BE49-F238E27FC236}">
                  <a16:creationId xmlns:a16="http://schemas.microsoft.com/office/drawing/2014/main" id="{E14B24AF-5B99-D260-5311-6658FC5B2A92}"/>
                </a:ext>
              </a:extLst>
            </p:cNvPr>
            <p:cNvSpPr/>
            <p:nvPr/>
          </p:nvSpPr>
          <p:spPr>
            <a:xfrm>
              <a:off x="3639867" y="1804924"/>
              <a:ext cx="15734" cy="14492"/>
            </a:xfrm>
            <a:custGeom>
              <a:avLst/>
              <a:gdLst>
                <a:gd name="connsiteX0" fmla="*/ 14395 w 15734"/>
                <a:gd name="connsiteY0" fmla="*/ -8 h 14492"/>
                <a:gd name="connsiteX1" fmla="*/ 15371 w 15734"/>
                <a:gd name="connsiteY1" fmla="*/ 1418 h 14492"/>
                <a:gd name="connsiteX2" fmla="*/ 15371 w 15734"/>
                <a:gd name="connsiteY2" fmla="*/ 5848 h 14492"/>
                <a:gd name="connsiteX3" fmla="*/ 13643 w 15734"/>
                <a:gd name="connsiteY3" fmla="*/ 8251 h 14492"/>
                <a:gd name="connsiteX4" fmla="*/ 8086 w 15734"/>
                <a:gd name="connsiteY4" fmla="*/ 12831 h 14492"/>
                <a:gd name="connsiteX5" fmla="*/ 952 w 15734"/>
                <a:gd name="connsiteY5" fmla="*/ 14408 h 14492"/>
                <a:gd name="connsiteX6" fmla="*/ 351 w 15734"/>
                <a:gd name="connsiteY6" fmla="*/ 14408 h 14492"/>
                <a:gd name="connsiteX7" fmla="*/ 3730 w 15734"/>
                <a:gd name="connsiteY7" fmla="*/ 5548 h 14492"/>
                <a:gd name="connsiteX8" fmla="*/ 7861 w 15734"/>
                <a:gd name="connsiteY8" fmla="*/ 3971 h 14492"/>
                <a:gd name="connsiteX9" fmla="*/ 14395 w 15734"/>
                <a:gd name="connsiteY9" fmla="*/ -8 h 14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34" h="14492">
                  <a:moveTo>
                    <a:pt x="14395" y="-8"/>
                  </a:moveTo>
                  <a:cubicBezTo>
                    <a:pt x="15070" y="-8"/>
                    <a:pt x="15296" y="818"/>
                    <a:pt x="15371" y="1418"/>
                  </a:cubicBezTo>
                  <a:cubicBezTo>
                    <a:pt x="15816" y="2860"/>
                    <a:pt x="15816" y="4407"/>
                    <a:pt x="15371" y="5848"/>
                  </a:cubicBezTo>
                  <a:cubicBezTo>
                    <a:pt x="14934" y="6742"/>
                    <a:pt x="14350" y="7553"/>
                    <a:pt x="13643" y="8251"/>
                  </a:cubicBezTo>
                  <a:cubicBezTo>
                    <a:pt x="12021" y="10038"/>
                    <a:pt x="10149" y="11577"/>
                    <a:pt x="8086" y="12831"/>
                  </a:cubicBezTo>
                  <a:cubicBezTo>
                    <a:pt x="5935" y="14100"/>
                    <a:pt x="3437" y="14648"/>
                    <a:pt x="952" y="14408"/>
                  </a:cubicBezTo>
                  <a:lnTo>
                    <a:pt x="351" y="14408"/>
                  </a:lnTo>
                  <a:cubicBezTo>
                    <a:pt x="-767" y="11029"/>
                    <a:pt x="645" y="7327"/>
                    <a:pt x="3730" y="5548"/>
                  </a:cubicBezTo>
                  <a:cubicBezTo>
                    <a:pt x="5057" y="4902"/>
                    <a:pt x="6440" y="4369"/>
                    <a:pt x="7861" y="3971"/>
                  </a:cubicBezTo>
                  <a:cubicBezTo>
                    <a:pt x="9213" y="2620"/>
                    <a:pt x="12742" y="-309"/>
                    <a:pt x="14395" y="-8"/>
                  </a:cubicBezTo>
                  <a:close/>
                </a:path>
              </a:pathLst>
            </a:custGeom>
            <a:solidFill>
              <a:srgbClr val="C89A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Content Placeholder 4">
              <a:extLst>
                <a:ext uri="{FF2B5EF4-FFF2-40B4-BE49-F238E27FC236}">
                  <a16:creationId xmlns:a16="http://schemas.microsoft.com/office/drawing/2014/main" id="{7E1C4436-F6DE-269E-ADCD-23EF38F5FC5A}"/>
                </a:ext>
              </a:extLst>
            </p:cNvPr>
            <p:cNvSpPr/>
            <p:nvPr/>
          </p:nvSpPr>
          <p:spPr>
            <a:xfrm>
              <a:off x="3614620" y="1798294"/>
              <a:ext cx="17920" cy="31861"/>
            </a:xfrm>
            <a:custGeom>
              <a:avLst/>
              <a:gdLst>
                <a:gd name="connsiteX0" fmla="*/ 6522 w 17920"/>
                <a:gd name="connsiteY0" fmla="*/ 5646 h 31861"/>
                <a:gd name="connsiteX1" fmla="*/ 11179 w 17920"/>
                <a:gd name="connsiteY1" fmla="*/ 14 h 31861"/>
                <a:gd name="connsiteX2" fmla="*/ 17712 w 17920"/>
                <a:gd name="connsiteY2" fmla="*/ 4745 h 31861"/>
                <a:gd name="connsiteX3" fmla="*/ 16661 w 17920"/>
                <a:gd name="connsiteY3" fmla="*/ 13530 h 31861"/>
                <a:gd name="connsiteX4" fmla="*/ 13657 w 17920"/>
                <a:gd name="connsiteY4" fmla="*/ 23816 h 31861"/>
                <a:gd name="connsiteX5" fmla="*/ 8550 w 17920"/>
                <a:gd name="connsiteY5" fmla="*/ 31325 h 31861"/>
                <a:gd name="connsiteX6" fmla="*/ 4119 w 17920"/>
                <a:gd name="connsiteY6" fmla="*/ 31775 h 31861"/>
                <a:gd name="connsiteX7" fmla="*/ 1416 w 17920"/>
                <a:gd name="connsiteY7" fmla="*/ 31174 h 31861"/>
                <a:gd name="connsiteX8" fmla="*/ 2091 w 17920"/>
                <a:gd name="connsiteY8" fmla="*/ 18936 h 31861"/>
                <a:gd name="connsiteX9" fmla="*/ 6522 w 17920"/>
                <a:gd name="connsiteY9" fmla="*/ 5646 h 31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920" h="31861">
                  <a:moveTo>
                    <a:pt x="6522" y="5646"/>
                  </a:moveTo>
                  <a:cubicBezTo>
                    <a:pt x="7424" y="3318"/>
                    <a:pt x="8700" y="690"/>
                    <a:pt x="11179" y="14"/>
                  </a:cubicBezTo>
                  <a:cubicBezTo>
                    <a:pt x="14258" y="-361"/>
                    <a:pt x="17106" y="1704"/>
                    <a:pt x="17712" y="4745"/>
                  </a:cubicBezTo>
                  <a:cubicBezTo>
                    <a:pt x="18149" y="7718"/>
                    <a:pt x="17786" y="10744"/>
                    <a:pt x="16661" y="13530"/>
                  </a:cubicBezTo>
                  <a:cubicBezTo>
                    <a:pt x="15685" y="16983"/>
                    <a:pt x="14633" y="20437"/>
                    <a:pt x="13657" y="23816"/>
                  </a:cubicBezTo>
                  <a:cubicBezTo>
                    <a:pt x="13050" y="26910"/>
                    <a:pt x="11205" y="29620"/>
                    <a:pt x="8550" y="31325"/>
                  </a:cubicBezTo>
                  <a:cubicBezTo>
                    <a:pt x="7119" y="31775"/>
                    <a:pt x="5611" y="31925"/>
                    <a:pt x="4119" y="31775"/>
                  </a:cubicBezTo>
                  <a:cubicBezTo>
                    <a:pt x="3191" y="31730"/>
                    <a:pt x="2277" y="31527"/>
                    <a:pt x="1416" y="31174"/>
                  </a:cubicBezTo>
                  <a:cubicBezTo>
                    <a:pt x="-1889" y="29447"/>
                    <a:pt x="1416" y="21714"/>
                    <a:pt x="2091" y="18936"/>
                  </a:cubicBezTo>
                  <a:cubicBezTo>
                    <a:pt x="3307" y="14423"/>
                    <a:pt x="4787" y="9986"/>
                    <a:pt x="6522" y="5646"/>
                  </a:cubicBezTo>
                  <a:close/>
                </a:path>
              </a:pathLst>
            </a:custGeom>
            <a:solidFill>
              <a:srgbClr val="D6D6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Content Placeholder 4">
              <a:extLst>
                <a:ext uri="{FF2B5EF4-FFF2-40B4-BE49-F238E27FC236}">
                  <a16:creationId xmlns:a16="http://schemas.microsoft.com/office/drawing/2014/main" id="{646F953E-916D-2F4A-37CC-AD7D9F0E28EF}"/>
                </a:ext>
              </a:extLst>
            </p:cNvPr>
            <p:cNvSpPr/>
            <p:nvPr/>
          </p:nvSpPr>
          <p:spPr>
            <a:xfrm>
              <a:off x="3455744" y="1546267"/>
              <a:ext cx="123917" cy="132611"/>
            </a:xfrm>
            <a:custGeom>
              <a:avLst/>
              <a:gdLst>
                <a:gd name="connsiteX0" fmla="*/ 123493 w 123917"/>
                <a:gd name="connsiteY0" fmla="*/ 49013 h 132611"/>
                <a:gd name="connsiteX1" fmla="*/ 123493 w 123917"/>
                <a:gd name="connsiteY1" fmla="*/ 54044 h 132611"/>
                <a:gd name="connsiteX2" fmla="*/ 116734 w 123917"/>
                <a:gd name="connsiteY2" fmla="*/ 57122 h 132611"/>
                <a:gd name="connsiteX3" fmla="*/ 99085 w 123917"/>
                <a:gd name="connsiteY3" fmla="*/ 55771 h 132611"/>
                <a:gd name="connsiteX4" fmla="*/ 91575 w 123917"/>
                <a:gd name="connsiteY4" fmla="*/ 58323 h 132611"/>
                <a:gd name="connsiteX5" fmla="*/ 61535 w 123917"/>
                <a:gd name="connsiteY5" fmla="*/ 60050 h 132611"/>
                <a:gd name="connsiteX6" fmla="*/ 46515 w 123917"/>
                <a:gd name="connsiteY6" fmla="*/ 88507 h 132611"/>
                <a:gd name="connsiteX7" fmla="*/ 39005 w 123917"/>
                <a:gd name="connsiteY7" fmla="*/ 81450 h 132611"/>
                <a:gd name="connsiteX8" fmla="*/ 31495 w 123917"/>
                <a:gd name="connsiteY8" fmla="*/ 85955 h 132611"/>
                <a:gd name="connsiteX9" fmla="*/ 37879 w 123917"/>
                <a:gd name="connsiteY9" fmla="*/ 95040 h 132611"/>
                <a:gd name="connsiteX10" fmla="*/ 38855 w 123917"/>
                <a:gd name="connsiteY10" fmla="*/ 108855 h 132611"/>
                <a:gd name="connsiteX11" fmla="*/ 45839 w 123917"/>
                <a:gd name="connsiteY11" fmla="*/ 132582 h 132611"/>
                <a:gd name="connsiteX12" fmla="*/ 26163 w 123917"/>
                <a:gd name="connsiteY12" fmla="*/ 118616 h 132611"/>
                <a:gd name="connsiteX13" fmla="*/ 5586 w 123917"/>
                <a:gd name="connsiteY13" fmla="*/ 86705 h 132611"/>
                <a:gd name="connsiteX14" fmla="*/ 4459 w 123917"/>
                <a:gd name="connsiteY14" fmla="*/ 30617 h 132611"/>
                <a:gd name="connsiteX15" fmla="*/ 14598 w 123917"/>
                <a:gd name="connsiteY15" fmla="*/ 13648 h 132611"/>
                <a:gd name="connsiteX16" fmla="*/ 23234 w 123917"/>
                <a:gd name="connsiteY16" fmla="*/ 5014 h 132611"/>
                <a:gd name="connsiteX17" fmla="*/ 43436 w 123917"/>
                <a:gd name="connsiteY17" fmla="*/ 508 h 132611"/>
                <a:gd name="connsiteX18" fmla="*/ 76330 w 123917"/>
                <a:gd name="connsiteY18" fmla="*/ 1259 h 132611"/>
                <a:gd name="connsiteX19" fmla="*/ 123493 w 123917"/>
                <a:gd name="connsiteY19" fmla="*/ 49013 h 1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3917" h="132611">
                  <a:moveTo>
                    <a:pt x="123493" y="49013"/>
                  </a:moveTo>
                  <a:cubicBezTo>
                    <a:pt x="124021" y="50650"/>
                    <a:pt x="124021" y="52407"/>
                    <a:pt x="123493" y="54044"/>
                  </a:cubicBezTo>
                  <a:cubicBezTo>
                    <a:pt x="121940" y="56191"/>
                    <a:pt x="119372" y="57362"/>
                    <a:pt x="116734" y="57122"/>
                  </a:cubicBezTo>
                  <a:cubicBezTo>
                    <a:pt x="110901" y="56154"/>
                    <a:pt x="104996" y="55703"/>
                    <a:pt x="99085" y="55771"/>
                  </a:cubicBezTo>
                  <a:cubicBezTo>
                    <a:pt x="96457" y="56296"/>
                    <a:pt x="93978" y="57573"/>
                    <a:pt x="91575" y="58323"/>
                  </a:cubicBezTo>
                  <a:cubicBezTo>
                    <a:pt x="81887" y="61252"/>
                    <a:pt x="71073" y="57197"/>
                    <a:pt x="61535" y="60050"/>
                  </a:cubicBezTo>
                  <a:cubicBezTo>
                    <a:pt x="49612" y="63865"/>
                    <a:pt x="42934" y="76516"/>
                    <a:pt x="46515" y="88507"/>
                  </a:cubicBezTo>
                  <a:cubicBezTo>
                    <a:pt x="44973" y="85309"/>
                    <a:pt x="42297" y="82794"/>
                    <a:pt x="39005" y="81450"/>
                  </a:cubicBezTo>
                  <a:cubicBezTo>
                    <a:pt x="35701" y="80398"/>
                    <a:pt x="31495" y="82426"/>
                    <a:pt x="31495" y="85955"/>
                  </a:cubicBezTo>
                  <a:cubicBezTo>
                    <a:pt x="31495" y="89484"/>
                    <a:pt x="35776" y="91811"/>
                    <a:pt x="37879" y="95040"/>
                  </a:cubicBezTo>
                  <a:cubicBezTo>
                    <a:pt x="39683" y="99417"/>
                    <a:pt x="40026" y="104268"/>
                    <a:pt x="38855" y="108855"/>
                  </a:cubicBezTo>
                  <a:cubicBezTo>
                    <a:pt x="38209" y="117355"/>
                    <a:pt x="40693" y="125787"/>
                    <a:pt x="45839" y="132582"/>
                  </a:cubicBezTo>
                  <a:cubicBezTo>
                    <a:pt x="39982" y="127026"/>
                    <a:pt x="32396" y="123722"/>
                    <a:pt x="26163" y="118616"/>
                  </a:cubicBezTo>
                  <a:cubicBezTo>
                    <a:pt x="16466" y="110102"/>
                    <a:pt x="9340" y="99049"/>
                    <a:pt x="5586" y="86705"/>
                  </a:cubicBezTo>
                  <a:cubicBezTo>
                    <a:pt x="-1492" y="68745"/>
                    <a:pt x="-1891" y="48848"/>
                    <a:pt x="4459" y="30617"/>
                  </a:cubicBezTo>
                  <a:cubicBezTo>
                    <a:pt x="7118" y="24558"/>
                    <a:pt x="10524" y="18859"/>
                    <a:pt x="14598" y="13648"/>
                  </a:cubicBezTo>
                  <a:cubicBezTo>
                    <a:pt x="16947" y="10284"/>
                    <a:pt x="19870" y="7364"/>
                    <a:pt x="23234" y="5014"/>
                  </a:cubicBezTo>
                  <a:cubicBezTo>
                    <a:pt x="29459" y="1777"/>
                    <a:pt x="36424" y="223"/>
                    <a:pt x="43436" y="508"/>
                  </a:cubicBezTo>
                  <a:cubicBezTo>
                    <a:pt x="54396" y="-408"/>
                    <a:pt x="65423" y="-152"/>
                    <a:pt x="76330" y="1259"/>
                  </a:cubicBezTo>
                  <a:cubicBezTo>
                    <a:pt x="101013" y="4743"/>
                    <a:pt x="120321" y="24295"/>
                    <a:pt x="123493" y="49013"/>
                  </a:cubicBezTo>
                  <a:close/>
                </a:path>
              </a:pathLst>
            </a:custGeom>
            <a:solidFill>
              <a:srgbClr val="441A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Content Placeholder 4">
              <a:extLst>
                <a:ext uri="{FF2B5EF4-FFF2-40B4-BE49-F238E27FC236}">
                  <a16:creationId xmlns:a16="http://schemas.microsoft.com/office/drawing/2014/main" id="{DC587A83-50E8-2102-8B5B-30660029C521}"/>
                </a:ext>
              </a:extLst>
            </p:cNvPr>
            <p:cNvSpPr/>
            <p:nvPr/>
          </p:nvSpPr>
          <p:spPr>
            <a:xfrm>
              <a:off x="3345283" y="1556941"/>
              <a:ext cx="130056" cy="230297"/>
            </a:xfrm>
            <a:custGeom>
              <a:avLst/>
              <a:gdLst>
                <a:gd name="connsiteX0" fmla="*/ 100201 w 130056"/>
                <a:gd name="connsiteY0" fmla="*/ -30 h 230297"/>
                <a:gd name="connsiteX1" fmla="*/ 74292 w 130056"/>
                <a:gd name="connsiteY1" fmla="*/ 8079 h 230297"/>
                <a:gd name="connsiteX2" fmla="*/ 42524 w 130056"/>
                <a:gd name="connsiteY2" fmla="*/ 74905 h 230297"/>
                <a:gd name="connsiteX3" fmla="*/ 55967 w 130056"/>
                <a:gd name="connsiteY3" fmla="*/ 117703 h 230297"/>
                <a:gd name="connsiteX4" fmla="*/ 58746 w 130056"/>
                <a:gd name="connsiteY4" fmla="*/ 161327 h 230297"/>
                <a:gd name="connsiteX5" fmla="*/ 51236 w 130056"/>
                <a:gd name="connsiteY5" fmla="*/ 175368 h 230297"/>
                <a:gd name="connsiteX6" fmla="*/ 21947 w 130056"/>
                <a:gd name="connsiteY6" fmla="*/ 205852 h 230297"/>
                <a:gd name="connsiteX7" fmla="*/ 468 w 130056"/>
                <a:gd name="connsiteY7" fmla="*/ 206603 h 230297"/>
                <a:gd name="connsiteX8" fmla="*/ 10081 w 130056"/>
                <a:gd name="connsiteY8" fmla="*/ 223722 h 230297"/>
                <a:gd name="connsiteX9" fmla="*/ 69035 w 130056"/>
                <a:gd name="connsiteY9" fmla="*/ 216739 h 230297"/>
                <a:gd name="connsiteX10" fmla="*/ 85106 w 130056"/>
                <a:gd name="connsiteY10" fmla="*/ 192036 h 230297"/>
                <a:gd name="connsiteX11" fmla="*/ 98173 w 130056"/>
                <a:gd name="connsiteY11" fmla="*/ 146385 h 230297"/>
                <a:gd name="connsiteX12" fmla="*/ 94944 w 130056"/>
                <a:gd name="connsiteY12" fmla="*/ 117628 h 230297"/>
                <a:gd name="connsiteX13" fmla="*/ 92165 w 130056"/>
                <a:gd name="connsiteY13" fmla="*/ 89246 h 230297"/>
                <a:gd name="connsiteX14" fmla="*/ 94268 w 130056"/>
                <a:gd name="connsiteY14" fmla="*/ 72427 h 230297"/>
                <a:gd name="connsiteX15" fmla="*/ 125960 w 130056"/>
                <a:gd name="connsiteY15" fmla="*/ 43820 h 230297"/>
                <a:gd name="connsiteX16" fmla="*/ 129640 w 130056"/>
                <a:gd name="connsiteY16" fmla="*/ 31356 h 230297"/>
                <a:gd name="connsiteX17" fmla="*/ 100201 w 130056"/>
                <a:gd name="connsiteY17" fmla="*/ -30 h 230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0056" h="230297">
                  <a:moveTo>
                    <a:pt x="100201" y="-30"/>
                  </a:moveTo>
                  <a:cubicBezTo>
                    <a:pt x="90971" y="173"/>
                    <a:pt x="81987" y="2981"/>
                    <a:pt x="74292" y="8079"/>
                  </a:cubicBezTo>
                  <a:cubicBezTo>
                    <a:pt x="51910" y="22548"/>
                    <a:pt x="39615" y="48415"/>
                    <a:pt x="42524" y="74905"/>
                  </a:cubicBezTo>
                  <a:cubicBezTo>
                    <a:pt x="45492" y="89599"/>
                    <a:pt x="49998" y="103947"/>
                    <a:pt x="55967" y="117703"/>
                  </a:cubicBezTo>
                  <a:cubicBezTo>
                    <a:pt x="61799" y="131511"/>
                    <a:pt x="62779" y="146888"/>
                    <a:pt x="58746" y="161327"/>
                  </a:cubicBezTo>
                  <a:cubicBezTo>
                    <a:pt x="56752" y="166260"/>
                    <a:pt x="54235" y="170968"/>
                    <a:pt x="51236" y="175368"/>
                  </a:cubicBezTo>
                  <a:cubicBezTo>
                    <a:pt x="44406" y="187989"/>
                    <a:pt x="34284" y="198524"/>
                    <a:pt x="21947" y="205852"/>
                  </a:cubicBezTo>
                  <a:cubicBezTo>
                    <a:pt x="15376" y="209719"/>
                    <a:pt x="7293" y="210004"/>
                    <a:pt x="468" y="206603"/>
                  </a:cubicBezTo>
                  <a:cubicBezTo>
                    <a:pt x="-1785" y="213285"/>
                    <a:pt x="3998" y="220118"/>
                    <a:pt x="10081" y="223722"/>
                  </a:cubicBezTo>
                  <a:cubicBezTo>
                    <a:pt x="29138" y="234564"/>
                    <a:pt x="53039" y="231734"/>
                    <a:pt x="69035" y="216739"/>
                  </a:cubicBezTo>
                  <a:cubicBezTo>
                    <a:pt x="75774" y="209494"/>
                    <a:pt x="81211" y="201137"/>
                    <a:pt x="85106" y="192036"/>
                  </a:cubicBezTo>
                  <a:cubicBezTo>
                    <a:pt x="92708" y="177943"/>
                    <a:pt x="97166" y="162371"/>
                    <a:pt x="98173" y="146385"/>
                  </a:cubicBezTo>
                  <a:cubicBezTo>
                    <a:pt x="97960" y="136722"/>
                    <a:pt x="96879" y="127096"/>
                    <a:pt x="94944" y="117628"/>
                  </a:cubicBezTo>
                  <a:cubicBezTo>
                    <a:pt x="93535" y="108220"/>
                    <a:pt x="92608" y="98744"/>
                    <a:pt x="92165" y="89246"/>
                  </a:cubicBezTo>
                  <a:cubicBezTo>
                    <a:pt x="91531" y="83554"/>
                    <a:pt x="92251" y="77788"/>
                    <a:pt x="94268" y="72427"/>
                  </a:cubicBezTo>
                  <a:cubicBezTo>
                    <a:pt x="100351" y="59362"/>
                    <a:pt x="118976" y="56434"/>
                    <a:pt x="125960" y="43820"/>
                  </a:cubicBezTo>
                  <a:cubicBezTo>
                    <a:pt x="127872" y="39900"/>
                    <a:pt x="129116" y="35688"/>
                    <a:pt x="129640" y="31356"/>
                  </a:cubicBezTo>
                  <a:cubicBezTo>
                    <a:pt x="132644" y="13185"/>
                    <a:pt x="117699" y="45"/>
                    <a:pt x="100201" y="-30"/>
                  </a:cubicBezTo>
                  <a:close/>
                </a:path>
              </a:pathLst>
            </a:custGeom>
            <a:solidFill>
              <a:srgbClr val="441A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Content Placeholder 4">
              <a:extLst>
                <a:ext uri="{FF2B5EF4-FFF2-40B4-BE49-F238E27FC236}">
                  <a16:creationId xmlns:a16="http://schemas.microsoft.com/office/drawing/2014/main" id="{1888A5B1-A8B3-5803-03CA-BC7729D3EF07}"/>
                </a:ext>
              </a:extLst>
            </p:cNvPr>
            <p:cNvSpPr/>
            <p:nvPr/>
          </p:nvSpPr>
          <p:spPr>
            <a:xfrm>
              <a:off x="3641289" y="1860251"/>
              <a:ext cx="5777" cy="5600"/>
            </a:xfrm>
            <a:custGeom>
              <a:avLst/>
              <a:gdLst>
                <a:gd name="connsiteX0" fmla="*/ 806 w 5777"/>
                <a:gd name="connsiteY0" fmla="*/ 527 h 5600"/>
                <a:gd name="connsiteX1" fmla="*/ -20 w 5777"/>
                <a:gd name="connsiteY1" fmla="*/ 2630 h 5600"/>
                <a:gd name="connsiteX2" fmla="*/ 1632 w 5777"/>
                <a:gd name="connsiteY2" fmla="*/ 5183 h 5600"/>
                <a:gd name="connsiteX3" fmla="*/ 4636 w 5777"/>
                <a:gd name="connsiteY3" fmla="*/ 5183 h 5600"/>
                <a:gd name="connsiteX4" fmla="*/ 806 w 5777"/>
                <a:gd name="connsiteY4" fmla="*/ 527 h 5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77" h="5600">
                  <a:moveTo>
                    <a:pt x="806" y="527"/>
                  </a:moveTo>
                  <a:cubicBezTo>
                    <a:pt x="219" y="1060"/>
                    <a:pt x="-87" y="1841"/>
                    <a:pt x="-20" y="2630"/>
                  </a:cubicBezTo>
                  <a:cubicBezTo>
                    <a:pt x="83" y="3696"/>
                    <a:pt x="699" y="4650"/>
                    <a:pt x="1632" y="5183"/>
                  </a:cubicBezTo>
                  <a:cubicBezTo>
                    <a:pt x="2566" y="5701"/>
                    <a:pt x="3703" y="5701"/>
                    <a:pt x="4636" y="5183"/>
                  </a:cubicBezTo>
                  <a:cubicBezTo>
                    <a:pt x="7790" y="2780"/>
                    <a:pt x="3510" y="-1575"/>
                    <a:pt x="806" y="52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Content Placeholder 4">
              <a:extLst>
                <a:ext uri="{FF2B5EF4-FFF2-40B4-BE49-F238E27FC236}">
                  <a16:creationId xmlns:a16="http://schemas.microsoft.com/office/drawing/2014/main" id="{76BE6242-E48B-5D1D-D557-993B7C35873F}"/>
                </a:ext>
              </a:extLst>
            </p:cNvPr>
            <p:cNvSpPr/>
            <p:nvPr/>
          </p:nvSpPr>
          <p:spPr>
            <a:xfrm>
              <a:off x="3474952" y="1851444"/>
              <a:ext cx="166626" cy="34535"/>
            </a:xfrm>
            <a:custGeom>
              <a:avLst/>
              <a:gdLst>
                <a:gd name="connsiteX0" fmla="*/ 164364 w 166626"/>
                <a:gd name="connsiteY0" fmla="*/ 7232 h 34535"/>
                <a:gd name="connsiteX1" fmla="*/ 147392 w 166626"/>
                <a:gd name="connsiteY1" fmla="*/ 4980 h 34535"/>
                <a:gd name="connsiteX2" fmla="*/ 144313 w 166626"/>
                <a:gd name="connsiteY2" fmla="*/ 2877 h 34535"/>
                <a:gd name="connsiteX3" fmla="*/ 133799 w 166626"/>
                <a:gd name="connsiteY3" fmla="*/ 2877 h 34535"/>
                <a:gd name="connsiteX4" fmla="*/ 128091 w 166626"/>
                <a:gd name="connsiteY4" fmla="*/ 6932 h 34535"/>
                <a:gd name="connsiteX5" fmla="*/ 123210 w 166626"/>
                <a:gd name="connsiteY5" fmla="*/ 6932 h 34535"/>
                <a:gd name="connsiteX6" fmla="*/ 28133 w 166626"/>
                <a:gd name="connsiteY6" fmla="*/ 325 h 34535"/>
                <a:gd name="connsiteX7" fmla="*/ 12738 w 166626"/>
                <a:gd name="connsiteY7" fmla="*/ 1151 h 34535"/>
                <a:gd name="connsiteX8" fmla="*/ 2224 w 166626"/>
                <a:gd name="connsiteY8" fmla="*/ 11512 h 34535"/>
                <a:gd name="connsiteX9" fmla="*/ -29 w 166626"/>
                <a:gd name="connsiteY9" fmla="*/ 15041 h 34535"/>
                <a:gd name="connsiteX10" fmla="*/ 85209 w 166626"/>
                <a:gd name="connsiteY10" fmla="*/ 28406 h 34535"/>
                <a:gd name="connsiteX11" fmla="*/ 137779 w 166626"/>
                <a:gd name="connsiteY11" fmla="*/ 32311 h 34535"/>
                <a:gd name="connsiteX12" fmla="*/ 158882 w 166626"/>
                <a:gd name="connsiteY12" fmla="*/ 32311 h 34535"/>
                <a:gd name="connsiteX13" fmla="*/ 166392 w 166626"/>
                <a:gd name="connsiteY13" fmla="*/ 13314 h 34535"/>
                <a:gd name="connsiteX14" fmla="*/ 164364 w 166626"/>
                <a:gd name="connsiteY14" fmla="*/ 7232 h 3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6626" h="34535">
                  <a:moveTo>
                    <a:pt x="164364" y="7232"/>
                  </a:moveTo>
                  <a:cubicBezTo>
                    <a:pt x="160384" y="2953"/>
                    <a:pt x="152649" y="7683"/>
                    <a:pt x="147392" y="4980"/>
                  </a:cubicBezTo>
                  <a:cubicBezTo>
                    <a:pt x="146265" y="4379"/>
                    <a:pt x="145364" y="3553"/>
                    <a:pt x="144313" y="2877"/>
                  </a:cubicBezTo>
                  <a:cubicBezTo>
                    <a:pt x="141092" y="888"/>
                    <a:pt x="137020" y="888"/>
                    <a:pt x="133799" y="2877"/>
                  </a:cubicBezTo>
                  <a:cubicBezTo>
                    <a:pt x="132032" y="4409"/>
                    <a:pt x="130121" y="5768"/>
                    <a:pt x="128091" y="6932"/>
                  </a:cubicBezTo>
                  <a:cubicBezTo>
                    <a:pt x="126482" y="7270"/>
                    <a:pt x="124819" y="7270"/>
                    <a:pt x="123210" y="6932"/>
                  </a:cubicBezTo>
                  <a:lnTo>
                    <a:pt x="28133" y="325"/>
                  </a:lnTo>
                  <a:cubicBezTo>
                    <a:pt x="22994" y="-344"/>
                    <a:pt x="17775" y="-66"/>
                    <a:pt x="12738" y="1151"/>
                  </a:cubicBezTo>
                  <a:cubicBezTo>
                    <a:pt x="7613" y="2442"/>
                    <a:pt x="3589" y="6406"/>
                    <a:pt x="2224" y="11512"/>
                  </a:cubicBezTo>
                  <a:lnTo>
                    <a:pt x="-29" y="15041"/>
                  </a:lnTo>
                  <a:cubicBezTo>
                    <a:pt x="27943" y="21949"/>
                    <a:pt x="56463" y="26424"/>
                    <a:pt x="85209" y="28406"/>
                  </a:cubicBezTo>
                  <a:cubicBezTo>
                    <a:pt x="102817" y="28031"/>
                    <a:pt x="120421" y="29337"/>
                    <a:pt x="137779" y="32311"/>
                  </a:cubicBezTo>
                  <a:cubicBezTo>
                    <a:pt x="144839" y="33963"/>
                    <a:pt x="152799" y="36290"/>
                    <a:pt x="158882" y="32311"/>
                  </a:cubicBezTo>
                  <a:cubicBezTo>
                    <a:pt x="164562" y="27746"/>
                    <a:pt x="167417" y="20530"/>
                    <a:pt x="166392" y="13314"/>
                  </a:cubicBezTo>
                  <a:cubicBezTo>
                    <a:pt x="166445" y="11114"/>
                    <a:pt x="165728" y="8959"/>
                    <a:pt x="164364" y="7232"/>
                  </a:cubicBezTo>
                  <a:close/>
                </a:path>
              </a:pathLst>
            </a:custGeom>
            <a:solidFill>
              <a:srgbClr val="C89A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Content Placeholder 4">
              <a:extLst>
                <a:ext uri="{FF2B5EF4-FFF2-40B4-BE49-F238E27FC236}">
                  <a16:creationId xmlns:a16="http://schemas.microsoft.com/office/drawing/2014/main" id="{76815C1E-98ED-102A-9F2B-93E296CA6839}"/>
                </a:ext>
              </a:extLst>
            </p:cNvPr>
            <p:cNvSpPr/>
            <p:nvPr/>
          </p:nvSpPr>
          <p:spPr>
            <a:xfrm>
              <a:off x="3417268" y="1696291"/>
              <a:ext cx="145994" cy="186632"/>
            </a:xfrm>
            <a:custGeom>
              <a:avLst/>
              <a:gdLst>
                <a:gd name="connsiteX0" fmla="*/ 42785 w 145994"/>
                <a:gd name="connsiteY0" fmla="*/ 6585 h 186632"/>
                <a:gd name="connsiteX1" fmla="*/ 19354 w 145994"/>
                <a:gd name="connsiteY1" fmla="*/ 68004 h 186632"/>
                <a:gd name="connsiteX2" fmla="*/ 1480 w 145994"/>
                <a:gd name="connsiteY2" fmla="*/ 140235 h 186632"/>
                <a:gd name="connsiteX3" fmla="*/ 2231 w 145994"/>
                <a:gd name="connsiteY3" fmla="*/ 161934 h 186632"/>
                <a:gd name="connsiteX4" fmla="*/ 29717 w 145994"/>
                <a:gd name="connsiteY4" fmla="*/ 175600 h 186632"/>
                <a:gd name="connsiteX5" fmla="*/ 66592 w 145994"/>
                <a:gd name="connsiteY5" fmla="*/ 181081 h 186632"/>
                <a:gd name="connsiteX6" fmla="*/ 126671 w 145994"/>
                <a:gd name="connsiteY6" fmla="*/ 186562 h 186632"/>
                <a:gd name="connsiteX7" fmla="*/ 133506 w 145994"/>
                <a:gd name="connsiteY7" fmla="*/ 184985 h 186632"/>
                <a:gd name="connsiteX8" fmla="*/ 139138 w 145994"/>
                <a:gd name="connsiteY8" fmla="*/ 177928 h 186632"/>
                <a:gd name="connsiteX9" fmla="*/ 145446 w 145994"/>
                <a:gd name="connsiteY9" fmla="*/ 158030 h 186632"/>
                <a:gd name="connsiteX10" fmla="*/ 143344 w 145994"/>
                <a:gd name="connsiteY10" fmla="*/ 145641 h 186632"/>
                <a:gd name="connsiteX11" fmla="*/ 134257 w 145994"/>
                <a:gd name="connsiteY11" fmla="*/ 141286 h 186632"/>
                <a:gd name="connsiteX12" fmla="*/ 59157 w 145994"/>
                <a:gd name="connsiteY12" fmla="*/ 133102 h 186632"/>
                <a:gd name="connsiteX13" fmla="*/ 51046 w 145994"/>
                <a:gd name="connsiteY13" fmla="*/ 130324 h 186632"/>
                <a:gd name="connsiteX14" fmla="*/ 57730 w 145994"/>
                <a:gd name="connsiteY14" fmla="*/ 94584 h 186632"/>
                <a:gd name="connsiteX15" fmla="*/ 63738 w 145994"/>
                <a:gd name="connsiteY15" fmla="*/ 64099 h 186632"/>
                <a:gd name="connsiteX16" fmla="*/ 75453 w 145994"/>
                <a:gd name="connsiteY16" fmla="*/ 41123 h 186632"/>
                <a:gd name="connsiteX17" fmla="*/ 80110 w 145994"/>
                <a:gd name="connsiteY17" fmla="*/ 17322 h 186632"/>
                <a:gd name="connsiteX18" fmla="*/ 53815 w 145994"/>
                <a:gd name="connsiteY18" fmla="*/ 488 h 186632"/>
                <a:gd name="connsiteX19" fmla="*/ 42785 w 145994"/>
                <a:gd name="connsiteY19" fmla="*/ 6585 h 186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5994" h="186632">
                  <a:moveTo>
                    <a:pt x="42785" y="6585"/>
                  </a:moveTo>
                  <a:cubicBezTo>
                    <a:pt x="26263" y="21601"/>
                    <a:pt x="23634" y="46079"/>
                    <a:pt x="19354" y="68004"/>
                  </a:cubicBezTo>
                  <a:cubicBezTo>
                    <a:pt x="14547" y="92406"/>
                    <a:pt x="6512" y="115983"/>
                    <a:pt x="1480" y="140235"/>
                  </a:cubicBezTo>
                  <a:cubicBezTo>
                    <a:pt x="-764" y="147338"/>
                    <a:pt x="-499" y="155004"/>
                    <a:pt x="2231" y="161934"/>
                  </a:cubicBezTo>
                  <a:cubicBezTo>
                    <a:pt x="7188" y="171395"/>
                    <a:pt x="19203" y="174023"/>
                    <a:pt x="29717" y="175600"/>
                  </a:cubicBezTo>
                  <a:lnTo>
                    <a:pt x="66592" y="181081"/>
                  </a:lnTo>
                  <a:cubicBezTo>
                    <a:pt x="93853" y="185136"/>
                    <a:pt x="95505" y="183033"/>
                    <a:pt x="126671" y="186562"/>
                  </a:cubicBezTo>
                  <a:cubicBezTo>
                    <a:pt x="129058" y="186765"/>
                    <a:pt x="131448" y="186209"/>
                    <a:pt x="133506" y="184985"/>
                  </a:cubicBezTo>
                  <a:cubicBezTo>
                    <a:pt x="136025" y="183228"/>
                    <a:pt x="137982" y="180773"/>
                    <a:pt x="139138" y="177928"/>
                  </a:cubicBezTo>
                  <a:cubicBezTo>
                    <a:pt x="142237" y="171650"/>
                    <a:pt x="144364" y="164945"/>
                    <a:pt x="145446" y="158030"/>
                  </a:cubicBezTo>
                  <a:cubicBezTo>
                    <a:pt x="146590" y="153795"/>
                    <a:pt x="145822" y="149268"/>
                    <a:pt x="143344" y="145641"/>
                  </a:cubicBezTo>
                  <a:cubicBezTo>
                    <a:pt x="140836" y="143284"/>
                    <a:pt x="137662" y="141767"/>
                    <a:pt x="134257" y="141286"/>
                  </a:cubicBezTo>
                  <a:cubicBezTo>
                    <a:pt x="101513" y="133177"/>
                    <a:pt x="92201" y="141286"/>
                    <a:pt x="59157" y="133102"/>
                  </a:cubicBezTo>
                  <a:cubicBezTo>
                    <a:pt x="56348" y="132516"/>
                    <a:pt x="53623" y="131585"/>
                    <a:pt x="51046" y="130324"/>
                  </a:cubicBezTo>
                  <a:cubicBezTo>
                    <a:pt x="42484" y="125669"/>
                    <a:pt x="55702" y="104194"/>
                    <a:pt x="57730" y="94584"/>
                  </a:cubicBezTo>
                  <a:cubicBezTo>
                    <a:pt x="59757" y="84973"/>
                    <a:pt x="58706" y="72584"/>
                    <a:pt x="63738" y="64099"/>
                  </a:cubicBezTo>
                  <a:cubicBezTo>
                    <a:pt x="68148" y="56711"/>
                    <a:pt x="72062" y="49030"/>
                    <a:pt x="75453" y="41123"/>
                  </a:cubicBezTo>
                  <a:cubicBezTo>
                    <a:pt x="79306" y="33818"/>
                    <a:pt x="80925" y="25543"/>
                    <a:pt x="80110" y="17322"/>
                  </a:cubicBezTo>
                  <a:cubicBezTo>
                    <a:pt x="77499" y="5413"/>
                    <a:pt x="65726" y="-2125"/>
                    <a:pt x="53815" y="488"/>
                  </a:cubicBezTo>
                  <a:cubicBezTo>
                    <a:pt x="49623" y="1404"/>
                    <a:pt x="45790" y="3521"/>
                    <a:pt x="42785" y="6585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Content Placeholder 4">
              <a:extLst>
                <a:ext uri="{FF2B5EF4-FFF2-40B4-BE49-F238E27FC236}">
                  <a16:creationId xmlns:a16="http://schemas.microsoft.com/office/drawing/2014/main" id="{1955D60E-18CE-B1EB-AE37-C89D053BBE92}"/>
                </a:ext>
              </a:extLst>
            </p:cNvPr>
            <p:cNvSpPr/>
            <p:nvPr/>
          </p:nvSpPr>
          <p:spPr>
            <a:xfrm>
              <a:off x="3534184" y="1834210"/>
              <a:ext cx="34042" cy="53745"/>
            </a:xfrm>
            <a:custGeom>
              <a:avLst/>
              <a:gdLst>
                <a:gd name="connsiteX0" fmla="*/ 5175 w 34042"/>
                <a:gd name="connsiteY0" fmla="*/ 30098 h 53745"/>
                <a:gd name="connsiteX1" fmla="*/ 11934 w 34042"/>
                <a:gd name="connsiteY1" fmla="*/ 14105 h 53745"/>
                <a:gd name="connsiteX2" fmla="*/ 14712 w 34042"/>
                <a:gd name="connsiteY2" fmla="*/ 6071 h 53745"/>
                <a:gd name="connsiteX3" fmla="*/ 18392 w 34042"/>
                <a:gd name="connsiteY3" fmla="*/ 364 h 53745"/>
                <a:gd name="connsiteX4" fmla="*/ 23199 w 34042"/>
                <a:gd name="connsiteY4" fmla="*/ 364 h 53745"/>
                <a:gd name="connsiteX5" fmla="*/ 31310 w 34042"/>
                <a:gd name="connsiteY5" fmla="*/ 4269 h 53745"/>
                <a:gd name="connsiteX6" fmla="*/ 33563 w 34042"/>
                <a:gd name="connsiteY6" fmla="*/ 6371 h 53745"/>
                <a:gd name="connsiteX7" fmla="*/ 34013 w 34042"/>
                <a:gd name="connsiteY7" fmla="*/ 8549 h 53745"/>
                <a:gd name="connsiteX8" fmla="*/ 31234 w 34042"/>
                <a:gd name="connsiteY8" fmla="*/ 22589 h 53745"/>
                <a:gd name="connsiteX9" fmla="*/ 20195 w 34042"/>
                <a:gd name="connsiteY9" fmla="*/ 48344 h 53745"/>
                <a:gd name="connsiteX10" fmla="*/ 17641 w 34042"/>
                <a:gd name="connsiteY10" fmla="*/ 51948 h 53745"/>
                <a:gd name="connsiteX11" fmla="*/ 2621 w 34042"/>
                <a:gd name="connsiteY11" fmla="*/ 51948 h 53745"/>
                <a:gd name="connsiteX12" fmla="*/ 1945 w 34042"/>
                <a:gd name="connsiteY12" fmla="*/ 39784 h 53745"/>
                <a:gd name="connsiteX13" fmla="*/ 5175 w 34042"/>
                <a:gd name="connsiteY13" fmla="*/ 30098 h 53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042" h="53745">
                  <a:moveTo>
                    <a:pt x="5175" y="30098"/>
                  </a:moveTo>
                  <a:cubicBezTo>
                    <a:pt x="7278" y="24692"/>
                    <a:pt x="9831" y="19511"/>
                    <a:pt x="11934" y="14105"/>
                  </a:cubicBezTo>
                  <a:cubicBezTo>
                    <a:pt x="12985" y="11477"/>
                    <a:pt x="13886" y="8774"/>
                    <a:pt x="14712" y="6071"/>
                  </a:cubicBezTo>
                  <a:cubicBezTo>
                    <a:pt x="15539" y="3368"/>
                    <a:pt x="16214" y="1265"/>
                    <a:pt x="18392" y="364"/>
                  </a:cubicBezTo>
                  <a:cubicBezTo>
                    <a:pt x="19951" y="-161"/>
                    <a:pt x="21640" y="-161"/>
                    <a:pt x="23199" y="364"/>
                  </a:cubicBezTo>
                  <a:cubicBezTo>
                    <a:pt x="26053" y="1326"/>
                    <a:pt x="28776" y="2640"/>
                    <a:pt x="31310" y="4269"/>
                  </a:cubicBezTo>
                  <a:cubicBezTo>
                    <a:pt x="32246" y="4742"/>
                    <a:pt x="33028" y="5470"/>
                    <a:pt x="33563" y="6371"/>
                  </a:cubicBezTo>
                  <a:cubicBezTo>
                    <a:pt x="33862" y="7054"/>
                    <a:pt x="34015" y="7798"/>
                    <a:pt x="34013" y="8549"/>
                  </a:cubicBezTo>
                  <a:cubicBezTo>
                    <a:pt x="33996" y="13362"/>
                    <a:pt x="33053" y="18129"/>
                    <a:pt x="31234" y="22589"/>
                  </a:cubicBezTo>
                  <a:cubicBezTo>
                    <a:pt x="28148" y="31419"/>
                    <a:pt x="24460" y="40024"/>
                    <a:pt x="20195" y="48344"/>
                  </a:cubicBezTo>
                  <a:cubicBezTo>
                    <a:pt x="19610" y="49710"/>
                    <a:pt x="18740" y="50941"/>
                    <a:pt x="17641" y="51948"/>
                  </a:cubicBezTo>
                  <a:cubicBezTo>
                    <a:pt x="12912" y="54305"/>
                    <a:pt x="7350" y="54305"/>
                    <a:pt x="2621" y="51948"/>
                  </a:cubicBezTo>
                  <a:cubicBezTo>
                    <a:pt x="-2260" y="49770"/>
                    <a:pt x="894" y="43613"/>
                    <a:pt x="1945" y="39784"/>
                  </a:cubicBezTo>
                  <a:cubicBezTo>
                    <a:pt x="2997" y="35954"/>
                    <a:pt x="3898" y="33477"/>
                    <a:pt x="5175" y="30098"/>
                  </a:cubicBezTo>
                  <a:close/>
                </a:path>
              </a:pathLst>
            </a:custGeom>
            <a:solidFill>
              <a:srgbClr val="D6D6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Content Placeholder 4">
              <a:extLst>
                <a:ext uri="{FF2B5EF4-FFF2-40B4-BE49-F238E27FC236}">
                  <a16:creationId xmlns:a16="http://schemas.microsoft.com/office/drawing/2014/main" id="{3AA404DC-041B-D17A-04B9-06F76DAA3980}"/>
                </a:ext>
              </a:extLst>
            </p:cNvPr>
            <p:cNvSpPr/>
            <p:nvPr/>
          </p:nvSpPr>
          <p:spPr>
            <a:xfrm>
              <a:off x="3662363" y="1821205"/>
              <a:ext cx="27070" cy="23397"/>
            </a:xfrm>
            <a:custGeom>
              <a:avLst/>
              <a:gdLst>
                <a:gd name="connsiteX0" fmla="*/ 26895 w 27070"/>
                <a:gd name="connsiteY0" fmla="*/ 21178 h 23397"/>
                <a:gd name="connsiteX1" fmla="*/ 26444 w 27070"/>
                <a:gd name="connsiteY1" fmla="*/ 18174 h 23397"/>
                <a:gd name="connsiteX2" fmla="*/ 24266 w 27070"/>
                <a:gd name="connsiteY2" fmla="*/ 15997 h 23397"/>
                <a:gd name="connsiteX3" fmla="*/ 14203 w 27070"/>
                <a:gd name="connsiteY3" fmla="*/ 7813 h 23397"/>
                <a:gd name="connsiteX4" fmla="*/ 9396 w 27070"/>
                <a:gd name="connsiteY4" fmla="*/ 3608 h 23397"/>
                <a:gd name="connsiteX5" fmla="*/ 6242 w 27070"/>
                <a:gd name="connsiteY5" fmla="*/ 379 h 23397"/>
                <a:gd name="connsiteX6" fmla="*/ 1135 w 27070"/>
                <a:gd name="connsiteY6" fmla="*/ 1055 h 23397"/>
                <a:gd name="connsiteX7" fmla="*/ 84 w 27070"/>
                <a:gd name="connsiteY7" fmla="*/ 2407 h 23397"/>
                <a:gd name="connsiteX8" fmla="*/ 84 w 27070"/>
                <a:gd name="connsiteY8" fmla="*/ 3908 h 23397"/>
                <a:gd name="connsiteX9" fmla="*/ 2037 w 27070"/>
                <a:gd name="connsiteY9" fmla="*/ 6912 h 23397"/>
                <a:gd name="connsiteX10" fmla="*/ 19385 w 27070"/>
                <a:gd name="connsiteY10" fmla="*/ 21929 h 23397"/>
                <a:gd name="connsiteX11" fmla="*/ 23440 w 27070"/>
                <a:gd name="connsiteY11" fmla="*/ 23355 h 23397"/>
                <a:gd name="connsiteX12" fmla="*/ 26895 w 27070"/>
                <a:gd name="connsiteY12" fmla="*/ 21178 h 23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070" h="23397">
                  <a:moveTo>
                    <a:pt x="26895" y="21178"/>
                  </a:moveTo>
                  <a:cubicBezTo>
                    <a:pt x="27194" y="20157"/>
                    <a:pt x="27029" y="19060"/>
                    <a:pt x="26444" y="18174"/>
                  </a:cubicBezTo>
                  <a:cubicBezTo>
                    <a:pt x="25835" y="17341"/>
                    <a:pt x="25100" y="16605"/>
                    <a:pt x="24266" y="15997"/>
                  </a:cubicBezTo>
                  <a:cubicBezTo>
                    <a:pt x="20962" y="13219"/>
                    <a:pt x="17507" y="10591"/>
                    <a:pt x="14203" y="7813"/>
                  </a:cubicBezTo>
                  <a:cubicBezTo>
                    <a:pt x="12551" y="6461"/>
                    <a:pt x="10973" y="5035"/>
                    <a:pt x="9396" y="3608"/>
                  </a:cubicBezTo>
                  <a:cubicBezTo>
                    <a:pt x="8442" y="2444"/>
                    <a:pt x="7386" y="1363"/>
                    <a:pt x="6242" y="379"/>
                  </a:cubicBezTo>
                  <a:cubicBezTo>
                    <a:pt x="4545" y="-349"/>
                    <a:pt x="2585" y="-94"/>
                    <a:pt x="1135" y="1055"/>
                  </a:cubicBezTo>
                  <a:cubicBezTo>
                    <a:pt x="662" y="1393"/>
                    <a:pt x="296" y="1866"/>
                    <a:pt x="84" y="2407"/>
                  </a:cubicBezTo>
                  <a:cubicBezTo>
                    <a:pt x="-67" y="2895"/>
                    <a:pt x="-67" y="3420"/>
                    <a:pt x="84" y="3908"/>
                  </a:cubicBezTo>
                  <a:cubicBezTo>
                    <a:pt x="483" y="5050"/>
                    <a:pt x="1153" y="6086"/>
                    <a:pt x="2037" y="6912"/>
                  </a:cubicBezTo>
                  <a:cubicBezTo>
                    <a:pt x="7024" y="12768"/>
                    <a:pt x="12873" y="17829"/>
                    <a:pt x="19385" y="21929"/>
                  </a:cubicBezTo>
                  <a:cubicBezTo>
                    <a:pt x="20603" y="22725"/>
                    <a:pt x="21994" y="23213"/>
                    <a:pt x="23440" y="23355"/>
                  </a:cubicBezTo>
                  <a:cubicBezTo>
                    <a:pt x="24950" y="23483"/>
                    <a:pt x="26361" y="22597"/>
                    <a:pt x="26895" y="21178"/>
                  </a:cubicBezTo>
                  <a:close/>
                </a:path>
              </a:pathLst>
            </a:custGeom>
            <a:solidFill>
              <a:srgbClr val="CBB19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Content Placeholder 4">
              <a:extLst>
                <a:ext uri="{FF2B5EF4-FFF2-40B4-BE49-F238E27FC236}">
                  <a16:creationId xmlns:a16="http://schemas.microsoft.com/office/drawing/2014/main" id="{49758213-0A4B-B5A8-9771-08205B2FD2AB}"/>
                </a:ext>
              </a:extLst>
            </p:cNvPr>
            <p:cNvSpPr/>
            <p:nvPr/>
          </p:nvSpPr>
          <p:spPr>
            <a:xfrm>
              <a:off x="3665392" y="1817714"/>
              <a:ext cx="26302" cy="23649"/>
            </a:xfrm>
            <a:custGeom>
              <a:avLst/>
              <a:gdLst>
                <a:gd name="connsiteX0" fmla="*/ 735 w 26302"/>
                <a:gd name="connsiteY0" fmla="*/ 567 h 23649"/>
                <a:gd name="connsiteX1" fmla="*/ 134 w 26302"/>
                <a:gd name="connsiteY1" fmla="*/ 3195 h 23649"/>
                <a:gd name="connsiteX2" fmla="*/ 1937 w 26302"/>
                <a:gd name="connsiteY2" fmla="*/ 5372 h 23649"/>
                <a:gd name="connsiteX3" fmla="*/ 2387 w 26302"/>
                <a:gd name="connsiteY3" fmla="*/ 5898 h 23649"/>
                <a:gd name="connsiteX4" fmla="*/ 2387 w 26302"/>
                <a:gd name="connsiteY4" fmla="*/ 7399 h 23649"/>
                <a:gd name="connsiteX5" fmla="*/ 4415 w 26302"/>
                <a:gd name="connsiteY5" fmla="*/ 9577 h 23649"/>
                <a:gd name="connsiteX6" fmla="*/ 7494 w 26302"/>
                <a:gd name="connsiteY6" fmla="*/ 10478 h 23649"/>
                <a:gd name="connsiteX7" fmla="*/ 8696 w 26302"/>
                <a:gd name="connsiteY7" fmla="*/ 12880 h 23649"/>
                <a:gd name="connsiteX8" fmla="*/ 10198 w 26302"/>
                <a:gd name="connsiteY8" fmla="*/ 14983 h 23649"/>
                <a:gd name="connsiteX9" fmla="*/ 13427 w 26302"/>
                <a:gd name="connsiteY9" fmla="*/ 14983 h 23649"/>
                <a:gd name="connsiteX10" fmla="*/ 14929 w 26302"/>
                <a:gd name="connsiteY10" fmla="*/ 16710 h 23649"/>
                <a:gd name="connsiteX11" fmla="*/ 15905 w 26302"/>
                <a:gd name="connsiteY11" fmla="*/ 18812 h 23649"/>
                <a:gd name="connsiteX12" fmla="*/ 19285 w 26302"/>
                <a:gd name="connsiteY12" fmla="*/ 19863 h 23649"/>
                <a:gd name="connsiteX13" fmla="*/ 19886 w 26302"/>
                <a:gd name="connsiteY13" fmla="*/ 19863 h 23649"/>
                <a:gd name="connsiteX14" fmla="*/ 19886 w 26302"/>
                <a:gd name="connsiteY14" fmla="*/ 19863 h 23649"/>
                <a:gd name="connsiteX15" fmla="*/ 20937 w 26302"/>
                <a:gd name="connsiteY15" fmla="*/ 22116 h 23649"/>
                <a:gd name="connsiteX16" fmla="*/ 22664 w 26302"/>
                <a:gd name="connsiteY16" fmla="*/ 22116 h 23649"/>
                <a:gd name="connsiteX17" fmla="*/ 25068 w 26302"/>
                <a:gd name="connsiteY17" fmla="*/ 23618 h 23649"/>
                <a:gd name="connsiteX18" fmla="*/ 26119 w 26302"/>
                <a:gd name="connsiteY18" fmla="*/ 22717 h 23649"/>
                <a:gd name="connsiteX19" fmla="*/ 25068 w 26302"/>
                <a:gd name="connsiteY19" fmla="*/ 19263 h 23649"/>
                <a:gd name="connsiteX20" fmla="*/ 21763 w 26302"/>
                <a:gd name="connsiteY20" fmla="*/ 17385 h 23649"/>
                <a:gd name="connsiteX21" fmla="*/ 15605 w 26302"/>
                <a:gd name="connsiteY21" fmla="*/ 12805 h 23649"/>
                <a:gd name="connsiteX22" fmla="*/ 13652 w 26302"/>
                <a:gd name="connsiteY22" fmla="*/ 9652 h 23649"/>
                <a:gd name="connsiteX23" fmla="*/ 6142 w 26302"/>
                <a:gd name="connsiteY23" fmla="*/ 4471 h 23649"/>
                <a:gd name="connsiteX24" fmla="*/ 735 w 26302"/>
                <a:gd name="connsiteY24" fmla="*/ 567 h 23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6302" h="23649">
                  <a:moveTo>
                    <a:pt x="735" y="567"/>
                  </a:moveTo>
                  <a:cubicBezTo>
                    <a:pt x="16" y="1235"/>
                    <a:pt x="-222" y="2279"/>
                    <a:pt x="134" y="3195"/>
                  </a:cubicBezTo>
                  <a:cubicBezTo>
                    <a:pt x="514" y="4081"/>
                    <a:pt x="1140" y="4831"/>
                    <a:pt x="1937" y="5372"/>
                  </a:cubicBezTo>
                  <a:cubicBezTo>
                    <a:pt x="1937" y="5372"/>
                    <a:pt x="1937" y="5372"/>
                    <a:pt x="2387" y="5898"/>
                  </a:cubicBezTo>
                  <a:cubicBezTo>
                    <a:pt x="2838" y="6423"/>
                    <a:pt x="2387" y="6874"/>
                    <a:pt x="2387" y="7399"/>
                  </a:cubicBezTo>
                  <a:cubicBezTo>
                    <a:pt x="2387" y="7925"/>
                    <a:pt x="3289" y="9276"/>
                    <a:pt x="4415" y="9577"/>
                  </a:cubicBezTo>
                  <a:cubicBezTo>
                    <a:pt x="5503" y="9599"/>
                    <a:pt x="6565" y="9907"/>
                    <a:pt x="7494" y="10478"/>
                  </a:cubicBezTo>
                  <a:cubicBezTo>
                    <a:pt x="8085" y="11169"/>
                    <a:pt x="8498" y="11994"/>
                    <a:pt x="8696" y="12880"/>
                  </a:cubicBezTo>
                  <a:cubicBezTo>
                    <a:pt x="8820" y="13789"/>
                    <a:pt x="9382" y="14570"/>
                    <a:pt x="10198" y="14983"/>
                  </a:cubicBezTo>
                  <a:cubicBezTo>
                    <a:pt x="11249" y="14983"/>
                    <a:pt x="12376" y="14983"/>
                    <a:pt x="13427" y="14983"/>
                  </a:cubicBezTo>
                  <a:cubicBezTo>
                    <a:pt x="14159" y="15306"/>
                    <a:pt x="14709" y="15944"/>
                    <a:pt x="14929" y="16710"/>
                  </a:cubicBezTo>
                  <a:cubicBezTo>
                    <a:pt x="15178" y="17446"/>
                    <a:pt x="15505" y="18151"/>
                    <a:pt x="15905" y="18812"/>
                  </a:cubicBezTo>
                  <a:cubicBezTo>
                    <a:pt x="16734" y="19788"/>
                    <a:pt x="18050" y="20194"/>
                    <a:pt x="19285" y="19863"/>
                  </a:cubicBezTo>
                  <a:cubicBezTo>
                    <a:pt x="19285" y="19863"/>
                    <a:pt x="19736" y="19863"/>
                    <a:pt x="19886" y="19863"/>
                  </a:cubicBezTo>
                  <a:cubicBezTo>
                    <a:pt x="20036" y="19863"/>
                    <a:pt x="19886" y="19863"/>
                    <a:pt x="19886" y="19863"/>
                  </a:cubicBezTo>
                  <a:cubicBezTo>
                    <a:pt x="19886" y="19863"/>
                    <a:pt x="19886" y="21740"/>
                    <a:pt x="20937" y="22116"/>
                  </a:cubicBezTo>
                  <a:cubicBezTo>
                    <a:pt x="21988" y="22491"/>
                    <a:pt x="22064" y="22116"/>
                    <a:pt x="22664" y="22116"/>
                  </a:cubicBezTo>
                  <a:cubicBezTo>
                    <a:pt x="23265" y="22116"/>
                    <a:pt x="24091" y="23693"/>
                    <a:pt x="25068" y="23618"/>
                  </a:cubicBezTo>
                  <a:cubicBezTo>
                    <a:pt x="25538" y="23497"/>
                    <a:pt x="25926" y="23160"/>
                    <a:pt x="26119" y="22717"/>
                  </a:cubicBezTo>
                  <a:cubicBezTo>
                    <a:pt x="26528" y="21455"/>
                    <a:pt x="26108" y="20081"/>
                    <a:pt x="25068" y="19263"/>
                  </a:cubicBezTo>
                  <a:cubicBezTo>
                    <a:pt x="24082" y="18452"/>
                    <a:pt x="22964" y="17814"/>
                    <a:pt x="21763" y="17385"/>
                  </a:cubicBezTo>
                  <a:cubicBezTo>
                    <a:pt x="19311" y="16484"/>
                    <a:pt x="17172" y="14893"/>
                    <a:pt x="15605" y="12805"/>
                  </a:cubicBezTo>
                  <a:cubicBezTo>
                    <a:pt x="15015" y="11717"/>
                    <a:pt x="14364" y="10665"/>
                    <a:pt x="13652" y="9652"/>
                  </a:cubicBezTo>
                  <a:cubicBezTo>
                    <a:pt x="11700" y="7324"/>
                    <a:pt x="8170" y="6799"/>
                    <a:pt x="6142" y="4471"/>
                  </a:cubicBezTo>
                  <a:cubicBezTo>
                    <a:pt x="4115" y="2143"/>
                    <a:pt x="3063" y="-1461"/>
                    <a:pt x="735" y="567"/>
                  </a:cubicBezTo>
                  <a:close/>
                </a:path>
              </a:pathLst>
            </a:custGeom>
            <a:solidFill>
              <a:srgbClr val="82B68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Content Placeholder 4">
              <a:extLst>
                <a:ext uri="{FF2B5EF4-FFF2-40B4-BE49-F238E27FC236}">
                  <a16:creationId xmlns:a16="http://schemas.microsoft.com/office/drawing/2014/main" id="{DF6D80C2-C749-4FFB-0269-DC3DBEF6C2A0}"/>
                </a:ext>
              </a:extLst>
            </p:cNvPr>
            <p:cNvSpPr/>
            <p:nvPr/>
          </p:nvSpPr>
          <p:spPr>
            <a:xfrm>
              <a:off x="3667940" y="1813573"/>
              <a:ext cx="26286" cy="24231"/>
            </a:xfrm>
            <a:custGeom>
              <a:avLst/>
              <a:gdLst>
                <a:gd name="connsiteX0" fmla="*/ 26199 w 26286"/>
                <a:gd name="connsiteY0" fmla="*/ 20776 h 24231"/>
                <a:gd name="connsiteX1" fmla="*/ 25674 w 26286"/>
                <a:gd name="connsiteY1" fmla="*/ 18223 h 24231"/>
                <a:gd name="connsiteX2" fmla="*/ 23796 w 26286"/>
                <a:gd name="connsiteY2" fmla="*/ 16271 h 24231"/>
                <a:gd name="connsiteX3" fmla="*/ 12907 w 26286"/>
                <a:gd name="connsiteY3" fmla="*/ 7111 h 24231"/>
                <a:gd name="connsiteX4" fmla="*/ 7725 w 26286"/>
                <a:gd name="connsiteY4" fmla="*/ 2756 h 24231"/>
                <a:gd name="connsiteX5" fmla="*/ 5096 w 26286"/>
                <a:gd name="connsiteY5" fmla="*/ 128 h 24231"/>
                <a:gd name="connsiteX6" fmla="*/ 857 w 26286"/>
                <a:gd name="connsiteY6" fmla="*/ 2336 h 24231"/>
                <a:gd name="connsiteX7" fmla="*/ 741 w 26286"/>
                <a:gd name="connsiteY7" fmla="*/ 2831 h 24231"/>
                <a:gd name="connsiteX8" fmla="*/ 140 w 26286"/>
                <a:gd name="connsiteY8" fmla="*/ 5910 h 24231"/>
                <a:gd name="connsiteX9" fmla="*/ 140 w 26286"/>
                <a:gd name="connsiteY9" fmla="*/ 8312 h 24231"/>
                <a:gd name="connsiteX10" fmla="*/ 1492 w 26286"/>
                <a:gd name="connsiteY10" fmla="*/ 9889 h 24231"/>
                <a:gd name="connsiteX11" fmla="*/ 7575 w 26286"/>
                <a:gd name="connsiteY11" fmla="*/ 15445 h 24231"/>
                <a:gd name="connsiteX12" fmla="*/ 15085 w 26286"/>
                <a:gd name="connsiteY12" fmla="*/ 21527 h 24231"/>
                <a:gd name="connsiteX13" fmla="*/ 19741 w 26286"/>
                <a:gd name="connsiteY13" fmla="*/ 24005 h 24231"/>
                <a:gd name="connsiteX14" fmla="*/ 22670 w 26286"/>
                <a:gd name="connsiteY14" fmla="*/ 24005 h 24231"/>
                <a:gd name="connsiteX15" fmla="*/ 25298 w 26286"/>
                <a:gd name="connsiteY15" fmla="*/ 22053 h 24231"/>
                <a:gd name="connsiteX16" fmla="*/ 26199 w 26286"/>
                <a:gd name="connsiteY16" fmla="*/ 20776 h 24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6286" h="24231">
                  <a:moveTo>
                    <a:pt x="26199" y="20776"/>
                  </a:moveTo>
                  <a:cubicBezTo>
                    <a:pt x="26365" y="19890"/>
                    <a:pt x="26175" y="18974"/>
                    <a:pt x="25674" y="18223"/>
                  </a:cubicBezTo>
                  <a:cubicBezTo>
                    <a:pt x="25126" y="17503"/>
                    <a:pt x="24496" y="16849"/>
                    <a:pt x="23796" y="16271"/>
                  </a:cubicBezTo>
                  <a:cubicBezTo>
                    <a:pt x="20191" y="13193"/>
                    <a:pt x="16286" y="10114"/>
                    <a:pt x="12907" y="7111"/>
                  </a:cubicBezTo>
                  <a:cubicBezTo>
                    <a:pt x="11179" y="5684"/>
                    <a:pt x="9302" y="4333"/>
                    <a:pt x="7725" y="2756"/>
                  </a:cubicBezTo>
                  <a:cubicBezTo>
                    <a:pt x="6148" y="1179"/>
                    <a:pt x="6223" y="579"/>
                    <a:pt x="5096" y="128"/>
                  </a:cubicBezTo>
                  <a:cubicBezTo>
                    <a:pt x="3316" y="-435"/>
                    <a:pt x="1418" y="556"/>
                    <a:pt x="857" y="2336"/>
                  </a:cubicBezTo>
                  <a:cubicBezTo>
                    <a:pt x="806" y="2493"/>
                    <a:pt x="767" y="2666"/>
                    <a:pt x="741" y="2831"/>
                  </a:cubicBezTo>
                  <a:cubicBezTo>
                    <a:pt x="433" y="3837"/>
                    <a:pt x="232" y="4866"/>
                    <a:pt x="140" y="5910"/>
                  </a:cubicBezTo>
                  <a:cubicBezTo>
                    <a:pt x="-86" y="6698"/>
                    <a:pt x="-86" y="7524"/>
                    <a:pt x="140" y="8312"/>
                  </a:cubicBezTo>
                  <a:cubicBezTo>
                    <a:pt x="463" y="8936"/>
                    <a:pt x="926" y="9476"/>
                    <a:pt x="1492" y="9889"/>
                  </a:cubicBezTo>
                  <a:lnTo>
                    <a:pt x="7575" y="15445"/>
                  </a:lnTo>
                  <a:cubicBezTo>
                    <a:pt x="9936" y="17645"/>
                    <a:pt x="12445" y="19673"/>
                    <a:pt x="15085" y="21527"/>
                  </a:cubicBezTo>
                  <a:cubicBezTo>
                    <a:pt x="16537" y="22526"/>
                    <a:pt x="18099" y="23359"/>
                    <a:pt x="19741" y="24005"/>
                  </a:cubicBezTo>
                  <a:cubicBezTo>
                    <a:pt x="20700" y="24268"/>
                    <a:pt x="21711" y="24268"/>
                    <a:pt x="22670" y="24005"/>
                  </a:cubicBezTo>
                  <a:cubicBezTo>
                    <a:pt x="23736" y="23660"/>
                    <a:pt x="24660" y="22976"/>
                    <a:pt x="25298" y="22053"/>
                  </a:cubicBezTo>
                  <a:cubicBezTo>
                    <a:pt x="25683" y="21692"/>
                    <a:pt x="25990" y="21257"/>
                    <a:pt x="26199" y="20776"/>
                  </a:cubicBezTo>
                  <a:close/>
                </a:path>
              </a:pathLst>
            </a:custGeom>
            <a:solidFill>
              <a:srgbClr val="D992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Content Placeholder 4">
              <a:extLst>
                <a:ext uri="{FF2B5EF4-FFF2-40B4-BE49-F238E27FC236}">
                  <a16:creationId xmlns:a16="http://schemas.microsoft.com/office/drawing/2014/main" id="{28B5C790-CEC3-4EF7-9C07-E6F6759C0141}"/>
                </a:ext>
              </a:extLst>
            </p:cNvPr>
            <p:cNvSpPr/>
            <p:nvPr/>
          </p:nvSpPr>
          <p:spPr>
            <a:xfrm>
              <a:off x="3670647" y="1810081"/>
              <a:ext cx="27680" cy="25324"/>
            </a:xfrm>
            <a:custGeom>
              <a:avLst/>
              <a:gdLst>
                <a:gd name="connsiteX0" fmla="*/ 26947 w 27680"/>
                <a:gd name="connsiteY0" fmla="*/ 24193 h 25324"/>
                <a:gd name="connsiteX1" fmla="*/ 27548 w 27680"/>
                <a:gd name="connsiteY1" fmla="*/ 20288 h 25324"/>
                <a:gd name="connsiteX2" fmla="*/ 26347 w 27680"/>
                <a:gd name="connsiteY2" fmla="*/ 18336 h 25324"/>
                <a:gd name="connsiteX3" fmla="*/ 22667 w 27680"/>
                <a:gd name="connsiteY3" fmla="*/ 15258 h 25324"/>
                <a:gd name="connsiteX4" fmla="*/ 12228 w 27680"/>
                <a:gd name="connsiteY4" fmla="*/ 7223 h 25324"/>
                <a:gd name="connsiteX5" fmla="*/ 7271 w 27680"/>
                <a:gd name="connsiteY5" fmla="*/ 3094 h 25324"/>
                <a:gd name="connsiteX6" fmla="*/ 4492 w 27680"/>
                <a:gd name="connsiteY6" fmla="*/ 391 h 25324"/>
                <a:gd name="connsiteX7" fmla="*/ -14 w 27680"/>
                <a:gd name="connsiteY7" fmla="*/ 1592 h 25324"/>
                <a:gd name="connsiteX8" fmla="*/ 813 w 27680"/>
                <a:gd name="connsiteY8" fmla="*/ 3770 h 25324"/>
                <a:gd name="connsiteX9" fmla="*/ 2765 w 27680"/>
                <a:gd name="connsiteY9" fmla="*/ 5346 h 25324"/>
                <a:gd name="connsiteX10" fmla="*/ 3141 w 27680"/>
                <a:gd name="connsiteY10" fmla="*/ 5722 h 25324"/>
                <a:gd name="connsiteX11" fmla="*/ 2690 w 27680"/>
                <a:gd name="connsiteY11" fmla="*/ 7148 h 25324"/>
                <a:gd name="connsiteX12" fmla="*/ 1639 w 27680"/>
                <a:gd name="connsiteY12" fmla="*/ 8200 h 25324"/>
                <a:gd name="connsiteX13" fmla="*/ 2690 w 27680"/>
                <a:gd name="connsiteY13" fmla="*/ 10752 h 25324"/>
                <a:gd name="connsiteX14" fmla="*/ 5619 w 27680"/>
                <a:gd name="connsiteY14" fmla="*/ 11653 h 25324"/>
                <a:gd name="connsiteX15" fmla="*/ 7872 w 27680"/>
                <a:gd name="connsiteY15" fmla="*/ 11653 h 25324"/>
                <a:gd name="connsiteX16" fmla="*/ 8323 w 27680"/>
                <a:gd name="connsiteY16" fmla="*/ 13981 h 25324"/>
                <a:gd name="connsiteX17" fmla="*/ 10651 w 27680"/>
                <a:gd name="connsiteY17" fmla="*/ 17735 h 25324"/>
                <a:gd name="connsiteX18" fmla="*/ 15006 w 27680"/>
                <a:gd name="connsiteY18" fmla="*/ 18937 h 25324"/>
                <a:gd name="connsiteX19" fmla="*/ 15682 w 27680"/>
                <a:gd name="connsiteY19" fmla="*/ 18937 h 25324"/>
                <a:gd name="connsiteX20" fmla="*/ 16283 w 27680"/>
                <a:gd name="connsiteY20" fmla="*/ 20213 h 25324"/>
                <a:gd name="connsiteX21" fmla="*/ 18386 w 27680"/>
                <a:gd name="connsiteY21" fmla="*/ 22916 h 25324"/>
                <a:gd name="connsiteX22" fmla="*/ 21841 w 27680"/>
                <a:gd name="connsiteY22" fmla="*/ 22916 h 25324"/>
                <a:gd name="connsiteX23" fmla="*/ 21841 w 27680"/>
                <a:gd name="connsiteY23" fmla="*/ 24042 h 25324"/>
                <a:gd name="connsiteX24" fmla="*/ 22817 w 27680"/>
                <a:gd name="connsiteY24" fmla="*/ 24718 h 25324"/>
                <a:gd name="connsiteX25" fmla="*/ 25821 w 27680"/>
                <a:gd name="connsiteY25" fmla="*/ 25094 h 25324"/>
                <a:gd name="connsiteX26" fmla="*/ 26947 w 27680"/>
                <a:gd name="connsiteY26" fmla="*/ 24193 h 25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7680" h="25324">
                  <a:moveTo>
                    <a:pt x="26947" y="24193"/>
                  </a:moveTo>
                  <a:cubicBezTo>
                    <a:pt x="27588" y="22999"/>
                    <a:pt x="27800" y="21617"/>
                    <a:pt x="27548" y="20288"/>
                  </a:cubicBezTo>
                  <a:cubicBezTo>
                    <a:pt x="27314" y="19552"/>
                    <a:pt x="26901" y="18877"/>
                    <a:pt x="26347" y="18336"/>
                  </a:cubicBezTo>
                  <a:cubicBezTo>
                    <a:pt x="25245" y="17172"/>
                    <a:pt x="24009" y="16136"/>
                    <a:pt x="22667" y="15258"/>
                  </a:cubicBezTo>
                  <a:cubicBezTo>
                    <a:pt x="19062" y="12630"/>
                    <a:pt x="15607" y="10002"/>
                    <a:pt x="12228" y="7223"/>
                  </a:cubicBezTo>
                  <a:cubicBezTo>
                    <a:pt x="10576" y="5872"/>
                    <a:pt x="8848" y="4520"/>
                    <a:pt x="7271" y="3094"/>
                  </a:cubicBezTo>
                  <a:cubicBezTo>
                    <a:pt x="5694" y="1667"/>
                    <a:pt x="5619" y="991"/>
                    <a:pt x="4492" y="391"/>
                  </a:cubicBezTo>
                  <a:cubicBezTo>
                    <a:pt x="3366" y="-210"/>
                    <a:pt x="437" y="-435"/>
                    <a:pt x="-14" y="1592"/>
                  </a:cubicBezTo>
                  <a:cubicBezTo>
                    <a:pt x="-104" y="2410"/>
                    <a:pt x="203" y="3221"/>
                    <a:pt x="813" y="3770"/>
                  </a:cubicBezTo>
                  <a:cubicBezTo>
                    <a:pt x="1430" y="4333"/>
                    <a:pt x="2082" y="4866"/>
                    <a:pt x="2765" y="5346"/>
                  </a:cubicBezTo>
                  <a:cubicBezTo>
                    <a:pt x="2925" y="5429"/>
                    <a:pt x="3056" y="5564"/>
                    <a:pt x="3141" y="5722"/>
                  </a:cubicBezTo>
                  <a:cubicBezTo>
                    <a:pt x="3292" y="6247"/>
                    <a:pt x="3114" y="6811"/>
                    <a:pt x="2690" y="7148"/>
                  </a:cubicBezTo>
                  <a:cubicBezTo>
                    <a:pt x="2269" y="7419"/>
                    <a:pt x="1910" y="7779"/>
                    <a:pt x="1639" y="8200"/>
                  </a:cubicBezTo>
                  <a:cubicBezTo>
                    <a:pt x="1336" y="9191"/>
                    <a:pt x="1776" y="10264"/>
                    <a:pt x="2690" y="10752"/>
                  </a:cubicBezTo>
                  <a:cubicBezTo>
                    <a:pt x="3549" y="11353"/>
                    <a:pt x="4573" y="11668"/>
                    <a:pt x="5619" y="11653"/>
                  </a:cubicBezTo>
                  <a:cubicBezTo>
                    <a:pt x="6445" y="11653"/>
                    <a:pt x="7346" y="11653"/>
                    <a:pt x="7872" y="11653"/>
                  </a:cubicBezTo>
                  <a:cubicBezTo>
                    <a:pt x="8398" y="11653"/>
                    <a:pt x="8323" y="13155"/>
                    <a:pt x="8323" y="13981"/>
                  </a:cubicBezTo>
                  <a:cubicBezTo>
                    <a:pt x="8467" y="15528"/>
                    <a:pt x="9329" y="16917"/>
                    <a:pt x="10651" y="17735"/>
                  </a:cubicBezTo>
                  <a:cubicBezTo>
                    <a:pt x="11970" y="18516"/>
                    <a:pt x="13474" y="18929"/>
                    <a:pt x="15006" y="18937"/>
                  </a:cubicBezTo>
                  <a:cubicBezTo>
                    <a:pt x="15226" y="18869"/>
                    <a:pt x="15462" y="18869"/>
                    <a:pt x="15682" y="18937"/>
                  </a:cubicBezTo>
                  <a:cubicBezTo>
                    <a:pt x="16133" y="18937"/>
                    <a:pt x="16133" y="19688"/>
                    <a:pt x="16283" y="20213"/>
                  </a:cubicBezTo>
                  <a:cubicBezTo>
                    <a:pt x="16550" y="21377"/>
                    <a:pt x="17320" y="22368"/>
                    <a:pt x="18386" y="22916"/>
                  </a:cubicBezTo>
                  <a:cubicBezTo>
                    <a:pt x="19486" y="23404"/>
                    <a:pt x="20740" y="23404"/>
                    <a:pt x="21841" y="22916"/>
                  </a:cubicBezTo>
                  <a:cubicBezTo>
                    <a:pt x="21623" y="23262"/>
                    <a:pt x="21623" y="23697"/>
                    <a:pt x="21841" y="24042"/>
                  </a:cubicBezTo>
                  <a:cubicBezTo>
                    <a:pt x="22121" y="24328"/>
                    <a:pt x="22453" y="24553"/>
                    <a:pt x="22817" y="24718"/>
                  </a:cubicBezTo>
                  <a:cubicBezTo>
                    <a:pt x="23698" y="25319"/>
                    <a:pt x="24817" y="25461"/>
                    <a:pt x="25821" y="25094"/>
                  </a:cubicBezTo>
                  <a:cubicBezTo>
                    <a:pt x="26259" y="24883"/>
                    <a:pt x="26645" y="24576"/>
                    <a:pt x="26947" y="24193"/>
                  </a:cubicBezTo>
                  <a:close/>
                </a:path>
              </a:pathLst>
            </a:custGeom>
            <a:solidFill>
              <a:srgbClr val="82B68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Content Placeholder 4">
              <a:extLst>
                <a:ext uri="{FF2B5EF4-FFF2-40B4-BE49-F238E27FC236}">
                  <a16:creationId xmlns:a16="http://schemas.microsoft.com/office/drawing/2014/main" id="{37191C2A-3CAD-949C-7849-47779986DB7C}"/>
                </a:ext>
              </a:extLst>
            </p:cNvPr>
            <p:cNvSpPr/>
            <p:nvPr/>
          </p:nvSpPr>
          <p:spPr>
            <a:xfrm>
              <a:off x="3673791" y="1808431"/>
              <a:ext cx="25364" cy="23169"/>
            </a:xfrm>
            <a:custGeom>
              <a:avLst/>
              <a:gdLst>
                <a:gd name="connsiteX0" fmla="*/ 25155 w 25364"/>
                <a:gd name="connsiteY0" fmla="*/ 17733 h 23169"/>
                <a:gd name="connsiteX1" fmla="*/ 22301 w 25364"/>
                <a:gd name="connsiteY1" fmla="*/ 13003 h 23169"/>
                <a:gd name="connsiteX2" fmla="*/ 19071 w 25364"/>
                <a:gd name="connsiteY2" fmla="*/ 9024 h 23169"/>
                <a:gd name="connsiteX3" fmla="*/ 10135 w 25364"/>
                <a:gd name="connsiteY3" fmla="*/ 2341 h 23169"/>
                <a:gd name="connsiteX4" fmla="*/ 4277 w 25364"/>
                <a:gd name="connsiteY4" fmla="*/ 314 h 23169"/>
                <a:gd name="connsiteX5" fmla="*/ 972 w 25364"/>
                <a:gd name="connsiteY5" fmla="*/ 314 h 23169"/>
                <a:gd name="connsiteX6" fmla="*/ -4 w 25364"/>
                <a:gd name="connsiteY6" fmla="*/ 2942 h 23169"/>
                <a:gd name="connsiteX7" fmla="*/ 972 w 25364"/>
                <a:gd name="connsiteY7" fmla="*/ 5645 h 23169"/>
                <a:gd name="connsiteX8" fmla="*/ 6455 w 25364"/>
                <a:gd name="connsiteY8" fmla="*/ 14054 h 23169"/>
                <a:gd name="connsiteX9" fmla="*/ 19898 w 25364"/>
                <a:gd name="connsiteY9" fmla="*/ 22914 h 23169"/>
                <a:gd name="connsiteX10" fmla="*/ 23052 w 25364"/>
                <a:gd name="connsiteY10" fmla="*/ 22914 h 23169"/>
                <a:gd name="connsiteX11" fmla="*/ 25155 w 25364"/>
                <a:gd name="connsiteY11" fmla="*/ 17733 h 23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" h="23169">
                  <a:moveTo>
                    <a:pt x="25155" y="17733"/>
                  </a:moveTo>
                  <a:cubicBezTo>
                    <a:pt x="24574" y="15961"/>
                    <a:pt x="23598" y="14347"/>
                    <a:pt x="22301" y="13003"/>
                  </a:cubicBezTo>
                  <a:cubicBezTo>
                    <a:pt x="21174" y="11727"/>
                    <a:pt x="20198" y="10300"/>
                    <a:pt x="19071" y="9024"/>
                  </a:cubicBezTo>
                  <a:cubicBezTo>
                    <a:pt x="16553" y="6238"/>
                    <a:pt x="13517" y="3970"/>
                    <a:pt x="10135" y="2341"/>
                  </a:cubicBezTo>
                  <a:cubicBezTo>
                    <a:pt x="8266" y="1440"/>
                    <a:pt x="6301" y="764"/>
                    <a:pt x="4277" y="314"/>
                  </a:cubicBezTo>
                  <a:cubicBezTo>
                    <a:pt x="3223" y="-144"/>
                    <a:pt x="2026" y="-144"/>
                    <a:pt x="972" y="314"/>
                  </a:cubicBezTo>
                  <a:cubicBezTo>
                    <a:pt x="233" y="975"/>
                    <a:pt x="-132" y="1958"/>
                    <a:pt x="-4" y="2942"/>
                  </a:cubicBezTo>
                  <a:cubicBezTo>
                    <a:pt x="145" y="3895"/>
                    <a:pt x="476" y="4819"/>
                    <a:pt x="972" y="5645"/>
                  </a:cubicBezTo>
                  <a:cubicBezTo>
                    <a:pt x="2507" y="8626"/>
                    <a:pt x="4344" y="11449"/>
                    <a:pt x="6455" y="14054"/>
                  </a:cubicBezTo>
                  <a:cubicBezTo>
                    <a:pt x="9739" y="18514"/>
                    <a:pt x="14505" y="21653"/>
                    <a:pt x="19898" y="22914"/>
                  </a:cubicBezTo>
                  <a:cubicBezTo>
                    <a:pt x="20927" y="23215"/>
                    <a:pt x="22022" y="23215"/>
                    <a:pt x="23052" y="22914"/>
                  </a:cubicBezTo>
                  <a:cubicBezTo>
                    <a:pt x="24869" y="21886"/>
                    <a:pt x="25740" y="19738"/>
                    <a:pt x="25155" y="17733"/>
                  </a:cubicBezTo>
                  <a:close/>
                </a:path>
              </a:pathLst>
            </a:custGeom>
            <a:solidFill>
              <a:srgbClr val="CBB19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Content Placeholder 4">
              <a:extLst>
                <a:ext uri="{FF2B5EF4-FFF2-40B4-BE49-F238E27FC236}">
                  <a16:creationId xmlns:a16="http://schemas.microsoft.com/office/drawing/2014/main" id="{7DABF532-2829-15C4-C17A-A2530BD2832A}"/>
                </a:ext>
              </a:extLst>
            </p:cNvPr>
            <p:cNvSpPr/>
            <p:nvPr/>
          </p:nvSpPr>
          <p:spPr>
            <a:xfrm>
              <a:off x="3709189" y="1791674"/>
              <a:ext cx="3985" cy="3951"/>
            </a:xfrm>
            <a:custGeom>
              <a:avLst/>
              <a:gdLst>
                <a:gd name="connsiteX0" fmla="*/ 3500 w 3985"/>
                <a:gd name="connsiteY0" fmla="*/ 2655 h 3951"/>
                <a:gd name="connsiteX1" fmla="*/ 947 w 3985"/>
                <a:gd name="connsiteY1" fmla="*/ 477 h 3951"/>
                <a:gd name="connsiteX2" fmla="*/ 496 w 3985"/>
                <a:gd name="connsiteY2" fmla="*/ 27 h 3951"/>
                <a:gd name="connsiteX3" fmla="*/ -29 w 3985"/>
                <a:gd name="connsiteY3" fmla="*/ 27 h 3951"/>
                <a:gd name="connsiteX4" fmla="*/ -29 w 3985"/>
                <a:gd name="connsiteY4" fmla="*/ 627 h 3951"/>
                <a:gd name="connsiteX5" fmla="*/ 2599 w 3985"/>
                <a:gd name="connsiteY5" fmla="*/ 3255 h 3951"/>
                <a:gd name="connsiteX6" fmla="*/ 3350 w 3985"/>
                <a:gd name="connsiteY6" fmla="*/ 3856 h 3951"/>
                <a:gd name="connsiteX7" fmla="*/ 3951 w 3985"/>
                <a:gd name="connsiteY7" fmla="*/ 3856 h 3951"/>
                <a:gd name="connsiteX8" fmla="*/ 3951 w 3985"/>
                <a:gd name="connsiteY8" fmla="*/ 3480 h 3951"/>
                <a:gd name="connsiteX9" fmla="*/ 3500 w 3985"/>
                <a:gd name="connsiteY9" fmla="*/ 2655 h 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85" h="3951">
                  <a:moveTo>
                    <a:pt x="3500" y="2655"/>
                  </a:moveTo>
                  <a:cubicBezTo>
                    <a:pt x="2674" y="1904"/>
                    <a:pt x="1698" y="1303"/>
                    <a:pt x="947" y="477"/>
                  </a:cubicBezTo>
                  <a:cubicBezTo>
                    <a:pt x="196" y="-349"/>
                    <a:pt x="947" y="102"/>
                    <a:pt x="496" y="27"/>
                  </a:cubicBezTo>
                  <a:lnTo>
                    <a:pt x="-29" y="27"/>
                  </a:lnTo>
                  <a:cubicBezTo>
                    <a:pt x="-29" y="27"/>
                    <a:pt x="-29" y="27"/>
                    <a:pt x="-29" y="627"/>
                  </a:cubicBezTo>
                  <a:cubicBezTo>
                    <a:pt x="-29" y="1228"/>
                    <a:pt x="1923" y="2204"/>
                    <a:pt x="2599" y="3255"/>
                  </a:cubicBezTo>
                  <a:cubicBezTo>
                    <a:pt x="3275" y="4306"/>
                    <a:pt x="3050" y="3781"/>
                    <a:pt x="3350" y="3856"/>
                  </a:cubicBezTo>
                  <a:cubicBezTo>
                    <a:pt x="3543" y="3931"/>
                    <a:pt x="3758" y="3931"/>
                    <a:pt x="3951" y="3856"/>
                  </a:cubicBezTo>
                  <a:cubicBezTo>
                    <a:pt x="3951" y="3856"/>
                    <a:pt x="3951" y="3856"/>
                    <a:pt x="3951" y="3480"/>
                  </a:cubicBezTo>
                  <a:cubicBezTo>
                    <a:pt x="3988" y="3135"/>
                    <a:pt x="3808" y="2812"/>
                    <a:pt x="3500" y="2655"/>
                  </a:cubicBezTo>
                  <a:close/>
                </a:path>
              </a:pathLst>
            </a:custGeom>
            <a:solidFill>
              <a:srgbClr val="9E9E9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Content Placeholder 4">
              <a:extLst>
                <a:ext uri="{FF2B5EF4-FFF2-40B4-BE49-F238E27FC236}">
                  <a16:creationId xmlns:a16="http://schemas.microsoft.com/office/drawing/2014/main" id="{4C2A7A02-E01C-A6A5-60A1-E96050AE93EC}"/>
                </a:ext>
              </a:extLst>
            </p:cNvPr>
            <p:cNvSpPr/>
            <p:nvPr/>
          </p:nvSpPr>
          <p:spPr>
            <a:xfrm>
              <a:off x="3706955" y="1790077"/>
              <a:ext cx="760" cy="923"/>
            </a:xfrm>
            <a:custGeom>
              <a:avLst/>
              <a:gdLst>
                <a:gd name="connsiteX0" fmla="*/ 702 w 760"/>
                <a:gd name="connsiteY0" fmla="*/ 122 h 923"/>
                <a:gd name="connsiteX1" fmla="*/ 66 w 760"/>
                <a:gd name="connsiteY1" fmla="*/ 84 h 923"/>
                <a:gd name="connsiteX2" fmla="*/ 27 w 760"/>
                <a:gd name="connsiteY2" fmla="*/ 122 h 923"/>
                <a:gd name="connsiteX3" fmla="*/ 27 w 760"/>
                <a:gd name="connsiteY3" fmla="*/ 798 h 923"/>
                <a:gd name="connsiteX4" fmla="*/ 27 w 760"/>
                <a:gd name="connsiteY4" fmla="*/ 798 h 923"/>
                <a:gd name="connsiteX5" fmla="*/ 27 w 760"/>
                <a:gd name="connsiteY5" fmla="*/ 798 h 923"/>
                <a:gd name="connsiteX6" fmla="*/ 627 w 760"/>
                <a:gd name="connsiteY6" fmla="*/ 798 h 923"/>
                <a:gd name="connsiteX7" fmla="*/ 627 w 760"/>
                <a:gd name="connsiteY7" fmla="*/ 122 h 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0" h="923">
                  <a:moveTo>
                    <a:pt x="702" y="122"/>
                  </a:moveTo>
                  <a:cubicBezTo>
                    <a:pt x="538" y="-66"/>
                    <a:pt x="253" y="-81"/>
                    <a:pt x="66" y="84"/>
                  </a:cubicBezTo>
                  <a:cubicBezTo>
                    <a:pt x="52" y="92"/>
                    <a:pt x="39" y="107"/>
                    <a:pt x="27" y="122"/>
                  </a:cubicBezTo>
                  <a:cubicBezTo>
                    <a:pt x="-48" y="340"/>
                    <a:pt x="-48" y="580"/>
                    <a:pt x="27" y="798"/>
                  </a:cubicBezTo>
                  <a:cubicBezTo>
                    <a:pt x="27" y="798"/>
                    <a:pt x="27" y="798"/>
                    <a:pt x="27" y="798"/>
                  </a:cubicBezTo>
                  <a:lnTo>
                    <a:pt x="27" y="798"/>
                  </a:lnTo>
                  <a:cubicBezTo>
                    <a:pt x="207" y="925"/>
                    <a:pt x="447" y="925"/>
                    <a:pt x="627" y="798"/>
                  </a:cubicBezTo>
                  <a:cubicBezTo>
                    <a:pt x="766" y="595"/>
                    <a:pt x="766" y="325"/>
                    <a:pt x="627" y="122"/>
                  </a:cubicBezTo>
                  <a:close/>
                </a:path>
              </a:pathLst>
            </a:custGeom>
            <a:solidFill>
              <a:srgbClr val="9E9E9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Content Placeholder 4">
              <a:extLst>
                <a:ext uri="{FF2B5EF4-FFF2-40B4-BE49-F238E27FC236}">
                  <a16:creationId xmlns:a16="http://schemas.microsoft.com/office/drawing/2014/main" id="{F392A142-1DF4-F5EB-6CAA-42BDB6D229E8}"/>
                </a:ext>
              </a:extLst>
            </p:cNvPr>
            <p:cNvSpPr/>
            <p:nvPr/>
          </p:nvSpPr>
          <p:spPr>
            <a:xfrm>
              <a:off x="3656092" y="1835919"/>
              <a:ext cx="13593" cy="12350"/>
            </a:xfrm>
            <a:custGeom>
              <a:avLst/>
              <a:gdLst>
                <a:gd name="connsiteX0" fmla="*/ 13565 w 13593"/>
                <a:gd name="connsiteY0" fmla="*/ 9542 h 12350"/>
                <a:gd name="connsiteX1" fmla="*/ 13565 w 13593"/>
                <a:gd name="connsiteY1" fmla="*/ 9542 h 12350"/>
                <a:gd name="connsiteX2" fmla="*/ 10636 w 13593"/>
                <a:gd name="connsiteY2" fmla="*/ 11870 h 12350"/>
                <a:gd name="connsiteX3" fmla="*/ 9735 w 13593"/>
                <a:gd name="connsiteY3" fmla="*/ 12320 h 12350"/>
                <a:gd name="connsiteX4" fmla="*/ 8683 w 13593"/>
                <a:gd name="connsiteY4" fmla="*/ 11795 h 12350"/>
                <a:gd name="connsiteX5" fmla="*/ 3051 w 13593"/>
                <a:gd name="connsiteY5" fmla="*/ 6914 h 12350"/>
                <a:gd name="connsiteX6" fmla="*/ -28 w 13593"/>
                <a:gd name="connsiteY6" fmla="*/ 2785 h 12350"/>
                <a:gd name="connsiteX7" fmla="*/ 2149 w 13593"/>
                <a:gd name="connsiteY7" fmla="*/ 7 h 12350"/>
                <a:gd name="connsiteX8" fmla="*/ 7632 w 13593"/>
                <a:gd name="connsiteY8" fmla="*/ 3461 h 12350"/>
                <a:gd name="connsiteX9" fmla="*/ 13565 w 13593"/>
                <a:gd name="connsiteY9" fmla="*/ 9542 h 12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93" h="12350">
                  <a:moveTo>
                    <a:pt x="13565" y="9542"/>
                  </a:moveTo>
                  <a:cubicBezTo>
                    <a:pt x="13565" y="9542"/>
                    <a:pt x="13565" y="9542"/>
                    <a:pt x="13565" y="9542"/>
                  </a:cubicBezTo>
                  <a:lnTo>
                    <a:pt x="10636" y="11870"/>
                  </a:lnTo>
                  <a:cubicBezTo>
                    <a:pt x="10386" y="12103"/>
                    <a:pt x="10073" y="12260"/>
                    <a:pt x="9735" y="12320"/>
                  </a:cubicBezTo>
                  <a:cubicBezTo>
                    <a:pt x="9334" y="12275"/>
                    <a:pt x="8961" y="12088"/>
                    <a:pt x="8683" y="11795"/>
                  </a:cubicBezTo>
                  <a:lnTo>
                    <a:pt x="3051" y="6914"/>
                  </a:lnTo>
                  <a:cubicBezTo>
                    <a:pt x="1774" y="5788"/>
                    <a:pt x="47" y="4737"/>
                    <a:pt x="-28" y="2785"/>
                  </a:cubicBezTo>
                  <a:cubicBezTo>
                    <a:pt x="-60" y="1456"/>
                    <a:pt x="853" y="292"/>
                    <a:pt x="2149" y="7"/>
                  </a:cubicBezTo>
                  <a:cubicBezTo>
                    <a:pt x="4102" y="-369"/>
                    <a:pt x="6280" y="2259"/>
                    <a:pt x="7632" y="3461"/>
                  </a:cubicBezTo>
                  <a:cubicBezTo>
                    <a:pt x="8984" y="4662"/>
                    <a:pt x="11612" y="7665"/>
                    <a:pt x="13565" y="9542"/>
                  </a:cubicBezTo>
                  <a:close/>
                </a:path>
              </a:pathLst>
            </a:custGeom>
            <a:solidFill>
              <a:srgbClr val="9AA4A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Content Placeholder 4">
              <a:extLst>
                <a:ext uri="{FF2B5EF4-FFF2-40B4-BE49-F238E27FC236}">
                  <a16:creationId xmlns:a16="http://schemas.microsoft.com/office/drawing/2014/main" id="{967E9982-CD3B-6437-5C48-86A7F699AF8D}"/>
                </a:ext>
              </a:extLst>
            </p:cNvPr>
            <p:cNvSpPr/>
            <p:nvPr/>
          </p:nvSpPr>
          <p:spPr>
            <a:xfrm>
              <a:off x="3658216" y="1838567"/>
              <a:ext cx="3126" cy="2739"/>
            </a:xfrm>
            <a:custGeom>
              <a:avLst/>
              <a:gdLst>
                <a:gd name="connsiteX0" fmla="*/ 2128 w 3126"/>
                <a:gd name="connsiteY0" fmla="*/ -14 h 2739"/>
                <a:gd name="connsiteX1" fmla="*/ 2128 w 3126"/>
                <a:gd name="connsiteY1" fmla="*/ -14 h 2739"/>
                <a:gd name="connsiteX2" fmla="*/ 176 w 3126"/>
                <a:gd name="connsiteY2" fmla="*/ 887 h 2739"/>
                <a:gd name="connsiteX3" fmla="*/ 450 w 3126"/>
                <a:gd name="connsiteY3" fmla="*/ 2457 h 2739"/>
                <a:gd name="connsiteX4" fmla="*/ 776 w 3126"/>
                <a:gd name="connsiteY4" fmla="*/ 2614 h 2739"/>
                <a:gd name="connsiteX5" fmla="*/ 2879 w 3126"/>
                <a:gd name="connsiteY5" fmla="*/ 1938 h 2739"/>
                <a:gd name="connsiteX6" fmla="*/ 2534 w 3126"/>
                <a:gd name="connsiteY6" fmla="*/ 167 h 2739"/>
                <a:gd name="connsiteX7" fmla="*/ 2128 w 3126"/>
                <a:gd name="connsiteY7" fmla="*/ -14 h 2739"/>
                <a:gd name="connsiteX8" fmla="*/ 701 w 3126"/>
                <a:gd name="connsiteY8" fmla="*/ 2239 h 2739"/>
                <a:gd name="connsiteX9" fmla="*/ 701 w 3126"/>
                <a:gd name="connsiteY9" fmla="*/ 812 h 2739"/>
                <a:gd name="connsiteX10" fmla="*/ 1978 w 3126"/>
                <a:gd name="connsiteY10" fmla="*/ 287 h 2739"/>
                <a:gd name="connsiteX11" fmla="*/ 1978 w 3126"/>
                <a:gd name="connsiteY11" fmla="*/ 287 h 2739"/>
                <a:gd name="connsiteX12" fmla="*/ 701 w 3126"/>
                <a:gd name="connsiteY12" fmla="*/ 2239 h 2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26" h="2739">
                  <a:moveTo>
                    <a:pt x="2128" y="-14"/>
                  </a:moveTo>
                  <a:lnTo>
                    <a:pt x="2128" y="-14"/>
                  </a:lnTo>
                  <a:cubicBezTo>
                    <a:pt x="1358" y="-111"/>
                    <a:pt x="601" y="242"/>
                    <a:pt x="176" y="887"/>
                  </a:cubicBezTo>
                  <a:cubicBezTo>
                    <a:pt x="-182" y="1398"/>
                    <a:pt x="-59" y="2096"/>
                    <a:pt x="450" y="2457"/>
                  </a:cubicBezTo>
                  <a:cubicBezTo>
                    <a:pt x="550" y="2524"/>
                    <a:pt x="660" y="2577"/>
                    <a:pt x="776" y="2614"/>
                  </a:cubicBezTo>
                  <a:cubicBezTo>
                    <a:pt x="1550" y="2870"/>
                    <a:pt x="2399" y="2599"/>
                    <a:pt x="2879" y="1938"/>
                  </a:cubicBezTo>
                  <a:cubicBezTo>
                    <a:pt x="3273" y="1353"/>
                    <a:pt x="3119" y="564"/>
                    <a:pt x="2534" y="167"/>
                  </a:cubicBezTo>
                  <a:cubicBezTo>
                    <a:pt x="2411" y="84"/>
                    <a:pt x="2273" y="24"/>
                    <a:pt x="2128" y="-14"/>
                  </a:cubicBezTo>
                  <a:close/>
                  <a:moveTo>
                    <a:pt x="701" y="2239"/>
                  </a:moveTo>
                  <a:cubicBezTo>
                    <a:pt x="25" y="2239"/>
                    <a:pt x="101" y="1263"/>
                    <a:pt x="701" y="812"/>
                  </a:cubicBezTo>
                  <a:cubicBezTo>
                    <a:pt x="1035" y="467"/>
                    <a:pt x="1498" y="279"/>
                    <a:pt x="1978" y="287"/>
                  </a:cubicBezTo>
                  <a:lnTo>
                    <a:pt x="1978" y="287"/>
                  </a:lnTo>
                  <a:cubicBezTo>
                    <a:pt x="3180" y="1263"/>
                    <a:pt x="1753" y="2614"/>
                    <a:pt x="701" y="2239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Content Placeholder 4">
              <a:extLst>
                <a:ext uri="{FF2B5EF4-FFF2-40B4-BE49-F238E27FC236}">
                  <a16:creationId xmlns:a16="http://schemas.microsoft.com/office/drawing/2014/main" id="{65A9CC18-B727-D482-DD74-807B380CD80E}"/>
                </a:ext>
              </a:extLst>
            </p:cNvPr>
            <p:cNvSpPr/>
            <p:nvPr/>
          </p:nvSpPr>
          <p:spPr>
            <a:xfrm>
              <a:off x="3660374" y="1839860"/>
              <a:ext cx="2478" cy="3078"/>
            </a:xfrm>
            <a:custGeom>
              <a:avLst/>
              <a:gdLst>
                <a:gd name="connsiteX0" fmla="*/ 1097 w 2478"/>
                <a:gd name="connsiteY0" fmla="*/ 3049 h 3078"/>
                <a:gd name="connsiteX1" fmla="*/ 1097 w 2478"/>
                <a:gd name="connsiteY1" fmla="*/ 2298 h 3078"/>
                <a:gd name="connsiteX2" fmla="*/ 1097 w 2478"/>
                <a:gd name="connsiteY2" fmla="*/ 1622 h 3078"/>
                <a:gd name="connsiteX3" fmla="*/ 1923 w 2478"/>
                <a:gd name="connsiteY3" fmla="*/ 1622 h 3078"/>
                <a:gd name="connsiteX4" fmla="*/ 2449 w 2478"/>
                <a:gd name="connsiteY4" fmla="*/ 1247 h 3078"/>
                <a:gd name="connsiteX5" fmla="*/ 1698 w 2478"/>
                <a:gd name="connsiteY5" fmla="*/ -30 h 3078"/>
                <a:gd name="connsiteX6" fmla="*/ 1698 w 2478"/>
                <a:gd name="connsiteY6" fmla="*/ -30 h 3078"/>
                <a:gd name="connsiteX7" fmla="*/ -29 w 2478"/>
                <a:gd name="connsiteY7" fmla="*/ 1998 h 3078"/>
                <a:gd name="connsiteX8" fmla="*/ 346 w 2478"/>
                <a:gd name="connsiteY8" fmla="*/ 1998 h 3078"/>
                <a:gd name="connsiteX9" fmla="*/ 872 w 2478"/>
                <a:gd name="connsiteY9" fmla="*/ 1397 h 3078"/>
                <a:gd name="connsiteX10" fmla="*/ 872 w 2478"/>
                <a:gd name="connsiteY10" fmla="*/ 2598 h 3078"/>
                <a:gd name="connsiteX11" fmla="*/ 1398 w 2478"/>
                <a:gd name="connsiteY11" fmla="*/ 2598 h 3078"/>
                <a:gd name="connsiteX12" fmla="*/ 1398 w 2478"/>
                <a:gd name="connsiteY12" fmla="*/ 2598 h 3078"/>
                <a:gd name="connsiteX13" fmla="*/ 1097 w 2478"/>
                <a:gd name="connsiteY13" fmla="*/ 3049 h 3078"/>
                <a:gd name="connsiteX14" fmla="*/ 1097 w 2478"/>
                <a:gd name="connsiteY14" fmla="*/ 1096 h 3078"/>
                <a:gd name="connsiteX15" fmla="*/ 1548 w 2478"/>
                <a:gd name="connsiteY15" fmla="*/ 496 h 3078"/>
                <a:gd name="connsiteX16" fmla="*/ 1998 w 2478"/>
                <a:gd name="connsiteY16" fmla="*/ 871 h 3078"/>
                <a:gd name="connsiteX17" fmla="*/ 1473 w 2478"/>
                <a:gd name="connsiteY17" fmla="*/ 871 h 3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78" h="3078">
                  <a:moveTo>
                    <a:pt x="1097" y="3049"/>
                  </a:moveTo>
                  <a:cubicBezTo>
                    <a:pt x="1097" y="3049"/>
                    <a:pt x="1097" y="2523"/>
                    <a:pt x="1097" y="2298"/>
                  </a:cubicBezTo>
                  <a:cubicBezTo>
                    <a:pt x="1082" y="2073"/>
                    <a:pt x="1082" y="1847"/>
                    <a:pt x="1097" y="1622"/>
                  </a:cubicBezTo>
                  <a:cubicBezTo>
                    <a:pt x="1368" y="1697"/>
                    <a:pt x="1654" y="1697"/>
                    <a:pt x="1923" y="1622"/>
                  </a:cubicBezTo>
                  <a:cubicBezTo>
                    <a:pt x="2157" y="1607"/>
                    <a:pt x="2362" y="1464"/>
                    <a:pt x="2449" y="1247"/>
                  </a:cubicBezTo>
                  <a:cubicBezTo>
                    <a:pt x="2449" y="721"/>
                    <a:pt x="2449" y="196"/>
                    <a:pt x="1698" y="-30"/>
                  </a:cubicBezTo>
                  <a:lnTo>
                    <a:pt x="1698" y="-30"/>
                  </a:lnTo>
                  <a:cubicBezTo>
                    <a:pt x="1062" y="593"/>
                    <a:pt x="484" y="1269"/>
                    <a:pt x="-29" y="1998"/>
                  </a:cubicBezTo>
                  <a:cubicBezTo>
                    <a:pt x="-29" y="1998"/>
                    <a:pt x="-29" y="2448"/>
                    <a:pt x="346" y="1998"/>
                  </a:cubicBezTo>
                  <a:lnTo>
                    <a:pt x="872" y="1397"/>
                  </a:lnTo>
                  <a:cubicBezTo>
                    <a:pt x="949" y="1795"/>
                    <a:pt x="949" y="2200"/>
                    <a:pt x="872" y="2598"/>
                  </a:cubicBezTo>
                  <a:lnTo>
                    <a:pt x="1398" y="2598"/>
                  </a:lnTo>
                  <a:lnTo>
                    <a:pt x="1398" y="2598"/>
                  </a:lnTo>
                  <a:cubicBezTo>
                    <a:pt x="1208" y="2666"/>
                    <a:pt x="1086" y="2846"/>
                    <a:pt x="1097" y="3049"/>
                  </a:cubicBezTo>
                  <a:close/>
                  <a:moveTo>
                    <a:pt x="1097" y="1096"/>
                  </a:moveTo>
                  <a:lnTo>
                    <a:pt x="1548" y="496"/>
                  </a:lnTo>
                  <a:cubicBezTo>
                    <a:pt x="1742" y="556"/>
                    <a:pt x="1905" y="691"/>
                    <a:pt x="1998" y="871"/>
                  </a:cubicBezTo>
                  <a:cubicBezTo>
                    <a:pt x="1998" y="871"/>
                    <a:pt x="1998" y="1322"/>
                    <a:pt x="1473" y="871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Content Placeholder 4">
              <a:extLst>
                <a:ext uri="{FF2B5EF4-FFF2-40B4-BE49-F238E27FC236}">
                  <a16:creationId xmlns:a16="http://schemas.microsoft.com/office/drawing/2014/main" id="{C5CD2FE5-3880-E3D0-BBE1-D74D69174234}"/>
                </a:ext>
              </a:extLst>
            </p:cNvPr>
            <p:cNvSpPr/>
            <p:nvPr/>
          </p:nvSpPr>
          <p:spPr>
            <a:xfrm>
              <a:off x="3662326" y="1841362"/>
              <a:ext cx="2545" cy="2765"/>
            </a:xfrm>
            <a:custGeom>
              <a:avLst/>
              <a:gdLst>
                <a:gd name="connsiteX0" fmla="*/ 1773 w 2545"/>
                <a:gd name="connsiteY0" fmla="*/ -30 h 2765"/>
                <a:gd name="connsiteX1" fmla="*/ 1773 w 2545"/>
                <a:gd name="connsiteY1" fmla="*/ -30 h 2765"/>
                <a:gd name="connsiteX2" fmla="*/ 1773 w 2545"/>
                <a:gd name="connsiteY2" fmla="*/ 1322 h 2765"/>
                <a:gd name="connsiteX3" fmla="*/ 466 w 2545"/>
                <a:gd name="connsiteY3" fmla="*/ 1765 h 2765"/>
                <a:gd name="connsiteX4" fmla="*/ 346 w 2545"/>
                <a:gd name="connsiteY4" fmla="*/ 1697 h 2765"/>
                <a:gd name="connsiteX5" fmla="*/ 1398 w 2545"/>
                <a:gd name="connsiteY5" fmla="*/ 196 h 2765"/>
                <a:gd name="connsiteX6" fmla="*/ 1398 w 2545"/>
                <a:gd name="connsiteY6" fmla="*/ 196 h 2765"/>
                <a:gd name="connsiteX7" fmla="*/ -29 w 2545"/>
                <a:gd name="connsiteY7" fmla="*/ 1772 h 2765"/>
                <a:gd name="connsiteX8" fmla="*/ -29 w 2545"/>
                <a:gd name="connsiteY8" fmla="*/ 2223 h 2765"/>
                <a:gd name="connsiteX9" fmla="*/ -29 w 2545"/>
                <a:gd name="connsiteY9" fmla="*/ 2223 h 2765"/>
                <a:gd name="connsiteX10" fmla="*/ 2224 w 2545"/>
                <a:gd name="connsiteY10" fmla="*/ 2223 h 2765"/>
                <a:gd name="connsiteX11" fmla="*/ 1853 w 2545"/>
                <a:gd name="connsiteY11" fmla="*/ 23 h 2765"/>
                <a:gd name="connsiteX12" fmla="*/ 1773 w 2545"/>
                <a:gd name="connsiteY12" fmla="*/ -30 h 2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45" h="2765">
                  <a:moveTo>
                    <a:pt x="1773" y="-30"/>
                  </a:moveTo>
                  <a:cubicBezTo>
                    <a:pt x="1773" y="-30"/>
                    <a:pt x="1323" y="-30"/>
                    <a:pt x="1773" y="-30"/>
                  </a:cubicBezTo>
                  <a:cubicBezTo>
                    <a:pt x="2074" y="368"/>
                    <a:pt x="2074" y="924"/>
                    <a:pt x="1773" y="1322"/>
                  </a:cubicBezTo>
                  <a:cubicBezTo>
                    <a:pt x="1535" y="1802"/>
                    <a:pt x="950" y="2005"/>
                    <a:pt x="466" y="1765"/>
                  </a:cubicBezTo>
                  <a:cubicBezTo>
                    <a:pt x="424" y="1750"/>
                    <a:pt x="385" y="1720"/>
                    <a:pt x="346" y="1697"/>
                  </a:cubicBezTo>
                  <a:lnTo>
                    <a:pt x="1398" y="196"/>
                  </a:lnTo>
                  <a:lnTo>
                    <a:pt x="1398" y="196"/>
                  </a:lnTo>
                  <a:lnTo>
                    <a:pt x="-29" y="1772"/>
                  </a:lnTo>
                  <a:cubicBezTo>
                    <a:pt x="-29" y="1772"/>
                    <a:pt x="-29" y="1772"/>
                    <a:pt x="-29" y="2223"/>
                  </a:cubicBezTo>
                  <a:lnTo>
                    <a:pt x="-29" y="2223"/>
                  </a:lnTo>
                  <a:cubicBezTo>
                    <a:pt x="496" y="3049"/>
                    <a:pt x="1698" y="2748"/>
                    <a:pt x="2224" y="2223"/>
                  </a:cubicBezTo>
                  <a:cubicBezTo>
                    <a:pt x="2729" y="1517"/>
                    <a:pt x="2563" y="526"/>
                    <a:pt x="1853" y="23"/>
                  </a:cubicBezTo>
                  <a:cubicBezTo>
                    <a:pt x="1827" y="8"/>
                    <a:pt x="1800" y="-15"/>
                    <a:pt x="1773" y="-30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Content Placeholder 4">
              <a:extLst>
                <a:ext uri="{FF2B5EF4-FFF2-40B4-BE49-F238E27FC236}">
                  <a16:creationId xmlns:a16="http://schemas.microsoft.com/office/drawing/2014/main" id="{0602F5DC-63AB-F665-D489-EE69F8BBD6BA}"/>
                </a:ext>
              </a:extLst>
            </p:cNvPr>
            <p:cNvSpPr/>
            <p:nvPr/>
          </p:nvSpPr>
          <p:spPr>
            <a:xfrm>
              <a:off x="3663153" y="1843164"/>
              <a:ext cx="2519" cy="2627"/>
            </a:xfrm>
            <a:custGeom>
              <a:avLst/>
              <a:gdLst>
                <a:gd name="connsiteX0" fmla="*/ 947 w 2519"/>
                <a:gd name="connsiteY0" fmla="*/ 1998 h 2627"/>
                <a:gd name="connsiteX1" fmla="*/ 572 w 2519"/>
                <a:gd name="connsiteY1" fmla="*/ 1998 h 2627"/>
                <a:gd name="connsiteX2" fmla="*/ 572 w 2519"/>
                <a:gd name="connsiteY2" fmla="*/ 1998 h 2627"/>
                <a:gd name="connsiteX3" fmla="*/ 947 w 2519"/>
                <a:gd name="connsiteY3" fmla="*/ 1547 h 2627"/>
                <a:gd name="connsiteX4" fmla="*/ 947 w 2519"/>
                <a:gd name="connsiteY4" fmla="*/ 1547 h 2627"/>
                <a:gd name="connsiteX5" fmla="*/ 947 w 2519"/>
                <a:gd name="connsiteY5" fmla="*/ 1547 h 2627"/>
                <a:gd name="connsiteX6" fmla="*/ 1698 w 2519"/>
                <a:gd name="connsiteY6" fmla="*/ 1547 h 2627"/>
                <a:gd name="connsiteX7" fmla="*/ 1698 w 2519"/>
                <a:gd name="connsiteY7" fmla="*/ 1096 h 2627"/>
                <a:gd name="connsiteX8" fmla="*/ 1172 w 2519"/>
                <a:gd name="connsiteY8" fmla="*/ 1096 h 2627"/>
                <a:gd name="connsiteX9" fmla="*/ 1172 w 2519"/>
                <a:gd name="connsiteY9" fmla="*/ 1096 h 2627"/>
                <a:gd name="connsiteX10" fmla="*/ 1773 w 2519"/>
                <a:gd name="connsiteY10" fmla="*/ 496 h 2627"/>
                <a:gd name="connsiteX11" fmla="*/ 1773 w 2519"/>
                <a:gd name="connsiteY11" fmla="*/ 496 h 2627"/>
                <a:gd name="connsiteX12" fmla="*/ 2224 w 2519"/>
                <a:gd name="connsiteY12" fmla="*/ 496 h 2627"/>
                <a:gd name="connsiteX13" fmla="*/ 2224 w 2519"/>
                <a:gd name="connsiteY13" fmla="*/ -30 h 2627"/>
                <a:gd name="connsiteX14" fmla="*/ 1773 w 2519"/>
                <a:gd name="connsiteY14" fmla="*/ -30 h 2627"/>
                <a:gd name="connsiteX15" fmla="*/ 1773 w 2519"/>
                <a:gd name="connsiteY15" fmla="*/ -30 h 2627"/>
                <a:gd name="connsiteX16" fmla="*/ 1773 w 2519"/>
                <a:gd name="connsiteY16" fmla="*/ -30 h 2627"/>
                <a:gd name="connsiteX17" fmla="*/ 647 w 2519"/>
                <a:gd name="connsiteY17" fmla="*/ 1021 h 2627"/>
                <a:gd name="connsiteX18" fmla="*/ -29 w 2519"/>
                <a:gd name="connsiteY18" fmla="*/ 1847 h 2627"/>
                <a:gd name="connsiteX19" fmla="*/ 496 w 2519"/>
                <a:gd name="connsiteY19" fmla="*/ 2598 h 2627"/>
                <a:gd name="connsiteX20" fmla="*/ 1247 w 2519"/>
                <a:gd name="connsiteY20" fmla="*/ 2598 h 2627"/>
                <a:gd name="connsiteX21" fmla="*/ 947 w 2519"/>
                <a:gd name="connsiteY21" fmla="*/ 1998 h 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519" h="2627">
                  <a:moveTo>
                    <a:pt x="947" y="1998"/>
                  </a:moveTo>
                  <a:lnTo>
                    <a:pt x="572" y="1998"/>
                  </a:lnTo>
                  <a:cubicBezTo>
                    <a:pt x="572" y="1998"/>
                    <a:pt x="572" y="1998"/>
                    <a:pt x="572" y="1998"/>
                  </a:cubicBezTo>
                  <a:cubicBezTo>
                    <a:pt x="572" y="1998"/>
                    <a:pt x="572" y="1998"/>
                    <a:pt x="947" y="1547"/>
                  </a:cubicBezTo>
                  <a:lnTo>
                    <a:pt x="947" y="1547"/>
                  </a:lnTo>
                  <a:cubicBezTo>
                    <a:pt x="947" y="1547"/>
                    <a:pt x="947" y="1547"/>
                    <a:pt x="947" y="1547"/>
                  </a:cubicBezTo>
                  <a:cubicBezTo>
                    <a:pt x="1185" y="1660"/>
                    <a:pt x="1460" y="1660"/>
                    <a:pt x="1698" y="1547"/>
                  </a:cubicBezTo>
                  <a:cubicBezTo>
                    <a:pt x="1698" y="1547"/>
                    <a:pt x="1698" y="1547"/>
                    <a:pt x="1698" y="1096"/>
                  </a:cubicBezTo>
                  <a:lnTo>
                    <a:pt x="1172" y="1096"/>
                  </a:lnTo>
                  <a:lnTo>
                    <a:pt x="1172" y="1096"/>
                  </a:lnTo>
                  <a:lnTo>
                    <a:pt x="1773" y="496"/>
                  </a:lnTo>
                  <a:cubicBezTo>
                    <a:pt x="1773" y="496"/>
                    <a:pt x="1773" y="496"/>
                    <a:pt x="1773" y="496"/>
                  </a:cubicBezTo>
                  <a:lnTo>
                    <a:pt x="2224" y="496"/>
                  </a:lnTo>
                  <a:cubicBezTo>
                    <a:pt x="2224" y="496"/>
                    <a:pt x="2825" y="496"/>
                    <a:pt x="2224" y="-30"/>
                  </a:cubicBezTo>
                  <a:lnTo>
                    <a:pt x="1773" y="-30"/>
                  </a:lnTo>
                  <a:cubicBezTo>
                    <a:pt x="1773" y="-30"/>
                    <a:pt x="1773" y="-30"/>
                    <a:pt x="1773" y="-30"/>
                  </a:cubicBezTo>
                  <a:cubicBezTo>
                    <a:pt x="1773" y="-30"/>
                    <a:pt x="1773" y="-30"/>
                    <a:pt x="1773" y="-30"/>
                  </a:cubicBezTo>
                  <a:lnTo>
                    <a:pt x="647" y="1021"/>
                  </a:lnTo>
                  <a:cubicBezTo>
                    <a:pt x="647" y="1021"/>
                    <a:pt x="46" y="1547"/>
                    <a:pt x="-29" y="1847"/>
                  </a:cubicBezTo>
                  <a:cubicBezTo>
                    <a:pt x="11" y="2170"/>
                    <a:pt x="207" y="2448"/>
                    <a:pt x="496" y="2598"/>
                  </a:cubicBezTo>
                  <a:cubicBezTo>
                    <a:pt x="496" y="2598"/>
                    <a:pt x="947" y="2598"/>
                    <a:pt x="1247" y="2598"/>
                  </a:cubicBezTo>
                  <a:cubicBezTo>
                    <a:pt x="1548" y="2598"/>
                    <a:pt x="947" y="1998"/>
                    <a:pt x="947" y="1998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Content Placeholder 4">
              <a:extLst>
                <a:ext uri="{FF2B5EF4-FFF2-40B4-BE49-F238E27FC236}">
                  <a16:creationId xmlns:a16="http://schemas.microsoft.com/office/drawing/2014/main" id="{5FE1F699-EC71-3AC5-55FE-DF9E0A236B8F}"/>
                </a:ext>
              </a:extLst>
            </p:cNvPr>
            <p:cNvSpPr/>
            <p:nvPr/>
          </p:nvSpPr>
          <p:spPr>
            <a:xfrm>
              <a:off x="3665105" y="1843990"/>
              <a:ext cx="2647" cy="3829"/>
            </a:xfrm>
            <a:custGeom>
              <a:avLst/>
              <a:gdLst>
                <a:gd name="connsiteX0" fmla="*/ 1473 w 2647"/>
                <a:gd name="connsiteY0" fmla="*/ 3349 h 3829"/>
                <a:gd name="connsiteX1" fmla="*/ 872 w 2647"/>
                <a:gd name="connsiteY1" fmla="*/ 1847 h 3829"/>
                <a:gd name="connsiteX2" fmla="*/ 1623 w 2647"/>
                <a:gd name="connsiteY2" fmla="*/ 1847 h 3829"/>
                <a:gd name="connsiteX3" fmla="*/ 2299 w 2647"/>
                <a:gd name="connsiteY3" fmla="*/ 1847 h 3829"/>
                <a:gd name="connsiteX4" fmla="*/ 1848 w 2647"/>
                <a:gd name="connsiteY4" fmla="*/ -30 h 3829"/>
                <a:gd name="connsiteX5" fmla="*/ 1848 w 2647"/>
                <a:gd name="connsiteY5" fmla="*/ -30 h 3829"/>
                <a:gd name="connsiteX6" fmla="*/ -29 w 2647"/>
                <a:gd name="connsiteY6" fmla="*/ 1847 h 3829"/>
                <a:gd name="connsiteX7" fmla="*/ 421 w 2647"/>
                <a:gd name="connsiteY7" fmla="*/ 2223 h 3829"/>
                <a:gd name="connsiteX8" fmla="*/ 421 w 2647"/>
                <a:gd name="connsiteY8" fmla="*/ 1847 h 3829"/>
                <a:gd name="connsiteX9" fmla="*/ 421 w 2647"/>
                <a:gd name="connsiteY9" fmla="*/ 1847 h 3829"/>
                <a:gd name="connsiteX10" fmla="*/ 421 w 2647"/>
                <a:gd name="connsiteY10" fmla="*/ 3124 h 3829"/>
                <a:gd name="connsiteX11" fmla="*/ 1473 w 2647"/>
                <a:gd name="connsiteY11" fmla="*/ 3349 h 3829"/>
                <a:gd name="connsiteX12" fmla="*/ 1473 w 2647"/>
                <a:gd name="connsiteY12" fmla="*/ 1247 h 3829"/>
                <a:gd name="connsiteX13" fmla="*/ 1473 w 2647"/>
                <a:gd name="connsiteY13" fmla="*/ 1247 h 3829"/>
                <a:gd name="connsiteX14" fmla="*/ 2149 w 2647"/>
                <a:gd name="connsiteY14" fmla="*/ 421 h 3829"/>
                <a:gd name="connsiteX15" fmla="*/ 2599 w 2647"/>
                <a:gd name="connsiteY15" fmla="*/ 1247 h 3829"/>
                <a:gd name="connsiteX16" fmla="*/ 1172 w 2647"/>
                <a:gd name="connsiteY16" fmla="*/ 1397 h 3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647" h="3829">
                  <a:moveTo>
                    <a:pt x="1473" y="3349"/>
                  </a:moveTo>
                  <a:cubicBezTo>
                    <a:pt x="1473" y="3349"/>
                    <a:pt x="1022" y="1697"/>
                    <a:pt x="872" y="1847"/>
                  </a:cubicBezTo>
                  <a:cubicBezTo>
                    <a:pt x="722" y="1998"/>
                    <a:pt x="1473" y="1847"/>
                    <a:pt x="1623" y="1847"/>
                  </a:cubicBezTo>
                  <a:cubicBezTo>
                    <a:pt x="1842" y="1922"/>
                    <a:pt x="2080" y="1922"/>
                    <a:pt x="2299" y="1847"/>
                  </a:cubicBezTo>
                  <a:cubicBezTo>
                    <a:pt x="3050" y="1322"/>
                    <a:pt x="2299" y="271"/>
                    <a:pt x="1848" y="-30"/>
                  </a:cubicBezTo>
                  <a:lnTo>
                    <a:pt x="1848" y="-30"/>
                  </a:lnTo>
                  <a:lnTo>
                    <a:pt x="-29" y="1847"/>
                  </a:lnTo>
                  <a:cubicBezTo>
                    <a:pt x="-29" y="1847"/>
                    <a:pt x="-29" y="2523"/>
                    <a:pt x="421" y="2223"/>
                  </a:cubicBezTo>
                  <a:lnTo>
                    <a:pt x="421" y="1847"/>
                  </a:lnTo>
                  <a:lnTo>
                    <a:pt x="421" y="1847"/>
                  </a:lnTo>
                  <a:cubicBezTo>
                    <a:pt x="454" y="2275"/>
                    <a:pt x="454" y="2696"/>
                    <a:pt x="421" y="3124"/>
                  </a:cubicBezTo>
                  <a:cubicBezTo>
                    <a:pt x="872" y="4100"/>
                    <a:pt x="1548" y="3875"/>
                    <a:pt x="1473" y="3349"/>
                  </a:cubicBezTo>
                  <a:close/>
                  <a:moveTo>
                    <a:pt x="1473" y="1247"/>
                  </a:moveTo>
                  <a:lnTo>
                    <a:pt x="1473" y="1247"/>
                  </a:lnTo>
                  <a:lnTo>
                    <a:pt x="2149" y="421"/>
                  </a:lnTo>
                  <a:cubicBezTo>
                    <a:pt x="2457" y="578"/>
                    <a:pt x="2636" y="901"/>
                    <a:pt x="2599" y="1247"/>
                  </a:cubicBezTo>
                  <a:cubicBezTo>
                    <a:pt x="2599" y="1247"/>
                    <a:pt x="1398" y="1472"/>
                    <a:pt x="1172" y="1397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Content Placeholder 4">
              <a:extLst>
                <a:ext uri="{FF2B5EF4-FFF2-40B4-BE49-F238E27FC236}">
                  <a16:creationId xmlns:a16="http://schemas.microsoft.com/office/drawing/2014/main" id="{0CB07B7D-9FD1-7A7E-022A-F26386FA1775}"/>
                </a:ext>
              </a:extLst>
            </p:cNvPr>
            <p:cNvSpPr/>
            <p:nvPr/>
          </p:nvSpPr>
          <p:spPr>
            <a:xfrm>
              <a:off x="3682846" y="1777827"/>
              <a:ext cx="44692" cy="41532"/>
            </a:xfrm>
            <a:custGeom>
              <a:avLst/>
              <a:gdLst>
                <a:gd name="connsiteX0" fmla="*/ 37128 w 44692"/>
                <a:gd name="connsiteY0" fmla="*/ 38952 h 41532"/>
                <a:gd name="connsiteX1" fmla="*/ 40358 w 44692"/>
                <a:gd name="connsiteY1" fmla="*/ 41205 h 41532"/>
                <a:gd name="connsiteX2" fmla="*/ 44366 w 44692"/>
                <a:gd name="connsiteY2" fmla="*/ 39801 h 41532"/>
                <a:gd name="connsiteX3" fmla="*/ 44263 w 44692"/>
                <a:gd name="connsiteY3" fmla="*/ 37000 h 41532"/>
                <a:gd name="connsiteX4" fmla="*/ 42010 w 44692"/>
                <a:gd name="connsiteY4" fmla="*/ 34147 h 41532"/>
                <a:gd name="connsiteX5" fmla="*/ 37504 w 44692"/>
                <a:gd name="connsiteY5" fmla="*/ 29867 h 41532"/>
                <a:gd name="connsiteX6" fmla="*/ 17152 w 44692"/>
                <a:gd name="connsiteY6" fmla="*/ 11622 h 41532"/>
                <a:gd name="connsiteX7" fmla="*/ 13847 w 44692"/>
                <a:gd name="connsiteY7" fmla="*/ 8693 h 41532"/>
                <a:gd name="connsiteX8" fmla="*/ 4234 w 44692"/>
                <a:gd name="connsiteY8" fmla="*/ 734 h 41532"/>
                <a:gd name="connsiteX9" fmla="*/ 2057 w 44692"/>
                <a:gd name="connsiteY9" fmla="*/ 59 h 41532"/>
                <a:gd name="connsiteX10" fmla="*/ 1155 w 44692"/>
                <a:gd name="connsiteY10" fmla="*/ 960 h 41532"/>
                <a:gd name="connsiteX11" fmla="*/ 1681 w 44692"/>
                <a:gd name="connsiteY11" fmla="*/ 5615 h 41532"/>
                <a:gd name="connsiteX12" fmla="*/ 6788 w 44692"/>
                <a:gd name="connsiteY12" fmla="*/ 10420 h 41532"/>
                <a:gd name="connsiteX13" fmla="*/ 17001 w 44692"/>
                <a:gd name="connsiteY13" fmla="*/ 20106 h 41532"/>
                <a:gd name="connsiteX14" fmla="*/ 27215 w 44692"/>
                <a:gd name="connsiteY14" fmla="*/ 29717 h 41532"/>
                <a:gd name="connsiteX15" fmla="*/ 32322 w 44692"/>
                <a:gd name="connsiteY15" fmla="*/ 34447 h 41532"/>
                <a:gd name="connsiteX16" fmla="*/ 37128 w 44692"/>
                <a:gd name="connsiteY16" fmla="*/ 38952 h 4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4692" h="41532">
                  <a:moveTo>
                    <a:pt x="37128" y="38952"/>
                  </a:moveTo>
                  <a:cubicBezTo>
                    <a:pt x="38038" y="39921"/>
                    <a:pt x="39137" y="40687"/>
                    <a:pt x="40358" y="41205"/>
                  </a:cubicBezTo>
                  <a:cubicBezTo>
                    <a:pt x="41853" y="41926"/>
                    <a:pt x="43648" y="41295"/>
                    <a:pt x="44366" y="39801"/>
                  </a:cubicBezTo>
                  <a:cubicBezTo>
                    <a:pt x="44796" y="38907"/>
                    <a:pt x="44757" y="37856"/>
                    <a:pt x="44263" y="37000"/>
                  </a:cubicBezTo>
                  <a:cubicBezTo>
                    <a:pt x="43709" y="35911"/>
                    <a:pt x="42943" y="34943"/>
                    <a:pt x="42010" y="34147"/>
                  </a:cubicBezTo>
                  <a:lnTo>
                    <a:pt x="37504" y="29867"/>
                  </a:lnTo>
                  <a:cubicBezTo>
                    <a:pt x="30895" y="23635"/>
                    <a:pt x="24061" y="17628"/>
                    <a:pt x="17152" y="11622"/>
                  </a:cubicBezTo>
                  <a:lnTo>
                    <a:pt x="13847" y="8693"/>
                  </a:lnTo>
                  <a:cubicBezTo>
                    <a:pt x="10693" y="5990"/>
                    <a:pt x="7614" y="3212"/>
                    <a:pt x="4234" y="734"/>
                  </a:cubicBezTo>
                  <a:cubicBezTo>
                    <a:pt x="3634" y="284"/>
                    <a:pt x="2808" y="-242"/>
                    <a:pt x="2057" y="59"/>
                  </a:cubicBezTo>
                  <a:cubicBezTo>
                    <a:pt x="1685" y="276"/>
                    <a:pt x="1375" y="584"/>
                    <a:pt x="1155" y="960"/>
                  </a:cubicBezTo>
                  <a:cubicBezTo>
                    <a:pt x="-572" y="3287"/>
                    <a:pt x="-422" y="3663"/>
                    <a:pt x="1681" y="5615"/>
                  </a:cubicBezTo>
                  <a:cubicBezTo>
                    <a:pt x="3784" y="7567"/>
                    <a:pt x="5061" y="8843"/>
                    <a:pt x="6788" y="10420"/>
                  </a:cubicBezTo>
                  <a:lnTo>
                    <a:pt x="17001" y="20106"/>
                  </a:lnTo>
                  <a:lnTo>
                    <a:pt x="27215" y="29717"/>
                  </a:lnTo>
                  <a:lnTo>
                    <a:pt x="32322" y="34447"/>
                  </a:lnTo>
                  <a:cubicBezTo>
                    <a:pt x="33754" y="36122"/>
                    <a:pt x="35366" y="37631"/>
                    <a:pt x="37128" y="38952"/>
                  </a:cubicBezTo>
                  <a:close/>
                </a:path>
              </a:pathLst>
            </a:custGeom>
            <a:solidFill>
              <a:srgbClr val="B3BF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55" name="Picture 54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877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3"/>
          <p:cNvSpPr>
            <a:spLocks noGrp="1"/>
          </p:cNvSpPr>
          <p:nvPr>
            <p:ph type="title" hasCustomPrompt="1"/>
          </p:nvPr>
        </p:nvSpPr>
        <p:spPr>
          <a:xfrm>
            <a:off x="510280" y="546346"/>
            <a:ext cx="11066200" cy="838571"/>
          </a:xfrm>
        </p:spPr>
        <p:txBody>
          <a:bodyPr anchor="t">
            <a:noAutofit/>
          </a:bodyPr>
          <a:lstStyle>
            <a:lvl1pPr algn="l">
              <a:defRPr sz="2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>
            <a:off x="8484433" y="0"/>
            <a:ext cx="3707567" cy="3548694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0800000">
            <a:off x="-2" y="4867666"/>
            <a:ext cx="1747157" cy="1543515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034533-C4C1-00A9-9D5B-F8859872188E}"/>
              </a:ext>
            </a:extLst>
          </p:cNvPr>
          <p:cNvSpPr/>
          <p:nvPr userDrawn="1"/>
        </p:nvSpPr>
        <p:spPr>
          <a:xfrm>
            <a:off x="796459" y="2811266"/>
            <a:ext cx="3147179" cy="262168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AC85ED9-3A1F-CF49-D2AF-371F1CAFAF01}"/>
              </a:ext>
            </a:extLst>
          </p:cNvPr>
          <p:cNvSpPr/>
          <p:nvPr userDrawn="1"/>
        </p:nvSpPr>
        <p:spPr>
          <a:xfrm>
            <a:off x="510280" y="2548136"/>
            <a:ext cx="3231192" cy="2714371"/>
          </a:xfrm>
          <a:prstGeom prst="rect">
            <a:avLst/>
          </a:prstGeom>
          <a:solidFill>
            <a:srgbClr val="FEFFFD"/>
          </a:solidFill>
          <a:ln>
            <a:noFill/>
          </a:ln>
          <a:effectLst>
            <a:outerShdw blurRad="118961" dist="38100" dir="2700000" algn="tl" rotWithShape="0">
              <a:prstClr val="black">
                <a:alpha val="2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endParaRPr lang="en-GB" sz="1400">
              <a:solidFill>
                <a:schemeClr val="accent6">
                  <a:lumMod val="25000"/>
                </a:schemeClr>
              </a:solidFill>
              <a:latin typeface="Helvetica" pitchFamily="2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396DB08-E236-EBBA-CB57-BF035E590377}"/>
              </a:ext>
            </a:extLst>
          </p:cNvPr>
          <p:cNvSpPr/>
          <p:nvPr userDrawn="1"/>
        </p:nvSpPr>
        <p:spPr>
          <a:xfrm>
            <a:off x="510280" y="2521864"/>
            <a:ext cx="3229529" cy="797435"/>
          </a:xfrm>
          <a:prstGeom prst="rect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>
                  <a:alpha val="91038"/>
                </a:schemeClr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D72B20EA-F89D-0BEE-6ED3-713EFE8314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7271" y="2511080"/>
            <a:ext cx="3231192" cy="797434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 b="1" baseline="0">
                <a:solidFill>
                  <a:srgbClr val="FEFCF9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Title</a:t>
            </a:r>
          </a:p>
        </p:txBody>
      </p:sp>
      <p:sp>
        <p:nvSpPr>
          <p:cNvPr id="35" name="Text Placeholder 10">
            <a:extLst>
              <a:ext uri="{FF2B5EF4-FFF2-40B4-BE49-F238E27FC236}">
                <a16:creationId xmlns:a16="http://schemas.microsoft.com/office/drawing/2014/main" id="{2A5D5DC0-8236-31B1-2AEC-CFF95D89D46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7271" y="3313768"/>
            <a:ext cx="3203836" cy="19993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C5CEB8-B5D0-D349-B918-BA88FB9EC9A9}"/>
              </a:ext>
            </a:extLst>
          </p:cNvPr>
          <p:cNvSpPr/>
          <p:nvPr userDrawn="1"/>
        </p:nvSpPr>
        <p:spPr>
          <a:xfrm>
            <a:off x="4521439" y="2844539"/>
            <a:ext cx="3147179" cy="262168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F4D8CA-FFA4-A585-EACC-B84A4697786C}"/>
              </a:ext>
            </a:extLst>
          </p:cNvPr>
          <p:cNvSpPr/>
          <p:nvPr userDrawn="1"/>
        </p:nvSpPr>
        <p:spPr>
          <a:xfrm>
            <a:off x="4235260" y="2581409"/>
            <a:ext cx="3231192" cy="2714371"/>
          </a:xfrm>
          <a:prstGeom prst="rect">
            <a:avLst/>
          </a:prstGeom>
          <a:solidFill>
            <a:srgbClr val="FEFFFD"/>
          </a:solidFill>
          <a:ln>
            <a:noFill/>
          </a:ln>
          <a:effectLst>
            <a:outerShdw blurRad="118961" dist="38100" dir="2700000" algn="tl" rotWithShape="0">
              <a:prstClr val="black">
                <a:alpha val="2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endParaRPr lang="en-GB" sz="1400">
              <a:solidFill>
                <a:schemeClr val="accent6">
                  <a:lumMod val="25000"/>
                </a:schemeClr>
              </a:solidFill>
              <a:latin typeface="Helvetica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66911E-71A5-D17B-4D04-F133BB7AC585}"/>
              </a:ext>
            </a:extLst>
          </p:cNvPr>
          <p:cNvSpPr/>
          <p:nvPr userDrawn="1"/>
        </p:nvSpPr>
        <p:spPr>
          <a:xfrm>
            <a:off x="4235260" y="2555137"/>
            <a:ext cx="3229529" cy="797435"/>
          </a:xfrm>
          <a:prstGeom prst="rect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>
                  <a:alpha val="91038"/>
                </a:schemeClr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963190BB-53C0-A1D2-E246-F04A574382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62251" y="2544353"/>
            <a:ext cx="3231192" cy="797434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 b="1" baseline="0">
                <a:solidFill>
                  <a:srgbClr val="FEFCF9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Title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938604C2-F37C-5DF3-BC37-090B5FECC9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62251" y="3347041"/>
            <a:ext cx="3203836" cy="19993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DF65A88-105B-CDC6-A3DD-8A4C0D730419}"/>
              </a:ext>
            </a:extLst>
          </p:cNvPr>
          <p:cNvSpPr/>
          <p:nvPr userDrawn="1"/>
        </p:nvSpPr>
        <p:spPr>
          <a:xfrm>
            <a:off x="8328565" y="2868500"/>
            <a:ext cx="3147179" cy="262168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F070E7A-C5BF-8AEA-1DCE-0606E08DCDAE}"/>
              </a:ext>
            </a:extLst>
          </p:cNvPr>
          <p:cNvSpPr/>
          <p:nvPr userDrawn="1"/>
        </p:nvSpPr>
        <p:spPr>
          <a:xfrm>
            <a:off x="8042386" y="2605370"/>
            <a:ext cx="3231192" cy="2714371"/>
          </a:xfrm>
          <a:prstGeom prst="rect">
            <a:avLst/>
          </a:prstGeom>
          <a:solidFill>
            <a:srgbClr val="FEFFFD"/>
          </a:solidFill>
          <a:ln>
            <a:noFill/>
          </a:ln>
          <a:effectLst>
            <a:outerShdw blurRad="118961" dist="38100" dir="2700000" algn="tl" rotWithShape="0">
              <a:prstClr val="black">
                <a:alpha val="2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endParaRPr lang="en-GB" sz="1400">
              <a:solidFill>
                <a:schemeClr val="accent6">
                  <a:lumMod val="25000"/>
                </a:schemeClr>
              </a:solidFill>
              <a:latin typeface="Helvetica" pitchFamily="2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53CD7AA-AB19-27BF-DBA2-F77368785778}"/>
              </a:ext>
            </a:extLst>
          </p:cNvPr>
          <p:cNvSpPr/>
          <p:nvPr userDrawn="1"/>
        </p:nvSpPr>
        <p:spPr>
          <a:xfrm>
            <a:off x="8042386" y="2579098"/>
            <a:ext cx="3229529" cy="797435"/>
          </a:xfrm>
          <a:prstGeom prst="rect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>
                  <a:alpha val="91038"/>
                </a:schemeClr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2C038349-E2EA-D477-CAE5-49EA8154B7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69377" y="2568314"/>
            <a:ext cx="3231192" cy="797434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 b="1" baseline="0">
                <a:solidFill>
                  <a:srgbClr val="FEFCF9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Title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51E72A28-7FC1-DC1E-C3C3-8510D0A84F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9377" y="3371002"/>
            <a:ext cx="3203836" cy="19993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04F73FE8-922F-017A-13D2-534FEC4C91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0280" y="1427773"/>
            <a:ext cx="11066200" cy="90036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pic>
        <p:nvPicPr>
          <p:cNvPr id="28" name="Picture 27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3479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3"/>
          <p:cNvSpPr>
            <a:spLocks noGrp="1"/>
          </p:cNvSpPr>
          <p:nvPr>
            <p:ph type="title" hasCustomPrompt="1"/>
          </p:nvPr>
        </p:nvSpPr>
        <p:spPr>
          <a:xfrm>
            <a:off x="510280" y="546346"/>
            <a:ext cx="11066200" cy="838571"/>
          </a:xfrm>
        </p:spPr>
        <p:txBody>
          <a:bodyPr anchor="t">
            <a:noAutofit/>
          </a:bodyPr>
          <a:lstStyle>
            <a:lvl1pPr algn="l">
              <a:defRPr sz="2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>
            <a:off x="8484433" y="0"/>
            <a:ext cx="3707567" cy="3548694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0800000">
            <a:off x="-2" y="4867666"/>
            <a:ext cx="1747157" cy="1543515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034533-C4C1-00A9-9D5B-F8859872188E}"/>
              </a:ext>
            </a:extLst>
          </p:cNvPr>
          <p:cNvSpPr/>
          <p:nvPr userDrawn="1"/>
        </p:nvSpPr>
        <p:spPr>
          <a:xfrm>
            <a:off x="2033335" y="2876619"/>
            <a:ext cx="3527048" cy="29381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AC85ED9-3A1F-CF49-D2AF-371F1CAFAF01}"/>
              </a:ext>
            </a:extLst>
          </p:cNvPr>
          <p:cNvSpPr/>
          <p:nvPr userDrawn="1"/>
        </p:nvSpPr>
        <p:spPr>
          <a:xfrm>
            <a:off x="1747155" y="2613490"/>
            <a:ext cx="3621201" cy="3041999"/>
          </a:xfrm>
          <a:prstGeom prst="rect">
            <a:avLst/>
          </a:prstGeom>
          <a:solidFill>
            <a:srgbClr val="FEFFFD"/>
          </a:solidFill>
          <a:ln>
            <a:noFill/>
          </a:ln>
          <a:effectLst>
            <a:outerShdw blurRad="118961" dist="38100" dir="2700000" algn="tl" rotWithShape="0">
              <a:prstClr val="black">
                <a:alpha val="2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endParaRPr lang="en-GB" sz="1400">
              <a:solidFill>
                <a:schemeClr val="accent6">
                  <a:lumMod val="25000"/>
                </a:schemeClr>
              </a:solidFill>
              <a:latin typeface="Helvetica" pitchFamily="2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396DB08-E236-EBBA-CB57-BF035E590377}"/>
              </a:ext>
            </a:extLst>
          </p:cNvPr>
          <p:cNvSpPr/>
          <p:nvPr userDrawn="1"/>
        </p:nvSpPr>
        <p:spPr>
          <a:xfrm>
            <a:off x="1747156" y="2587218"/>
            <a:ext cx="3619338" cy="893687"/>
          </a:xfrm>
          <a:prstGeom prst="rect">
            <a:avLst/>
          </a:prstGeom>
          <a:gradFill>
            <a:gsLst>
              <a:gs pos="74000">
                <a:srgbClr val="9FBCA2"/>
              </a:gs>
              <a:gs pos="100000">
                <a:schemeClr val="tx1">
                  <a:lumMod val="40000"/>
                  <a:lumOff val="60000"/>
                </a:schemeClr>
              </a:gs>
              <a:gs pos="36000">
                <a:schemeClr val="tx1"/>
              </a:gs>
              <a:gs pos="0">
                <a:srgbClr val="6F9B8A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363"/>
            <a:endParaRPr lang="en-US" sz="3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35" name="Text Placeholder 10">
            <a:extLst>
              <a:ext uri="{FF2B5EF4-FFF2-40B4-BE49-F238E27FC236}">
                <a16:creationId xmlns:a16="http://schemas.microsoft.com/office/drawing/2014/main" id="{2A5D5DC0-8236-31B1-2AEC-CFF95D89D46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77139" y="3379121"/>
            <a:ext cx="3361067" cy="224066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C5CEB8-B5D0-D349-B918-BA88FB9EC9A9}"/>
              </a:ext>
            </a:extLst>
          </p:cNvPr>
          <p:cNvSpPr/>
          <p:nvPr userDrawn="1"/>
        </p:nvSpPr>
        <p:spPr>
          <a:xfrm>
            <a:off x="6787813" y="2876619"/>
            <a:ext cx="3527048" cy="29381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F4D8CA-FFA4-A585-EACC-B84A4697786C}"/>
              </a:ext>
            </a:extLst>
          </p:cNvPr>
          <p:cNvSpPr/>
          <p:nvPr userDrawn="1"/>
        </p:nvSpPr>
        <p:spPr>
          <a:xfrm>
            <a:off x="6501633" y="2613490"/>
            <a:ext cx="3621201" cy="3041999"/>
          </a:xfrm>
          <a:prstGeom prst="rect">
            <a:avLst/>
          </a:prstGeom>
          <a:solidFill>
            <a:srgbClr val="FEFFFD"/>
          </a:solidFill>
          <a:ln>
            <a:noFill/>
          </a:ln>
          <a:effectLst>
            <a:outerShdw blurRad="118961" dist="38100" dir="2700000" algn="tl" rotWithShape="0">
              <a:prstClr val="black">
                <a:alpha val="26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endParaRPr lang="en-GB" sz="1400">
              <a:solidFill>
                <a:schemeClr val="accent6">
                  <a:lumMod val="25000"/>
                </a:schemeClr>
              </a:solidFill>
              <a:latin typeface="Helvetica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66911E-71A5-D17B-4D04-F133BB7AC585}"/>
              </a:ext>
            </a:extLst>
          </p:cNvPr>
          <p:cNvSpPr/>
          <p:nvPr userDrawn="1"/>
        </p:nvSpPr>
        <p:spPr>
          <a:xfrm>
            <a:off x="6501634" y="2587218"/>
            <a:ext cx="3619338" cy="893687"/>
          </a:xfrm>
          <a:prstGeom prst="rect">
            <a:avLst/>
          </a:prstGeom>
          <a:gradFill>
            <a:gsLst>
              <a:gs pos="74000">
                <a:srgbClr val="9FBCA2"/>
              </a:gs>
              <a:gs pos="100000">
                <a:schemeClr val="tx1">
                  <a:lumMod val="40000"/>
                  <a:lumOff val="60000"/>
                </a:schemeClr>
              </a:gs>
              <a:gs pos="36000">
                <a:schemeClr val="tx1"/>
              </a:gs>
              <a:gs pos="0">
                <a:srgbClr val="6F9B8A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363"/>
            <a:endParaRPr lang="en-US" sz="3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938604C2-F37C-5DF3-BC37-090B5FECC9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1617" y="3379121"/>
            <a:ext cx="3361067" cy="224066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04F73FE8-922F-017A-13D2-534FEC4C91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0280" y="1427773"/>
            <a:ext cx="11066200" cy="90036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A6C9100F-8477-653E-394B-5F208A64E3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74146" y="2576433"/>
            <a:ext cx="3621201" cy="893685"/>
          </a:xfrm>
        </p:spPr>
        <p:txBody>
          <a:bodyPr anchor="ctr">
            <a:normAutofit/>
          </a:bodyPr>
          <a:lstStyle>
            <a:lvl1pPr marL="0" indent="0" algn="ctr">
              <a:buNone/>
              <a:defRPr sz="2800" b="1" baseline="0">
                <a:solidFill>
                  <a:srgbClr val="FEFCF9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Title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C91EF0EF-C3D8-2A49-446F-A85AF12FE82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28624" y="2576433"/>
            <a:ext cx="3621201" cy="893685"/>
          </a:xfrm>
        </p:spPr>
        <p:txBody>
          <a:bodyPr anchor="ctr">
            <a:normAutofit/>
          </a:bodyPr>
          <a:lstStyle>
            <a:lvl1pPr marL="0" indent="0" algn="ctr">
              <a:buNone/>
              <a:defRPr sz="2800" b="1" baseline="0">
                <a:solidFill>
                  <a:srgbClr val="FEFCF9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Title</a:t>
            </a:r>
          </a:p>
        </p:txBody>
      </p:sp>
      <p:pic>
        <p:nvPicPr>
          <p:cNvPr id="21" name="Picture 20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0532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3"/>
          <p:cNvSpPr>
            <a:spLocks noGrp="1"/>
          </p:cNvSpPr>
          <p:nvPr>
            <p:ph type="title" hasCustomPrompt="1"/>
          </p:nvPr>
        </p:nvSpPr>
        <p:spPr>
          <a:xfrm>
            <a:off x="510280" y="546346"/>
            <a:ext cx="8793973" cy="838571"/>
          </a:xfrm>
        </p:spPr>
        <p:txBody>
          <a:bodyPr anchor="t">
            <a:noAutofit/>
          </a:bodyPr>
          <a:lstStyle>
            <a:lvl1pPr algn="l">
              <a:defRPr sz="2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497858" y="4727822"/>
            <a:ext cx="1961590" cy="10973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 rot="5400000">
            <a:off x="7361846" y="1581027"/>
            <a:ext cx="4935910" cy="4724401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0800000">
            <a:off x="-12424" y="5111092"/>
            <a:ext cx="1747157" cy="1543515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36EB349-D40C-FEDB-079B-A1BFFE4675ED}"/>
              </a:ext>
            </a:extLst>
          </p:cNvPr>
          <p:cNvGrpSpPr/>
          <p:nvPr userDrawn="1"/>
        </p:nvGrpSpPr>
        <p:grpSpPr>
          <a:xfrm>
            <a:off x="551741" y="2513154"/>
            <a:ext cx="9060848" cy="1958372"/>
            <a:chOff x="724690" y="1393725"/>
            <a:chExt cx="10843276" cy="2343618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C7D6C9A-2088-5C7C-7458-6C479DBD5FF0}"/>
                </a:ext>
              </a:extLst>
            </p:cNvPr>
            <p:cNvSpPr/>
            <p:nvPr/>
          </p:nvSpPr>
          <p:spPr>
            <a:xfrm>
              <a:off x="3528301" y="1393725"/>
              <a:ext cx="2347469" cy="2343618"/>
            </a:xfrm>
            <a:prstGeom prst="ellipse">
              <a:avLst/>
            </a:prstGeom>
            <a:gradFill>
              <a:gsLst>
                <a:gs pos="74000">
                  <a:srgbClr val="9FBCA2"/>
                </a:gs>
                <a:gs pos="100000">
                  <a:schemeClr val="tx1">
                    <a:lumMod val="40000"/>
                    <a:lumOff val="60000"/>
                  </a:schemeClr>
                </a:gs>
                <a:gs pos="36000">
                  <a:schemeClr val="tx1"/>
                </a:gs>
                <a:gs pos="0">
                  <a:srgbClr val="6F9B8A"/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63"/>
              <a:endParaRPr lang="en-US" sz="3600" b="1">
                <a:solidFill>
                  <a:srgbClr val="FFFFFF"/>
                </a:solidFill>
                <a:latin typeface="Georgia" panose="02040502050405020303" pitchFamily="18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BA10394-728D-A06B-C437-6BA6B4D80744}"/>
                </a:ext>
              </a:extLst>
            </p:cNvPr>
            <p:cNvSpPr/>
            <p:nvPr/>
          </p:nvSpPr>
          <p:spPr>
            <a:xfrm>
              <a:off x="6374399" y="1393725"/>
              <a:ext cx="2347469" cy="2343618"/>
            </a:xfrm>
            <a:prstGeom prst="ellipse">
              <a:avLst/>
            </a:prstGeom>
            <a:gradFill>
              <a:gsLst>
                <a:gs pos="74000">
                  <a:srgbClr val="9FBCA2"/>
                </a:gs>
                <a:gs pos="100000">
                  <a:schemeClr val="tx1">
                    <a:lumMod val="40000"/>
                    <a:lumOff val="60000"/>
                  </a:schemeClr>
                </a:gs>
                <a:gs pos="36000">
                  <a:schemeClr val="tx1"/>
                </a:gs>
                <a:gs pos="0">
                  <a:srgbClr val="6F9B8A"/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63"/>
              <a:endParaRPr lang="en-US" sz="3600" b="1">
                <a:solidFill>
                  <a:srgbClr val="FFFFFF"/>
                </a:solidFill>
                <a:latin typeface="Georgia" panose="02040502050405020303" pitchFamily="18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E09975A-1889-3EFD-BBB3-274CDED2439A}"/>
                </a:ext>
              </a:extLst>
            </p:cNvPr>
            <p:cNvSpPr/>
            <p:nvPr/>
          </p:nvSpPr>
          <p:spPr>
            <a:xfrm>
              <a:off x="9220497" y="1393725"/>
              <a:ext cx="2347469" cy="2343618"/>
            </a:xfrm>
            <a:prstGeom prst="ellipse">
              <a:avLst/>
            </a:prstGeom>
            <a:gradFill>
              <a:gsLst>
                <a:gs pos="74000">
                  <a:srgbClr val="9FBCA2"/>
                </a:gs>
                <a:gs pos="100000">
                  <a:schemeClr val="tx1">
                    <a:lumMod val="40000"/>
                    <a:lumOff val="60000"/>
                  </a:schemeClr>
                </a:gs>
                <a:gs pos="36000">
                  <a:schemeClr val="tx1"/>
                </a:gs>
                <a:gs pos="0">
                  <a:srgbClr val="6F9B8A"/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63"/>
              <a:endParaRPr lang="en-US" sz="3600" b="1">
                <a:solidFill>
                  <a:srgbClr val="FFFFFF"/>
                </a:solidFill>
                <a:latin typeface="Georgia" panose="02040502050405020303" pitchFamily="18" charset="0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1116207-4F1F-1CDD-1D10-9D8B4EB46E69}"/>
                </a:ext>
              </a:extLst>
            </p:cNvPr>
            <p:cNvSpPr/>
            <p:nvPr/>
          </p:nvSpPr>
          <p:spPr>
            <a:xfrm>
              <a:off x="724690" y="1393725"/>
              <a:ext cx="2347469" cy="2343618"/>
            </a:xfrm>
            <a:prstGeom prst="ellipse">
              <a:avLst/>
            </a:prstGeom>
            <a:gradFill>
              <a:gsLst>
                <a:gs pos="74000">
                  <a:srgbClr val="9FBCA2"/>
                </a:gs>
                <a:gs pos="100000">
                  <a:schemeClr val="tx1">
                    <a:lumMod val="40000"/>
                    <a:lumOff val="60000"/>
                  </a:schemeClr>
                </a:gs>
                <a:gs pos="36000">
                  <a:schemeClr val="tx1"/>
                </a:gs>
                <a:gs pos="0">
                  <a:srgbClr val="6F9B8A"/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63"/>
              <a:endParaRPr lang="en-US" sz="3600" b="1">
                <a:solidFill>
                  <a:srgbClr val="FFFFFF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A3A4540-34F1-6C5E-D118-B994844F7CB4}"/>
              </a:ext>
            </a:extLst>
          </p:cNvPr>
          <p:cNvGrpSpPr/>
          <p:nvPr userDrawn="1"/>
        </p:nvGrpSpPr>
        <p:grpSpPr>
          <a:xfrm flipH="1">
            <a:off x="8896623" y="937156"/>
            <a:ext cx="3018302" cy="5430185"/>
            <a:chOff x="9540547" y="653250"/>
            <a:chExt cx="344168" cy="704112"/>
          </a:xfrm>
        </p:grpSpPr>
        <p:sp>
          <p:nvSpPr>
            <p:cNvPr id="30" name="Content Placeholder 4">
              <a:extLst>
                <a:ext uri="{FF2B5EF4-FFF2-40B4-BE49-F238E27FC236}">
                  <a16:creationId xmlns:a16="http://schemas.microsoft.com/office/drawing/2014/main" id="{B3A5E3F3-C3CD-4322-F317-C2B54DFDA008}"/>
                </a:ext>
              </a:extLst>
            </p:cNvPr>
            <p:cNvSpPr/>
            <p:nvPr/>
          </p:nvSpPr>
          <p:spPr>
            <a:xfrm>
              <a:off x="9548096" y="1320988"/>
              <a:ext cx="248559" cy="36374"/>
            </a:xfrm>
            <a:custGeom>
              <a:avLst/>
              <a:gdLst>
                <a:gd name="connsiteX0" fmla="*/ 94285 w 431229"/>
                <a:gd name="connsiteY0" fmla="*/ 28315 h 28578"/>
                <a:gd name="connsiteX1" fmla="*/ 175994 w 431229"/>
                <a:gd name="connsiteY1" fmla="*/ 28315 h 28578"/>
                <a:gd name="connsiteX2" fmla="*/ 403697 w 431229"/>
                <a:gd name="connsiteY2" fmla="*/ 26138 h 28578"/>
                <a:gd name="connsiteX3" fmla="*/ 431183 w 431229"/>
                <a:gd name="connsiteY3" fmla="*/ 19455 h 28578"/>
                <a:gd name="connsiteX4" fmla="*/ 409254 w 431229"/>
                <a:gd name="connsiteY4" fmla="*/ 10520 h 28578"/>
                <a:gd name="connsiteX5" fmla="*/ 296604 w 431229"/>
                <a:gd name="connsiteY5" fmla="*/ 3763 h 28578"/>
                <a:gd name="connsiteX6" fmla="*/ 129657 w 431229"/>
                <a:gd name="connsiteY6" fmla="*/ 534 h 28578"/>
                <a:gd name="connsiteX7" fmla="*/ 27221 w 431229"/>
                <a:gd name="connsiteY7" fmla="*/ 4739 h 28578"/>
                <a:gd name="connsiteX8" fmla="*/ 12726 w 431229"/>
                <a:gd name="connsiteY8" fmla="*/ 25012 h 28578"/>
                <a:gd name="connsiteX9" fmla="*/ 44644 w 431229"/>
                <a:gd name="connsiteY9" fmla="*/ 26363 h 28578"/>
                <a:gd name="connsiteX10" fmla="*/ 94285 w 431229"/>
                <a:gd name="connsiteY10" fmla="*/ 28315 h 28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229" h="28578">
                  <a:moveTo>
                    <a:pt x="94285" y="28315"/>
                  </a:moveTo>
                  <a:cubicBezTo>
                    <a:pt x="121546" y="28841"/>
                    <a:pt x="148807" y="28315"/>
                    <a:pt x="175994" y="28315"/>
                  </a:cubicBezTo>
                  <a:lnTo>
                    <a:pt x="403697" y="26138"/>
                  </a:lnTo>
                  <a:cubicBezTo>
                    <a:pt x="415487" y="26138"/>
                    <a:pt x="430658" y="24561"/>
                    <a:pt x="431183" y="19455"/>
                  </a:cubicBezTo>
                  <a:cubicBezTo>
                    <a:pt x="431709" y="14350"/>
                    <a:pt x="419543" y="11947"/>
                    <a:pt x="409254" y="10520"/>
                  </a:cubicBezTo>
                  <a:cubicBezTo>
                    <a:pt x="371862" y="6180"/>
                    <a:pt x="334252" y="3920"/>
                    <a:pt x="296604" y="3763"/>
                  </a:cubicBezTo>
                  <a:cubicBezTo>
                    <a:pt x="240978" y="2464"/>
                    <a:pt x="185329" y="1383"/>
                    <a:pt x="129657" y="534"/>
                  </a:cubicBezTo>
                  <a:cubicBezTo>
                    <a:pt x="95456" y="-938"/>
                    <a:pt x="61188" y="474"/>
                    <a:pt x="27221" y="4739"/>
                  </a:cubicBezTo>
                  <a:cubicBezTo>
                    <a:pt x="9723" y="7517"/>
                    <a:pt x="-15661" y="19305"/>
                    <a:pt x="12726" y="25012"/>
                  </a:cubicBezTo>
                  <a:cubicBezTo>
                    <a:pt x="23330" y="26070"/>
                    <a:pt x="33987" y="26521"/>
                    <a:pt x="44644" y="26363"/>
                  </a:cubicBezTo>
                  <a:cubicBezTo>
                    <a:pt x="61166" y="27264"/>
                    <a:pt x="77688" y="27940"/>
                    <a:pt x="94285" y="28315"/>
                  </a:cubicBezTo>
                  <a:close/>
                </a:path>
              </a:pathLst>
            </a:custGeom>
            <a:solidFill>
              <a:schemeClr val="accent6">
                <a:lumMod val="25000"/>
                <a:alpha val="81132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Content Placeholder 4">
              <a:extLst>
                <a:ext uri="{FF2B5EF4-FFF2-40B4-BE49-F238E27FC236}">
                  <a16:creationId xmlns:a16="http://schemas.microsoft.com/office/drawing/2014/main" id="{9B9F8EDB-3FE9-BE4B-EC7B-EE05F832D5AC}"/>
                </a:ext>
              </a:extLst>
            </p:cNvPr>
            <p:cNvSpPr/>
            <p:nvPr/>
          </p:nvSpPr>
          <p:spPr>
            <a:xfrm>
              <a:off x="9750678" y="817747"/>
              <a:ext cx="134037" cy="132766"/>
            </a:xfrm>
            <a:custGeom>
              <a:avLst/>
              <a:gdLst>
                <a:gd name="connsiteX0" fmla="*/ 127189 w 134037"/>
                <a:gd name="connsiteY0" fmla="*/ 6340 h 132766"/>
                <a:gd name="connsiteX1" fmla="*/ 134007 w 134037"/>
                <a:gd name="connsiteY1" fmla="*/ 13338 h 132766"/>
                <a:gd name="connsiteX2" fmla="*/ 132521 w 134037"/>
                <a:gd name="connsiteY2" fmla="*/ 17527 h 132766"/>
                <a:gd name="connsiteX3" fmla="*/ 65757 w 134037"/>
                <a:gd name="connsiteY3" fmla="*/ 122195 h 132766"/>
                <a:gd name="connsiteX4" fmla="*/ 54717 w 134037"/>
                <a:gd name="connsiteY4" fmla="*/ 132632 h 132766"/>
                <a:gd name="connsiteX5" fmla="*/ 44954 w 134037"/>
                <a:gd name="connsiteY5" fmla="*/ 130980 h 132766"/>
                <a:gd name="connsiteX6" fmla="*/ 4400 w 134037"/>
                <a:gd name="connsiteY6" fmla="*/ 115963 h 132766"/>
                <a:gd name="connsiteX7" fmla="*/ 390 w 134037"/>
                <a:gd name="connsiteY7" fmla="*/ 107290 h 132766"/>
                <a:gd name="connsiteX8" fmla="*/ 946 w 134037"/>
                <a:gd name="connsiteY8" fmla="*/ 106127 h 132766"/>
                <a:gd name="connsiteX9" fmla="*/ 69587 w 134037"/>
                <a:gd name="connsiteY9" fmla="*/ 3637 h 132766"/>
                <a:gd name="connsiteX10" fmla="*/ 78674 w 134037"/>
                <a:gd name="connsiteY10" fmla="*/ 108 h 132766"/>
                <a:gd name="connsiteX11" fmla="*/ 127189 w 134037"/>
                <a:gd name="connsiteY11" fmla="*/ 6340 h 132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4037" h="132766">
                  <a:moveTo>
                    <a:pt x="127189" y="6340"/>
                  </a:moveTo>
                  <a:cubicBezTo>
                    <a:pt x="131004" y="6390"/>
                    <a:pt x="134060" y="9523"/>
                    <a:pt x="134007" y="13338"/>
                  </a:cubicBezTo>
                  <a:cubicBezTo>
                    <a:pt x="133985" y="14860"/>
                    <a:pt x="133467" y="16333"/>
                    <a:pt x="132521" y="17527"/>
                  </a:cubicBezTo>
                  <a:cubicBezTo>
                    <a:pt x="108488" y="53067"/>
                    <a:pt x="86237" y="87957"/>
                    <a:pt x="65757" y="122195"/>
                  </a:cubicBezTo>
                  <a:cubicBezTo>
                    <a:pt x="63128" y="126625"/>
                    <a:pt x="59899" y="131581"/>
                    <a:pt x="54717" y="132632"/>
                  </a:cubicBezTo>
                  <a:cubicBezTo>
                    <a:pt x="51375" y="132992"/>
                    <a:pt x="47996" y="132420"/>
                    <a:pt x="44954" y="130980"/>
                  </a:cubicBezTo>
                  <a:lnTo>
                    <a:pt x="4400" y="115963"/>
                  </a:lnTo>
                  <a:cubicBezTo>
                    <a:pt x="893" y="114676"/>
                    <a:pt x="-902" y="110793"/>
                    <a:pt x="390" y="107290"/>
                  </a:cubicBezTo>
                  <a:cubicBezTo>
                    <a:pt x="532" y="106885"/>
                    <a:pt x="720" y="106496"/>
                    <a:pt x="946" y="106127"/>
                  </a:cubicBezTo>
                  <a:cubicBezTo>
                    <a:pt x="21305" y="70342"/>
                    <a:pt x="44248" y="36088"/>
                    <a:pt x="69587" y="3637"/>
                  </a:cubicBezTo>
                  <a:cubicBezTo>
                    <a:pt x="71727" y="871"/>
                    <a:pt x="75227" y="-486"/>
                    <a:pt x="78674" y="108"/>
                  </a:cubicBezTo>
                  <a:cubicBezTo>
                    <a:pt x="94670" y="3376"/>
                    <a:pt x="110884" y="5459"/>
                    <a:pt x="127189" y="6340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Content Placeholder 4">
              <a:extLst>
                <a:ext uri="{FF2B5EF4-FFF2-40B4-BE49-F238E27FC236}">
                  <a16:creationId xmlns:a16="http://schemas.microsoft.com/office/drawing/2014/main" id="{0A22B03F-6DF9-7297-AEEF-688A6BC18A99}"/>
                </a:ext>
              </a:extLst>
            </p:cNvPr>
            <p:cNvSpPr/>
            <p:nvPr/>
          </p:nvSpPr>
          <p:spPr>
            <a:xfrm>
              <a:off x="9770720" y="831276"/>
              <a:ext cx="94359" cy="94305"/>
            </a:xfrm>
            <a:custGeom>
              <a:avLst/>
              <a:gdLst>
                <a:gd name="connsiteX0" fmla="*/ 89873 w 94359"/>
                <a:gd name="connsiteY0" fmla="*/ 5200 h 94305"/>
                <a:gd name="connsiteX1" fmla="*/ 94312 w 94359"/>
                <a:gd name="connsiteY1" fmla="*/ 10484 h 94305"/>
                <a:gd name="connsiteX2" fmla="*/ 93554 w 94359"/>
                <a:gd name="connsiteY2" fmla="*/ 12709 h 94305"/>
                <a:gd name="connsiteX3" fmla="*/ 46917 w 94359"/>
                <a:gd name="connsiteY3" fmla="*/ 86667 h 94305"/>
                <a:gd name="connsiteX4" fmla="*/ 39407 w 94359"/>
                <a:gd name="connsiteY4" fmla="*/ 94175 h 94305"/>
                <a:gd name="connsiteX5" fmla="*/ 32422 w 94359"/>
                <a:gd name="connsiteY5" fmla="*/ 93124 h 94305"/>
                <a:gd name="connsiteX6" fmla="*/ 3133 w 94359"/>
                <a:gd name="connsiteY6" fmla="*/ 82687 h 94305"/>
                <a:gd name="connsiteX7" fmla="*/ 287 w 94359"/>
                <a:gd name="connsiteY7" fmla="*/ 76400 h 94305"/>
                <a:gd name="connsiteX8" fmla="*/ 655 w 94359"/>
                <a:gd name="connsiteY8" fmla="*/ 75629 h 94305"/>
                <a:gd name="connsiteX9" fmla="*/ 49995 w 94359"/>
                <a:gd name="connsiteY9" fmla="*/ 2497 h 94305"/>
                <a:gd name="connsiteX10" fmla="*/ 56379 w 94359"/>
                <a:gd name="connsiteY10" fmla="*/ 94 h 94305"/>
                <a:gd name="connsiteX11" fmla="*/ 89873 w 94359"/>
                <a:gd name="connsiteY11" fmla="*/ 5200 h 94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4359" h="94305">
                  <a:moveTo>
                    <a:pt x="89873" y="5200"/>
                  </a:moveTo>
                  <a:cubicBezTo>
                    <a:pt x="92562" y="5433"/>
                    <a:pt x="94545" y="7799"/>
                    <a:pt x="94312" y="10484"/>
                  </a:cubicBezTo>
                  <a:cubicBezTo>
                    <a:pt x="94245" y="11277"/>
                    <a:pt x="93981" y="12040"/>
                    <a:pt x="93554" y="12709"/>
                  </a:cubicBezTo>
                  <a:cubicBezTo>
                    <a:pt x="76934" y="37736"/>
                    <a:pt x="61388" y="62390"/>
                    <a:pt x="46917" y="86667"/>
                  </a:cubicBezTo>
                  <a:cubicBezTo>
                    <a:pt x="45490" y="90056"/>
                    <a:pt x="42793" y="92752"/>
                    <a:pt x="39407" y="94175"/>
                  </a:cubicBezTo>
                  <a:cubicBezTo>
                    <a:pt x="37026" y="94473"/>
                    <a:pt x="34608" y="94109"/>
                    <a:pt x="32422" y="93124"/>
                  </a:cubicBezTo>
                  <a:lnTo>
                    <a:pt x="3133" y="82687"/>
                  </a:lnTo>
                  <a:cubicBezTo>
                    <a:pt x="610" y="81737"/>
                    <a:pt x="-667" y="78923"/>
                    <a:pt x="287" y="76400"/>
                  </a:cubicBezTo>
                  <a:cubicBezTo>
                    <a:pt x="385" y="76133"/>
                    <a:pt x="512" y="75875"/>
                    <a:pt x="655" y="75629"/>
                  </a:cubicBezTo>
                  <a:cubicBezTo>
                    <a:pt x="15307" y="50087"/>
                    <a:pt x="31799" y="25645"/>
                    <a:pt x="49995" y="2497"/>
                  </a:cubicBezTo>
                  <a:cubicBezTo>
                    <a:pt x="51490" y="546"/>
                    <a:pt x="53968" y="-385"/>
                    <a:pt x="56379" y="94"/>
                  </a:cubicBezTo>
                  <a:cubicBezTo>
                    <a:pt x="67404" y="2602"/>
                    <a:pt x="78601" y="4309"/>
                    <a:pt x="89873" y="5200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Content Placeholder 4">
              <a:extLst>
                <a:ext uri="{FF2B5EF4-FFF2-40B4-BE49-F238E27FC236}">
                  <a16:creationId xmlns:a16="http://schemas.microsoft.com/office/drawing/2014/main" id="{4384DB68-B1FE-7422-F214-B4C0E4A092C6}"/>
                </a:ext>
              </a:extLst>
            </p:cNvPr>
            <p:cNvSpPr/>
            <p:nvPr/>
          </p:nvSpPr>
          <p:spPr>
            <a:xfrm>
              <a:off x="9783512" y="799298"/>
              <a:ext cx="22016" cy="9700"/>
            </a:xfrm>
            <a:custGeom>
              <a:avLst/>
              <a:gdLst>
                <a:gd name="connsiteX0" fmla="*/ 19931 w 22016"/>
                <a:gd name="connsiteY0" fmla="*/ 9622 h 9700"/>
                <a:gd name="connsiteX1" fmla="*/ 1231 w 22016"/>
                <a:gd name="connsiteY1" fmla="*/ 4366 h 9700"/>
                <a:gd name="connsiteX2" fmla="*/ 232 w 22016"/>
                <a:gd name="connsiteY2" fmla="*/ 1230 h 9700"/>
                <a:gd name="connsiteX3" fmla="*/ 2733 w 22016"/>
                <a:gd name="connsiteY3" fmla="*/ 11 h 9700"/>
                <a:gd name="connsiteX4" fmla="*/ 20832 w 22016"/>
                <a:gd name="connsiteY4" fmla="*/ 6619 h 9700"/>
                <a:gd name="connsiteX5" fmla="*/ 19931 w 22016"/>
                <a:gd name="connsiteY5" fmla="*/ 9622 h 9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016" h="9700">
                  <a:moveTo>
                    <a:pt x="19931" y="9622"/>
                  </a:moveTo>
                  <a:cubicBezTo>
                    <a:pt x="13555" y="8408"/>
                    <a:pt x="7299" y="6650"/>
                    <a:pt x="1231" y="4366"/>
                  </a:cubicBezTo>
                  <a:cubicBezTo>
                    <a:pt x="90" y="3776"/>
                    <a:pt x="-361" y="2372"/>
                    <a:pt x="232" y="1230"/>
                  </a:cubicBezTo>
                  <a:cubicBezTo>
                    <a:pt x="705" y="315"/>
                    <a:pt x="1719" y="-180"/>
                    <a:pt x="2733" y="11"/>
                  </a:cubicBezTo>
                  <a:cubicBezTo>
                    <a:pt x="8816" y="2188"/>
                    <a:pt x="14674" y="4816"/>
                    <a:pt x="20832" y="6619"/>
                  </a:cubicBezTo>
                  <a:cubicBezTo>
                    <a:pt x="22935" y="7294"/>
                    <a:pt x="21884" y="10072"/>
                    <a:pt x="19931" y="9622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Content Placeholder 4">
              <a:extLst>
                <a:ext uri="{FF2B5EF4-FFF2-40B4-BE49-F238E27FC236}">
                  <a16:creationId xmlns:a16="http://schemas.microsoft.com/office/drawing/2014/main" id="{44335CB4-0CB4-FB35-56EC-E16B0F787A65}"/>
                </a:ext>
              </a:extLst>
            </p:cNvPr>
            <p:cNvSpPr/>
            <p:nvPr/>
          </p:nvSpPr>
          <p:spPr>
            <a:xfrm>
              <a:off x="9804674" y="782438"/>
              <a:ext cx="7737" cy="18783"/>
            </a:xfrm>
            <a:custGeom>
              <a:avLst/>
              <a:gdLst>
                <a:gd name="connsiteX0" fmla="*/ 4251 w 7737"/>
                <a:gd name="connsiteY0" fmla="*/ 17772 h 18783"/>
                <a:gd name="connsiteX1" fmla="*/ -29 w 7737"/>
                <a:gd name="connsiteY1" fmla="*/ 2755 h 18783"/>
                <a:gd name="connsiteX2" fmla="*/ 4627 w 7737"/>
                <a:gd name="connsiteY2" fmla="*/ 1854 h 18783"/>
                <a:gd name="connsiteX3" fmla="*/ 7631 w 7737"/>
                <a:gd name="connsiteY3" fmla="*/ 16871 h 18783"/>
                <a:gd name="connsiteX4" fmla="*/ 4251 w 7737"/>
                <a:gd name="connsiteY4" fmla="*/ 17772 h 18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37" h="18783">
                  <a:moveTo>
                    <a:pt x="4251" y="17772"/>
                  </a:moveTo>
                  <a:cubicBezTo>
                    <a:pt x="1788" y="13122"/>
                    <a:pt x="331" y="8006"/>
                    <a:pt x="-29" y="2755"/>
                  </a:cubicBezTo>
                  <a:cubicBezTo>
                    <a:pt x="-29" y="-249"/>
                    <a:pt x="4251" y="-1225"/>
                    <a:pt x="4627" y="1854"/>
                  </a:cubicBezTo>
                  <a:cubicBezTo>
                    <a:pt x="5160" y="6942"/>
                    <a:pt x="6166" y="11969"/>
                    <a:pt x="7631" y="16871"/>
                  </a:cubicBezTo>
                  <a:cubicBezTo>
                    <a:pt x="8232" y="18673"/>
                    <a:pt x="5153" y="19574"/>
                    <a:pt x="4251" y="17772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Content Placeholder 4">
              <a:extLst>
                <a:ext uri="{FF2B5EF4-FFF2-40B4-BE49-F238E27FC236}">
                  <a16:creationId xmlns:a16="http://schemas.microsoft.com/office/drawing/2014/main" id="{591662C4-67EB-FF95-45AC-BEE4E55C44C9}"/>
                </a:ext>
              </a:extLst>
            </p:cNvPr>
            <p:cNvSpPr/>
            <p:nvPr/>
          </p:nvSpPr>
          <p:spPr>
            <a:xfrm>
              <a:off x="9819994" y="777057"/>
              <a:ext cx="7691" cy="24520"/>
            </a:xfrm>
            <a:custGeom>
              <a:avLst/>
              <a:gdLst>
                <a:gd name="connsiteX0" fmla="*/ -29 w 7691"/>
                <a:gd name="connsiteY0" fmla="*/ 23003 h 24520"/>
                <a:gd name="connsiteX1" fmla="*/ 2975 w 7691"/>
                <a:gd name="connsiteY1" fmla="*/ 2054 h 24520"/>
                <a:gd name="connsiteX2" fmla="*/ 7631 w 7691"/>
                <a:gd name="connsiteY2" fmla="*/ 2054 h 24520"/>
                <a:gd name="connsiteX3" fmla="*/ 3200 w 7691"/>
                <a:gd name="connsiteY3" fmla="*/ 23303 h 24520"/>
                <a:gd name="connsiteX4" fmla="*/ 1150 w 7691"/>
                <a:gd name="connsiteY4" fmla="*/ 24423 h 24520"/>
                <a:gd name="connsiteX5" fmla="*/ -29 w 7691"/>
                <a:gd name="connsiteY5" fmla="*/ 23003 h 24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91" h="24520">
                  <a:moveTo>
                    <a:pt x="-29" y="23003"/>
                  </a:moveTo>
                  <a:cubicBezTo>
                    <a:pt x="188" y="15930"/>
                    <a:pt x="1195" y="8903"/>
                    <a:pt x="2975" y="2054"/>
                  </a:cubicBezTo>
                  <a:cubicBezTo>
                    <a:pt x="3575" y="-799"/>
                    <a:pt x="8082" y="-649"/>
                    <a:pt x="7631" y="2054"/>
                  </a:cubicBezTo>
                  <a:cubicBezTo>
                    <a:pt x="6962" y="9282"/>
                    <a:pt x="5475" y="16410"/>
                    <a:pt x="3200" y="23303"/>
                  </a:cubicBezTo>
                  <a:cubicBezTo>
                    <a:pt x="2945" y="24179"/>
                    <a:pt x="2028" y="24680"/>
                    <a:pt x="1150" y="24423"/>
                  </a:cubicBezTo>
                  <a:cubicBezTo>
                    <a:pt x="504" y="24233"/>
                    <a:pt x="38" y="23672"/>
                    <a:pt x="-29" y="23003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Content Placeholder 4">
              <a:extLst>
                <a:ext uri="{FF2B5EF4-FFF2-40B4-BE49-F238E27FC236}">
                  <a16:creationId xmlns:a16="http://schemas.microsoft.com/office/drawing/2014/main" id="{0C413108-06AC-821A-5C36-87378F12A0A1}"/>
                </a:ext>
              </a:extLst>
            </p:cNvPr>
            <p:cNvSpPr/>
            <p:nvPr/>
          </p:nvSpPr>
          <p:spPr>
            <a:xfrm>
              <a:off x="9811583" y="844877"/>
              <a:ext cx="39127" cy="14079"/>
            </a:xfrm>
            <a:custGeom>
              <a:avLst/>
              <a:gdLst>
                <a:gd name="connsiteX0" fmla="*/ -29 w 39127"/>
                <a:gd name="connsiteY0" fmla="*/ 8042 h 14079"/>
                <a:gd name="connsiteX1" fmla="*/ 6354 w 39127"/>
                <a:gd name="connsiteY1" fmla="*/ 533 h 14079"/>
                <a:gd name="connsiteX2" fmla="*/ 16568 w 39127"/>
                <a:gd name="connsiteY2" fmla="*/ 533 h 14079"/>
                <a:gd name="connsiteX3" fmla="*/ 39098 w 39127"/>
                <a:gd name="connsiteY3" fmla="*/ 3912 h 14079"/>
                <a:gd name="connsiteX4" fmla="*/ 33841 w 39127"/>
                <a:gd name="connsiteY4" fmla="*/ 12021 h 14079"/>
                <a:gd name="connsiteX5" fmla="*/ 31513 w 39127"/>
                <a:gd name="connsiteY5" fmla="*/ 13823 h 14079"/>
                <a:gd name="connsiteX6" fmla="*/ 26256 w 39127"/>
                <a:gd name="connsiteY6" fmla="*/ 13223 h 14079"/>
                <a:gd name="connsiteX7" fmla="*/ -29 w 39127"/>
                <a:gd name="connsiteY7" fmla="*/ 8042 h 14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127" h="14079">
                  <a:moveTo>
                    <a:pt x="-29" y="8042"/>
                  </a:moveTo>
                  <a:cubicBezTo>
                    <a:pt x="181" y="4395"/>
                    <a:pt x="2787" y="1332"/>
                    <a:pt x="6354" y="533"/>
                  </a:cubicBezTo>
                  <a:cubicBezTo>
                    <a:pt x="9719" y="-217"/>
                    <a:pt x="13203" y="-217"/>
                    <a:pt x="16568" y="533"/>
                  </a:cubicBezTo>
                  <a:lnTo>
                    <a:pt x="39098" y="3912"/>
                  </a:lnTo>
                  <a:cubicBezTo>
                    <a:pt x="38227" y="7094"/>
                    <a:pt x="36394" y="9928"/>
                    <a:pt x="33841" y="12021"/>
                  </a:cubicBezTo>
                  <a:cubicBezTo>
                    <a:pt x="33210" y="12786"/>
                    <a:pt x="32414" y="13401"/>
                    <a:pt x="31513" y="13823"/>
                  </a:cubicBezTo>
                  <a:cubicBezTo>
                    <a:pt x="29748" y="14267"/>
                    <a:pt x="27878" y="14054"/>
                    <a:pt x="26256" y="13223"/>
                  </a:cubicBezTo>
                  <a:cubicBezTo>
                    <a:pt x="17792" y="10221"/>
                    <a:pt x="8937" y="8475"/>
                    <a:pt x="-29" y="8042"/>
                  </a:cubicBezTo>
                  <a:close/>
                </a:path>
              </a:pathLst>
            </a:custGeom>
            <a:solidFill>
              <a:srgbClr val="B3B3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Content Placeholder 4">
              <a:extLst>
                <a:ext uri="{FF2B5EF4-FFF2-40B4-BE49-F238E27FC236}">
                  <a16:creationId xmlns:a16="http://schemas.microsoft.com/office/drawing/2014/main" id="{82074576-1525-2307-6B17-BED295E5B026}"/>
                </a:ext>
              </a:extLst>
            </p:cNvPr>
            <p:cNvSpPr/>
            <p:nvPr/>
          </p:nvSpPr>
          <p:spPr>
            <a:xfrm>
              <a:off x="9807897" y="864919"/>
              <a:ext cx="25332" cy="11513"/>
            </a:xfrm>
            <a:custGeom>
              <a:avLst/>
              <a:gdLst>
                <a:gd name="connsiteX0" fmla="*/ 24685 w 25332"/>
                <a:gd name="connsiteY0" fmla="*/ 9024 h 11513"/>
                <a:gd name="connsiteX1" fmla="*/ 1329 w 25332"/>
                <a:gd name="connsiteY1" fmla="*/ 14 h 11513"/>
                <a:gd name="connsiteX2" fmla="*/ 15 w 25332"/>
                <a:gd name="connsiteY2" fmla="*/ 727 h 11513"/>
                <a:gd name="connsiteX3" fmla="*/ 728 w 25332"/>
                <a:gd name="connsiteY3" fmla="*/ 2041 h 11513"/>
                <a:gd name="connsiteX4" fmla="*/ 23258 w 25332"/>
                <a:gd name="connsiteY4" fmla="*/ 11277 h 11513"/>
                <a:gd name="connsiteX5" fmla="*/ 25098 w 25332"/>
                <a:gd name="connsiteY5" fmla="*/ 10864 h 11513"/>
                <a:gd name="connsiteX6" fmla="*/ 24685 w 25332"/>
                <a:gd name="connsiteY6" fmla="*/ 9024 h 11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332" h="11513">
                  <a:moveTo>
                    <a:pt x="24685" y="9024"/>
                  </a:moveTo>
                  <a:cubicBezTo>
                    <a:pt x="17340" y="4981"/>
                    <a:pt x="9485" y="1950"/>
                    <a:pt x="1329" y="14"/>
                  </a:cubicBezTo>
                  <a:cubicBezTo>
                    <a:pt x="766" y="-152"/>
                    <a:pt x="180" y="167"/>
                    <a:pt x="15" y="727"/>
                  </a:cubicBezTo>
                  <a:cubicBezTo>
                    <a:pt x="-151" y="1288"/>
                    <a:pt x="165" y="1875"/>
                    <a:pt x="728" y="2041"/>
                  </a:cubicBezTo>
                  <a:cubicBezTo>
                    <a:pt x="8538" y="4327"/>
                    <a:pt x="16094" y="7423"/>
                    <a:pt x="23258" y="11277"/>
                  </a:cubicBezTo>
                  <a:cubicBezTo>
                    <a:pt x="23881" y="11671"/>
                    <a:pt x="24700" y="11486"/>
                    <a:pt x="25098" y="10864"/>
                  </a:cubicBezTo>
                  <a:cubicBezTo>
                    <a:pt x="25488" y="10242"/>
                    <a:pt x="25308" y="9418"/>
                    <a:pt x="24685" y="9024"/>
                  </a:cubicBezTo>
                  <a:close/>
                </a:path>
              </a:pathLst>
            </a:custGeom>
            <a:solidFill>
              <a:srgbClr val="B3B3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Content Placeholder 4">
              <a:extLst>
                <a:ext uri="{FF2B5EF4-FFF2-40B4-BE49-F238E27FC236}">
                  <a16:creationId xmlns:a16="http://schemas.microsoft.com/office/drawing/2014/main" id="{3B9E4E23-8CCD-6304-1626-3404AAE40D2E}"/>
                </a:ext>
              </a:extLst>
            </p:cNvPr>
            <p:cNvSpPr/>
            <p:nvPr/>
          </p:nvSpPr>
          <p:spPr>
            <a:xfrm>
              <a:off x="9800587" y="874348"/>
              <a:ext cx="28395" cy="7282"/>
            </a:xfrm>
            <a:custGeom>
              <a:avLst/>
              <a:gdLst>
                <a:gd name="connsiteX0" fmla="*/ 27338 w 28395"/>
                <a:gd name="connsiteY0" fmla="*/ 4776 h 7282"/>
                <a:gd name="connsiteX1" fmla="*/ 678 w 28395"/>
                <a:gd name="connsiteY1" fmla="*/ -30 h 7282"/>
                <a:gd name="connsiteX2" fmla="*/ 10 w 28395"/>
                <a:gd name="connsiteY2" fmla="*/ 1177 h 7282"/>
                <a:gd name="connsiteX3" fmla="*/ 678 w 28395"/>
                <a:gd name="connsiteY3" fmla="*/ 1847 h 7282"/>
                <a:gd name="connsiteX4" fmla="*/ 26662 w 28395"/>
                <a:gd name="connsiteY4" fmla="*/ 7178 h 7282"/>
                <a:gd name="connsiteX5" fmla="*/ 27338 w 28395"/>
                <a:gd name="connsiteY5" fmla="*/ 4776 h 7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395" h="7282">
                  <a:moveTo>
                    <a:pt x="27338" y="4776"/>
                  </a:moveTo>
                  <a:cubicBezTo>
                    <a:pt x="18777" y="1718"/>
                    <a:pt x="9765" y="94"/>
                    <a:pt x="678" y="-30"/>
                  </a:cubicBezTo>
                  <a:cubicBezTo>
                    <a:pt x="159" y="118"/>
                    <a:pt x="-141" y="659"/>
                    <a:pt x="10" y="1177"/>
                  </a:cubicBezTo>
                  <a:cubicBezTo>
                    <a:pt x="99" y="1501"/>
                    <a:pt x="355" y="1755"/>
                    <a:pt x="678" y="1847"/>
                  </a:cubicBezTo>
                  <a:cubicBezTo>
                    <a:pt x="9547" y="2411"/>
                    <a:pt x="18289" y="4206"/>
                    <a:pt x="26662" y="7178"/>
                  </a:cubicBezTo>
                  <a:cubicBezTo>
                    <a:pt x="28239" y="7704"/>
                    <a:pt x="29216" y="5301"/>
                    <a:pt x="27338" y="4776"/>
                  </a:cubicBezTo>
                  <a:close/>
                </a:path>
              </a:pathLst>
            </a:custGeom>
            <a:solidFill>
              <a:srgbClr val="B3B3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Content Placeholder 4">
              <a:extLst>
                <a:ext uri="{FF2B5EF4-FFF2-40B4-BE49-F238E27FC236}">
                  <a16:creationId xmlns:a16="http://schemas.microsoft.com/office/drawing/2014/main" id="{71FDCCD5-6D10-6D7C-0FCC-8A344835907B}"/>
                </a:ext>
              </a:extLst>
            </p:cNvPr>
            <p:cNvSpPr/>
            <p:nvPr/>
          </p:nvSpPr>
          <p:spPr>
            <a:xfrm>
              <a:off x="9795235" y="881931"/>
              <a:ext cx="25843" cy="10063"/>
            </a:xfrm>
            <a:custGeom>
              <a:avLst/>
              <a:gdLst>
                <a:gd name="connsiteX0" fmla="*/ 25031 w 25843"/>
                <a:gd name="connsiteY0" fmla="*/ 7479 h 10063"/>
                <a:gd name="connsiteX1" fmla="*/ 1074 w 25843"/>
                <a:gd name="connsiteY1" fmla="*/ -30 h 10063"/>
                <a:gd name="connsiteX2" fmla="*/ 623 w 25843"/>
                <a:gd name="connsiteY2" fmla="*/ 1772 h 10063"/>
                <a:gd name="connsiteX3" fmla="*/ 24430 w 25843"/>
                <a:gd name="connsiteY3" fmla="*/ 10032 h 10063"/>
                <a:gd name="connsiteX4" fmla="*/ 25031 w 25843"/>
                <a:gd name="connsiteY4" fmla="*/ 7479 h 10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843" h="10063">
                  <a:moveTo>
                    <a:pt x="25031" y="7479"/>
                  </a:moveTo>
                  <a:cubicBezTo>
                    <a:pt x="17521" y="4475"/>
                    <a:pt x="9109" y="2148"/>
                    <a:pt x="1074" y="-30"/>
                  </a:cubicBezTo>
                  <a:cubicBezTo>
                    <a:pt x="-53" y="-30"/>
                    <a:pt x="-503" y="1397"/>
                    <a:pt x="623" y="1772"/>
                  </a:cubicBezTo>
                  <a:cubicBezTo>
                    <a:pt x="8133" y="4626"/>
                    <a:pt x="16394" y="7629"/>
                    <a:pt x="24430" y="10032"/>
                  </a:cubicBezTo>
                  <a:cubicBezTo>
                    <a:pt x="25857" y="10107"/>
                    <a:pt x="26382" y="8004"/>
                    <a:pt x="25031" y="7479"/>
                  </a:cubicBezTo>
                  <a:close/>
                </a:path>
              </a:pathLst>
            </a:custGeom>
            <a:solidFill>
              <a:srgbClr val="B3B3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Content Placeholder 4">
              <a:extLst>
                <a:ext uri="{FF2B5EF4-FFF2-40B4-BE49-F238E27FC236}">
                  <a16:creationId xmlns:a16="http://schemas.microsoft.com/office/drawing/2014/main" id="{581EA5B7-5090-C5D7-6D35-47D57270C16F}"/>
                </a:ext>
              </a:extLst>
            </p:cNvPr>
            <p:cNvSpPr/>
            <p:nvPr/>
          </p:nvSpPr>
          <p:spPr>
            <a:xfrm>
              <a:off x="9790472" y="892894"/>
              <a:ext cx="25590" cy="8382"/>
            </a:xfrm>
            <a:custGeom>
              <a:avLst/>
              <a:gdLst>
                <a:gd name="connsiteX0" fmla="*/ 24686 w 25590"/>
                <a:gd name="connsiteY0" fmla="*/ 5977 h 8382"/>
                <a:gd name="connsiteX1" fmla="*/ 955 w 25590"/>
                <a:gd name="connsiteY1" fmla="*/ -30 h 8382"/>
                <a:gd name="connsiteX2" fmla="*/ -29 w 25590"/>
                <a:gd name="connsiteY2" fmla="*/ 941 h 8382"/>
                <a:gd name="connsiteX3" fmla="*/ 429 w 25590"/>
                <a:gd name="connsiteY3" fmla="*/ 1772 h 8382"/>
                <a:gd name="connsiteX4" fmla="*/ 24011 w 25590"/>
                <a:gd name="connsiteY4" fmla="*/ 8305 h 8382"/>
                <a:gd name="connsiteX5" fmla="*/ 25512 w 25590"/>
                <a:gd name="connsiteY5" fmla="*/ 7479 h 8382"/>
                <a:gd name="connsiteX6" fmla="*/ 24686 w 25590"/>
                <a:gd name="connsiteY6" fmla="*/ 5977 h 8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590" h="8382">
                  <a:moveTo>
                    <a:pt x="24686" y="5977"/>
                  </a:moveTo>
                  <a:cubicBezTo>
                    <a:pt x="17176" y="3649"/>
                    <a:pt x="8840" y="1922"/>
                    <a:pt x="955" y="-30"/>
                  </a:cubicBezTo>
                  <a:cubicBezTo>
                    <a:pt x="414" y="-33"/>
                    <a:pt x="-21" y="402"/>
                    <a:pt x="-29" y="941"/>
                  </a:cubicBezTo>
                  <a:cubicBezTo>
                    <a:pt x="-29" y="1278"/>
                    <a:pt x="144" y="1593"/>
                    <a:pt x="429" y="1772"/>
                  </a:cubicBezTo>
                  <a:cubicBezTo>
                    <a:pt x="7939" y="4025"/>
                    <a:pt x="16125" y="6428"/>
                    <a:pt x="24011" y="8305"/>
                  </a:cubicBezTo>
                  <a:cubicBezTo>
                    <a:pt x="24656" y="8492"/>
                    <a:pt x="25325" y="8121"/>
                    <a:pt x="25512" y="7479"/>
                  </a:cubicBezTo>
                  <a:cubicBezTo>
                    <a:pt x="25700" y="6836"/>
                    <a:pt x="25332" y="6163"/>
                    <a:pt x="24686" y="5977"/>
                  </a:cubicBezTo>
                  <a:close/>
                </a:path>
              </a:pathLst>
            </a:custGeom>
            <a:solidFill>
              <a:srgbClr val="B3B3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Content Placeholder 4">
              <a:extLst>
                <a:ext uri="{FF2B5EF4-FFF2-40B4-BE49-F238E27FC236}">
                  <a16:creationId xmlns:a16="http://schemas.microsoft.com/office/drawing/2014/main" id="{E3B5B3C7-14D3-A9FE-27B8-670CB616A339}"/>
                </a:ext>
              </a:extLst>
            </p:cNvPr>
            <p:cNvSpPr/>
            <p:nvPr/>
          </p:nvSpPr>
          <p:spPr>
            <a:xfrm>
              <a:off x="9786645" y="904607"/>
              <a:ext cx="22713" cy="6737"/>
            </a:xfrm>
            <a:custGeom>
              <a:avLst/>
              <a:gdLst>
                <a:gd name="connsiteX0" fmla="*/ 21754 w 22713"/>
                <a:gd name="connsiteY0" fmla="*/ 4175 h 6737"/>
                <a:gd name="connsiteX1" fmla="*/ 1176 w 22713"/>
                <a:gd name="connsiteY1" fmla="*/ -30 h 6737"/>
                <a:gd name="connsiteX2" fmla="*/ 651 w 22713"/>
                <a:gd name="connsiteY2" fmla="*/ 1847 h 6737"/>
                <a:gd name="connsiteX3" fmla="*/ 21078 w 22713"/>
                <a:gd name="connsiteY3" fmla="*/ 6653 h 6737"/>
                <a:gd name="connsiteX4" fmla="*/ 21754 w 22713"/>
                <a:gd name="connsiteY4" fmla="*/ 4175 h 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713" h="6737">
                  <a:moveTo>
                    <a:pt x="21754" y="4175"/>
                  </a:moveTo>
                  <a:cubicBezTo>
                    <a:pt x="14995" y="2523"/>
                    <a:pt x="8086" y="1247"/>
                    <a:pt x="1176" y="-30"/>
                  </a:cubicBezTo>
                  <a:cubicBezTo>
                    <a:pt x="-25" y="-30"/>
                    <a:pt x="-551" y="1547"/>
                    <a:pt x="651" y="1847"/>
                  </a:cubicBezTo>
                  <a:cubicBezTo>
                    <a:pt x="7410" y="3574"/>
                    <a:pt x="14244" y="5301"/>
                    <a:pt x="21078" y="6653"/>
                  </a:cubicBezTo>
                  <a:cubicBezTo>
                    <a:pt x="22655" y="7103"/>
                    <a:pt x="23406" y="4625"/>
                    <a:pt x="21754" y="4175"/>
                  </a:cubicBezTo>
                  <a:close/>
                </a:path>
              </a:pathLst>
            </a:custGeom>
            <a:solidFill>
              <a:srgbClr val="B3B3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Content Placeholder 4">
              <a:extLst>
                <a:ext uri="{FF2B5EF4-FFF2-40B4-BE49-F238E27FC236}">
                  <a16:creationId xmlns:a16="http://schemas.microsoft.com/office/drawing/2014/main" id="{0A81F11C-530C-B12F-8CA4-21234EA7391F}"/>
                </a:ext>
              </a:extLst>
            </p:cNvPr>
            <p:cNvSpPr/>
            <p:nvPr/>
          </p:nvSpPr>
          <p:spPr>
            <a:xfrm>
              <a:off x="9545804" y="1019557"/>
              <a:ext cx="188037" cy="298315"/>
            </a:xfrm>
            <a:custGeom>
              <a:avLst/>
              <a:gdLst>
                <a:gd name="connsiteX0" fmla="*/ 42552 w 188037"/>
                <a:gd name="connsiteY0" fmla="*/ 202553 h 298315"/>
                <a:gd name="connsiteX1" fmla="*/ 61177 w 188037"/>
                <a:gd name="connsiteY1" fmla="*/ 145789 h 298315"/>
                <a:gd name="connsiteX2" fmla="*/ 78150 w 188037"/>
                <a:gd name="connsiteY2" fmla="*/ 18145 h 298315"/>
                <a:gd name="connsiteX3" fmla="*/ 81003 w 188037"/>
                <a:gd name="connsiteY3" fmla="*/ 7784 h 298315"/>
                <a:gd name="connsiteX4" fmla="*/ 109391 w 188037"/>
                <a:gd name="connsiteY4" fmla="*/ 801 h 298315"/>
                <a:gd name="connsiteX5" fmla="*/ 113447 w 188037"/>
                <a:gd name="connsiteY5" fmla="*/ 1852 h 298315"/>
                <a:gd name="connsiteX6" fmla="*/ 176155 w 188037"/>
                <a:gd name="connsiteY6" fmla="*/ 6807 h 298315"/>
                <a:gd name="connsiteX7" fmla="*/ 187195 w 188037"/>
                <a:gd name="connsiteY7" fmla="*/ 17394 h 298315"/>
                <a:gd name="connsiteX8" fmla="*/ 187871 w 188037"/>
                <a:gd name="connsiteY8" fmla="*/ 18145 h 298315"/>
                <a:gd name="connsiteX9" fmla="*/ 187270 w 188037"/>
                <a:gd name="connsiteY9" fmla="*/ 18145 h 298315"/>
                <a:gd name="connsiteX10" fmla="*/ 185092 w 188037"/>
                <a:gd name="connsiteY10" fmla="*/ 24452 h 298315"/>
                <a:gd name="connsiteX11" fmla="*/ 167669 w 188037"/>
                <a:gd name="connsiteY11" fmla="*/ 214867 h 298315"/>
                <a:gd name="connsiteX12" fmla="*/ 155503 w 188037"/>
                <a:gd name="connsiteY12" fmla="*/ 298286 h 298315"/>
                <a:gd name="connsiteX13" fmla="*/ 137779 w 188037"/>
                <a:gd name="connsiteY13" fmla="*/ 298286 h 298315"/>
                <a:gd name="connsiteX14" fmla="*/ 132297 w 188037"/>
                <a:gd name="connsiteY14" fmla="*/ 58015 h 298315"/>
                <a:gd name="connsiteX15" fmla="*/ 127190 w 188037"/>
                <a:gd name="connsiteY15" fmla="*/ 75735 h 298315"/>
                <a:gd name="connsiteX16" fmla="*/ 101280 w 188037"/>
                <a:gd name="connsiteY16" fmla="*/ 158328 h 298315"/>
                <a:gd name="connsiteX17" fmla="*/ 97300 w 188037"/>
                <a:gd name="connsiteY17" fmla="*/ 164785 h 298315"/>
                <a:gd name="connsiteX18" fmla="*/ 75521 w 188037"/>
                <a:gd name="connsiteY18" fmla="*/ 205406 h 298315"/>
                <a:gd name="connsiteX19" fmla="*/ 22501 w 188037"/>
                <a:gd name="connsiteY19" fmla="*/ 285671 h 298315"/>
                <a:gd name="connsiteX20" fmla="*/ -29 w 188037"/>
                <a:gd name="connsiteY20" fmla="*/ 277637 h 298315"/>
                <a:gd name="connsiteX21" fmla="*/ 42552 w 188037"/>
                <a:gd name="connsiteY21" fmla="*/ 202553 h 29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8037" h="298315">
                  <a:moveTo>
                    <a:pt x="42552" y="202553"/>
                  </a:moveTo>
                  <a:cubicBezTo>
                    <a:pt x="53502" y="185531"/>
                    <a:pt x="59915" y="165987"/>
                    <a:pt x="61177" y="145789"/>
                  </a:cubicBezTo>
                  <a:cubicBezTo>
                    <a:pt x="66885" y="103088"/>
                    <a:pt x="72540" y="60545"/>
                    <a:pt x="78150" y="18145"/>
                  </a:cubicBezTo>
                  <a:cubicBezTo>
                    <a:pt x="78435" y="14541"/>
                    <a:pt x="79404" y="11027"/>
                    <a:pt x="81003" y="7784"/>
                  </a:cubicBezTo>
                  <a:cubicBezTo>
                    <a:pt x="86336" y="-1076"/>
                    <a:pt x="99178" y="-701"/>
                    <a:pt x="109391" y="801"/>
                  </a:cubicBezTo>
                  <a:cubicBezTo>
                    <a:pt x="110781" y="1003"/>
                    <a:pt x="112140" y="1349"/>
                    <a:pt x="113447" y="1852"/>
                  </a:cubicBezTo>
                  <a:cubicBezTo>
                    <a:pt x="134325" y="3954"/>
                    <a:pt x="155225" y="5606"/>
                    <a:pt x="176155" y="6807"/>
                  </a:cubicBezTo>
                  <a:cubicBezTo>
                    <a:pt x="181848" y="7348"/>
                    <a:pt x="186422" y="11733"/>
                    <a:pt x="187195" y="17394"/>
                  </a:cubicBezTo>
                  <a:cubicBezTo>
                    <a:pt x="187796" y="17394"/>
                    <a:pt x="188246" y="17394"/>
                    <a:pt x="187871" y="18145"/>
                  </a:cubicBezTo>
                  <a:lnTo>
                    <a:pt x="187270" y="18145"/>
                  </a:lnTo>
                  <a:cubicBezTo>
                    <a:pt x="187353" y="20443"/>
                    <a:pt x="186579" y="22695"/>
                    <a:pt x="185092" y="24452"/>
                  </a:cubicBezTo>
                  <a:cubicBezTo>
                    <a:pt x="185716" y="88349"/>
                    <a:pt x="179880" y="152141"/>
                    <a:pt x="167669" y="214867"/>
                  </a:cubicBezTo>
                  <a:cubicBezTo>
                    <a:pt x="161007" y="242228"/>
                    <a:pt x="156937" y="270159"/>
                    <a:pt x="155503" y="298286"/>
                  </a:cubicBezTo>
                  <a:lnTo>
                    <a:pt x="137779" y="298286"/>
                  </a:lnTo>
                  <a:cubicBezTo>
                    <a:pt x="135924" y="218193"/>
                    <a:pt x="134099" y="138108"/>
                    <a:pt x="132297" y="58015"/>
                  </a:cubicBezTo>
                  <a:cubicBezTo>
                    <a:pt x="130945" y="64022"/>
                    <a:pt x="129068" y="70029"/>
                    <a:pt x="127190" y="75735"/>
                  </a:cubicBezTo>
                  <a:cubicBezTo>
                    <a:pt x="116834" y="102698"/>
                    <a:pt x="108175" y="130284"/>
                    <a:pt x="101280" y="158328"/>
                  </a:cubicBezTo>
                  <a:cubicBezTo>
                    <a:pt x="100838" y="160911"/>
                    <a:pt x="99411" y="163231"/>
                    <a:pt x="97300" y="164785"/>
                  </a:cubicBezTo>
                  <a:cubicBezTo>
                    <a:pt x="92021" y="179299"/>
                    <a:pt x="84691" y="192980"/>
                    <a:pt x="75521" y="205406"/>
                  </a:cubicBezTo>
                  <a:cubicBezTo>
                    <a:pt x="55770" y="231160"/>
                    <a:pt x="42552" y="254887"/>
                    <a:pt x="22501" y="285671"/>
                  </a:cubicBezTo>
                  <a:cubicBezTo>
                    <a:pt x="14300" y="285619"/>
                    <a:pt x="6355" y="282788"/>
                    <a:pt x="-29" y="277637"/>
                  </a:cubicBezTo>
                  <a:cubicBezTo>
                    <a:pt x="14090" y="252461"/>
                    <a:pt x="28284" y="227428"/>
                    <a:pt x="42552" y="202553"/>
                  </a:cubicBezTo>
                  <a:close/>
                </a:path>
              </a:pathLst>
            </a:custGeom>
            <a:solidFill>
              <a:srgbClr val="6D47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Content Placeholder 4">
              <a:extLst>
                <a:ext uri="{FF2B5EF4-FFF2-40B4-BE49-F238E27FC236}">
                  <a16:creationId xmlns:a16="http://schemas.microsoft.com/office/drawing/2014/main" id="{3FFD46B1-E922-2F33-1039-8B888AEE8F4B}"/>
                </a:ext>
              </a:extLst>
            </p:cNvPr>
            <p:cNvSpPr/>
            <p:nvPr/>
          </p:nvSpPr>
          <p:spPr>
            <a:xfrm>
              <a:off x="9679173" y="1313868"/>
              <a:ext cx="58999" cy="20952"/>
            </a:xfrm>
            <a:custGeom>
              <a:avLst/>
              <a:gdLst>
                <a:gd name="connsiteX0" fmla="*/ 18154 w 58999"/>
                <a:gd name="connsiteY0" fmla="*/ 16964 h 20952"/>
                <a:gd name="connsiteX1" fmla="*/ 15676 w 58999"/>
                <a:gd name="connsiteY1" fmla="*/ 20793 h 20952"/>
                <a:gd name="connsiteX2" fmla="*/ 6814 w 58999"/>
                <a:gd name="connsiteY2" fmla="*/ 20192 h 20952"/>
                <a:gd name="connsiteX3" fmla="*/ 4711 w 58999"/>
                <a:gd name="connsiteY3" fmla="*/ 19291 h 20952"/>
                <a:gd name="connsiteX4" fmla="*/ 3509 w 58999"/>
                <a:gd name="connsiteY4" fmla="*/ 17940 h 20952"/>
                <a:gd name="connsiteX5" fmla="*/ -20 w 58999"/>
                <a:gd name="connsiteY5" fmla="*/ 12609 h 20952"/>
                <a:gd name="connsiteX6" fmla="*/ 1106 w 58999"/>
                <a:gd name="connsiteY6" fmla="*/ 8780 h 20952"/>
                <a:gd name="connsiteX7" fmla="*/ 4636 w 58999"/>
                <a:gd name="connsiteY7" fmla="*/ 370 h 20952"/>
                <a:gd name="connsiteX8" fmla="*/ 22359 w 58999"/>
                <a:gd name="connsiteY8" fmla="*/ 370 h 20952"/>
                <a:gd name="connsiteX9" fmla="*/ 23636 w 58999"/>
                <a:gd name="connsiteY9" fmla="*/ 6076 h 20952"/>
                <a:gd name="connsiteX10" fmla="*/ 41285 w 58999"/>
                <a:gd name="connsiteY10" fmla="*/ 9155 h 20952"/>
                <a:gd name="connsiteX11" fmla="*/ 50146 w 58999"/>
                <a:gd name="connsiteY11" fmla="*/ 10507 h 20952"/>
                <a:gd name="connsiteX12" fmla="*/ 58182 w 58999"/>
                <a:gd name="connsiteY12" fmla="*/ 11933 h 20952"/>
                <a:gd name="connsiteX13" fmla="*/ 58858 w 58999"/>
                <a:gd name="connsiteY13" fmla="*/ 14636 h 20952"/>
                <a:gd name="connsiteX14" fmla="*/ 58858 w 58999"/>
                <a:gd name="connsiteY14" fmla="*/ 16738 h 20952"/>
                <a:gd name="connsiteX15" fmla="*/ 56230 w 58999"/>
                <a:gd name="connsiteY15" fmla="*/ 19216 h 20952"/>
                <a:gd name="connsiteX16" fmla="*/ 18154 w 58999"/>
                <a:gd name="connsiteY16" fmla="*/ 16964 h 20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8999" h="20952">
                  <a:moveTo>
                    <a:pt x="18154" y="16964"/>
                  </a:moveTo>
                  <a:cubicBezTo>
                    <a:pt x="20632" y="18991"/>
                    <a:pt x="17253" y="20643"/>
                    <a:pt x="15676" y="20793"/>
                  </a:cubicBezTo>
                  <a:cubicBezTo>
                    <a:pt x="12709" y="21086"/>
                    <a:pt x="9713" y="20883"/>
                    <a:pt x="6814" y="20192"/>
                  </a:cubicBezTo>
                  <a:cubicBezTo>
                    <a:pt x="6048" y="20087"/>
                    <a:pt x="5319" y="19772"/>
                    <a:pt x="4711" y="19291"/>
                  </a:cubicBezTo>
                  <a:cubicBezTo>
                    <a:pt x="4253" y="18893"/>
                    <a:pt x="3848" y="18443"/>
                    <a:pt x="3509" y="17940"/>
                  </a:cubicBezTo>
                  <a:cubicBezTo>
                    <a:pt x="2105" y="16326"/>
                    <a:pt x="919" y="14531"/>
                    <a:pt x="-20" y="12609"/>
                  </a:cubicBezTo>
                  <a:cubicBezTo>
                    <a:pt x="-95" y="11242"/>
                    <a:pt x="302" y="9891"/>
                    <a:pt x="1106" y="8780"/>
                  </a:cubicBezTo>
                  <a:cubicBezTo>
                    <a:pt x="2458" y="6152"/>
                    <a:pt x="4786" y="3449"/>
                    <a:pt x="4636" y="370"/>
                  </a:cubicBezTo>
                  <a:cubicBezTo>
                    <a:pt x="10531" y="-163"/>
                    <a:pt x="16464" y="-163"/>
                    <a:pt x="22359" y="370"/>
                  </a:cubicBezTo>
                  <a:cubicBezTo>
                    <a:pt x="22810" y="2547"/>
                    <a:pt x="24462" y="4350"/>
                    <a:pt x="23636" y="6076"/>
                  </a:cubicBezTo>
                  <a:cubicBezTo>
                    <a:pt x="29614" y="6474"/>
                    <a:pt x="35524" y="7511"/>
                    <a:pt x="41285" y="9155"/>
                  </a:cubicBezTo>
                  <a:cubicBezTo>
                    <a:pt x="44214" y="9756"/>
                    <a:pt x="47173" y="10206"/>
                    <a:pt x="50146" y="10507"/>
                  </a:cubicBezTo>
                  <a:cubicBezTo>
                    <a:pt x="52475" y="10507"/>
                    <a:pt x="56906" y="9605"/>
                    <a:pt x="58182" y="11933"/>
                  </a:cubicBezTo>
                  <a:cubicBezTo>
                    <a:pt x="58588" y="12782"/>
                    <a:pt x="58821" y="13698"/>
                    <a:pt x="58858" y="14636"/>
                  </a:cubicBezTo>
                  <a:cubicBezTo>
                    <a:pt x="59008" y="15327"/>
                    <a:pt x="59008" y="16048"/>
                    <a:pt x="58858" y="16738"/>
                  </a:cubicBezTo>
                  <a:cubicBezTo>
                    <a:pt x="58362" y="17895"/>
                    <a:pt x="57416" y="18796"/>
                    <a:pt x="56230" y="19216"/>
                  </a:cubicBezTo>
                  <a:cubicBezTo>
                    <a:pt x="43462" y="24022"/>
                    <a:pt x="30921" y="16738"/>
                    <a:pt x="18154" y="16964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Content Placeholder 4">
              <a:extLst>
                <a:ext uri="{FF2B5EF4-FFF2-40B4-BE49-F238E27FC236}">
                  <a16:creationId xmlns:a16="http://schemas.microsoft.com/office/drawing/2014/main" id="{0339EB55-579F-89C2-3069-67F2AFF0FC84}"/>
                </a:ext>
              </a:extLst>
            </p:cNvPr>
            <p:cNvSpPr/>
            <p:nvPr/>
          </p:nvSpPr>
          <p:spPr>
            <a:xfrm>
              <a:off x="9540547" y="1290992"/>
              <a:ext cx="57842" cy="43271"/>
            </a:xfrm>
            <a:custGeom>
              <a:avLst/>
              <a:gdLst>
                <a:gd name="connsiteX0" fmla="*/ 15967 w 57842"/>
                <a:gd name="connsiteY0" fmla="*/ 24223 h 43271"/>
                <a:gd name="connsiteX1" fmla="*/ 11837 w 57842"/>
                <a:gd name="connsiteY1" fmla="*/ 26926 h 43271"/>
                <a:gd name="connsiteX2" fmla="*/ 3426 w 57842"/>
                <a:gd name="connsiteY2" fmla="*/ 22496 h 43271"/>
                <a:gd name="connsiteX3" fmla="*/ 1698 w 57842"/>
                <a:gd name="connsiteY3" fmla="*/ 20694 h 43271"/>
                <a:gd name="connsiteX4" fmla="*/ 1173 w 57842"/>
                <a:gd name="connsiteY4" fmla="*/ 18741 h 43271"/>
                <a:gd name="connsiteX5" fmla="*/ -29 w 57842"/>
                <a:gd name="connsiteY5" fmla="*/ 12059 h 43271"/>
                <a:gd name="connsiteX6" fmla="*/ 2749 w 57842"/>
                <a:gd name="connsiteY6" fmla="*/ 8680 h 43271"/>
                <a:gd name="connsiteX7" fmla="*/ 10785 w 57842"/>
                <a:gd name="connsiteY7" fmla="*/ -30 h 43271"/>
                <a:gd name="connsiteX8" fmla="*/ 30236 w 57842"/>
                <a:gd name="connsiteY8" fmla="*/ 11458 h 43271"/>
                <a:gd name="connsiteX9" fmla="*/ 26106 w 57842"/>
                <a:gd name="connsiteY9" fmla="*/ 16114 h 43271"/>
                <a:gd name="connsiteX10" fmla="*/ 42177 w 57842"/>
                <a:gd name="connsiteY10" fmla="*/ 26851 h 43271"/>
                <a:gd name="connsiteX11" fmla="*/ 50288 w 57842"/>
                <a:gd name="connsiteY11" fmla="*/ 32031 h 43271"/>
                <a:gd name="connsiteX12" fmla="*/ 57798 w 57842"/>
                <a:gd name="connsiteY12" fmla="*/ 36987 h 43271"/>
                <a:gd name="connsiteX13" fmla="*/ 57347 w 57842"/>
                <a:gd name="connsiteY13" fmla="*/ 39915 h 43271"/>
                <a:gd name="connsiteX14" fmla="*/ 56221 w 57842"/>
                <a:gd name="connsiteY14" fmla="*/ 41943 h 43271"/>
                <a:gd name="connsiteX15" fmla="*/ 52541 w 57842"/>
                <a:gd name="connsiteY15" fmla="*/ 43219 h 43271"/>
                <a:gd name="connsiteX16" fmla="*/ 15967 w 57842"/>
                <a:gd name="connsiteY16" fmla="*/ 24223 h 43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7842" h="43271">
                  <a:moveTo>
                    <a:pt x="15967" y="24223"/>
                  </a:moveTo>
                  <a:cubicBezTo>
                    <a:pt x="17544" y="27301"/>
                    <a:pt x="13489" y="27451"/>
                    <a:pt x="11837" y="26926"/>
                  </a:cubicBezTo>
                  <a:cubicBezTo>
                    <a:pt x="8795" y="25950"/>
                    <a:pt x="5949" y="24448"/>
                    <a:pt x="3426" y="22496"/>
                  </a:cubicBezTo>
                  <a:cubicBezTo>
                    <a:pt x="2720" y="22030"/>
                    <a:pt x="2134" y="21414"/>
                    <a:pt x="1698" y="20694"/>
                  </a:cubicBezTo>
                  <a:cubicBezTo>
                    <a:pt x="1413" y="20078"/>
                    <a:pt x="1233" y="19417"/>
                    <a:pt x="1173" y="18741"/>
                  </a:cubicBezTo>
                  <a:cubicBezTo>
                    <a:pt x="414" y="16594"/>
                    <a:pt x="8" y="14334"/>
                    <a:pt x="-29" y="12059"/>
                  </a:cubicBezTo>
                  <a:cubicBezTo>
                    <a:pt x="-29" y="10557"/>
                    <a:pt x="1623" y="9656"/>
                    <a:pt x="2749" y="8680"/>
                  </a:cubicBezTo>
                  <a:cubicBezTo>
                    <a:pt x="6024" y="6390"/>
                    <a:pt x="8765" y="3417"/>
                    <a:pt x="10785" y="-30"/>
                  </a:cubicBezTo>
                  <a:cubicBezTo>
                    <a:pt x="17574" y="3252"/>
                    <a:pt x="24085" y="7096"/>
                    <a:pt x="30236" y="11458"/>
                  </a:cubicBezTo>
                  <a:cubicBezTo>
                    <a:pt x="27833" y="13185"/>
                    <a:pt x="27607" y="14762"/>
                    <a:pt x="26106" y="16114"/>
                  </a:cubicBezTo>
                  <a:cubicBezTo>
                    <a:pt x="31813" y="19139"/>
                    <a:pt x="37198" y="22736"/>
                    <a:pt x="42177" y="26851"/>
                  </a:cubicBezTo>
                  <a:cubicBezTo>
                    <a:pt x="44791" y="28720"/>
                    <a:pt x="47494" y="30447"/>
                    <a:pt x="50288" y="32031"/>
                  </a:cubicBezTo>
                  <a:cubicBezTo>
                    <a:pt x="52466" y="33233"/>
                    <a:pt x="57347" y="34134"/>
                    <a:pt x="57798" y="36987"/>
                  </a:cubicBezTo>
                  <a:cubicBezTo>
                    <a:pt x="57866" y="37986"/>
                    <a:pt x="57715" y="38984"/>
                    <a:pt x="57347" y="39915"/>
                  </a:cubicBezTo>
                  <a:cubicBezTo>
                    <a:pt x="57107" y="40659"/>
                    <a:pt x="56724" y="41349"/>
                    <a:pt x="56221" y="41943"/>
                  </a:cubicBezTo>
                  <a:cubicBezTo>
                    <a:pt x="55237" y="42889"/>
                    <a:pt x="53892" y="43354"/>
                    <a:pt x="52541" y="43219"/>
                  </a:cubicBezTo>
                  <a:cubicBezTo>
                    <a:pt x="37897" y="42243"/>
                    <a:pt x="28734" y="29629"/>
                    <a:pt x="15967" y="24223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Content Placeholder 4">
              <a:extLst>
                <a:ext uri="{FF2B5EF4-FFF2-40B4-BE49-F238E27FC236}">
                  <a16:creationId xmlns:a16="http://schemas.microsoft.com/office/drawing/2014/main" id="{99FB94EF-5B49-F08D-63CA-0C892F6F7F23}"/>
                </a:ext>
              </a:extLst>
            </p:cNvPr>
            <p:cNvSpPr/>
            <p:nvPr/>
          </p:nvSpPr>
          <p:spPr>
            <a:xfrm>
              <a:off x="9699420" y="675818"/>
              <a:ext cx="65187" cy="96174"/>
            </a:xfrm>
            <a:custGeom>
              <a:avLst/>
              <a:gdLst>
                <a:gd name="connsiteX0" fmla="*/ 4591 w 65187"/>
                <a:gd name="connsiteY0" fmla="*/ 83921 h 96174"/>
                <a:gd name="connsiteX1" fmla="*/ 10 w 65187"/>
                <a:gd name="connsiteY1" fmla="*/ 64549 h 96174"/>
                <a:gd name="connsiteX2" fmla="*/ 8421 w 65187"/>
                <a:gd name="connsiteY2" fmla="*/ 23328 h 96174"/>
                <a:gd name="connsiteX3" fmla="*/ 49651 w 65187"/>
                <a:gd name="connsiteY3" fmla="*/ 1178 h 96174"/>
                <a:gd name="connsiteX4" fmla="*/ 63168 w 65187"/>
                <a:gd name="connsiteY4" fmla="*/ 51634 h 96174"/>
                <a:gd name="connsiteX5" fmla="*/ 44619 w 65187"/>
                <a:gd name="connsiteY5" fmla="*/ 87975 h 96174"/>
                <a:gd name="connsiteX6" fmla="*/ 4591 w 65187"/>
                <a:gd name="connsiteY6" fmla="*/ 83921 h 96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5187" h="96174">
                  <a:moveTo>
                    <a:pt x="4591" y="83921"/>
                  </a:moveTo>
                  <a:cubicBezTo>
                    <a:pt x="1346" y="77994"/>
                    <a:pt x="-238" y="71301"/>
                    <a:pt x="10" y="64549"/>
                  </a:cubicBezTo>
                  <a:cubicBezTo>
                    <a:pt x="-403" y="50344"/>
                    <a:pt x="2480" y="36236"/>
                    <a:pt x="8421" y="23328"/>
                  </a:cubicBezTo>
                  <a:cubicBezTo>
                    <a:pt x="15931" y="9062"/>
                    <a:pt x="33128" y="-4153"/>
                    <a:pt x="49651" y="1178"/>
                  </a:cubicBezTo>
                  <a:cubicBezTo>
                    <a:pt x="69026" y="7560"/>
                    <a:pt x="65797" y="34065"/>
                    <a:pt x="63168" y="51634"/>
                  </a:cubicBezTo>
                  <a:cubicBezTo>
                    <a:pt x="61659" y="65614"/>
                    <a:pt x="55050" y="78548"/>
                    <a:pt x="44619" y="87975"/>
                  </a:cubicBezTo>
                  <a:cubicBezTo>
                    <a:pt x="28773" y="100815"/>
                    <a:pt x="12326" y="97811"/>
                    <a:pt x="4591" y="83921"/>
                  </a:cubicBezTo>
                  <a:close/>
                </a:path>
              </a:pathLst>
            </a:custGeom>
            <a:solidFill>
              <a:srgbClr val="6D47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Content Placeholder 4">
              <a:extLst>
                <a:ext uri="{FF2B5EF4-FFF2-40B4-BE49-F238E27FC236}">
                  <a16:creationId xmlns:a16="http://schemas.microsoft.com/office/drawing/2014/main" id="{A2F1B729-BCA7-FAB9-CC06-73DF895A3F02}"/>
                </a:ext>
              </a:extLst>
            </p:cNvPr>
            <p:cNvSpPr/>
            <p:nvPr/>
          </p:nvSpPr>
          <p:spPr>
            <a:xfrm>
              <a:off x="9607253" y="977578"/>
              <a:ext cx="139021" cy="150579"/>
            </a:xfrm>
            <a:custGeom>
              <a:avLst/>
              <a:gdLst>
                <a:gd name="connsiteX0" fmla="*/ 3709 w 139021"/>
                <a:gd name="connsiteY0" fmla="*/ 122970 h 150579"/>
                <a:gd name="connsiteX1" fmla="*/ 3709 w 139021"/>
                <a:gd name="connsiteY1" fmla="*/ 145119 h 150579"/>
                <a:gd name="connsiteX2" fmla="*/ 63263 w 139021"/>
                <a:gd name="connsiteY2" fmla="*/ 150150 h 150579"/>
                <a:gd name="connsiteX3" fmla="*/ 65666 w 139021"/>
                <a:gd name="connsiteY3" fmla="*/ 150150 h 150579"/>
                <a:gd name="connsiteX4" fmla="*/ 70924 w 139021"/>
                <a:gd name="connsiteY4" fmla="*/ 150150 h 150579"/>
                <a:gd name="connsiteX5" fmla="*/ 112229 w 139021"/>
                <a:gd name="connsiteY5" fmla="*/ 145495 h 150579"/>
                <a:gd name="connsiteX6" fmla="*/ 122592 w 139021"/>
                <a:gd name="connsiteY6" fmla="*/ 124621 h 150579"/>
                <a:gd name="connsiteX7" fmla="*/ 134082 w 139021"/>
                <a:gd name="connsiteY7" fmla="*/ 8916 h 150579"/>
                <a:gd name="connsiteX8" fmla="*/ 124770 w 139021"/>
                <a:gd name="connsiteY8" fmla="*/ 1408 h 150579"/>
                <a:gd name="connsiteX9" fmla="*/ 27140 w 139021"/>
                <a:gd name="connsiteY9" fmla="*/ 281 h 150579"/>
                <a:gd name="connsiteX10" fmla="*/ 18879 w 139021"/>
                <a:gd name="connsiteY10" fmla="*/ 8541 h 150579"/>
                <a:gd name="connsiteX11" fmla="*/ 3709 w 139021"/>
                <a:gd name="connsiteY11" fmla="*/ 122970 h 150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9021" h="150579">
                  <a:moveTo>
                    <a:pt x="3709" y="122970"/>
                  </a:moveTo>
                  <a:cubicBezTo>
                    <a:pt x="3709" y="131379"/>
                    <a:pt x="-4702" y="140915"/>
                    <a:pt x="3709" y="145119"/>
                  </a:cubicBezTo>
                  <a:cubicBezTo>
                    <a:pt x="14974" y="150826"/>
                    <a:pt x="50647" y="149624"/>
                    <a:pt x="63263" y="150150"/>
                  </a:cubicBezTo>
                  <a:lnTo>
                    <a:pt x="65666" y="150150"/>
                  </a:lnTo>
                  <a:cubicBezTo>
                    <a:pt x="67401" y="150526"/>
                    <a:pt x="69189" y="150526"/>
                    <a:pt x="70924" y="150150"/>
                  </a:cubicBezTo>
                  <a:cubicBezTo>
                    <a:pt x="84366" y="150826"/>
                    <a:pt x="102165" y="151351"/>
                    <a:pt x="112229" y="145495"/>
                  </a:cubicBezTo>
                  <a:cubicBezTo>
                    <a:pt x="119138" y="141515"/>
                    <a:pt x="121090" y="132580"/>
                    <a:pt x="122592" y="124621"/>
                  </a:cubicBezTo>
                  <a:cubicBezTo>
                    <a:pt x="139362" y="88453"/>
                    <a:pt x="143418" y="47675"/>
                    <a:pt x="134082" y="8916"/>
                  </a:cubicBezTo>
                  <a:cubicBezTo>
                    <a:pt x="132986" y="4629"/>
                    <a:pt x="129193" y="1573"/>
                    <a:pt x="124770" y="1408"/>
                  </a:cubicBezTo>
                  <a:cubicBezTo>
                    <a:pt x="92177" y="4"/>
                    <a:pt x="59636" y="-372"/>
                    <a:pt x="27140" y="281"/>
                  </a:cubicBezTo>
                  <a:cubicBezTo>
                    <a:pt x="22627" y="402"/>
                    <a:pt x="18999" y="4028"/>
                    <a:pt x="18879" y="8541"/>
                  </a:cubicBezTo>
                  <a:cubicBezTo>
                    <a:pt x="13848" y="47134"/>
                    <a:pt x="2357" y="84827"/>
                    <a:pt x="3709" y="122970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Content Placeholder 4">
              <a:extLst>
                <a:ext uri="{FF2B5EF4-FFF2-40B4-BE49-F238E27FC236}">
                  <a16:creationId xmlns:a16="http://schemas.microsoft.com/office/drawing/2014/main" id="{B34EE6EA-6AA7-2822-3BEE-042EFBF62CA9}"/>
                </a:ext>
              </a:extLst>
            </p:cNvPr>
            <p:cNvSpPr/>
            <p:nvPr/>
          </p:nvSpPr>
          <p:spPr>
            <a:xfrm>
              <a:off x="9617113" y="774386"/>
              <a:ext cx="158723" cy="257051"/>
            </a:xfrm>
            <a:custGeom>
              <a:avLst/>
              <a:gdLst>
                <a:gd name="connsiteX0" fmla="*/ 143448 w 158723"/>
                <a:gd name="connsiteY0" fmla="*/ 172314 h 257051"/>
                <a:gd name="connsiteX1" fmla="*/ 142848 w 158723"/>
                <a:gd name="connsiteY1" fmla="*/ 172314 h 257051"/>
                <a:gd name="connsiteX2" fmla="*/ 127302 w 158723"/>
                <a:gd name="connsiteY2" fmla="*/ 158423 h 257051"/>
                <a:gd name="connsiteX3" fmla="*/ 127302 w 158723"/>
                <a:gd name="connsiteY3" fmla="*/ 120881 h 257051"/>
                <a:gd name="connsiteX4" fmla="*/ 129179 w 158723"/>
                <a:gd name="connsiteY4" fmla="*/ 118703 h 257051"/>
                <a:gd name="connsiteX5" fmla="*/ 147879 w 158723"/>
                <a:gd name="connsiteY5" fmla="*/ 83038 h 257051"/>
                <a:gd name="connsiteX6" fmla="*/ 146302 w 158723"/>
                <a:gd name="connsiteY6" fmla="*/ 79509 h 257051"/>
                <a:gd name="connsiteX7" fmla="*/ 144124 w 158723"/>
                <a:gd name="connsiteY7" fmla="*/ 76431 h 257051"/>
                <a:gd name="connsiteX8" fmla="*/ 136900 w 158723"/>
                <a:gd name="connsiteY8" fmla="*/ 76518 h 257051"/>
                <a:gd name="connsiteX9" fmla="*/ 136164 w 158723"/>
                <a:gd name="connsiteY9" fmla="*/ 77482 h 257051"/>
                <a:gd name="connsiteX10" fmla="*/ 125274 w 158723"/>
                <a:gd name="connsiteY10" fmla="*/ 90547 h 257051"/>
                <a:gd name="connsiteX11" fmla="*/ 119266 w 158723"/>
                <a:gd name="connsiteY11" fmla="*/ 36711 h 257051"/>
                <a:gd name="connsiteX12" fmla="*/ 119537 w 158723"/>
                <a:gd name="connsiteY12" fmla="*/ 10378 h 257051"/>
                <a:gd name="connsiteX13" fmla="*/ 111756 w 158723"/>
                <a:gd name="connsiteY13" fmla="*/ 5626 h 257051"/>
                <a:gd name="connsiteX14" fmla="*/ 103570 w 158723"/>
                <a:gd name="connsiteY14" fmla="*/ 3223 h 257051"/>
                <a:gd name="connsiteX15" fmla="*/ 97863 w 158723"/>
                <a:gd name="connsiteY15" fmla="*/ 2623 h 257051"/>
                <a:gd name="connsiteX16" fmla="*/ 54830 w 158723"/>
                <a:gd name="connsiteY16" fmla="*/ 47673 h 257051"/>
                <a:gd name="connsiteX17" fmla="*/ 158 w 158723"/>
                <a:gd name="connsiteY17" fmla="*/ 225323 h 257051"/>
                <a:gd name="connsiteX18" fmla="*/ 25016 w 158723"/>
                <a:gd name="connsiteY18" fmla="*/ 250101 h 257051"/>
                <a:gd name="connsiteX19" fmla="*/ 31625 w 158723"/>
                <a:gd name="connsiteY19" fmla="*/ 249501 h 257051"/>
                <a:gd name="connsiteX20" fmla="*/ 49648 w 158723"/>
                <a:gd name="connsiteY20" fmla="*/ 257009 h 257051"/>
                <a:gd name="connsiteX21" fmla="*/ 57158 w 158723"/>
                <a:gd name="connsiteY21" fmla="*/ 257009 h 257051"/>
                <a:gd name="connsiteX22" fmla="*/ 81416 w 158723"/>
                <a:gd name="connsiteY22" fmla="*/ 257009 h 257051"/>
                <a:gd name="connsiteX23" fmla="*/ 108076 w 158723"/>
                <a:gd name="connsiteY23" fmla="*/ 257009 h 257051"/>
                <a:gd name="connsiteX24" fmla="*/ 133415 w 158723"/>
                <a:gd name="connsiteY24" fmla="*/ 233260 h 257051"/>
                <a:gd name="connsiteX25" fmla="*/ 130606 w 158723"/>
                <a:gd name="connsiteY25" fmla="*/ 221044 h 257051"/>
                <a:gd name="connsiteX26" fmla="*/ 128804 w 158723"/>
                <a:gd name="connsiteY26" fmla="*/ 200846 h 257051"/>
                <a:gd name="connsiteX27" fmla="*/ 157868 w 158723"/>
                <a:gd name="connsiteY27" fmla="*/ 195290 h 257051"/>
                <a:gd name="connsiteX28" fmla="*/ 157267 w 158723"/>
                <a:gd name="connsiteY28" fmla="*/ 192587 h 257051"/>
                <a:gd name="connsiteX29" fmla="*/ 158543 w 158723"/>
                <a:gd name="connsiteY29" fmla="*/ 188307 h 257051"/>
                <a:gd name="connsiteX30" fmla="*/ 143448 w 158723"/>
                <a:gd name="connsiteY30" fmla="*/ 172314 h 25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58723" h="257051">
                  <a:moveTo>
                    <a:pt x="143448" y="172314"/>
                  </a:moveTo>
                  <a:lnTo>
                    <a:pt x="142848" y="172314"/>
                  </a:lnTo>
                  <a:cubicBezTo>
                    <a:pt x="138139" y="167180"/>
                    <a:pt x="132934" y="162527"/>
                    <a:pt x="127302" y="158423"/>
                  </a:cubicBezTo>
                  <a:cubicBezTo>
                    <a:pt x="127752" y="145959"/>
                    <a:pt x="127302" y="133345"/>
                    <a:pt x="127302" y="120881"/>
                  </a:cubicBezTo>
                  <a:cubicBezTo>
                    <a:pt x="127970" y="120190"/>
                    <a:pt x="128594" y="119463"/>
                    <a:pt x="129179" y="118703"/>
                  </a:cubicBezTo>
                  <a:cubicBezTo>
                    <a:pt x="139168" y="108567"/>
                    <a:pt x="151709" y="95728"/>
                    <a:pt x="147879" y="83038"/>
                  </a:cubicBezTo>
                  <a:cubicBezTo>
                    <a:pt x="147714" y="81731"/>
                    <a:pt x="147166" y="80502"/>
                    <a:pt x="146302" y="79509"/>
                  </a:cubicBezTo>
                  <a:cubicBezTo>
                    <a:pt x="145694" y="78403"/>
                    <a:pt x="144965" y="77370"/>
                    <a:pt x="144124" y="76431"/>
                  </a:cubicBezTo>
                  <a:cubicBezTo>
                    <a:pt x="142104" y="74461"/>
                    <a:pt x="138875" y="74500"/>
                    <a:pt x="136900" y="76518"/>
                  </a:cubicBezTo>
                  <a:cubicBezTo>
                    <a:pt x="136621" y="76809"/>
                    <a:pt x="136374" y="77133"/>
                    <a:pt x="136164" y="77482"/>
                  </a:cubicBezTo>
                  <a:cubicBezTo>
                    <a:pt x="132777" y="82037"/>
                    <a:pt x="129142" y="86398"/>
                    <a:pt x="125274" y="90547"/>
                  </a:cubicBezTo>
                  <a:cubicBezTo>
                    <a:pt x="123697" y="72376"/>
                    <a:pt x="121594" y="54356"/>
                    <a:pt x="119266" y="36711"/>
                  </a:cubicBezTo>
                  <a:cubicBezTo>
                    <a:pt x="126611" y="29514"/>
                    <a:pt x="126738" y="17724"/>
                    <a:pt x="119537" y="10378"/>
                  </a:cubicBezTo>
                  <a:cubicBezTo>
                    <a:pt x="117373" y="8174"/>
                    <a:pt x="114700" y="6541"/>
                    <a:pt x="111756" y="5626"/>
                  </a:cubicBezTo>
                  <a:lnTo>
                    <a:pt x="103570" y="3223"/>
                  </a:lnTo>
                  <a:cubicBezTo>
                    <a:pt x="101723" y="2647"/>
                    <a:pt x="99785" y="2443"/>
                    <a:pt x="97863" y="2623"/>
                  </a:cubicBezTo>
                  <a:cubicBezTo>
                    <a:pt x="83443" y="-9541"/>
                    <a:pt x="62866" y="22670"/>
                    <a:pt x="54830" y="47673"/>
                  </a:cubicBezTo>
                  <a:cubicBezTo>
                    <a:pt x="32751" y="115249"/>
                    <a:pt x="-2922" y="152792"/>
                    <a:pt x="158" y="225323"/>
                  </a:cubicBezTo>
                  <a:cubicBezTo>
                    <a:pt x="759" y="237562"/>
                    <a:pt x="11272" y="251528"/>
                    <a:pt x="25016" y="250101"/>
                  </a:cubicBezTo>
                  <a:lnTo>
                    <a:pt x="31625" y="249501"/>
                  </a:lnTo>
                  <a:cubicBezTo>
                    <a:pt x="36296" y="254441"/>
                    <a:pt x="42852" y="257167"/>
                    <a:pt x="49648" y="257009"/>
                  </a:cubicBezTo>
                  <a:lnTo>
                    <a:pt x="57158" y="257009"/>
                  </a:lnTo>
                  <a:cubicBezTo>
                    <a:pt x="64668" y="257009"/>
                    <a:pt x="72930" y="257009"/>
                    <a:pt x="81416" y="257009"/>
                  </a:cubicBezTo>
                  <a:lnTo>
                    <a:pt x="108076" y="257009"/>
                  </a:lnTo>
                  <a:cubicBezTo>
                    <a:pt x="121632" y="257445"/>
                    <a:pt x="132979" y="246813"/>
                    <a:pt x="133415" y="233260"/>
                  </a:cubicBezTo>
                  <a:cubicBezTo>
                    <a:pt x="133550" y="229018"/>
                    <a:pt x="132581" y="224805"/>
                    <a:pt x="130606" y="221044"/>
                  </a:cubicBezTo>
                  <a:cubicBezTo>
                    <a:pt x="130591" y="214271"/>
                    <a:pt x="129990" y="207513"/>
                    <a:pt x="128804" y="200846"/>
                  </a:cubicBezTo>
                  <a:cubicBezTo>
                    <a:pt x="129330" y="204300"/>
                    <a:pt x="158093" y="204450"/>
                    <a:pt x="157868" y="195290"/>
                  </a:cubicBezTo>
                  <a:cubicBezTo>
                    <a:pt x="157868" y="194389"/>
                    <a:pt x="157342" y="193488"/>
                    <a:pt x="157267" y="192587"/>
                  </a:cubicBezTo>
                  <a:cubicBezTo>
                    <a:pt x="157402" y="191089"/>
                    <a:pt x="157837" y="189634"/>
                    <a:pt x="158543" y="188307"/>
                  </a:cubicBezTo>
                  <a:cubicBezTo>
                    <a:pt x="160120" y="181474"/>
                    <a:pt x="148931" y="171037"/>
                    <a:pt x="143448" y="172314"/>
                  </a:cubicBezTo>
                  <a:close/>
                </a:path>
              </a:pathLst>
            </a:custGeom>
            <a:solidFill>
              <a:srgbClr val="44474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Content Placeholder 4">
              <a:extLst>
                <a:ext uri="{FF2B5EF4-FFF2-40B4-BE49-F238E27FC236}">
                  <a16:creationId xmlns:a16="http://schemas.microsoft.com/office/drawing/2014/main" id="{0BE4B2CF-129C-FF8E-9F2D-45FFF3067184}"/>
                </a:ext>
              </a:extLst>
            </p:cNvPr>
            <p:cNvSpPr/>
            <p:nvPr/>
          </p:nvSpPr>
          <p:spPr>
            <a:xfrm>
              <a:off x="9645479" y="653250"/>
              <a:ext cx="140138" cy="169975"/>
            </a:xfrm>
            <a:custGeom>
              <a:avLst/>
              <a:gdLst>
                <a:gd name="connsiteX0" fmla="*/ 139640 w 140138"/>
                <a:gd name="connsiteY0" fmla="*/ 38989 h 169975"/>
                <a:gd name="connsiteX1" fmla="*/ 131754 w 140138"/>
                <a:gd name="connsiteY1" fmla="*/ 28627 h 169975"/>
                <a:gd name="connsiteX2" fmla="*/ 124995 w 140138"/>
                <a:gd name="connsiteY2" fmla="*/ 22620 h 169975"/>
                <a:gd name="connsiteX3" fmla="*/ 126948 w 140138"/>
                <a:gd name="connsiteY3" fmla="*/ 18641 h 169975"/>
                <a:gd name="connsiteX4" fmla="*/ 103066 w 140138"/>
                <a:gd name="connsiteY4" fmla="*/ 6177 h 169975"/>
                <a:gd name="connsiteX5" fmla="*/ 101940 w 140138"/>
                <a:gd name="connsiteY5" fmla="*/ 5201 h 169975"/>
                <a:gd name="connsiteX6" fmla="*/ 79410 w 140138"/>
                <a:gd name="connsiteY6" fmla="*/ 2047 h 169975"/>
                <a:gd name="connsiteX7" fmla="*/ 76631 w 140138"/>
                <a:gd name="connsiteY7" fmla="*/ 921 h 169975"/>
                <a:gd name="connsiteX8" fmla="*/ 41409 w 140138"/>
                <a:gd name="connsiteY8" fmla="*/ 16388 h 169975"/>
                <a:gd name="connsiteX9" fmla="*/ 26614 w 140138"/>
                <a:gd name="connsiteY9" fmla="*/ 33808 h 169975"/>
                <a:gd name="connsiteX10" fmla="*/ 24812 w 140138"/>
                <a:gd name="connsiteY10" fmla="*/ 50101 h 169975"/>
                <a:gd name="connsiteX11" fmla="*/ 16175 w 140138"/>
                <a:gd name="connsiteY11" fmla="*/ 94626 h 169975"/>
                <a:gd name="connsiteX12" fmla="*/ 14373 w 140138"/>
                <a:gd name="connsiteY12" fmla="*/ 103111 h 169975"/>
                <a:gd name="connsiteX13" fmla="*/ 12646 w 140138"/>
                <a:gd name="connsiteY13" fmla="*/ 103862 h 169975"/>
                <a:gd name="connsiteX14" fmla="*/ 7013 w 140138"/>
                <a:gd name="connsiteY14" fmla="*/ 110845 h 169975"/>
                <a:gd name="connsiteX15" fmla="*/ 5511 w 140138"/>
                <a:gd name="connsiteY15" fmla="*/ 114524 h 169975"/>
                <a:gd name="connsiteX16" fmla="*/ 16250 w 140138"/>
                <a:gd name="connsiteY16" fmla="*/ 128940 h 169975"/>
                <a:gd name="connsiteX17" fmla="*/ 16701 w 140138"/>
                <a:gd name="connsiteY17" fmla="*/ 131193 h 169975"/>
                <a:gd name="connsiteX18" fmla="*/ 15124 w 140138"/>
                <a:gd name="connsiteY18" fmla="*/ 132769 h 169975"/>
                <a:gd name="connsiteX19" fmla="*/ 3483 w 140138"/>
                <a:gd name="connsiteY19" fmla="*/ 137274 h 169975"/>
                <a:gd name="connsiteX20" fmla="*/ 1456 w 140138"/>
                <a:gd name="connsiteY20" fmla="*/ 151841 h 169975"/>
                <a:gd name="connsiteX21" fmla="*/ 27140 w 140138"/>
                <a:gd name="connsiteY21" fmla="*/ 156646 h 169975"/>
                <a:gd name="connsiteX22" fmla="*/ 34650 w 140138"/>
                <a:gd name="connsiteY22" fmla="*/ 168585 h 169975"/>
                <a:gd name="connsiteX23" fmla="*/ 42160 w 140138"/>
                <a:gd name="connsiteY23" fmla="*/ 168585 h 169975"/>
                <a:gd name="connsiteX24" fmla="*/ 45840 w 140138"/>
                <a:gd name="connsiteY24" fmla="*/ 165056 h 169975"/>
                <a:gd name="connsiteX25" fmla="*/ 46666 w 140138"/>
                <a:gd name="connsiteY25" fmla="*/ 156496 h 169975"/>
                <a:gd name="connsiteX26" fmla="*/ 69526 w 140138"/>
                <a:gd name="connsiteY26" fmla="*/ 147591 h 169975"/>
                <a:gd name="connsiteX27" fmla="*/ 70322 w 140138"/>
                <a:gd name="connsiteY27" fmla="*/ 145384 h 169975"/>
                <a:gd name="connsiteX28" fmla="*/ 61836 w 140138"/>
                <a:gd name="connsiteY28" fmla="*/ 122858 h 169975"/>
                <a:gd name="connsiteX29" fmla="*/ 61386 w 140138"/>
                <a:gd name="connsiteY29" fmla="*/ 122107 h 169975"/>
                <a:gd name="connsiteX30" fmla="*/ 61010 w 140138"/>
                <a:gd name="connsiteY30" fmla="*/ 118954 h 169975"/>
                <a:gd name="connsiteX31" fmla="*/ 61536 w 140138"/>
                <a:gd name="connsiteY31" fmla="*/ 116626 h 169975"/>
                <a:gd name="connsiteX32" fmla="*/ 58006 w 140138"/>
                <a:gd name="connsiteY32" fmla="*/ 111746 h 169975"/>
                <a:gd name="connsiteX33" fmla="*/ 57555 w 140138"/>
                <a:gd name="connsiteY33" fmla="*/ 106715 h 169975"/>
                <a:gd name="connsiteX34" fmla="*/ 62362 w 140138"/>
                <a:gd name="connsiteY34" fmla="*/ 75630 h 169975"/>
                <a:gd name="connsiteX35" fmla="*/ 69046 w 140138"/>
                <a:gd name="connsiteY35" fmla="*/ 56784 h 169975"/>
                <a:gd name="connsiteX36" fmla="*/ 69046 w 140138"/>
                <a:gd name="connsiteY36" fmla="*/ 54156 h 169975"/>
                <a:gd name="connsiteX37" fmla="*/ 107948 w 140138"/>
                <a:gd name="connsiteY37" fmla="*/ 48449 h 169975"/>
                <a:gd name="connsiteX38" fmla="*/ 108999 w 140138"/>
                <a:gd name="connsiteY38" fmla="*/ 48449 h 169975"/>
                <a:gd name="connsiteX39" fmla="*/ 119888 w 140138"/>
                <a:gd name="connsiteY39" fmla="*/ 45446 h 169975"/>
                <a:gd name="connsiteX40" fmla="*/ 123117 w 140138"/>
                <a:gd name="connsiteY40" fmla="*/ 52129 h 169975"/>
                <a:gd name="connsiteX41" fmla="*/ 129426 w 140138"/>
                <a:gd name="connsiteY41" fmla="*/ 55733 h 169975"/>
                <a:gd name="connsiteX42" fmla="*/ 139805 w 140138"/>
                <a:gd name="connsiteY42" fmla="*/ 39683 h 169975"/>
                <a:gd name="connsiteX43" fmla="*/ 139640 w 140138"/>
                <a:gd name="connsiteY43" fmla="*/ 38989 h 169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140138" h="169975">
                  <a:moveTo>
                    <a:pt x="139640" y="38989"/>
                  </a:moveTo>
                  <a:cubicBezTo>
                    <a:pt x="138175" y="34788"/>
                    <a:pt x="135412" y="31160"/>
                    <a:pt x="131754" y="28627"/>
                  </a:cubicBezTo>
                  <a:cubicBezTo>
                    <a:pt x="128225" y="25549"/>
                    <a:pt x="125521" y="27876"/>
                    <a:pt x="124995" y="22620"/>
                  </a:cubicBezTo>
                  <a:cubicBezTo>
                    <a:pt x="124995" y="21719"/>
                    <a:pt x="126948" y="19767"/>
                    <a:pt x="126948" y="18641"/>
                  </a:cubicBezTo>
                  <a:cubicBezTo>
                    <a:pt x="126948" y="4300"/>
                    <a:pt x="115307" y="2873"/>
                    <a:pt x="103066" y="6177"/>
                  </a:cubicBezTo>
                  <a:lnTo>
                    <a:pt x="101940" y="5201"/>
                  </a:lnTo>
                  <a:cubicBezTo>
                    <a:pt x="95346" y="666"/>
                    <a:pt x="86994" y="-501"/>
                    <a:pt x="79410" y="2047"/>
                  </a:cubicBezTo>
                  <a:cubicBezTo>
                    <a:pt x="78523" y="1580"/>
                    <a:pt x="77592" y="1202"/>
                    <a:pt x="76631" y="921"/>
                  </a:cubicBezTo>
                  <a:cubicBezTo>
                    <a:pt x="65967" y="-2908"/>
                    <a:pt x="49745" y="5351"/>
                    <a:pt x="41409" y="16388"/>
                  </a:cubicBezTo>
                  <a:cubicBezTo>
                    <a:pt x="34868" y="20610"/>
                    <a:pt x="29723" y="26670"/>
                    <a:pt x="26614" y="33808"/>
                  </a:cubicBezTo>
                  <a:cubicBezTo>
                    <a:pt x="24729" y="39019"/>
                    <a:pt x="24113" y="44604"/>
                    <a:pt x="24812" y="50101"/>
                  </a:cubicBezTo>
                  <a:cubicBezTo>
                    <a:pt x="20005" y="62040"/>
                    <a:pt x="10543" y="82388"/>
                    <a:pt x="16175" y="94626"/>
                  </a:cubicBezTo>
                  <a:cubicBezTo>
                    <a:pt x="15312" y="97392"/>
                    <a:pt x="14703" y="100232"/>
                    <a:pt x="14373" y="103111"/>
                  </a:cubicBezTo>
                  <a:cubicBezTo>
                    <a:pt x="13772" y="103297"/>
                    <a:pt x="13194" y="103549"/>
                    <a:pt x="12646" y="103862"/>
                  </a:cubicBezTo>
                  <a:cubicBezTo>
                    <a:pt x="9919" y="105356"/>
                    <a:pt x="7899" y="107866"/>
                    <a:pt x="7013" y="110845"/>
                  </a:cubicBezTo>
                  <a:cubicBezTo>
                    <a:pt x="6044" y="111823"/>
                    <a:pt x="5504" y="113147"/>
                    <a:pt x="5511" y="114524"/>
                  </a:cubicBezTo>
                  <a:cubicBezTo>
                    <a:pt x="5511" y="124735"/>
                    <a:pt x="10618" y="128715"/>
                    <a:pt x="16250" y="128940"/>
                  </a:cubicBezTo>
                  <a:cubicBezTo>
                    <a:pt x="16250" y="129691"/>
                    <a:pt x="16250" y="130442"/>
                    <a:pt x="16701" y="131193"/>
                  </a:cubicBezTo>
                  <a:cubicBezTo>
                    <a:pt x="16100" y="131637"/>
                    <a:pt x="15567" y="132168"/>
                    <a:pt x="15124" y="132769"/>
                  </a:cubicBezTo>
                  <a:cubicBezTo>
                    <a:pt x="10828" y="132810"/>
                    <a:pt x="6690" y="134411"/>
                    <a:pt x="3483" y="137274"/>
                  </a:cubicBezTo>
                  <a:cubicBezTo>
                    <a:pt x="-294" y="141171"/>
                    <a:pt x="-1113" y="147062"/>
                    <a:pt x="1456" y="151841"/>
                  </a:cubicBezTo>
                  <a:cubicBezTo>
                    <a:pt x="7163" y="164230"/>
                    <a:pt x="17377" y="161977"/>
                    <a:pt x="27140" y="156646"/>
                  </a:cubicBezTo>
                  <a:cubicBezTo>
                    <a:pt x="28417" y="161276"/>
                    <a:pt x="31030" y="165428"/>
                    <a:pt x="34650" y="168585"/>
                  </a:cubicBezTo>
                  <a:cubicBezTo>
                    <a:pt x="36820" y="170400"/>
                    <a:pt x="39990" y="170400"/>
                    <a:pt x="42160" y="168585"/>
                  </a:cubicBezTo>
                  <a:cubicBezTo>
                    <a:pt x="44030" y="168347"/>
                    <a:pt x="45524" y="166914"/>
                    <a:pt x="45840" y="165056"/>
                  </a:cubicBezTo>
                  <a:cubicBezTo>
                    <a:pt x="46313" y="162225"/>
                    <a:pt x="46591" y="159365"/>
                    <a:pt x="46666" y="156496"/>
                  </a:cubicBezTo>
                  <a:cubicBezTo>
                    <a:pt x="55438" y="160349"/>
                    <a:pt x="65674" y="156362"/>
                    <a:pt x="69526" y="147591"/>
                  </a:cubicBezTo>
                  <a:cubicBezTo>
                    <a:pt x="69842" y="146874"/>
                    <a:pt x="70105" y="146137"/>
                    <a:pt x="70322" y="145384"/>
                  </a:cubicBezTo>
                  <a:cubicBezTo>
                    <a:pt x="73852" y="134121"/>
                    <a:pt x="66868" y="130367"/>
                    <a:pt x="61836" y="122858"/>
                  </a:cubicBezTo>
                  <a:lnTo>
                    <a:pt x="61386" y="122107"/>
                  </a:lnTo>
                  <a:cubicBezTo>
                    <a:pt x="61378" y="121046"/>
                    <a:pt x="61258" y="119987"/>
                    <a:pt x="61010" y="118954"/>
                  </a:cubicBezTo>
                  <a:cubicBezTo>
                    <a:pt x="61408" y="118246"/>
                    <a:pt x="61596" y="117437"/>
                    <a:pt x="61536" y="116626"/>
                  </a:cubicBezTo>
                  <a:cubicBezTo>
                    <a:pt x="61476" y="114427"/>
                    <a:pt x="60079" y="112488"/>
                    <a:pt x="58006" y="111746"/>
                  </a:cubicBezTo>
                  <a:cubicBezTo>
                    <a:pt x="57743" y="110081"/>
                    <a:pt x="57593" y="108400"/>
                    <a:pt x="57555" y="106715"/>
                  </a:cubicBezTo>
                  <a:cubicBezTo>
                    <a:pt x="59583" y="96353"/>
                    <a:pt x="61235" y="85992"/>
                    <a:pt x="62362" y="75630"/>
                  </a:cubicBezTo>
                  <a:cubicBezTo>
                    <a:pt x="64540" y="68122"/>
                    <a:pt x="66943" y="61814"/>
                    <a:pt x="69046" y="56784"/>
                  </a:cubicBezTo>
                  <a:cubicBezTo>
                    <a:pt x="69346" y="55933"/>
                    <a:pt x="69346" y="55006"/>
                    <a:pt x="69046" y="54156"/>
                  </a:cubicBezTo>
                  <a:cubicBezTo>
                    <a:pt x="80161" y="61664"/>
                    <a:pt x="98485" y="56934"/>
                    <a:pt x="107948" y="48449"/>
                  </a:cubicBezTo>
                  <a:cubicBezTo>
                    <a:pt x="108293" y="48524"/>
                    <a:pt x="108653" y="48524"/>
                    <a:pt x="108999" y="48449"/>
                  </a:cubicBezTo>
                  <a:cubicBezTo>
                    <a:pt x="112777" y="48105"/>
                    <a:pt x="116464" y="47088"/>
                    <a:pt x="119888" y="45446"/>
                  </a:cubicBezTo>
                  <a:cubicBezTo>
                    <a:pt x="120940" y="47699"/>
                    <a:pt x="122066" y="49876"/>
                    <a:pt x="123117" y="52129"/>
                  </a:cubicBezTo>
                  <a:cubicBezTo>
                    <a:pt x="123921" y="54823"/>
                    <a:pt x="126700" y="56411"/>
                    <a:pt x="129426" y="55733"/>
                  </a:cubicBezTo>
                  <a:cubicBezTo>
                    <a:pt x="136726" y="54167"/>
                    <a:pt x="141374" y="46981"/>
                    <a:pt x="139805" y="39683"/>
                  </a:cubicBezTo>
                  <a:cubicBezTo>
                    <a:pt x="139760" y="39451"/>
                    <a:pt x="139700" y="39218"/>
                    <a:pt x="139640" y="38989"/>
                  </a:cubicBezTo>
                  <a:close/>
                </a:path>
              </a:pathLst>
            </a:custGeom>
            <a:solidFill>
              <a:schemeClr val="accent6">
                <a:lumMod val="1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Content Placeholder 4">
              <a:extLst>
                <a:ext uri="{FF2B5EF4-FFF2-40B4-BE49-F238E27FC236}">
                  <a16:creationId xmlns:a16="http://schemas.microsoft.com/office/drawing/2014/main" id="{1EF1EC81-9567-32A1-E709-76D9802D31EF}"/>
                </a:ext>
              </a:extLst>
            </p:cNvPr>
            <p:cNvSpPr/>
            <p:nvPr/>
          </p:nvSpPr>
          <p:spPr>
            <a:xfrm>
              <a:off x="9767168" y="934409"/>
              <a:ext cx="48229" cy="30035"/>
            </a:xfrm>
            <a:custGeom>
              <a:avLst/>
              <a:gdLst>
                <a:gd name="connsiteX0" fmla="*/ 46864 w 48229"/>
                <a:gd name="connsiteY0" fmla="*/ 3731 h 30035"/>
                <a:gd name="connsiteX1" fmla="*/ 40555 w 48229"/>
                <a:gd name="connsiteY1" fmla="*/ 127 h 30035"/>
                <a:gd name="connsiteX2" fmla="*/ 12994 w 48229"/>
                <a:gd name="connsiteY2" fmla="*/ 14618 h 30035"/>
                <a:gd name="connsiteX3" fmla="*/ 11792 w 48229"/>
                <a:gd name="connsiteY3" fmla="*/ 15444 h 30035"/>
                <a:gd name="connsiteX4" fmla="*/ 8338 w 48229"/>
                <a:gd name="connsiteY4" fmla="*/ 17772 h 30035"/>
                <a:gd name="connsiteX5" fmla="*/ 6986 w 48229"/>
                <a:gd name="connsiteY5" fmla="*/ 19198 h 30035"/>
                <a:gd name="connsiteX6" fmla="*/ 3606 w 48229"/>
                <a:gd name="connsiteY6" fmla="*/ 19874 h 30035"/>
                <a:gd name="connsiteX7" fmla="*/ 3606 w 48229"/>
                <a:gd name="connsiteY7" fmla="*/ 29710 h 30035"/>
                <a:gd name="connsiteX8" fmla="*/ 46864 w 48229"/>
                <a:gd name="connsiteY8" fmla="*/ 3731 h 3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229" h="30035">
                  <a:moveTo>
                    <a:pt x="46864" y="3731"/>
                  </a:moveTo>
                  <a:cubicBezTo>
                    <a:pt x="46060" y="1036"/>
                    <a:pt x="43281" y="-552"/>
                    <a:pt x="40555" y="127"/>
                  </a:cubicBezTo>
                  <a:cubicBezTo>
                    <a:pt x="30868" y="3946"/>
                    <a:pt x="21630" y="8805"/>
                    <a:pt x="12994" y="14618"/>
                  </a:cubicBezTo>
                  <a:cubicBezTo>
                    <a:pt x="12535" y="14796"/>
                    <a:pt x="12122" y="15078"/>
                    <a:pt x="11792" y="15444"/>
                  </a:cubicBezTo>
                  <a:lnTo>
                    <a:pt x="8338" y="17772"/>
                  </a:lnTo>
                  <a:cubicBezTo>
                    <a:pt x="7812" y="18170"/>
                    <a:pt x="7354" y="18652"/>
                    <a:pt x="6986" y="19198"/>
                  </a:cubicBezTo>
                  <a:cubicBezTo>
                    <a:pt x="5844" y="19351"/>
                    <a:pt x="4718" y="19577"/>
                    <a:pt x="3606" y="19874"/>
                  </a:cubicBezTo>
                  <a:cubicBezTo>
                    <a:pt x="-975" y="20925"/>
                    <a:pt x="-1500" y="28959"/>
                    <a:pt x="3606" y="29710"/>
                  </a:cubicBezTo>
                  <a:cubicBezTo>
                    <a:pt x="16824" y="31512"/>
                    <a:pt x="55876" y="25355"/>
                    <a:pt x="46864" y="3731"/>
                  </a:cubicBezTo>
                  <a:close/>
                </a:path>
              </a:pathLst>
            </a:custGeom>
            <a:solidFill>
              <a:srgbClr val="6D47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Content Placeholder 4">
              <a:extLst>
                <a:ext uri="{FF2B5EF4-FFF2-40B4-BE49-F238E27FC236}">
                  <a16:creationId xmlns:a16="http://schemas.microsoft.com/office/drawing/2014/main" id="{0608C84B-2711-3792-6E74-EBED4DB837AC}"/>
                </a:ext>
              </a:extLst>
            </p:cNvPr>
            <p:cNvSpPr/>
            <p:nvPr/>
          </p:nvSpPr>
          <p:spPr>
            <a:xfrm>
              <a:off x="9759289" y="832151"/>
              <a:ext cx="35775" cy="32070"/>
            </a:xfrm>
            <a:custGeom>
              <a:avLst/>
              <a:gdLst>
                <a:gd name="connsiteX0" fmla="*/ 35367 w 35775"/>
                <a:gd name="connsiteY0" fmla="*/ 9055 h 32070"/>
                <a:gd name="connsiteX1" fmla="*/ 35367 w 35775"/>
                <a:gd name="connsiteY1" fmla="*/ 8154 h 32070"/>
                <a:gd name="connsiteX2" fmla="*/ 34766 w 35775"/>
                <a:gd name="connsiteY2" fmla="*/ 4775 h 32070"/>
                <a:gd name="connsiteX3" fmla="*/ 34315 w 35775"/>
                <a:gd name="connsiteY3" fmla="*/ 3349 h 32070"/>
                <a:gd name="connsiteX4" fmla="*/ 26805 w 35775"/>
                <a:gd name="connsiteY4" fmla="*/ 45 h 32070"/>
                <a:gd name="connsiteX5" fmla="*/ 12386 w 35775"/>
                <a:gd name="connsiteY5" fmla="*/ 4775 h 32070"/>
                <a:gd name="connsiteX6" fmla="*/ -13 w 35775"/>
                <a:gd name="connsiteY6" fmla="*/ 18472 h 32070"/>
                <a:gd name="connsiteX7" fmla="*/ -5 w 35775"/>
                <a:gd name="connsiteY7" fmla="*/ 18666 h 32070"/>
                <a:gd name="connsiteX8" fmla="*/ 3374 w 35775"/>
                <a:gd name="connsiteY8" fmla="*/ 26925 h 32070"/>
                <a:gd name="connsiteX9" fmla="*/ 4125 w 35775"/>
                <a:gd name="connsiteY9" fmla="*/ 27976 h 32070"/>
                <a:gd name="connsiteX10" fmla="*/ 9007 w 35775"/>
                <a:gd name="connsiteY10" fmla="*/ 30679 h 32070"/>
                <a:gd name="connsiteX11" fmla="*/ 15766 w 35775"/>
                <a:gd name="connsiteY11" fmla="*/ 31956 h 32070"/>
                <a:gd name="connsiteX12" fmla="*/ 34766 w 35775"/>
                <a:gd name="connsiteY12" fmla="*/ 19192 h 32070"/>
                <a:gd name="connsiteX13" fmla="*/ 34766 w 35775"/>
                <a:gd name="connsiteY13" fmla="*/ 18516 h 32070"/>
                <a:gd name="connsiteX14" fmla="*/ 34766 w 35775"/>
                <a:gd name="connsiteY14" fmla="*/ 17990 h 32070"/>
                <a:gd name="connsiteX15" fmla="*/ 34766 w 35775"/>
                <a:gd name="connsiteY15" fmla="*/ 17990 h 32070"/>
                <a:gd name="connsiteX16" fmla="*/ 35292 w 35775"/>
                <a:gd name="connsiteY16" fmla="*/ 11007 h 32070"/>
                <a:gd name="connsiteX17" fmla="*/ 35412 w 35775"/>
                <a:gd name="connsiteY17" fmla="*/ 9099 h 32070"/>
                <a:gd name="connsiteX18" fmla="*/ 35367 w 35775"/>
                <a:gd name="connsiteY18" fmla="*/ 9055 h 3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5775" h="32070">
                  <a:moveTo>
                    <a:pt x="35367" y="9055"/>
                  </a:moveTo>
                  <a:lnTo>
                    <a:pt x="35367" y="8154"/>
                  </a:lnTo>
                  <a:cubicBezTo>
                    <a:pt x="35547" y="6993"/>
                    <a:pt x="35337" y="5803"/>
                    <a:pt x="34766" y="4775"/>
                  </a:cubicBezTo>
                  <a:lnTo>
                    <a:pt x="34315" y="3349"/>
                  </a:lnTo>
                  <a:cubicBezTo>
                    <a:pt x="32889" y="-105"/>
                    <a:pt x="29960" y="-180"/>
                    <a:pt x="26805" y="45"/>
                  </a:cubicBezTo>
                  <a:cubicBezTo>
                    <a:pt x="21699" y="496"/>
                    <a:pt x="16765" y="2114"/>
                    <a:pt x="12386" y="4775"/>
                  </a:cubicBezTo>
                  <a:cubicBezTo>
                    <a:pt x="5177" y="5133"/>
                    <a:pt x="-373" y="11266"/>
                    <a:pt x="-13" y="18472"/>
                  </a:cubicBezTo>
                  <a:cubicBezTo>
                    <a:pt x="-13" y="18537"/>
                    <a:pt x="-13" y="18601"/>
                    <a:pt x="-5" y="18666"/>
                  </a:cubicBezTo>
                  <a:cubicBezTo>
                    <a:pt x="107" y="21733"/>
                    <a:pt x="1302" y="24661"/>
                    <a:pt x="3374" y="26925"/>
                  </a:cubicBezTo>
                  <a:lnTo>
                    <a:pt x="4125" y="27976"/>
                  </a:lnTo>
                  <a:cubicBezTo>
                    <a:pt x="5342" y="29471"/>
                    <a:pt x="7092" y="30438"/>
                    <a:pt x="9007" y="30679"/>
                  </a:cubicBezTo>
                  <a:cubicBezTo>
                    <a:pt x="11162" y="31528"/>
                    <a:pt x="13453" y="31961"/>
                    <a:pt x="15766" y="31956"/>
                  </a:cubicBezTo>
                  <a:cubicBezTo>
                    <a:pt x="24335" y="32784"/>
                    <a:pt x="32295" y="27437"/>
                    <a:pt x="34766" y="19192"/>
                  </a:cubicBezTo>
                  <a:cubicBezTo>
                    <a:pt x="34804" y="18968"/>
                    <a:pt x="34804" y="18739"/>
                    <a:pt x="34766" y="18516"/>
                  </a:cubicBezTo>
                  <a:cubicBezTo>
                    <a:pt x="34804" y="18342"/>
                    <a:pt x="34804" y="18164"/>
                    <a:pt x="34766" y="17990"/>
                  </a:cubicBezTo>
                  <a:cubicBezTo>
                    <a:pt x="34766" y="17990"/>
                    <a:pt x="34766" y="17990"/>
                    <a:pt x="34766" y="17990"/>
                  </a:cubicBezTo>
                  <a:cubicBezTo>
                    <a:pt x="35141" y="15682"/>
                    <a:pt x="35322" y="13346"/>
                    <a:pt x="35292" y="11007"/>
                  </a:cubicBezTo>
                  <a:cubicBezTo>
                    <a:pt x="35847" y="10513"/>
                    <a:pt x="35900" y="9659"/>
                    <a:pt x="35412" y="9099"/>
                  </a:cubicBezTo>
                  <a:cubicBezTo>
                    <a:pt x="35397" y="9084"/>
                    <a:pt x="35382" y="9069"/>
                    <a:pt x="35367" y="9055"/>
                  </a:cubicBezTo>
                  <a:close/>
                </a:path>
              </a:pathLst>
            </a:custGeom>
            <a:solidFill>
              <a:srgbClr val="6D47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Content Placeholder 4">
              <a:extLst>
                <a:ext uri="{FF2B5EF4-FFF2-40B4-BE49-F238E27FC236}">
                  <a16:creationId xmlns:a16="http://schemas.microsoft.com/office/drawing/2014/main" id="{B9D56F69-9BD8-44DE-2E2A-F63E03540BC6}"/>
                </a:ext>
              </a:extLst>
            </p:cNvPr>
            <p:cNvSpPr/>
            <p:nvPr/>
          </p:nvSpPr>
          <p:spPr>
            <a:xfrm>
              <a:off x="9776009" y="925219"/>
              <a:ext cx="9138" cy="9511"/>
            </a:xfrm>
            <a:custGeom>
              <a:avLst/>
              <a:gdLst>
                <a:gd name="connsiteX0" fmla="*/ 9109 w 9138"/>
                <a:gd name="connsiteY0" fmla="*/ 1583 h 9511"/>
                <a:gd name="connsiteX1" fmla="*/ 6856 w 9138"/>
                <a:gd name="connsiteY1" fmla="*/ 457 h 9511"/>
                <a:gd name="connsiteX2" fmla="*/ 3927 w 9138"/>
                <a:gd name="connsiteY2" fmla="*/ 7 h 9511"/>
                <a:gd name="connsiteX3" fmla="*/ 97 w 9138"/>
                <a:gd name="connsiteY3" fmla="*/ 3986 h 9511"/>
                <a:gd name="connsiteX4" fmla="*/ 3364 w 9138"/>
                <a:gd name="connsiteY4" fmla="*/ 9355 h 9511"/>
                <a:gd name="connsiteX5" fmla="*/ 8734 w 9138"/>
                <a:gd name="connsiteY5" fmla="*/ 6088 h 9511"/>
                <a:gd name="connsiteX6" fmla="*/ 8734 w 9138"/>
                <a:gd name="connsiteY6" fmla="*/ 2259 h 95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38" h="9511">
                  <a:moveTo>
                    <a:pt x="9109" y="1583"/>
                  </a:moveTo>
                  <a:cubicBezTo>
                    <a:pt x="8403" y="1119"/>
                    <a:pt x="7653" y="741"/>
                    <a:pt x="6856" y="457"/>
                  </a:cubicBezTo>
                  <a:cubicBezTo>
                    <a:pt x="5940" y="48"/>
                    <a:pt x="4926" y="-108"/>
                    <a:pt x="3927" y="7"/>
                  </a:cubicBezTo>
                  <a:cubicBezTo>
                    <a:pt x="1877" y="278"/>
                    <a:pt x="293" y="1929"/>
                    <a:pt x="97" y="3986"/>
                  </a:cubicBezTo>
                  <a:cubicBezTo>
                    <a:pt x="-481" y="6371"/>
                    <a:pt x="976" y="8774"/>
                    <a:pt x="3364" y="9355"/>
                  </a:cubicBezTo>
                  <a:cubicBezTo>
                    <a:pt x="5753" y="9935"/>
                    <a:pt x="8155" y="8473"/>
                    <a:pt x="8734" y="6088"/>
                  </a:cubicBezTo>
                  <a:cubicBezTo>
                    <a:pt x="9064" y="4834"/>
                    <a:pt x="9064" y="3514"/>
                    <a:pt x="8734" y="2259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0BD928F7-1301-2600-2F41-3E19F81207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13180" y="4713854"/>
            <a:ext cx="1961590" cy="10973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53" name="Text Placeholder 10">
            <a:extLst>
              <a:ext uri="{FF2B5EF4-FFF2-40B4-BE49-F238E27FC236}">
                <a16:creationId xmlns:a16="http://schemas.microsoft.com/office/drawing/2014/main" id="{391881EC-31F5-6B47-7FF1-15968ECCC6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4525" y="4727822"/>
            <a:ext cx="1961590" cy="10973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83FFDFD8-EA99-D0ED-BE1F-E7B3E5197A7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556705" y="4727822"/>
            <a:ext cx="1961590" cy="10973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39CFEFCD-DC30-6DE1-012E-7DFD9C44F3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5596" y="3867692"/>
            <a:ext cx="1887200" cy="4600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8FF9400B-C8F2-579E-3C98-A7A099021C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31687" y="3862835"/>
            <a:ext cx="1887200" cy="4600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57" name="Text Placeholder 10">
            <a:extLst>
              <a:ext uri="{FF2B5EF4-FFF2-40B4-BE49-F238E27FC236}">
                <a16:creationId xmlns:a16="http://schemas.microsoft.com/office/drawing/2014/main" id="{7B1C3854-6A3C-8460-964D-F1EC5448168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24126" y="3867692"/>
            <a:ext cx="1887200" cy="4600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03B29504-4CE8-01D6-02D0-55939EA00EF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672528" y="3866799"/>
            <a:ext cx="1887200" cy="4600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59" name="Text Placeholder 10">
            <a:extLst>
              <a:ext uri="{FF2B5EF4-FFF2-40B4-BE49-F238E27FC236}">
                <a16:creationId xmlns:a16="http://schemas.microsoft.com/office/drawing/2014/main" id="{E8D19171-868E-B27B-F055-D5631F9EE80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0280" y="1425588"/>
            <a:ext cx="8793973" cy="820594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pic>
        <p:nvPicPr>
          <p:cNvPr id="61" name="Picture 60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602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3"/>
          <p:cNvSpPr>
            <a:spLocks noGrp="1"/>
          </p:cNvSpPr>
          <p:nvPr>
            <p:ph type="title" hasCustomPrompt="1"/>
          </p:nvPr>
        </p:nvSpPr>
        <p:spPr>
          <a:xfrm>
            <a:off x="510280" y="546346"/>
            <a:ext cx="11066200" cy="838571"/>
          </a:xfrm>
        </p:spPr>
        <p:txBody>
          <a:bodyPr anchor="t">
            <a:noAutofit/>
          </a:bodyPr>
          <a:lstStyle>
            <a:lvl1pPr algn="l">
              <a:defRPr sz="2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 rot="5400000">
            <a:off x="8811837" y="3243479"/>
            <a:ext cx="3467518" cy="3318932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6200000">
            <a:off x="-13189" y="13188"/>
            <a:ext cx="1384919" cy="1358540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04F73FE8-922F-017A-13D2-534FEC4C91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0280" y="1427773"/>
            <a:ext cx="11066200" cy="90036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43" name="Chevron 42">
            <a:extLst>
              <a:ext uri="{FF2B5EF4-FFF2-40B4-BE49-F238E27FC236}">
                <a16:creationId xmlns:a16="http://schemas.microsoft.com/office/drawing/2014/main" id="{5DC96B51-3A84-BA00-CB20-C06BF353720C}"/>
              </a:ext>
            </a:extLst>
          </p:cNvPr>
          <p:cNvSpPr/>
          <p:nvPr userDrawn="1"/>
        </p:nvSpPr>
        <p:spPr>
          <a:xfrm>
            <a:off x="3998271" y="3305063"/>
            <a:ext cx="528311" cy="661979"/>
          </a:xfrm>
          <a:prstGeom prst="chevron">
            <a:avLst/>
          </a:prstGeom>
          <a:gradFill>
            <a:gsLst>
              <a:gs pos="0">
                <a:schemeClr val="tx1">
                  <a:alpha val="56000"/>
                </a:schemeClr>
              </a:gs>
              <a:gs pos="73000">
                <a:schemeClr val="tx1"/>
              </a:gs>
              <a:gs pos="83000">
                <a:schemeClr val="tx1"/>
              </a:gs>
              <a:gs pos="100000">
                <a:schemeClr val="tx1">
                  <a:alpha val="59000"/>
                </a:schemeClr>
              </a:gs>
            </a:gsLst>
            <a:lin ang="5400000" scaled="1"/>
          </a:gradFill>
          <a:ln>
            <a:gradFill>
              <a:gsLst>
                <a:gs pos="0">
                  <a:schemeClr val="tx1">
                    <a:alpha val="56000"/>
                  </a:schemeClr>
                </a:gs>
                <a:gs pos="73000">
                  <a:schemeClr val="tx1"/>
                </a:gs>
                <a:gs pos="83000">
                  <a:schemeClr val="tx1"/>
                </a:gs>
                <a:gs pos="100000">
                  <a:schemeClr val="tx1">
                    <a:alpha val="59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2F20AC7-6853-A28B-7A04-621503877679}"/>
              </a:ext>
            </a:extLst>
          </p:cNvPr>
          <p:cNvSpPr/>
          <p:nvPr userDrawn="1"/>
        </p:nvSpPr>
        <p:spPr>
          <a:xfrm>
            <a:off x="1042206" y="2439158"/>
            <a:ext cx="2397721" cy="2393789"/>
          </a:xfrm>
          <a:prstGeom prst="ellipse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>
                  <a:alpha val="91038"/>
                </a:schemeClr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6643FBA-CCD9-2BA5-B2C1-772306A92F39}"/>
              </a:ext>
            </a:extLst>
          </p:cNvPr>
          <p:cNvSpPr/>
          <p:nvPr userDrawn="1"/>
        </p:nvSpPr>
        <p:spPr>
          <a:xfrm>
            <a:off x="5084926" y="2439158"/>
            <a:ext cx="2397721" cy="2393789"/>
          </a:xfrm>
          <a:prstGeom prst="ellipse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>
                  <a:alpha val="91038"/>
                </a:schemeClr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27" name="Chevron 26">
            <a:extLst>
              <a:ext uri="{FF2B5EF4-FFF2-40B4-BE49-F238E27FC236}">
                <a16:creationId xmlns:a16="http://schemas.microsoft.com/office/drawing/2014/main" id="{F13F4F41-21BE-99C2-03E8-25FFE7AE1FCB}"/>
              </a:ext>
            </a:extLst>
          </p:cNvPr>
          <p:cNvSpPr/>
          <p:nvPr userDrawn="1"/>
        </p:nvSpPr>
        <p:spPr>
          <a:xfrm>
            <a:off x="7920233" y="3305062"/>
            <a:ext cx="528311" cy="661979"/>
          </a:xfrm>
          <a:prstGeom prst="chevron">
            <a:avLst/>
          </a:prstGeom>
          <a:gradFill>
            <a:gsLst>
              <a:gs pos="0">
                <a:schemeClr val="tx1">
                  <a:alpha val="56000"/>
                </a:schemeClr>
              </a:gs>
              <a:gs pos="73000">
                <a:schemeClr val="tx1"/>
              </a:gs>
              <a:gs pos="83000">
                <a:schemeClr val="tx1"/>
              </a:gs>
              <a:gs pos="100000">
                <a:schemeClr val="tx1">
                  <a:alpha val="59000"/>
                </a:schemeClr>
              </a:gs>
            </a:gsLst>
            <a:lin ang="5400000" scaled="1"/>
          </a:gradFill>
          <a:ln>
            <a:gradFill>
              <a:gsLst>
                <a:gs pos="0">
                  <a:schemeClr val="tx1">
                    <a:alpha val="56000"/>
                  </a:schemeClr>
                </a:gs>
                <a:gs pos="73000">
                  <a:schemeClr val="tx1"/>
                </a:gs>
                <a:gs pos="83000">
                  <a:schemeClr val="tx1"/>
                </a:gs>
                <a:gs pos="100000">
                  <a:schemeClr val="tx1">
                    <a:alpha val="59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FEF3C2-C529-860C-1BFB-07EE310AC5E6}"/>
              </a:ext>
            </a:extLst>
          </p:cNvPr>
          <p:cNvSpPr/>
          <p:nvPr userDrawn="1"/>
        </p:nvSpPr>
        <p:spPr>
          <a:xfrm>
            <a:off x="8886130" y="2439158"/>
            <a:ext cx="2397721" cy="2393789"/>
          </a:xfrm>
          <a:prstGeom prst="ellipse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>
                  <a:alpha val="91038"/>
                </a:schemeClr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F494942D-9772-4F90-2A9F-F4FA82E77AC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17757" y="4074294"/>
            <a:ext cx="1887200" cy="4600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86C0D4C-4CD9-F71A-6EC4-33FCCD193A7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60477" y="4074294"/>
            <a:ext cx="1887200" cy="4600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41ACB433-7A8B-5551-CD73-E1FB68B8EC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61681" y="4074294"/>
            <a:ext cx="1887200" cy="4600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id="{5F816F28-0DF6-13D8-1DEA-F994669C124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43367" y="4974202"/>
            <a:ext cx="1961590" cy="89416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36" name="Text Placeholder 10">
            <a:extLst>
              <a:ext uri="{FF2B5EF4-FFF2-40B4-BE49-F238E27FC236}">
                <a16:creationId xmlns:a16="http://schemas.microsoft.com/office/drawing/2014/main" id="{E0CDA73A-FFBD-54F0-1490-40B98F4D08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18466" y="4974201"/>
            <a:ext cx="1961590" cy="89416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B13262DF-E7AA-A12E-F382-99835CC810F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8376" y="4974200"/>
            <a:ext cx="1961590" cy="89416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pic>
        <p:nvPicPr>
          <p:cNvPr id="23" name="Picture 22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8057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3"/>
          <p:cNvSpPr>
            <a:spLocks noGrp="1"/>
          </p:cNvSpPr>
          <p:nvPr>
            <p:ph type="title" hasCustomPrompt="1"/>
          </p:nvPr>
        </p:nvSpPr>
        <p:spPr>
          <a:xfrm>
            <a:off x="510280" y="546346"/>
            <a:ext cx="11034020" cy="838571"/>
          </a:xfrm>
        </p:spPr>
        <p:txBody>
          <a:bodyPr anchor="t">
            <a:noAutofit/>
          </a:bodyPr>
          <a:lstStyle>
            <a:lvl1pPr algn="l">
              <a:defRPr sz="2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 rot="10800000">
            <a:off x="-40483" y="2480054"/>
            <a:ext cx="4124075" cy="3947354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>
            <a:off x="10444843" y="-3975"/>
            <a:ext cx="1747157" cy="1543515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 Placeholder 10">
            <a:extLst>
              <a:ext uri="{FF2B5EF4-FFF2-40B4-BE49-F238E27FC236}">
                <a16:creationId xmlns:a16="http://schemas.microsoft.com/office/drawing/2014/main" id="{E8D19171-868E-B27B-F055-D5631F9EE80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0280" y="1425588"/>
            <a:ext cx="11034020" cy="820594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ED99DC-6B47-1A61-DE17-0CBEBDF28189}"/>
              </a:ext>
            </a:extLst>
          </p:cNvPr>
          <p:cNvSpPr/>
          <p:nvPr userDrawn="1"/>
        </p:nvSpPr>
        <p:spPr>
          <a:xfrm>
            <a:off x="4992128" y="3179851"/>
            <a:ext cx="2275478" cy="2268831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A5BDDB-E3EC-ECDF-3622-88941FA9E06F}"/>
              </a:ext>
            </a:extLst>
          </p:cNvPr>
          <p:cNvSpPr/>
          <p:nvPr userDrawn="1"/>
        </p:nvSpPr>
        <p:spPr>
          <a:xfrm>
            <a:off x="8139284" y="3158388"/>
            <a:ext cx="2275478" cy="2268831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3D6295C-8B34-265F-F88A-40F58CD7E2FF}"/>
              </a:ext>
            </a:extLst>
          </p:cNvPr>
          <p:cNvSpPr/>
          <p:nvPr userDrawn="1"/>
        </p:nvSpPr>
        <p:spPr>
          <a:xfrm>
            <a:off x="1868693" y="3143391"/>
            <a:ext cx="2275478" cy="2268831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0F2E651-407C-1F3D-1F6C-7A4D5B6E90E5}"/>
              </a:ext>
            </a:extLst>
          </p:cNvPr>
          <p:cNvCxnSpPr>
            <a:cxnSpLocks/>
          </p:cNvCxnSpPr>
          <p:nvPr userDrawn="1"/>
        </p:nvCxnSpPr>
        <p:spPr>
          <a:xfrm>
            <a:off x="1868693" y="5412222"/>
            <a:ext cx="2275478" cy="0"/>
          </a:xfrm>
          <a:prstGeom prst="line">
            <a:avLst/>
          </a:prstGeom>
          <a:ln w="317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20E3EF7-CB7B-D2A6-B7DB-600DB20995ED}"/>
              </a:ext>
            </a:extLst>
          </p:cNvPr>
          <p:cNvCxnSpPr>
            <a:cxnSpLocks/>
          </p:cNvCxnSpPr>
          <p:nvPr userDrawn="1"/>
        </p:nvCxnSpPr>
        <p:spPr>
          <a:xfrm>
            <a:off x="8139536" y="5427219"/>
            <a:ext cx="2275478" cy="0"/>
          </a:xfrm>
          <a:prstGeom prst="line">
            <a:avLst/>
          </a:prstGeom>
          <a:ln w="317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9EFBBC3-186B-1F3C-E670-B5820CE38A42}"/>
              </a:ext>
            </a:extLst>
          </p:cNvPr>
          <p:cNvCxnSpPr>
            <a:cxnSpLocks/>
          </p:cNvCxnSpPr>
          <p:nvPr userDrawn="1"/>
        </p:nvCxnSpPr>
        <p:spPr>
          <a:xfrm>
            <a:off x="4985813" y="5428551"/>
            <a:ext cx="2275478" cy="0"/>
          </a:xfrm>
          <a:prstGeom prst="line">
            <a:avLst/>
          </a:prstGeom>
          <a:ln w="317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0D6FC521-F7D4-9B2E-40D7-3FF642E24816}"/>
              </a:ext>
            </a:extLst>
          </p:cNvPr>
          <p:cNvSpPr/>
          <p:nvPr userDrawn="1"/>
        </p:nvSpPr>
        <p:spPr>
          <a:xfrm>
            <a:off x="1460438" y="2663557"/>
            <a:ext cx="1134111" cy="1132251"/>
          </a:xfrm>
          <a:prstGeom prst="ellipse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/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DE2AA04-CC45-B208-10F5-92408E9D9AA8}"/>
              </a:ext>
            </a:extLst>
          </p:cNvPr>
          <p:cNvSpPr/>
          <p:nvPr userDrawn="1"/>
        </p:nvSpPr>
        <p:spPr>
          <a:xfrm>
            <a:off x="4724442" y="2641262"/>
            <a:ext cx="1134111" cy="1132251"/>
          </a:xfrm>
          <a:prstGeom prst="ellipse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/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5EBCBD7-2F57-97AF-4A31-FA2BA80376D6}"/>
              </a:ext>
            </a:extLst>
          </p:cNvPr>
          <p:cNvSpPr/>
          <p:nvPr userDrawn="1"/>
        </p:nvSpPr>
        <p:spPr>
          <a:xfrm>
            <a:off x="7995614" y="2674489"/>
            <a:ext cx="1134111" cy="1132251"/>
          </a:xfrm>
          <a:prstGeom prst="ellipse">
            <a:avLst/>
          </a:prstGeom>
          <a:gradFill>
            <a:gsLst>
              <a:gs pos="72000">
                <a:schemeClr val="tx2">
                  <a:lumMod val="60000"/>
                  <a:lumOff val="40000"/>
                </a:schemeClr>
              </a:gs>
              <a:gs pos="99000">
                <a:schemeClr val="tx2">
                  <a:lumMod val="20000"/>
                  <a:lumOff val="80000"/>
                </a:schemeClr>
              </a:gs>
              <a:gs pos="33000">
                <a:schemeClr val="tx2"/>
              </a:gs>
              <a:gs pos="0">
                <a:schemeClr val="tx2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63"/>
            <a:endParaRPr lang="en-US" sz="3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DDC5D95B-5229-EFB7-76C8-C09CA67386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74660" y="4641402"/>
            <a:ext cx="2261190" cy="77082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 baseline="0">
                <a:solidFill>
                  <a:srgbClr val="FEFFFD"/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64" name="Text Placeholder 10">
            <a:extLst>
              <a:ext uri="{FF2B5EF4-FFF2-40B4-BE49-F238E27FC236}">
                <a16:creationId xmlns:a16="http://schemas.microsoft.com/office/drawing/2014/main" id="{409D3BA4-4C23-5F5E-6324-1961B71167B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000101" y="4651636"/>
            <a:ext cx="2261190" cy="77082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 baseline="0">
                <a:solidFill>
                  <a:srgbClr val="FEFFFD"/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65" name="Text Placeholder 10">
            <a:extLst>
              <a:ext uri="{FF2B5EF4-FFF2-40B4-BE49-F238E27FC236}">
                <a16:creationId xmlns:a16="http://schemas.microsoft.com/office/drawing/2014/main" id="{62B8573E-D08F-0356-B287-518A27FBF6D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53698" y="4651636"/>
            <a:ext cx="2261190" cy="77082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 baseline="0">
                <a:solidFill>
                  <a:srgbClr val="FEFFFD"/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66" name="Text Placeholder 10">
            <a:extLst>
              <a:ext uri="{FF2B5EF4-FFF2-40B4-BE49-F238E27FC236}">
                <a16:creationId xmlns:a16="http://schemas.microsoft.com/office/drawing/2014/main" id="{4E10B0B0-43A4-7430-FE59-41B7251BC5D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7923" y="2989584"/>
            <a:ext cx="989491" cy="770820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3</a:t>
            </a:r>
          </a:p>
        </p:txBody>
      </p:sp>
      <p:sp>
        <p:nvSpPr>
          <p:cNvPr id="67" name="Text Placeholder 10">
            <a:extLst>
              <a:ext uri="{FF2B5EF4-FFF2-40B4-BE49-F238E27FC236}">
                <a16:creationId xmlns:a16="http://schemas.microsoft.com/office/drawing/2014/main" id="{EF88C825-EFB8-EC26-E249-F3C20886F3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792134" y="2972407"/>
            <a:ext cx="989491" cy="770820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2</a:t>
            </a:r>
          </a:p>
        </p:txBody>
      </p:sp>
      <p:sp>
        <p:nvSpPr>
          <p:cNvPr id="68" name="Text Placeholder 10">
            <a:extLst>
              <a:ext uri="{FF2B5EF4-FFF2-40B4-BE49-F238E27FC236}">
                <a16:creationId xmlns:a16="http://schemas.microsoft.com/office/drawing/2014/main" id="{EBD2C668-164A-003D-8660-09EDC60FC6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506009" y="3015269"/>
            <a:ext cx="989491" cy="770820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1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82D0E61-BAAA-9C47-B27B-D66D02B42D04}"/>
              </a:ext>
            </a:extLst>
          </p:cNvPr>
          <p:cNvGrpSpPr/>
          <p:nvPr userDrawn="1"/>
        </p:nvGrpSpPr>
        <p:grpSpPr>
          <a:xfrm>
            <a:off x="-76287" y="3207387"/>
            <a:ext cx="2090202" cy="6449458"/>
            <a:chOff x="3358714" y="2658855"/>
            <a:chExt cx="260299" cy="803170"/>
          </a:xfrm>
        </p:grpSpPr>
        <p:sp>
          <p:nvSpPr>
            <p:cNvPr id="70" name="Content Placeholder 4">
              <a:extLst>
                <a:ext uri="{FF2B5EF4-FFF2-40B4-BE49-F238E27FC236}">
                  <a16:creationId xmlns:a16="http://schemas.microsoft.com/office/drawing/2014/main" id="{3B65B66D-989C-6F06-C5D7-0C304AAEAAB6}"/>
                </a:ext>
              </a:extLst>
            </p:cNvPr>
            <p:cNvSpPr/>
            <p:nvPr/>
          </p:nvSpPr>
          <p:spPr>
            <a:xfrm>
              <a:off x="3358714" y="3434692"/>
              <a:ext cx="260299" cy="27333"/>
            </a:xfrm>
            <a:custGeom>
              <a:avLst/>
              <a:gdLst>
                <a:gd name="connsiteX0" fmla="*/ 56429 w 260299"/>
                <a:gd name="connsiteY0" fmla="*/ 26964 h 27333"/>
                <a:gd name="connsiteX1" fmla="*/ 105770 w 260299"/>
                <a:gd name="connsiteY1" fmla="*/ 26964 h 27333"/>
                <a:gd name="connsiteX2" fmla="*/ 243428 w 260299"/>
                <a:gd name="connsiteY2" fmla="*/ 25387 h 27333"/>
                <a:gd name="connsiteX3" fmla="*/ 260251 w 260299"/>
                <a:gd name="connsiteY3" fmla="*/ 19155 h 27333"/>
                <a:gd name="connsiteX4" fmla="*/ 247258 w 260299"/>
                <a:gd name="connsiteY4" fmla="*/ 10671 h 27333"/>
                <a:gd name="connsiteX5" fmla="*/ 179668 w 260299"/>
                <a:gd name="connsiteY5" fmla="*/ 3988 h 27333"/>
                <a:gd name="connsiteX6" fmla="*/ 78884 w 260299"/>
                <a:gd name="connsiteY6" fmla="*/ 534 h 27333"/>
                <a:gd name="connsiteX7" fmla="*/ 16852 w 260299"/>
                <a:gd name="connsiteY7" fmla="*/ 4289 h 27333"/>
                <a:gd name="connsiteX8" fmla="*/ 7464 w 260299"/>
                <a:gd name="connsiteY8" fmla="*/ 23435 h 27333"/>
                <a:gd name="connsiteX9" fmla="*/ 26765 w 260299"/>
                <a:gd name="connsiteY9" fmla="*/ 24787 h 27333"/>
                <a:gd name="connsiteX10" fmla="*/ 56429 w 260299"/>
                <a:gd name="connsiteY10" fmla="*/ 26964 h 27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0299" h="27333">
                  <a:moveTo>
                    <a:pt x="56429" y="26964"/>
                  </a:moveTo>
                  <a:cubicBezTo>
                    <a:pt x="72876" y="27490"/>
                    <a:pt x="89323" y="27339"/>
                    <a:pt x="105770" y="26964"/>
                  </a:cubicBezTo>
                  <a:lnTo>
                    <a:pt x="243428" y="25387"/>
                  </a:lnTo>
                  <a:cubicBezTo>
                    <a:pt x="250938" y="25387"/>
                    <a:pt x="259800" y="24036"/>
                    <a:pt x="260251" y="19155"/>
                  </a:cubicBezTo>
                  <a:cubicBezTo>
                    <a:pt x="260701" y="14275"/>
                    <a:pt x="253417" y="12022"/>
                    <a:pt x="247258" y="10671"/>
                  </a:cubicBezTo>
                  <a:cubicBezTo>
                    <a:pt x="224964" y="6489"/>
                    <a:pt x="202349" y="4259"/>
                    <a:pt x="179668" y="3988"/>
                  </a:cubicBezTo>
                  <a:cubicBezTo>
                    <a:pt x="146024" y="2637"/>
                    <a:pt x="112429" y="1488"/>
                    <a:pt x="78884" y="534"/>
                  </a:cubicBezTo>
                  <a:cubicBezTo>
                    <a:pt x="58131" y="-885"/>
                    <a:pt x="37282" y="377"/>
                    <a:pt x="16852" y="4289"/>
                  </a:cubicBezTo>
                  <a:cubicBezTo>
                    <a:pt x="6188" y="6841"/>
                    <a:pt x="-9508" y="17954"/>
                    <a:pt x="7464" y="23435"/>
                  </a:cubicBezTo>
                  <a:cubicBezTo>
                    <a:pt x="13845" y="24456"/>
                    <a:pt x="20304" y="24907"/>
                    <a:pt x="26765" y="24787"/>
                  </a:cubicBezTo>
                  <a:cubicBezTo>
                    <a:pt x="36453" y="25913"/>
                    <a:pt x="46441" y="26964"/>
                    <a:pt x="56429" y="26964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Content Placeholder 4">
              <a:extLst>
                <a:ext uri="{FF2B5EF4-FFF2-40B4-BE49-F238E27FC236}">
                  <a16:creationId xmlns:a16="http://schemas.microsoft.com/office/drawing/2014/main" id="{AE493814-1E4E-72F1-87B3-41DD8D1B9364}"/>
                </a:ext>
              </a:extLst>
            </p:cNvPr>
            <p:cNvSpPr/>
            <p:nvPr/>
          </p:nvSpPr>
          <p:spPr>
            <a:xfrm>
              <a:off x="3488729" y="2779092"/>
              <a:ext cx="99717" cy="169716"/>
            </a:xfrm>
            <a:custGeom>
              <a:avLst/>
              <a:gdLst>
                <a:gd name="connsiteX0" fmla="*/ 21340 w 99717"/>
                <a:gd name="connsiteY0" fmla="*/ 122959 h 169716"/>
                <a:gd name="connsiteX1" fmla="*/ 35684 w 99717"/>
                <a:gd name="connsiteY1" fmla="*/ 152993 h 169716"/>
                <a:gd name="connsiteX2" fmla="*/ 63321 w 99717"/>
                <a:gd name="connsiteY2" fmla="*/ 169586 h 169716"/>
                <a:gd name="connsiteX3" fmla="*/ 76313 w 99717"/>
                <a:gd name="connsiteY3" fmla="*/ 165457 h 169716"/>
                <a:gd name="connsiteX4" fmla="*/ 91859 w 99717"/>
                <a:gd name="connsiteY4" fmla="*/ 146761 h 169716"/>
                <a:gd name="connsiteX5" fmla="*/ 98318 w 99717"/>
                <a:gd name="connsiteY5" fmla="*/ 74229 h 169716"/>
                <a:gd name="connsiteX6" fmla="*/ 91333 w 99717"/>
                <a:gd name="connsiteY6" fmla="*/ 30605 h 169716"/>
                <a:gd name="connsiteX7" fmla="*/ 81721 w 99717"/>
                <a:gd name="connsiteY7" fmla="*/ -30 h 169716"/>
                <a:gd name="connsiteX8" fmla="*/ 70456 w 99717"/>
                <a:gd name="connsiteY8" fmla="*/ 3424 h 169716"/>
                <a:gd name="connsiteX9" fmla="*/ 76013 w 99717"/>
                <a:gd name="connsiteY9" fmla="*/ 81587 h 169716"/>
                <a:gd name="connsiteX10" fmla="*/ 70381 w 99717"/>
                <a:gd name="connsiteY10" fmla="*/ 112672 h 169716"/>
                <a:gd name="connsiteX11" fmla="*/ 61894 w 99717"/>
                <a:gd name="connsiteY11" fmla="*/ 122358 h 169716"/>
                <a:gd name="connsiteX12" fmla="*/ 51530 w 99717"/>
                <a:gd name="connsiteY12" fmla="*/ 118604 h 169716"/>
                <a:gd name="connsiteX13" fmla="*/ 45973 w 99717"/>
                <a:gd name="connsiteY13" fmla="*/ 108542 h 169716"/>
                <a:gd name="connsiteX14" fmla="*/ 27498 w 99717"/>
                <a:gd name="connsiteY14" fmla="*/ 63492 h 169716"/>
                <a:gd name="connsiteX15" fmla="*/ 20514 w 99717"/>
                <a:gd name="connsiteY15" fmla="*/ 53205 h 169716"/>
                <a:gd name="connsiteX16" fmla="*/ 7071 w 99717"/>
                <a:gd name="connsiteY16" fmla="*/ 54181 h 169716"/>
                <a:gd name="connsiteX17" fmla="*/ 87 w 99717"/>
                <a:gd name="connsiteY17" fmla="*/ 66270 h 169716"/>
                <a:gd name="connsiteX18" fmla="*/ 3842 w 99717"/>
                <a:gd name="connsiteY18" fmla="*/ 75580 h 169716"/>
                <a:gd name="connsiteX19" fmla="*/ 9625 w 99717"/>
                <a:gd name="connsiteY19" fmla="*/ 91348 h 169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9717" h="169716">
                  <a:moveTo>
                    <a:pt x="21340" y="122959"/>
                  </a:moveTo>
                  <a:cubicBezTo>
                    <a:pt x="24582" y="133636"/>
                    <a:pt x="29418" y="143757"/>
                    <a:pt x="35684" y="152993"/>
                  </a:cubicBezTo>
                  <a:cubicBezTo>
                    <a:pt x="42035" y="162288"/>
                    <a:pt x="52129" y="168347"/>
                    <a:pt x="63321" y="169586"/>
                  </a:cubicBezTo>
                  <a:cubicBezTo>
                    <a:pt x="68040" y="170104"/>
                    <a:pt x="72760" y="168603"/>
                    <a:pt x="76313" y="165457"/>
                  </a:cubicBezTo>
                  <a:cubicBezTo>
                    <a:pt x="82406" y="160043"/>
                    <a:pt x="87647" y="153736"/>
                    <a:pt x="91859" y="146761"/>
                  </a:cubicBezTo>
                  <a:cubicBezTo>
                    <a:pt x="99227" y="123334"/>
                    <a:pt x="101431" y="98586"/>
                    <a:pt x="98318" y="74229"/>
                  </a:cubicBezTo>
                  <a:cubicBezTo>
                    <a:pt x="96741" y="58686"/>
                    <a:pt x="93211" y="46072"/>
                    <a:pt x="91333" y="30605"/>
                  </a:cubicBezTo>
                  <a:cubicBezTo>
                    <a:pt x="89239" y="20078"/>
                    <a:pt x="86016" y="9806"/>
                    <a:pt x="81721" y="-30"/>
                  </a:cubicBezTo>
                  <a:cubicBezTo>
                    <a:pt x="77826" y="601"/>
                    <a:pt x="74036" y="1765"/>
                    <a:pt x="70456" y="3424"/>
                  </a:cubicBezTo>
                  <a:cubicBezTo>
                    <a:pt x="75714" y="29126"/>
                    <a:pt x="77583" y="55405"/>
                    <a:pt x="76013" y="81587"/>
                  </a:cubicBezTo>
                  <a:cubicBezTo>
                    <a:pt x="75777" y="92182"/>
                    <a:pt x="73876" y="102671"/>
                    <a:pt x="70381" y="112672"/>
                  </a:cubicBezTo>
                  <a:cubicBezTo>
                    <a:pt x="69150" y="117012"/>
                    <a:pt x="66035" y="120571"/>
                    <a:pt x="61894" y="122358"/>
                  </a:cubicBezTo>
                  <a:cubicBezTo>
                    <a:pt x="58015" y="123079"/>
                    <a:pt x="54049" y="121637"/>
                    <a:pt x="51530" y="118604"/>
                  </a:cubicBezTo>
                  <a:cubicBezTo>
                    <a:pt x="49060" y="115630"/>
                    <a:pt x="47174" y="112214"/>
                    <a:pt x="45973" y="108542"/>
                  </a:cubicBezTo>
                  <a:lnTo>
                    <a:pt x="27498" y="63492"/>
                  </a:lnTo>
                  <a:cubicBezTo>
                    <a:pt x="26305" y="59415"/>
                    <a:pt x="23862" y="55818"/>
                    <a:pt x="20514" y="53205"/>
                  </a:cubicBezTo>
                  <a:cubicBezTo>
                    <a:pt x="16237" y="50833"/>
                    <a:pt x="10961" y="51216"/>
                    <a:pt x="7071" y="54181"/>
                  </a:cubicBezTo>
                  <a:cubicBezTo>
                    <a:pt x="3322" y="57200"/>
                    <a:pt x="831" y="61510"/>
                    <a:pt x="87" y="66270"/>
                  </a:cubicBezTo>
                  <a:cubicBezTo>
                    <a:pt x="-664" y="69874"/>
                    <a:pt x="2415" y="72502"/>
                    <a:pt x="3842" y="75580"/>
                  </a:cubicBezTo>
                  <a:cubicBezTo>
                    <a:pt x="6036" y="80731"/>
                    <a:pt x="7967" y="85995"/>
                    <a:pt x="9625" y="91348"/>
                  </a:cubicBezTo>
                  <a:close/>
                </a:path>
              </a:pathLst>
            </a:custGeom>
            <a:solidFill>
              <a:srgbClr val="A2B3B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Content Placeholder 4">
              <a:extLst>
                <a:ext uri="{FF2B5EF4-FFF2-40B4-BE49-F238E27FC236}">
                  <a16:creationId xmlns:a16="http://schemas.microsoft.com/office/drawing/2014/main" id="{7BAC3A88-68D4-3D9D-7C23-8DBB6133AC76}"/>
                </a:ext>
              </a:extLst>
            </p:cNvPr>
            <p:cNvSpPr/>
            <p:nvPr/>
          </p:nvSpPr>
          <p:spPr>
            <a:xfrm>
              <a:off x="3547030" y="2739197"/>
              <a:ext cx="24180" cy="49142"/>
            </a:xfrm>
            <a:custGeom>
              <a:avLst/>
              <a:gdLst>
                <a:gd name="connsiteX0" fmla="*/ 21468 w 24180"/>
                <a:gd name="connsiteY0" fmla="*/ 46698 h 49142"/>
                <a:gd name="connsiteX1" fmla="*/ 23721 w 24180"/>
                <a:gd name="connsiteY1" fmla="*/ 44520 h 49142"/>
                <a:gd name="connsiteX2" fmla="*/ 24096 w 24180"/>
                <a:gd name="connsiteY2" fmla="*/ 41592 h 49142"/>
                <a:gd name="connsiteX3" fmla="*/ 24096 w 24180"/>
                <a:gd name="connsiteY3" fmla="*/ 22896 h 49142"/>
                <a:gd name="connsiteX4" fmla="*/ 22894 w 24180"/>
                <a:gd name="connsiteY4" fmla="*/ 7879 h 49142"/>
                <a:gd name="connsiteX5" fmla="*/ 19440 w 24180"/>
                <a:gd name="connsiteY5" fmla="*/ 1647 h 49142"/>
                <a:gd name="connsiteX6" fmla="*/ 11930 w 24180"/>
                <a:gd name="connsiteY6" fmla="*/ 70 h 49142"/>
                <a:gd name="connsiteX7" fmla="*/ 2242 w 24180"/>
                <a:gd name="connsiteY7" fmla="*/ 1347 h 49142"/>
                <a:gd name="connsiteX8" fmla="*/ 740 w 24180"/>
                <a:gd name="connsiteY8" fmla="*/ 2323 h 49142"/>
                <a:gd name="connsiteX9" fmla="*/ 139 w 24180"/>
                <a:gd name="connsiteY9" fmla="*/ 4050 h 49142"/>
                <a:gd name="connsiteX10" fmla="*/ 139 w 24180"/>
                <a:gd name="connsiteY10" fmla="*/ 11558 h 49142"/>
                <a:gd name="connsiteX11" fmla="*/ 665 w 24180"/>
                <a:gd name="connsiteY11" fmla="*/ 27326 h 49142"/>
                <a:gd name="connsiteX12" fmla="*/ 5171 w 24180"/>
                <a:gd name="connsiteY12" fmla="*/ 46322 h 49142"/>
                <a:gd name="connsiteX13" fmla="*/ 12681 w 24180"/>
                <a:gd name="connsiteY13" fmla="*/ 49100 h 49142"/>
                <a:gd name="connsiteX14" fmla="*/ 21468 w 24180"/>
                <a:gd name="connsiteY14" fmla="*/ 46698 h 49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4180" h="49142">
                  <a:moveTo>
                    <a:pt x="21468" y="46698"/>
                  </a:moveTo>
                  <a:cubicBezTo>
                    <a:pt x="22422" y="46217"/>
                    <a:pt x="23208" y="45459"/>
                    <a:pt x="23721" y="44520"/>
                  </a:cubicBezTo>
                  <a:cubicBezTo>
                    <a:pt x="24107" y="43597"/>
                    <a:pt x="24237" y="42583"/>
                    <a:pt x="24096" y="41592"/>
                  </a:cubicBezTo>
                  <a:cubicBezTo>
                    <a:pt x="24096" y="35360"/>
                    <a:pt x="24096" y="29128"/>
                    <a:pt x="24096" y="22896"/>
                  </a:cubicBezTo>
                  <a:cubicBezTo>
                    <a:pt x="24094" y="17865"/>
                    <a:pt x="23692" y="12842"/>
                    <a:pt x="22894" y="7879"/>
                  </a:cubicBezTo>
                  <a:cubicBezTo>
                    <a:pt x="22529" y="5454"/>
                    <a:pt x="21302" y="3239"/>
                    <a:pt x="19440" y="1647"/>
                  </a:cubicBezTo>
                  <a:cubicBezTo>
                    <a:pt x="17189" y="280"/>
                    <a:pt x="14540" y="-275"/>
                    <a:pt x="11930" y="70"/>
                  </a:cubicBezTo>
                  <a:cubicBezTo>
                    <a:pt x="8648" y="-155"/>
                    <a:pt x="5355" y="280"/>
                    <a:pt x="2242" y="1347"/>
                  </a:cubicBezTo>
                  <a:cubicBezTo>
                    <a:pt x="1673" y="1557"/>
                    <a:pt x="1160" y="1887"/>
                    <a:pt x="740" y="2323"/>
                  </a:cubicBezTo>
                  <a:cubicBezTo>
                    <a:pt x="398" y="2841"/>
                    <a:pt x="191" y="3434"/>
                    <a:pt x="139" y="4050"/>
                  </a:cubicBezTo>
                  <a:cubicBezTo>
                    <a:pt x="-85" y="6550"/>
                    <a:pt x="-85" y="9058"/>
                    <a:pt x="139" y="11558"/>
                  </a:cubicBezTo>
                  <a:cubicBezTo>
                    <a:pt x="139" y="16814"/>
                    <a:pt x="139" y="22070"/>
                    <a:pt x="665" y="27326"/>
                  </a:cubicBezTo>
                  <a:cubicBezTo>
                    <a:pt x="740" y="33911"/>
                    <a:pt x="2279" y="40406"/>
                    <a:pt x="5171" y="46322"/>
                  </a:cubicBezTo>
                  <a:cubicBezTo>
                    <a:pt x="6673" y="49100"/>
                    <a:pt x="9527" y="48875"/>
                    <a:pt x="12681" y="49100"/>
                  </a:cubicBezTo>
                  <a:cubicBezTo>
                    <a:pt x="15788" y="49228"/>
                    <a:pt x="18858" y="48387"/>
                    <a:pt x="21468" y="46698"/>
                  </a:cubicBezTo>
                  <a:close/>
                </a:path>
              </a:pathLst>
            </a:custGeom>
            <a:solidFill>
              <a:srgbClr val="BFBF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Content Placeholder 4">
              <a:extLst>
                <a:ext uri="{FF2B5EF4-FFF2-40B4-BE49-F238E27FC236}">
                  <a16:creationId xmlns:a16="http://schemas.microsoft.com/office/drawing/2014/main" id="{0A46B58C-099C-FD01-EAA3-30DD20419357}"/>
                </a:ext>
              </a:extLst>
            </p:cNvPr>
            <p:cNvSpPr/>
            <p:nvPr/>
          </p:nvSpPr>
          <p:spPr>
            <a:xfrm>
              <a:off x="3551170" y="2745483"/>
              <a:ext cx="16431" cy="37757"/>
            </a:xfrm>
            <a:custGeom>
              <a:avLst/>
              <a:gdLst>
                <a:gd name="connsiteX0" fmla="*/ 3209 w 16431"/>
                <a:gd name="connsiteY0" fmla="*/ 35907 h 37757"/>
                <a:gd name="connsiteX1" fmla="*/ 3209 w 16431"/>
                <a:gd name="connsiteY1" fmla="*/ 36959 h 37757"/>
                <a:gd name="connsiteX2" fmla="*/ 4936 w 16431"/>
                <a:gd name="connsiteY2" fmla="*/ 37559 h 37757"/>
                <a:gd name="connsiteX3" fmla="*/ 10418 w 16431"/>
                <a:gd name="connsiteY3" fmla="*/ 37559 h 37757"/>
                <a:gd name="connsiteX4" fmla="*/ 15375 w 16431"/>
                <a:gd name="connsiteY4" fmla="*/ 34856 h 37757"/>
                <a:gd name="connsiteX5" fmla="*/ 16351 w 16431"/>
                <a:gd name="connsiteY5" fmla="*/ 29676 h 37757"/>
                <a:gd name="connsiteX6" fmla="*/ 14774 w 16431"/>
                <a:gd name="connsiteY6" fmla="*/ 2044 h 37757"/>
                <a:gd name="connsiteX7" fmla="*/ 14248 w 16431"/>
                <a:gd name="connsiteY7" fmla="*/ 618 h 37757"/>
                <a:gd name="connsiteX8" fmla="*/ 13047 w 16431"/>
                <a:gd name="connsiteY8" fmla="*/ 167 h 37757"/>
                <a:gd name="connsiteX9" fmla="*/ 7189 w 16431"/>
                <a:gd name="connsiteY9" fmla="*/ 167 h 37757"/>
                <a:gd name="connsiteX10" fmla="*/ 1256 w 16431"/>
                <a:gd name="connsiteY10" fmla="*/ 2345 h 37757"/>
                <a:gd name="connsiteX11" fmla="*/ -21 w 16431"/>
                <a:gd name="connsiteY11" fmla="*/ 7075 h 37757"/>
                <a:gd name="connsiteX12" fmla="*/ 3209 w 16431"/>
                <a:gd name="connsiteY12" fmla="*/ 35907 h 37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431" h="37757">
                  <a:moveTo>
                    <a:pt x="3209" y="35907"/>
                  </a:moveTo>
                  <a:cubicBezTo>
                    <a:pt x="3100" y="36253"/>
                    <a:pt x="3100" y="36613"/>
                    <a:pt x="3209" y="36959"/>
                  </a:cubicBezTo>
                  <a:cubicBezTo>
                    <a:pt x="3678" y="37387"/>
                    <a:pt x="4302" y="37604"/>
                    <a:pt x="4936" y="37559"/>
                  </a:cubicBezTo>
                  <a:cubicBezTo>
                    <a:pt x="6756" y="37785"/>
                    <a:pt x="8598" y="37785"/>
                    <a:pt x="10418" y="37559"/>
                  </a:cubicBezTo>
                  <a:cubicBezTo>
                    <a:pt x="12360" y="37334"/>
                    <a:pt x="14137" y="36366"/>
                    <a:pt x="15375" y="34856"/>
                  </a:cubicBezTo>
                  <a:cubicBezTo>
                    <a:pt x="16201" y="33265"/>
                    <a:pt x="16540" y="31463"/>
                    <a:pt x="16351" y="29676"/>
                  </a:cubicBezTo>
                  <a:cubicBezTo>
                    <a:pt x="16352" y="20440"/>
                    <a:pt x="15825" y="11220"/>
                    <a:pt x="14774" y="2044"/>
                  </a:cubicBezTo>
                  <a:cubicBezTo>
                    <a:pt x="14758" y="1526"/>
                    <a:pt x="14574" y="1023"/>
                    <a:pt x="14248" y="618"/>
                  </a:cubicBezTo>
                  <a:cubicBezTo>
                    <a:pt x="13921" y="317"/>
                    <a:pt x="13491" y="160"/>
                    <a:pt x="13047" y="167"/>
                  </a:cubicBezTo>
                  <a:cubicBezTo>
                    <a:pt x="11103" y="-95"/>
                    <a:pt x="9133" y="-95"/>
                    <a:pt x="7189" y="167"/>
                  </a:cubicBezTo>
                  <a:cubicBezTo>
                    <a:pt x="5005" y="100"/>
                    <a:pt x="2880" y="880"/>
                    <a:pt x="1256" y="2345"/>
                  </a:cubicBezTo>
                  <a:cubicBezTo>
                    <a:pt x="348" y="3749"/>
                    <a:pt x="-98" y="5401"/>
                    <a:pt x="-21" y="7075"/>
                  </a:cubicBezTo>
                  <a:cubicBezTo>
                    <a:pt x="-52" y="16776"/>
                    <a:pt x="1032" y="26454"/>
                    <a:pt x="3209" y="3590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Content Placeholder 4">
              <a:extLst>
                <a:ext uri="{FF2B5EF4-FFF2-40B4-BE49-F238E27FC236}">
                  <a16:creationId xmlns:a16="http://schemas.microsoft.com/office/drawing/2014/main" id="{62E82523-C8CC-45C8-173C-08B38F6A9CF0}"/>
                </a:ext>
              </a:extLst>
            </p:cNvPr>
            <p:cNvSpPr/>
            <p:nvPr/>
          </p:nvSpPr>
          <p:spPr>
            <a:xfrm>
              <a:off x="3371840" y="3147286"/>
              <a:ext cx="92748" cy="279690"/>
            </a:xfrm>
            <a:custGeom>
              <a:avLst/>
              <a:gdLst>
                <a:gd name="connsiteX0" fmla="*/ 21900 w 92748"/>
                <a:gd name="connsiteY0" fmla="*/ 279531 h 279690"/>
                <a:gd name="connsiteX1" fmla="*/ -29 w 92748"/>
                <a:gd name="connsiteY1" fmla="*/ 274050 h 279690"/>
                <a:gd name="connsiteX2" fmla="*/ 33165 w 92748"/>
                <a:gd name="connsiteY2" fmla="*/ 198965 h 279690"/>
                <a:gd name="connsiteX3" fmla="*/ 42327 w 92748"/>
                <a:gd name="connsiteY3" fmla="*/ 174713 h 279690"/>
                <a:gd name="connsiteX4" fmla="*/ 45556 w 92748"/>
                <a:gd name="connsiteY4" fmla="*/ 143102 h 279690"/>
                <a:gd name="connsiteX5" fmla="*/ 49687 w 92748"/>
                <a:gd name="connsiteY5" fmla="*/ 19513 h 279690"/>
                <a:gd name="connsiteX6" fmla="*/ 51414 w 92748"/>
                <a:gd name="connsiteY6" fmla="*/ 9377 h 279690"/>
                <a:gd name="connsiteX7" fmla="*/ 77849 w 92748"/>
                <a:gd name="connsiteY7" fmla="*/ 66 h 279690"/>
                <a:gd name="connsiteX8" fmla="*/ 83932 w 92748"/>
                <a:gd name="connsiteY8" fmla="*/ 1793 h 279690"/>
                <a:gd name="connsiteX9" fmla="*/ 85960 w 92748"/>
                <a:gd name="connsiteY9" fmla="*/ 8776 h 279690"/>
                <a:gd name="connsiteX10" fmla="*/ 92719 w 92748"/>
                <a:gd name="connsiteY10" fmla="*/ 44366 h 279690"/>
                <a:gd name="connsiteX11" fmla="*/ 85810 w 92748"/>
                <a:gd name="connsiteY11" fmla="*/ 140399 h 279690"/>
                <a:gd name="connsiteX12" fmla="*/ 64857 w 92748"/>
                <a:gd name="connsiteY12" fmla="*/ 197989 h 279690"/>
                <a:gd name="connsiteX13" fmla="*/ 21900 w 92748"/>
                <a:gd name="connsiteY13" fmla="*/ 279531 h 279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2748" h="279690">
                  <a:moveTo>
                    <a:pt x="21900" y="279531"/>
                  </a:moveTo>
                  <a:cubicBezTo>
                    <a:pt x="14183" y="280199"/>
                    <a:pt x="6464" y="278269"/>
                    <a:pt x="-29" y="274050"/>
                  </a:cubicBezTo>
                  <a:lnTo>
                    <a:pt x="33165" y="198965"/>
                  </a:lnTo>
                  <a:cubicBezTo>
                    <a:pt x="36924" y="191164"/>
                    <a:pt x="39990" y="183047"/>
                    <a:pt x="42327" y="174713"/>
                  </a:cubicBezTo>
                  <a:cubicBezTo>
                    <a:pt x="44531" y="164321"/>
                    <a:pt x="45613" y="153727"/>
                    <a:pt x="45556" y="143102"/>
                  </a:cubicBezTo>
                  <a:cubicBezTo>
                    <a:pt x="47008" y="101858"/>
                    <a:pt x="48385" y="60659"/>
                    <a:pt x="49687" y="19513"/>
                  </a:cubicBezTo>
                  <a:cubicBezTo>
                    <a:pt x="49575" y="16052"/>
                    <a:pt x="50163" y="12605"/>
                    <a:pt x="51414" y="9377"/>
                  </a:cubicBezTo>
                  <a:cubicBezTo>
                    <a:pt x="55695" y="442"/>
                    <a:pt x="67936" y="-384"/>
                    <a:pt x="77849" y="66"/>
                  </a:cubicBezTo>
                  <a:cubicBezTo>
                    <a:pt x="80016" y="-76"/>
                    <a:pt x="82165" y="532"/>
                    <a:pt x="83932" y="1793"/>
                  </a:cubicBezTo>
                  <a:cubicBezTo>
                    <a:pt x="85543" y="3738"/>
                    <a:pt x="86277" y="6268"/>
                    <a:pt x="85960" y="8776"/>
                  </a:cubicBezTo>
                  <a:cubicBezTo>
                    <a:pt x="86561" y="41288"/>
                    <a:pt x="92118" y="11930"/>
                    <a:pt x="92719" y="44366"/>
                  </a:cubicBezTo>
                  <a:cubicBezTo>
                    <a:pt x="92719" y="55854"/>
                    <a:pt x="88138" y="129212"/>
                    <a:pt x="85810" y="140399"/>
                  </a:cubicBezTo>
                  <a:cubicBezTo>
                    <a:pt x="82184" y="160657"/>
                    <a:pt x="75096" y="180134"/>
                    <a:pt x="64857" y="197989"/>
                  </a:cubicBezTo>
                  <a:cubicBezTo>
                    <a:pt x="48485" y="224269"/>
                    <a:pt x="38122" y="248371"/>
                    <a:pt x="21900" y="279531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Content Placeholder 4">
              <a:extLst>
                <a:ext uri="{FF2B5EF4-FFF2-40B4-BE49-F238E27FC236}">
                  <a16:creationId xmlns:a16="http://schemas.microsoft.com/office/drawing/2014/main" id="{03B06904-01D7-2C83-751B-089D9E466A5A}"/>
                </a:ext>
              </a:extLst>
            </p:cNvPr>
            <p:cNvSpPr/>
            <p:nvPr/>
          </p:nvSpPr>
          <p:spPr>
            <a:xfrm>
              <a:off x="3469530" y="3167855"/>
              <a:ext cx="56250" cy="272731"/>
            </a:xfrm>
            <a:custGeom>
              <a:avLst/>
              <a:gdLst>
                <a:gd name="connsiteX0" fmla="*/ 11776 w 56250"/>
                <a:gd name="connsiteY0" fmla="*/ 5927 h 272731"/>
                <a:gd name="connsiteX1" fmla="*/ 52931 w 56250"/>
                <a:gd name="connsiteY1" fmla="*/ 746 h 272731"/>
                <a:gd name="connsiteX2" fmla="*/ 50377 w 56250"/>
                <a:gd name="connsiteY2" fmla="*/ 2698 h 272731"/>
                <a:gd name="connsiteX3" fmla="*/ 52255 w 56250"/>
                <a:gd name="connsiteY3" fmla="*/ 190410 h 272731"/>
                <a:gd name="connsiteX4" fmla="*/ 48575 w 56250"/>
                <a:gd name="connsiteY4" fmla="*/ 271050 h 272731"/>
                <a:gd name="connsiteX5" fmla="*/ 31602 w 56250"/>
                <a:gd name="connsiteY5" fmla="*/ 272702 h 272731"/>
                <a:gd name="connsiteX6" fmla="*/ 887 w 56250"/>
                <a:gd name="connsiteY6" fmla="*/ 21469 h 272731"/>
                <a:gd name="connsiteX7" fmla="*/ 6379 w 56250"/>
                <a:gd name="connsiteY7" fmla="*/ 7316 h 272731"/>
                <a:gd name="connsiteX8" fmla="*/ 11776 w 56250"/>
                <a:gd name="connsiteY8" fmla="*/ 6452 h 27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6250" h="272731">
                  <a:moveTo>
                    <a:pt x="11776" y="5927"/>
                  </a:moveTo>
                  <a:lnTo>
                    <a:pt x="52931" y="746"/>
                  </a:lnTo>
                  <a:cubicBezTo>
                    <a:pt x="53607" y="-1131"/>
                    <a:pt x="50152" y="746"/>
                    <a:pt x="50377" y="2698"/>
                  </a:cubicBezTo>
                  <a:cubicBezTo>
                    <a:pt x="57481" y="65033"/>
                    <a:pt x="58111" y="127939"/>
                    <a:pt x="52255" y="190410"/>
                  </a:cubicBezTo>
                  <a:cubicBezTo>
                    <a:pt x="48481" y="217110"/>
                    <a:pt x="47249" y="244117"/>
                    <a:pt x="48575" y="271050"/>
                  </a:cubicBezTo>
                  <a:lnTo>
                    <a:pt x="31602" y="272702"/>
                  </a:lnTo>
                  <a:cubicBezTo>
                    <a:pt x="21589" y="189005"/>
                    <a:pt x="11350" y="105264"/>
                    <a:pt x="887" y="21469"/>
                  </a:cubicBezTo>
                  <a:cubicBezTo>
                    <a:pt x="-1507" y="16041"/>
                    <a:pt x="953" y="9703"/>
                    <a:pt x="6379" y="7316"/>
                  </a:cubicBezTo>
                  <a:cubicBezTo>
                    <a:pt x="8074" y="6565"/>
                    <a:pt x="9933" y="6272"/>
                    <a:pt x="11776" y="6452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Content Placeholder 4">
              <a:extLst>
                <a:ext uri="{FF2B5EF4-FFF2-40B4-BE49-F238E27FC236}">
                  <a16:creationId xmlns:a16="http://schemas.microsoft.com/office/drawing/2014/main" id="{8325551B-9EB9-FE43-1422-813F58896765}"/>
                </a:ext>
              </a:extLst>
            </p:cNvPr>
            <p:cNvSpPr/>
            <p:nvPr/>
          </p:nvSpPr>
          <p:spPr>
            <a:xfrm>
              <a:off x="3497779" y="3435406"/>
              <a:ext cx="56262" cy="20535"/>
            </a:xfrm>
            <a:custGeom>
              <a:avLst/>
              <a:gdLst>
                <a:gd name="connsiteX0" fmla="*/ 17773 w 56262"/>
                <a:gd name="connsiteY0" fmla="*/ 16264 h 20535"/>
                <a:gd name="connsiteX1" fmla="*/ 15746 w 56262"/>
                <a:gd name="connsiteY1" fmla="*/ 20168 h 20535"/>
                <a:gd name="connsiteX2" fmla="*/ 7259 w 56262"/>
                <a:gd name="connsiteY2" fmla="*/ 20168 h 20535"/>
                <a:gd name="connsiteX3" fmla="*/ 5156 w 56262"/>
                <a:gd name="connsiteY3" fmla="*/ 19492 h 20535"/>
                <a:gd name="connsiteX4" fmla="*/ 3880 w 56262"/>
                <a:gd name="connsiteY4" fmla="*/ 18291 h 20535"/>
                <a:gd name="connsiteX5" fmla="*/ 50 w 56262"/>
                <a:gd name="connsiteY5" fmla="*/ 13561 h 20535"/>
                <a:gd name="connsiteX6" fmla="*/ 726 w 56262"/>
                <a:gd name="connsiteY6" fmla="*/ 9806 h 20535"/>
                <a:gd name="connsiteX7" fmla="*/ 3354 w 56262"/>
                <a:gd name="connsiteY7" fmla="*/ 1472 h 20535"/>
                <a:gd name="connsiteX8" fmla="*/ 20176 w 56262"/>
                <a:gd name="connsiteY8" fmla="*/ -30 h 20535"/>
                <a:gd name="connsiteX9" fmla="*/ 21979 w 56262"/>
                <a:gd name="connsiteY9" fmla="*/ 5301 h 20535"/>
                <a:gd name="connsiteX10" fmla="*/ 39102 w 56262"/>
                <a:gd name="connsiteY10" fmla="*/ 6578 h 20535"/>
                <a:gd name="connsiteX11" fmla="*/ 47663 w 56262"/>
                <a:gd name="connsiteY11" fmla="*/ 7028 h 20535"/>
                <a:gd name="connsiteX12" fmla="*/ 55173 w 56262"/>
                <a:gd name="connsiteY12" fmla="*/ 7629 h 20535"/>
                <a:gd name="connsiteX13" fmla="*/ 56149 w 56262"/>
                <a:gd name="connsiteY13" fmla="*/ 10182 h 20535"/>
                <a:gd name="connsiteX14" fmla="*/ 56149 w 56262"/>
                <a:gd name="connsiteY14" fmla="*/ 12209 h 20535"/>
                <a:gd name="connsiteX15" fmla="*/ 53896 w 56262"/>
                <a:gd name="connsiteY15" fmla="*/ 14762 h 20535"/>
                <a:gd name="connsiteX16" fmla="*/ 17773 w 56262"/>
                <a:gd name="connsiteY16" fmla="*/ 16264 h 20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6262" h="20535">
                  <a:moveTo>
                    <a:pt x="17773" y="16264"/>
                  </a:moveTo>
                  <a:cubicBezTo>
                    <a:pt x="20252" y="17991"/>
                    <a:pt x="17248" y="19868"/>
                    <a:pt x="15746" y="20168"/>
                  </a:cubicBezTo>
                  <a:cubicBezTo>
                    <a:pt x="12935" y="20619"/>
                    <a:pt x="10070" y="20619"/>
                    <a:pt x="7259" y="20168"/>
                  </a:cubicBezTo>
                  <a:cubicBezTo>
                    <a:pt x="6510" y="20138"/>
                    <a:pt x="5783" y="19905"/>
                    <a:pt x="5156" y="19492"/>
                  </a:cubicBezTo>
                  <a:cubicBezTo>
                    <a:pt x="4662" y="19169"/>
                    <a:pt x="4229" y="18764"/>
                    <a:pt x="3880" y="18291"/>
                  </a:cubicBezTo>
                  <a:cubicBezTo>
                    <a:pt x="2828" y="17014"/>
                    <a:pt x="500" y="15137"/>
                    <a:pt x="50" y="13561"/>
                  </a:cubicBezTo>
                  <a:cubicBezTo>
                    <a:pt x="-169" y="12269"/>
                    <a:pt x="70" y="10940"/>
                    <a:pt x="726" y="9806"/>
                  </a:cubicBezTo>
                  <a:cubicBezTo>
                    <a:pt x="2281" y="7291"/>
                    <a:pt x="3184" y="4423"/>
                    <a:pt x="3354" y="1472"/>
                  </a:cubicBezTo>
                  <a:cubicBezTo>
                    <a:pt x="8908" y="488"/>
                    <a:pt x="14536" y="-15"/>
                    <a:pt x="20176" y="-30"/>
                  </a:cubicBezTo>
                  <a:cubicBezTo>
                    <a:pt x="20852" y="2073"/>
                    <a:pt x="22580" y="3649"/>
                    <a:pt x="21979" y="5301"/>
                  </a:cubicBezTo>
                  <a:cubicBezTo>
                    <a:pt x="27715" y="5136"/>
                    <a:pt x="33453" y="5564"/>
                    <a:pt x="39102" y="6578"/>
                  </a:cubicBezTo>
                  <a:cubicBezTo>
                    <a:pt x="41946" y="6878"/>
                    <a:pt x="44803" y="7028"/>
                    <a:pt x="47663" y="7028"/>
                  </a:cubicBezTo>
                  <a:cubicBezTo>
                    <a:pt x="49841" y="7028"/>
                    <a:pt x="53971" y="5526"/>
                    <a:pt x="55173" y="7629"/>
                  </a:cubicBezTo>
                  <a:cubicBezTo>
                    <a:pt x="55652" y="8410"/>
                    <a:pt x="55983" y="9281"/>
                    <a:pt x="56149" y="10182"/>
                  </a:cubicBezTo>
                  <a:cubicBezTo>
                    <a:pt x="56261" y="10850"/>
                    <a:pt x="56261" y="11541"/>
                    <a:pt x="56149" y="12209"/>
                  </a:cubicBezTo>
                  <a:cubicBezTo>
                    <a:pt x="55792" y="13343"/>
                    <a:pt x="54974" y="14266"/>
                    <a:pt x="53896" y="14762"/>
                  </a:cubicBezTo>
                  <a:cubicBezTo>
                    <a:pt x="42556" y="20694"/>
                    <a:pt x="29939" y="14912"/>
                    <a:pt x="17773" y="16264"/>
                  </a:cubicBezTo>
                  <a:close/>
                </a:path>
              </a:pathLst>
            </a:custGeom>
            <a:solidFill>
              <a:srgbClr val="1919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Content Placeholder 4">
              <a:extLst>
                <a:ext uri="{FF2B5EF4-FFF2-40B4-BE49-F238E27FC236}">
                  <a16:creationId xmlns:a16="http://schemas.microsoft.com/office/drawing/2014/main" id="{9E7577F4-1AF7-D89F-71CA-D0F533CEA6F7}"/>
                </a:ext>
              </a:extLst>
            </p:cNvPr>
            <p:cNvSpPr/>
            <p:nvPr/>
          </p:nvSpPr>
          <p:spPr>
            <a:xfrm>
              <a:off x="3365006" y="3416560"/>
              <a:ext cx="57513" cy="37210"/>
            </a:xfrm>
            <a:custGeom>
              <a:avLst/>
              <a:gdLst>
                <a:gd name="connsiteX0" fmla="*/ 16418 w 57513"/>
                <a:gd name="connsiteY0" fmla="*/ 22571 h 37210"/>
                <a:gd name="connsiteX1" fmla="*/ 12738 w 57513"/>
                <a:gd name="connsiteY1" fmla="*/ 25574 h 37210"/>
                <a:gd name="connsiteX2" fmla="*/ 4251 w 57513"/>
                <a:gd name="connsiteY2" fmla="*/ 22120 h 37210"/>
                <a:gd name="connsiteX3" fmla="*/ 2449 w 57513"/>
                <a:gd name="connsiteY3" fmla="*/ 20544 h 37210"/>
                <a:gd name="connsiteX4" fmla="*/ 1698 w 57513"/>
                <a:gd name="connsiteY4" fmla="*/ 18817 h 37210"/>
                <a:gd name="connsiteX5" fmla="*/ -29 w 57513"/>
                <a:gd name="connsiteY5" fmla="*/ 12509 h 37210"/>
                <a:gd name="connsiteX6" fmla="*/ 2374 w 57513"/>
                <a:gd name="connsiteY6" fmla="*/ 9056 h 37210"/>
                <a:gd name="connsiteX7" fmla="*/ 9133 w 57513"/>
                <a:gd name="connsiteY7" fmla="*/ -30 h 37210"/>
                <a:gd name="connsiteX8" fmla="*/ 28734 w 57513"/>
                <a:gd name="connsiteY8" fmla="*/ 9281 h 37210"/>
                <a:gd name="connsiteX9" fmla="*/ 25204 w 57513"/>
                <a:gd name="connsiteY9" fmla="*/ 14161 h 37210"/>
                <a:gd name="connsiteX10" fmla="*/ 41576 w 57513"/>
                <a:gd name="connsiteY10" fmla="*/ 22571 h 37210"/>
                <a:gd name="connsiteX11" fmla="*/ 49837 w 57513"/>
                <a:gd name="connsiteY11" fmla="*/ 26700 h 37210"/>
                <a:gd name="connsiteX12" fmla="*/ 57347 w 57513"/>
                <a:gd name="connsiteY12" fmla="*/ 30755 h 37210"/>
                <a:gd name="connsiteX13" fmla="*/ 57347 w 57513"/>
                <a:gd name="connsiteY13" fmla="*/ 33608 h 37210"/>
                <a:gd name="connsiteX14" fmla="*/ 56521 w 57513"/>
                <a:gd name="connsiteY14" fmla="*/ 35635 h 37210"/>
                <a:gd name="connsiteX15" fmla="*/ 53142 w 57513"/>
                <a:gd name="connsiteY15" fmla="*/ 37137 h 37210"/>
                <a:gd name="connsiteX16" fmla="*/ 16418 w 57513"/>
                <a:gd name="connsiteY16" fmla="*/ 22571 h 3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7513" h="37210">
                  <a:moveTo>
                    <a:pt x="16418" y="22571"/>
                  </a:moveTo>
                  <a:cubicBezTo>
                    <a:pt x="18145" y="25424"/>
                    <a:pt x="14315" y="25950"/>
                    <a:pt x="12738" y="25574"/>
                  </a:cubicBezTo>
                  <a:cubicBezTo>
                    <a:pt x="9729" y="24928"/>
                    <a:pt x="6856" y="23757"/>
                    <a:pt x="4251" y="22120"/>
                  </a:cubicBezTo>
                  <a:cubicBezTo>
                    <a:pt x="3522" y="21767"/>
                    <a:pt x="2900" y="21219"/>
                    <a:pt x="2449" y="20544"/>
                  </a:cubicBezTo>
                  <a:cubicBezTo>
                    <a:pt x="2122" y="20003"/>
                    <a:pt x="1870" y="19425"/>
                    <a:pt x="1698" y="18817"/>
                  </a:cubicBezTo>
                  <a:cubicBezTo>
                    <a:pt x="811" y="16812"/>
                    <a:pt x="229" y="14687"/>
                    <a:pt x="-29" y="12509"/>
                  </a:cubicBezTo>
                  <a:cubicBezTo>
                    <a:pt x="335" y="11105"/>
                    <a:pt x="1187" y="9881"/>
                    <a:pt x="2374" y="9056"/>
                  </a:cubicBezTo>
                  <a:cubicBezTo>
                    <a:pt x="5247" y="6540"/>
                    <a:pt x="7551" y="3447"/>
                    <a:pt x="9133" y="-30"/>
                  </a:cubicBezTo>
                  <a:cubicBezTo>
                    <a:pt x="15910" y="2531"/>
                    <a:pt x="22465" y="5647"/>
                    <a:pt x="28734" y="9281"/>
                  </a:cubicBezTo>
                  <a:cubicBezTo>
                    <a:pt x="26556" y="11233"/>
                    <a:pt x="26481" y="12735"/>
                    <a:pt x="25204" y="14161"/>
                  </a:cubicBezTo>
                  <a:cubicBezTo>
                    <a:pt x="30934" y="16399"/>
                    <a:pt x="36421" y="19215"/>
                    <a:pt x="41576" y="22571"/>
                  </a:cubicBezTo>
                  <a:cubicBezTo>
                    <a:pt x="44253" y="24095"/>
                    <a:pt x="47010" y="25476"/>
                    <a:pt x="49837" y="26700"/>
                  </a:cubicBezTo>
                  <a:cubicBezTo>
                    <a:pt x="52015" y="27676"/>
                    <a:pt x="56746" y="28052"/>
                    <a:pt x="57347" y="30755"/>
                  </a:cubicBezTo>
                  <a:cubicBezTo>
                    <a:pt x="57530" y="31694"/>
                    <a:pt x="57530" y="32662"/>
                    <a:pt x="57347" y="33608"/>
                  </a:cubicBezTo>
                  <a:cubicBezTo>
                    <a:pt x="57197" y="34329"/>
                    <a:pt x="56917" y="35012"/>
                    <a:pt x="56521" y="35635"/>
                  </a:cubicBezTo>
                  <a:cubicBezTo>
                    <a:pt x="55687" y="36634"/>
                    <a:pt x="54439" y="37182"/>
                    <a:pt x="53142" y="37137"/>
                  </a:cubicBezTo>
                  <a:cubicBezTo>
                    <a:pt x="38948" y="37963"/>
                    <a:pt x="28734" y="26775"/>
                    <a:pt x="16418" y="22571"/>
                  </a:cubicBezTo>
                  <a:close/>
                </a:path>
              </a:pathLst>
            </a:custGeom>
            <a:solidFill>
              <a:srgbClr val="1919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Content Placeholder 4">
              <a:extLst>
                <a:ext uri="{FF2B5EF4-FFF2-40B4-BE49-F238E27FC236}">
                  <a16:creationId xmlns:a16="http://schemas.microsoft.com/office/drawing/2014/main" id="{8A30505F-2DE5-2EA0-E324-C364FBE8434D}"/>
                </a:ext>
              </a:extLst>
            </p:cNvPr>
            <p:cNvSpPr/>
            <p:nvPr/>
          </p:nvSpPr>
          <p:spPr>
            <a:xfrm>
              <a:off x="3382655" y="2778910"/>
              <a:ext cx="187419" cy="459770"/>
            </a:xfrm>
            <a:custGeom>
              <a:avLst/>
              <a:gdLst>
                <a:gd name="connsiteX0" fmla="*/ 102030 w 187419"/>
                <a:gd name="connsiteY0" fmla="*/ 13517 h 459770"/>
                <a:gd name="connsiteX1" fmla="*/ 92943 w 187419"/>
                <a:gd name="connsiteY1" fmla="*/ 4657 h 459770"/>
                <a:gd name="connsiteX2" fmla="*/ 59073 w 187419"/>
                <a:gd name="connsiteY2" fmla="*/ 13818 h 459770"/>
                <a:gd name="connsiteX3" fmla="*/ 30986 w 187419"/>
                <a:gd name="connsiteY3" fmla="*/ 76138 h 459770"/>
                <a:gd name="connsiteX4" fmla="*/ 15966 w 187419"/>
                <a:gd name="connsiteY4" fmla="*/ 124192 h 459770"/>
                <a:gd name="connsiteX5" fmla="*/ 946 w 187419"/>
                <a:gd name="connsiteY5" fmla="*/ 443977 h 459770"/>
                <a:gd name="connsiteX6" fmla="*/ 91066 w 187419"/>
                <a:gd name="connsiteY6" fmla="*/ 456141 h 459770"/>
                <a:gd name="connsiteX7" fmla="*/ 145438 w 187419"/>
                <a:gd name="connsiteY7" fmla="*/ 459519 h 459770"/>
                <a:gd name="connsiteX8" fmla="*/ 187119 w 187419"/>
                <a:gd name="connsiteY8" fmla="*/ 440373 h 459770"/>
                <a:gd name="connsiteX9" fmla="*/ 172099 w 187419"/>
                <a:gd name="connsiteY9" fmla="*/ 387814 h 459770"/>
                <a:gd name="connsiteX10" fmla="*/ 162636 w 187419"/>
                <a:gd name="connsiteY10" fmla="*/ 158280 h 459770"/>
                <a:gd name="connsiteX11" fmla="*/ 163838 w 187419"/>
                <a:gd name="connsiteY11" fmla="*/ 86349 h 459770"/>
                <a:gd name="connsiteX12" fmla="*/ 144912 w 187419"/>
                <a:gd name="connsiteY12" fmla="*/ 42650 h 459770"/>
                <a:gd name="connsiteX13" fmla="*/ 107813 w 187419"/>
                <a:gd name="connsiteY13" fmla="*/ 19224 h 459770"/>
                <a:gd name="connsiteX14" fmla="*/ 102030 w 187419"/>
                <a:gd name="connsiteY14" fmla="*/ 13517 h 459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7419" h="459770">
                  <a:moveTo>
                    <a:pt x="102030" y="13517"/>
                  </a:moveTo>
                  <a:cubicBezTo>
                    <a:pt x="99462" y="10123"/>
                    <a:pt x="96399" y="7143"/>
                    <a:pt x="92943" y="4657"/>
                  </a:cubicBezTo>
                  <a:cubicBezTo>
                    <a:pt x="78374" y="-4728"/>
                    <a:pt x="68536" y="828"/>
                    <a:pt x="59073" y="13818"/>
                  </a:cubicBezTo>
                  <a:cubicBezTo>
                    <a:pt x="46487" y="32987"/>
                    <a:pt x="37008" y="54018"/>
                    <a:pt x="30986" y="76138"/>
                  </a:cubicBezTo>
                  <a:cubicBezTo>
                    <a:pt x="25729" y="92056"/>
                    <a:pt x="20472" y="108049"/>
                    <a:pt x="15966" y="124192"/>
                  </a:cubicBezTo>
                  <a:cubicBezTo>
                    <a:pt x="-11070" y="228034"/>
                    <a:pt x="5377" y="337132"/>
                    <a:pt x="946" y="443977"/>
                  </a:cubicBezTo>
                  <a:lnTo>
                    <a:pt x="91066" y="456141"/>
                  </a:lnTo>
                  <a:cubicBezTo>
                    <a:pt x="109025" y="459136"/>
                    <a:pt x="127246" y="460263"/>
                    <a:pt x="145438" y="459519"/>
                  </a:cubicBezTo>
                  <a:cubicBezTo>
                    <a:pt x="150169" y="459519"/>
                    <a:pt x="191099" y="448332"/>
                    <a:pt x="187119" y="440373"/>
                  </a:cubicBezTo>
                  <a:cubicBezTo>
                    <a:pt x="179573" y="423682"/>
                    <a:pt x="174513" y="405969"/>
                    <a:pt x="172099" y="387814"/>
                  </a:cubicBezTo>
                  <a:cubicBezTo>
                    <a:pt x="159195" y="312016"/>
                    <a:pt x="156015" y="234881"/>
                    <a:pt x="162636" y="158280"/>
                  </a:cubicBezTo>
                  <a:cubicBezTo>
                    <a:pt x="164739" y="134328"/>
                    <a:pt x="167818" y="110076"/>
                    <a:pt x="163838" y="86349"/>
                  </a:cubicBezTo>
                  <a:cubicBezTo>
                    <a:pt x="161438" y="70386"/>
                    <a:pt x="154915" y="55324"/>
                    <a:pt x="144912" y="42650"/>
                  </a:cubicBezTo>
                  <a:cubicBezTo>
                    <a:pt x="133873" y="29285"/>
                    <a:pt x="120880" y="28759"/>
                    <a:pt x="107813" y="19224"/>
                  </a:cubicBezTo>
                  <a:cubicBezTo>
                    <a:pt x="105685" y="17534"/>
                    <a:pt x="103746" y="15620"/>
                    <a:pt x="102030" y="13517"/>
                  </a:cubicBezTo>
                  <a:close/>
                </a:path>
              </a:pathLst>
            </a:custGeom>
            <a:solidFill>
              <a:srgbClr val="ABBC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Content Placeholder 4">
              <a:extLst>
                <a:ext uri="{FF2B5EF4-FFF2-40B4-BE49-F238E27FC236}">
                  <a16:creationId xmlns:a16="http://schemas.microsoft.com/office/drawing/2014/main" id="{2654F21D-AC14-A48B-8FD0-1A85B2A70544}"/>
                </a:ext>
              </a:extLst>
            </p:cNvPr>
            <p:cNvSpPr/>
            <p:nvPr/>
          </p:nvSpPr>
          <p:spPr>
            <a:xfrm>
              <a:off x="3478279" y="2677854"/>
              <a:ext cx="89337" cy="122089"/>
            </a:xfrm>
            <a:custGeom>
              <a:avLst/>
              <a:gdLst>
                <a:gd name="connsiteX0" fmla="*/ 25332 w 89337"/>
                <a:gd name="connsiteY0" fmla="*/ 13960 h 122089"/>
                <a:gd name="connsiteX1" fmla="*/ 3253 w 89337"/>
                <a:gd name="connsiteY1" fmla="*/ 51502 h 122089"/>
                <a:gd name="connsiteX2" fmla="*/ 5280 w 89337"/>
                <a:gd name="connsiteY2" fmla="*/ 98881 h 122089"/>
                <a:gd name="connsiteX3" fmla="*/ 44107 w 89337"/>
                <a:gd name="connsiteY3" fmla="*/ 121932 h 122089"/>
                <a:gd name="connsiteX4" fmla="*/ 70918 w 89337"/>
                <a:gd name="connsiteY4" fmla="*/ 105113 h 122089"/>
                <a:gd name="connsiteX5" fmla="*/ 85036 w 89337"/>
                <a:gd name="connsiteY5" fmla="*/ 26950 h 122089"/>
                <a:gd name="connsiteX6" fmla="*/ 64384 w 89337"/>
                <a:gd name="connsiteY6" fmla="*/ 520 h 122089"/>
                <a:gd name="connsiteX7" fmla="*/ 25332 w 89337"/>
                <a:gd name="connsiteY7" fmla="*/ 13960 h 122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9337" h="122089">
                  <a:moveTo>
                    <a:pt x="25332" y="13960"/>
                  </a:moveTo>
                  <a:cubicBezTo>
                    <a:pt x="14456" y="24044"/>
                    <a:pt x="6779" y="37101"/>
                    <a:pt x="3253" y="51502"/>
                  </a:cubicBezTo>
                  <a:cubicBezTo>
                    <a:pt x="-1737" y="67030"/>
                    <a:pt x="-1018" y="83834"/>
                    <a:pt x="5280" y="98881"/>
                  </a:cubicBezTo>
                  <a:cubicBezTo>
                    <a:pt x="12017" y="114025"/>
                    <a:pt x="27583" y="123268"/>
                    <a:pt x="44107" y="121932"/>
                  </a:cubicBezTo>
                  <a:cubicBezTo>
                    <a:pt x="54784" y="119754"/>
                    <a:pt x="64309" y="113777"/>
                    <a:pt x="70918" y="105113"/>
                  </a:cubicBezTo>
                  <a:cubicBezTo>
                    <a:pt x="88668" y="83180"/>
                    <a:pt x="93992" y="53702"/>
                    <a:pt x="85036" y="26950"/>
                  </a:cubicBezTo>
                  <a:cubicBezTo>
                    <a:pt x="81507" y="16363"/>
                    <a:pt x="75874" y="3298"/>
                    <a:pt x="64384" y="520"/>
                  </a:cubicBezTo>
                  <a:cubicBezTo>
                    <a:pt x="52894" y="-2258"/>
                    <a:pt x="34344" y="6001"/>
                    <a:pt x="25332" y="13960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Content Placeholder 4">
              <a:extLst>
                <a:ext uri="{FF2B5EF4-FFF2-40B4-BE49-F238E27FC236}">
                  <a16:creationId xmlns:a16="http://schemas.microsoft.com/office/drawing/2014/main" id="{B2A11BA5-15D7-997F-E3B6-AD76A86F4FA9}"/>
                </a:ext>
              </a:extLst>
            </p:cNvPr>
            <p:cNvSpPr/>
            <p:nvPr/>
          </p:nvSpPr>
          <p:spPr>
            <a:xfrm>
              <a:off x="3464231" y="2658855"/>
              <a:ext cx="116010" cy="103758"/>
            </a:xfrm>
            <a:custGeom>
              <a:avLst/>
              <a:gdLst>
                <a:gd name="connsiteX0" fmla="*/ 111250 w 116010"/>
                <a:gd name="connsiteY0" fmla="*/ 43696 h 103758"/>
                <a:gd name="connsiteX1" fmla="*/ 115981 w 116010"/>
                <a:gd name="connsiteY1" fmla="*/ 34761 h 103758"/>
                <a:gd name="connsiteX2" fmla="*/ 112602 w 116010"/>
                <a:gd name="connsiteY2" fmla="*/ 26727 h 103758"/>
                <a:gd name="connsiteX3" fmla="*/ 58305 w 116010"/>
                <a:gd name="connsiteY3" fmla="*/ -3 h 103758"/>
                <a:gd name="connsiteX4" fmla="*/ 43285 w 116010"/>
                <a:gd name="connsiteY4" fmla="*/ 2775 h 103758"/>
                <a:gd name="connsiteX5" fmla="*/ 15573 w 116010"/>
                <a:gd name="connsiteY5" fmla="*/ 28529 h 103758"/>
                <a:gd name="connsiteX6" fmla="*/ 3106 w 116010"/>
                <a:gd name="connsiteY6" fmla="*/ 93778 h 103758"/>
                <a:gd name="connsiteX7" fmla="*/ 8513 w 116010"/>
                <a:gd name="connsiteY7" fmla="*/ 102112 h 103758"/>
                <a:gd name="connsiteX8" fmla="*/ 17826 w 116010"/>
                <a:gd name="connsiteY8" fmla="*/ 102112 h 103758"/>
                <a:gd name="connsiteX9" fmla="*/ 20605 w 116010"/>
                <a:gd name="connsiteY9" fmla="*/ 97006 h 103758"/>
                <a:gd name="connsiteX10" fmla="*/ 34949 w 116010"/>
                <a:gd name="connsiteY10" fmla="*/ 60140 h 103758"/>
                <a:gd name="connsiteX11" fmla="*/ 52372 w 116010"/>
                <a:gd name="connsiteY11" fmla="*/ 43696 h 103758"/>
                <a:gd name="connsiteX12" fmla="*/ 111250 w 116010"/>
                <a:gd name="connsiteY12" fmla="*/ 43696 h 103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6010" h="103758">
                  <a:moveTo>
                    <a:pt x="111250" y="43696"/>
                  </a:moveTo>
                  <a:cubicBezTo>
                    <a:pt x="114019" y="41519"/>
                    <a:pt x="115737" y="38275"/>
                    <a:pt x="115981" y="34761"/>
                  </a:cubicBezTo>
                  <a:cubicBezTo>
                    <a:pt x="115674" y="31810"/>
                    <a:pt x="114498" y="29010"/>
                    <a:pt x="112602" y="26727"/>
                  </a:cubicBezTo>
                  <a:cubicBezTo>
                    <a:pt x="100039" y="9383"/>
                    <a:pt x="79712" y="-619"/>
                    <a:pt x="58305" y="-3"/>
                  </a:cubicBezTo>
                  <a:cubicBezTo>
                    <a:pt x="53178" y="80"/>
                    <a:pt x="48101" y="1018"/>
                    <a:pt x="43285" y="2775"/>
                  </a:cubicBezTo>
                  <a:cubicBezTo>
                    <a:pt x="31544" y="8196"/>
                    <a:pt x="21837" y="17214"/>
                    <a:pt x="15573" y="28529"/>
                  </a:cubicBezTo>
                  <a:cubicBezTo>
                    <a:pt x="3256" y="47826"/>
                    <a:pt x="-4779" y="72153"/>
                    <a:pt x="3106" y="93778"/>
                  </a:cubicBezTo>
                  <a:cubicBezTo>
                    <a:pt x="4057" y="97022"/>
                    <a:pt x="5937" y="99920"/>
                    <a:pt x="8513" y="102112"/>
                  </a:cubicBezTo>
                  <a:cubicBezTo>
                    <a:pt x="11243" y="104267"/>
                    <a:pt x="15097" y="104267"/>
                    <a:pt x="17826" y="102112"/>
                  </a:cubicBezTo>
                  <a:cubicBezTo>
                    <a:pt x="19139" y="100648"/>
                    <a:pt x="20091" y="98906"/>
                    <a:pt x="20605" y="97006"/>
                  </a:cubicBezTo>
                  <a:cubicBezTo>
                    <a:pt x="24960" y="84618"/>
                    <a:pt x="29391" y="72078"/>
                    <a:pt x="34949" y="60140"/>
                  </a:cubicBezTo>
                  <a:cubicBezTo>
                    <a:pt x="38553" y="52631"/>
                    <a:pt x="43059" y="44447"/>
                    <a:pt x="52372" y="43696"/>
                  </a:cubicBezTo>
                  <a:cubicBezTo>
                    <a:pt x="72198" y="42270"/>
                    <a:pt x="93226" y="59464"/>
                    <a:pt x="111250" y="43696"/>
                  </a:cubicBezTo>
                  <a:close/>
                </a:path>
              </a:pathLst>
            </a:custGeom>
            <a:solidFill>
              <a:srgbClr val="D9AC7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Content Placeholder 4">
              <a:extLst>
                <a:ext uri="{FF2B5EF4-FFF2-40B4-BE49-F238E27FC236}">
                  <a16:creationId xmlns:a16="http://schemas.microsoft.com/office/drawing/2014/main" id="{5A16F4C0-2C96-F1C7-9ABD-832955F76869}"/>
                </a:ext>
              </a:extLst>
            </p:cNvPr>
            <p:cNvSpPr/>
            <p:nvPr/>
          </p:nvSpPr>
          <p:spPr>
            <a:xfrm>
              <a:off x="3418110" y="2977790"/>
              <a:ext cx="183319" cy="133567"/>
            </a:xfrm>
            <a:custGeom>
              <a:avLst/>
              <a:gdLst>
                <a:gd name="connsiteX0" fmla="*/ 150988 w 183319"/>
                <a:gd name="connsiteY0" fmla="*/ 96 h 133567"/>
                <a:gd name="connsiteX1" fmla="*/ 170214 w 183319"/>
                <a:gd name="connsiteY1" fmla="*/ 3475 h 133567"/>
                <a:gd name="connsiteX2" fmla="*/ 176973 w 183319"/>
                <a:gd name="connsiteY2" fmla="*/ 27052 h 133567"/>
                <a:gd name="connsiteX3" fmla="*/ 183056 w 183319"/>
                <a:gd name="connsiteY3" fmla="*/ 112723 h 133567"/>
                <a:gd name="connsiteX4" fmla="*/ 180427 w 183319"/>
                <a:gd name="connsiteY4" fmla="*/ 119556 h 133567"/>
                <a:gd name="connsiteX5" fmla="*/ 175095 w 183319"/>
                <a:gd name="connsiteY5" fmla="*/ 121283 h 133567"/>
                <a:gd name="connsiteX6" fmla="*/ 21216 w 183319"/>
                <a:gd name="connsiteY6" fmla="*/ 133371 h 133567"/>
                <a:gd name="connsiteX7" fmla="*/ 15883 w 183319"/>
                <a:gd name="connsiteY7" fmla="*/ 132545 h 133567"/>
                <a:gd name="connsiteX8" fmla="*/ 11678 w 183319"/>
                <a:gd name="connsiteY8" fmla="*/ 126013 h 133567"/>
                <a:gd name="connsiteX9" fmla="*/ 263 w 183319"/>
                <a:gd name="connsiteY9" fmla="*/ 29154 h 133567"/>
                <a:gd name="connsiteX10" fmla="*/ 1915 w 183319"/>
                <a:gd name="connsiteY10" fmla="*/ 16765 h 133567"/>
                <a:gd name="connsiteX11" fmla="*/ 23318 w 183319"/>
                <a:gd name="connsiteY11" fmla="*/ 8656 h 133567"/>
                <a:gd name="connsiteX12" fmla="*/ 70481 w 183319"/>
                <a:gd name="connsiteY12" fmla="*/ 3700 h 133567"/>
                <a:gd name="connsiteX13" fmla="*/ 150988 w 183319"/>
                <a:gd name="connsiteY13" fmla="*/ 96 h 133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3319" h="133567">
                  <a:moveTo>
                    <a:pt x="150988" y="96"/>
                  </a:moveTo>
                  <a:cubicBezTo>
                    <a:pt x="157581" y="-437"/>
                    <a:pt x="164198" y="727"/>
                    <a:pt x="170214" y="3475"/>
                  </a:cubicBezTo>
                  <a:cubicBezTo>
                    <a:pt x="179076" y="8431"/>
                    <a:pt x="176372" y="18492"/>
                    <a:pt x="176973" y="27052"/>
                  </a:cubicBezTo>
                  <a:cubicBezTo>
                    <a:pt x="179001" y="55659"/>
                    <a:pt x="184483" y="84041"/>
                    <a:pt x="183056" y="112723"/>
                  </a:cubicBezTo>
                  <a:cubicBezTo>
                    <a:pt x="183317" y="115291"/>
                    <a:pt x="182340" y="117829"/>
                    <a:pt x="180427" y="119556"/>
                  </a:cubicBezTo>
                  <a:cubicBezTo>
                    <a:pt x="178774" y="120464"/>
                    <a:pt x="176965" y="121050"/>
                    <a:pt x="175095" y="121283"/>
                  </a:cubicBezTo>
                  <a:cubicBezTo>
                    <a:pt x="124328" y="130391"/>
                    <a:pt x="72782" y="134438"/>
                    <a:pt x="21216" y="133371"/>
                  </a:cubicBezTo>
                  <a:cubicBezTo>
                    <a:pt x="19403" y="133409"/>
                    <a:pt x="17599" y="133131"/>
                    <a:pt x="15883" y="132545"/>
                  </a:cubicBezTo>
                  <a:cubicBezTo>
                    <a:pt x="13567" y="131119"/>
                    <a:pt x="12020" y="128716"/>
                    <a:pt x="11678" y="126013"/>
                  </a:cubicBezTo>
                  <a:cubicBezTo>
                    <a:pt x="4168" y="93952"/>
                    <a:pt x="2741" y="61816"/>
                    <a:pt x="263" y="29154"/>
                  </a:cubicBezTo>
                  <a:cubicBezTo>
                    <a:pt x="-441" y="24949"/>
                    <a:pt x="134" y="20639"/>
                    <a:pt x="1915" y="16765"/>
                  </a:cubicBezTo>
                  <a:cubicBezTo>
                    <a:pt x="6346" y="9257"/>
                    <a:pt x="14306" y="10008"/>
                    <a:pt x="23318" y="8656"/>
                  </a:cubicBezTo>
                  <a:cubicBezTo>
                    <a:pt x="36686" y="6704"/>
                    <a:pt x="57038" y="4977"/>
                    <a:pt x="70481" y="3700"/>
                  </a:cubicBezTo>
                  <a:cubicBezTo>
                    <a:pt x="97236" y="1110"/>
                    <a:pt x="124108" y="-91"/>
                    <a:pt x="150988" y="96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Content Placeholder 4">
              <a:extLst>
                <a:ext uri="{FF2B5EF4-FFF2-40B4-BE49-F238E27FC236}">
                  <a16:creationId xmlns:a16="http://schemas.microsoft.com/office/drawing/2014/main" id="{9583F6CF-8EB0-4C61-44A4-44EF0EE9E6FB}"/>
                </a:ext>
              </a:extLst>
            </p:cNvPr>
            <p:cNvSpPr/>
            <p:nvPr/>
          </p:nvSpPr>
          <p:spPr>
            <a:xfrm>
              <a:off x="3444878" y="2816227"/>
              <a:ext cx="94284" cy="276915"/>
            </a:xfrm>
            <a:custGeom>
              <a:avLst/>
              <a:gdLst>
                <a:gd name="connsiteX0" fmla="*/ 9843 w 94284"/>
                <a:gd name="connsiteY0" fmla="*/ 111202 h 276915"/>
                <a:gd name="connsiteX1" fmla="*/ 380 w 94284"/>
                <a:gd name="connsiteY1" fmla="*/ 62698 h 276915"/>
                <a:gd name="connsiteX2" fmla="*/ 7890 w 94284"/>
                <a:gd name="connsiteY2" fmla="*/ 14343 h 276915"/>
                <a:gd name="connsiteX3" fmla="*/ 27341 w 94284"/>
                <a:gd name="connsiteY3" fmla="*/ 302 h 276915"/>
                <a:gd name="connsiteX4" fmla="*/ 39582 w 94284"/>
                <a:gd name="connsiteY4" fmla="*/ 19749 h 276915"/>
                <a:gd name="connsiteX5" fmla="*/ 52875 w 94284"/>
                <a:gd name="connsiteY5" fmla="*/ 129298 h 276915"/>
                <a:gd name="connsiteX6" fmla="*/ 58207 w 94284"/>
                <a:gd name="connsiteY6" fmla="*/ 174348 h 276915"/>
                <a:gd name="connsiteX7" fmla="*/ 94255 w 94284"/>
                <a:gd name="connsiteY7" fmla="*/ 272334 h 276915"/>
                <a:gd name="connsiteX8" fmla="*/ 78409 w 94284"/>
                <a:gd name="connsiteY8" fmla="*/ 275562 h 276915"/>
                <a:gd name="connsiteX9" fmla="*/ 71575 w 94284"/>
                <a:gd name="connsiteY9" fmla="*/ 264300 h 276915"/>
                <a:gd name="connsiteX10" fmla="*/ 62938 w 94284"/>
                <a:gd name="connsiteY10" fmla="*/ 252061 h 276915"/>
                <a:gd name="connsiteX11" fmla="*/ 47468 w 94284"/>
                <a:gd name="connsiteY11" fmla="*/ 218949 h 276915"/>
                <a:gd name="connsiteX12" fmla="*/ 21258 w 94284"/>
                <a:gd name="connsiteY12" fmla="*/ 150021 h 276915"/>
                <a:gd name="connsiteX13" fmla="*/ 9843 w 94284"/>
                <a:gd name="connsiteY13" fmla="*/ 111202 h 27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4284" h="276915">
                  <a:moveTo>
                    <a:pt x="9843" y="111202"/>
                  </a:moveTo>
                  <a:cubicBezTo>
                    <a:pt x="5048" y="95397"/>
                    <a:pt x="1878" y="79149"/>
                    <a:pt x="380" y="62698"/>
                  </a:cubicBezTo>
                  <a:cubicBezTo>
                    <a:pt x="-1107" y="46209"/>
                    <a:pt x="1471" y="29608"/>
                    <a:pt x="7890" y="14343"/>
                  </a:cubicBezTo>
                  <a:cubicBezTo>
                    <a:pt x="11570" y="6459"/>
                    <a:pt x="18855" y="-1800"/>
                    <a:pt x="27341" y="302"/>
                  </a:cubicBezTo>
                  <a:cubicBezTo>
                    <a:pt x="35827" y="2405"/>
                    <a:pt x="38155" y="11715"/>
                    <a:pt x="39582" y="19749"/>
                  </a:cubicBezTo>
                  <a:cubicBezTo>
                    <a:pt x="45966" y="56015"/>
                    <a:pt x="49646" y="92656"/>
                    <a:pt x="52875" y="129298"/>
                  </a:cubicBezTo>
                  <a:cubicBezTo>
                    <a:pt x="54227" y="144315"/>
                    <a:pt x="55503" y="159332"/>
                    <a:pt x="58207" y="174348"/>
                  </a:cubicBezTo>
                  <a:cubicBezTo>
                    <a:pt x="64885" y="208730"/>
                    <a:pt x="77057" y="241819"/>
                    <a:pt x="94255" y="272334"/>
                  </a:cubicBezTo>
                  <a:cubicBezTo>
                    <a:pt x="89524" y="275487"/>
                    <a:pt x="83215" y="278791"/>
                    <a:pt x="78409" y="275562"/>
                  </a:cubicBezTo>
                  <a:cubicBezTo>
                    <a:pt x="73603" y="272334"/>
                    <a:pt x="74128" y="268054"/>
                    <a:pt x="71575" y="264300"/>
                  </a:cubicBezTo>
                  <a:cubicBezTo>
                    <a:pt x="68391" y="260448"/>
                    <a:pt x="65503" y="256356"/>
                    <a:pt x="62938" y="252061"/>
                  </a:cubicBezTo>
                  <a:cubicBezTo>
                    <a:pt x="57531" y="241196"/>
                    <a:pt x="52374" y="230159"/>
                    <a:pt x="47468" y="218949"/>
                  </a:cubicBezTo>
                  <a:cubicBezTo>
                    <a:pt x="37455" y="196423"/>
                    <a:pt x="28718" y="173448"/>
                    <a:pt x="21258" y="150021"/>
                  </a:cubicBezTo>
                  <a:cubicBezTo>
                    <a:pt x="17278" y="137257"/>
                    <a:pt x="13447" y="124267"/>
                    <a:pt x="9843" y="111202"/>
                  </a:cubicBezTo>
                  <a:close/>
                </a:path>
              </a:pathLst>
            </a:custGeom>
            <a:solidFill>
              <a:srgbClr val="A2B3B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Content Placeholder 4">
              <a:extLst>
                <a:ext uri="{FF2B5EF4-FFF2-40B4-BE49-F238E27FC236}">
                  <a16:creationId xmlns:a16="http://schemas.microsoft.com/office/drawing/2014/main" id="{D17DCBEC-CAA8-D60E-1057-42A626E47348}"/>
                </a:ext>
              </a:extLst>
            </p:cNvPr>
            <p:cNvSpPr/>
            <p:nvPr/>
          </p:nvSpPr>
          <p:spPr>
            <a:xfrm>
              <a:off x="3527943" y="3087298"/>
              <a:ext cx="21301" cy="26220"/>
            </a:xfrm>
            <a:custGeom>
              <a:avLst/>
              <a:gdLst>
                <a:gd name="connsiteX0" fmla="*/ 2930 w 21301"/>
                <a:gd name="connsiteY0" fmla="*/ 22436 h 26220"/>
                <a:gd name="connsiteX1" fmla="*/ 3981 w 21301"/>
                <a:gd name="connsiteY1" fmla="*/ 25064 h 26220"/>
                <a:gd name="connsiteX2" fmla="*/ 6084 w 21301"/>
                <a:gd name="connsiteY2" fmla="*/ 25740 h 26220"/>
                <a:gd name="connsiteX3" fmla="*/ 14870 w 21301"/>
                <a:gd name="connsiteY3" fmla="*/ 25740 h 26220"/>
                <a:gd name="connsiteX4" fmla="*/ 21104 w 21301"/>
                <a:gd name="connsiteY4" fmla="*/ 20184 h 26220"/>
                <a:gd name="connsiteX5" fmla="*/ 21104 w 21301"/>
                <a:gd name="connsiteY5" fmla="*/ 16655 h 26220"/>
                <a:gd name="connsiteX6" fmla="*/ 9538 w 21301"/>
                <a:gd name="connsiteY6" fmla="*/ 2013 h 26220"/>
                <a:gd name="connsiteX7" fmla="*/ 1 w 21301"/>
                <a:gd name="connsiteY7" fmla="*/ 4716 h 26220"/>
                <a:gd name="connsiteX8" fmla="*/ 2930 w 21301"/>
                <a:gd name="connsiteY8" fmla="*/ 22436 h 26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301" h="26220">
                  <a:moveTo>
                    <a:pt x="2930" y="22436"/>
                  </a:moveTo>
                  <a:cubicBezTo>
                    <a:pt x="2946" y="23413"/>
                    <a:pt x="3320" y="24344"/>
                    <a:pt x="3981" y="25064"/>
                  </a:cubicBezTo>
                  <a:cubicBezTo>
                    <a:pt x="4592" y="25507"/>
                    <a:pt x="5328" y="25748"/>
                    <a:pt x="6084" y="25740"/>
                  </a:cubicBezTo>
                  <a:cubicBezTo>
                    <a:pt x="8982" y="26341"/>
                    <a:pt x="11972" y="26341"/>
                    <a:pt x="14870" y="25740"/>
                  </a:cubicBezTo>
                  <a:cubicBezTo>
                    <a:pt x="17815" y="25184"/>
                    <a:pt x="20212" y="23045"/>
                    <a:pt x="21104" y="20184"/>
                  </a:cubicBezTo>
                  <a:cubicBezTo>
                    <a:pt x="21329" y="19020"/>
                    <a:pt x="21329" y="17819"/>
                    <a:pt x="21104" y="16655"/>
                  </a:cubicBezTo>
                  <a:cubicBezTo>
                    <a:pt x="19120" y="10550"/>
                    <a:pt x="15018" y="5355"/>
                    <a:pt x="9538" y="2013"/>
                  </a:cubicBezTo>
                  <a:cubicBezTo>
                    <a:pt x="6009" y="-765"/>
                    <a:pt x="-525" y="-1440"/>
                    <a:pt x="1" y="4716"/>
                  </a:cubicBezTo>
                  <a:cubicBezTo>
                    <a:pt x="526" y="10873"/>
                    <a:pt x="2028" y="16655"/>
                    <a:pt x="2930" y="22436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Content Placeholder 4">
              <a:extLst>
                <a:ext uri="{FF2B5EF4-FFF2-40B4-BE49-F238E27FC236}">
                  <a16:creationId xmlns:a16="http://schemas.microsoft.com/office/drawing/2014/main" id="{0975054D-10FF-E30D-C9FA-5FD76318CAA4}"/>
                </a:ext>
              </a:extLst>
            </p:cNvPr>
            <p:cNvSpPr/>
            <p:nvPr/>
          </p:nvSpPr>
          <p:spPr>
            <a:xfrm>
              <a:off x="3560266" y="2783949"/>
              <a:ext cx="3686" cy="1791"/>
            </a:xfrm>
            <a:custGeom>
              <a:avLst/>
              <a:gdLst>
                <a:gd name="connsiteX0" fmla="*/ 496 w 3686"/>
                <a:gd name="connsiteY0" fmla="*/ 594 h 1791"/>
                <a:gd name="connsiteX1" fmla="*/ 3200 w 3686"/>
                <a:gd name="connsiteY1" fmla="*/ 144 h 1791"/>
                <a:gd name="connsiteX2" fmla="*/ 3200 w 3686"/>
                <a:gd name="connsiteY2" fmla="*/ 1270 h 1791"/>
                <a:gd name="connsiteX3" fmla="*/ 1172 w 3686"/>
                <a:gd name="connsiteY3" fmla="*/ 1721 h 1791"/>
                <a:gd name="connsiteX4" fmla="*/ 496 w 3686"/>
                <a:gd name="connsiteY4" fmla="*/ 594 h 1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6" h="1791">
                  <a:moveTo>
                    <a:pt x="496" y="594"/>
                  </a:moveTo>
                  <a:cubicBezTo>
                    <a:pt x="1172" y="219"/>
                    <a:pt x="2449" y="-307"/>
                    <a:pt x="3200" y="144"/>
                  </a:cubicBezTo>
                  <a:cubicBezTo>
                    <a:pt x="3951" y="594"/>
                    <a:pt x="3651" y="970"/>
                    <a:pt x="3200" y="1270"/>
                  </a:cubicBezTo>
                  <a:cubicBezTo>
                    <a:pt x="2557" y="1541"/>
                    <a:pt x="1870" y="1698"/>
                    <a:pt x="1172" y="1721"/>
                  </a:cubicBezTo>
                  <a:cubicBezTo>
                    <a:pt x="271" y="1946"/>
                    <a:pt x="-630" y="1195"/>
                    <a:pt x="496" y="594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42" name="Picture 41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2998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>
            <a:off x="8484433" y="0"/>
            <a:ext cx="3707567" cy="3548694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0800000">
            <a:off x="0" y="5314485"/>
            <a:ext cx="1747157" cy="1543515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EC42E2-77E1-CCA3-EC73-F3B5C8695887}"/>
              </a:ext>
            </a:extLst>
          </p:cNvPr>
          <p:cNvSpPr txBox="1"/>
          <p:nvPr userDrawn="1"/>
        </p:nvSpPr>
        <p:spPr>
          <a:xfrm>
            <a:off x="515630" y="4088429"/>
            <a:ext cx="9974426" cy="468734"/>
          </a:xfrm>
          <a:prstGeom prst="rect">
            <a:avLst/>
          </a:prstGeom>
          <a:gradFill>
            <a:gsLst>
              <a:gs pos="74000">
                <a:srgbClr val="9FBCA2"/>
              </a:gs>
              <a:gs pos="100000">
                <a:schemeClr val="tx1">
                  <a:lumMod val="40000"/>
                  <a:lumOff val="60000"/>
                </a:schemeClr>
              </a:gs>
              <a:gs pos="36000">
                <a:schemeClr val="tx1"/>
              </a:gs>
              <a:gs pos="0">
                <a:srgbClr val="6F9B8A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 defTabSz="914363">
              <a:defRPr b="1">
                <a:solidFill>
                  <a:srgbClr val="FFFFFF"/>
                </a:solidFill>
                <a:latin typeface="Georgia" panose="02040502050405020303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endParaRPr lang="sk-SK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066B31-C987-5F5D-E588-0A066726A393}"/>
              </a:ext>
            </a:extLst>
          </p:cNvPr>
          <p:cNvSpPr txBox="1"/>
          <p:nvPr userDrawn="1"/>
        </p:nvSpPr>
        <p:spPr>
          <a:xfrm>
            <a:off x="504798" y="2406963"/>
            <a:ext cx="9996726" cy="461864"/>
          </a:xfrm>
          <a:prstGeom prst="rect">
            <a:avLst/>
          </a:prstGeom>
          <a:gradFill>
            <a:gsLst>
              <a:gs pos="74000">
                <a:srgbClr val="9FBCA2"/>
              </a:gs>
              <a:gs pos="100000">
                <a:schemeClr val="tx1">
                  <a:lumMod val="40000"/>
                  <a:lumOff val="60000"/>
                </a:schemeClr>
              </a:gs>
              <a:gs pos="36000">
                <a:schemeClr val="tx1"/>
              </a:gs>
              <a:gs pos="0">
                <a:srgbClr val="6F9B8A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 defTabSz="914363">
              <a:defRPr sz="3600" b="1">
                <a:solidFill>
                  <a:srgbClr val="FFFFFF"/>
                </a:solidFill>
                <a:latin typeface="Georgia" panose="02040502050405020303" pitchFamily="18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endParaRPr lang="sk-SK" sz="1800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BF6703F5-B873-5088-23F8-9C70D90CBDD4}"/>
              </a:ext>
            </a:extLst>
          </p:cNvPr>
          <p:cNvSpPr txBox="1">
            <a:spLocks/>
          </p:cNvSpPr>
          <p:nvPr userDrawn="1"/>
        </p:nvSpPr>
        <p:spPr>
          <a:xfrm>
            <a:off x="508468" y="2879555"/>
            <a:ext cx="9981588" cy="912885"/>
          </a:xfrm>
          <a:prstGeom prst="rect">
            <a:avLst/>
          </a:prstGeom>
          <a:solidFill>
            <a:srgbClr val="FEFFFD"/>
          </a:solidFill>
          <a:ln w="3175">
            <a:solidFill>
              <a:schemeClr val="tx1">
                <a:lumMod val="75000"/>
                <a:alpha val="53000"/>
              </a:schemeClr>
            </a:solidFill>
          </a:ln>
          <a:effectLst>
            <a:outerShdw blurRad="137523" dist="38100" dir="2700000" algn="tl" rotWithShape="0">
              <a:prstClr val="black">
                <a:alpha val="22000"/>
              </a:prst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algn="ctr" defTabSz="914089">
              <a:defRPr sz="1100">
                <a:solidFill>
                  <a:schemeClr val="accent6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bg1"/>
              </a:buClr>
              <a:buSzPct val="120000"/>
              <a:buFont typeface="Arial" panose="020B0604020202020204" pitchFamily="34" charset="0"/>
              <a:buNone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bg1"/>
              </a:buClr>
              <a:buSzPct val="120000"/>
              <a:buFont typeface="Arial" panose="020B0604020202020204" pitchFamily="34" charset="0"/>
              <a:buNone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bg1"/>
              </a:buClr>
              <a:buSzPct val="120000"/>
              <a:buFont typeface="Arial" panose="020B0604020202020204" pitchFamily="34" charset="0"/>
              <a:buNone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bg1"/>
              </a:buClr>
              <a:buSzPct val="120000"/>
              <a:buFont typeface="Arial" panose="020B0604020202020204" pitchFamily="34" charset="0"/>
              <a:buNone/>
              <a:defRPr sz="12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1400">
              <a:latin typeface="Helvetica" pitchFamily="2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5250428-481E-F229-5D1C-1B5509BD8E3D}"/>
              </a:ext>
            </a:extLst>
          </p:cNvPr>
          <p:cNvGrpSpPr/>
          <p:nvPr userDrawn="1"/>
        </p:nvGrpSpPr>
        <p:grpSpPr>
          <a:xfrm>
            <a:off x="515632" y="4567891"/>
            <a:ext cx="9974424" cy="1307806"/>
            <a:chOff x="502325" y="3450388"/>
            <a:chExt cx="9381054" cy="1107396"/>
          </a:xfrm>
        </p:grpSpPr>
        <p:sp>
          <p:nvSpPr>
            <p:cNvPr id="30" name="Rounded Rectangle 34">
              <a:extLst>
                <a:ext uri="{FF2B5EF4-FFF2-40B4-BE49-F238E27FC236}">
                  <a16:creationId xmlns:a16="http://schemas.microsoft.com/office/drawing/2014/main" id="{BAEC94C0-19FA-2381-3155-C7AD30B93C79}"/>
                </a:ext>
              </a:extLst>
            </p:cNvPr>
            <p:cNvSpPr/>
            <p:nvPr/>
          </p:nvSpPr>
          <p:spPr>
            <a:xfrm>
              <a:off x="502325" y="3450388"/>
              <a:ext cx="1876283" cy="1107396"/>
            </a:xfrm>
            <a:prstGeom prst="rect">
              <a:avLst/>
            </a:prstGeom>
            <a:solidFill>
              <a:srgbClr val="FEFFFD"/>
            </a:solidFill>
            <a:ln w="3175">
              <a:solidFill>
                <a:schemeClr val="tx1">
                  <a:lumMod val="75000"/>
                  <a:alpha val="53000"/>
                </a:schemeClr>
              </a:solidFill>
            </a:ln>
            <a:effectLst>
              <a:outerShdw blurRad="137523" dist="38100" dir="2700000" algn="tl" rotWithShape="0">
                <a:prstClr val="black">
                  <a:alpha val="22000"/>
                </a:prstClr>
              </a:outerShdw>
            </a:effectLst>
          </p:spPr>
          <p:txBody>
            <a:bodyPr wrap="square" anchor="ctr">
              <a:noAutofit/>
            </a:bodyPr>
            <a:lstStyle/>
            <a:p>
              <a:pPr algn="ctr" defTabSz="914089"/>
              <a:endParaRPr lang="en-GB" sz="1400">
                <a:solidFill>
                  <a:schemeClr val="accent6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Rounded Rectangle 46">
              <a:extLst>
                <a:ext uri="{FF2B5EF4-FFF2-40B4-BE49-F238E27FC236}">
                  <a16:creationId xmlns:a16="http://schemas.microsoft.com/office/drawing/2014/main" id="{44E5AF77-B790-0D9C-26D4-77EE3DD80D8C}"/>
                </a:ext>
              </a:extLst>
            </p:cNvPr>
            <p:cNvSpPr/>
            <p:nvPr/>
          </p:nvSpPr>
          <p:spPr>
            <a:xfrm>
              <a:off x="2378608" y="3450388"/>
              <a:ext cx="1876283" cy="1107396"/>
            </a:xfrm>
            <a:prstGeom prst="rect">
              <a:avLst/>
            </a:prstGeom>
            <a:solidFill>
              <a:srgbClr val="FEFFFD"/>
            </a:solidFill>
            <a:ln w="3175">
              <a:solidFill>
                <a:schemeClr val="tx1">
                  <a:lumMod val="75000"/>
                  <a:alpha val="53000"/>
                </a:schemeClr>
              </a:solidFill>
            </a:ln>
            <a:effectLst>
              <a:outerShdw blurRad="137523" dist="38100" dir="2700000" algn="tl" rotWithShape="0">
                <a:prstClr val="black">
                  <a:alpha val="22000"/>
                </a:prstClr>
              </a:outerShdw>
            </a:effectLst>
          </p:spPr>
          <p:txBody>
            <a:bodyPr wrap="square" anchor="ctr">
              <a:noAutofit/>
            </a:bodyPr>
            <a:lstStyle/>
            <a:p>
              <a:pPr algn="ctr" defTabSz="914089"/>
              <a:endParaRPr lang="en-GB" sz="1400">
                <a:solidFill>
                  <a:schemeClr val="accent6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Rounded Rectangle 49">
              <a:extLst>
                <a:ext uri="{FF2B5EF4-FFF2-40B4-BE49-F238E27FC236}">
                  <a16:creationId xmlns:a16="http://schemas.microsoft.com/office/drawing/2014/main" id="{84D5ED4E-F7FB-C11A-0F1B-15BA31385AF3}"/>
                </a:ext>
              </a:extLst>
            </p:cNvPr>
            <p:cNvSpPr/>
            <p:nvPr/>
          </p:nvSpPr>
          <p:spPr>
            <a:xfrm>
              <a:off x="4254892" y="3450388"/>
              <a:ext cx="1876283" cy="1107396"/>
            </a:xfrm>
            <a:prstGeom prst="rect">
              <a:avLst/>
            </a:prstGeom>
            <a:solidFill>
              <a:srgbClr val="FEFFFD"/>
            </a:solidFill>
            <a:ln w="3175">
              <a:solidFill>
                <a:schemeClr val="tx1">
                  <a:lumMod val="75000"/>
                  <a:alpha val="53000"/>
                </a:schemeClr>
              </a:solidFill>
            </a:ln>
            <a:effectLst>
              <a:outerShdw blurRad="137523" dist="38100" dir="2700000" algn="tl" rotWithShape="0">
                <a:prstClr val="black">
                  <a:alpha val="22000"/>
                </a:prstClr>
              </a:outerShdw>
            </a:effectLst>
          </p:spPr>
          <p:txBody>
            <a:bodyPr wrap="square" anchor="ctr">
              <a:noAutofit/>
            </a:bodyPr>
            <a:lstStyle/>
            <a:p>
              <a:pPr algn="ctr" defTabSz="914089"/>
              <a:endParaRPr lang="en-GB" sz="1400">
                <a:solidFill>
                  <a:schemeClr val="accent6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Rounded Rectangle 52">
              <a:extLst>
                <a:ext uri="{FF2B5EF4-FFF2-40B4-BE49-F238E27FC236}">
                  <a16:creationId xmlns:a16="http://schemas.microsoft.com/office/drawing/2014/main" id="{8F863197-E86E-53C1-0E28-D5828502220F}"/>
                </a:ext>
              </a:extLst>
            </p:cNvPr>
            <p:cNvSpPr/>
            <p:nvPr/>
          </p:nvSpPr>
          <p:spPr>
            <a:xfrm>
              <a:off x="6131176" y="3450388"/>
              <a:ext cx="1867875" cy="1107396"/>
            </a:xfrm>
            <a:prstGeom prst="rect">
              <a:avLst/>
            </a:prstGeom>
            <a:solidFill>
              <a:srgbClr val="FEFFFD"/>
            </a:solidFill>
            <a:ln w="3175">
              <a:solidFill>
                <a:schemeClr val="tx1">
                  <a:lumMod val="75000"/>
                  <a:alpha val="53000"/>
                </a:schemeClr>
              </a:solidFill>
            </a:ln>
            <a:effectLst>
              <a:outerShdw blurRad="137523" dist="38100" dir="2700000" algn="tl" rotWithShape="0">
                <a:prstClr val="black">
                  <a:alpha val="22000"/>
                </a:prstClr>
              </a:outerShdw>
            </a:effectLst>
          </p:spPr>
          <p:txBody>
            <a:bodyPr wrap="square" anchor="ctr">
              <a:noAutofit/>
            </a:bodyPr>
            <a:lstStyle/>
            <a:p>
              <a:pPr algn="ctr" defTabSz="914089"/>
              <a:endParaRPr lang="en-GB" sz="1400">
                <a:solidFill>
                  <a:schemeClr val="accent6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Rounded Rectangle 52">
              <a:extLst>
                <a:ext uri="{FF2B5EF4-FFF2-40B4-BE49-F238E27FC236}">
                  <a16:creationId xmlns:a16="http://schemas.microsoft.com/office/drawing/2014/main" id="{CA8E051C-B391-3964-6F70-04F387299CEB}"/>
                </a:ext>
              </a:extLst>
            </p:cNvPr>
            <p:cNvSpPr/>
            <p:nvPr/>
          </p:nvSpPr>
          <p:spPr>
            <a:xfrm>
              <a:off x="8007458" y="3450388"/>
              <a:ext cx="1875921" cy="1107396"/>
            </a:xfrm>
            <a:prstGeom prst="rect">
              <a:avLst/>
            </a:prstGeom>
            <a:solidFill>
              <a:srgbClr val="FEFFFD"/>
            </a:solidFill>
            <a:ln w="3175">
              <a:solidFill>
                <a:schemeClr val="tx1">
                  <a:lumMod val="75000"/>
                  <a:alpha val="53000"/>
                </a:schemeClr>
              </a:solidFill>
            </a:ln>
            <a:effectLst>
              <a:outerShdw blurRad="137523" dist="38100" dir="2700000" algn="tl" rotWithShape="0">
                <a:prstClr val="black">
                  <a:alpha val="22000"/>
                </a:prstClr>
              </a:outerShdw>
            </a:effectLst>
          </p:spPr>
          <p:txBody>
            <a:bodyPr wrap="square" anchor="ctr">
              <a:noAutofit/>
            </a:bodyPr>
            <a:lstStyle/>
            <a:p>
              <a:pPr algn="ctr" defTabSz="914089"/>
              <a:endParaRPr lang="en-GB" sz="1400">
                <a:solidFill>
                  <a:schemeClr val="accent6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D52E9627-6162-FC60-EF1B-AFE03B99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6" name="Slide Number Placeholder 5">
            <a:extLst>
              <a:ext uri="{FF2B5EF4-FFF2-40B4-BE49-F238E27FC236}">
                <a16:creationId xmlns:a16="http://schemas.microsoft.com/office/drawing/2014/main" id="{55C58116-0EAF-315F-6B97-4CF8DD64EBFF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713CBCA-DF41-5B09-6BEE-C89B459DEF23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itle 3">
            <a:extLst>
              <a:ext uri="{FF2B5EF4-FFF2-40B4-BE49-F238E27FC236}">
                <a16:creationId xmlns:a16="http://schemas.microsoft.com/office/drawing/2014/main" id="{4700E44B-37D7-C9E8-5F80-F246EF9A0A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280" y="546346"/>
            <a:ext cx="9957721" cy="838571"/>
          </a:xfrm>
        </p:spPr>
        <p:txBody>
          <a:bodyPr anchor="t">
            <a:noAutofit/>
          </a:bodyPr>
          <a:lstStyle>
            <a:lvl1pPr algn="l">
              <a:defRPr sz="2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06F24BB9-3574-F215-125B-842AEE82A9A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0280" y="1425588"/>
            <a:ext cx="9957721" cy="820594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D6C941B1-4529-F367-C839-23EB6291E00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8319" y="2879555"/>
            <a:ext cx="9963205" cy="93784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54107E89-2E83-C67A-7389-0AC7754CA8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04796" y="2412386"/>
            <a:ext cx="9963205" cy="47775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9430651F-642E-22CF-5067-530451F9CEC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7098" y="4085068"/>
            <a:ext cx="9974426" cy="48140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 baseline="0">
                <a:solidFill>
                  <a:srgbClr val="FEFFFD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C869DF36-1453-B08A-9D0E-B78271C5342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16017" y="4607994"/>
            <a:ext cx="1994577" cy="12677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CCD0FD56-52E4-F463-4EFB-052915ECFDD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00934" y="4607994"/>
            <a:ext cx="1994577" cy="12677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69CC0052-8CBF-61AC-91F0-765713C0FB2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97002" y="4596843"/>
            <a:ext cx="1994577" cy="12677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11DAAD1A-07E6-A840-707F-F20312A4F39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481920" y="4596843"/>
            <a:ext cx="1994577" cy="12677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71753908-E47C-C020-506E-2E0DBB16962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76497" y="4596843"/>
            <a:ext cx="1994577" cy="12677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02B9BC-4227-7AC0-26B0-2AFED6A41FCC}"/>
              </a:ext>
            </a:extLst>
          </p:cNvPr>
          <p:cNvGrpSpPr/>
          <p:nvPr userDrawn="1"/>
        </p:nvGrpSpPr>
        <p:grpSpPr>
          <a:xfrm flipH="1">
            <a:off x="9781878" y="422379"/>
            <a:ext cx="1986023" cy="6013242"/>
            <a:chOff x="6040303" y="3779032"/>
            <a:chExt cx="281858" cy="844511"/>
          </a:xfrm>
        </p:grpSpPr>
        <p:sp>
          <p:nvSpPr>
            <p:cNvPr id="60" name="Content Placeholder 4">
              <a:extLst>
                <a:ext uri="{FF2B5EF4-FFF2-40B4-BE49-F238E27FC236}">
                  <a16:creationId xmlns:a16="http://schemas.microsoft.com/office/drawing/2014/main" id="{D657E175-AB66-A49E-EA2F-38B2CCD82B72}"/>
                </a:ext>
              </a:extLst>
            </p:cNvPr>
            <p:cNvSpPr/>
            <p:nvPr/>
          </p:nvSpPr>
          <p:spPr>
            <a:xfrm>
              <a:off x="6090789" y="4605932"/>
              <a:ext cx="170526" cy="17611"/>
            </a:xfrm>
            <a:custGeom>
              <a:avLst/>
              <a:gdLst>
                <a:gd name="connsiteX0" fmla="*/ 96668 w 170526"/>
                <a:gd name="connsiteY0" fmla="*/ 17431 h 17611"/>
                <a:gd name="connsiteX1" fmla="*/ 168088 w 170526"/>
                <a:gd name="connsiteY1" fmla="*/ 8947 h 17611"/>
                <a:gd name="connsiteX2" fmla="*/ 170341 w 170526"/>
                <a:gd name="connsiteY2" fmla="*/ 6094 h 17611"/>
                <a:gd name="connsiteX3" fmla="*/ 156898 w 170526"/>
                <a:gd name="connsiteY3" fmla="*/ 2640 h 17611"/>
                <a:gd name="connsiteX4" fmla="*/ 29228 w 170526"/>
                <a:gd name="connsiteY4" fmla="*/ 162 h 17611"/>
                <a:gd name="connsiteX5" fmla="*/ 8050 w 170526"/>
                <a:gd name="connsiteY5" fmla="*/ 2565 h 17611"/>
                <a:gd name="connsiteX6" fmla="*/ 4971 w 170526"/>
                <a:gd name="connsiteY6" fmla="*/ 16230 h 17611"/>
                <a:gd name="connsiteX7" fmla="*/ 34410 w 170526"/>
                <a:gd name="connsiteY7" fmla="*/ 17282 h 17611"/>
                <a:gd name="connsiteX8" fmla="*/ 96668 w 170526"/>
                <a:gd name="connsiteY8" fmla="*/ 17431 h 17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0526" h="17611">
                  <a:moveTo>
                    <a:pt x="96668" y="17431"/>
                  </a:moveTo>
                  <a:cubicBezTo>
                    <a:pt x="120775" y="17431"/>
                    <a:pt x="145333" y="16981"/>
                    <a:pt x="168088" y="8947"/>
                  </a:cubicBezTo>
                  <a:cubicBezTo>
                    <a:pt x="169365" y="8497"/>
                    <a:pt x="171017" y="7295"/>
                    <a:pt x="170341" y="6094"/>
                  </a:cubicBezTo>
                  <a:cubicBezTo>
                    <a:pt x="166406" y="3398"/>
                    <a:pt x="161644" y="2174"/>
                    <a:pt x="156898" y="2640"/>
                  </a:cubicBezTo>
                  <a:lnTo>
                    <a:pt x="29228" y="162"/>
                  </a:lnTo>
                  <a:cubicBezTo>
                    <a:pt x="22079" y="-438"/>
                    <a:pt x="14884" y="372"/>
                    <a:pt x="8050" y="2565"/>
                  </a:cubicBezTo>
                  <a:cubicBezTo>
                    <a:pt x="1667" y="5193"/>
                    <a:pt x="-4792" y="14353"/>
                    <a:pt x="4971" y="16230"/>
                  </a:cubicBezTo>
                  <a:cubicBezTo>
                    <a:pt x="14741" y="17334"/>
                    <a:pt x="24587" y="17679"/>
                    <a:pt x="34410" y="17282"/>
                  </a:cubicBezTo>
                  <a:cubicBezTo>
                    <a:pt x="55288" y="17732"/>
                    <a:pt x="76015" y="17582"/>
                    <a:pt x="96668" y="17431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Content Placeholder 4">
              <a:extLst>
                <a:ext uri="{FF2B5EF4-FFF2-40B4-BE49-F238E27FC236}">
                  <a16:creationId xmlns:a16="http://schemas.microsoft.com/office/drawing/2014/main" id="{B6512C2B-D15F-4CFD-A672-4D02D45699F1}"/>
                </a:ext>
              </a:extLst>
            </p:cNvPr>
            <p:cNvSpPr/>
            <p:nvPr/>
          </p:nvSpPr>
          <p:spPr>
            <a:xfrm>
              <a:off x="6247653" y="4042140"/>
              <a:ext cx="74508" cy="62795"/>
            </a:xfrm>
            <a:custGeom>
              <a:avLst/>
              <a:gdLst>
                <a:gd name="connsiteX0" fmla="*/ 71679 w 74508"/>
                <a:gd name="connsiteY0" fmla="*/ 7653 h 62795"/>
                <a:gd name="connsiteX1" fmla="*/ 74428 w 74508"/>
                <a:gd name="connsiteY1" fmla="*/ 11558 h 62795"/>
                <a:gd name="connsiteX2" fmla="*/ 73256 w 74508"/>
                <a:gd name="connsiteY2" fmla="*/ 13585 h 62795"/>
                <a:gd name="connsiteX3" fmla="*/ 31125 w 74508"/>
                <a:gd name="connsiteY3" fmla="*/ 58636 h 62795"/>
                <a:gd name="connsiteX4" fmla="*/ 24742 w 74508"/>
                <a:gd name="connsiteY4" fmla="*/ 62765 h 62795"/>
                <a:gd name="connsiteX5" fmla="*/ 20085 w 74508"/>
                <a:gd name="connsiteY5" fmla="*/ 61039 h 62795"/>
                <a:gd name="connsiteX6" fmla="*/ 1611 w 74508"/>
                <a:gd name="connsiteY6" fmla="*/ 50226 h 62795"/>
                <a:gd name="connsiteX7" fmla="*/ 424 w 74508"/>
                <a:gd name="connsiteY7" fmla="*/ 45706 h 62795"/>
                <a:gd name="connsiteX8" fmla="*/ 860 w 74508"/>
                <a:gd name="connsiteY8" fmla="*/ 45121 h 62795"/>
                <a:gd name="connsiteX9" fmla="*/ 43742 w 74508"/>
                <a:gd name="connsiteY9" fmla="*/ 1121 h 62795"/>
                <a:gd name="connsiteX10" fmla="*/ 48473 w 74508"/>
                <a:gd name="connsiteY10" fmla="*/ 295 h 62795"/>
                <a:gd name="connsiteX11" fmla="*/ 71679 w 74508"/>
                <a:gd name="connsiteY11" fmla="*/ 7653 h 627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508" h="62795">
                  <a:moveTo>
                    <a:pt x="71679" y="7653"/>
                  </a:moveTo>
                  <a:cubicBezTo>
                    <a:pt x="73519" y="7969"/>
                    <a:pt x="74751" y="9718"/>
                    <a:pt x="74428" y="11558"/>
                  </a:cubicBezTo>
                  <a:cubicBezTo>
                    <a:pt x="74292" y="12354"/>
                    <a:pt x="73879" y="13075"/>
                    <a:pt x="73256" y="13585"/>
                  </a:cubicBezTo>
                  <a:cubicBezTo>
                    <a:pt x="58236" y="28602"/>
                    <a:pt x="44268" y="43619"/>
                    <a:pt x="31125" y="58636"/>
                  </a:cubicBezTo>
                  <a:cubicBezTo>
                    <a:pt x="29646" y="60821"/>
                    <a:pt x="27340" y="62315"/>
                    <a:pt x="24742" y="62765"/>
                  </a:cubicBezTo>
                  <a:cubicBezTo>
                    <a:pt x="23067" y="62608"/>
                    <a:pt x="21460" y="62015"/>
                    <a:pt x="20085" y="61039"/>
                  </a:cubicBezTo>
                  <a:lnTo>
                    <a:pt x="1611" y="50226"/>
                  </a:lnTo>
                  <a:cubicBezTo>
                    <a:pt x="34" y="49310"/>
                    <a:pt x="-500" y="47283"/>
                    <a:pt x="424" y="45706"/>
                  </a:cubicBezTo>
                  <a:cubicBezTo>
                    <a:pt x="544" y="45496"/>
                    <a:pt x="695" y="45301"/>
                    <a:pt x="860" y="45121"/>
                  </a:cubicBezTo>
                  <a:cubicBezTo>
                    <a:pt x="14062" y="29428"/>
                    <a:pt x="28391" y="14719"/>
                    <a:pt x="43742" y="1121"/>
                  </a:cubicBezTo>
                  <a:cubicBezTo>
                    <a:pt x="45033" y="-28"/>
                    <a:pt x="46866" y="-343"/>
                    <a:pt x="48473" y="295"/>
                  </a:cubicBezTo>
                  <a:cubicBezTo>
                    <a:pt x="56028" y="3283"/>
                    <a:pt x="63778" y="5746"/>
                    <a:pt x="71679" y="7653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Content Placeholder 4">
              <a:extLst>
                <a:ext uri="{FF2B5EF4-FFF2-40B4-BE49-F238E27FC236}">
                  <a16:creationId xmlns:a16="http://schemas.microsoft.com/office/drawing/2014/main" id="{75CD9DBD-3DCD-9A56-223C-8BDD29556D22}"/>
                </a:ext>
              </a:extLst>
            </p:cNvPr>
            <p:cNvSpPr/>
            <p:nvPr/>
          </p:nvSpPr>
          <p:spPr>
            <a:xfrm>
              <a:off x="6258855" y="4048996"/>
              <a:ext cx="52876" cy="44451"/>
            </a:xfrm>
            <a:custGeom>
              <a:avLst/>
              <a:gdLst>
                <a:gd name="connsiteX0" fmla="*/ 50865 w 52876"/>
                <a:gd name="connsiteY0" fmla="*/ 5302 h 44451"/>
                <a:gd name="connsiteX1" fmla="*/ 52810 w 52876"/>
                <a:gd name="connsiteY1" fmla="*/ 8088 h 44451"/>
                <a:gd name="connsiteX2" fmla="*/ 51991 w 52876"/>
                <a:gd name="connsiteY2" fmla="*/ 9507 h 44451"/>
                <a:gd name="connsiteX3" fmla="*/ 22402 w 52876"/>
                <a:gd name="connsiteY3" fmla="*/ 41493 h 44451"/>
                <a:gd name="connsiteX4" fmla="*/ 17896 w 52876"/>
                <a:gd name="connsiteY4" fmla="*/ 44422 h 44451"/>
                <a:gd name="connsiteX5" fmla="*/ 14592 w 52876"/>
                <a:gd name="connsiteY5" fmla="*/ 43295 h 44451"/>
                <a:gd name="connsiteX6" fmla="*/ 1224 w 52876"/>
                <a:gd name="connsiteY6" fmla="*/ 35787 h 44451"/>
                <a:gd name="connsiteX7" fmla="*/ 202 w 52876"/>
                <a:gd name="connsiteY7" fmla="*/ 32768 h 44451"/>
                <a:gd name="connsiteX8" fmla="*/ 623 w 52876"/>
                <a:gd name="connsiteY8" fmla="*/ 32183 h 44451"/>
                <a:gd name="connsiteX9" fmla="*/ 31414 w 52876"/>
                <a:gd name="connsiteY9" fmla="*/ 797 h 44451"/>
                <a:gd name="connsiteX10" fmla="*/ 34718 w 52876"/>
                <a:gd name="connsiteY10" fmla="*/ 197 h 44451"/>
                <a:gd name="connsiteX11" fmla="*/ 50865 w 52876"/>
                <a:gd name="connsiteY11" fmla="*/ 5302 h 44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876" h="44451">
                  <a:moveTo>
                    <a:pt x="50865" y="5302"/>
                  </a:moveTo>
                  <a:cubicBezTo>
                    <a:pt x="52172" y="5535"/>
                    <a:pt x="53043" y="6782"/>
                    <a:pt x="52810" y="8088"/>
                  </a:cubicBezTo>
                  <a:cubicBezTo>
                    <a:pt x="52712" y="8644"/>
                    <a:pt x="52419" y="9147"/>
                    <a:pt x="51991" y="9507"/>
                  </a:cubicBezTo>
                  <a:cubicBezTo>
                    <a:pt x="41575" y="20117"/>
                    <a:pt x="31714" y="30779"/>
                    <a:pt x="22402" y="41493"/>
                  </a:cubicBezTo>
                  <a:cubicBezTo>
                    <a:pt x="21351" y="43032"/>
                    <a:pt x="19728" y="44083"/>
                    <a:pt x="17896" y="44422"/>
                  </a:cubicBezTo>
                  <a:cubicBezTo>
                    <a:pt x="16709" y="44354"/>
                    <a:pt x="15568" y="43963"/>
                    <a:pt x="14592" y="43295"/>
                  </a:cubicBezTo>
                  <a:lnTo>
                    <a:pt x="1224" y="35787"/>
                  </a:lnTo>
                  <a:cubicBezTo>
                    <a:pt x="112" y="35239"/>
                    <a:pt x="-346" y="33887"/>
                    <a:pt x="202" y="32768"/>
                  </a:cubicBezTo>
                  <a:cubicBezTo>
                    <a:pt x="315" y="32551"/>
                    <a:pt x="450" y="32356"/>
                    <a:pt x="623" y="32183"/>
                  </a:cubicBezTo>
                  <a:cubicBezTo>
                    <a:pt x="10093" y="20973"/>
                    <a:pt x="20382" y="10476"/>
                    <a:pt x="31414" y="797"/>
                  </a:cubicBezTo>
                  <a:cubicBezTo>
                    <a:pt x="32308" y="-21"/>
                    <a:pt x="33592" y="-254"/>
                    <a:pt x="34718" y="197"/>
                  </a:cubicBezTo>
                  <a:cubicBezTo>
                    <a:pt x="39960" y="2307"/>
                    <a:pt x="45360" y="4018"/>
                    <a:pt x="50865" y="5302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Content Placeholder 4">
              <a:extLst>
                <a:ext uri="{FF2B5EF4-FFF2-40B4-BE49-F238E27FC236}">
                  <a16:creationId xmlns:a16="http://schemas.microsoft.com/office/drawing/2014/main" id="{6405DD6A-A555-5FA5-24B6-F401D7F97A7E}"/>
                </a:ext>
              </a:extLst>
            </p:cNvPr>
            <p:cNvSpPr/>
            <p:nvPr/>
          </p:nvSpPr>
          <p:spPr>
            <a:xfrm>
              <a:off x="6290445" y="4051649"/>
              <a:ext cx="17125" cy="11763"/>
            </a:xfrm>
            <a:custGeom>
              <a:avLst/>
              <a:gdLst>
                <a:gd name="connsiteX0" fmla="*/ 2151 w 17125"/>
                <a:gd name="connsiteY0" fmla="*/ 622 h 11763"/>
                <a:gd name="connsiteX1" fmla="*/ 3203 w 17125"/>
                <a:gd name="connsiteY1" fmla="*/ 21 h 11763"/>
                <a:gd name="connsiteX2" fmla="*/ 4329 w 17125"/>
                <a:gd name="connsiteY2" fmla="*/ 21 h 11763"/>
                <a:gd name="connsiteX3" fmla="*/ 6507 w 17125"/>
                <a:gd name="connsiteY3" fmla="*/ 997 h 11763"/>
                <a:gd name="connsiteX4" fmla="*/ 8685 w 17125"/>
                <a:gd name="connsiteY4" fmla="*/ 2198 h 11763"/>
                <a:gd name="connsiteX5" fmla="*/ 10487 w 17125"/>
                <a:gd name="connsiteY5" fmla="*/ 2949 h 11763"/>
                <a:gd name="connsiteX6" fmla="*/ 14468 w 17125"/>
                <a:gd name="connsiteY6" fmla="*/ 4526 h 11763"/>
                <a:gd name="connsiteX7" fmla="*/ 16496 w 17125"/>
                <a:gd name="connsiteY7" fmla="*/ 5427 h 11763"/>
                <a:gd name="connsiteX8" fmla="*/ 17096 w 17125"/>
                <a:gd name="connsiteY8" fmla="*/ 6103 h 11763"/>
                <a:gd name="connsiteX9" fmla="*/ 14768 w 17125"/>
                <a:gd name="connsiteY9" fmla="*/ 8806 h 11763"/>
                <a:gd name="connsiteX10" fmla="*/ 12966 w 17125"/>
                <a:gd name="connsiteY10" fmla="*/ 10382 h 11763"/>
                <a:gd name="connsiteX11" fmla="*/ 11464 w 17125"/>
                <a:gd name="connsiteY11" fmla="*/ 9632 h 11763"/>
                <a:gd name="connsiteX12" fmla="*/ 11464 w 17125"/>
                <a:gd name="connsiteY12" fmla="*/ 9632 h 11763"/>
                <a:gd name="connsiteX13" fmla="*/ 11464 w 17125"/>
                <a:gd name="connsiteY13" fmla="*/ 11734 h 11763"/>
                <a:gd name="connsiteX14" fmla="*/ 10563 w 17125"/>
                <a:gd name="connsiteY14" fmla="*/ 9256 h 11763"/>
                <a:gd name="connsiteX15" fmla="*/ 10112 w 17125"/>
                <a:gd name="connsiteY15" fmla="*/ 9256 h 11763"/>
                <a:gd name="connsiteX16" fmla="*/ 4630 w 17125"/>
                <a:gd name="connsiteY16" fmla="*/ 6103 h 11763"/>
                <a:gd name="connsiteX17" fmla="*/ 2452 w 17125"/>
                <a:gd name="connsiteY17" fmla="*/ 5127 h 11763"/>
                <a:gd name="connsiteX18" fmla="*/ -27 w 17125"/>
                <a:gd name="connsiteY18" fmla="*/ 3700 h 11763"/>
                <a:gd name="connsiteX19" fmla="*/ 2151 w 17125"/>
                <a:gd name="connsiteY19" fmla="*/ 622 h 11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7125" h="11763">
                  <a:moveTo>
                    <a:pt x="2151" y="622"/>
                  </a:moveTo>
                  <a:cubicBezTo>
                    <a:pt x="2459" y="351"/>
                    <a:pt x="2812" y="148"/>
                    <a:pt x="3203" y="21"/>
                  </a:cubicBezTo>
                  <a:cubicBezTo>
                    <a:pt x="3578" y="-47"/>
                    <a:pt x="3954" y="-47"/>
                    <a:pt x="4329" y="21"/>
                  </a:cubicBezTo>
                  <a:lnTo>
                    <a:pt x="6507" y="997"/>
                  </a:lnTo>
                  <a:cubicBezTo>
                    <a:pt x="7258" y="1372"/>
                    <a:pt x="7934" y="1898"/>
                    <a:pt x="8685" y="2198"/>
                  </a:cubicBezTo>
                  <a:lnTo>
                    <a:pt x="10487" y="2949"/>
                  </a:lnTo>
                  <a:lnTo>
                    <a:pt x="14468" y="4526"/>
                  </a:lnTo>
                  <a:cubicBezTo>
                    <a:pt x="15181" y="4721"/>
                    <a:pt x="15865" y="5029"/>
                    <a:pt x="16496" y="5427"/>
                  </a:cubicBezTo>
                  <a:cubicBezTo>
                    <a:pt x="16736" y="5615"/>
                    <a:pt x="16939" y="5847"/>
                    <a:pt x="17096" y="6103"/>
                  </a:cubicBezTo>
                  <a:cubicBezTo>
                    <a:pt x="16383" y="7056"/>
                    <a:pt x="15602" y="7957"/>
                    <a:pt x="14768" y="8806"/>
                  </a:cubicBezTo>
                  <a:cubicBezTo>
                    <a:pt x="14318" y="9331"/>
                    <a:pt x="13717" y="10382"/>
                    <a:pt x="12966" y="10382"/>
                  </a:cubicBezTo>
                  <a:cubicBezTo>
                    <a:pt x="12215" y="10382"/>
                    <a:pt x="11914" y="9857"/>
                    <a:pt x="11464" y="9632"/>
                  </a:cubicBezTo>
                  <a:lnTo>
                    <a:pt x="11464" y="9632"/>
                  </a:lnTo>
                  <a:lnTo>
                    <a:pt x="11464" y="11734"/>
                  </a:lnTo>
                  <a:cubicBezTo>
                    <a:pt x="11088" y="10938"/>
                    <a:pt x="10780" y="10112"/>
                    <a:pt x="10563" y="9256"/>
                  </a:cubicBezTo>
                  <a:lnTo>
                    <a:pt x="10112" y="9256"/>
                  </a:lnTo>
                  <a:lnTo>
                    <a:pt x="4630" y="6103"/>
                  </a:lnTo>
                  <a:lnTo>
                    <a:pt x="2452" y="5127"/>
                  </a:lnTo>
                  <a:cubicBezTo>
                    <a:pt x="2452" y="5127"/>
                    <a:pt x="49" y="3625"/>
                    <a:pt x="-27" y="3700"/>
                  </a:cubicBezTo>
                  <a:cubicBezTo>
                    <a:pt x="-101" y="3775"/>
                    <a:pt x="1400" y="1447"/>
                    <a:pt x="2151" y="622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Content Placeholder 4">
              <a:extLst>
                <a:ext uri="{FF2B5EF4-FFF2-40B4-BE49-F238E27FC236}">
                  <a16:creationId xmlns:a16="http://schemas.microsoft.com/office/drawing/2014/main" id="{1D76AEFA-94AA-2D1A-D5AA-E30A09DDB95A}"/>
                </a:ext>
              </a:extLst>
            </p:cNvPr>
            <p:cNvSpPr/>
            <p:nvPr/>
          </p:nvSpPr>
          <p:spPr>
            <a:xfrm>
              <a:off x="6275729" y="4063114"/>
              <a:ext cx="12541" cy="8929"/>
            </a:xfrm>
            <a:custGeom>
              <a:avLst/>
              <a:gdLst>
                <a:gd name="connsiteX0" fmla="*/ 497 w 12541"/>
                <a:gd name="connsiteY0" fmla="*/ 3948 h 8929"/>
                <a:gd name="connsiteX1" fmla="*/ 1998 w 12541"/>
                <a:gd name="connsiteY1" fmla="*/ 3422 h 8929"/>
                <a:gd name="connsiteX2" fmla="*/ -29 w 12541"/>
                <a:gd name="connsiteY2" fmla="*/ 1921 h 8929"/>
                <a:gd name="connsiteX3" fmla="*/ 2299 w 12541"/>
                <a:gd name="connsiteY3" fmla="*/ 43 h 8929"/>
                <a:gd name="connsiteX4" fmla="*/ 2674 w 12541"/>
                <a:gd name="connsiteY4" fmla="*/ 43 h 8929"/>
                <a:gd name="connsiteX5" fmla="*/ 3425 w 12541"/>
                <a:gd name="connsiteY5" fmla="*/ 43 h 8929"/>
                <a:gd name="connsiteX6" fmla="*/ 8908 w 12541"/>
                <a:gd name="connsiteY6" fmla="*/ 3272 h 8929"/>
                <a:gd name="connsiteX7" fmla="*/ 12513 w 12541"/>
                <a:gd name="connsiteY7" fmla="*/ 5975 h 8929"/>
                <a:gd name="connsiteX8" fmla="*/ 9884 w 12541"/>
                <a:gd name="connsiteY8" fmla="*/ 8754 h 8929"/>
                <a:gd name="connsiteX9" fmla="*/ 8607 w 12541"/>
                <a:gd name="connsiteY9" fmla="*/ 7627 h 8929"/>
                <a:gd name="connsiteX10" fmla="*/ 3200 w 12541"/>
                <a:gd name="connsiteY10" fmla="*/ 4248 h 8929"/>
                <a:gd name="connsiteX11" fmla="*/ 1848 w 12541"/>
                <a:gd name="connsiteY11" fmla="*/ 4248 h 8929"/>
                <a:gd name="connsiteX12" fmla="*/ 497 w 12541"/>
                <a:gd name="connsiteY12" fmla="*/ 3948 h 8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541" h="8929">
                  <a:moveTo>
                    <a:pt x="497" y="3948"/>
                  </a:moveTo>
                  <a:lnTo>
                    <a:pt x="1998" y="3422"/>
                  </a:lnTo>
                  <a:lnTo>
                    <a:pt x="-29" y="1921"/>
                  </a:lnTo>
                  <a:lnTo>
                    <a:pt x="2299" y="43"/>
                  </a:lnTo>
                  <a:lnTo>
                    <a:pt x="2674" y="43"/>
                  </a:lnTo>
                  <a:cubicBezTo>
                    <a:pt x="2915" y="-54"/>
                    <a:pt x="3185" y="-54"/>
                    <a:pt x="3425" y="43"/>
                  </a:cubicBezTo>
                  <a:cubicBezTo>
                    <a:pt x="5078" y="1245"/>
                    <a:pt x="7255" y="2071"/>
                    <a:pt x="8908" y="3272"/>
                  </a:cubicBezTo>
                  <a:lnTo>
                    <a:pt x="12513" y="5975"/>
                  </a:lnTo>
                  <a:cubicBezTo>
                    <a:pt x="11912" y="6501"/>
                    <a:pt x="10485" y="8153"/>
                    <a:pt x="9884" y="8754"/>
                  </a:cubicBezTo>
                  <a:cubicBezTo>
                    <a:pt x="9283" y="9354"/>
                    <a:pt x="9058" y="7927"/>
                    <a:pt x="8607" y="7627"/>
                  </a:cubicBezTo>
                  <a:cubicBezTo>
                    <a:pt x="6752" y="6576"/>
                    <a:pt x="4950" y="5450"/>
                    <a:pt x="3200" y="4248"/>
                  </a:cubicBezTo>
                  <a:lnTo>
                    <a:pt x="1848" y="4248"/>
                  </a:lnTo>
                  <a:cubicBezTo>
                    <a:pt x="1383" y="4263"/>
                    <a:pt x="917" y="4166"/>
                    <a:pt x="497" y="3948"/>
                  </a:cubicBezTo>
                  <a:close/>
                </a:path>
              </a:pathLst>
            </a:custGeom>
            <a:solidFill>
              <a:srgbClr val="B8CDD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Content Placeholder 4">
              <a:extLst>
                <a:ext uri="{FF2B5EF4-FFF2-40B4-BE49-F238E27FC236}">
                  <a16:creationId xmlns:a16="http://schemas.microsoft.com/office/drawing/2014/main" id="{A55A3D97-0802-2DD5-D982-F89EA4C2335D}"/>
                </a:ext>
              </a:extLst>
            </p:cNvPr>
            <p:cNvSpPr/>
            <p:nvPr/>
          </p:nvSpPr>
          <p:spPr>
            <a:xfrm>
              <a:off x="6290448" y="4060485"/>
              <a:ext cx="9687" cy="8409"/>
            </a:xfrm>
            <a:custGeom>
              <a:avLst/>
              <a:gdLst>
                <a:gd name="connsiteX0" fmla="*/ -29 w 9687"/>
                <a:gd name="connsiteY0" fmla="*/ 1247 h 8409"/>
                <a:gd name="connsiteX1" fmla="*/ 1248 w 9687"/>
                <a:gd name="connsiteY1" fmla="*/ -30 h 8409"/>
                <a:gd name="connsiteX2" fmla="*/ 1248 w 9687"/>
                <a:gd name="connsiteY2" fmla="*/ -30 h 8409"/>
                <a:gd name="connsiteX3" fmla="*/ 1248 w 9687"/>
                <a:gd name="connsiteY3" fmla="*/ -30 h 8409"/>
                <a:gd name="connsiteX4" fmla="*/ 9659 w 9687"/>
                <a:gd name="connsiteY4" fmla="*/ 4475 h 8409"/>
                <a:gd name="connsiteX5" fmla="*/ 7706 w 9687"/>
                <a:gd name="connsiteY5" fmla="*/ 6503 h 8409"/>
                <a:gd name="connsiteX6" fmla="*/ 7706 w 9687"/>
                <a:gd name="connsiteY6" fmla="*/ 6503 h 8409"/>
                <a:gd name="connsiteX7" fmla="*/ 7105 w 9687"/>
                <a:gd name="connsiteY7" fmla="*/ 6503 h 8409"/>
                <a:gd name="connsiteX8" fmla="*/ 7105 w 9687"/>
                <a:gd name="connsiteY8" fmla="*/ 6503 h 8409"/>
                <a:gd name="connsiteX9" fmla="*/ 7105 w 9687"/>
                <a:gd name="connsiteY9" fmla="*/ 8380 h 8409"/>
                <a:gd name="connsiteX10" fmla="*/ 6204 w 9687"/>
                <a:gd name="connsiteY10" fmla="*/ 5902 h 8409"/>
                <a:gd name="connsiteX11" fmla="*/ 6204 w 9687"/>
                <a:gd name="connsiteY11" fmla="*/ 5902 h 8409"/>
                <a:gd name="connsiteX12" fmla="*/ -29 w 9687"/>
                <a:gd name="connsiteY12" fmla="*/ 1247 h 8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687" h="8409">
                  <a:moveTo>
                    <a:pt x="-29" y="1247"/>
                  </a:moveTo>
                  <a:lnTo>
                    <a:pt x="1248" y="-30"/>
                  </a:lnTo>
                  <a:lnTo>
                    <a:pt x="1248" y="-30"/>
                  </a:lnTo>
                  <a:lnTo>
                    <a:pt x="1248" y="-30"/>
                  </a:lnTo>
                  <a:cubicBezTo>
                    <a:pt x="4026" y="1322"/>
                    <a:pt x="6955" y="2974"/>
                    <a:pt x="9659" y="4475"/>
                  </a:cubicBezTo>
                  <a:lnTo>
                    <a:pt x="7706" y="6503"/>
                  </a:lnTo>
                  <a:cubicBezTo>
                    <a:pt x="7706" y="6503"/>
                    <a:pt x="7706" y="6503"/>
                    <a:pt x="7706" y="6503"/>
                  </a:cubicBezTo>
                  <a:cubicBezTo>
                    <a:pt x="7518" y="6608"/>
                    <a:pt x="7293" y="6608"/>
                    <a:pt x="7105" y="6503"/>
                  </a:cubicBezTo>
                  <a:lnTo>
                    <a:pt x="7105" y="6503"/>
                  </a:lnTo>
                  <a:lnTo>
                    <a:pt x="7105" y="8380"/>
                  </a:lnTo>
                  <a:cubicBezTo>
                    <a:pt x="6760" y="7569"/>
                    <a:pt x="6460" y="6743"/>
                    <a:pt x="6204" y="5902"/>
                  </a:cubicBezTo>
                  <a:lnTo>
                    <a:pt x="6204" y="5902"/>
                  </a:lnTo>
                  <a:cubicBezTo>
                    <a:pt x="4026" y="3875"/>
                    <a:pt x="2149" y="2523"/>
                    <a:pt x="-29" y="1247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Content Placeholder 4">
              <a:extLst>
                <a:ext uri="{FF2B5EF4-FFF2-40B4-BE49-F238E27FC236}">
                  <a16:creationId xmlns:a16="http://schemas.microsoft.com/office/drawing/2014/main" id="{BE2B21DA-8B3B-5BFC-5C39-41401E7C2E03}"/>
                </a:ext>
              </a:extLst>
            </p:cNvPr>
            <p:cNvSpPr/>
            <p:nvPr/>
          </p:nvSpPr>
          <p:spPr>
            <a:xfrm>
              <a:off x="6280009" y="4074601"/>
              <a:ext cx="8636" cy="6757"/>
            </a:xfrm>
            <a:custGeom>
              <a:avLst/>
              <a:gdLst>
                <a:gd name="connsiteX0" fmla="*/ -29 w 8636"/>
                <a:gd name="connsiteY0" fmla="*/ 1847 h 6757"/>
                <a:gd name="connsiteX1" fmla="*/ 1698 w 8636"/>
                <a:gd name="connsiteY1" fmla="*/ -30 h 6757"/>
                <a:gd name="connsiteX2" fmla="*/ 1698 w 8636"/>
                <a:gd name="connsiteY2" fmla="*/ -30 h 6757"/>
                <a:gd name="connsiteX3" fmla="*/ 1698 w 8636"/>
                <a:gd name="connsiteY3" fmla="*/ -30 h 6757"/>
                <a:gd name="connsiteX4" fmla="*/ 5829 w 8636"/>
                <a:gd name="connsiteY4" fmla="*/ 2148 h 6757"/>
                <a:gd name="connsiteX5" fmla="*/ 8607 w 8636"/>
                <a:gd name="connsiteY5" fmla="*/ 4100 h 6757"/>
                <a:gd name="connsiteX6" fmla="*/ 6880 w 8636"/>
                <a:gd name="connsiteY6" fmla="*/ 6202 h 6757"/>
                <a:gd name="connsiteX7" fmla="*/ 6880 w 8636"/>
                <a:gd name="connsiteY7" fmla="*/ 6202 h 6757"/>
                <a:gd name="connsiteX8" fmla="*/ 6429 w 8636"/>
                <a:gd name="connsiteY8" fmla="*/ 6202 h 6757"/>
                <a:gd name="connsiteX9" fmla="*/ 5453 w 8636"/>
                <a:gd name="connsiteY9" fmla="*/ 5752 h 6757"/>
                <a:gd name="connsiteX10" fmla="*/ 4927 w 8636"/>
                <a:gd name="connsiteY10" fmla="*/ 6728 h 6757"/>
                <a:gd name="connsiteX11" fmla="*/ 4927 w 8636"/>
                <a:gd name="connsiteY11" fmla="*/ 6728 h 6757"/>
                <a:gd name="connsiteX12" fmla="*/ 4552 w 8636"/>
                <a:gd name="connsiteY12" fmla="*/ 4776 h 6757"/>
                <a:gd name="connsiteX13" fmla="*/ -29 w 8636"/>
                <a:gd name="connsiteY13" fmla="*/ 1847 h 6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636" h="6757">
                  <a:moveTo>
                    <a:pt x="-29" y="1847"/>
                  </a:moveTo>
                  <a:lnTo>
                    <a:pt x="1698" y="-30"/>
                  </a:lnTo>
                  <a:lnTo>
                    <a:pt x="1698" y="-30"/>
                  </a:lnTo>
                  <a:lnTo>
                    <a:pt x="1698" y="-30"/>
                  </a:lnTo>
                  <a:lnTo>
                    <a:pt x="5829" y="2148"/>
                  </a:lnTo>
                  <a:cubicBezTo>
                    <a:pt x="6880" y="2606"/>
                    <a:pt x="7826" y="3266"/>
                    <a:pt x="8607" y="4100"/>
                  </a:cubicBezTo>
                  <a:cubicBezTo>
                    <a:pt x="8074" y="4836"/>
                    <a:pt x="7496" y="5534"/>
                    <a:pt x="6880" y="6202"/>
                  </a:cubicBezTo>
                  <a:lnTo>
                    <a:pt x="6880" y="6202"/>
                  </a:lnTo>
                  <a:lnTo>
                    <a:pt x="6429" y="6202"/>
                  </a:lnTo>
                  <a:lnTo>
                    <a:pt x="5453" y="5752"/>
                  </a:lnTo>
                  <a:lnTo>
                    <a:pt x="4927" y="6728"/>
                  </a:lnTo>
                  <a:lnTo>
                    <a:pt x="4927" y="6728"/>
                  </a:lnTo>
                  <a:cubicBezTo>
                    <a:pt x="4927" y="6052"/>
                    <a:pt x="4927" y="5451"/>
                    <a:pt x="4552" y="4776"/>
                  </a:cubicBezTo>
                  <a:cubicBezTo>
                    <a:pt x="2960" y="3905"/>
                    <a:pt x="1428" y="2928"/>
                    <a:pt x="-29" y="1847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Content Placeholder 4">
              <a:extLst>
                <a:ext uri="{FF2B5EF4-FFF2-40B4-BE49-F238E27FC236}">
                  <a16:creationId xmlns:a16="http://schemas.microsoft.com/office/drawing/2014/main" id="{BE9EF00A-697C-DC46-32F8-FF6E37CFFE69}"/>
                </a:ext>
              </a:extLst>
            </p:cNvPr>
            <p:cNvSpPr/>
            <p:nvPr/>
          </p:nvSpPr>
          <p:spPr>
            <a:xfrm>
              <a:off x="6264313" y="4074150"/>
              <a:ext cx="13292" cy="11112"/>
            </a:xfrm>
            <a:custGeom>
              <a:avLst/>
              <a:gdLst>
                <a:gd name="connsiteX0" fmla="*/ 1998 w 13292"/>
                <a:gd name="connsiteY0" fmla="*/ 4100 h 11112"/>
                <a:gd name="connsiteX1" fmla="*/ -29 w 13292"/>
                <a:gd name="connsiteY1" fmla="*/ 2298 h 11112"/>
                <a:gd name="connsiteX2" fmla="*/ 2900 w 13292"/>
                <a:gd name="connsiteY2" fmla="*/ -30 h 11112"/>
                <a:gd name="connsiteX3" fmla="*/ 2900 w 13292"/>
                <a:gd name="connsiteY3" fmla="*/ -30 h 11112"/>
                <a:gd name="connsiteX4" fmla="*/ 3275 w 13292"/>
                <a:gd name="connsiteY4" fmla="*/ -30 h 11112"/>
                <a:gd name="connsiteX5" fmla="*/ 13263 w 13292"/>
                <a:gd name="connsiteY5" fmla="*/ 7479 h 11112"/>
                <a:gd name="connsiteX6" fmla="*/ 13263 w 13292"/>
                <a:gd name="connsiteY6" fmla="*/ 7479 h 11112"/>
                <a:gd name="connsiteX7" fmla="*/ 13263 w 13292"/>
                <a:gd name="connsiteY7" fmla="*/ 7479 h 11112"/>
                <a:gd name="connsiteX8" fmla="*/ 10935 w 13292"/>
                <a:gd name="connsiteY8" fmla="*/ 11083 h 11112"/>
                <a:gd name="connsiteX9" fmla="*/ 5002 w 13292"/>
                <a:gd name="connsiteY9" fmla="*/ 6953 h 11112"/>
                <a:gd name="connsiteX10" fmla="*/ 3050 w 13292"/>
                <a:gd name="connsiteY10" fmla="*/ 4926 h 11112"/>
                <a:gd name="connsiteX11" fmla="*/ 797 w 13292"/>
                <a:gd name="connsiteY11" fmla="*/ 5376 h 11112"/>
                <a:gd name="connsiteX12" fmla="*/ 1247 w 13292"/>
                <a:gd name="connsiteY12" fmla="*/ 4625 h 11112"/>
                <a:gd name="connsiteX13" fmla="*/ 1698 w 13292"/>
                <a:gd name="connsiteY13" fmla="*/ 3875 h 11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292" h="11112">
                  <a:moveTo>
                    <a:pt x="1998" y="4100"/>
                  </a:moveTo>
                  <a:lnTo>
                    <a:pt x="-29" y="2298"/>
                  </a:lnTo>
                  <a:lnTo>
                    <a:pt x="2900" y="-30"/>
                  </a:lnTo>
                  <a:lnTo>
                    <a:pt x="2900" y="-30"/>
                  </a:lnTo>
                  <a:lnTo>
                    <a:pt x="3275" y="-30"/>
                  </a:lnTo>
                  <a:cubicBezTo>
                    <a:pt x="7030" y="1923"/>
                    <a:pt x="9734" y="5226"/>
                    <a:pt x="13263" y="7479"/>
                  </a:cubicBezTo>
                  <a:lnTo>
                    <a:pt x="13263" y="7479"/>
                  </a:lnTo>
                  <a:cubicBezTo>
                    <a:pt x="13263" y="7479"/>
                    <a:pt x="13263" y="7479"/>
                    <a:pt x="13263" y="7479"/>
                  </a:cubicBezTo>
                  <a:cubicBezTo>
                    <a:pt x="12602" y="8755"/>
                    <a:pt x="11822" y="9957"/>
                    <a:pt x="10935" y="11083"/>
                  </a:cubicBezTo>
                  <a:cubicBezTo>
                    <a:pt x="8908" y="9806"/>
                    <a:pt x="6955" y="8380"/>
                    <a:pt x="5002" y="6953"/>
                  </a:cubicBezTo>
                  <a:cubicBezTo>
                    <a:pt x="4229" y="6405"/>
                    <a:pt x="3568" y="5722"/>
                    <a:pt x="3050" y="4926"/>
                  </a:cubicBezTo>
                  <a:cubicBezTo>
                    <a:pt x="2336" y="5234"/>
                    <a:pt x="1570" y="5384"/>
                    <a:pt x="797" y="5376"/>
                  </a:cubicBezTo>
                  <a:cubicBezTo>
                    <a:pt x="797" y="5376"/>
                    <a:pt x="797" y="4776"/>
                    <a:pt x="1247" y="4625"/>
                  </a:cubicBezTo>
                  <a:cubicBezTo>
                    <a:pt x="1698" y="4475"/>
                    <a:pt x="1848" y="4175"/>
                    <a:pt x="1698" y="3875"/>
                  </a:cubicBezTo>
                  <a:close/>
                </a:path>
              </a:pathLst>
            </a:custGeom>
            <a:solidFill>
              <a:srgbClr val="B8CDD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Content Placeholder 4">
              <a:extLst>
                <a:ext uri="{FF2B5EF4-FFF2-40B4-BE49-F238E27FC236}">
                  <a16:creationId xmlns:a16="http://schemas.microsoft.com/office/drawing/2014/main" id="{1A5FAAEF-D77A-FD04-C642-58843D1CA7A9}"/>
                </a:ext>
              </a:extLst>
            </p:cNvPr>
            <p:cNvSpPr/>
            <p:nvPr/>
          </p:nvSpPr>
          <p:spPr>
            <a:xfrm>
              <a:off x="6295091" y="4023422"/>
              <a:ext cx="7719" cy="9527"/>
            </a:xfrm>
            <a:custGeom>
              <a:avLst/>
              <a:gdLst>
                <a:gd name="connsiteX0" fmla="*/ 1411 w 7719"/>
                <a:gd name="connsiteY0" fmla="*/ 9252 h 9527"/>
                <a:gd name="connsiteX1" fmla="*/ 7494 w 7719"/>
                <a:gd name="connsiteY1" fmla="*/ 1744 h 9527"/>
                <a:gd name="connsiteX2" fmla="*/ 7193 w 7719"/>
                <a:gd name="connsiteY2" fmla="*/ 167 h 9527"/>
                <a:gd name="connsiteX3" fmla="*/ 5616 w 7719"/>
                <a:gd name="connsiteY3" fmla="*/ 467 h 9527"/>
                <a:gd name="connsiteX4" fmla="*/ 134 w 7719"/>
                <a:gd name="connsiteY4" fmla="*/ 7976 h 9527"/>
                <a:gd name="connsiteX5" fmla="*/ 1411 w 7719"/>
                <a:gd name="connsiteY5" fmla="*/ 9252 h 9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719" h="9527">
                  <a:moveTo>
                    <a:pt x="1411" y="9252"/>
                  </a:moveTo>
                  <a:cubicBezTo>
                    <a:pt x="3641" y="6924"/>
                    <a:pt x="5676" y="4409"/>
                    <a:pt x="7494" y="1744"/>
                  </a:cubicBezTo>
                  <a:cubicBezTo>
                    <a:pt x="7847" y="1226"/>
                    <a:pt x="7712" y="520"/>
                    <a:pt x="7193" y="167"/>
                  </a:cubicBezTo>
                  <a:cubicBezTo>
                    <a:pt x="6675" y="-186"/>
                    <a:pt x="5969" y="-51"/>
                    <a:pt x="5616" y="467"/>
                  </a:cubicBezTo>
                  <a:cubicBezTo>
                    <a:pt x="3814" y="3020"/>
                    <a:pt x="2162" y="5798"/>
                    <a:pt x="134" y="7976"/>
                  </a:cubicBezTo>
                  <a:cubicBezTo>
                    <a:pt x="-467" y="8877"/>
                    <a:pt x="735" y="10003"/>
                    <a:pt x="1411" y="9252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Content Placeholder 4">
              <a:extLst>
                <a:ext uri="{FF2B5EF4-FFF2-40B4-BE49-F238E27FC236}">
                  <a16:creationId xmlns:a16="http://schemas.microsoft.com/office/drawing/2014/main" id="{6412859F-F309-8458-9137-C32BFFE06E00}"/>
                </a:ext>
              </a:extLst>
            </p:cNvPr>
            <p:cNvSpPr/>
            <p:nvPr/>
          </p:nvSpPr>
          <p:spPr>
            <a:xfrm>
              <a:off x="6286988" y="4022611"/>
              <a:ext cx="4822" cy="9146"/>
            </a:xfrm>
            <a:custGeom>
              <a:avLst/>
              <a:gdLst>
                <a:gd name="connsiteX0" fmla="*/ 4782 w 4822"/>
                <a:gd name="connsiteY0" fmla="*/ 8111 h 9146"/>
                <a:gd name="connsiteX1" fmla="*/ 2304 w 4822"/>
                <a:gd name="connsiteY1" fmla="*/ 602 h 9146"/>
                <a:gd name="connsiteX2" fmla="*/ 126 w 4822"/>
                <a:gd name="connsiteY2" fmla="*/ 1579 h 9146"/>
                <a:gd name="connsiteX3" fmla="*/ 3130 w 4822"/>
                <a:gd name="connsiteY3" fmla="*/ 8411 h 9146"/>
                <a:gd name="connsiteX4" fmla="*/ 4782 w 4822"/>
                <a:gd name="connsiteY4" fmla="*/ 8111 h 9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22" h="9146">
                  <a:moveTo>
                    <a:pt x="4782" y="8111"/>
                  </a:moveTo>
                  <a:cubicBezTo>
                    <a:pt x="4482" y="5468"/>
                    <a:pt x="3633" y="2907"/>
                    <a:pt x="2304" y="602"/>
                  </a:cubicBezTo>
                  <a:cubicBezTo>
                    <a:pt x="1553" y="-674"/>
                    <a:pt x="-625" y="152"/>
                    <a:pt x="126" y="1579"/>
                  </a:cubicBezTo>
                  <a:cubicBezTo>
                    <a:pt x="1283" y="3786"/>
                    <a:pt x="2281" y="6069"/>
                    <a:pt x="3130" y="8411"/>
                  </a:cubicBezTo>
                  <a:cubicBezTo>
                    <a:pt x="3430" y="9688"/>
                    <a:pt x="4932" y="9012"/>
                    <a:pt x="4782" y="8111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Content Placeholder 4">
              <a:extLst>
                <a:ext uri="{FF2B5EF4-FFF2-40B4-BE49-F238E27FC236}">
                  <a16:creationId xmlns:a16="http://schemas.microsoft.com/office/drawing/2014/main" id="{CFD99F39-FE90-2789-4B33-3842281D59C9}"/>
                </a:ext>
              </a:extLst>
            </p:cNvPr>
            <p:cNvSpPr/>
            <p:nvPr/>
          </p:nvSpPr>
          <p:spPr>
            <a:xfrm>
              <a:off x="6277663" y="4025985"/>
              <a:ext cx="9763" cy="9378"/>
            </a:xfrm>
            <a:custGeom>
              <a:avLst/>
              <a:gdLst>
                <a:gd name="connsiteX0" fmla="*/ 9602 w 9763"/>
                <a:gd name="connsiteY0" fmla="*/ 7815 h 9378"/>
                <a:gd name="connsiteX1" fmla="*/ 2092 w 9763"/>
                <a:gd name="connsiteY1" fmla="*/ 306 h 9378"/>
                <a:gd name="connsiteX2" fmla="*/ 289 w 9763"/>
                <a:gd name="connsiteY2" fmla="*/ 1808 h 9378"/>
                <a:gd name="connsiteX3" fmla="*/ 8175 w 9763"/>
                <a:gd name="connsiteY3" fmla="*/ 9316 h 9378"/>
                <a:gd name="connsiteX4" fmla="*/ 9602 w 9763"/>
                <a:gd name="connsiteY4" fmla="*/ 7815 h 9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763" h="9378">
                  <a:moveTo>
                    <a:pt x="9602" y="7815"/>
                  </a:moveTo>
                  <a:cubicBezTo>
                    <a:pt x="7386" y="5036"/>
                    <a:pt x="4870" y="2521"/>
                    <a:pt x="2092" y="306"/>
                  </a:cubicBezTo>
                  <a:cubicBezTo>
                    <a:pt x="1040" y="-670"/>
                    <a:pt x="-762" y="682"/>
                    <a:pt x="289" y="1808"/>
                  </a:cubicBezTo>
                  <a:cubicBezTo>
                    <a:pt x="2632" y="4601"/>
                    <a:pt x="5276" y="7116"/>
                    <a:pt x="8175" y="9316"/>
                  </a:cubicBezTo>
                  <a:cubicBezTo>
                    <a:pt x="9301" y="9541"/>
                    <a:pt x="10052" y="8565"/>
                    <a:pt x="9602" y="7815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Content Placeholder 4">
              <a:extLst>
                <a:ext uri="{FF2B5EF4-FFF2-40B4-BE49-F238E27FC236}">
                  <a16:creationId xmlns:a16="http://schemas.microsoft.com/office/drawing/2014/main" id="{4F8996DD-B6A5-79D1-C321-C4A0A819C042}"/>
                </a:ext>
              </a:extLst>
            </p:cNvPr>
            <p:cNvSpPr/>
            <p:nvPr/>
          </p:nvSpPr>
          <p:spPr>
            <a:xfrm>
              <a:off x="6228458" y="4088488"/>
              <a:ext cx="19356" cy="13808"/>
            </a:xfrm>
            <a:custGeom>
              <a:avLst/>
              <a:gdLst>
                <a:gd name="connsiteX0" fmla="*/ 19079 w 19356"/>
                <a:gd name="connsiteY0" fmla="*/ 5380 h 13808"/>
                <a:gd name="connsiteX1" fmla="*/ 14272 w 19356"/>
                <a:gd name="connsiteY1" fmla="*/ 2602 h 13808"/>
                <a:gd name="connsiteX2" fmla="*/ 8640 w 19356"/>
                <a:gd name="connsiteY2" fmla="*/ 1776 h 13808"/>
                <a:gd name="connsiteX3" fmla="*/ 3983 w 19356"/>
                <a:gd name="connsiteY3" fmla="*/ -26 h 13808"/>
                <a:gd name="connsiteX4" fmla="*/ 679 w 19356"/>
                <a:gd name="connsiteY4" fmla="*/ 2602 h 13808"/>
                <a:gd name="connsiteX5" fmla="*/ 3 w 19356"/>
                <a:gd name="connsiteY5" fmla="*/ 7107 h 13808"/>
                <a:gd name="connsiteX6" fmla="*/ 604 w 19356"/>
                <a:gd name="connsiteY6" fmla="*/ 9510 h 13808"/>
                <a:gd name="connsiteX7" fmla="*/ 3383 w 19356"/>
                <a:gd name="connsiteY7" fmla="*/ 11236 h 13808"/>
                <a:gd name="connsiteX8" fmla="*/ 7138 w 19356"/>
                <a:gd name="connsiteY8" fmla="*/ 13189 h 13808"/>
                <a:gd name="connsiteX9" fmla="*/ 17351 w 19356"/>
                <a:gd name="connsiteY9" fmla="*/ 11086 h 13808"/>
                <a:gd name="connsiteX10" fmla="*/ 19079 w 19356"/>
                <a:gd name="connsiteY10" fmla="*/ 5380 h 13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356" h="13808">
                  <a:moveTo>
                    <a:pt x="19079" y="5380"/>
                  </a:moveTo>
                  <a:cubicBezTo>
                    <a:pt x="18042" y="3705"/>
                    <a:pt x="16240" y="2662"/>
                    <a:pt x="14272" y="2602"/>
                  </a:cubicBezTo>
                  <a:cubicBezTo>
                    <a:pt x="12365" y="2594"/>
                    <a:pt x="10465" y="2316"/>
                    <a:pt x="8640" y="1776"/>
                  </a:cubicBezTo>
                  <a:cubicBezTo>
                    <a:pt x="7063" y="1100"/>
                    <a:pt x="5636" y="-102"/>
                    <a:pt x="3983" y="-26"/>
                  </a:cubicBezTo>
                  <a:cubicBezTo>
                    <a:pt x="2466" y="146"/>
                    <a:pt x="1190" y="1167"/>
                    <a:pt x="679" y="2602"/>
                  </a:cubicBezTo>
                  <a:cubicBezTo>
                    <a:pt x="153" y="4043"/>
                    <a:pt x="-72" y="5575"/>
                    <a:pt x="3" y="7107"/>
                  </a:cubicBezTo>
                  <a:cubicBezTo>
                    <a:pt x="-117" y="7955"/>
                    <a:pt x="101" y="8819"/>
                    <a:pt x="604" y="9510"/>
                  </a:cubicBezTo>
                  <a:cubicBezTo>
                    <a:pt x="1430" y="10335"/>
                    <a:pt x="2932" y="10260"/>
                    <a:pt x="3383" y="11236"/>
                  </a:cubicBezTo>
                  <a:lnTo>
                    <a:pt x="7138" y="13189"/>
                  </a:lnTo>
                  <a:cubicBezTo>
                    <a:pt x="10667" y="14458"/>
                    <a:pt x="14610" y="13647"/>
                    <a:pt x="17351" y="11086"/>
                  </a:cubicBezTo>
                  <a:cubicBezTo>
                    <a:pt x="19056" y="9727"/>
                    <a:pt x="19740" y="7460"/>
                    <a:pt x="19079" y="5380"/>
                  </a:cubicBezTo>
                  <a:close/>
                </a:path>
              </a:pathLst>
            </a:custGeom>
            <a:solidFill>
              <a:srgbClr val="C2A09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Content Placeholder 4">
              <a:extLst>
                <a:ext uri="{FF2B5EF4-FFF2-40B4-BE49-F238E27FC236}">
                  <a16:creationId xmlns:a16="http://schemas.microsoft.com/office/drawing/2014/main" id="{848488F3-F7DC-29C4-0643-241CB956BCEE}"/>
                </a:ext>
              </a:extLst>
            </p:cNvPr>
            <p:cNvSpPr/>
            <p:nvPr/>
          </p:nvSpPr>
          <p:spPr>
            <a:xfrm>
              <a:off x="6249554" y="4082633"/>
              <a:ext cx="31343" cy="30267"/>
            </a:xfrm>
            <a:custGeom>
              <a:avLst/>
              <a:gdLst>
                <a:gd name="connsiteX0" fmla="*/ 31177 w 31343"/>
                <a:gd name="connsiteY0" fmla="*/ 11009 h 30267"/>
                <a:gd name="connsiteX1" fmla="*/ 29449 w 31343"/>
                <a:gd name="connsiteY1" fmla="*/ 7030 h 30267"/>
                <a:gd name="connsiteX2" fmla="*/ 23366 w 31343"/>
                <a:gd name="connsiteY2" fmla="*/ 8006 h 30267"/>
                <a:gd name="connsiteX3" fmla="*/ 23366 w 31343"/>
                <a:gd name="connsiteY3" fmla="*/ 2825 h 30267"/>
                <a:gd name="connsiteX4" fmla="*/ 19611 w 31343"/>
                <a:gd name="connsiteY4" fmla="*/ -28 h 30267"/>
                <a:gd name="connsiteX5" fmla="*/ 17433 w 31343"/>
                <a:gd name="connsiteY5" fmla="*/ 8907 h 30267"/>
                <a:gd name="connsiteX6" fmla="*/ 7445 w 31343"/>
                <a:gd name="connsiteY6" fmla="*/ 14013 h 30267"/>
                <a:gd name="connsiteX7" fmla="*/ 1212 w 31343"/>
                <a:gd name="connsiteY7" fmla="*/ 20770 h 30267"/>
                <a:gd name="connsiteX8" fmla="*/ 2226 w 31343"/>
                <a:gd name="connsiteY8" fmla="*/ 28992 h 30267"/>
                <a:gd name="connsiteX9" fmla="*/ 5718 w 31343"/>
                <a:gd name="connsiteY9" fmla="*/ 30231 h 30267"/>
                <a:gd name="connsiteX10" fmla="*/ 23742 w 31343"/>
                <a:gd name="connsiteY10" fmla="*/ 25801 h 30267"/>
                <a:gd name="connsiteX11" fmla="*/ 28773 w 31343"/>
                <a:gd name="connsiteY11" fmla="*/ 22122 h 30267"/>
                <a:gd name="connsiteX12" fmla="*/ 31177 w 31343"/>
                <a:gd name="connsiteY12" fmla="*/ 11009 h 3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343" h="30267">
                  <a:moveTo>
                    <a:pt x="31177" y="11009"/>
                  </a:moveTo>
                  <a:cubicBezTo>
                    <a:pt x="31177" y="9433"/>
                    <a:pt x="31177" y="7556"/>
                    <a:pt x="29449" y="7030"/>
                  </a:cubicBezTo>
                  <a:cubicBezTo>
                    <a:pt x="27722" y="6504"/>
                    <a:pt x="25319" y="8757"/>
                    <a:pt x="23366" y="8006"/>
                  </a:cubicBezTo>
                  <a:cubicBezTo>
                    <a:pt x="23817" y="6309"/>
                    <a:pt x="23817" y="4522"/>
                    <a:pt x="23366" y="2825"/>
                  </a:cubicBezTo>
                  <a:cubicBezTo>
                    <a:pt x="22946" y="1106"/>
                    <a:pt x="21376" y="-81"/>
                    <a:pt x="19611" y="-28"/>
                  </a:cubicBezTo>
                  <a:cubicBezTo>
                    <a:pt x="18560" y="2900"/>
                    <a:pt x="19161" y="6429"/>
                    <a:pt x="17433" y="8907"/>
                  </a:cubicBezTo>
                  <a:cubicBezTo>
                    <a:pt x="15706" y="11384"/>
                    <a:pt x="10750" y="12136"/>
                    <a:pt x="7445" y="14013"/>
                  </a:cubicBezTo>
                  <a:cubicBezTo>
                    <a:pt x="4869" y="15747"/>
                    <a:pt x="2736" y="18067"/>
                    <a:pt x="1212" y="20770"/>
                  </a:cubicBezTo>
                  <a:cubicBezTo>
                    <a:pt x="-778" y="23323"/>
                    <a:pt x="-328" y="27002"/>
                    <a:pt x="2226" y="28992"/>
                  </a:cubicBezTo>
                  <a:cubicBezTo>
                    <a:pt x="3224" y="29773"/>
                    <a:pt x="4448" y="30208"/>
                    <a:pt x="5718" y="30231"/>
                  </a:cubicBezTo>
                  <a:cubicBezTo>
                    <a:pt x="12011" y="30351"/>
                    <a:pt x="18222" y="28827"/>
                    <a:pt x="23742" y="25801"/>
                  </a:cubicBezTo>
                  <a:cubicBezTo>
                    <a:pt x="25679" y="24975"/>
                    <a:pt x="27399" y="23721"/>
                    <a:pt x="28773" y="22122"/>
                  </a:cubicBezTo>
                  <a:cubicBezTo>
                    <a:pt x="30824" y="18803"/>
                    <a:pt x="31672" y="14876"/>
                    <a:pt x="31177" y="11009"/>
                  </a:cubicBezTo>
                  <a:close/>
                </a:path>
              </a:pathLst>
            </a:custGeom>
            <a:solidFill>
              <a:srgbClr val="C2A09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Content Placeholder 4">
              <a:extLst>
                <a:ext uri="{FF2B5EF4-FFF2-40B4-BE49-F238E27FC236}">
                  <a16:creationId xmlns:a16="http://schemas.microsoft.com/office/drawing/2014/main" id="{A0FB70B8-5D00-FEDB-7EFA-E3E0E03706A6}"/>
                </a:ext>
              </a:extLst>
            </p:cNvPr>
            <p:cNvSpPr/>
            <p:nvPr/>
          </p:nvSpPr>
          <p:spPr>
            <a:xfrm>
              <a:off x="6074386" y="4263985"/>
              <a:ext cx="92830" cy="354808"/>
            </a:xfrm>
            <a:custGeom>
              <a:avLst/>
              <a:gdLst>
                <a:gd name="connsiteX0" fmla="*/ 75521 w 92830"/>
                <a:gd name="connsiteY0" fmla="*/ 342559 h 354808"/>
                <a:gd name="connsiteX1" fmla="*/ 56296 w 92830"/>
                <a:gd name="connsiteY1" fmla="*/ 329195 h 354808"/>
                <a:gd name="connsiteX2" fmla="*/ 60952 w 92830"/>
                <a:gd name="connsiteY2" fmla="*/ 296908 h 354808"/>
                <a:gd name="connsiteX3" fmla="*/ 66434 w 92830"/>
                <a:gd name="connsiteY3" fmla="*/ 231810 h 354808"/>
                <a:gd name="connsiteX4" fmla="*/ 67110 w 92830"/>
                <a:gd name="connsiteY4" fmla="*/ 193367 h 354808"/>
                <a:gd name="connsiteX5" fmla="*/ 83482 w 92830"/>
                <a:gd name="connsiteY5" fmla="*/ 61593 h 354808"/>
                <a:gd name="connsiteX6" fmla="*/ 92719 w 92830"/>
                <a:gd name="connsiteY6" fmla="*/ 19846 h 354808"/>
                <a:gd name="connsiteX7" fmla="*/ 73719 w 92830"/>
                <a:gd name="connsiteY7" fmla="*/ 32235 h 354808"/>
                <a:gd name="connsiteX8" fmla="*/ -29 w 92830"/>
                <a:gd name="connsiteY8" fmla="*/ 99 h 354808"/>
                <a:gd name="connsiteX9" fmla="*/ 24528 w 92830"/>
                <a:gd name="connsiteY9" fmla="*/ 331822 h 354808"/>
                <a:gd name="connsiteX10" fmla="*/ 25204 w 92830"/>
                <a:gd name="connsiteY10" fmla="*/ 331822 h 354808"/>
                <a:gd name="connsiteX11" fmla="*/ 23852 w 92830"/>
                <a:gd name="connsiteY11" fmla="*/ 347365 h 354808"/>
                <a:gd name="connsiteX12" fmla="*/ 24829 w 92830"/>
                <a:gd name="connsiteY12" fmla="*/ 349468 h 354808"/>
                <a:gd name="connsiteX13" fmla="*/ 27532 w 92830"/>
                <a:gd name="connsiteY13" fmla="*/ 350518 h 354808"/>
                <a:gd name="connsiteX14" fmla="*/ 76723 w 92830"/>
                <a:gd name="connsiteY14" fmla="*/ 354723 h 354808"/>
                <a:gd name="connsiteX15" fmla="*/ 82656 w 92830"/>
                <a:gd name="connsiteY15" fmla="*/ 352846 h 354808"/>
                <a:gd name="connsiteX16" fmla="*/ 81905 w 92830"/>
                <a:gd name="connsiteY16" fmla="*/ 346164 h 354808"/>
                <a:gd name="connsiteX17" fmla="*/ 75521 w 92830"/>
                <a:gd name="connsiteY17" fmla="*/ 342559 h 354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2830" h="354808">
                  <a:moveTo>
                    <a:pt x="75521" y="342559"/>
                  </a:moveTo>
                  <a:cubicBezTo>
                    <a:pt x="68687" y="339781"/>
                    <a:pt x="58098" y="336102"/>
                    <a:pt x="56296" y="329195"/>
                  </a:cubicBezTo>
                  <a:cubicBezTo>
                    <a:pt x="54193" y="321161"/>
                    <a:pt x="59825" y="305393"/>
                    <a:pt x="60952" y="296908"/>
                  </a:cubicBezTo>
                  <a:cubicBezTo>
                    <a:pt x="63948" y="275322"/>
                    <a:pt x="65773" y="253592"/>
                    <a:pt x="66434" y="231810"/>
                  </a:cubicBezTo>
                  <a:cubicBezTo>
                    <a:pt x="66434" y="219046"/>
                    <a:pt x="66434" y="206131"/>
                    <a:pt x="67110" y="193367"/>
                  </a:cubicBezTo>
                  <a:cubicBezTo>
                    <a:pt x="69588" y="149142"/>
                    <a:pt x="77023" y="105142"/>
                    <a:pt x="83482" y="61593"/>
                  </a:cubicBezTo>
                  <a:cubicBezTo>
                    <a:pt x="84383" y="55211"/>
                    <a:pt x="93771" y="25928"/>
                    <a:pt x="92719" y="19846"/>
                  </a:cubicBezTo>
                  <a:cubicBezTo>
                    <a:pt x="91292" y="10986"/>
                    <a:pt x="81229" y="32460"/>
                    <a:pt x="73719" y="32235"/>
                  </a:cubicBezTo>
                  <a:cubicBezTo>
                    <a:pt x="49612" y="31710"/>
                    <a:pt x="23928" y="-2379"/>
                    <a:pt x="-29" y="99"/>
                  </a:cubicBezTo>
                  <a:cubicBezTo>
                    <a:pt x="8232" y="94405"/>
                    <a:pt x="16267" y="237516"/>
                    <a:pt x="24528" y="331822"/>
                  </a:cubicBezTo>
                  <a:lnTo>
                    <a:pt x="25204" y="331822"/>
                  </a:lnTo>
                  <a:cubicBezTo>
                    <a:pt x="22914" y="336681"/>
                    <a:pt x="22433" y="342192"/>
                    <a:pt x="23852" y="347365"/>
                  </a:cubicBezTo>
                  <a:cubicBezTo>
                    <a:pt x="23973" y="348146"/>
                    <a:pt x="24311" y="348874"/>
                    <a:pt x="24829" y="349468"/>
                  </a:cubicBezTo>
                  <a:cubicBezTo>
                    <a:pt x="25610" y="350076"/>
                    <a:pt x="26549" y="350444"/>
                    <a:pt x="27532" y="350518"/>
                  </a:cubicBezTo>
                  <a:cubicBezTo>
                    <a:pt x="43754" y="353492"/>
                    <a:pt x="60231" y="354904"/>
                    <a:pt x="76723" y="354723"/>
                  </a:cubicBezTo>
                  <a:cubicBezTo>
                    <a:pt x="78878" y="354986"/>
                    <a:pt x="81041" y="354303"/>
                    <a:pt x="82656" y="352846"/>
                  </a:cubicBezTo>
                  <a:cubicBezTo>
                    <a:pt x="84053" y="350729"/>
                    <a:pt x="83737" y="347920"/>
                    <a:pt x="81905" y="346164"/>
                  </a:cubicBezTo>
                  <a:cubicBezTo>
                    <a:pt x="80057" y="344520"/>
                    <a:pt x="77879" y="343295"/>
                    <a:pt x="75521" y="342559"/>
                  </a:cubicBezTo>
                  <a:close/>
                </a:path>
              </a:pathLst>
            </a:custGeom>
            <a:solidFill>
              <a:srgbClr val="5959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Content Placeholder 4">
              <a:extLst>
                <a:ext uri="{FF2B5EF4-FFF2-40B4-BE49-F238E27FC236}">
                  <a16:creationId xmlns:a16="http://schemas.microsoft.com/office/drawing/2014/main" id="{DE9BA16D-615B-F923-84AC-83639FFD1375}"/>
                </a:ext>
              </a:extLst>
            </p:cNvPr>
            <p:cNvSpPr/>
            <p:nvPr/>
          </p:nvSpPr>
          <p:spPr>
            <a:xfrm>
              <a:off x="6040303" y="3936103"/>
              <a:ext cx="172641" cy="399265"/>
            </a:xfrm>
            <a:custGeom>
              <a:avLst/>
              <a:gdLst>
                <a:gd name="connsiteX0" fmla="*/ 162174 w 172641"/>
                <a:gd name="connsiteY0" fmla="*/ 323401 h 399265"/>
                <a:gd name="connsiteX1" fmla="*/ 156015 w 172641"/>
                <a:gd name="connsiteY1" fmla="*/ 203266 h 399265"/>
                <a:gd name="connsiteX2" fmla="*/ 151359 w 172641"/>
                <a:gd name="connsiteY2" fmla="*/ 83131 h 399265"/>
                <a:gd name="connsiteX3" fmla="*/ 147304 w 172641"/>
                <a:gd name="connsiteY3" fmla="*/ 34476 h 399265"/>
                <a:gd name="connsiteX4" fmla="*/ 123798 w 172641"/>
                <a:gd name="connsiteY4" fmla="*/ 20585 h 399265"/>
                <a:gd name="connsiteX5" fmla="*/ 115687 w 172641"/>
                <a:gd name="connsiteY5" fmla="*/ 18257 h 399265"/>
                <a:gd name="connsiteX6" fmla="*/ 108177 w 172641"/>
                <a:gd name="connsiteY6" fmla="*/ 15479 h 399265"/>
                <a:gd name="connsiteX7" fmla="*/ 70627 w 172641"/>
                <a:gd name="connsiteY7" fmla="*/ 1063 h 399265"/>
                <a:gd name="connsiteX8" fmla="*/ 64844 w 172641"/>
                <a:gd name="connsiteY8" fmla="*/ 12 h 399265"/>
                <a:gd name="connsiteX9" fmla="*/ 60864 w 172641"/>
                <a:gd name="connsiteY9" fmla="*/ 2264 h 399265"/>
                <a:gd name="connsiteX10" fmla="*/ 24666 w 172641"/>
                <a:gd name="connsiteY10" fmla="*/ 79676 h 399265"/>
                <a:gd name="connsiteX11" fmla="*/ 3563 w 172641"/>
                <a:gd name="connsiteY11" fmla="*/ 380691 h 399265"/>
                <a:gd name="connsiteX12" fmla="*/ 172613 w 172641"/>
                <a:gd name="connsiteY12" fmla="*/ 399236 h 399265"/>
                <a:gd name="connsiteX13" fmla="*/ 162174 w 172641"/>
                <a:gd name="connsiteY13" fmla="*/ 323401 h 3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641" h="399265">
                  <a:moveTo>
                    <a:pt x="162174" y="323401"/>
                  </a:moveTo>
                  <a:cubicBezTo>
                    <a:pt x="157788" y="283509"/>
                    <a:pt x="155730" y="243398"/>
                    <a:pt x="156015" y="203266"/>
                  </a:cubicBezTo>
                  <a:cubicBezTo>
                    <a:pt x="156391" y="163095"/>
                    <a:pt x="154288" y="123000"/>
                    <a:pt x="151359" y="83131"/>
                  </a:cubicBezTo>
                  <a:cubicBezTo>
                    <a:pt x="150158" y="66912"/>
                    <a:pt x="148806" y="50694"/>
                    <a:pt x="147304" y="34476"/>
                  </a:cubicBezTo>
                  <a:cubicBezTo>
                    <a:pt x="146778" y="28169"/>
                    <a:pt x="128379" y="21561"/>
                    <a:pt x="123798" y="20585"/>
                  </a:cubicBezTo>
                  <a:cubicBezTo>
                    <a:pt x="121056" y="19962"/>
                    <a:pt x="118345" y="19181"/>
                    <a:pt x="115687" y="18257"/>
                  </a:cubicBezTo>
                  <a:cubicBezTo>
                    <a:pt x="113208" y="17432"/>
                    <a:pt x="110655" y="16455"/>
                    <a:pt x="108177" y="15479"/>
                  </a:cubicBezTo>
                  <a:lnTo>
                    <a:pt x="70627" y="1063"/>
                  </a:lnTo>
                  <a:cubicBezTo>
                    <a:pt x="68824" y="207"/>
                    <a:pt x="66834" y="-161"/>
                    <a:pt x="64844" y="12"/>
                  </a:cubicBezTo>
                  <a:cubicBezTo>
                    <a:pt x="63364" y="462"/>
                    <a:pt x="62013" y="1228"/>
                    <a:pt x="60864" y="2264"/>
                  </a:cubicBezTo>
                  <a:cubicBezTo>
                    <a:pt x="37508" y="21111"/>
                    <a:pt x="30824" y="51820"/>
                    <a:pt x="24666" y="79676"/>
                  </a:cubicBezTo>
                  <a:cubicBezTo>
                    <a:pt x="1986" y="178300"/>
                    <a:pt x="-5134" y="279867"/>
                    <a:pt x="3563" y="380691"/>
                  </a:cubicBezTo>
                  <a:cubicBezTo>
                    <a:pt x="59489" y="390249"/>
                    <a:pt x="115942" y="396443"/>
                    <a:pt x="172613" y="399236"/>
                  </a:cubicBezTo>
                  <a:cubicBezTo>
                    <a:pt x="169158" y="399086"/>
                    <a:pt x="162624" y="330233"/>
                    <a:pt x="162174" y="32340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Content Placeholder 4">
              <a:extLst>
                <a:ext uri="{FF2B5EF4-FFF2-40B4-BE49-F238E27FC236}">
                  <a16:creationId xmlns:a16="http://schemas.microsoft.com/office/drawing/2014/main" id="{2BFC4FA1-C05C-3EB5-8A55-096174BB0EFC}"/>
                </a:ext>
              </a:extLst>
            </p:cNvPr>
            <p:cNvSpPr/>
            <p:nvPr/>
          </p:nvSpPr>
          <p:spPr>
            <a:xfrm>
              <a:off x="6154030" y="3980918"/>
              <a:ext cx="81989" cy="114565"/>
            </a:xfrm>
            <a:custGeom>
              <a:avLst/>
              <a:gdLst>
                <a:gd name="connsiteX0" fmla="*/ 20209 w 81989"/>
                <a:gd name="connsiteY0" fmla="*/ 83967 h 114565"/>
                <a:gd name="connsiteX1" fmla="*/ 77886 w 81989"/>
                <a:gd name="connsiteY1" fmla="*/ 114451 h 114565"/>
                <a:gd name="connsiteX2" fmla="*/ 79313 w 81989"/>
                <a:gd name="connsiteY2" fmla="*/ 114451 h 114565"/>
                <a:gd name="connsiteX3" fmla="*/ 80365 w 81989"/>
                <a:gd name="connsiteY3" fmla="*/ 112724 h 114565"/>
                <a:gd name="connsiteX4" fmla="*/ 81491 w 81989"/>
                <a:gd name="connsiteY4" fmla="*/ 108294 h 114565"/>
                <a:gd name="connsiteX5" fmla="*/ 81942 w 81989"/>
                <a:gd name="connsiteY5" fmla="*/ 104390 h 114565"/>
                <a:gd name="connsiteX6" fmla="*/ 75859 w 81989"/>
                <a:gd name="connsiteY6" fmla="*/ 97632 h 114565"/>
                <a:gd name="connsiteX7" fmla="*/ 58811 w 81989"/>
                <a:gd name="connsiteY7" fmla="*/ 85919 h 114565"/>
                <a:gd name="connsiteX8" fmla="*/ 39811 w 81989"/>
                <a:gd name="connsiteY8" fmla="*/ 44472 h 114565"/>
                <a:gd name="connsiteX9" fmla="*/ 19834 w 81989"/>
                <a:gd name="connsiteY9" fmla="*/ 4152 h 114565"/>
                <a:gd name="connsiteX10" fmla="*/ 15779 w 81989"/>
                <a:gd name="connsiteY10" fmla="*/ 323 h 114565"/>
                <a:gd name="connsiteX11" fmla="*/ 5715 w 81989"/>
                <a:gd name="connsiteY11" fmla="*/ 3551 h 114565"/>
                <a:gd name="connsiteX12" fmla="*/ 608 w 81989"/>
                <a:gd name="connsiteY12" fmla="*/ 22848 h 114565"/>
                <a:gd name="connsiteX13" fmla="*/ 3237 w 81989"/>
                <a:gd name="connsiteY13" fmla="*/ 41844 h 114565"/>
                <a:gd name="connsiteX14" fmla="*/ 20209 w 81989"/>
                <a:gd name="connsiteY14" fmla="*/ 83967 h 114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989" h="114565">
                  <a:moveTo>
                    <a:pt x="20209" y="83967"/>
                  </a:moveTo>
                  <a:cubicBezTo>
                    <a:pt x="34606" y="101401"/>
                    <a:pt x="55371" y="112371"/>
                    <a:pt x="77886" y="114451"/>
                  </a:cubicBezTo>
                  <a:cubicBezTo>
                    <a:pt x="78352" y="114563"/>
                    <a:pt x="78848" y="114563"/>
                    <a:pt x="79313" y="114451"/>
                  </a:cubicBezTo>
                  <a:cubicBezTo>
                    <a:pt x="79906" y="114068"/>
                    <a:pt x="80297" y="113430"/>
                    <a:pt x="80365" y="112724"/>
                  </a:cubicBezTo>
                  <a:lnTo>
                    <a:pt x="81491" y="108294"/>
                  </a:lnTo>
                  <a:cubicBezTo>
                    <a:pt x="81867" y="107025"/>
                    <a:pt x="82017" y="105711"/>
                    <a:pt x="81942" y="104390"/>
                  </a:cubicBezTo>
                  <a:cubicBezTo>
                    <a:pt x="81491" y="101386"/>
                    <a:pt x="78637" y="99284"/>
                    <a:pt x="75859" y="97632"/>
                  </a:cubicBezTo>
                  <a:cubicBezTo>
                    <a:pt x="69813" y="94276"/>
                    <a:pt x="64105" y="90356"/>
                    <a:pt x="58811" y="85919"/>
                  </a:cubicBezTo>
                  <a:cubicBezTo>
                    <a:pt x="47170" y="74957"/>
                    <a:pt x="44392" y="58964"/>
                    <a:pt x="39811" y="44472"/>
                  </a:cubicBezTo>
                  <a:cubicBezTo>
                    <a:pt x="35207" y="30108"/>
                    <a:pt x="28470" y="16518"/>
                    <a:pt x="19834" y="4152"/>
                  </a:cubicBezTo>
                  <a:cubicBezTo>
                    <a:pt x="18873" y="2515"/>
                    <a:pt x="17468" y="1186"/>
                    <a:pt x="15779" y="323"/>
                  </a:cubicBezTo>
                  <a:cubicBezTo>
                    <a:pt x="12084" y="-706"/>
                    <a:pt x="8126" y="563"/>
                    <a:pt x="5715" y="3551"/>
                  </a:cubicBezTo>
                  <a:cubicBezTo>
                    <a:pt x="781" y="8664"/>
                    <a:pt x="-1149" y="15962"/>
                    <a:pt x="608" y="22848"/>
                  </a:cubicBezTo>
                  <a:cubicBezTo>
                    <a:pt x="2058" y="29087"/>
                    <a:pt x="2937" y="35447"/>
                    <a:pt x="3237" y="41844"/>
                  </a:cubicBezTo>
                  <a:cubicBezTo>
                    <a:pt x="4686" y="57237"/>
                    <a:pt x="10582" y="71871"/>
                    <a:pt x="20209" y="83967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Content Placeholder 4">
              <a:extLst>
                <a:ext uri="{FF2B5EF4-FFF2-40B4-BE49-F238E27FC236}">
                  <a16:creationId xmlns:a16="http://schemas.microsoft.com/office/drawing/2014/main" id="{16BE9DAA-E29C-2FE6-9625-E75812CCB759}"/>
                </a:ext>
              </a:extLst>
            </p:cNvPr>
            <p:cNvSpPr/>
            <p:nvPr/>
          </p:nvSpPr>
          <p:spPr>
            <a:xfrm>
              <a:off x="6105231" y="3996669"/>
              <a:ext cx="150892" cy="164844"/>
            </a:xfrm>
            <a:custGeom>
              <a:avLst/>
              <a:gdLst>
                <a:gd name="connsiteX0" fmla="*/ 23648 w 150892"/>
                <a:gd name="connsiteY0" fmla="*/ 127758 h 164844"/>
                <a:gd name="connsiteX1" fmla="*/ 47980 w 150892"/>
                <a:gd name="connsiteY1" fmla="*/ 163273 h 164844"/>
                <a:gd name="connsiteX2" fmla="*/ 76743 w 150892"/>
                <a:gd name="connsiteY2" fmla="*/ 161546 h 164844"/>
                <a:gd name="connsiteX3" fmla="*/ 130215 w 150892"/>
                <a:gd name="connsiteY3" fmla="*/ 137895 h 164844"/>
                <a:gd name="connsiteX4" fmla="*/ 150717 w 150892"/>
                <a:gd name="connsiteY4" fmla="*/ 109513 h 164844"/>
                <a:gd name="connsiteX5" fmla="*/ 148389 w 150892"/>
                <a:gd name="connsiteY5" fmla="*/ 104407 h 164844"/>
                <a:gd name="connsiteX6" fmla="*/ 136298 w 150892"/>
                <a:gd name="connsiteY6" fmla="*/ 107035 h 164844"/>
                <a:gd name="connsiteX7" fmla="*/ 75392 w 150892"/>
                <a:gd name="connsiteY7" fmla="*/ 129560 h 164844"/>
                <a:gd name="connsiteX8" fmla="*/ 67206 w 150892"/>
                <a:gd name="connsiteY8" fmla="*/ 128959 h 164844"/>
                <a:gd name="connsiteX9" fmla="*/ 56391 w 150892"/>
                <a:gd name="connsiteY9" fmla="*/ 111390 h 164844"/>
                <a:gd name="connsiteX10" fmla="*/ 42723 w 150892"/>
                <a:gd name="connsiteY10" fmla="*/ 26995 h 164844"/>
                <a:gd name="connsiteX11" fmla="*/ 38893 w 150892"/>
                <a:gd name="connsiteY11" fmla="*/ 11077 h 164844"/>
                <a:gd name="connsiteX12" fmla="*/ 17414 w 150892"/>
                <a:gd name="connsiteY12" fmla="*/ 114 h 164844"/>
                <a:gd name="connsiteX13" fmla="*/ 5624 w 150892"/>
                <a:gd name="connsiteY13" fmla="*/ 54701 h 164844"/>
                <a:gd name="connsiteX14" fmla="*/ 23648 w 150892"/>
                <a:gd name="connsiteY14" fmla="*/ 127758 h 164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0892" h="164844">
                  <a:moveTo>
                    <a:pt x="23648" y="127758"/>
                  </a:moveTo>
                  <a:cubicBezTo>
                    <a:pt x="27853" y="142024"/>
                    <a:pt x="34011" y="157792"/>
                    <a:pt x="47980" y="163273"/>
                  </a:cubicBezTo>
                  <a:cubicBezTo>
                    <a:pt x="57503" y="165811"/>
                    <a:pt x="67589" y="165203"/>
                    <a:pt x="76743" y="161546"/>
                  </a:cubicBezTo>
                  <a:cubicBezTo>
                    <a:pt x="95428" y="155780"/>
                    <a:pt x="113377" y="147836"/>
                    <a:pt x="130215" y="137895"/>
                  </a:cubicBezTo>
                  <a:cubicBezTo>
                    <a:pt x="140879" y="131513"/>
                    <a:pt x="152294" y="121751"/>
                    <a:pt x="150717" y="109513"/>
                  </a:cubicBezTo>
                  <a:cubicBezTo>
                    <a:pt x="150627" y="107575"/>
                    <a:pt x="149793" y="105744"/>
                    <a:pt x="148389" y="104407"/>
                  </a:cubicBezTo>
                  <a:cubicBezTo>
                    <a:pt x="145009" y="101629"/>
                    <a:pt x="139902" y="104407"/>
                    <a:pt x="136298" y="107035"/>
                  </a:cubicBezTo>
                  <a:cubicBezTo>
                    <a:pt x="118439" y="119972"/>
                    <a:pt x="97373" y="127758"/>
                    <a:pt x="75392" y="129560"/>
                  </a:cubicBezTo>
                  <a:cubicBezTo>
                    <a:pt x="72650" y="129891"/>
                    <a:pt x="69872" y="129688"/>
                    <a:pt x="67206" y="128959"/>
                  </a:cubicBezTo>
                  <a:cubicBezTo>
                    <a:pt x="60447" y="126482"/>
                    <a:pt x="57893" y="118373"/>
                    <a:pt x="56391" y="111390"/>
                  </a:cubicBezTo>
                  <a:cubicBezTo>
                    <a:pt x="50436" y="83458"/>
                    <a:pt x="45877" y="55324"/>
                    <a:pt x="42723" y="26995"/>
                  </a:cubicBezTo>
                  <a:cubicBezTo>
                    <a:pt x="42415" y="21499"/>
                    <a:pt x="41116" y="16107"/>
                    <a:pt x="38893" y="11077"/>
                  </a:cubicBezTo>
                  <a:cubicBezTo>
                    <a:pt x="34597" y="3433"/>
                    <a:pt x="26126" y="-892"/>
                    <a:pt x="17414" y="114"/>
                  </a:cubicBezTo>
                  <a:cubicBezTo>
                    <a:pt x="-10147" y="3869"/>
                    <a:pt x="2394" y="37657"/>
                    <a:pt x="5624" y="54701"/>
                  </a:cubicBezTo>
                  <a:cubicBezTo>
                    <a:pt x="10580" y="79178"/>
                    <a:pt x="16588" y="103656"/>
                    <a:pt x="23648" y="12775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Content Placeholder 4">
              <a:extLst>
                <a:ext uri="{FF2B5EF4-FFF2-40B4-BE49-F238E27FC236}">
                  <a16:creationId xmlns:a16="http://schemas.microsoft.com/office/drawing/2014/main" id="{E9FB6BED-60B3-4B31-792F-4CF32D0F6414}"/>
                </a:ext>
              </a:extLst>
            </p:cNvPr>
            <p:cNvSpPr/>
            <p:nvPr/>
          </p:nvSpPr>
          <p:spPr>
            <a:xfrm>
              <a:off x="6123050" y="3832228"/>
              <a:ext cx="96444" cy="117657"/>
            </a:xfrm>
            <a:custGeom>
              <a:avLst/>
              <a:gdLst>
                <a:gd name="connsiteX0" fmla="*/ 34366 w 96444"/>
                <a:gd name="connsiteY0" fmla="*/ 2373 h 117657"/>
                <a:gd name="connsiteX1" fmla="*/ 15742 w 96444"/>
                <a:gd name="connsiteY1" fmla="*/ 28653 h 117657"/>
                <a:gd name="connsiteX2" fmla="*/ 3125 w 96444"/>
                <a:gd name="connsiteY2" fmla="*/ 66720 h 117657"/>
                <a:gd name="connsiteX3" fmla="*/ -29 w 96444"/>
                <a:gd name="connsiteY3" fmla="*/ 96078 h 117657"/>
                <a:gd name="connsiteX4" fmla="*/ 49912 w 96444"/>
                <a:gd name="connsiteY4" fmla="*/ 117628 h 117657"/>
                <a:gd name="connsiteX5" fmla="*/ 96099 w 96444"/>
                <a:gd name="connsiteY5" fmla="*/ 27526 h 117657"/>
                <a:gd name="connsiteX6" fmla="*/ 93470 w 96444"/>
                <a:gd name="connsiteY6" fmla="*/ 21444 h 117657"/>
                <a:gd name="connsiteX7" fmla="*/ 45556 w 96444"/>
                <a:gd name="connsiteY7" fmla="*/ 947 h 117657"/>
                <a:gd name="connsiteX8" fmla="*/ 40149 w 96444"/>
                <a:gd name="connsiteY8" fmla="*/ -30 h 117657"/>
                <a:gd name="connsiteX9" fmla="*/ 34366 w 96444"/>
                <a:gd name="connsiteY9" fmla="*/ 2373 h 117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6444" h="117657">
                  <a:moveTo>
                    <a:pt x="34366" y="2373"/>
                  </a:moveTo>
                  <a:cubicBezTo>
                    <a:pt x="26241" y="9604"/>
                    <a:pt x="19865" y="18591"/>
                    <a:pt x="15742" y="28653"/>
                  </a:cubicBezTo>
                  <a:cubicBezTo>
                    <a:pt x="9110" y="40403"/>
                    <a:pt x="4822" y="53333"/>
                    <a:pt x="3125" y="66720"/>
                  </a:cubicBezTo>
                  <a:cubicBezTo>
                    <a:pt x="2524" y="76632"/>
                    <a:pt x="4477" y="87219"/>
                    <a:pt x="-29" y="96078"/>
                  </a:cubicBezTo>
                  <a:cubicBezTo>
                    <a:pt x="16891" y="102536"/>
                    <a:pt x="33540" y="109721"/>
                    <a:pt x="49912" y="117628"/>
                  </a:cubicBezTo>
                  <a:cubicBezTo>
                    <a:pt x="73223" y="92362"/>
                    <a:pt x="89197" y="61202"/>
                    <a:pt x="96099" y="27526"/>
                  </a:cubicBezTo>
                  <a:cubicBezTo>
                    <a:pt x="97022" y="25124"/>
                    <a:pt x="95858" y="22421"/>
                    <a:pt x="93470" y="21444"/>
                  </a:cubicBezTo>
                  <a:cubicBezTo>
                    <a:pt x="78488" y="12502"/>
                    <a:pt x="62371" y="5609"/>
                    <a:pt x="45556" y="947"/>
                  </a:cubicBezTo>
                  <a:cubicBezTo>
                    <a:pt x="43829" y="293"/>
                    <a:pt x="41997" y="-37"/>
                    <a:pt x="40149" y="-30"/>
                  </a:cubicBezTo>
                  <a:cubicBezTo>
                    <a:pt x="38046" y="248"/>
                    <a:pt x="36049" y="1081"/>
                    <a:pt x="34366" y="2373"/>
                  </a:cubicBezTo>
                  <a:close/>
                </a:path>
              </a:pathLst>
            </a:custGeom>
            <a:solidFill>
              <a:srgbClr val="C2A09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Content Placeholder 4">
              <a:extLst>
                <a:ext uri="{FF2B5EF4-FFF2-40B4-BE49-F238E27FC236}">
                  <a16:creationId xmlns:a16="http://schemas.microsoft.com/office/drawing/2014/main" id="{057A4B7B-EAB8-A526-EA96-1B08C034669E}"/>
                </a:ext>
              </a:extLst>
            </p:cNvPr>
            <p:cNvSpPr/>
            <p:nvPr/>
          </p:nvSpPr>
          <p:spPr>
            <a:xfrm>
              <a:off x="6198400" y="3825788"/>
              <a:ext cx="34256" cy="81903"/>
            </a:xfrm>
            <a:custGeom>
              <a:avLst/>
              <a:gdLst>
                <a:gd name="connsiteX0" fmla="*/ 5203 w 34256"/>
                <a:gd name="connsiteY0" fmla="*/ 81795 h 81903"/>
                <a:gd name="connsiteX1" fmla="*/ 11737 w 34256"/>
                <a:gd name="connsiteY1" fmla="*/ 79542 h 81903"/>
                <a:gd name="connsiteX2" fmla="*/ 30136 w 34256"/>
                <a:gd name="connsiteY2" fmla="*/ 50635 h 81903"/>
                <a:gd name="connsiteX3" fmla="*/ 34116 w 34256"/>
                <a:gd name="connsiteY3" fmla="*/ 16321 h 81903"/>
                <a:gd name="connsiteX4" fmla="*/ 30512 w 34256"/>
                <a:gd name="connsiteY4" fmla="*/ 9263 h 81903"/>
                <a:gd name="connsiteX5" fmla="*/ 20448 w 34256"/>
                <a:gd name="connsiteY5" fmla="*/ 3031 h 81903"/>
                <a:gd name="connsiteX6" fmla="*/ 5428 w 34256"/>
                <a:gd name="connsiteY6" fmla="*/ 929 h 81903"/>
                <a:gd name="connsiteX7" fmla="*/ 697 w 34256"/>
                <a:gd name="connsiteY7" fmla="*/ 15946 h 81903"/>
                <a:gd name="connsiteX8" fmla="*/ 6930 w 34256"/>
                <a:gd name="connsiteY8" fmla="*/ 31488 h 81903"/>
                <a:gd name="connsiteX9" fmla="*/ 8808 w 34256"/>
                <a:gd name="connsiteY9" fmla="*/ 44853 h 81903"/>
                <a:gd name="connsiteX10" fmla="*/ 7456 w 34256"/>
                <a:gd name="connsiteY10" fmla="*/ 61597 h 81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256" h="81903">
                  <a:moveTo>
                    <a:pt x="5203" y="81795"/>
                  </a:moveTo>
                  <a:cubicBezTo>
                    <a:pt x="7621" y="82148"/>
                    <a:pt x="10054" y="81307"/>
                    <a:pt x="11737" y="79542"/>
                  </a:cubicBezTo>
                  <a:cubicBezTo>
                    <a:pt x="20569" y="71914"/>
                    <a:pt x="26967" y="61860"/>
                    <a:pt x="30136" y="50635"/>
                  </a:cubicBezTo>
                  <a:cubicBezTo>
                    <a:pt x="33298" y="39485"/>
                    <a:pt x="34642" y="27899"/>
                    <a:pt x="34116" y="16321"/>
                  </a:cubicBezTo>
                  <a:cubicBezTo>
                    <a:pt x="34567" y="13438"/>
                    <a:pt x="33110" y="10592"/>
                    <a:pt x="30512" y="9263"/>
                  </a:cubicBezTo>
                  <a:cubicBezTo>
                    <a:pt x="27290" y="6973"/>
                    <a:pt x="23933" y="4893"/>
                    <a:pt x="20448" y="3031"/>
                  </a:cubicBezTo>
                  <a:cubicBezTo>
                    <a:pt x="16093" y="-100"/>
                    <a:pt x="10475" y="-881"/>
                    <a:pt x="5428" y="929"/>
                  </a:cubicBezTo>
                  <a:cubicBezTo>
                    <a:pt x="712" y="4345"/>
                    <a:pt x="-1203" y="10442"/>
                    <a:pt x="697" y="15946"/>
                  </a:cubicBezTo>
                  <a:cubicBezTo>
                    <a:pt x="1974" y="21352"/>
                    <a:pt x="5203" y="26157"/>
                    <a:pt x="6930" y="31488"/>
                  </a:cubicBezTo>
                  <a:cubicBezTo>
                    <a:pt x="8267" y="35813"/>
                    <a:pt x="8898" y="40326"/>
                    <a:pt x="8808" y="44853"/>
                  </a:cubicBezTo>
                  <a:cubicBezTo>
                    <a:pt x="8695" y="50455"/>
                    <a:pt x="8244" y="56048"/>
                    <a:pt x="7456" y="61597"/>
                  </a:cubicBezTo>
                  <a:close/>
                </a:path>
              </a:pathLst>
            </a:custGeom>
            <a:solidFill>
              <a:srgbClr val="332F2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Content Placeholder 4">
              <a:extLst>
                <a:ext uri="{FF2B5EF4-FFF2-40B4-BE49-F238E27FC236}">
                  <a16:creationId xmlns:a16="http://schemas.microsoft.com/office/drawing/2014/main" id="{FDE910F2-A15A-99ED-0B54-B2B8BA6B42F0}"/>
                </a:ext>
              </a:extLst>
            </p:cNvPr>
            <p:cNvSpPr/>
            <p:nvPr/>
          </p:nvSpPr>
          <p:spPr>
            <a:xfrm>
              <a:off x="6169441" y="3918955"/>
              <a:ext cx="21709" cy="14129"/>
            </a:xfrm>
            <a:custGeom>
              <a:avLst/>
              <a:gdLst>
                <a:gd name="connsiteX0" fmla="*/ 20118 w 21709"/>
                <a:gd name="connsiteY0" fmla="*/ 4471 h 14129"/>
                <a:gd name="connsiteX1" fmla="*/ 13570 w 21709"/>
                <a:gd name="connsiteY1" fmla="*/ 5139 h 14129"/>
                <a:gd name="connsiteX2" fmla="*/ 12608 w 21709"/>
                <a:gd name="connsiteY2" fmla="*/ 7174 h 14129"/>
                <a:gd name="connsiteX3" fmla="*/ 17114 w 21709"/>
                <a:gd name="connsiteY3" fmla="*/ 8375 h 14129"/>
                <a:gd name="connsiteX4" fmla="*/ 11407 w 21709"/>
                <a:gd name="connsiteY4" fmla="*/ 10252 h 14129"/>
                <a:gd name="connsiteX5" fmla="*/ 8027 w 21709"/>
                <a:gd name="connsiteY5" fmla="*/ 4846 h 14129"/>
                <a:gd name="connsiteX6" fmla="*/ 5624 w 21709"/>
                <a:gd name="connsiteY6" fmla="*/ 566 h 14129"/>
                <a:gd name="connsiteX7" fmla="*/ -8 w 21709"/>
                <a:gd name="connsiteY7" fmla="*/ 4696 h 14129"/>
                <a:gd name="connsiteX8" fmla="*/ 938 w 21709"/>
                <a:gd name="connsiteY8" fmla="*/ 5176 h 14129"/>
                <a:gd name="connsiteX9" fmla="*/ 1419 w 21709"/>
                <a:gd name="connsiteY9" fmla="*/ 4696 h 14129"/>
                <a:gd name="connsiteX10" fmla="*/ 5474 w 21709"/>
                <a:gd name="connsiteY10" fmla="*/ 4696 h 14129"/>
                <a:gd name="connsiteX11" fmla="*/ 5474 w 21709"/>
                <a:gd name="connsiteY11" fmla="*/ 6122 h 14129"/>
                <a:gd name="connsiteX12" fmla="*/ 6075 w 21709"/>
                <a:gd name="connsiteY12" fmla="*/ 8375 h 14129"/>
                <a:gd name="connsiteX13" fmla="*/ 9754 w 21709"/>
                <a:gd name="connsiteY13" fmla="*/ 12580 h 14129"/>
                <a:gd name="connsiteX14" fmla="*/ 19442 w 21709"/>
                <a:gd name="connsiteY14" fmla="*/ 12580 h 14129"/>
                <a:gd name="connsiteX15" fmla="*/ 20689 w 21709"/>
                <a:gd name="connsiteY15" fmla="*/ 5146 h 14129"/>
                <a:gd name="connsiteX16" fmla="*/ 20118 w 21709"/>
                <a:gd name="connsiteY16" fmla="*/ 4471 h 14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709" h="14129">
                  <a:moveTo>
                    <a:pt x="20118" y="4471"/>
                  </a:moveTo>
                  <a:cubicBezTo>
                    <a:pt x="18128" y="2849"/>
                    <a:pt x="15192" y="3142"/>
                    <a:pt x="13570" y="5139"/>
                  </a:cubicBezTo>
                  <a:cubicBezTo>
                    <a:pt x="13089" y="5724"/>
                    <a:pt x="12758" y="6423"/>
                    <a:pt x="12608" y="7174"/>
                  </a:cubicBezTo>
                  <a:cubicBezTo>
                    <a:pt x="11932" y="10027"/>
                    <a:pt x="16438" y="11228"/>
                    <a:pt x="17114" y="8375"/>
                  </a:cubicBezTo>
                  <a:cubicBezTo>
                    <a:pt x="16363" y="11378"/>
                    <a:pt x="13885" y="11453"/>
                    <a:pt x="11407" y="10252"/>
                  </a:cubicBezTo>
                  <a:cubicBezTo>
                    <a:pt x="9424" y="9148"/>
                    <a:pt x="8155" y="7106"/>
                    <a:pt x="8027" y="4846"/>
                  </a:cubicBezTo>
                  <a:cubicBezTo>
                    <a:pt x="7997" y="3104"/>
                    <a:pt x="7096" y="1497"/>
                    <a:pt x="5624" y="566"/>
                  </a:cubicBezTo>
                  <a:cubicBezTo>
                    <a:pt x="2695" y="-1386"/>
                    <a:pt x="-309" y="1843"/>
                    <a:pt x="-8" y="4696"/>
                  </a:cubicBezTo>
                  <a:cubicBezTo>
                    <a:pt x="119" y="5086"/>
                    <a:pt x="547" y="5304"/>
                    <a:pt x="938" y="5176"/>
                  </a:cubicBezTo>
                  <a:cubicBezTo>
                    <a:pt x="1163" y="5101"/>
                    <a:pt x="1343" y="4921"/>
                    <a:pt x="1419" y="4696"/>
                  </a:cubicBezTo>
                  <a:lnTo>
                    <a:pt x="5474" y="4696"/>
                  </a:lnTo>
                  <a:cubicBezTo>
                    <a:pt x="5474" y="5146"/>
                    <a:pt x="5474" y="5597"/>
                    <a:pt x="5474" y="6122"/>
                  </a:cubicBezTo>
                  <a:cubicBezTo>
                    <a:pt x="5601" y="6888"/>
                    <a:pt x="5804" y="7647"/>
                    <a:pt x="6075" y="8375"/>
                  </a:cubicBezTo>
                  <a:cubicBezTo>
                    <a:pt x="6923" y="10064"/>
                    <a:pt x="8192" y="11513"/>
                    <a:pt x="9754" y="12580"/>
                  </a:cubicBezTo>
                  <a:cubicBezTo>
                    <a:pt x="12668" y="14607"/>
                    <a:pt x="16529" y="14607"/>
                    <a:pt x="19442" y="12580"/>
                  </a:cubicBezTo>
                  <a:cubicBezTo>
                    <a:pt x="21838" y="10868"/>
                    <a:pt x="22401" y="7542"/>
                    <a:pt x="20689" y="5146"/>
                  </a:cubicBezTo>
                  <a:cubicBezTo>
                    <a:pt x="20516" y="4906"/>
                    <a:pt x="20329" y="4681"/>
                    <a:pt x="20118" y="4471"/>
                  </a:cubicBezTo>
                  <a:close/>
                </a:path>
              </a:pathLst>
            </a:custGeom>
            <a:solidFill>
              <a:srgbClr val="3D393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Content Placeholder 4">
              <a:extLst>
                <a:ext uri="{FF2B5EF4-FFF2-40B4-BE49-F238E27FC236}">
                  <a16:creationId xmlns:a16="http://schemas.microsoft.com/office/drawing/2014/main" id="{491B9CB9-CA2F-69EC-9929-7912B48B34F2}"/>
                </a:ext>
              </a:extLst>
            </p:cNvPr>
            <p:cNvSpPr/>
            <p:nvPr/>
          </p:nvSpPr>
          <p:spPr>
            <a:xfrm>
              <a:off x="6139652" y="3883124"/>
              <a:ext cx="46072" cy="74855"/>
            </a:xfrm>
            <a:custGeom>
              <a:avLst/>
              <a:gdLst>
                <a:gd name="connsiteX0" fmla="*/ 45927 w 46072"/>
                <a:gd name="connsiteY0" fmla="*/ 60650 h 74855"/>
                <a:gd name="connsiteX1" fmla="*/ 40182 w 46072"/>
                <a:gd name="connsiteY1" fmla="*/ 55139 h 74855"/>
                <a:gd name="connsiteX2" fmla="*/ 38868 w 46072"/>
                <a:gd name="connsiteY2" fmla="*/ 55319 h 74855"/>
                <a:gd name="connsiteX3" fmla="*/ 27978 w 46072"/>
                <a:gd name="connsiteY3" fmla="*/ 53292 h 74855"/>
                <a:gd name="connsiteX4" fmla="*/ 23172 w 46072"/>
                <a:gd name="connsiteY4" fmla="*/ 52015 h 74855"/>
                <a:gd name="connsiteX5" fmla="*/ 18816 w 46072"/>
                <a:gd name="connsiteY5" fmla="*/ 41353 h 74855"/>
                <a:gd name="connsiteX6" fmla="*/ 15662 w 46072"/>
                <a:gd name="connsiteY6" fmla="*/ 32719 h 74855"/>
                <a:gd name="connsiteX7" fmla="*/ 14310 w 46072"/>
                <a:gd name="connsiteY7" fmla="*/ 24084 h 74855"/>
                <a:gd name="connsiteX8" fmla="*/ 16037 w 46072"/>
                <a:gd name="connsiteY8" fmla="*/ 14323 h 74855"/>
                <a:gd name="connsiteX9" fmla="*/ 13334 w 46072"/>
                <a:gd name="connsiteY9" fmla="*/ 11395 h 74855"/>
                <a:gd name="connsiteX10" fmla="*/ 13334 w 46072"/>
                <a:gd name="connsiteY10" fmla="*/ 4712 h 74855"/>
                <a:gd name="connsiteX11" fmla="*/ 4998 w 46072"/>
                <a:gd name="connsiteY11" fmla="*/ 1408 h 74855"/>
                <a:gd name="connsiteX12" fmla="*/ 41 w 46072"/>
                <a:gd name="connsiteY12" fmla="*/ 6439 h 74855"/>
                <a:gd name="connsiteX13" fmla="*/ 792 w 46072"/>
                <a:gd name="connsiteY13" fmla="*/ 11695 h 74855"/>
                <a:gd name="connsiteX14" fmla="*/ 4547 w 46072"/>
                <a:gd name="connsiteY14" fmla="*/ 32418 h 74855"/>
                <a:gd name="connsiteX15" fmla="*/ 8603 w 46072"/>
                <a:gd name="connsiteY15" fmla="*/ 47435 h 74855"/>
                <a:gd name="connsiteX16" fmla="*/ 17840 w 46072"/>
                <a:gd name="connsiteY16" fmla="*/ 69435 h 74855"/>
                <a:gd name="connsiteX17" fmla="*/ 45927 w 46072"/>
                <a:gd name="connsiteY17" fmla="*/ 60650 h 74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6072" h="74855">
                  <a:moveTo>
                    <a:pt x="45927" y="60650"/>
                  </a:moveTo>
                  <a:cubicBezTo>
                    <a:pt x="45860" y="57541"/>
                    <a:pt x="43291" y="55071"/>
                    <a:pt x="40182" y="55139"/>
                  </a:cubicBezTo>
                  <a:cubicBezTo>
                    <a:pt x="39739" y="55146"/>
                    <a:pt x="39296" y="55206"/>
                    <a:pt x="38868" y="55319"/>
                  </a:cubicBezTo>
                  <a:lnTo>
                    <a:pt x="27978" y="53292"/>
                  </a:lnTo>
                  <a:cubicBezTo>
                    <a:pt x="26664" y="52143"/>
                    <a:pt x="24884" y="51670"/>
                    <a:pt x="23172" y="52015"/>
                  </a:cubicBezTo>
                  <a:cubicBezTo>
                    <a:pt x="21482" y="48561"/>
                    <a:pt x="20033" y="45002"/>
                    <a:pt x="18816" y="41353"/>
                  </a:cubicBezTo>
                  <a:cubicBezTo>
                    <a:pt x="17562" y="38553"/>
                    <a:pt x="16503" y="35669"/>
                    <a:pt x="15662" y="32719"/>
                  </a:cubicBezTo>
                  <a:cubicBezTo>
                    <a:pt x="15069" y="29865"/>
                    <a:pt x="14611" y="26982"/>
                    <a:pt x="14310" y="24084"/>
                  </a:cubicBezTo>
                  <a:cubicBezTo>
                    <a:pt x="14250" y="20750"/>
                    <a:pt x="14836" y="17431"/>
                    <a:pt x="16037" y="14323"/>
                  </a:cubicBezTo>
                  <a:cubicBezTo>
                    <a:pt x="16713" y="12521"/>
                    <a:pt x="14911" y="11169"/>
                    <a:pt x="13334" y="11395"/>
                  </a:cubicBezTo>
                  <a:cubicBezTo>
                    <a:pt x="13334" y="9217"/>
                    <a:pt x="13334" y="6965"/>
                    <a:pt x="13334" y="4712"/>
                  </a:cubicBezTo>
                  <a:cubicBezTo>
                    <a:pt x="13334" y="-319"/>
                    <a:pt x="8002" y="-1220"/>
                    <a:pt x="4998" y="1408"/>
                  </a:cubicBezTo>
                  <a:cubicBezTo>
                    <a:pt x="2324" y="1626"/>
                    <a:pt x="221" y="3766"/>
                    <a:pt x="41" y="6439"/>
                  </a:cubicBezTo>
                  <a:cubicBezTo>
                    <a:pt x="-169" y="8226"/>
                    <a:pt x="94" y="10036"/>
                    <a:pt x="792" y="11695"/>
                  </a:cubicBezTo>
                  <a:cubicBezTo>
                    <a:pt x="3586" y="18235"/>
                    <a:pt x="4870" y="25315"/>
                    <a:pt x="4547" y="32418"/>
                  </a:cubicBezTo>
                  <a:cubicBezTo>
                    <a:pt x="5216" y="37584"/>
                    <a:pt x="6582" y="42637"/>
                    <a:pt x="8603" y="47435"/>
                  </a:cubicBezTo>
                  <a:cubicBezTo>
                    <a:pt x="9744" y="55439"/>
                    <a:pt x="12928" y="63015"/>
                    <a:pt x="17840" y="69435"/>
                  </a:cubicBezTo>
                  <a:cubicBezTo>
                    <a:pt x="26326" y="78971"/>
                    <a:pt x="47805" y="75742"/>
                    <a:pt x="45927" y="6065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Content Placeholder 4">
              <a:extLst>
                <a:ext uri="{FF2B5EF4-FFF2-40B4-BE49-F238E27FC236}">
                  <a16:creationId xmlns:a16="http://schemas.microsoft.com/office/drawing/2014/main" id="{B26CA727-F0E1-650B-BE38-C219388BECA5}"/>
                </a:ext>
              </a:extLst>
            </p:cNvPr>
            <p:cNvSpPr/>
            <p:nvPr/>
          </p:nvSpPr>
          <p:spPr>
            <a:xfrm>
              <a:off x="6106171" y="3779032"/>
              <a:ext cx="128727" cy="125969"/>
            </a:xfrm>
            <a:custGeom>
              <a:avLst/>
              <a:gdLst>
                <a:gd name="connsiteX0" fmla="*/ 127322 w 128727"/>
                <a:gd name="connsiteY0" fmla="*/ 57071 h 125969"/>
                <a:gd name="connsiteX1" fmla="*/ 128674 w 128727"/>
                <a:gd name="connsiteY1" fmla="*/ 50388 h 125969"/>
                <a:gd name="connsiteX2" fmla="*/ 115532 w 128727"/>
                <a:gd name="connsiteY2" fmla="*/ 27863 h 125969"/>
                <a:gd name="connsiteX3" fmla="*/ 103816 w 128727"/>
                <a:gd name="connsiteY3" fmla="*/ 5488 h 125969"/>
                <a:gd name="connsiteX4" fmla="*/ 93452 w 128727"/>
                <a:gd name="connsiteY4" fmla="*/ 7 h 125969"/>
                <a:gd name="connsiteX5" fmla="*/ 83239 w 128727"/>
                <a:gd name="connsiteY5" fmla="*/ 7515 h 125969"/>
                <a:gd name="connsiteX6" fmla="*/ 33147 w 128727"/>
                <a:gd name="connsiteY6" fmla="*/ 23208 h 125969"/>
                <a:gd name="connsiteX7" fmla="*/ 4985 w 128727"/>
                <a:gd name="connsiteY7" fmla="*/ 56170 h 125969"/>
                <a:gd name="connsiteX8" fmla="*/ 404 w 128727"/>
                <a:gd name="connsiteY8" fmla="*/ 100320 h 125969"/>
                <a:gd name="connsiteX9" fmla="*/ 46740 w 128727"/>
                <a:gd name="connsiteY9" fmla="*/ 118790 h 125969"/>
                <a:gd name="connsiteX10" fmla="*/ 69270 w 128727"/>
                <a:gd name="connsiteY10" fmla="*/ 103323 h 125969"/>
                <a:gd name="connsiteX11" fmla="*/ 92251 w 128727"/>
                <a:gd name="connsiteY11" fmla="*/ 84251 h 125969"/>
                <a:gd name="connsiteX12" fmla="*/ 127322 w 128727"/>
                <a:gd name="connsiteY12" fmla="*/ 57071 h 125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8727" h="125969">
                  <a:moveTo>
                    <a:pt x="127322" y="57071"/>
                  </a:moveTo>
                  <a:cubicBezTo>
                    <a:pt x="128148" y="54938"/>
                    <a:pt x="128599" y="52678"/>
                    <a:pt x="128674" y="50388"/>
                  </a:cubicBezTo>
                  <a:cubicBezTo>
                    <a:pt x="129200" y="41003"/>
                    <a:pt x="121164" y="34545"/>
                    <a:pt x="115532" y="27863"/>
                  </a:cubicBezTo>
                  <a:cubicBezTo>
                    <a:pt x="109899" y="21180"/>
                    <a:pt x="108397" y="12996"/>
                    <a:pt x="103816" y="5488"/>
                  </a:cubicBezTo>
                  <a:cubicBezTo>
                    <a:pt x="101721" y="1801"/>
                    <a:pt x="97681" y="-339"/>
                    <a:pt x="93452" y="7"/>
                  </a:cubicBezTo>
                  <a:cubicBezTo>
                    <a:pt x="89247" y="682"/>
                    <a:pt x="86393" y="4362"/>
                    <a:pt x="83239" y="7515"/>
                  </a:cubicBezTo>
                  <a:cubicBezTo>
                    <a:pt x="70021" y="19228"/>
                    <a:pt x="49369" y="16150"/>
                    <a:pt x="33147" y="23208"/>
                  </a:cubicBezTo>
                  <a:cubicBezTo>
                    <a:pt x="19584" y="29800"/>
                    <a:pt x="9378" y="41746"/>
                    <a:pt x="4985" y="56170"/>
                  </a:cubicBezTo>
                  <a:cubicBezTo>
                    <a:pt x="681" y="70466"/>
                    <a:pt x="-873" y="85445"/>
                    <a:pt x="404" y="100320"/>
                  </a:cubicBezTo>
                  <a:cubicBezTo>
                    <a:pt x="1830" y="128026"/>
                    <a:pt x="25937" y="131705"/>
                    <a:pt x="46740" y="118790"/>
                  </a:cubicBezTo>
                  <a:cubicBezTo>
                    <a:pt x="54565" y="114105"/>
                    <a:pt x="62091" y="108939"/>
                    <a:pt x="69270" y="103323"/>
                  </a:cubicBezTo>
                  <a:cubicBezTo>
                    <a:pt x="76780" y="97091"/>
                    <a:pt x="84290" y="89958"/>
                    <a:pt x="92251" y="84251"/>
                  </a:cubicBezTo>
                  <a:cubicBezTo>
                    <a:pt x="103140" y="75692"/>
                    <a:pt x="122065" y="71262"/>
                    <a:pt x="127322" y="57071"/>
                  </a:cubicBezTo>
                  <a:close/>
                </a:path>
              </a:pathLst>
            </a:custGeom>
            <a:solidFill>
              <a:srgbClr val="3D393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82" name="Content Placeholder 4">
              <a:extLst>
                <a:ext uri="{FF2B5EF4-FFF2-40B4-BE49-F238E27FC236}">
                  <a16:creationId xmlns:a16="http://schemas.microsoft.com/office/drawing/2014/main" id="{56E42870-2BBF-A3E2-16A7-8A35F3060682}"/>
                </a:ext>
              </a:extLst>
            </p:cNvPr>
            <p:cNvGrpSpPr/>
            <p:nvPr/>
          </p:nvGrpSpPr>
          <p:grpSpPr>
            <a:xfrm>
              <a:off x="6143402" y="3820775"/>
              <a:ext cx="82605" cy="56581"/>
              <a:chOff x="5169041" y="3972956"/>
              <a:chExt cx="82605" cy="56581"/>
            </a:xfrm>
            <a:solidFill>
              <a:srgbClr val="FFFFFF"/>
            </a:solidFill>
          </p:grpSpPr>
          <p:sp>
            <p:nvSpPr>
              <p:cNvPr id="83" name="Content Placeholder 4">
                <a:extLst>
                  <a:ext uri="{FF2B5EF4-FFF2-40B4-BE49-F238E27FC236}">
                    <a16:creationId xmlns:a16="http://schemas.microsoft.com/office/drawing/2014/main" id="{2F9636AB-DF08-E86C-2B3B-E25469EA48EE}"/>
                  </a:ext>
                </a:extLst>
              </p:cNvPr>
              <p:cNvSpPr/>
              <p:nvPr/>
            </p:nvSpPr>
            <p:spPr>
              <a:xfrm>
                <a:off x="5240096" y="4006334"/>
                <a:ext cx="3825" cy="23203"/>
              </a:xfrm>
              <a:custGeom>
                <a:avLst/>
                <a:gdLst>
                  <a:gd name="connsiteX0" fmla="*/ 1988 w 3825"/>
                  <a:gd name="connsiteY0" fmla="*/ 646 h 23203"/>
                  <a:gd name="connsiteX1" fmla="*/ 36 w 3825"/>
                  <a:gd name="connsiteY1" fmla="*/ 1246 h 23203"/>
                  <a:gd name="connsiteX2" fmla="*/ 1913 w 3825"/>
                  <a:gd name="connsiteY2" fmla="*/ 22721 h 23203"/>
                  <a:gd name="connsiteX3" fmla="*/ 2777 w 3825"/>
                  <a:gd name="connsiteY3" fmla="*/ 23134 h 23203"/>
                  <a:gd name="connsiteX4" fmla="*/ 3190 w 3825"/>
                  <a:gd name="connsiteY4" fmla="*/ 22721 h 23203"/>
                  <a:gd name="connsiteX5" fmla="*/ 1988 w 3825"/>
                  <a:gd name="connsiteY5" fmla="*/ 646 h 23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25" h="23203">
                    <a:moveTo>
                      <a:pt x="1988" y="646"/>
                    </a:moveTo>
                    <a:cubicBezTo>
                      <a:pt x="1613" y="-556"/>
                      <a:pt x="-415" y="-30"/>
                      <a:pt x="36" y="1246"/>
                    </a:cubicBezTo>
                    <a:cubicBezTo>
                      <a:pt x="1568" y="8297"/>
                      <a:pt x="2199" y="15512"/>
                      <a:pt x="1913" y="22721"/>
                    </a:cubicBezTo>
                    <a:cubicBezTo>
                      <a:pt x="2033" y="23073"/>
                      <a:pt x="2424" y="23261"/>
                      <a:pt x="2777" y="23134"/>
                    </a:cubicBezTo>
                    <a:cubicBezTo>
                      <a:pt x="2972" y="23066"/>
                      <a:pt x="3122" y="22916"/>
                      <a:pt x="3190" y="22721"/>
                    </a:cubicBezTo>
                    <a:cubicBezTo>
                      <a:pt x="4294" y="15355"/>
                      <a:pt x="3888" y="7846"/>
                      <a:pt x="1988" y="646"/>
                    </a:cubicBezTo>
                    <a:close/>
                  </a:path>
                </a:pathLst>
              </a:custGeom>
              <a:solidFill>
                <a:srgbClr val="FFFFF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4" name="Content Placeholder 4">
                <a:extLst>
                  <a:ext uri="{FF2B5EF4-FFF2-40B4-BE49-F238E27FC236}">
                    <a16:creationId xmlns:a16="http://schemas.microsoft.com/office/drawing/2014/main" id="{E9580CC1-E86B-637C-D7FC-E2D2D2336395}"/>
                  </a:ext>
                </a:extLst>
              </p:cNvPr>
              <p:cNvSpPr/>
              <p:nvPr/>
            </p:nvSpPr>
            <p:spPr>
              <a:xfrm>
                <a:off x="5193051" y="3972956"/>
                <a:ext cx="58596" cy="42788"/>
              </a:xfrm>
              <a:custGeom>
                <a:avLst/>
                <a:gdLst>
                  <a:gd name="connsiteX0" fmla="*/ 57595 w 58596"/>
                  <a:gd name="connsiteY0" fmla="*/ 85 h 42788"/>
                  <a:gd name="connsiteX1" fmla="*/ 26204 w 58596"/>
                  <a:gd name="connsiteY1" fmla="*/ 16304 h 42788"/>
                  <a:gd name="connsiteX2" fmla="*/ 219 w 58596"/>
                  <a:gd name="connsiteY2" fmla="*/ 40931 h 42788"/>
                  <a:gd name="connsiteX3" fmla="*/ 1721 w 58596"/>
                  <a:gd name="connsiteY3" fmla="*/ 42433 h 42788"/>
                  <a:gd name="connsiteX4" fmla="*/ 30259 w 58596"/>
                  <a:gd name="connsiteY4" fmla="*/ 16229 h 42788"/>
                  <a:gd name="connsiteX5" fmla="*/ 58346 w 58596"/>
                  <a:gd name="connsiteY5" fmla="*/ 1212 h 42788"/>
                  <a:gd name="connsiteX6" fmla="*/ 57595 w 58596"/>
                  <a:gd name="connsiteY6" fmla="*/ 85 h 427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596" h="42788">
                    <a:moveTo>
                      <a:pt x="57595" y="85"/>
                    </a:moveTo>
                    <a:cubicBezTo>
                      <a:pt x="48058" y="7594"/>
                      <a:pt x="36417" y="10297"/>
                      <a:pt x="26204" y="16304"/>
                    </a:cubicBezTo>
                    <a:cubicBezTo>
                      <a:pt x="16230" y="23009"/>
                      <a:pt x="7451" y="31336"/>
                      <a:pt x="219" y="40931"/>
                    </a:cubicBezTo>
                    <a:cubicBezTo>
                      <a:pt x="-607" y="41983"/>
                      <a:pt x="820" y="43409"/>
                      <a:pt x="1721" y="42433"/>
                    </a:cubicBezTo>
                    <a:cubicBezTo>
                      <a:pt x="9884" y="32334"/>
                      <a:pt x="19505" y="23504"/>
                      <a:pt x="30259" y="16229"/>
                    </a:cubicBezTo>
                    <a:cubicBezTo>
                      <a:pt x="39932" y="11836"/>
                      <a:pt x="49319" y="6820"/>
                      <a:pt x="58346" y="1212"/>
                    </a:cubicBezTo>
                    <a:cubicBezTo>
                      <a:pt x="58947" y="611"/>
                      <a:pt x="58196" y="-365"/>
                      <a:pt x="57595" y="85"/>
                    </a:cubicBezTo>
                    <a:close/>
                  </a:path>
                </a:pathLst>
              </a:custGeom>
              <a:solidFill>
                <a:srgbClr val="FFFFF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5" name="Content Placeholder 4">
                <a:extLst>
                  <a:ext uri="{FF2B5EF4-FFF2-40B4-BE49-F238E27FC236}">
                    <a16:creationId xmlns:a16="http://schemas.microsoft.com/office/drawing/2014/main" id="{72E8BE40-8CAD-CC82-252D-14068BE9DA0A}"/>
                  </a:ext>
                </a:extLst>
              </p:cNvPr>
              <p:cNvSpPr/>
              <p:nvPr/>
            </p:nvSpPr>
            <p:spPr>
              <a:xfrm>
                <a:off x="5169041" y="3975120"/>
                <a:ext cx="47507" cy="50671"/>
              </a:xfrm>
              <a:custGeom>
                <a:avLst/>
                <a:gdLst>
                  <a:gd name="connsiteX0" fmla="*/ 46533 w 47507"/>
                  <a:gd name="connsiteY0" fmla="*/ 24 h 50671"/>
                  <a:gd name="connsiteX1" fmla="*/ 16042 w 47507"/>
                  <a:gd name="connsiteY1" fmla="*/ 18570 h 50671"/>
                  <a:gd name="connsiteX2" fmla="*/ -29 w 47507"/>
                  <a:gd name="connsiteY2" fmla="*/ 49279 h 50671"/>
                  <a:gd name="connsiteX3" fmla="*/ 2074 w 47507"/>
                  <a:gd name="connsiteY3" fmla="*/ 49880 h 50671"/>
                  <a:gd name="connsiteX4" fmla="*/ 17094 w 47507"/>
                  <a:gd name="connsiteY4" fmla="*/ 19846 h 50671"/>
                  <a:gd name="connsiteX5" fmla="*/ 47134 w 47507"/>
                  <a:gd name="connsiteY5" fmla="*/ 1000 h 50671"/>
                  <a:gd name="connsiteX6" fmla="*/ 46533 w 47507"/>
                  <a:gd name="connsiteY6" fmla="*/ 24 h 506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7507" h="50671">
                    <a:moveTo>
                      <a:pt x="46533" y="24"/>
                    </a:moveTo>
                    <a:cubicBezTo>
                      <a:pt x="35516" y="4679"/>
                      <a:pt x="25242" y="10926"/>
                      <a:pt x="16042" y="18570"/>
                    </a:cubicBezTo>
                    <a:cubicBezTo>
                      <a:pt x="7316" y="26656"/>
                      <a:pt x="1645" y="37498"/>
                      <a:pt x="-29" y="49279"/>
                    </a:cubicBezTo>
                    <a:cubicBezTo>
                      <a:pt x="-29" y="50631"/>
                      <a:pt x="1773" y="51232"/>
                      <a:pt x="2074" y="49880"/>
                    </a:cubicBezTo>
                    <a:cubicBezTo>
                      <a:pt x="3658" y="38497"/>
                      <a:pt x="8938" y="27948"/>
                      <a:pt x="17094" y="19846"/>
                    </a:cubicBezTo>
                    <a:cubicBezTo>
                      <a:pt x="26030" y="11992"/>
                      <a:pt x="36176" y="5633"/>
                      <a:pt x="47134" y="1000"/>
                    </a:cubicBezTo>
                    <a:cubicBezTo>
                      <a:pt x="47885" y="775"/>
                      <a:pt x="47284" y="-277"/>
                      <a:pt x="46533" y="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pic>
        <p:nvPicPr>
          <p:cNvPr id="55" name="Picture 54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362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68CA149F-CC8D-3F2C-BB0D-C3C6AD823460}"/>
              </a:ext>
            </a:extLst>
          </p:cNvPr>
          <p:cNvSpPr/>
          <p:nvPr userDrawn="1"/>
        </p:nvSpPr>
        <p:spPr>
          <a:xfrm rot="16200000">
            <a:off x="-962890" y="962889"/>
            <a:ext cx="4544291" cy="2618510"/>
          </a:xfrm>
          <a:custGeom>
            <a:avLst/>
            <a:gdLst>
              <a:gd name="connsiteX0" fmla="*/ 4544291 w 4544291"/>
              <a:gd name="connsiteY0" fmla="*/ 0 h 2618510"/>
              <a:gd name="connsiteX1" fmla="*/ 4544291 w 4544291"/>
              <a:gd name="connsiteY1" fmla="*/ 1761324 h 2618510"/>
              <a:gd name="connsiteX2" fmla="*/ 4443125 w 4544291"/>
              <a:gd name="connsiteY2" fmla="*/ 1870539 h 2618510"/>
              <a:gd name="connsiteX3" fmla="*/ 2602722 w 4544291"/>
              <a:gd name="connsiteY3" fmla="*/ 2618510 h 2618510"/>
              <a:gd name="connsiteX4" fmla="*/ 0 w 4544291"/>
              <a:gd name="connsiteY4" fmla="*/ 64778 h 2618510"/>
              <a:gd name="connsiteX5" fmla="*/ 2502 w 4544291"/>
              <a:gd name="connsiteY5" fmla="*/ 0 h 2618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44291" h="2618510">
                <a:moveTo>
                  <a:pt x="4544291" y="0"/>
                </a:moveTo>
                <a:lnTo>
                  <a:pt x="4544291" y="1761324"/>
                </a:lnTo>
                <a:lnTo>
                  <a:pt x="4443125" y="1870539"/>
                </a:lnTo>
                <a:cubicBezTo>
                  <a:pt x="3972125" y="2332674"/>
                  <a:pt x="3321445" y="2618510"/>
                  <a:pt x="2602722" y="2618510"/>
                </a:cubicBezTo>
                <a:cubicBezTo>
                  <a:pt x="1165278" y="2618510"/>
                  <a:pt x="0" y="1475165"/>
                  <a:pt x="0" y="64778"/>
                </a:cubicBezTo>
                <a:lnTo>
                  <a:pt x="2502" y="0"/>
                </a:ln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5400000">
            <a:off x="10546664" y="4879026"/>
            <a:ext cx="1747157" cy="1543515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87425AD-53D1-EE81-C8C0-C784DB7586C6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18D14D6-0A80-8ED1-557D-2917105CEBEC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47480A-7D61-2840-3830-F85742628A36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E06D1CC-CCBA-17B1-5509-7DFAAFE3BEFD}"/>
              </a:ext>
            </a:extLst>
          </p:cNvPr>
          <p:cNvGrpSpPr/>
          <p:nvPr userDrawn="1"/>
        </p:nvGrpSpPr>
        <p:grpSpPr>
          <a:xfrm>
            <a:off x="381648" y="723208"/>
            <a:ext cx="1804141" cy="5730932"/>
            <a:chOff x="11842435" y="3772641"/>
            <a:chExt cx="263261" cy="836260"/>
          </a:xfrm>
        </p:grpSpPr>
        <p:sp>
          <p:nvSpPr>
            <p:cNvPr id="8" name="Content Placeholder 4">
              <a:extLst>
                <a:ext uri="{FF2B5EF4-FFF2-40B4-BE49-F238E27FC236}">
                  <a16:creationId xmlns:a16="http://schemas.microsoft.com/office/drawing/2014/main" id="{DCB1E103-1AA6-F57A-24A0-C387D4629D56}"/>
                </a:ext>
              </a:extLst>
            </p:cNvPr>
            <p:cNvSpPr/>
            <p:nvPr/>
          </p:nvSpPr>
          <p:spPr>
            <a:xfrm>
              <a:off x="11890905" y="4579010"/>
              <a:ext cx="185313" cy="29891"/>
            </a:xfrm>
            <a:custGeom>
              <a:avLst/>
              <a:gdLst>
                <a:gd name="connsiteX0" fmla="*/ 75265 w 185313"/>
                <a:gd name="connsiteY0" fmla="*/ 29862 h 29891"/>
                <a:gd name="connsiteX1" fmla="*/ 176575 w 185313"/>
                <a:gd name="connsiteY1" fmla="*/ 19951 h 29891"/>
                <a:gd name="connsiteX2" fmla="*/ 182809 w 185313"/>
                <a:gd name="connsiteY2" fmla="*/ 17023 h 29891"/>
                <a:gd name="connsiteX3" fmla="*/ 185137 w 185313"/>
                <a:gd name="connsiteY3" fmla="*/ 10866 h 29891"/>
                <a:gd name="connsiteX4" fmla="*/ 175524 w 185313"/>
                <a:gd name="connsiteY4" fmla="*/ 6136 h 29891"/>
                <a:gd name="connsiteX5" fmla="*/ 16538 w 185313"/>
                <a:gd name="connsiteY5" fmla="*/ 6136 h 29891"/>
                <a:gd name="connsiteX6" fmla="*/ 3770 w 185313"/>
                <a:gd name="connsiteY6" fmla="*/ 12067 h 29891"/>
                <a:gd name="connsiteX7" fmla="*/ 2268 w 185313"/>
                <a:gd name="connsiteY7" fmla="*/ 25808 h 29891"/>
                <a:gd name="connsiteX8" fmla="*/ 24798 w 185313"/>
                <a:gd name="connsiteY8" fmla="*/ 28361 h 29891"/>
                <a:gd name="connsiteX9" fmla="*/ 75265 w 185313"/>
                <a:gd name="connsiteY9" fmla="*/ 29862 h 29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313" h="29891">
                  <a:moveTo>
                    <a:pt x="75265" y="29862"/>
                  </a:moveTo>
                  <a:cubicBezTo>
                    <a:pt x="109361" y="29862"/>
                    <a:pt x="143982" y="29862"/>
                    <a:pt x="176575" y="19951"/>
                  </a:cubicBezTo>
                  <a:cubicBezTo>
                    <a:pt x="178828" y="19426"/>
                    <a:pt x="180931" y="18427"/>
                    <a:pt x="182809" y="17023"/>
                  </a:cubicBezTo>
                  <a:cubicBezTo>
                    <a:pt x="184762" y="15604"/>
                    <a:pt x="185663" y="13194"/>
                    <a:pt x="185137" y="10866"/>
                  </a:cubicBezTo>
                  <a:cubicBezTo>
                    <a:pt x="184085" y="7187"/>
                    <a:pt x="179354" y="6361"/>
                    <a:pt x="175524" y="6136"/>
                  </a:cubicBezTo>
                  <a:cubicBezTo>
                    <a:pt x="122353" y="3658"/>
                    <a:pt x="68206" y="-6403"/>
                    <a:pt x="16538" y="6136"/>
                  </a:cubicBezTo>
                  <a:cubicBezTo>
                    <a:pt x="11806" y="6984"/>
                    <a:pt x="7450" y="9027"/>
                    <a:pt x="3770" y="12067"/>
                  </a:cubicBezTo>
                  <a:cubicBezTo>
                    <a:pt x="391" y="15296"/>
                    <a:pt x="-2012" y="22354"/>
                    <a:pt x="2268" y="25808"/>
                  </a:cubicBezTo>
                  <a:cubicBezTo>
                    <a:pt x="6549" y="29262"/>
                    <a:pt x="19542" y="27985"/>
                    <a:pt x="24798" y="28361"/>
                  </a:cubicBezTo>
                  <a:cubicBezTo>
                    <a:pt x="41696" y="29637"/>
                    <a:pt x="58518" y="29788"/>
                    <a:pt x="75265" y="29862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Content Placeholder 4">
              <a:extLst>
                <a:ext uri="{FF2B5EF4-FFF2-40B4-BE49-F238E27FC236}">
                  <a16:creationId xmlns:a16="http://schemas.microsoft.com/office/drawing/2014/main" id="{09BCB927-C8FA-C11C-6D16-D47741F3C172}"/>
                </a:ext>
              </a:extLst>
            </p:cNvPr>
            <p:cNvSpPr/>
            <p:nvPr/>
          </p:nvSpPr>
          <p:spPr>
            <a:xfrm>
              <a:off x="11885760" y="4209030"/>
              <a:ext cx="145910" cy="395258"/>
            </a:xfrm>
            <a:custGeom>
              <a:avLst/>
              <a:gdLst>
                <a:gd name="connsiteX0" fmla="*/ 144020 w 145910"/>
                <a:gd name="connsiteY0" fmla="*/ 38085 h 395258"/>
                <a:gd name="connsiteX1" fmla="*/ 144846 w 145910"/>
                <a:gd name="connsiteY1" fmla="*/ 31628 h 395258"/>
                <a:gd name="connsiteX2" fmla="*/ 141692 w 145910"/>
                <a:gd name="connsiteY2" fmla="*/ 9102 h 395258"/>
                <a:gd name="connsiteX3" fmla="*/ 118110 w 145910"/>
                <a:gd name="connsiteY3" fmla="*/ 7901 h 395258"/>
                <a:gd name="connsiteX4" fmla="*/ 99035 w 145910"/>
                <a:gd name="connsiteY4" fmla="*/ 3396 h 395258"/>
                <a:gd name="connsiteX5" fmla="*/ 56979 w 145910"/>
                <a:gd name="connsiteY5" fmla="*/ 1519 h 395258"/>
                <a:gd name="connsiteX6" fmla="*/ 23485 w 145910"/>
                <a:gd name="connsiteY6" fmla="*/ 6099 h 395258"/>
                <a:gd name="connsiteX7" fmla="*/ 11919 w 145910"/>
                <a:gd name="connsiteY7" fmla="*/ 8577 h 395258"/>
                <a:gd name="connsiteX8" fmla="*/ 1180 w 145910"/>
                <a:gd name="connsiteY8" fmla="*/ 26672 h 395258"/>
                <a:gd name="connsiteX9" fmla="*/ 5611 w 145910"/>
                <a:gd name="connsiteY9" fmla="*/ 62412 h 395258"/>
                <a:gd name="connsiteX10" fmla="*/ 8915 w 145910"/>
                <a:gd name="connsiteY10" fmla="*/ 131565 h 395258"/>
                <a:gd name="connsiteX11" fmla="*/ 15074 w 145910"/>
                <a:gd name="connsiteY11" fmla="*/ 196588 h 395258"/>
                <a:gd name="connsiteX12" fmla="*/ 28741 w 145910"/>
                <a:gd name="connsiteY12" fmla="*/ 355767 h 395258"/>
                <a:gd name="connsiteX13" fmla="*/ 19054 w 145910"/>
                <a:gd name="connsiteY13" fmla="*/ 367556 h 395258"/>
                <a:gd name="connsiteX14" fmla="*/ 11544 w 145910"/>
                <a:gd name="connsiteY14" fmla="*/ 389180 h 395258"/>
                <a:gd name="connsiteX15" fmla="*/ 35801 w 145910"/>
                <a:gd name="connsiteY15" fmla="*/ 382648 h 395258"/>
                <a:gd name="connsiteX16" fmla="*/ 45639 w 145910"/>
                <a:gd name="connsiteY16" fmla="*/ 376040 h 395258"/>
                <a:gd name="connsiteX17" fmla="*/ 59758 w 145910"/>
                <a:gd name="connsiteY17" fmla="*/ 294574 h 395258"/>
                <a:gd name="connsiteX18" fmla="*/ 63213 w 145910"/>
                <a:gd name="connsiteY18" fmla="*/ 187278 h 395258"/>
                <a:gd name="connsiteX19" fmla="*/ 70347 w 145910"/>
                <a:gd name="connsiteY19" fmla="*/ 101982 h 395258"/>
                <a:gd name="connsiteX20" fmla="*/ 79434 w 145910"/>
                <a:gd name="connsiteY20" fmla="*/ 222117 h 395258"/>
                <a:gd name="connsiteX21" fmla="*/ 80485 w 145910"/>
                <a:gd name="connsiteY21" fmla="*/ 312669 h 395258"/>
                <a:gd name="connsiteX22" fmla="*/ 93628 w 145910"/>
                <a:gd name="connsiteY22" fmla="*/ 380846 h 395258"/>
                <a:gd name="connsiteX23" fmla="*/ 103391 w 145910"/>
                <a:gd name="connsiteY23" fmla="*/ 387453 h 395258"/>
                <a:gd name="connsiteX24" fmla="*/ 127723 w 145910"/>
                <a:gd name="connsiteY24" fmla="*/ 393986 h 395258"/>
                <a:gd name="connsiteX25" fmla="*/ 120213 w 145910"/>
                <a:gd name="connsiteY25" fmla="*/ 372361 h 395258"/>
                <a:gd name="connsiteX26" fmla="*/ 110525 w 145910"/>
                <a:gd name="connsiteY26" fmla="*/ 360648 h 395258"/>
                <a:gd name="connsiteX27" fmla="*/ 113154 w 145910"/>
                <a:gd name="connsiteY27" fmla="*/ 334444 h 395258"/>
                <a:gd name="connsiteX28" fmla="*/ 115783 w 145910"/>
                <a:gd name="connsiteY28" fmla="*/ 305085 h 395258"/>
                <a:gd name="connsiteX29" fmla="*/ 120964 w 145910"/>
                <a:gd name="connsiteY29" fmla="*/ 237509 h 395258"/>
                <a:gd name="connsiteX30" fmla="*/ 144020 w 145910"/>
                <a:gd name="connsiteY30" fmla="*/ 38085 h 395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45910" h="395258">
                  <a:moveTo>
                    <a:pt x="144020" y="38085"/>
                  </a:moveTo>
                  <a:cubicBezTo>
                    <a:pt x="144020" y="35907"/>
                    <a:pt x="144546" y="33805"/>
                    <a:pt x="144846" y="31628"/>
                  </a:cubicBezTo>
                  <a:cubicBezTo>
                    <a:pt x="146949" y="24006"/>
                    <a:pt x="145823" y="15860"/>
                    <a:pt x="141692" y="9102"/>
                  </a:cubicBezTo>
                  <a:cubicBezTo>
                    <a:pt x="140040" y="7075"/>
                    <a:pt x="121490" y="8201"/>
                    <a:pt x="118110" y="7901"/>
                  </a:cubicBezTo>
                  <a:cubicBezTo>
                    <a:pt x="111652" y="7030"/>
                    <a:pt x="105193" y="5521"/>
                    <a:pt x="99035" y="3396"/>
                  </a:cubicBezTo>
                  <a:cubicBezTo>
                    <a:pt x="85367" y="-411"/>
                    <a:pt x="70947" y="-1057"/>
                    <a:pt x="56979" y="1519"/>
                  </a:cubicBezTo>
                  <a:cubicBezTo>
                    <a:pt x="45864" y="3613"/>
                    <a:pt x="34750" y="5138"/>
                    <a:pt x="23485" y="6099"/>
                  </a:cubicBezTo>
                  <a:cubicBezTo>
                    <a:pt x="19579" y="6579"/>
                    <a:pt x="15674" y="7405"/>
                    <a:pt x="11919" y="8577"/>
                  </a:cubicBezTo>
                  <a:cubicBezTo>
                    <a:pt x="-1824" y="12406"/>
                    <a:pt x="-923" y="12706"/>
                    <a:pt x="1180" y="26672"/>
                  </a:cubicBezTo>
                  <a:cubicBezTo>
                    <a:pt x="2983" y="38535"/>
                    <a:pt x="4484" y="50474"/>
                    <a:pt x="5611" y="62412"/>
                  </a:cubicBezTo>
                  <a:cubicBezTo>
                    <a:pt x="7864" y="84937"/>
                    <a:pt x="5611" y="108964"/>
                    <a:pt x="8915" y="131565"/>
                  </a:cubicBezTo>
                  <a:cubicBezTo>
                    <a:pt x="12220" y="154166"/>
                    <a:pt x="13497" y="174739"/>
                    <a:pt x="15074" y="196588"/>
                  </a:cubicBezTo>
                  <a:cubicBezTo>
                    <a:pt x="19054" y="249673"/>
                    <a:pt x="23184" y="302758"/>
                    <a:pt x="28741" y="355767"/>
                  </a:cubicBezTo>
                  <a:cubicBezTo>
                    <a:pt x="25212" y="359424"/>
                    <a:pt x="21982" y="363366"/>
                    <a:pt x="19054" y="367556"/>
                  </a:cubicBezTo>
                  <a:cubicBezTo>
                    <a:pt x="13872" y="373548"/>
                    <a:pt x="11243" y="381281"/>
                    <a:pt x="11544" y="389180"/>
                  </a:cubicBezTo>
                  <a:cubicBezTo>
                    <a:pt x="19579" y="392784"/>
                    <a:pt x="28366" y="387603"/>
                    <a:pt x="35801" y="382648"/>
                  </a:cubicBezTo>
                  <a:lnTo>
                    <a:pt x="45639" y="376040"/>
                  </a:lnTo>
                  <a:cubicBezTo>
                    <a:pt x="68169" y="361023"/>
                    <a:pt x="58856" y="321754"/>
                    <a:pt x="59758" y="294574"/>
                  </a:cubicBezTo>
                  <a:cubicBezTo>
                    <a:pt x="60884" y="258736"/>
                    <a:pt x="62011" y="222965"/>
                    <a:pt x="63213" y="187278"/>
                  </a:cubicBezTo>
                  <a:cubicBezTo>
                    <a:pt x="63213" y="179769"/>
                    <a:pt x="59908" y="101531"/>
                    <a:pt x="70347" y="101982"/>
                  </a:cubicBezTo>
                  <a:cubicBezTo>
                    <a:pt x="76430" y="101982"/>
                    <a:pt x="79059" y="210779"/>
                    <a:pt x="79434" y="222117"/>
                  </a:cubicBezTo>
                  <a:cubicBezTo>
                    <a:pt x="80485" y="252151"/>
                    <a:pt x="80786" y="282185"/>
                    <a:pt x="80485" y="312669"/>
                  </a:cubicBezTo>
                  <a:cubicBezTo>
                    <a:pt x="80485" y="338423"/>
                    <a:pt x="71773" y="366204"/>
                    <a:pt x="93628" y="380846"/>
                  </a:cubicBezTo>
                  <a:lnTo>
                    <a:pt x="103391" y="387453"/>
                  </a:lnTo>
                  <a:cubicBezTo>
                    <a:pt x="110901" y="392484"/>
                    <a:pt x="119687" y="397665"/>
                    <a:pt x="127723" y="393986"/>
                  </a:cubicBezTo>
                  <a:cubicBezTo>
                    <a:pt x="128024" y="386094"/>
                    <a:pt x="125320" y="378376"/>
                    <a:pt x="120213" y="372361"/>
                  </a:cubicBezTo>
                  <a:cubicBezTo>
                    <a:pt x="117360" y="368164"/>
                    <a:pt x="114130" y="364245"/>
                    <a:pt x="110525" y="360648"/>
                  </a:cubicBezTo>
                  <a:cubicBezTo>
                    <a:pt x="108873" y="358996"/>
                    <a:pt x="112854" y="337597"/>
                    <a:pt x="113154" y="334444"/>
                  </a:cubicBezTo>
                  <a:cubicBezTo>
                    <a:pt x="114055" y="324683"/>
                    <a:pt x="114956" y="314846"/>
                    <a:pt x="115783" y="305085"/>
                  </a:cubicBezTo>
                  <a:cubicBezTo>
                    <a:pt x="117735" y="282560"/>
                    <a:pt x="119387" y="260035"/>
                    <a:pt x="120964" y="237509"/>
                  </a:cubicBezTo>
                  <a:cubicBezTo>
                    <a:pt x="125020" y="171060"/>
                    <a:pt x="135158" y="104535"/>
                    <a:pt x="144020" y="38085"/>
                  </a:cubicBezTo>
                  <a:close/>
                </a:path>
              </a:pathLst>
            </a:custGeom>
            <a:solidFill>
              <a:schemeClr val="accent6">
                <a:lumMod val="25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Content Placeholder 4">
              <a:extLst>
                <a:ext uri="{FF2B5EF4-FFF2-40B4-BE49-F238E27FC236}">
                  <a16:creationId xmlns:a16="http://schemas.microsoft.com/office/drawing/2014/main" id="{E60DC763-AE80-965C-86A6-59E0929B8C7C}"/>
                </a:ext>
              </a:extLst>
            </p:cNvPr>
            <p:cNvSpPr/>
            <p:nvPr/>
          </p:nvSpPr>
          <p:spPr>
            <a:xfrm>
              <a:off x="11921828" y="3813382"/>
              <a:ext cx="81784" cy="105118"/>
            </a:xfrm>
            <a:custGeom>
              <a:avLst/>
              <a:gdLst>
                <a:gd name="connsiteX0" fmla="*/ 43592 w 81784"/>
                <a:gd name="connsiteY0" fmla="*/ 105089 h 105118"/>
                <a:gd name="connsiteX1" fmla="*/ 63569 w 81784"/>
                <a:gd name="connsiteY1" fmla="*/ 95102 h 105118"/>
                <a:gd name="connsiteX2" fmla="*/ 80841 w 81784"/>
                <a:gd name="connsiteY2" fmla="*/ 14086 h 105118"/>
                <a:gd name="connsiteX3" fmla="*/ 78664 w 81784"/>
                <a:gd name="connsiteY3" fmla="*/ 5376 h 105118"/>
                <a:gd name="connsiteX4" fmla="*/ 66272 w 81784"/>
                <a:gd name="connsiteY4" fmla="*/ -30 h 105118"/>
                <a:gd name="connsiteX5" fmla="*/ 7093 w 81784"/>
                <a:gd name="connsiteY5" fmla="*/ 1847 h 105118"/>
                <a:gd name="connsiteX6" fmla="*/ 2287 w 81784"/>
                <a:gd name="connsiteY6" fmla="*/ 3124 h 105118"/>
                <a:gd name="connsiteX7" fmla="*/ 33 w 81784"/>
                <a:gd name="connsiteY7" fmla="*/ 7854 h 105118"/>
                <a:gd name="connsiteX8" fmla="*/ 1235 w 81784"/>
                <a:gd name="connsiteY8" fmla="*/ 32933 h 105118"/>
                <a:gd name="connsiteX9" fmla="*/ 2962 w 81784"/>
                <a:gd name="connsiteY9" fmla="*/ 58611 h 105118"/>
                <a:gd name="connsiteX10" fmla="*/ 27671 w 81784"/>
                <a:gd name="connsiteY10" fmla="*/ 99683 h 105118"/>
                <a:gd name="connsiteX11" fmla="*/ 43592 w 81784"/>
                <a:gd name="connsiteY11" fmla="*/ 105089 h 105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1784" h="105118">
                  <a:moveTo>
                    <a:pt x="43592" y="105089"/>
                  </a:moveTo>
                  <a:cubicBezTo>
                    <a:pt x="51327" y="104601"/>
                    <a:pt x="58537" y="100997"/>
                    <a:pt x="63569" y="95102"/>
                  </a:cubicBezTo>
                  <a:cubicBezTo>
                    <a:pt x="83395" y="74604"/>
                    <a:pt x="82794" y="42543"/>
                    <a:pt x="80841" y="14086"/>
                  </a:cubicBezTo>
                  <a:cubicBezTo>
                    <a:pt x="80916" y="11045"/>
                    <a:pt x="80165" y="8034"/>
                    <a:pt x="78664" y="5376"/>
                  </a:cubicBezTo>
                  <a:cubicBezTo>
                    <a:pt x="75434" y="1923"/>
                    <a:pt x="71003" y="-37"/>
                    <a:pt x="66272" y="-30"/>
                  </a:cubicBezTo>
                  <a:cubicBezTo>
                    <a:pt x="46521" y="-30"/>
                    <a:pt x="26995" y="871"/>
                    <a:pt x="7093" y="1847"/>
                  </a:cubicBezTo>
                  <a:cubicBezTo>
                    <a:pt x="5366" y="1772"/>
                    <a:pt x="3714" y="2215"/>
                    <a:pt x="2287" y="3124"/>
                  </a:cubicBezTo>
                  <a:cubicBezTo>
                    <a:pt x="935" y="4355"/>
                    <a:pt x="184" y="6045"/>
                    <a:pt x="33" y="7854"/>
                  </a:cubicBezTo>
                  <a:cubicBezTo>
                    <a:pt x="-191" y="16234"/>
                    <a:pt x="184" y="24613"/>
                    <a:pt x="1235" y="32933"/>
                  </a:cubicBezTo>
                  <a:cubicBezTo>
                    <a:pt x="1010" y="41530"/>
                    <a:pt x="1536" y="50127"/>
                    <a:pt x="2962" y="58611"/>
                  </a:cubicBezTo>
                  <a:cubicBezTo>
                    <a:pt x="5065" y="75152"/>
                    <a:pt x="14077" y="90049"/>
                    <a:pt x="27671" y="99683"/>
                  </a:cubicBezTo>
                  <a:cubicBezTo>
                    <a:pt x="32327" y="103001"/>
                    <a:pt x="37884" y="104879"/>
                    <a:pt x="43592" y="105089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Content Placeholder 4">
              <a:extLst>
                <a:ext uri="{FF2B5EF4-FFF2-40B4-BE49-F238E27FC236}">
                  <a16:creationId xmlns:a16="http://schemas.microsoft.com/office/drawing/2014/main" id="{A58EB6C7-B3FC-1C1D-6E2B-629CB0ADF0C5}"/>
                </a:ext>
              </a:extLst>
            </p:cNvPr>
            <p:cNvSpPr/>
            <p:nvPr/>
          </p:nvSpPr>
          <p:spPr>
            <a:xfrm>
              <a:off x="12037389" y="4000368"/>
              <a:ext cx="68307" cy="42119"/>
            </a:xfrm>
            <a:custGeom>
              <a:avLst/>
              <a:gdLst>
                <a:gd name="connsiteX0" fmla="*/ 9890 w 68307"/>
                <a:gd name="connsiteY0" fmla="*/ 19166 h 42119"/>
                <a:gd name="connsiteX1" fmla="*/ 14395 w 68307"/>
                <a:gd name="connsiteY1" fmla="*/ 18415 h 42119"/>
                <a:gd name="connsiteX2" fmla="*/ 18451 w 68307"/>
                <a:gd name="connsiteY2" fmla="*/ 16162 h 42119"/>
                <a:gd name="connsiteX3" fmla="*/ 59230 w 68307"/>
                <a:gd name="connsiteY3" fmla="*/ 19 h 42119"/>
                <a:gd name="connsiteX4" fmla="*/ 64337 w 68307"/>
                <a:gd name="connsiteY4" fmla="*/ 770 h 42119"/>
                <a:gd name="connsiteX5" fmla="*/ 68092 w 68307"/>
                <a:gd name="connsiteY5" fmla="*/ 6026 h 42119"/>
                <a:gd name="connsiteX6" fmla="*/ 62985 w 68307"/>
                <a:gd name="connsiteY6" fmla="*/ 19616 h 42119"/>
                <a:gd name="connsiteX7" fmla="*/ 49692 w 68307"/>
                <a:gd name="connsiteY7" fmla="*/ 27124 h 42119"/>
                <a:gd name="connsiteX8" fmla="*/ 23482 w 68307"/>
                <a:gd name="connsiteY8" fmla="*/ 37711 h 42119"/>
                <a:gd name="connsiteX9" fmla="*/ 2455 w 68307"/>
                <a:gd name="connsiteY9" fmla="*/ 41991 h 42119"/>
                <a:gd name="connsiteX10" fmla="*/ 201 w 68307"/>
                <a:gd name="connsiteY10" fmla="*/ 28476 h 42119"/>
                <a:gd name="connsiteX11" fmla="*/ 9890 w 68307"/>
                <a:gd name="connsiteY11" fmla="*/ 19166 h 4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8307" h="42119">
                  <a:moveTo>
                    <a:pt x="9890" y="19166"/>
                  </a:moveTo>
                  <a:cubicBezTo>
                    <a:pt x="11391" y="19166"/>
                    <a:pt x="12894" y="19166"/>
                    <a:pt x="14395" y="18415"/>
                  </a:cubicBezTo>
                  <a:cubicBezTo>
                    <a:pt x="15897" y="17889"/>
                    <a:pt x="17249" y="17131"/>
                    <a:pt x="18451" y="16162"/>
                  </a:cubicBezTo>
                  <a:cubicBezTo>
                    <a:pt x="30241" y="6972"/>
                    <a:pt x="44360" y="1363"/>
                    <a:pt x="59230" y="19"/>
                  </a:cubicBezTo>
                  <a:cubicBezTo>
                    <a:pt x="60957" y="-146"/>
                    <a:pt x="62685" y="109"/>
                    <a:pt x="64337" y="770"/>
                  </a:cubicBezTo>
                  <a:cubicBezTo>
                    <a:pt x="66290" y="1866"/>
                    <a:pt x="67716" y="3796"/>
                    <a:pt x="68092" y="6026"/>
                  </a:cubicBezTo>
                  <a:cubicBezTo>
                    <a:pt x="68918" y="11139"/>
                    <a:pt x="66965" y="16320"/>
                    <a:pt x="62985" y="19616"/>
                  </a:cubicBezTo>
                  <a:cubicBezTo>
                    <a:pt x="59005" y="22890"/>
                    <a:pt x="54498" y="25428"/>
                    <a:pt x="49692" y="27124"/>
                  </a:cubicBezTo>
                  <a:lnTo>
                    <a:pt x="23482" y="37711"/>
                  </a:lnTo>
                  <a:cubicBezTo>
                    <a:pt x="17024" y="41023"/>
                    <a:pt x="9739" y="42502"/>
                    <a:pt x="2455" y="41991"/>
                  </a:cubicBezTo>
                  <a:cubicBezTo>
                    <a:pt x="352" y="37832"/>
                    <a:pt x="-474" y="33109"/>
                    <a:pt x="201" y="28476"/>
                  </a:cubicBezTo>
                  <a:cubicBezTo>
                    <a:pt x="1403" y="23768"/>
                    <a:pt x="5158" y="20149"/>
                    <a:pt x="9890" y="19166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Content Placeholder 4">
              <a:extLst>
                <a:ext uri="{FF2B5EF4-FFF2-40B4-BE49-F238E27FC236}">
                  <a16:creationId xmlns:a16="http://schemas.microsoft.com/office/drawing/2014/main" id="{54B38350-934A-60A8-E00D-250F669D4727}"/>
                </a:ext>
              </a:extLst>
            </p:cNvPr>
            <p:cNvSpPr/>
            <p:nvPr/>
          </p:nvSpPr>
          <p:spPr>
            <a:xfrm>
              <a:off x="11864259" y="3912418"/>
              <a:ext cx="209783" cy="335471"/>
            </a:xfrm>
            <a:custGeom>
              <a:avLst/>
              <a:gdLst>
                <a:gd name="connsiteX0" fmla="*/ 176860 w 209783"/>
                <a:gd name="connsiteY0" fmla="*/ 143532 h 335471"/>
                <a:gd name="connsiteX1" fmla="*/ 209754 w 209783"/>
                <a:gd name="connsiteY1" fmla="*/ 134146 h 335471"/>
                <a:gd name="connsiteX2" fmla="*/ 193833 w 209783"/>
                <a:gd name="connsiteY2" fmla="*/ 92625 h 335471"/>
                <a:gd name="connsiteX3" fmla="*/ 175884 w 209783"/>
                <a:gd name="connsiteY3" fmla="*/ 100509 h 335471"/>
                <a:gd name="connsiteX4" fmla="*/ 175434 w 209783"/>
                <a:gd name="connsiteY4" fmla="*/ 87369 h 335471"/>
                <a:gd name="connsiteX5" fmla="*/ 165671 w 209783"/>
                <a:gd name="connsiteY5" fmla="*/ 28352 h 335471"/>
                <a:gd name="connsiteX6" fmla="*/ 145620 w 209783"/>
                <a:gd name="connsiteY6" fmla="*/ -30 h 335471"/>
                <a:gd name="connsiteX7" fmla="*/ 66389 w 209783"/>
                <a:gd name="connsiteY7" fmla="*/ -30 h 335471"/>
                <a:gd name="connsiteX8" fmla="*/ 44610 w 209783"/>
                <a:gd name="connsiteY8" fmla="*/ 14987 h 335471"/>
                <a:gd name="connsiteX9" fmla="*/ 15021 w 209783"/>
                <a:gd name="connsiteY9" fmla="*/ 141730 h 335471"/>
                <a:gd name="connsiteX10" fmla="*/ 11716 w 209783"/>
                <a:gd name="connsiteY10" fmla="*/ 324636 h 335471"/>
                <a:gd name="connsiteX11" fmla="*/ 188501 w 209783"/>
                <a:gd name="connsiteY11" fmla="*/ 319455 h 335471"/>
                <a:gd name="connsiteX12" fmla="*/ 176860 w 209783"/>
                <a:gd name="connsiteY12" fmla="*/ 143532 h 335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9783" h="335471">
                  <a:moveTo>
                    <a:pt x="176860" y="143532"/>
                  </a:moveTo>
                  <a:cubicBezTo>
                    <a:pt x="187750" y="140153"/>
                    <a:pt x="198715" y="137000"/>
                    <a:pt x="209754" y="134146"/>
                  </a:cubicBezTo>
                  <a:cubicBezTo>
                    <a:pt x="204422" y="120331"/>
                    <a:pt x="199166" y="106515"/>
                    <a:pt x="193833" y="92625"/>
                  </a:cubicBezTo>
                  <a:lnTo>
                    <a:pt x="175884" y="100509"/>
                  </a:lnTo>
                  <a:cubicBezTo>
                    <a:pt x="175884" y="96078"/>
                    <a:pt x="175884" y="91648"/>
                    <a:pt x="175434" y="87369"/>
                  </a:cubicBezTo>
                  <a:cubicBezTo>
                    <a:pt x="175735" y="67269"/>
                    <a:pt x="172430" y="47289"/>
                    <a:pt x="165671" y="28352"/>
                  </a:cubicBezTo>
                  <a:cubicBezTo>
                    <a:pt x="162216" y="16984"/>
                    <a:pt x="155157" y="7028"/>
                    <a:pt x="145620" y="-30"/>
                  </a:cubicBezTo>
                  <a:cubicBezTo>
                    <a:pt x="127671" y="9881"/>
                    <a:pt x="81709" y="13561"/>
                    <a:pt x="66389" y="-30"/>
                  </a:cubicBezTo>
                  <a:cubicBezTo>
                    <a:pt x="53772" y="7028"/>
                    <a:pt x="54223" y="-30"/>
                    <a:pt x="44610" y="14987"/>
                  </a:cubicBezTo>
                  <a:cubicBezTo>
                    <a:pt x="21404" y="51178"/>
                    <a:pt x="18625" y="114324"/>
                    <a:pt x="15021" y="141730"/>
                  </a:cubicBezTo>
                  <a:cubicBezTo>
                    <a:pt x="9838" y="181450"/>
                    <a:pt x="-14043" y="291899"/>
                    <a:pt x="11716" y="324636"/>
                  </a:cubicBezTo>
                  <a:cubicBezTo>
                    <a:pt x="24933" y="341304"/>
                    <a:pt x="126845" y="338001"/>
                    <a:pt x="188501" y="319455"/>
                  </a:cubicBezTo>
                  <a:cubicBezTo>
                    <a:pt x="185272" y="247073"/>
                    <a:pt x="177912" y="226725"/>
                    <a:pt x="176860" y="143532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FA3CBAF6-4F9B-B8EA-EA2A-BA3962745CEA}"/>
                </a:ext>
              </a:extLst>
            </p:cNvPr>
            <p:cNvSpPr/>
            <p:nvPr/>
          </p:nvSpPr>
          <p:spPr>
            <a:xfrm>
              <a:off x="11879191" y="3939627"/>
              <a:ext cx="147989" cy="104827"/>
            </a:xfrm>
            <a:custGeom>
              <a:avLst/>
              <a:gdLst>
                <a:gd name="connsiteX0" fmla="*/ 96818 w 147989"/>
                <a:gd name="connsiteY0" fmla="*/ 1969 h 104827"/>
                <a:gd name="connsiteX1" fmla="*/ 7599 w 147989"/>
                <a:gd name="connsiteY1" fmla="*/ 1969 h 104827"/>
                <a:gd name="connsiteX2" fmla="*/ 840 w 147989"/>
                <a:gd name="connsiteY2" fmla="*/ 9478 h 104827"/>
                <a:gd name="connsiteX3" fmla="*/ 1516 w 147989"/>
                <a:gd name="connsiteY3" fmla="*/ 97627 h 104827"/>
                <a:gd name="connsiteX4" fmla="*/ 9326 w 147989"/>
                <a:gd name="connsiteY4" fmla="*/ 104790 h 104827"/>
                <a:gd name="connsiteX5" fmla="*/ 9776 w 147989"/>
                <a:gd name="connsiteY5" fmla="*/ 104760 h 104827"/>
                <a:gd name="connsiteX6" fmla="*/ 140451 w 147989"/>
                <a:gd name="connsiteY6" fmla="*/ 101006 h 104827"/>
                <a:gd name="connsiteX7" fmla="*/ 147961 w 147989"/>
                <a:gd name="connsiteY7" fmla="*/ 93497 h 104827"/>
                <a:gd name="connsiteX8" fmla="*/ 145783 w 147989"/>
                <a:gd name="connsiteY8" fmla="*/ 11956 h 104827"/>
                <a:gd name="connsiteX9" fmla="*/ 138273 w 147989"/>
                <a:gd name="connsiteY9" fmla="*/ 4447 h 104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989" h="104827">
                  <a:moveTo>
                    <a:pt x="96818" y="1969"/>
                  </a:moveTo>
                  <a:cubicBezTo>
                    <a:pt x="67153" y="-696"/>
                    <a:pt x="37263" y="-696"/>
                    <a:pt x="7599" y="1969"/>
                  </a:cubicBezTo>
                  <a:cubicBezTo>
                    <a:pt x="3769" y="2360"/>
                    <a:pt x="840" y="5611"/>
                    <a:pt x="840" y="9478"/>
                  </a:cubicBezTo>
                  <a:cubicBezTo>
                    <a:pt x="-512" y="38851"/>
                    <a:pt x="-287" y="68277"/>
                    <a:pt x="1516" y="97627"/>
                  </a:cubicBezTo>
                  <a:cubicBezTo>
                    <a:pt x="1666" y="101772"/>
                    <a:pt x="5195" y="104978"/>
                    <a:pt x="9326" y="104790"/>
                  </a:cubicBezTo>
                  <a:cubicBezTo>
                    <a:pt x="9477" y="104783"/>
                    <a:pt x="9627" y="104775"/>
                    <a:pt x="9776" y="104760"/>
                  </a:cubicBezTo>
                  <a:cubicBezTo>
                    <a:pt x="52734" y="101156"/>
                    <a:pt x="97418" y="101006"/>
                    <a:pt x="140451" y="101006"/>
                  </a:cubicBezTo>
                  <a:cubicBezTo>
                    <a:pt x="144581" y="101006"/>
                    <a:pt x="147961" y="97642"/>
                    <a:pt x="147961" y="93497"/>
                  </a:cubicBezTo>
                  <a:cubicBezTo>
                    <a:pt x="147961" y="67218"/>
                    <a:pt x="146008" y="38235"/>
                    <a:pt x="145783" y="11956"/>
                  </a:cubicBezTo>
                  <a:cubicBezTo>
                    <a:pt x="145783" y="7811"/>
                    <a:pt x="142403" y="4447"/>
                    <a:pt x="138273" y="4447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Content Placeholder 4">
              <a:extLst>
                <a:ext uri="{FF2B5EF4-FFF2-40B4-BE49-F238E27FC236}">
                  <a16:creationId xmlns:a16="http://schemas.microsoft.com/office/drawing/2014/main" id="{738D0B69-2591-DB50-8ADF-2AAB9B4BAAB9}"/>
                </a:ext>
              </a:extLst>
            </p:cNvPr>
            <p:cNvSpPr/>
            <p:nvPr/>
          </p:nvSpPr>
          <p:spPr>
            <a:xfrm>
              <a:off x="11866889" y="3893199"/>
              <a:ext cx="9223" cy="23001"/>
            </a:xfrm>
            <a:custGeom>
              <a:avLst/>
              <a:gdLst>
                <a:gd name="connsiteX0" fmla="*/ 9161 w 9223"/>
                <a:gd name="connsiteY0" fmla="*/ 20916 h 23001"/>
                <a:gd name="connsiteX1" fmla="*/ 4580 w 9223"/>
                <a:gd name="connsiteY1" fmla="*/ 1619 h 23001"/>
                <a:gd name="connsiteX2" fmla="*/ 1576 w 9223"/>
                <a:gd name="connsiteY2" fmla="*/ 80 h 23001"/>
                <a:gd name="connsiteX3" fmla="*/ 75 w 9223"/>
                <a:gd name="connsiteY3" fmla="*/ 3046 h 23001"/>
                <a:gd name="connsiteX4" fmla="*/ 6083 w 9223"/>
                <a:gd name="connsiteY4" fmla="*/ 21817 h 23001"/>
                <a:gd name="connsiteX5" fmla="*/ 9161 w 9223"/>
                <a:gd name="connsiteY5" fmla="*/ 20916 h 23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223" h="23001">
                  <a:moveTo>
                    <a:pt x="9161" y="20916"/>
                  </a:moveTo>
                  <a:cubicBezTo>
                    <a:pt x="8110" y="14376"/>
                    <a:pt x="6608" y="7926"/>
                    <a:pt x="4580" y="1619"/>
                  </a:cubicBezTo>
                  <a:cubicBezTo>
                    <a:pt x="4206" y="373"/>
                    <a:pt x="2853" y="-310"/>
                    <a:pt x="1576" y="80"/>
                  </a:cubicBezTo>
                  <a:cubicBezTo>
                    <a:pt x="375" y="470"/>
                    <a:pt x="-301" y="1799"/>
                    <a:pt x="75" y="3046"/>
                  </a:cubicBezTo>
                  <a:cubicBezTo>
                    <a:pt x="2027" y="9353"/>
                    <a:pt x="4430" y="15435"/>
                    <a:pt x="6083" y="21817"/>
                  </a:cubicBezTo>
                  <a:cubicBezTo>
                    <a:pt x="6533" y="23919"/>
                    <a:pt x="9537" y="22868"/>
                    <a:pt x="9161" y="20916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Content Placeholder 4">
              <a:extLst>
                <a:ext uri="{FF2B5EF4-FFF2-40B4-BE49-F238E27FC236}">
                  <a16:creationId xmlns:a16="http://schemas.microsoft.com/office/drawing/2014/main" id="{D2E369CB-7983-59DA-4C71-43A90CC66473}"/>
                </a:ext>
              </a:extLst>
            </p:cNvPr>
            <p:cNvSpPr/>
            <p:nvPr/>
          </p:nvSpPr>
          <p:spPr>
            <a:xfrm>
              <a:off x="11848917" y="3914596"/>
              <a:ext cx="18879" cy="8528"/>
            </a:xfrm>
            <a:custGeom>
              <a:avLst/>
              <a:gdLst>
                <a:gd name="connsiteX0" fmla="*/ 17971 w 18879"/>
                <a:gd name="connsiteY0" fmla="*/ 5076 h 8528"/>
                <a:gd name="connsiteX1" fmla="*/ 2951 w 18879"/>
                <a:gd name="connsiteY1" fmla="*/ -30 h 8528"/>
                <a:gd name="connsiteX2" fmla="*/ 1824 w 18879"/>
                <a:gd name="connsiteY2" fmla="*/ 4776 h 8528"/>
                <a:gd name="connsiteX3" fmla="*/ 16844 w 18879"/>
                <a:gd name="connsiteY3" fmla="*/ 8455 h 8528"/>
                <a:gd name="connsiteX4" fmla="*/ 17971 w 18879"/>
                <a:gd name="connsiteY4" fmla="*/ 5076 h 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879" h="8528">
                  <a:moveTo>
                    <a:pt x="17971" y="5076"/>
                  </a:moveTo>
                  <a:cubicBezTo>
                    <a:pt x="13390" y="2373"/>
                    <a:pt x="8283" y="638"/>
                    <a:pt x="2951" y="-30"/>
                  </a:cubicBezTo>
                  <a:cubicBezTo>
                    <a:pt x="-128" y="-30"/>
                    <a:pt x="-1329" y="4250"/>
                    <a:pt x="1824" y="4776"/>
                  </a:cubicBezTo>
                  <a:cubicBezTo>
                    <a:pt x="6932" y="5534"/>
                    <a:pt x="11963" y="6765"/>
                    <a:pt x="16844" y="8455"/>
                  </a:cubicBezTo>
                  <a:cubicBezTo>
                    <a:pt x="18647" y="8905"/>
                    <a:pt x="19698" y="5752"/>
                    <a:pt x="17971" y="5076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Content Placeholder 4">
              <a:extLst>
                <a:ext uri="{FF2B5EF4-FFF2-40B4-BE49-F238E27FC236}">
                  <a16:creationId xmlns:a16="http://schemas.microsoft.com/office/drawing/2014/main" id="{11A31E91-A50F-D2CD-46E3-575DDC50B4CB}"/>
                </a:ext>
              </a:extLst>
            </p:cNvPr>
            <p:cNvSpPr/>
            <p:nvPr/>
          </p:nvSpPr>
          <p:spPr>
            <a:xfrm>
              <a:off x="11842435" y="3930654"/>
              <a:ext cx="25302" cy="7006"/>
            </a:xfrm>
            <a:custGeom>
              <a:avLst/>
              <a:gdLst>
                <a:gd name="connsiteX0" fmla="*/ 23778 w 25302"/>
                <a:gd name="connsiteY0" fmla="*/ -20 h 7006"/>
                <a:gd name="connsiteX1" fmla="*/ 2224 w 25302"/>
                <a:gd name="connsiteY1" fmla="*/ 2158 h 7006"/>
                <a:gd name="connsiteX2" fmla="*/ 2224 w 25302"/>
                <a:gd name="connsiteY2" fmla="*/ 6963 h 7006"/>
                <a:gd name="connsiteX3" fmla="*/ 24228 w 25302"/>
                <a:gd name="connsiteY3" fmla="*/ 3284 h 7006"/>
                <a:gd name="connsiteX4" fmla="*/ 25129 w 25302"/>
                <a:gd name="connsiteY4" fmla="*/ 1024 h 7006"/>
                <a:gd name="connsiteX5" fmla="*/ 23778 w 25302"/>
                <a:gd name="connsiteY5" fmla="*/ -20 h 7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02" h="7006">
                  <a:moveTo>
                    <a:pt x="23778" y="-20"/>
                  </a:moveTo>
                  <a:cubicBezTo>
                    <a:pt x="16567" y="-125"/>
                    <a:pt x="9283" y="611"/>
                    <a:pt x="2224" y="2158"/>
                  </a:cubicBezTo>
                  <a:cubicBezTo>
                    <a:pt x="-780" y="2608"/>
                    <a:pt x="-780" y="7263"/>
                    <a:pt x="2224" y="6963"/>
                  </a:cubicBezTo>
                  <a:cubicBezTo>
                    <a:pt x="9659" y="6610"/>
                    <a:pt x="17094" y="5379"/>
                    <a:pt x="24228" y="3284"/>
                  </a:cubicBezTo>
                  <a:cubicBezTo>
                    <a:pt x="25129" y="2916"/>
                    <a:pt x="25505" y="1902"/>
                    <a:pt x="25129" y="1024"/>
                  </a:cubicBezTo>
                  <a:cubicBezTo>
                    <a:pt x="24904" y="453"/>
                    <a:pt x="24378" y="63"/>
                    <a:pt x="23778" y="-20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Content Placeholder 4">
              <a:extLst>
                <a:ext uri="{FF2B5EF4-FFF2-40B4-BE49-F238E27FC236}">
                  <a16:creationId xmlns:a16="http://schemas.microsoft.com/office/drawing/2014/main" id="{D37CA6B1-2B71-2D98-E779-93EDADAC4940}"/>
                </a:ext>
              </a:extLst>
            </p:cNvPr>
            <p:cNvSpPr/>
            <p:nvPr/>
          </p:nvSpPr>
          <p:spPr>
            <a:xfrm>
              <a:off x="11867968" y="3995138"/>
              <a:ext cx="52624" cy="68495"/>
            </a:xfrm>
            <a:custGeom>
              <a:avLst/>
              <a:gdLst>
                <a:gd name="connsiteX0" fmla="*/ 22427 w 52624"/>
                <a:gd name="connsiteY0" fmla="*/ 61112 h 68495"/>
                <a:gd name="connsiteX1" fmla="*/ 7407 w 52624"/>
                <a:gd name="connsiteY1" fmla="*/ 67944 h 68495"/>
                <a:gd name="connsiteX2" fmla="*/ 2976 w 52624"/>
                <a:gd name="connsiteY2" fmla="*/ 64416 h 68495"/>
                <a:gd name="connsiteX3" fmla="*/ 2075 w 52624"/>
                <a:gd name="connsiteY3" fmla="*/ 43692 h 68495"/>
                <a:gd name="connsiteX4" fmla="*/ 22276 w 52624"/>
                <a:gd name="connsiteY4" fmla="*/ 13658 h 68495"/>
                <a:gd name="connsiteX5" fmla="*/ 47210 w 52624"/>
                <a:gd name="connsiteY5" fmla="*/ 443 h 68495"/>
                <a:gd name="connsiteX6" fmla="*/ 51791 w 52624"/>
                <a:gd name="connsiteY6" fmla="*/ 3597 h 68495"/>
                <a:gd name="connsiteX7" fmla="*/ 52467 w 52624"/>
                <a:gd name="connsiteY7" fmla="*/ 8778 h 68495"/>
                <a:gd name="connsiteX8" fmla="*/ 22427 w 52624"/>
                <a:gd name="connsiteY8" fmla="*/ 61112 h 6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2624" h="68495">
                  <a:moveTo>
                    <a:pt x="22427" y="61112"/>
                  </a:moveTo>
                  <a:cubicBezTo>
                    <a:pt x="18371" y="65392"/>
                    <a:pt x="12814" y="70047"/>
                    <a:pt x="7407" y="67944"/>
                  </a:cubicBezTo>
                  <a:cubicBezTo>
                    <a:pt x="5604" y="67261"/>
                    <a:pt x="4028" y="66030"/>
                    <a:pt x="2976" y="64416"/>
                  </a:cubicBezTo>
                  <a:cubicBezTo>
                    <a:pt x="-704" y="58063"/>
                    <a:pt x="-1004" y="50337"/>
                    <a:pt x="2075" y="43692"/>
                  </a:cubicBezTo>
                  <a:cubicBezTo>
                    <a:pt x="6956" y="32550"/>
                    <a:pt x="13790" y="22376"/>
                    <a:pt x="22276" y="13658"/>
                  </a:cubicBezTo>
                  <a:cubicBezTo>
                    <a:pt x="28810" y="6150"/>
                    <a:pt x="37296" y="-2109"/>
                    <a:pt x="47210" y="443"/>
                  </a:cubicBezTo>
                  <a:cubicBezTo>
                    <a:pt x="49088" y="871"/>
                    <a:pt x="50740" y="1998"/>
                    <a:pt x="51791" y="3597"/>
                  </a:cubicBezTo>
                  <a:cubicBezTo>
                    <a:pt x="52542" y="5219"/>
                    <a:pt x="52767" y="7021"/>
                    <a:pt x="52467" y="8778"/>
                  </a:cubicBezTo>
                  <a:cubicBezTo>
                    <a:pt x="50664" y="29651"/>
                    <a:pt x="36470" y="46245"/>
                    <a:pt x="22427" y="61112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Content Placeholder 4">
              <a:extLst>
                <a:ext uri="{FF2B5EF4-FFF2-40B4-BE49-F238E27FC236}">
                  <a16:creationId xmlns:a16="http://schemas.microsoft.com/office/drawing/2014/main" id="{F3CF357B-DC28-5529-529E-92F5CE5C67AD}"/>
                </a:ext>
              </a:extLst>
            </p:cNvPr>
            <p:cNvSpPr/>
            <p:nvPr/>
          </p:nvSpPr>
          <p:spPr>
            <a:xfrm>
              <a:off x="11851867" y="4016410"/>
              <a:ext cx="49596" cy="64882"/>
            </a:xfrm>
            <a:custGeom>
              <a:avLst/>
              <a:gdLst>
                <a:gd name="connsiteX0" fmla="*/ 1279 w 49596"/>
                <a:gd name="connsiteY0" fmla="*/ 62816 h 64882"/>
                <a:gd name="connsiteX1" fmla="*/ 302 w 49596"/>
                <a:gd name="connsiteY1" fmla="*/ 55308 h 64882"/>
                <a:gd name="connsiteX2" fmla="*/ 22832 w 49596"/>
                <a:gd name="connsiteY2" fmla="*/ -30 h 64882"/>
                <a:gd name="connsiteX3" fmla="*/ 49567 w 49596"/>
                <a:gd name="connsiteY3" fmla="*/ 31656 h 64882"/>
                <a:gd name="connsiteX4" fmla="*/ 22306 w 49596"/>
                <a:gd name="connsiteY4" fmla="*/ 59362 h 64882"/>
                <a:gd name="connsiteX5" fmla="*/ 9389 w 49596"/>
                <a:gd name="connsiteY5" fmla="*/ 64243 h 64882"/>
                <a:gd name="connsiteX6" fmla="*/ 1279 w 49596"/>
                <a:gd name="connsiteY6" fmla="*/ 62816 h 6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596" h="64882">
                  <a:moveTo>
                    <a:pt x="1279" y="62816"/>
                  </a:moveTo>
                  <a:cubicBezTo>
                    <a:pt x="1" y="60541"/>
                    <a:pt x="-374" y="57838"/>
                    <a:pt x="302" y="55308"/>
                  </a:cubicBezTo>
                  <a:cubicBezTo>
                    <a:pt x="2630" y="35155"/>
                    <a:pt x="10440" y="16023"/>
                    <a:pt x="22832" y="-30"/>
                  </a:cubicBezTo>
                  <a:cubicBezTo>
                    <a:pt x="30567" y="11496"/>
                    <a:pt x="39504" y="22128"/>
                    <a:pt x="49567" y="31656"/>
                  </a:cubicBezTo>
                  <a:cubicBezTo>
                    <a:pt x="38528" y="43144"/>
                    <a:pt x="32444" y="49151"/>
                    <a:pt x="22306" y="59362"/>
                  </a:cubicBezTo>
                  <a:cubicBezTo>
                    <a:pt x="18251" y="61562"/>
                    <a:pt x="13895" y="63206"/>
                    <a:pt x="9389" y="64243"/>
                  </a:cubicBezTo>
                  <a:cubicBezTo>
                    <a:pt x="6610" y="65421"/>
                    <a:pt x="3456" y="64866"/>
                    <a:pt x="1279" y="62816"/>
                  </a:cubicBezTo>
                  <a:close/>
                </a:path>
              </a:pathLst>
            </a:custGeom>
            <a:solidFill>
              <a:schemeClr val="tx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Content Placeholder 4">
              <a:extLst>
                <a:ext uri="{FF2B5EF4-FFF2-40B4-BE49-F238E27FC236}">
                  <a16:creationId xmlns:a16="http://schemas.microsoft.com/office/drawing/2014/main" id="{AD656D49-FFE5-A996-A156-E691558F7D21}"/>
                </a:ext>
              </a:extLst>
            </p:cNvPr>
            <p:cNvSpPr/>
            <p:nvPr/>
          </p:nvSpPr>
          <p:spPr>
            <a:xfrm>
              <a:off x="11908633" y="3774817"/>
              <a:ext cx="56104" cy="102161"/>
            </a:xfrm>
            <a:custGeom>
              <a:avLst/>
              <a:gdLst>
                <a:gd name="connsiteX0" fmla="*/ 40040 w 56104"/>
                <a:gd name="connsiteY0" fmla="*/ 41914 h 102161"/>
                <a:gd name="connsiteX1" fmla="*/ 29075 w 56104"/>
                <a:gd name="connsiteY1" fmla="*/ 50173 h 102161"/>
                <a:gd name="connsiteX2" fmla="*/ 21565 w 56104"/>
                <a:gd name="connsiteY2" fmla="*/ 81408 h 102161"/>
                <a:gd name="connsiteX3" fmla="*/ 11877 w 56104"/>
                <a:gd name="connsiteY3" fmla="*/ 102132 h 102161"/>
                <a:gd name="connsiteX4" fmla="*/ 6170 w 56104"/>
                <a:gd name="connsiteY4" fmla="*/ 87791 h 102161"/>
                <a:gd name="connsiteX5" fmla="*/ 462 w 56104"/>
                <a:gd name="connsiteY5" fmla="*/ 42740 h 102161"/>
                <a:gd name="connsiteX6" fmla="*/ 24043 w 56104"/>
                <a:gd name="connsiteY6" fmla="*/ 3921 h 102161"/>
                <a:gd name="connsiteX7" fmla="*/ 39063 w 56104"/>
                <a:gd name="connsiteY7" fmla="*/ 167 h 102161"/>
                <a:gd name="connsiteX8" fmla="*/ 52356 w 56104"/>
                <a:gd name="connsiteY8" fmla="*/ 14734 h 102161"/>
                <a:gd name="connsiteX9" fmla="*/ 55735 w 56104"/>
                <a:gd name="connsiteY9" fmla="*/ 37859 h 102161"/>
                <a:gd name="connsiteX10" fmla="*/ 50778 w 56104"/>
                <a:gd name="connsiteY10" fmla="*/ 45368 h 102161"/>
                <a:gd name="connsiteX11" fmla="*/ 40040 w 56104"/>
                <a:gd name="connsiteY11" fmla="*/ 41914 h 102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104" h="102161">
                  <a:moveTo>
                    <a:pt x="40040" y="41914"/>
                  </a:moveTo>
                  <a:cubicBezTo>
                    <a:pt x="35459" y="43130"/>
                    <a:pt x="31478" y="46096"/>
                    <a:pt x="29075" y="50173"/>
                  </a:cubicBezTo>
                  <a:cubicBezTo>
                    <a:pt x="23217" y="59409"/>
                    <a:pt x="24119" y="70897"/>
                    <a:pt x="21565" y="81408"/>
                  </a:cubicBezTo>
                  <a:cubicBezTo>
                    <a:pt x="19913" y="88940"/>
                    <a:pt x="16609" y="96012"/>
                    <a:pt x="11877" y="102132"/>
                  </a:cubicBezTo>
                  <a:cubicBezTo>
                    <a:pt x="9549" y="97537"/>
                    <a:pt x="7596" y="92739"/>
                    <a:pt x="6170" y="87791"/>
                  </a:cubicBezTo>
                  <a:cubicBezTo>
                    <a:pt x="913" y="73382"/>
                    <a:pt x="-1040" y="57997"/>
                    <a:pt x="462" y="42740"/>
                  </a:cubicBezTo>
                  <a:cubicBezTo>
                    <a:pt x="2264" y="26987"/>
                    <a:pt x="10901" y="12811"/>
                    <a:pt x="24043" y="3921"/>
                  </a:cubicBezTo>
                  <a:cubicBezTo>
                    <a:pt x="28399" y="775"/>
                    <a:pt x="33732" y="-569"/>
                    <a:pt x="39063" y="167"/>
                  </a:cubicBezTo>
                  <a:cubicBezTo>
                    <a:pt x="45597" y="2547"/>
                    <a:pt x="50554" y="7991"/>
                    <a:pt x="52356" y="14734"/>
                  </a:cubicBezTo>
                  <a:cubicBezTo>
                    <a:pt x="55585" y="21994"/>
                    <a:pt x="56712" y="29991"/>
                    <a:pt x="55735" y="37859"/>
                  </a:cubicBezTo>
                  <a:cubicBezTo>
                    <a:pt x="54985" y="41689"/>
                    <a:pt x="54459" y="45368"/>
                    <a:pt x="50778" y="45368"/>
                  </a:cubicBezTo>
                  <a:cubicBezTo>
                    <a:pt x="47099" y="45368"/>
                    <a:pt x="45221" y="40788"/>
                    <a:pt x="40040" y="41914"/>
                  </a:cubicBez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Content Placeholder 4">
              <a:extLst>
                <a:ext uri="{FF2B5EF4-FFF2-40B4-BE49-F238E27FC236}">
                  <a16:creationId xmlns:a16="http://schemas.microsoft.com/office/drawing/2014/main" id="{5879A2FF-0503-2250-DA47-E706532AA05A}"/>
                </a:ext>
              </a:extLst>
            </p:cNvPr>
            <p:cNvSpPr/>
            <p:nvPr/>
          </p:nvSpPr>
          <p:spPr>
            <a:xfrm>
              <a:off x="11952821" y="3772641"/>
              <a:ext cx="64916" cy="106238"/>
            </a:xfrm>
            <a:custGeom>
              <a:avLst/>
              <a:gdLst>
                <a:gd name="connsiteX0" fmla="*/ 41663 w 64916"/>
                <a:gd name="connsiteY0" fmla="*/ 96123 h 106238"/>
                <a:gd name="connsiteX1" fmla="*/ 37832 w 64916"/>
                <a:gd name="connsiteY1" fmla="*/ 80731 h 106238"/>
                <a:gd name="connsiteX2" fmla="*/ 30322 w 64916"/>
                <a:gd name="connsiteY2" fmla="*/ 60458 h 106238"/>
                <a:gd name="connsiteX3" fmla="*/ 22812 w 64916"/>
                <a:gd name="connsiteY3" fmla="*/ 51448 h 106238"/>
                <a:gd name="connsiteX4" fmla="*/ 11923 w 64916"/>
                <a:gd name="connsiteY4" fmla="*/ 48895 h 106238"/>
                <a:gd name="connsiteX5" fmla="*/ 8168 w 64916"/>
                <a:gd name="connsiteY5" fmla="*/ 49570 h 106238"/>
                <a:gd name="connsiteX6" fmla="*/ 4713 w 64916"/>
                <a:gd name="connsiteY6" fmla="*/ 46041 h 106238"/>
                <a:gd name="connsiteX7" fmla="*/ -18 w 64916"/>
                <a:gd name="connsiteY7" fmla="*/ 32977 h 106238"/>
                <a:gd name="connsiteX8" fmla="*/ 1033 w 64916"/>
                <a:gd name="connsiteY8" fmla="*/ 24492 h 106238"/>
                <a:gd name="connsiteX9" fmla="*/ 24389 w 64916"/>
                <a:gd name="connsiteY9" fmla="*/ 90 h 106238"/>
                <a:gd name="connsiteX10" fmla="*/ 50900 w 64916"/>
                <a:gd name="connsiteY10" fmla="*/ 11728 h 106238"/>
                <a:gd name="connsiteX11" fmla="*/ 62766 w 64916"/>
                <a:gd name="connsiteY11" fmla="*/ 39284 h 106238"/>
                <a:gd name="connsiteX12" fmla="*/ 64868 w 64916"/>
                <a:gd name="connsiteY12" fmla="*/ 56704 h 106238"/>
                <a:gd name="connsiteX13" fmla="*/ 55857 w 64916"/>
                <a:gd name="connsiteY13" fmla="*/ 89966 h 106238"/>
                <a:gd name="connsiteX14" fmla="*/ 52927 w 64916"/>
                <a:gd name="connsiteY14" fmla="*/ 105884 h 106238"/>
                <a:gd name="connsiteX15" fmla="*/ 41663 w 64916"/>
                <a:gd name="connsiteY15" fmla="*/ 96123 h 10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4916" h="106238">
                  <a:moveTo>
                    <a:pt x="41663" y="96123"/>
                  </a:moveTo>
                  <a:cubicBezTo>
                    <a:pt x="39860" y="91130"/>
                    <a:pt x="38583" y="85972"/>
                    <a:pt x="37832" y="80731"/>
                  </a:cubicBezTo>
                  <a:cubicBezTo>
                    <a:pt x="36331" y="73643"/>
                    <a:pt x="33777" y="66817"/>
                    <a:pt x="30322" y="60458"/>
                  </a:cubicBezTo>
                  <a:cubicBezTo>
                    <a:pt x="28445" y="56966"/>
                    <a:pt x="25892" y="53895"/>
                    <a:pt x="22812" y="51448"/>
                  </a:cubicBezTo>
                  <a:cubicBezTo>
                    <a:pt x="19733" y="48970"/>
                    <a:pt x="15753" y="48024"/>
                    <a:pt x="11923" y="48895"/>
                  </a:cubicBezTo>
                  <a:cubicBezTo>
                    <a:pt x="10721" y="49375"/>
                    <a:pt x="9444" y="49600"/>
                    <a:pt x="8168" y="49570"/>
                  </a:cubicBezTo>
                  <a:cubicBezTo>
                    <a:pt x="6516" y="49570"/>
                    <a:pt x="5465" y="47543"/>
                    <a:pt x="4713" y="46041"/>
                  </a:cubicBezTo>
                  <a:cubicBezTo>
                    <a:pt x="2235" y="42047"/>
                    <a:pt x="658" y="37610"/>
                    <a:pt x="-18" y="32977"/>
                  </a:cubicBezTo>
                  <a:cubicBezTo>
                    <a:pt x="-93" y="30109"/>
                    <a:pt x="207" y="27248"/>
                    <a:pt x="1033" y="24492"/>
                  </a:cubicBezTo>
                  <a:cubicBezTo>
                    <a:pt x="3587" y="12591"/>
                    <a:pt x="12599" y="3146"/>
                    <a:pt x="24389" y="90"/>
                  </a:cubicBezTo>
                  <a:cubicBezTo>
                    <a:pt x="34604" y="-826"/>
                    <a:pt x="44667" y="3566"/>
                    <a:pt x="50900" y="11728"/>
                  </a:cubicBezTo>
                  <a:cubicBezTo>
                    <a:pt x="56908" y="19867"/>
                    <a:pt x="61038" y="29298"/>
                    <a:pt x="62766" y="39284"/>
                  </a:cubicBezTo>
                  <a:cubicBezTo>
                    <a:pt x="64268" y="44960"/>
                    <a:pt x="65018" y="50825"/>
                    <a:pt x="64868" y="56704"/>
                  </a:cubicBezTo>
                  <a:cubicBezTo>
                    <a:pt x="63216" y="68109"/>
                    <a:pt x="60212" y="79281"/>
                    <a:pt x="55857" y="89966"/>
                  </a:cubicBezTo>
                  <a:cubicBezTo>
                    <a:pt x="55405" y="95350"/>
                    <a:pt x="54429" y="100681"/>
                    <a:pt x="52927" y="105884"/>
                  </a:cubicBezTo>
                  <a:cubicBezTo>
                    <a:pt x="49022" y="108061"/>
                    <a:pt x="42789" y="98676"/>
                    <a:pt x="41663" y="96123"/>
                  </a:cubicBez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Content Placeholder 4">
              <a:extLst>
                <a:ext uri="{FF2B5EF4-FFF2-40B4-BE49-F238E27FC236}">
                  <a16:creationId xmlns:a16="http://schemas.microsoft.com/office/drawing/2014/main" id="{9E05D7EE-4C35-E6F1-209A-D0DD7C84F86A}"/>
                </a:ext>
              </a:extLst>
            </p:cNvPr>
            <p:cNvSpPr/>
            <p:nvPr/>
          </p:nvSpPr>
          <p:spPr>
            <a:xfrm>
              <a:off x="11939480" y="3984295"/>
              <a:ext cx="25899" cy="22464"/>
            </a:xfrm>
            <a:custGeom>
              <a:avLst/>
              <a:gdLst>
                <a:gd name="connsiteX0" fmla="*/ 25339 w 25899"/>
                <a:gd name="connsiteY0" fmla="*/ 1376 h 22464"/>
                <a:gd name="connsiteX1" fmla="*/ 24062 w 25899"/>
                <a:gd name="connsiteY1" fmla="*/ 24 h 22464"/>
                <a:gd name="connsiteX2" fmla="*/ 13098 w 25899"/>
                <a:gd name="connsiteY2" fmla="*/ 1676 h 22464"/>
                <a:gd name="connsiteX3" fmla="*/ 932 w 25899"/>
                <a:gd name="connsiteY3" fmla="*/ 5881 h 22464"/>
                <a:gd name="connsiteX4" fmla="*/ 932 w 25899"/>
                <a:gd name="connsiteY4" fmla="*/ 9260 h 22464"/>
                <a:gd name="connsiteX5" fmla="*/ 19931 w 25899"/>
                <a:gd name="connsiteY5" fmla="*/ 20072 h 22464"/>
                <a:gd name="connsiteX6" fmla="*/ 20758 w 25899"/>
                <a:gd name="connsiteY6" fmla="*/ 20072 h 22464"/>
                <a:gd name="connsiteX7" fmla="*/ 24513 w 25899"/>
                <a:gd name="connsiteY7" fmla="*/ 21048 h 22464"/>
                <a:gd name="connsiteX8" fmla="*/ 25339 w 25899"/>
                <a:gd name="connsiteY8" fmla="*/ 1376 h 22464"/>
                <a:gd name="connsiteX9" fmla="*/ 21809 w 25899"/>
                <a:gd name="connsiteY9" fmla="*/ 10686 h 22464"/>
                <a:gd name="connsiteX10" fmla="*/ 20983 w 25899"/>
                <a:gd name="connsiteY10" fmla="*/ 18195 h 22464"/>
                <a:gd name="connsiteX11" fmla="*/ 20983 w 25899"/>
                <a:gd name="connsiteY11" fmla="*/ 18195 h 22464"/>
                <a:gd name="connsiteX12" fmla="*/ 5963 w 25899"/>
                <a:gd name="connsiteY12" fmla="*/ 7983 h 22464"/>
                <a:gd name="connsiteX13" fmla="*/ 13473 w 25899"/>
                <a:gd name="connsiteY13" fmla="*/ 5505 h 22464"/>
                <a:gd name="connsiteX14" fmla="*/ 22034 w 25899"/>
                <a:gd name="connsiteY14" fmla="*/ 3628 h 22464"/>
                <a:gd name="connsiteX15" fmla="*/ 21809 w 25899"/>
                <a:gd name="connsiteY15" fmla="*/ 10461 h 2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899" h="22464">
                  <a:moveTo>
                    <a:pt x="25339" y="1376"/>
                  </a:moveTo>
                  <a:cubicBezTo>
                    <a:pt x="25189" y="738"/>
                    <a:pt x="24663" y="227"/>
                    <a:pt x="24062" y="24"/>
                  </a:cubicBezTo>
                  <a:cubicBezTo>
                    <a:pt x="20307" y="-216"/>
                    <a:pt x="16627" y="347"/>
                    <a:pt x="13098" y="1676"/>
                  </a:cubicBezTo>
                  <a:cubicBezTo>
                    <a:pt x="8967" y="2773"/>
                    <a:pt x="4911" y="4176"/>
                    <a:pt x="932" y="5881"/>
                  </a:cubicBezTo>
                  <a:cubicBezTo>
                    <a:pt x="-496" y="6482"/>
                    <a:pt x="-195" y="8584"/>
                    <a:pt x="932" y="9260"/>
                  </a:cubicBezTo>
                  <a:cubicBezTo>
                    <a:pt x="7014" y="13314"/>
                    <a:pt x="13473" y="16768"/>
                    <a:pt x="19931" y="20072"/>
                  </a:cubicBezTo>
                  <a:cubicBezTo>
                    <a:pt x="20232" y="20185"/>
                    <a:pt x="20458" y="20185"/>
                    <a:pt x="20758" y="20072"/>
                  </a:cubicBezTo>
                  <a:cubicBezTo>
                    <a:pt x="20758" y="22475"/>
                    <a:pt x="24137" y="23451"/>
                    <a:pt x="24513" y="21048"/>
                  </a:cubicBezTo>
                  <a:cubicBezTo>
                    <a:pt x="26015" y="14598"/>
                    <a:pt x="26240" y="7931"/>
                    <a:pt x="25339" y="1376"/>
                  </a:cubicBezTo>
                  <a:close/>
                  <a:moveTo>
                    <a:pt x="21809" y="10686"/>
                  </a:moveTo>
                  <a:cubicBezTo>
                    <a:pt x="21809" y="13239"/>
                    <a:pt x="21284" y="15792"/>
                    <a:pt x="20983" y="18195"/>
                  </a:cubicBezTo>
                  <a:lnTo>
                    <a:pt x="20983" y="18195"/>
                  </a:lnTo>
                  <a:cubicBezTo>
                    <a:pt x="15877" y="15041"/>
                    <a:pt x="10995" y="11512"/>
                    <a:pt x="5963" y="7983"/>
                  </a:cubicBezTo>
                  <a:cubicBezTo>
                    <a:pt x="8442" y="7082"/>
                    <a:pt x="10845" y="6181"/>
                    <a:pt x="13473" y="5505"/>
                  </a:cubicBezTo>
                  <a:cubicBezTo>
                    <a:pt x="16252" y="4552"/>
                    <a:pt x="19105" y="3929"/>
                    <a:pt x="22034" y="3628"/>
                  </a:cubicBezTo>
                  <a:cubicBezTo>
                    <a:pt x="22110" y="5911"/>
                    <a:pt x="22034" y="8194"/>
                    <a:pt x="21809" y="10461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Title 3">
            <a:extLst>
              <a:ext uri="{FF2B5EF4-FFF2-40B4-BE49-F238E27FC236}">
                <a16:creationId xmlns:a16="http://schemas.microsoft.com/office/drawing/2014/main" id="{AF196955-4F82-5786-9B6D-A4AEE12769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18510" y="791673"/>
            <a:ext cx="9191841" cy="838571"/>
          </a:xfrm>
        </p:spPr>
        <p:txBody>
          <a:bodyPr anchor="t">
            <a:noAutofit/>
          </a:bodyPr>
          <a:lstStyle>
            <a:lvl1pPr algn="l">
              <a:defRPr sz="2800" b="1" baseline="0">
                <a:solidFill>
                  <a:schemeClr val="accent6">
                    <a:lumMod val="2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55E575F2-0F8B-EA59-E3EC-D75D37B2FCC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618510" y="1636635"/>
            <a:ext cx="9191841" cy="820594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baseline="0">
                <a:solidFill>
                  <a:schemeClr val="accent6">
                    <a:lumMod val="25000"/>
                  </a:schemeClr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Body text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71B0B5E-EA3A-D63B-6F95-8C3200400FA8}"/>
              </a:ext>
            </a:extLst>
          </p:cNvPr>
          <p:cNvSpPr/>
          <p:nvPr userDrawn="1"/>
        </p:nvSpPr>
        <p:spPr>
          <a:xfrm>
            <a:off x="3062482" y="2744125"/>
            <a:ext cx="2030802" cy="189177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E5C2684-43BB-09EB-8AD9-29FF8A755A49}"/>
              </a:ext>
            </a:extLst>
          </p:cNvPr>
          <p:cNvSpPr/>
          <p:nvPr userDrawn="1"/>
        </p:nvSpPr>
        <p:spPr>
          <a:xfrm>
            <a:off x="6068574" y="2744125"/>
            <a:ext cx="2030802" cy="189177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244D4B-DFA5-6510-908B-950DA38A6374}"/>
              </a:ext>
            </a:extLst>
          </p:cNvPr>
          <p:cNvSpPr/>
          <p:nvPr userDrawn="1"/>
        </p:nvSpPr>
        <p:spPr>
          <a:xfrm>
            <a:off x="9131893" y="2744125"/>
            <a:ext cx="2030802" cy="189177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47B533D2-A3F0-03DE-012C-0A2D656770C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2967156" y="2612506"/>
            <a:ext cx="1984375" cy="1878013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43B3CA06-C335-9B0B-8503-17B20A36128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85337" y="2612506"/>
            <a:ext cx="1984375" cy="1878013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6" name="Picture Placeholder 33">
            <a:extLst>
              <a:ext uri="{FF2B5EF4-FFF2-40B4-BE49-F238E27FC236}">
                <a16:creationId xmlns:a16="http://schemas.microsoft.com/office/drawing/2014/main" id="{6B718534-E0A7-C3CC-6132-EB4A9BBCE4B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39469" y="2612506"/>
            <a:ext cx="1984375" cy="1878013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A25A328C-AFB8-82F0-4BBC-EEEF49A7347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53409" y="4792430"/>
            <a:ext cx="2075074" cy="42893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 baseline="0">
                <a:solidFill>
                  <a:schemeClr val="tx2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Name Surname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3842D439-6555-1704-4A73-66B6FD4E7E0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84927" y="4785806"/>
            <a:ext cx="2075074" cy="42893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 baseline="0">
                <a:solidFill>
                  <a:schemeClr val="tx2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Name Surname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A8AE0954-CA2C-3D14-AFB4-F1410F1EB6A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22820" y="4800301"/>
            <a:ext cx="2075074" cy="42893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 baseline="0">
                <a:solidFill>
                  <a:schemeClr val="tx2"/>
                </a:solidFill>
                <a:latin typeface="Georgia" panose="02040502050405020303" pitchFamily="18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Name Surname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866164DD-DC08-5C49-CB63-1B558CD1270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22820" y="5226490"/>
            <a:ext cx="2075074" cy="68616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="0" baseline="0">
                <a:solidFill>
                  <a:schemeClr val="tx2"/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Occupation / Role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22686F2C-8B77-D180-4BED-A0F19248CCC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07063" y="5233244"/>
            <a:ext cx="2075074" cy="68616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="0" baseline="0">
                <a:solidFill>
                  <a:schemeClr val="tx2"/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Occupation / Role</a:t>
            </a:r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5839B4F5-A65F-CF18-97F9-B07E8A6839D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53409" y="5221365"/>
            <a:ext cx="2075074" cy="68616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="0" baseline="0">
                <a:solidFill>
                  <a:schemeClr val="tx2"/>
                </a:solidFill>
                <a:latin typeface="Helvetica" pitchFamily="2" charset="0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Occupation / Role</a:t>
            </a:r>
          </a:p>
        </p:txBody>
      </p:sp>
      <p:pic>
        <p:nvPicPr>
          <p:cNvPr id="15" name="Picture 14" descr="Text&#10;&#10;Description automatically generated with medium confidence">
            <a:extLst>
              <a:ext uri="{FF2B5EF4-FFF2-40B4-BE49-F238E27FC236}">
                <a16:creationId xmlns:a16="http://schemas.microsoft.com/office/drawing/2014/main" id="{2570A967-642A-EBB1-2F54-670AB0D3FE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575735" y="6419605"/>
            <a:ext cx="1066800" cy="374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92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96C962DF-4D59-F56F-5A30-07C5C7CCA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281" y="546346"/>
            <a:ext cx="2065652" cy="838571"/>
          </a:xfrm>
        </p:spPr>
        <p:txBody>
          <a:bodyPr/>
          <a:lstStyle/>
          <a:p>
            <a:r>
              <a:rPr lang="en-US"/>
              <a:t>People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70718BD-FC52-9AE8-1412-DE5895CCDF53}"/>
              </a:ext>
            </a:extLst>
          </p:cNvPr>
          <p:cNvGrpSpPr/>
          <p:nvPr userDrawn="1"/>
        </p:nvGrpSpPr>
        <p:grpSpPr>
          <a:xfrm>
            <a:off x="8740764" y="2926616"/>
            <a:ext cx="460363" cy="942694"/>
            <a:chOff x="10019190" y="2541516"/>
            <a:chExt cx="460363" cy="942694"/>
          </a:xfrm>
        </p:grpSpPr>
        <p:sp>
          <p:nvSpPr>
            <p:cNvPr id="5" name="Content Placeholder 4">
              <a:extLst>
                <a:ext uri="{FF2B5EF4-FFF2-40B4-BE49-F238E27FC236}">
                  <a16:creationId xmlns:a16="http://schemas.microsoft.com/office/drawing/2014/main" id="{50418FF3-C7FE-CE6B-3646-8E1713353C31}"/>
                </a:ext>
              </a:extLst>
            </p:cNvPr>
            <p:cNvSpPr/>
            <p:nvPr/>
          </p:nvSpPr>
          <p:spPr>
            <a:xfrm>
              <a:off x="10019190" y="3460532"/>
              <a:ext cx="460363" cy="23678"/>
            </a:xfrm>
            <a:custGeom>
              <a:avLst/>
              <a:gdLst>
                <a:gd name="connsiteX0" fmla="*/ 375665 w 460363"/>
                <a:gd name="connsiteY0" fmla="*/ 23649 h 23678"/>
                <a:gd name="connsiteX1" fmla="*/ 453468 w 460363"/>
                <a:gd name="connsiteY1" fmla="*/ 16141 h 23678"/>
                <a:gd name="connsiteX2" fmla="*/ 460227 w 460363"/>
                <a:gd name="connsiteY2" fmla="*/ 10284 h 23678"/>
                <a:gd name="connsiteX3" fmla="*/ 427934 w 460363"/>
                <a:gd name="connsiteY3" fmla="*/ 2776 h 23678"/>
                <a:gd name="connsiteX4" fmla="*/ 181982 w 460363"/>
                <a:gd name="connsiteY4" fmla="*/ 1799 h 23678"/>
                <a:gd name="connsiteX5" fmla="*/ 30055 w 460363"/>
                <a:gd name="connsiteY5" fmla="*/ 9308 h 23678"/>
                <a:gd name="connsiteX6" fmla="*/ 16537 w 460363"/>
                <a:gd name="connsiteY6" fmla="*/ 21922 h 23678"/>
                <a:gd name="connsiteX7" fmla="*/ 127910 w 460363"/>
                <a:gd name="connsiteY7" fmla="*/ 21922 h 2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0363" h="23678">
                  <a:moveTo>
                    <a:pt x="375665" y="23649"/>
                  </a:moveTo>
                  <a:cubicBezTo>
                    <a:pt x="403677" y="23649"/>
                    <a:pt x="435745" y="23649"/>
                    <a:pt x="453468" y="16141"/>
                  </a:cubicBezTo>
                  <a:cubicBezTo>
                    <a:pt x="457674" y="14489"/>
                    <a:pt x="460978" y="12386"/>
                    <a:pt x="460227" y="10284"/>
                  </a:cubicBezTo>
                  <a:cubicBezTo>
                    <a:pt x="458725" y="5704"/>
                    <a:pt x="441828" y="3752"/>
                    <a:pt x="427934" y="2776"/>
                  </a:cubicBezTo>
                  <a:cubicBezTo>
                    <a:pt x="346826" y="-1654"/>
                    <a:pt x="263991" y="72"/>
                    <a:pt x="181982" y="1799"/>
                  </a:cubicBezTo>
                  <a:cubicBezTo>
                    <a:pt x="130764" y="2926"/>
                    <a:pt x="78945" y="4052"/>
                    <a:pt x="30055" y="9308"/>
                  </a:cubicBezTo>
                  <a:cubicBezTo>
                    <a:pt x="4596" y="11936"/>
                    <a:pt x="-15606" y="18919"/>
                    <a:pt x="16537" y="21922"/>
                  </a:cubicBezTo>
                  <a:cubicBezTo>
                    <a:pt x="48680" y="24926"/>
                    <a:pt x="95316" y="21922"/>
                    <a:pt x="127910" y="21922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Content Placeholder 4">
              <a:extLst>
                <a:ext uri="{FF2B5EF4-FFF2-40B4-BE49-F238E27FC236}">
                  <a16:creationId xmlns:a16="http://schemas.microsoft.com/office/drawing/2014/main" id="{77815AB9-26E7-AB95-D5A8-ED7E59257E81}"/>
                </a:ext>
              </a:extLst>
            </p:cNvPr>
            <p:cNvSpPr/>
            <p:nvPr/>
          </p:nvSpPr>
          <p:spPr>
            <a:xfrm>
              <a:off x="10034095" y="3411765"/>
              <a:ext cx="3172" cy="11561"/>
            </a:xfrm>
            <a:custGeom>
              <a:avLst/>
              <a:gdLst>
                <a:gd name="connsiteX0" fmla="*/ 656 w 3172"/>
                <a:gd name="connsiteY0" fmla="*/ 260 h 11561"/>
                <a:gd name="connsiteX1" fmla="*/ 55 w 3172"/>
                <a:gd name="connsiteY1" fmla="*/ 710 h 11561"/>
                <a:gd name="connsiteX2" fmla="*/ 55 w 3172"/>
                <a:gd name="connsiteY2" fmla="*/ 1912 h 11561"/>
                <a:gd name="connsiteX3" fmla="*/ 55 w 3172"/>
                <a:gd name="connsiteY3" fmla="*/ 9420 h 11561"/>
                <a:gd name="connsiteX4" fmla="*/ 55 w 3172"/>
                <a:gd name="connsiteY4" fmla="*/ 10471 h 11561"/>
                <a:gd name="connsiteX5" fmla="*/ 1182 w 3172"/>
                <a:gd name="connsiteY5" fmla="*/ 11448 h 11561"/>
                <a:gd name="connsiteX6" fmla="*/ 2533 w 3172"/>
                <a:gd name="connsiteY6" fmla="*/ 11448 h 11561"/>
                <a:gd name="connsiteX7" fmla="*/ 3059 w 3172"/>
                <a:gd name="connsiteY7" fmla="*/ 11448 h 11561"/>
                <a:gd name="connsiteX8" fmla="*/ 3059 w 3172"/>
                <a:gd name="connsiteY8" fmla="*/ 10922 h 11561"/>
                <a:gd name="connsiteX9" fmla="*/ 3059 w 3172"/>
                <a:gd name="connsiteY9" fmla="*/ 1311 h 11561"/>
                <a:gd name="connsiteX10" fmla="*/ 3059 w 3172"/>
                <a:gd name="connsiteY10" fmla="*/ 185 h 11561"/>
                <a:gd name="connsiteX11" fmla="*/ 656 w 3172"/>
                <a:gd name="connsiteY11" fmla="*/ 260 h 11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72" h="11561">
                  <a:moveTo>
                    <a:pt x="656" y="260"/>
                  </a:moveTo>
                  <a:cubicBezTo>
                    <a:pt x="416" y="342"/>
                    <a:pt x="205" y="500"/>
                    <a:pt x="55" y="710"/>
                  </a:cubicBezTo>
                  <a:cubicBezTo>
                    <a:pt x="-57" y="1101"/>
                    <a:pt x="-57" y="1521"/>
                    <a:pt x="55" y="1912"/>
                  </a:cubicBezTo>
                  <a:lnTo>
                    <a:pt x="55" y="9420"/>
                  </a:lnTo>
                  <a:cubicBezTo>
                    <a:pt x="18" y="9766"/>
                    <a:pt x="18" y="10119"/>
                    <a:pt x="55" y="10471"/>
                  </a:cubicBezTo>
                  <a:cubicBezTo>
                    <a:pt x="273" y="10944"/>
                    <a:pt x="686" y="11297"/>
                    <a:pt x="1182" y="11448"/>
                  </a:cubicBezTo>
                  <a:cubicBezTo>
                    <a:pt x="1625" y="11560"/>
                    <a:pt x="2091" y="11560"/>
                    <a:pt x="2533" y="11448"/>
                  </a:cubicBezTo>
                  <a:cubicBezTo>
                    <a:pt x="2533" y="11448"/>
                    <a:pt x="2984" y="11448"/>
                    <a:pt x="3059" y="11448"/>
                  </a:cubicBezTo>
                  <a:cubicBezTo>
                    <a:pt x="3097" y="11275"/>
                    <a:pt x="3097" y="11095"/>
                    <a:pt x="3059" y="10922"/>
                  </a:cubicBezTo>
                  <a:cubicBezTo>
                    <a:pt x="3059" y="7768"/>
                    <a:pt x="3059" y="4540"/>
                    <a:pt x="3059" y="1311"/>
                  </a:cubicBezTo>
                  <a:cubicBezTo>
                    <a:pt x="3172" y="943"/>
                    <a:pt x="3172" y="553"/>
                    <a:pt x="3059" y="185"/>
                  </a:cubicBezTo>
                  <a:cubicBezTo>
                    <a:pt x="2533" y="-266"/>
                    <a:pt x="1106" y="110"/>
                    <a:pt x="656" y="26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Content Placeholder 4">
              <a:extLst>
                <a:ext uri="{FF2B5EF4-FFF2-40B4-BE49-F238E27FC236}">
                  <a16:creationId xmlns:a16="http://schemas.microsoft.com/office/drawing/2014/main" id="{9774F037-F9B9-519B-8547-63FCCE684A1F}"/>
                </a:ext>
              </a:extLst>
            </p:cNvPr>
            <p:cNvSpPr/>
            <p:nvPr/>
          </p:nvSpPr>
          <p:spPr>
            <a:xfrm>
              <a:off x="10036057" y="3400690"/>
              <a:ext cx="6758" cy="36520"/>
            </a:xfrm>
            <a:custGeom>
              <a:avLst/>
              <a:gdLst>
                <a:gd name="connsiteX0" fmla="*/ -29 w 6758"/>
                <a:gd name="connsiteY0" fmla="*/ 1574 h 36520"/>
                <a:gd name="connsiteX1" fmla="*/ -29 w 6758"/>
                <a:gd name="connsiteY1" fmla="*/ 6079 h 36520"/>
                <a:gd name="connsiteX2" fmla="*/ 421 w 6758"/>
                <a:gd name="connsiteY2" fmla="*/ 30406 h 36520"/>
                <a:gd name="connsiteX3" fmla="*/ 1773 w 6758"/>
                <a:gd name="connsiteY3" fmla="*/ 35362 h 36520"/>
                <a:gd name="connsiteX4" fmla="*/ 5002 w 6758"/>
                <a:gd name="connsiteY4" fmla="*/ 36488 h 36520"/>
                <a:gd name="connsiteX5" fmla="*/ 6279 w 6758"/>
                <a:gd name="connsiteY5" fmla="*/ 36038 h 36520"/>
                <a:gd name="connsiteX6" fmla="*/ 6279 w 6758"/>
                <a:gd name="connsiteY6" fmla="*/ 35362 h 36520"/>
                <a:gd name="connsiteX7" fmla="*/ 6279 w 6758"/>
                <a:gd name="connsiteY7" fmla="*/ 11936 h 36520"/>
                <a:gd name="connsiteX8" fmla="*/ 5078 w 6758"/>
                <a:gd name="connsiteY8" fmla="*/ 1424 h 36520"/>
                <a:gd name="connsiteX9" fmla="*/ -29 w 6758"/>
                <a:gd name="connsiteY9" fmla="*/ 1574 h 36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58" h="36520">
                  <a:moveTo>
                    <a:pt x="-29" y="1574"/>
                  </a:moveTo>
                  <a:cubicBezTo>
                    <a:pt x="-29" y="3076"/>
                    <a:pt x="-29" y="4577"/>
                    <a:pt x="-29" y="6079"/>
                  </a:cubicBezTo>
                  <a:cubicBezTo>
                    <a:pt x="-29" y="14188"/>
                    <a:pt x="121" y="22297"/>
                    <a:pt x="421" y="30406"/>
                  </a:cubicBezTo>
                  <a:cubicBezTo>
                    <a:pt x="278" y="32163"/>
                    <a:pt x="752" y="33921"/>
                    <a:pt x="1773" y="35362"/>
                  </a:cubicBezTo>
                  <a:cubicBezTo>
                    <a:pt x="2674" y="36128"/>
                    <a:pt x="3823" y="36526"/>
                    <a:pt x="5002" y="36488"/>
                  </a:cubicBezTo>
                  <a:cubicBezTo>
                    <a:pt x="5453" y="36488"/>
                    <a:pt x="6054" y="36488"/>
                    <a:pt x="6279" y="36038"/>
                  </a:cubicBezTo>
                  <a:cubicBezTo>
                    <a:pt x="6504" y="35587"/>
                    <a:pt x="6279" y="35662"/>
                    <a:pt x="6279" y="35362"/>
                  </a:cubicBezTo>
                  <a:cubicBezTo>
                    <a:pt x="6880" y="27568"/>
                    <a:pt x="6880" y="19729"/>
                    <a:pt x="6279" y="11936"/>
                  </a:cubicBezTo>
                  <a:cubicBezTo>
                    <a:pt x="6467" y="8392"/>
                    <a:pt x="6061" y="4833"/>
                    <a:pt x="5078" y="1424"/>
                  </a:cubicBezTo>
                  <a:cubicBezTo>
                    <a:pt x="4026" y="-153"/>
                    <a:pt x="271" y="-904"/>
                    <a:pt x="-29" y="1574"/>
                  </a:cubicBezTo>
                  <a:close/>
                </a:path>
              </a:pathLst>
            </a:custGeom>
            <a:solidFill>
              <a:srgbClr val="C9C9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Content Placeholder 4">
              <a:extLst>
                <a:ext uri="{FF2B5EF4-FFF2-40B4-BE49-F238E27FC236}">
                  <a16:creationId xmlns:a16="http://schemas.microsoft.com/office/drawing/2014/main" id="{7E62B53D-A826-2DBE-38E5-CFCA8D777896}"/>
                </a:ext>
              </a:extLst>
            </p:cNvPr>
            <p:cNvSpPr/>
            <p:nvPr/>
          </p:nvSpPr>
          <p:spPr>
            <a:xfrm>
              <a:off x="10145077" y="2936423"/>
              <a:ext cx="142133" cy="119881"/>
            </a:xfrm>
            <a:custGeom>
              <a:avLst/>
              <a:gdLst>
                <a:gd name="connsiteX0" fmla="*/ 2324 w 142133"/>
                <a:gd name="connsiteY0" fmla="*/ 36508 h 119881"/>
                <a:gd name="connsiteX1" fmla="*/ 7731 w 142133"/>
                <a:gd name="connsiteY1" fmla="*/ 79982 h 119881"/>
                <a:gd name="connsiteX2" fmla="*/ 59775 w 142133"/>
                <a:gd name="connsiteY2" fmla="*/ 119476 h 119881"/>
                <a:gd name="connsiteX3" fmla="*/ 94396 w 142133"/>
                <a:gd name="connsiteY3" fmla="*/ 117449 h 119881"/>
                <a:gd name="connsiteX4" fmla="*/ 109416 w 142133"/>
                <a:gd name="connsiteY4" fmla="*/ 114295 h 119881"/>
                <a:gd name="connsiteX5" fmla="*/ 127516 w 142133"/>
                <a:gd name="connsiteY5" fmla="*/ 103333 h 119881"/>
                <a:gd name="connsiteX6" fmla="*/ 142085 w 142133"/>
                <a:gd name="connsiteY6" fmla="*/ 79231 h 119881"/>
                <a:gd name="connsiteX7" fmla="*/ 139381 w 142133"/>
                <a:gd name="connsiteY7" fmla="*/ 70296 h 119881"/>
                <a:gd name="connsiteX8" fmla="*/ 105361 w 142133"/>
                <a:gd name="connsiteY8" fmla="*/ 32754 h 119881"/>
                <a:gd name="connsiteX9" fmla="*/ 60301 w 142133"/>
                <a:gd name="connsiteY9" fmla="*/ 8501 h 119881"/>
                <a:gd name="connsiteX10" fmla="*/ 30261 w 142133"/>
                <a:gd name="connsiteY10" fmla="*/ 2870 h 119881"/>
                <a:gd name="connsiteX11" fmla="*/ 15241 w 142133"/>
                <a:gd name="connsiteY11" fmla="*/ 16385 h 119881"/>
                <a:gd name="connsiteX12" fmla="*/ 2324 w 142133"/>
                <a:gd name="connsiteY12" fmla="*/ 36508 h 1198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2133" h="119881">
                  <a:moveTo>
                    <a:pt x="2324" y="36508"/>
                  </a:moveTo>
                  <a:cubicBezTo>
                    <a:pt x="-2152" y="51104"/>
                    <a:pt x="-184" y="66925"/>
                    <a:pt x="7731" y="79982"/>
                  </a:cubicBezTo>
                  <a:cubicBezTo>
                    <a:pt x="17584" y="100855"/>
                    <a:pt x="37013" y="115602"/>
                    <a:pt x="59775" y="119476"/>
                  </a:cubicBezTo>
                  <a:cubicBezTo>
                    <a:pt x="71356" y="120362"/>
                    <a:pt x="82996" y="119679"/>
                    <a:pt x="94396" y="117449"/>
                  </a:cubicBezTo>
                  <a:cubicBezTo>
                    <a:pt x="99496" y="116931"/>
                    <a:pt x="104535" y="115872"/>
                    <a:pt x="109416" y="114295"/>
                  </a:cubicBezTo>
                  <a:cubicBezTo>
                    <a:pt x="116025" y="111690"/>
                    <a:pt x="122146" y="107988"/>
                    <a:pt x="127516" y="103333"/>
                  </a:cubicBezTo>
                  <a:cubicBezTo>
                    <a:pt x="135026" y="97101"/>
                    <a:pt x="142536" y="88316"/>
                    <a:pt x="142085" y="79231"/>
                  </a:cubicBezTo>
                  <a:cubicBezTo>
                    <a:pt x="141807" y="76100"/>
                    <a:pt x="140883" y="73059"/>
                    <a:pt x="139381" y="70296"/>
                  </a:cubicBezTo>
                  <a:cubicBezTo>
                    <a:pt x="131436" y="55084"/>
                    <a:pt x="119720" y="42154"/>
                    <a:pt x="105361" y="32754"/>
                  </a:cubicBezTo>
                  <a:cubicBezTo>
                    <a:pt x="91047" y="23421"/>
                    <a:pt x="75974" y="15312"/>
                    <a:pt x="60301" y="8501"/>
                  </a:cubicBezTo>
                  <a:cubicBezTo>
                    <a:pt x="51665" y="4522"/>
                    <a:pt x="40925" y="-4713"/>
                    <a:pt x="30261" y="2870"/>
                  </a:cubicBezTo>
                  <a:cubicBezTo>
                    <a:pt x="24862" y="6925"/>
                    <a:pt x="19837" y="11445"/>
                    <a:pt x="15241" y="16385"/>
                  </a:cubicBezTo>
                  <a:cubicBezTo>
                    <a:pt x="13890" y="18112"/>
                    <a:pt x="146" y="34556"/>
                    <a:pt x="2324" y="36508"/>
                  </a:cubicBezTo>
                  <a:close/>
                </a:path>
              </a:pathLst>
            </a:custGeom>
            <a:solidFill>
              <a:srgbClr val="4A4F5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Content Placeholder 4">
              <a:extLst>
                <a:ext uri="{FF2B5EF4-FFF2-40B4-BE49-F238E27FC236}">
                  <a16:creationId xmlns:a16="http://schemas.microsoft.com/office/drawing/2014/main" id="{C006F279-6B2C-33B7-0B30-6EBD9C7E72B6}"/>
                </a:ext>
              </a:extLst>
            </p:cNvPr>
            <p:cNvSpPr/>
            <p:nvPr/>
          </p:nvSpPr>
          <p:spPr>
            <a:xfrm>
              <a:off x="10213005" y="2947158"/>
              <a:ext cx="99251" cy="430710"/>
            </a:xfrm>
            <a:custGeom>
              <a:avLst/>
              <a:gdLst>
                <a:gd name="connsiteX0" fmla="*/ 82417 w 99251"/>
                <a:gd name="connsiteY0" fmla="*/ 106113 h 430710"/>
                <a:gd name="connsiteX1" fmla="*/ 97437 w 99251"/>
                <a:gd name="connsiteY1" fmla="*/ 396315 h 430710"/>
                <a:gd name="connsiteX2" fmla="*/ 98188 w 99251"/>
                <a:gd name="connsiteY2" fmla="*/ 424771 h 430710"/>
                <a:gd name="connsiteX3" fmla="*/ 65294 w 99251"/>
                <a:gd name="connsiteY3" fmla="*/ 419741 h 430710"/>
                <a:gd name="connsiteX4" fmla="*/ 46594 w 99251"/>
                <a:gd name="connsiteY4" fmla="*/ 290896 h 430710"/>
                <a:gd name="connsiteX5" fmla="*/ 27895 w 99251"/>
                <a:gd name="connsiteY5" fmla="*/ 189006 h 430710"/>
                <a:gd name="connsiteX6" fmla="*/ 11748 w 99251"/>
                <a:gd name="connsiteY6" fmla="*/ 98004 h 430710"/>
                <a:gd name="connsiteX7" fmla="*/ 1234 w 99251"/>
                <a:gd name="connsiteY7" fmla="*/ 62263 h 430710"/>
                <a:gd name="connsiteX8" fmla="*/ 6266 w 99251"/>
                <a:gd name="connsiteY8" fmla="*/ 26448 h 430710"/>
                <a:gd name="connsiteX9" fmla="*/ 75959 w 99251"/>
                <a:gd name="connsiteY9" fmla="*/ 9479 h 430710"/>
                <a:gd name="connsiteX10" fmla="*/ 80765 w 99251"/>
                <a:gd name="connsiteY10" fmla="*/ 52878 h 430710"/>
                <a:gd name="connsiteX11" fmla="*/ 82417 w 99251"/>
                <a:gd name="connsiteY11" fmla="*/ 106113 h 430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251" h="430710">
                  <a:moveTo>
                    <a:pt x="82417" y="106113"/>
                  </a:moveTo>
                  <a:cubicBezTo>
                    <a:pt x="86773" y="189832"/>
                    <a:pt x="101568" y="312745"/>
                    <a:pt x="97437" y="396315"/>
                  </a:cubicBezTo>
                  <a:cubicBezTo>
                    <a:pt x="97437" y="402096"/>
                    <a:pt x="100892" y="419591"/>
                    <a:pt x="98188" y="424771"/>
                  </a:cubicBezTo>
                  <a:cubicBezTo>
                    <a:pt x="92030" y="436334"/>
                    <a:pt x="75658" y="428901"/>
                    <a:pt x="65294" y="419741"/>
                  </a:cubicBezTo>
                  <a:cubicBezTo>
                    <a:pt x="62891" y="389707"/>
                    <a:pt x="51701" y="320329"/>
                    <a:pt x="46594" y="290896"/>
                  </a:cubicBezTo>
                  <a:cubicBezTo>
                    <a:pt x="40737" y="256883"/>
                    <a:pt x="33001" y="223320"/>
                    <a:pt x="27895" y="189006"/>
                  </a:cubicBezTo>
                  <a:cubicBezTo>
                    <a:pt x="23314" y="158522"/>
                    <a:pt x="20835" y="127662"/>
                    <a:pt x="11748" y="98004"/>
                  </a:cubicBezTo>
                  <a:cubicBezTo>
                    <a:pt x="7482" y="86328"/>
                    <a:pt x="3968" y="74390"/>
                    <a:pt x="1234" y="62263"/>
                  </a:cubicBezTo>
                  <a:cubicBezTo>
                    <a:pt x="-1522" y="50115"/>
                    <a:pt x="265" y="37373"/>
                    <a:pt x="6266" y="26448"/>
                  </a:cubicBezTo>
                  <a:cubicBezTo>
                    <a:pt x="16855" y="9479"/>
                    <a:pt x="59512" y="-13121"/>
                    <a:pt x="75959" y="9479"/>
                  </a:cubicBezTo>
                  <a:cubicBezTo>
                    <a:pt x="84370" y="20967"/>
                    <a:pt x="80540" y="39963"/>
                    <a:pt x="80765" y="52878"/>
                  </a:cubicBezTo>
                  <a:cubicBezTo>
                    <a:pt x="81065" y="70598"/>
                    <a:pt x="81516" y="88318"/>
                    <a:pt x="82417" y="106113"/>
                  </a:cubicBezTo>
                  <a:close/>
                </a:path>
              </a:pathLst>
            </a:custGeom>
            <a:solidFill>
              <a:srgbClr val="4A4F5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Content Placeholder 4">
              <a:extLst>
                <a:ext uri="{FF2B5EF4-FFF2-40B4-BE49-F238E27FC236}">
                  <a16:creationId xmlns:a16="http://schemas.microsoft.com/office/drawing/2014/main" id="{9D524E7A-3CE6-3D19-3C3E-FB3CC7B6A834}"/>
                </a:ext>
              </a:extLst>
            </p:cNvPr>
            <p:cNvSpPr/>
            <p:nvPr/>
          </p:nvSpPr>
          <p:spPr>
            <a:xfrm>
              <a:off x="10122597" y="2959588"/>
              <a:ext cx="83391" cy="412672"/>
            </a:xfrm>
            <a:custGeom>
              <a:avLst/>
              <a:gdLst>
                <a:gd name="connsiteX0" fmla="*/ 471 w 83391"/>
                <a:gd name="connsiteY0" fmla="*/ 326295 h 412672"/>
                <a:gd name="connsiteX1" fmla="*/ 4902 w 83391"/>
                <a:gd name="connsiteY1" fmla="*/ 412342 h 412672"/>
                <a:gd name="connsiteX2" fmla="*/ 26230 w 83391"/>
                <a:gd name="connsiteY2" fmla="*/ 411441 h 412672"/>
                <a:gd name="connsiteX3" fmla="*/ 31787 w 83391"/>
                <a:gd name="connsiteY3" fmla="*/ 409339 h 412672"/>
                <a:gd name="connsiteX4" fmla="*/ 34567 w 83391"/>
                <a:gd name="connsiteY4" fmla="*/ 401830 h 412672"/>
                <a:gd name="connsiteX5" fmla="*/ 73994 w 83391"/>
                <a:gd name="connsiteY5" fmla="*/ 130250 h 412672"/>
                <a:gd name="connsiteX6" fmla="*/ 79026 w 83391"/>
                <a:gd name="connsiteY6" fmla="*/ 33466 h 412672"/>
                <a:gd name="connsiteX7" fmla="*/ 65357 w 83391"/>
                <a:gd name="connsiteY7" fmla="*/ 9739 h 412672"/>
                <a:gd name="connsiteX8" fmla="*/ 11586 w 83391"/>
                <a:gd name="connsiteY8" fmla="*/ 7487 h 412672"/>
                <a:gd name="connsiteX9" fmla="*/ 2799 w 83391"/>
                <a:gd name="connsiteY9" fmla="*/ 65902 h 412672"/>
                <a:gd name="connsiteX10" fmla="*/ 96 w 83391"/>
                <a:gd name="connsiteY10" fmla="*/ 232590 h 412672"/>
                <a:gd name="connsiteX11" fmla="*/ 471 w 83391"/>
                <a:gd name="connsiteY11" fmla="*/ 326295 h 412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3391" h="412672">
                  <a:moveTo>
                    <a:pt x="471" y="326295"/>
                  </a:moveTo>
                  <a:cubicBezTo>
                    <a:pt x="471" y="342739"/>
                    <a:pt x="-655" y="396875"/>
                    <a:pt x="4902" y="412342"/>
                  </a:cubicBezTo>
                  <a:cubicBezTo>
                    <a:pt x="12021" y="412943"/>
                    <a:pt x="19186" y="412643"/>
                    <a:pt x="26230" y="411441"/>
                  </a:cubicBezTo>
                  <a:cubicBezTo>
                    <a:pt x="28243" y="411291"/>
                    <a:pt x="30173" y="410563"/>
                    <a:pt x="31787" y="409339"/>
                  </a:cubicBezTo>
                  <a:cubicBezTo>
                    <a:pt x="33590" y="407252"/>
                    <a:pt x="34574" y="404586"/>
                    <a:pt x="34567" y="401830"/>
                  </a:cubicBezTo>
                  <a:cubicBezTo>
                    <a:pt x="44179" y="323367"/>
                    <a:pt x="57547" y="207662"/>
                    <a:pt x="73994" y="130250"/>
                  </a:cubicBezTo>
                  <a:cubicBezTo>
                    <a:pt x="80753" y="98339"/>
                    <a:pt x="88338" y="64776"/>
                    <a:pt x="79026" y="33466"/>
                  </a:cubicBezTo>
                  <a:cubicBezTo>
                    <a:pt x="76735" y="24456"/>
                    <a:pt x="72004" y="16241"/>
                    <a:pt x="65357" y="9739"/>
                  </a:cubicBezTo>
                  <a:cubicBezTo>
                    <a:pt x="52665" y="-1674"/>
                    <a:pt x="25404" y="-3926"/>
                    <a:pt x="11586" y="7487"/>
                  </a:cubicBezTo>
                  <a:cubicBezTo>
                    <a:pt x="-2233" y="18899"/>
                    <a:pt x="3325" y="50210"/>
                    <a:pt x="2799" y="65902"/>
                  </a:cubicBezTo>
                  <a:cubicBezTo>
                    <a:pt x="997" y="121412"/>
                    <a:pt x="96" y="176975"/>
                    <a:pt x="96" y="232590"/>
                  </a:cubicBezTo>
                  <a:cubicBezTo>
                    <a:pt x="-152" y="263825"/>
                    <a:pt x="-32" y="295060"/>
                    <a:pt x="471" y="326295"/>
                  </a:cubicBezTo>
                  <a:close/>
                </a:path>
              </a:pathLst>
            </a:custGeom>
            <a:solidFill>
              <a:srgbClr val="4A4F5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Content Placeholder 4">
              <a:extLst>
                <a:ext uri="{FF2B5EF4-FFF2-40B4-BE49-F238E27FC236}">
                  <a16:creationId xmlns:a16="http://schemas.microsoft.com/office/drawing/2014/main" id="{0862B544-975C-8142-D9ED-B3DC833BDE05}"/>
                </a:ext>
              </a:extLst>
            </p:cNvPr>
            <p:cNvSpPr/>
            <p:nvPr/>
          </p:nvSpPr>
          <p:spPr>
            <a:xfrm>
              <a:off x="10171486" y="2602456"/>
              <a:ext cx="77218" cy="94338"/>
            </a:xfrm>
            <a:custGeom>
              <a:avLst/>
              <a:gdLst>
                <a:gd name="connsiteX0" fmla="*/ 75422 w 77218"/>
                <a:gd name="connsiteY0" fmla="*/ 12472 h 94338"/>
                <a:gd name="connsiteX1" fmla="*/ 62129 w 77218"/>
                <a:gd name="connsiteY1" fmla="*/ 2185 h 94338"/>
                <a:gd name="connsiteX2" fmla="*/ 45006 w 77218"/>
                <a:gd name="connsiteY2" fmla="*/ 308 h 94338"/>
                <a:gd name="connsiteX3" fmla="*/ 25556 w 77218"/>
                <a:gd name="connsiteY3" fmla="*/ 308 h 94338"/>
                <a:gd name="connsiteX4" fmla="*/ 7607 w 77218"/>
                <a:gd name="connsiteY4" fmla="*/ 6916 h 94338"/>
                <a:gd name="connsiteX5" fmla="*/ 97 w 77218"/>
                <a:gd name="connsiteY5" fmla="*/ 23960 h 94338"/>
                <a:gd name="connsiteX6" fmla="*/ 97 w 77218"/>
                <a:gd name="connsiteY6" fmla="*/ 42806 h 94338"/>
                <a:gd name="connsiteX7" fmla="*/ 11136 w 77218"/>
                <a:gd name="connsiteY7" fmla="*/ 82976 h 94338"/>
                <a:gd name="connsiteX8" fmla="*/ 19473 w 77218"/>
                <a:gd name="connsiteY8" fmla="*/ 91386 h 94338"/>
                <a:gd name="connsiteX9" fmla="*/ 33366 w 77218"/>
                <a:gd name="connsiteY9" fmla="*/ 94239 h 94338"/>
                <a:gd name="connsiteX10" fmla="*/ 49212 w 77218"/>
                <a:gd name="connsiteY10" fmla="*/ 91386 h 94338"/>
                <a:gd name="connsiteX11" fmla="*/ 59501 w 77218"/>
                <a:gd name="connsiteY11" fmla="*/ 83051 h 94338"/>
                <a:gd name="connsiteX12" fmla="*/ 71141 w 77218"/>
                <a:gd name="connsiteY12" fmla="*/ 66908 h 94338"/>
                <a:gd name="connsiteX13" fmla="*/ 74295 w 77218"/>
                <a:gd name="connsiteY13" fmla="*/ 37850 h 94338"/>
                <a:gd name="connsiteX14" fmla="*/ 76773 w 77218"/>
                <a:gd name="connsiteY14" fmla="*/ 25311 h 94338"/>
                <a:gd name="connsiteX15" fmla="*/ 75422 w 77218"/>
                <a:gd name="connsiteY15" fmla="*/ 12472 h 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7218" h="94338">
                  <a:moveTo>
                    <a:pt x="75422" y="12472"/>
                  </a:moveTo>
                  <a:cubicBezTo>
                    <a:pt x="72681" y="7291"/>
                    <a:pt x="67837" y="3537"/>
                    <a:pt x="62129" y="2185"/>
                  </a:cubicBezTo>
                  <a:cubicBezTo>
                    <a:pt x="56519" y="879"/>
                    <a:pt x="50767" y="248"/>
                    <a:pt x="45006" y="308"/>
                  </a:cubicBezTo>
                  <a:cubicBezTo>
                    <a:pt x="38533" y="-142"/>
                    <a:pt x="32029" y="-142"/>
                    <a:pt x="25556" y="308"/>
                  </a:cubicBezTo>
                  <a:cubicBezTo>
                    <a:pt x="19059" y="721"/>
                    <a:pt x="12818" y="3019"/>
                    <a:pt x="7607" y="6916"/>
                  </a:cubicBezTo>
                  <a:cubicBezTo>
                    <a:pt x="2320" y="10918"/>
                    <a:pt x="-519" y="17360"/>
                    <a:pt x="97" y="23960"/>
                  </a:cubicBezTo>
                  <a:lnTo>
                    <a:pt x="97" y="42806"/>
                  </a:lnTo>
                  <a:cubicBezTo>
                    <a:pt x="-797" y="57050"/>
                    <a:pt x="3086" y="71188"/>
                    <a:pt x="11136" y="82976"/>
                  </a:cubicBezTo>
                  <a:cubicBezTo>
                    <a:pt x="13262" y="86363"/>
                    <a:pt x="16108" y="89231"/>
                    <a:pt x="19473" y="91386"/>
                  </a:cubicBezTo>
                  <a:cubicBezTo>
                    <a:pt x="23783" y="93503"/>
                    <a:pt x="28567" y="94487"/>
                    <a:pt x="33366" y="94239"/>
                  </a:cubicBezTo>
                  <a:cubicBezTo>
                    <a:pt x="38803" y="94592"/>
                    <a:pt x="44240" y="93608"/>
                    <a:pt x="49212" y="91386"/>
                  </a:cubicBezTo>
                  <a:cubicBezTo>
                    <a:pt x="53109" y="89238"/>
                    <a:pt x="56594" y="86415"/>
                    <a:pt x="59501" y="83051"/>
                  </a:cubicBezTo>
                  <a:cubicBezTo>
                    <a:pt x="64420" y="78501"/>
                    <a:pt x="68377" y="73013"/>
                    <a:pt x="71141" y="66908"/>
                  </a:cubicBezTo>
                  <a:cubicBezTo>
                    <a:pt x="74596" y="57748"/>
                    <a:pt x="72793" y="47536"/>
                    <a:pt x="74295" y="37850"/>
                  </a:cubicBezTo>
                  <a:cubicBezTo>
                    <a:pt x="74896" y="33646"/>
                    <a:pt x="76173" y="29516"/>
                    <a:pt x="76773" y="25311"/>
                  </a:cubicBezTo>
                  <a:cubicBezTo>
                    <a:pt x="77630" y="20994"/>
                    <a:pt x="77157" y="16519"/>
                    <a:pt x="75422" y="12472"/>
                  </a:cubicBezTo>
                  <a:close/>
                </a:path>
              </a:pathLst>
            </a:custGeom>
            <a:solidFill>
              <a:srgbClr val="B8A29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Content Placeholder 4">
              <a:extLst>
                <a:ext uri="{FF2B5EF4-FFF2-40B4-BE49-F238E27FC236}">
                  <a16:creationId xmlns:a16="http://schemas.microsoft.com/office/drawing/2014/main" id="{545873F7-E761-846F-0AE4-E308CA510540}"/>
                </a:ext>
              </a:extLst>
            </p:cNvPr>
            <p:cNvSpPr/>
            <p:nvPr/>
          </p:nvSpPr>
          <p:spPr>
            <a:xfrm>
              <a:off x="10145457" y="2621426"/>
              <a:ext cx="36232" cy="53779"/>
            </a:xfrm>
            <a:custGeom>
              <a:avLst/>
              <a:gdLst>
                <a:gd name="connsiteX0" fmla="*/ 11406 w 36232"/>
                <a:gd name="connsiteY0" fmla="*/ 10396 h 53779"/>
                <a:gd name="connsiteX1" fmla="*/ 442 w 36232"/>
                <a:gd name="connsiteY1" fmla="*/ 17904 h 53779"/>
                <a:gd name="connsiteX2" fmla="*/ 4648 w 36232"/>
                <a:gd name="connsiteY2" fmla="*/ 26914 h 53779"/>
                <a:gd name="connsiteX3" fmla="*/ 12158 w 36232"/>
                <a:gd name="connsiteY3" fmla="*/ 34423 h 53779"/>
                <a:gd name="connsiteX4" fmla="*/ 13659 w 36232"/>
                <a:gd name="connsiteY4" fmla="*/ 42457 h 53779"/>
                <a:gd name="connsiteX5" fmla="*/ 22221 w 36232"/>
                <a:gd name="connsiteY5" fmla="*/ 47112 h 53779"/>
                <a:gd name="connsiteX6" fmla="*/ 27178 w 36232"/>
                <a:gd name="connsiteY6" fmla="*/ 51767 h 53779"/>
                <a:gd name="connsiteX7" fmla="*/ 33410 w 36232"/>
                <a:gd name="connsiteY7" fmla="*/ 53494 h 53779"/>
                <a:gd name="connsiteX8" fmla="*/ 28529 w 36232"/>
                <a:gd name="connsiteY8" fmla="*/ 20983 h 53779"/>
                <a:gd name="connsiteX9" fmla="*/ 31909 w 36232"/>
                <a:gd name="connsiteY9" fmla="*/ 10396 h 53779"/>
                <a:gd name="connsiteX10" fmla="*/ 35063 w 36232"/>
                <a:gd name="connsiteY10" fmla="*/ 7843 h 53779"/>
                <a:gd name="connsiteX11" fmla="*/ 35964 w 36232"/>
                <a:gd name="connsiteY11" fmla="*/ 4164 h 53779"/>
                <a:gd name="connsiteX12" fmla="*/ 34612 w 36232"/>
                <a:gd name="connsiteY12" fmla="*/ 2962 h 53779"/>
                <a:gd name="connsiteX13" fmla="*/ 18991 w 36232"/>
                <a:gd name="connsiteY13" fmla="*/ 635 h 53779"/>
                <a:gd name="connsiteX14" fmla="*/ 11406 w 36232"/>
                <a:gd name="connsiteY14" fmla="*/ 10396 h 53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6232" h="53779">
                  <a:moveTo>
                    <a:pt x="11406" y="10396"/>
                  </a:moveTo>
                  <a:cubicBezTo>
                    <a:pt x="8403" y="13850"/>
                    <a:pt x="2094" y="13700"/>
                    <a:pt x="442" y="17904"/>
                  </a:cubicBezTo>
                  <a:cubicBezTo>
                    <a:pt x="-1210" y="22109"/>
                    <a:pt x="1794" y="24812"/>
                    <a:pt x="4648" y="26914"/>
                  </a:cubicBezTo>
                  <a:cubicBezTo>
                    <a:pt x="7501" y="29017"/>
                    <a:pt x="10956" y="31044"/>
                    <a:pt x="12158" y="34423"/>
                  </a:cubicBezTo>
                  <a:cubicBezTo>
                    <a:pt x="13359" y="37802"/>
                    <a:pt x="12158" y="40129"/>
                    <a:pt x="13659" y="42457"/>
                  </a:cubicBezTo>
                  <a:cubicBezTo>
                    <a:pt x="15161" y="44785"/>
                    <a:pt x="19442" y="45385"/>
                    <a:pt x="22221" y="47112"/>
                  </a:cubicBezTo>
                  <a:cubicBezTo>
                    <a:pt x="24001" y="48524"/>
                    <a:pt x="25653" y="50086"/>
                    <a:pt x="27178" y="51767"/>
                  </a:cubicBezTo>
                  <a:cubicBezTo>
                    <a:pt x="28754" y="53494"/>
                    <a:pt x="31173" y="54163"/>
                    <a:pt x="33410" y="53494"/>
                  </a:cubicBezTo>
                  <a:cubicBezTo>
                    <a:pt x="30039" y="42990"/>
                    <a:pt x="28386" y="32013"/>
                    <a:pt x="28529" y="20983"/>
                  </a:cubicBezTo>
                  <a:cubicBezTo>
                    <a:pt x="28161" y="17138"/>
                    <a:pt x="29378" y="13317"/>
                    <a:pt x="31909" y="10396"/>
                  </a:cubicBezTo>
                  <a:cubicBezTo>
                    <a:pt x="32885" y="9495"/>
                    <a:pt x="34162" y="8819"/>
                    <a:pt x="35063" y="7843"/>
                  </a:cubicBezTo>
                  <a:cubicBezTo>
                    <a:pt x="36129" y="6942"/>
                    <a:pt x="36490" y="5455"/>
                    <a:pt x="35964" y="4164"/>
                  </a:cubicBezTo>
                  <a:cubicBezTo>
                    <a:pt x="35626" y="3653"/>
                    <a:pt x="35161" y="3233"/>
                    <a:pt x="34612" y="2962"/>
                  </a:cubicBezTo>
                  <a:cubicBezTo>
                    <a:pt x="29948" y="72"/>
                    <a:pt x="24293" y="-769"/>
                    <a:pt x="18991" y="635"/>
                  </a:cubicBezTo>
                  <a:cubicBezTo>
                    <a:pt x="11481" y="2662"/>
                    <a:pt x="15236" y="5816"/>
                    <a:pt x="11406" y="10396"/>
                  </a:cubicBezTo>
                  <a:close/>
                </a:path>
              </a:pathLst>
            </a:custGeom>
            <a:solidFill>
              <a:srgbClr val="776C6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Content Placeholder 4">
              <a:extLst>
                <a:ext uri="{FF2B5EF4-FFF2-40B4-BE49-F238E27FC236}">
                  <a16:creationId xmlns:a16="http://schemas.microsoft.com/office/drawing/2014/main" id="{CE9CCFC8-58A9-2C8D-1D10-14C066AAE532}"/>
                </a:ext>
              </a:extLst>
            </p:cNvPr>
            <p:cNvSpPr/>
            <p:nvPr/>
          </p:nvSpPr>
          <p:spPr>
            <a:xfrm>
              <a:off x="10152135" y="2541516"/>
              <a:ext cx="99700" cy="74842"/>
            </a:xfrm>
            <a:custGeom>
              <a:avLst/>
              <a:gdLst>
                <a:gd name="connsiteX0" fmla="*/ 5405 w 99700"/>
                <a:gd name="connsiteY0" fmla="*/ 38573 h 74842"/>
                <a:gd name="connsiteX1" fmla="*/ 598 w 99700"/>
                <a:gd name="connsiteY1" fmla="*/ 49160 h 74842"/>
                <a:gd name="connsiteX2" fmla="*/ 2100 w 99700"/>
                <a:gd name="connsiteY2" fmla="*/ 54491 h 74842"/>
                <a:gd name="connsiteX3" fmla="*/ 1049 w 99700"/>
                <a:gd name="connsiteY3" fmla="*/ 61248 h 74842"/>
                <a:gd name="connsiteX4" fmla="*/ 4879 w 99700"/>
                <a:gd name="connsiteY4" fmla="*/ 73735 h 74842"/>
                <a:gd name="connsiteX5" fmla="*/ 12614 w 99700"/>
                <a:gd name="connsiteY5" fmla="*/ 74163 h 74842"/>
                <a:gd name="connsiteX6" fmla="*/ 75698 w 99700"/>
                <a:gd name="connsiteY6" fmla="*/ 66279 h 74842"/>
                <a:gd name="connsiteX7" fmla="*/ 92145 w 99700"/>
                <a:gd name="connsiteY7" fmla="*/ 62900 h 74842"/>
                <a:gd name="connsiteX8" fmla="*/ 99655 w 99700"/>
                <a:gd name="connsiteY8" fmla="*/ 55392 h 74842"/>
                <a:gd name="connsiteX9" fmla="*/ 97928 w 99700"/>
                <a:gd name="connsiteY9" fmla="*/ 49835 h 74842"/>
                <a:gd name="connsiteX10" fmla="*/ 86137 w 99700"/>
                <a:gd name="connsiteY10" fmla="*/ 34818 h 74842"/>
                <a:gd name="connsiteX11" fmla="*/ 86137 w 99700"/>
                <a:gd name="connsiteY11" fmla="*/ 26559 h 74842"/>
                <a:gd name="connsiteX12" fmla="*/ 73745 w 99700"/>
                <a:gd name="connsiteY12" fmla="*/ 9215 h 74842"/>
                <a:gd name="connsiteX13" fmla="*/ 52642 w 99700"/>
                <a:gd name="connsiteY13" fmla="*/ 5986 h 74842"/>
                <a:gd name="connsiteX14" fmla="*/ 31690 w 99700"/>
                <a:gd name="connsiteY14" fmla="*/ 1856 h 74842"/>
                <a:gd name="connsiteX15" fmla="*/ 25231 w 99700"/>
                <a:gd name="connsiteY15" fmla="*/ 54 h 74842"/>
                <a:gd name="connsiteX16" fmla="*/ 16294 w 99700"/>
                <a:gd name="connsiteY16" fmla="*/ 15071 h 74842"/>
                <a:gd name="connsiteX17" fmla="*/ 5405 w 99700"/>
                <a:gd name="connsiteY17" fmla="*/ 38573 h 74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9700" h="74842">
                  <a:moveTo>
                    <a:pt x="5405" y="38573"/>
                  </a:moveTo>
                  <a:cubicBezTo>
                    <a:pt x="2528" y="41373"/>
                    <a:pt x="816" y="45150"/>
                    <a:pt x="598" y="49160"/>
                  </a:cubicBezTo>
                  <a:cubicBezTo>
                    <a:pt x="598" y="51037"/>
                    <a:pt x="1800" y="52689"/>
                    <a:pt x="2100" y="54491"/>
                  </a:cubicBezTo>
                  <a:cubicBezTo>
                    <a:pt x="2115" y="56788"/>
                    <a:pt x="1762" y="59071"/>
                    <a:pt x="1049" y="61248"/>
                  </a:cubicBezTo>
                  <a:cubicBezTo>
                    <a:pt x="-1339" y="65753"/>
                    <a:pt x="373" y="71347"/>
                    <a:pt x="4879" y="73735"/>
                  </a:cubicBezTo>
                  <a:cubicBezTo>
                    <a:pt x="7267" y="75004"/>
                    <a:pt x="10098" y="75161"/>
                    <a:pt x="12614" y="74163"/>
                  </a:cubicBezTo>
                  <a:lnTo>
                    <a:pt x="75698" y="66279"/>
                  </a:lnTo>
                  <a:cubicBezTo>
                    <a:pt x="81286" y="65753"/>
                    <a:pt x="86805" y="64619"/>
                    <a:pt x="92145" y="62900"/>
                  </a:cubicBezTo>
                  <a:cubicBezTo>
                    <a:pt x="95855" y="61999"/>
                    <a:pt x="98754" y="59101"/>
                    <a:pt x="99655" y="55392"/>
                  </a:cubicBezTo>
                  <a:cubicBezTo>
                    <a:pt x="99782" y="53387"/>
                    <a:pt x="99167" y="51412"/>
                    <a:pt x="97928" y="49835"/>
                  </a:cubicBezTo>
                  <a:cubicBezTo>
                    <a:pt x="94323" y="44429"/>
                    <a:pt x="87338" y="41501"/>
                    <a:pt x="86137" y="34818"/>
                  </a:cubicBezTo>
                  <a:cubicBezTo>
                    <a:pt x="85912" y="32070"/>
                    <a:pt x="85912" y="29307"/>
                    <a:pt x="86137" y="26559"/>
                  </a:cubicBezTo>
                  <a:cubicBezTo>
                    <a:pt x="85656" y="18885"/>
                    <a:pt x="80850" y="12158"/>
                    <a:pt x="73745" y="9215"/>
                  </a:cubicBezTo>
                  <a:cubicBezTo>
                    <a:pt x="66987" y="6774"/>
                    <a:pt x="59822" y="5678"/>
                    <a:pt x="52642" y="5986"/>
                  </a:cubicBezTo>
                  <a:cubicBezTo>
                    <a:pt x="45433" y="6271"/>
                    <a:pt x="38253" y="4852"/>
                    <a:pt x="31690" y="1856"/>
                  </a:cubicBezTo>
                  <a:cubicBezTo>
                    <a:pt x="29887" y="377"/>
                    <a:pt x="27544" y="-276"/>
                    <a:pt x="25231" y="54"/>
                  </a:cubicBezTo>
                  <a:cubicBezTo>
                    <a:pt x="21401" y="1406"/>
                    <a:pt x="17721" y="11092"/>
                    <a:pt x="16294" y="15071"/>
                  </a:cubicBezTo>
                  <a:cubicBezTo>
                    <a:pt x="13966" y="23443"/>
                    <a:pt x="10286" y="31380"/>
                    <a:pt x="5405" y="38573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D73123B4-8857-498C-7117-49246DB3A3E2}"/>
                </a:ext>
              </a:extLst>
            </p:cNvPr>
            <p:cNvSpPr/>
            <p:nvPr/>
          </p:nvSpPr>
          <p:spPr>
            <a:xfrm>
              <a:off x="10149024" y="2597979"/>
              <a:ext cx="109574" cy="30718"/>
            </a:xfrm>
            <a:custGeom>
              <a:avLst/>
              <a:gdLst>
                <a:gd name="connsiteX0" fmla="*/ 11594 w 109574"/>
                <a:gd name="connsiteY0" fmla="*/ 30689 h 30718"/>
                <a:gd name="connsiteX1" fmla="*/ 39982 w 109574"/>
                <a:gd name="connsiteY1" fmla="*/ 26635 h 30718"/>
                <a:gd name="connsiteX2" fmla="*/ 93829 w 109574"/>
                <a:gd name="connsiteY2" fmla="*/ 22730 h 30718"/>
                <a:gd name="connsiteX3" fmla="*/ 105995 w 109574"/>
                <a:gd name="connsiteY3" fmla="*/ 20177 h 30718"/>
                <a:gd name="connsiteX4" fmla="*/ 107197 w 109574"/>
                <a:gd name="connsiteY4" fmla="*/ 3809 h 30718"/>
                <a:gd name="connsiteX5" fmla="*/ 102841 w 109574"/>
                <a:gd name="connsiteY5" fmla="*/ 280 h 30718"/>
                <a:gd name="connsiteX6" fmla="*/ 97283 w 109574"/>
                <a:gd name="connsiteY6" fmla="*/ 280 h 30718"/>
                <a:gd name="connsiteX7" fmla="*/ 34875 w 109574"/>
                <a:gd name="connsiteY7" fmla="*/ 10416 h 30718"/>
                <a:gd name="connsiteX8" fmla="*/ 4835 w 109574"/>
                <a:gd name="connsiteY8" fmla="*/ 17925 h 30718"/>
                <a:gd name="connsiteX9" fmla="*/ 11594 w 109574"/>
                <a:gd name="connsiteY9" fmla="*/ 30689 h 30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9574" h="30718">
                  <a:moveTo>
                    <a:pt x="11594" y="30689"/>
                  </a:moveTo>
                  <a:cubicBezTo>
                    <a:pt x="21170" y="30336"/>
                    <a:pt x="30684" y="28977"/>
                    <a:pt x="39982" y="26635"/>
                  </a:cubicBezTo>
                  <a:cubicBezTo>
                    <a:pt x="57713" y="23196"/>
                    <a:pt x="75790" y="21889"/>
                    <a:pt x="93829" y="22730"/>
                  </a:cubicBezTo>
                  <a:cubicBezTo>
                    <a:pt x="98064" y="23496"/>
                    <a:pt x="102428" y="22580"/>
                    <a:pt x="105995" y="20177"/>
                  </a:cubicBezTo>
                  <a:cubicBezTo>
                    <a:pt x="110231" y="15695"/>
                    <a:pt x="110733" y="8862"/>
                    <a:pt x="107197" y="3809"/>
                  </a:cubicBezTo>
                  <a:cubicBezTo>
                    <a:pt x="106152" y="2202"/>
                    <a:pt x="104628" y="971"/>
                    <a:pt x="102841" y="280"/>
                  </a:cubicBezTo>
                  <a:cubicBezTo>
                    <a:pt x="101008" y="-133"/>
                    <a:pt x="99108" y="-133"/>
                    <a:pt x="97283" y="280"/>
                  </a:cubicBezTo>
                  <a:cubicBezTo>
                    <a:pt x="76308" y="2465"/>
                    <a:pt x="55468" y="5851"/>
                    <a:pt x="34875" y="10416"/>
                  </a:cubicBezTo>
                  <a:cubicBezTo>
                    <a:pt x="24632" y="11903"/>
                    <a:pt x="14568" y="14418"/>
                    <a:pt x="4835" y="17925"/>
                  </a:cubicBezTo>
                  <a:cubicBezTo>
                    <a:pt x="-6505" y="22730"/>
                    <a:pt x="4610" y="30239"/>
                    <a:pt x="11594" y="30689"/>
                  </a:cubicBezTo>
                  <a:close/>
                </a:path>
              </a:pathLst>
            </a:custGeom>
            <a:solidFill>
              <a:srgbClr val="537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75F5B1D4-60FE-0788-A1C2-B34ADF305BFD}"/>
                </a:ext>
              </a:extLst>
            </p:cNvPr>
            <p:cNvSpPr/>
            <p:nvPr/>
          </p:nvSpPr>
          <p:spPr>
            <a:xfrm>
              <a:off x="10116692" y="2697715"/>
              <a:ext cx="192786" cy="320655"/>
            </a:xfrm>
            <a:custGeom>
              <a:avLst/>
              <a:gdLst>
                <a:gd name="connsiteX0" fmla="*/ 134872 w 192786"/>
                <a:gd name="connsiteY0" fmla="*/ 1683 h 320655"/>
                <a:gd name="connsiteX1" fmla="*/ 149141 w 192786"/>
                <a:gd name="connsiteY1" fmla="*/ 28188 h 320655"/>
                <a:gd name="connsiteX2" fmla="*/ 191347 w 192786"/>
                <a:gd name="connsiteY2" fmla="*/ 269209 h 320655"/>
                <a:gd name="connsiteX3" fmla="*/ 192549 w 192786"/>
                <a:gd name="connsiteY3" fmla="*/ 283851 h 320655"/>
                <a:gd name="connsiteX4" fmla="*/ 181284 w 192786"/>
                <a:gd name="connsiteY4" fmla="*/ 300895 h 320655"/>
                <a:gd name="connsiteX5" fmla="*/ 115121 w 192786"/>
                <a:gd name="connsiteY5" fmla="*/ 319366 h 320655"/>
                <a:gd name="connsiteX6" fmla="*/ 22447 w 192786"/>
                <a:gd name="connsiteY6" fmla="*/ 314936 h 320655"/>
                <a:gd name="connsiteX7" fmla="*/ 1569 w 192786"/>
                <a:gd name="connsiteY7" fmla="*/ 302547 h 320655"/>
                <a:gd name="connsiteX8" fmla="*/ 668 w 192786"/>
                <a:gd name="connsiteY8" fmla="*/ 287004 h 320655"/>
                <a:gd name="connsiteX9" fmla="*/ 22522 w 192786"/>
                <a:gd name="connsiteY9" fmla="*/ 118214 h 320655"/>
                <a:gd name="connsiteX10" fmla="*/ 33337 w 192786"/>
                <a:gd name="connsiteY10" fmla="*/ 35621 h 320655"/>
                <a:gd name="connsiteX11" fmla="*/ 58796 w 192786"/>
                <a:gd name="connsiteY11" fmla="*/ 3710 h 320655"/>
                <a:gd name="connsiteX12" fmla="*/ 90187 w 192786"/>
                <a:gd name="connsiteY12" fmla="*/ 3185 h 320655"/>
                <a:gd name="connsiteX13" fmla="*/ 134872 w 192786"/>
                <a:gd name="connsiteY13" fmla="*/ 1683 h 320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2786" h="320655">
                  <a:moveTo>
                    <a:pt x="134872" y="1683"/>
                  </a:moveTo>
                  <a:cubicBezTo>
                    <a:pt x="144860" y="5588"/>
                    <a:pt x="147714" y="17826"/>
                    <a:pt x="149141" y="28188"/>
                  </a:cubicBezTo>
                  <a:cubicBezTo>
                    <a:pt x="160406" y="108979"/>
                    <a:pt x="174472" y="189319"/>
                    <a:pt x="191347" y="269209"/>
                  </a:cubicBezTo>
                  <a:cubicBezTo>
                    <a:pt x="192646" y="273977"/>
                    <a:pt x="193051" y="278940"/>
                    <a:pt x="192549" y="283851"/>
                  </a:cubicBezTo>
                  <a:cubicBezTo>
                    <a:pt x="190904" y="290676"/>
                    <a:pt x="186916" y="296705"/>
                    <a:pt x="181284" y="300895"/>
                  </a:cubicBezTo>
                  <a:cubicBezTo>
                    <a:pt x="163485" y="315912"/>
                    <a:pt x="138477" y="318164"/>
                    <a:pt x="115121" y="319366"/>
                  </a:cubicBezTo>
                  <a:cubicBezTo>
                    <a:pt x="84172" y="321994"/>
                    <a:pt x="53005" y="320507"/>
                    <a:pt x="22447" y="314936"/>
                  </a:cubicBezTo>
                  <a:cubicBezTo>
                    <a:pt x="13983" y="314140"/>
                    <a:pt x="6323" y="309597"/>
                    <a:pt x="1569" y="302547"/>
                  </a:cubicBezTo>
                  <a:cubicBezTo>
                    <a:pt x="-196" y="297554"/>
                    <a:pt x="-504" y="292163"/>
                    <a:pt x="668" y="287004"/>
                  </a:cubicBezTo>
                  <a:lnTo>
                    <a:pt x="22522" y="118214"/>
                  </a:lnTo>
                  <a:cubicBezTo>
                    <a:pt x="26127" y="90658"/>
                    <a:pt x="28530" y="62727"/>
                    <a:pt x="33337" y="35621"/>
                  </a:cubicBezTo>
                  <a:cubicBezTo>
                    <a:pt x="35965" y="20604"/>
                    <a:pt x="42424" y="7765"/>
                    <a:pt x="58796" y="3710"/>
                  </a:cubicBezTo>
                  <a:cubicBezTo>
                    <a:pt x="69174" y="1969"/>
                    <a:pt x="79756" y="1788"/>
                    <a:pt x="90187" y="3185"/>
                  </a:cubicBezTo>
                  <a:cubicBezTo>
                    <a:pt x="103630" y="3560"/>
                    <a:pt x="122480" y="-3047"/>
                    <a:pt x="134872" y="1683"/>
                  </a:cubicBezTo>
                  <a:close/>
                </a:path>
              </a:pathLst>
            </a:custGeom>
            <a:solidFill>
              <a:srgbClr val="67302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Content Placeholder 4">
              <a:extLst>
                <a:ext uri="{FF2B5EF4-FFF2-40B4-BE49-F238E27FC236}">
                  <a16:creationId xmlns:a16="http://schemas.microsoft.com/office/drawing/2014/main" id="{25D9E1AF-FC32-B294-0C55-C56A130538F9}"/>
                </a:ext>
              </a:extLst>
            </p:cNvPr>
            <p:cNvSpPr/>
            <p:nvPr/>
          </p:nvSpPr>
          <p:spPr>
            <a:xfrm>
              <a:off x="10062879" y="2706861"/>
              <a:ext cx="128772" cy="255089"/>
            </a:xfrm>
            <a:custGeom>
              <a:avLst/>
              <a:gdLst>
                <a:gd name="connsiteX0" fmla="*/ 28347 w 128772"/>
                <a:gd name="connsiteY0" fmla="*/ 128215 h 255089"/>
                <a:gd name="connsiteX1" fmla="*/ 40664 w 128772"/>
                <a:gd name="connsiteY1" fmla="*/ 87519 h 255089"/>
                <a:gd name="connsiteX2" fmla="*/ 58462 w 128772"/>
                <a:gd name="connsiteY2" fmla="*/ 59212 h 255089"/>
                <a:gd name="connsiteX3" fmla="*/ 101419 w 128772"/>
                <a:gd name="connsiteY3" fmla="*/ 3724 h 255089"/>
                <a:gd name="connsiteX4" fmla="*/ 106752 w 128772"/>
                <a:gd name="connsiteY4" fmla="*/ -30 h 255089"/>
                <a:gd name="connsiteX5" fmla="*/ 113060 w 128772"/>
                <a:gd name="connsiteY5" fmla="*/ 5977 h 255089"/>
                <a:gd name="connsiteX6" fmla="*/ 126203 w 128772"/>
                <a:gd name="connsiteY6" fmla="*/ 62215 h 255089"/>
                <a:gd name="connsiteX7" fmla="*/ 104874 w 128772"/>
                <a:gd name="connsiteY7" fmla="*/ 96078 h 255089"/>
                <a:gd name="connsiteX8" fmla="*/ 31276 w 128772"/>
                <a:gd name="connsiteY8" fmla="*/ 237463 h 255089"/>
                <a:gd name="connsiteX9" fmla="*/ 25418 w 128772"/>
                <a:gd name="connsiteY9" fmla="*/ 252480 h 255089"/>
                <a:gd name="connsiteX10" fmla="*/ 1311 w 128772"/>
                <a:gd name="connsiteY10" fmla="*/ 246473 h 255089"/>
                <a:gd name="connsiteX11" fmla="*/ 5141 w 128772"/>
                <a:gd name="connsiteY11" fmla="*/ 212459 h 255089"/>
                <a:gd name="connsiteX12" fmla="*/ 28347 w 128772"/>
                <a:gd name="connsiteY12" fmla="*/ 128215 h 255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8772" h="255089">
                  <a:moveTo>
                    <a:pt x="28347" y="128215"/>
                  </a:moveTo>
                  <a:cubicBezTo>
                    <a:pt x="31051" y="114264"/>
                    <a:pt x="35174" y="100629"/>
                    <a:pt x="40664" y="87519"/>
                  </a:cubicBezTo>
                  <a:cubicBezTo>
                    <a:pt x="45650" y="77518"/>
                    <a:pt x="51613" y="68042"/>
                    <a:pt x="58462" y="59212"/>
                  </a:cubicBezTo>
                  <a:cubicBezTo>
                    <a:pt x="72431" y="40291"/>
                    <a:pt x="86752" y="21797"/>
                    <a:pt x="101419" y="3724"/>
                  </a:cubicBezTo>
                  <a:cubicBezTo>
                    <a:pt x="102921" y="1847"/>
                    <a:pt x="104574" y="-30"/>
                    <a:pt x="106752" y="-30"/>
                  </a:cubicBezTo>
                  <a:cubicBezTo>
                    <a:pt x="108929" y="-30"/>
                    <a:pt x="111483" y="3124"/>
                    <a:pt x="113060" y="5977"/>
                  </a:cubicBezTo>
                  <a:cubicBezTo>
                    <a:pt x="125001" y="27977"/>
                    <a:pt x="133112" y="38113"/>
                    <a:pt x="126203" y="62215"/>
                  </a:cubicBezTo>
                  <a:cubicBezTo>
                    <a:pt x="121591" y="74897"/>
                    <a:pt x="114322" y="86445"/>
                    <a:pt x="104874" y="96078"/>
                  </a:cubicBezTo>
                  <a:cubicBezTo>
                    <a:pt x="70193" y="137187"/>
                    <a:pt x="45057" y="185474"/>
                    <a:pt x="31276" y="237463"/>
                  </a:cubicBezTo>
                  <a:cubicBezTo>
                    <a:pt x="30390" y="242824"/>
                    <a:pt x="28400" y="247937"/>
                    <a:pt x="25418" y="252480"/>
                  </a:cubicBezTo>
                  <a:cubicBezTo>
                    <a:pt x="21137" y="257811"/>
                    <a:pt x="5442" y="254432"/>
                    <a:pt x="1311" y="246473"/>
                  </a:cubicBezTo>
                  <a:cubicBezTo>
                    <a:pt x="-2819" y="238514"/>
                    <a:pt x="3789" y="220193"/>
                    <a:pt x="5141" y="212459"/>
                  </a:cubicBezTo>
                  <a:cubicBezTo>
                    <a:pt x="10098" y="183176"/>
                    <a:pt x="21663" y="156897"/>
                    <a:pt x="28347" y="128215"/>
                  </a:cubicBezTo>
                  <a:close/>
                </a:path>
              </a:pathLst>
            </a:custGeom>
            <a:solidFill>
              <a:srgbClr val="67302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Content Placeholder 4">
              <a:extLst>
                <a:ext uri="{FF2B5EF4-FFF2-40B4-BE49-F238E27FC236}">
                  <a16:creationId xmlns:a16="http://schemas.microsoft.com/office/drawing/2014/main" id="{C8A95B52-CFC3-85CD-0852-B31AEF09D231}"/>
                </a:ext>
              </a:extLst>
            </p:cNvPr>
            <p:cNvSpPr/>
            <p:nvPr/>
          </p:nvSpPr>
          <p:spPr>
            <a:xfrm>
              <a:off x="10236517" y="2700416"/>
              <a:ext cx="109505" cy="263581"/>
            </a:xfrm>
            <a:custGeom>
              <a:avLst/>
              <a:gdLst>
                <a:gd name="connsiteX0" fmla="*/ 73100 w 109505"/>
                <a:gd name="connsiteY0" fmla="*/ 65282 h 263581"/>
                <a:gd name="connsiteX1" fmla="*/ 104491 w 109505"/>
                <a:gd name="connsiteY1" fmla="*/ 157861 h 263581"/>
                <a:gd name="connsiteX2" fmla="*/ 108471 w 109505"/>
                <a:gd name="connsiteY2" fmla="*/ 259600 h 263581"/>
                <a:gd name="connsiteX3" fmla="*/ 107420 w 109505"/>
                <a:gd name="connsiteY3" fmla="*/ 262754 h 263581"/>
                <a:gd name="connsiteX4" fmla="*/ 104491 w 109505"/>
                <a:gd name="connsiteY4" fmla="*/ 263505 h 263581"/>
                <a:gd name="connsiteX5" fmla="*/ 83013 w 109505"/>
                <a:gd name="connsiteY5" fmla="*/ 261628 h 263581"/>
                <a:gd name="connsiteX6" fmla="*/ 78657 w 109505"/>
                <a:gd name="connsiteY6" fmla="*/ 256747 h 263581"/>
                <a:gd name="connsiteX7" fmla="*/ 73625 w 109505"/>
                <a:gd name="connsiteY7" fmla="*/ 186393 h 263581"/>
                <a:gd name="connsiteX8" fmla="*/ 60182 w 109505"/>
                <a:gd name="connsiteY8" fmla="*/ 140817 h 263581"/>
                <a:gd name="connsiteX9" fmla="*/ 17150 w 109505"/>
                <a:gd name="connsiteY9" fmla="*/ 98469 h 263581"/>
                <a:gd name="connsiteX10" fmla="*/ 27 w 109505"/>
                <a:gd name="connsiteY10" fmla="*/ 45910 h 263581"/>
                <a:gd name="connsiteX11" fmla="*/ 24134 w 109505"/>
                <a:gd name="connsiteY11" fmla="*/ 5890 h 263581"/>
                <a:gd name="connsiteX12" fmla="*/ 73100 w 109505"/>
                <a:gd name="connsiteY12" fmla="*/ 65282 h 263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505" h="263581">
                  <a:moveTo>
                    <a:pt x="73100" y="65282"/>
                  </a:moveTo>
                  <a:cubicBezTo>
                    <a:pt x="90853" y="93168"/>
                    <a:pt x="101622" y="124929"/>
                    <a:pt x="104491" y="157861"/>
                  </a:cubicBezTo>
                  <a:cubicBezTo>
                    <a:pt x="109305" y="191551"/>
                    <a:pt x="110635" y="225640"/>
                    <a:pt x="108471" y="259600"/>
                  </a:cubicBezTo>
                  <a:cubicBezTo>
                    <a:pt x="108457" y="260734"/>
                    <a:pt x="108089" y="261838"/>
                    <a:pt x="107420" y="262754"/>
                  </a:cubicBezTo>
                  <a:cubicBezTo>
                    <a:pt x="106587" y="263392"/>
                    <a:pt x="105528" y="263670"/>
                    <a:pt x="104491" y="263505"/>
                  </a:cubicBezTo>
                  <a:cubicBezTo>
                    <a:pt x="100887" y="263505"/>
                    <a:pt x="89471" y="262228"/>
                    <a:pt x="83013" y="261628"/>
                  </a:cubicBezTo>
                  <a:cubicBezTo>
                    <a:pt x="80504" y="261395"/>
                    <a:pt x="78604" y="259262"/>
                    <a:pt x="78657" y="256747"/>
                  </a:cubicBezTo>
                  <a:cubicBezTo>
                    <a:pt x="78679" y="233208"/>
                    <a:pt x="76997" y="209692"/>
                    <a:pt x="73625" y="186393"/>
                  </a:cubicBezTo>
                  <a:cubicBezTo>
                    <a:pt x="71372" y="170400"/>
                    <a:pt x="69044" y="153581"/>
                    <a:pt x="60182" y="140817"/>
                  </a:cubicBezTo>
                  <a:cubicBezTo>
                    <a:pt x="47490" y="122421"/>
                    <a:pt x="31119" y="115738"/>
                    <a:pt x="17150" y="98469"/>
                  </a:cubicBezTo>
                  <a:cubicBezTo>
                    <a:pt x="6073" y="83174"/>
                    <a:pt x="88" y="64794"/>
                    <a:pt x="27" y="45910"/>
                  </a:cubicBezTo>
                  <a:cubicBezTo>
                    <a:pt x="-498" y="32019"/>
                    <a:pt x="2281" y="-16786"/>
                    <a:pt x="24134" y="5890"/>
                  </a:cubicBezTo>
                  <a:cubicBezTo>
                    <a:pt x="42016" y="24346"/>
                    <a:pt x="58388" y="44213"/>
                    <a:pt x="73100" y="65282"/>
                  </a:cubicBezTo>
                  <a:close/>
                </a:path>
              </a:pathLst>
            </a:custGeom>
            <a:solidFill>
              <a:srgbClr val="67302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Content Placeholder 4">
              <a:extLst>
                <a:ext uri="{FF2B5EF4-FFF2-40B4-BE49-F238E27FC236}">
                  <a16:creationId xmlns:a16="http://schemas.microsoft.com/office/drawing/2014/main" id="{78D1504E-747A-22C2-E92A-964A72F04931}"/>
                </a:ext>
              </a:extLst>
            </p:cNvPr>
            <p:cNvSpPr/>
            <p:nvPr/>
          </p:nvSpPr>
          <p:spPr>
            <a:xfrm>
              <a:off x="10072857" y="3390976"/>
              <a:ext cx="281016" cy="54620"/>
            </a:xfrm>
            <a:custGeom>
              <a:avLst/>
              <a:gdLst>
                <a:gd name="connsiteX0" fmla="*/ 273032 w 281016"/>
                <a:gd name="connsiteY0" fmla="*/ 7458 h 54620"/>
                <a:gd name="connsiteX1" fmla="*/ 204241 w 281016"/>
                <a:gd name="connsiteY1" fmla="*/ 1226 h 54620"/>
                <a:gd name="connsiteX2" fmla="*/ 99101 w 281016"/>
                <a:gd name="connsiteY2" fmla="*/ 1226 h 54620"/>
                <a:gd name="connsiteX3" fmla="*/ 1095 w 281016"/>
                <a:gd name="connsiteY3" fmla="*/ 28482 h 54620"/>
                <a:gd name="connsiteX4" fmla="*/ 2072 w 281016"/>
                <a:gd name="connsiteY4" fmla="*/ 32386 h 54620"/>
                <a:gd name="connsiteX5" fmla="*/ 6052 w 281016"/>
                <a:gd name="connsiteY5" fmla="*/ 47403 h 54620"/>
                <a:gd name="connsiteX6" fmla="*/ 28582 w 281016"/>
                <a:gd name="connsiteY6" fmla="*/ 52359 h 54620"/>
                <a:gd name="connsiteX7" fmla="*/ 67784 w 281016"/>
                <a:gd name="connsiteY7" fmla="*/ 53110 h 54620"/>
                <a:gd name="connsiteX8" fmla="*/ 114722 w 281016"/>
                <a:gd name="connsiteY8" fmla="*/ 51608 h 54620"/>
                <a:gd name="connsiteX9" fmla="*/ 120204 w 281016"/>
                <a:gd name="connsiteY9" fmla="*/ 48905 h 54620"/>
                <a:gd name="connsiteX10" fmla="*/ 124259 w 281016"/>
                <a:gd name="connsiteY10" fmla="*/ 43499 h 54620"/>
                <a:gd name="connsiteX11" fmla="*/ 129291 w 281016"/>
                <a:gd name="connsiteY11" fmla="*/ 38093 h 54620"/>
                <a:gd name="connsiteX12" fmla="*/ 157603 w 281016"/>
                <a:gd name="connsiteY12" fmla="*/ 38468 h 54620"/>
                <a:gd name="connsiteX13" fmla="*/ 166165 w 281016"/>
                <a:gd name="connsiteY13" fmla="*/ 49881 h 54620"/>
                <a:gd name="connsiteX14" fmla="*/ 183663 w 281016"/>
                <a:gd name="connsiteY14" fmla="*/ 53636 h 54620"/>
                <a:gd name="connsiteX15" fmla="*/ 235031 w 281016"/>
                <a:gd name="connsiteY15" fmla="*/ 53636 h 54620"/>
                <a:gd name="connsiteX16" fmla="*/ 260866 w 281016"/>
                <a:gd name="connsiteY16" fmla="*/ 50932 h 54620"/>
                <a:gd name="connsiteX17" fmla="*/ 278815 w 281016"/>
                <a:gd name="connsiteY17" fmla="*/ 33738 h 54620"/>
                <a:gd name="connsiteX18" fmla="*/ 278815 w 281016"/>
                <a:gd name="connsiteY18" fmla="*/ 33738 h 54620"/>
                <a:gd name="connsiteX19" fmla="*/ 273032 w 281016"/>
                <a:gd name="connsiteY19" fmla="*/ 7458 h 54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81016" h="54620">
                  <a:moveTo>
                    <a:pt x="273032" y="7458"/>
                  </a:moveTo>
                  <a:cubicBezTo>
                    <a:pt x="258012" y="-4104"/>
                    <a:pt x="222715" y="1151"/>
                    <a:pt x="204241" y="1226"/>
                  </a:cubicBezTo>
                  <a:cubicBezTo>
                    <a:pt x="169319" y="1226"/>
                    <a:pt x="134323" y="1827"/>
                    <a:pt x="99101" y="1226"/>
                  </a:cubicBezTo>
                  <a:cubicBezTo>
                    <a:pt x="74618" y="626"/>
                    <a:pt x="-10770" y="-7033"/>
                    <a:pt x="1095" y="28482"/>
                  </a:cubicBezTo>
                  <a:cubicBezTo>
                    <a:pt x="-256" y="29533"/>
                    <a:pt x="119" y="31561"/>
                    <a:pt x="2072" y="32386"/>
                  </a:cubicBezTo>
                  <a:cubicBezTo>
                    <a:pt x="1185" y="37733"/>
                    <a:pt x="2635" y="43199"/>
                    <a:pt x="6052" y="47403"/>
                  </a:cubicBezTo>
                  <a:cubicBezTo>
                    <a:pt x="11309" y="52734"/>
                    <a:pt x="20621" y="52659"/>
                    <a:pt x="28582" y="52359"/>
                  </a:cubicBezTo>
                  <a:cubicBezTo>
                    <a:pt x="41657" y="51893"/>
                    <a:pt x="54739" y="52149"/>
                    <a:pt x="67784" y="53110"/>
                  </a:cubicBezTo>
                  <a:cubicBezTo>
                    <a:pt x="83555" y="54236"/>
                    <a:pt x="99927" y="56414"/>
                    <a:pt x="114722" y="51608"/>
                  </a:cubicBezTo>
                  <a:cubicBezTo>
                    <a:pt x="116689" y="51030"/>
                    <a:pt x="118544" y="50114"/>
                    <a:pt x="120204" y="48905"/>
                  </a:cubicBezTo>
                  <a:cubicBezTo>
                    <a:pt x="121848" y="47343"/>
                    <a:pt x="123215" y="45511"/>
                    <a:pt x="124259" y="43499"/>
                  </a:cubicBezTo>
                  <a:cubicBezTo>
                    <a:pt x="125807" y="41584"/>
                    <a:pt x="127489" y="39775"/>
                    <a:pt x="129291" y="38093"/>
                  </a:cubicBezTo>
                  <a:lnTo>
                    <a:pt x="157603" y="38468"/>
                  </a:lnTo>
                  <a:cubicBezTo>
                    <a:pt x="159383" y="42973"/>
                    <a:pt x="162343" y="46915"/>
                    <a:pt x="166165" y="49881"/>
                  </a:cubicBezTo>
                  <a:cubicBezTo>
                    <a:pt x="171482" y="52885"/>
                    <a:pt x="177588" y="54191"/>
                    <a:pt x="183663" y="53636"/>
                  </a:cubicBezTo>
                  <a:lnTo>
                    <a:pt x="235031" y="53636"/>
                  </a:lnTo>
                  <a:cubicBezTo>
                    <a:pt x="243735" y="54169"/>
                    <a:pt x="252462" y="53260"/>
                    <a:pt x="260866" y="50932"/>
                  </a:cubicBezTo>
                  <a:cubicBezTo>
                    <a:pt x="269338" y="48545"/>
                    <a:pt x="276066" y="42102"/>
                    <a:pt x="278815" y="33738"/>
                  </a:cubicBezTo>
                  <a:lnTo>
                    <a:pt x="278815" y="33738"/>
                  </a:lnTo>
                  <a:cubicBezTo>
                    <a:pt x="283772" y="26155"/>
                    <a:pt x="279566" y="12564"/>
                    <a:pt x="273032" y="7458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Content Placeholder 4">
              <a:extLst>
                <a:ext uri="{FF2B5EF4-FFF2-40B4-BE49-F238E27FC236}">
                  <a16:creationId xmlns:a16="http://schemas.microsoft.com/office/drawing/2014/main" id="{DA5564CA-B643-B92D-0472-BFC491BF99C9}"/>
                </a:ext>
              </a:extLst>
            </p:cNvPr>
            <p:cNvSpPr/>
            <p:nvPr/>
          </p:nvSpPr>
          <p:spPr>
            <a:xfrm>
              <a:off x="10041712" y="3351618"/>
              <a:ext cx="39892" cy="125705"/>
            </a:xfrm>
            <a:custGeom>
              <a:avLst/>
              <a:gdLst>
                <a:gd name="connsiteX0" fmla="*/ 548 w 39892"/>
                <a:gd name="connsiteY0" fmla="*/ 32401 h 125705"/>
                <a:gd name="connsiteX1" fmla="*/ 7608 w 39892"/>
                <a:gd name="connsiteY1" fmla="*/ 5896 h 125705"/>
                <a:gd name="connsiteX2" fmla="*/ 26683 w 39892"/>
                <a:gd name="connsiteY2" fmla="*/ 264 h 125705"/>
                <a:gd name="connsiteX3" fmla="*/ 33442 w 39892"/>
                <a:gd name="connsiteY3" fmla="*/ 2217 h 125705"/>
                <a:gd name="connsiteX4" fmla="*/ 36897 w 39892"/>
                <a:gd name="connsiteY4" fmla="*/ 7848 h 125705"/>
                <a:gd name="connsiteX5" fmla="*/ 38699 w 39892"/>
                <a:gd name="connsiteY5" fmla="*/ 46366 h 125705"/>
                <a:gd name="connsiteX6" fmla="*/ 38699 w 39892"/>
                <a:gd name="connsiteY6" fmla="*/ 100202 h 125705"/>
                <a:gd name="connsiteX7" fmla="*/ 33968 w 39892"/>
                <a:gd name="connsiteY7" fmla="*/ 121075 h 125705"/>
                <a:gd name="connsiteX8" fmla="*/ 18948 w 39892"/>
                <a:gd name="connsiteY8" fmla="*/ 125430 h 125705"/>
                <a:gd name="connsiteX9" fmla="*/ 7232 w 39892"/>
                <a:gd name="connsiteY9" fmla="*/ 123328 h 125705"/>
                <a:gd name="connsiteX10" fmla="*/ 1224 w 39892"/>
                <a:gd name="connsiteY10" fmla="*/ 109212 h 125705"/>
                <a:gd name="connsiteX11" fmla="*/ 248 w 39892"/>
                <a:gd name="connsiteY11" fmla="*/ 84209 h 125705"/>
                <a:gd name="connsiteX12" fmla="*/ 548 w 39892"/>
                <a:gd name="connsiteY12" fmla="*/ 32401 h 125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892" h="125705">
                  <a:moveTo>
                    <a:pt x="548" y="32401"/>
                  </a:moveTo>
                  <a:cubicBezTo>
                    <a:pt x="-105" y="23030"/>
                    <a:pt x="2381" y="13705"/>
                    <a:pt x="7608" y="5896"/>
                  </a:cubicBezTo>
                  <a:cubicBezTo>
                    <a:pt x="12782" y="1225"/>
                    <a:pt x="19797" y="-847"/>
                    <a:pt x="26683" y="264"/>
                  </a:cubicBezTo>
                  <a:cubicBezTo>
                    <a:pt x="29094" y="122"/>
                    <a:pt x="31482" y="813"/>
                    <a:pt x="33442" y="2217"/>
                  </a:cubicBezTo>
                  <a:cubicBezTo>
                    <a:pt x="35034" y="3786"/>
                    <a:pt x="36221" y="5715"/>
                    <a:pt x="36897" y="7848"/>
                  </a:cubicBezTo>
                  <a:cubicBezTo>
                    <a:pt x="40104" y="20432"/>
                    <a:pt x="40719" y="33534"/>
                    <a:pt x="38699" y="46366"/>
                  </a:cubicBezTo>
                  <a:cubicBezTo>
                    <a:pt x="37572" y="64236"/>
                    <a:pt x="38699" y="82257"/>
                    <a:pt x="38699" y="100202"/>
                  </a:cubicBezTo>
                  <a:cubicBezTo>
                    <a:pt x="39593" y="107500"/>
                    <a:pt x="37918" y="114873"/>
                    <a:pt x="33968" y="121075"/>
                  </a:cubicBezTo>
                  <a:cubicBezTo>
                    <a:pt x="29882" y="124724"/>
                    <a:pt x="24355" y="126331"/>
                    <a:pt x="18948" y="125430"/>
                  </a:cubicBezTo>
                  <a:cubicBezTo>
                    <a:pt x="14930" y="125746"/>
                    <a:pt x="10890" y="125025"/>
                    <a:pt x="7232" y="123328"/>
                  </a:cubicBezTo>
                  <a:cubicBezTo>
                    <a:pt x="2388" y="120415"/>
                    <a:pt x="-38" y="114723"/>
                    <a:pt x="1224" y="109212"/>
                  </a:cubicBezTo>
                  <a:cubicBezTo>
                    <a:pt x="1420" y="100863"/>
                    <a:pt x="1096" y="92513"/>
                    <a:pt x="248" y="84209"/>
                  </a:cubicBezTo>
                  <a:cubicBezTo>
                    <a:pt x="-203" y="66940"/>
                    <a:pt x="-105" y="49670"/>
                    <a:pt x="548" y="3240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Content Placeholder 4">
              <a:extLst>
                <a:ext uri="{FF2B5EF4-FFF2-40B4-BE49-F238E27FC236}">
                  <a16:creationId xmlns:a16="http://schemas.microsoft.com/office/drawing/2014/main" id="{2C770544-4133-EC9C-A882-A50FB12DB7AC}"/>
                </a:ext>
              </a:extLst>
            </p:cNvPr>
            <p:cNvSpPr/>
            <p:nvPr/>
          </p:nvSpPr>
          <p:spPr>
            <a:xfrm>
              <a:off x="10036707" y="3346688"/>
              <a:ext cx="47488" cy="69187"/>
            </a:xfrm>
            <a:custGeom>
              <a:avLst/>
              <a:gdLst>
                <a:gd name="connsiteX0" fmla="*/ 11261 w 47488"/>
                <a:gd name="connsiteY0" fmla="*/ 64361 h 69187"/>
                <a:gd name="connsiteX1" fmla="*/ 32665 w 47488"/>
                <a:gd name="connsiteY1" fmla="*/ 65337 h 69187"/>
                <a:gd name="connsiteX2" fmla="*/ 42728 w 47488"/>
                <a:gd name="connsiteY2" fmla="*/ 67815 h 69187"/>
                <a:gd name="connsiteX3" fmla="*/ 45882 w 47488"/>
                <a:gd name="connsiteY3" fmla="*/ 68941 h 69187"/>
                <a:gd name="connsiteX4" fmla="*/ 46784 w 47488"/>
                <a:gd name="connsiteY4" fmla="*/ 66388 h 69187"/>
                <a:gd name="connsiteX5" fmla="*/ 46784 w 47488"/>
                <a:gd name="connsiteY5" fmla="*/ 22389 h 69187"/>
                <a:gd name="connsiteX6" fmla="*/ 45882 w 47488"/>
                <a:gd name="connsiteY6" fmla="*/ 16157 h 69187"/>
                <a:gd name="connsiteX7" fmla="*/ 41752 w 47488"/>
                <a:gd name="connsiteY7" fmla="*/ 7747 h 69187"/>
                <a:gd name="connsiteX8" fmla="*/ 37321 w 47488"/>
                <a:gd name="connsiteY8" fmla="*/ 2266 h 69187"/>
                <a:gd name="connsiteX9" fmla="*/ 29811 w 47488"/>
                <a:gd name="connsiteY9" fmla="*/ 164 h 69187"/>
                <a:gd name="connsiteX10" fmla="*/ 16218 w 47488"/>
                <a:gd name="connsiteY10" fmla="*/ 1515 h 69187"/>
                <a:gd name="connsiteX11" fmla="*/ 5178 w 47488"/>
                <a:gd name="connsiteY11" fmla="*/ 10225 h 69187"/>
                <a:gd name="connsiteX12" fmla="*/ 1123 w 47488"/>
                <a:gd name="connsiteY12" fmla="*/ 25242 h 69187"/>
                <a:gd name="connsiteX13" fmla="*/ 222 w 47488"/>
                <a:gd name="connsiteY13" fmla="*/ 53999 h 69187"/>
                <a:gd name="connsiteX14" fmla="*/ 822 w 47488"/>
                <a:gd name="connsiteY14" fmla="*/ 61508 h 69187"/>
                <a:gd name="connsiteX15" fmla="*/ 1799 w 47488"/>
                <a:gd name="connsiteY15" fmla="*/ 68115 h 69187"/>
                <a:gd name="connsiteX16" fmla="*/ 5854 w 47488"/>
                <a:gd name="connsiteY16" fmla="*/ 66839 h 69187"/>
                <a:gd name="connsiteX17" fmla="*/ 11261 w 47488"/>
                <a:gd name="connsiteY17" fmla="*/ 64361 h 69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7488" h="69187">
                  <a:moveTo>
                    <a:pt x="11261" y="64361"/>
                  </a:moveTo>
                  <a:cubicBezTo>
                    <a:pt x="18396" y="63332"/>
                    <a:pt x="25658" y="63663"/>
                    <a:pt x="32665" y="65337"/>
                  </a:cubicBezTo>
                  <a:cubicBezTo>
                    <a:pt x="36165" y="65367"/>
                    <a:pt x="39612" y="66216"/>
                    <a:pt x="42728" y="67815"/>
                  </a:cubicBezTo>
                  <a:cubicBezTo>
                    <a:pt x="43629" y="68566"/>
                    <a:pt x="44831" y="69617"/>
                    <a:pt x="45882" y="68941"/>
                  </a:cubicBezTo>
                  <a:cubicBezTo>
                    <a:pt x="46498" y="68235"/>
                    <a:pt x="46821" y="67319"/>
                    <a:pt x="46784" y="66388"/>
                  </a:cubicBezTo>
                  <a:cubicBezTo>
                    <a:pt x="47685" y="51739"/>
                    <a:pt x="47685" y="37038"/>
                    <a:pt x="46784" y="22389"/>
                  </a:cubicBezTo>
                  <a:cubicBezTo>
                    <a:pt x="46709" y="20287"/>
                    <a:pt x="46408" y="18199"/>
                    <a:pt x="45882" y="16157"/>
                  </a:cubicBezTo>
                  <a:cubicBezTo>
                    <a:pt x="44936" y="13161"/>
                    <a:pt x="43539" y="10330"/>
                    <a:pt x="41752" y="7747"/>
                  </a:cubicBezTo>
                  <a:cubicBezTo>
                    <a:pt x="40633" y="5653"/>
                    <a:pt x="39131" y="3798"/>
                    <a:pt x="37321" y="2266"/>
                  </a:cubicBezTo>
                  <a:cubicBezTo>
                    <a:pt x="35076" y="855"/>
                    <a:pt x="32462" y="126"/>
                    <a:pt x="29811" y="164"/>
                  </a:cubicBezTo>
                  <a:cubicBezTo>
                    <a:pt x="25237" y="-332"/>
                    <a:pt x="20604" y="126"/>
                    <a:pt x="16218" y="1515"/>
                  </a:cubicBezTo>
                  <a:cubicBezTo>
                    <a:pt x="11629" y="3032"/>
                    <a:pt x="7724" y="6118"/>
                    <a:pt x="5178" y="10225"/>
                  </a:cubicBezTo>
                  <a:cubicBezTo>
                    <a:pt x="2775" y="14888"/>
                    <a:pt x="1393" y="20009"/>
                    <a:pt x="1123" y="25242"/>
                  </a:cubicBezTo>
                  <a:cubicBezTo>
                    <a:pt x="-4" y="34785"/>
                    <a:pt x="-304" y="44404"/>
                    <a:pt x="222" y="53999"/>
                  </a:cubicBezTo>
                  <a:cubicBezTo>
                    <a:pt x="222" y="56402"/>
                    <a:pt x="597" y="58730"/>
                    <a:pt x="822" y="61508"/>
                  </a:cubicBezTo>
                  <a:cubicBezTo>
                    <a:pt x="1048" y="64286"/>
                    <a:pt x="822" y="67064"/>
                    <a:pt x="1799" y="68115"/>
                  </a:cubicBezTo>
                  <a:cubicBezTo>
                    <a:pt x="2775" y="69166"/>
                    <a:pt x="4577" y="67590"/>
                    <a:pt x="5854" y="66839"/>
                  </a:cubicBezTo>
                  <a:cubicBezTo>
                    <a:pt x="7536" y="65773"/>
                    <a:pt x="9354" y="64939"/>
                    <a:pt x="11261" y="64361"/>
                  </a:cubicBezTo>
                  <a:close/>
                </a:path>
              </a:pathLst>
            </a:custGeom>
            <a:solidFill>
              <a:srgbClr val="E8E8E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Content Placeholder 4">
              <a:extLst>
                <a:ext uri="{FF2B5EF4-FFF2-40B4-BE49-F238E27FC236}">
                  <a16:creationId xmlns:a16="http://schemas.microsoft.com/office/drawing/2014/main" id="{5AE8F3E1-7E54-F87E-6E06-A835852E2D7C}"/>
                </a:ext>
              </a:extLst>
            </p:cNvPr>
            <p:cNvSpPr/>
            <p:nvPr/>
          </p:nvSpPr>
          <p:spPr>
            <a:xfrm>
              <a:off x="10389843" y="3411765"/>
              <a:ext cx="3092" cy="11561"/>
            </a:xfrm>
            <a:custGeom>
              <a:avLst/>
              <a:gdLst>
                <a:gd name="connsiteX0" fmla="*/ 2383 w 3092"/>
                <a:gd name="connsiteY0" fmla="*/ 260 h 11561"/>
                <a:gd name="connsiteX1" fmla="*/ 2984 w 3092"/>
                <a:gd name="connsiteY1" fmla="*/ 710 h 11561"/>
                <a:gd name="connsiteX2" fmla="*/ 2984 w 3092"/>
                <a:gd name="connsiteY2" fmla="*/ 1912 h 11561"/>
                <a:gd name="connsiteX3" fmla="*/ 2984 w 3092"/>
                <a:gd name="connsiteY3" fmla="*/ 9420 h 11561"/>
                <a:gd name="connsiteX4" fmla="*/ 2984 w 3092"/>
                <a:gd name="connsiteY4" fmla="*/ 10471 h 11561"/>
                <a:gd name="connsiteX5" fmla="*/ 1933 w 3092"/>
                <a:gd name="connsiteY5" fmla="*/ 11448 h 11561"/>
                <a:gd name="connsiteX6" fmla="*/ 581 w 3092"/>
                <a:gd name="connsiteY6" fmla="*/ 11448 h 11561"/>
                <a:gd name="connsiteX7" fmla="*/ 55 w 3092"/>
                <a:gd name="connsiteY7" fmla="*/ 11448 h 11561"/>
                <a:gd name="connsiteX8" fmla="*/ 55 w 3092"/>
                <a:gd name="connsiteY8" fmla="*/ 10922 h 11561"/>
                <a:gd name="connsiteX9" fmla="*/ 55 w 3092"/>
                <a:gd name="connsiteY9" fmla="*/ 1311 h 11561"/>
                <a:gd name="connsiteX10" fmla="*/ 55 w 3092"/>
                <a:gd name="connsiteY10" fmla="*/ 185 h 11561"/>
                <a:gd name="connsiteX11" fmla="*/ 2383 w 3092"/>
                <a:gd name="connsiteY11" fmla="*/ 260 h 11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92" h="11561">
                  <a:moveTo>
                    <a:pt x="2383" y="260"/>
                  </a:moveTo>
                  <a:cubicBezTo>
                    <a:pt x="2624" y="342"/>
                    <a:pt x="2834" y="500"/>
                    <a:pt x="2984" y="710"/>
                  </a:cubicBezTo>
                  <a:cubicBezTo>
                    <a:pt x="3089" y="1101"/>
                    <a:pt x="3089" y="1521"/>
                    <a:pt x="2984" y="1912"/>
                  </a:cubicBezTo>
                  <a:lnTo>
                    <a:pt x="2984" y="9420"/>
                  </a:lnTo>
                  <a:cubicBezTo>
                    <a:pt x="3059" y="9766"/>
                    <a:pt x="3059" y="10126"/>
                    <a:pt x="2984" y="10471"/>
                  </a:cubicBezTo>
                  <a:cubicBezTo>
                    <a:pt x="2819" y="10952"/>
                    <a:pt x="2428" y="11320"/>
                    <a:pt x="1933" y="11448"/>
                  </a:cubicBezTo>
                  <a:cubicBezTo>
                    <a:pt x="1490" y="11560"/>
                    <a:pt x="1024" y="11560"/>
                    <a:pt x="581" y="11448"/>
                  </a:cubicBezTo>
                  <a:cubicBezTo>
                    <a:pt x="581" y="11448"/>
                    <a:pt x="131" y="11448"/>
                    <a:pt x="55" y="11448"/>
                  </a:cubicBezTo>
                  <a:cubicBezTo>
                    <a:pt x="18" y="11275"/>
                    <a:pt x="18" y="11095"/>
                    <a:pt x="55" y="10922"/>
                  </a:cubicBezTo>
                  <a:cubicBezTo>
                    <a:pt x="55" y="7768"/>
                    <a:pt x="55" y="4540"/>
                    <a:pt x="55" y="1311"/>
                  </a:cubicBezTo>
                  <a:cubicBezTo>
                    <a:pt x="-57" y="943"/>
                    <a:pt x="-57" y="553"/>
                    <a:pt x="55" y="185"/>
                  </a:cubicBezTo>
                  <a:cubicBezTo>
                    <a:pt x="506" y="-266"/>
                    <a:pt x="1933" y="110"/>
                    <a:pt x="2383" y="26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Content Placeholder 4">
              <a:extLst>
                <a:ext uri="{FF2B5EF4-FFF2-40B4-BE49-F238E27FC236}">
                  <a16:creationId xmlns:a16="http://schemas.microsoft.com/office/drawing/2014/main" id="{81B9694A-9FD3-5EF9-0240-3A8A9024076A}"/>
                </a:ext>
              </a:extLst>
            </p:cNvPr>
            <p:cNvSpPr/>
            <p:nvPr/>
          </p:nvSpPr>
          <p:spPr>
            <a:xfrm>
              <a:off x="10384145" y="3400690"/>
              <a:ext cx="6834" cy="36577"/>
            </a:xfrm>
            <a:custGeom>
              <a:avLst/>
              <a:gdLst>
                <a:gd name="connsiteX0" fmla="*/ 6805 w 6834"/>
                <a:gd name="connsiteY0" fmla="*/ 1574 h 36577"/>
                <a:gd name="connsiteX1" fmla="*/ 6805 w 6834"/>
                <a:gd name="connsiteY1" fmla="*/ 6079 h 36577"/>
                <a:gd name="connsiteX2" fmla="*/ 6354 w 6834"/>
                <a:gd name="connsiteY2" fmla="*/ 30406 h 36577"/>
                <a:gd name="connsiteX3" fmla="*/ 5002 w 6834"/>
                <a:gd name="connsiteY3" fmla="*/ 35362 h 36577"/>
                <a:gd name="connsiteX4" fmla="*/ 1773 w 6834"/>
                <a:gd name="connsiteY4" fmla="*/ 36488 h 36577"/>
                <a:gd name="connsiteX5" fmla="*/ 421 w 6834"/>
                <a:gd name="connsiteY5" fmla="*/ 36038 h 36577"/>
                <a:gd name="connsiteX6" fmla="*/ 421 w 6834"/>
                <a:gd name="connsiteY6" fmla="*/ 35362 h 36577"/>
                <a:gd name="connsiteX7" fmla="*/ 421 w 6834"/>
                <a:gd name="connsiteY7" fmla="*/ 11936 h 36577"/>
                <a:gd name="connsiteX8" fmla="*/ 1623 w 6834"/>
                <a:gd name="connsiteY8" fmla="*/ 1424 h 36577"/>
                <a:gd name="connsiteX9" fmla="*/ 6805 w 6834"/>
                <a:gd name="connsiteY9" fmla="*/ 1574 h 36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834" h="36577">
                  <a:moveTo>
                    <a:pt x="6805" y="1574"/>
                  </a:moveTo>
                  <a:cubicBezTo>
                    <a:pt x="6805" y="3076"/>
                    <a:pt x="6805" y="4577"/>
                    <a:pt x="6805" y="6079"/>
                  </a:cubicBezTo>
                  <a:cubicBezTo>
                    <a:pt x="6805" y="14188"/>
                    <a:pt x="6655" y="22297"/>
                    <a:pt x="6354" y="30406"/>
                  </a:cubicBezTo>
                  <a:cubicBezTo>
                    <a:pt x="6497" y="32163"/>
                    <a:pt x="6024" y="33921"/>
                    <a:pt x="5002" y="35362"/>
                  </a:cubicBezTo>
                  <a:cubicBezTo>
                    <a:pt x="4101" y="36128"/>
                    <a:pt x="2952" y="36526"/>
                    <a:pt x="1773" y="36488"/>
                  </a:cubicBezTo>
                  <a:cubicBezTo>
                    <a:pt x="1270" y="36653"/>
                    <a:pt x="722" y="36466"/>
                    <a:pt x="421" y="36038"/>
                  </a:cubicBezTo>
                  <a:cubicBezTo>
                    <a:pt x="377" y="35813"/>
                    <a:pt x="377" y="35587"/>
                    <a:pt x="421" y="35362"/>
                  </a:cubicBezTo>
                  <a:cubicBezTo>
                    <a:pt x="-179" y="27568"/>
                    <a:pt x="-179" y="19729"/>
                    <a:pt x="421" y="11936"/>
                  </a:cubicBezTo>
                  <a:cubicBezTo>
                    <a:pt x="196" y="8392"/>
                    <a:pt x="602" y="4833"/>
                    <a:pt x="1623" y="1424"/>
                  </a:cubicBezTo>
                  <a:cubicBezTo>
                    <a:pt x="2524" y="-153"/>
                    <a:pt x="6505" y="-904"/>
                    <a:pt x="6805" y="1574"/>
                  </a:cubicBezTo>
                  <a:close/>
                </a:path>
              </a:pathLst>
            </a:custGeom>
            <a:solidFill>
              <a:srgbClr val="C9C9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Content Placeholder 4">
              <a:extLst>
                <a:ext uri="{FF2B5EF4-FFF2-40B4-BE49-F238E27FC236}">
                  <a16:creationId xmlns:a16="http://schemas.microsoft.com/office/drawing/2014/main" id="{4F869150-5F19-383C-9FEB-16E0B01C551B}"/>
                </a:ext>
              </a:extLst>
            </p:cNvPr>
            <p:cNvSpPr/>
            <p:nvPr/>
          </p:nvSpPr>
          <p:spPr>
            <a:xfrm>
              <a:off x="10345431" y="3351621"/>
              <a:ext cx="39708" cy="125651"/>
            </a:xfrm>
            <a:custGeom>
              <a:avLst/>
              <a:gdLst>
                <a:gd name="connsiteX0" fmla="*/ 39285 w 39708"/>
                <a:gd name="connsiteY0" fmla="*/ 32397 h 125651"/>
                <a:gd name="connsiteX1" fmla="*/ 32226 w 39708"/>
                <a:gd name="connsiteY1" fmla="*/ 5892 h 125651"/>
                <a:gd name="connsiteX2" fmla="*/ 13150 w 39708"/>
                <a:gd name="connsiteY2" fmla="*/ 261 h 125651"/>
                <a:gd name="connsiteX3" fmla="*/ 6392 w 39708"/>
                <a:gd name="connsiteY3" fmla="*/ 2213 h 125651"/>
                <a:gd name="connsiteX4" fmla="*/ 2937 w 39708"/>
                <a:gd name="connsiteY4" fmla="*/ 7845 h 125651"/>
                <a:gd name="connsiteX5" fmla="*/ 1134 w 39708"/>
                <a:gd name="connsiteY5" fmla="*/ 46363 h 125651"/>
                <a:gd name="connsiteX6" fmla="*/ 1134 w 39708"/>
                <a:gd name="connsiteY6" fmla="*/ 100199 h 125651"/>
                <a:gd name="connsiteX7" fmla="*/ 5866 w 39708"/>
                <a:gd name="connsiteY7" fmla="*/ 121072 h 125651"/>
                <a:gd name="connsiteX8" fmla="*/ 20510 w 39708"/>
                <a:gd name="connsiteY8" fmla="*/ 125427 h 125651"/>
                <a:gd name="connsiteX9" fmla="*/ 32226 w 39708"/>
                <a:gd name="connsiteY9" fmla="*/ 123325 h 125651"/>
                <a:gd name="connsiteX10" fmla="*/ 38234 w 39708"/>
                <a:gd name="connsiteY10" fmla="*/ 109209 h 125651"/>
                <a:gd name="connsiteX11" fmla="*/ 39210 w 39708"/>
                <a:gd name="connsiteY11" fmla="*/ 84206 h 125651"/>
                <a:gd name="connsiteX12" fmla="*/ 39285 w 39708"/>
                <a:gd name="connsiteY12" fmla="*/ 32397 h 125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708" h="125651">
                  <a:moveTo>
                    <a:pt x="39285" y="32397"/>
                  </a:moveTo>
                  <a:cubicBezTo>
                    <a:pt x="39939" y="23027"/>
                    <a:pt x="37453" y="13701"/>
                    <a:pt x="32226" y="5892"/>
                  </a:cubicBezTo>
                  <a:cubicBezTo>
                    <a:pt x="27044" y="1230"/>
                    <a:pt x="20037" y="-843"/>
                    <a:pt x="13150" y="261"/>
                  </a:cubicBezTo>
                  <a:cubicBezTo>
                    <a:pt x="10740" y="118"/>
                    <a:pt x="8352" y="809"/>
                    <a:pt x="6392" y="2213"/>
                  </a:cubicBezTo>
                  <a:cubicBezTo>
                    <a:pt x="4799" y="3783"/>
                    <a:pt x="3613" y="5712"/>
                    <a:pt x="2937" y="7845"/>
                  </a:cubicBezTo>
                  <a:cubicBezTo>
                    <a:pt x="-270" y="20429"/>
                    <a:pt x="-886" y="33531"/>
                    <a:pt x="1134" y="46363"/>
                  </a:cubicBezTo>
                  <a:cubicBezTo>
                    <a:pt x="2186" y="64233"/>
                    <a:pt x="1134" y="82253"/>
                    <a:pt x="1134" y="100199"/>
                  </a:cubicBezTo>
                  <a:cubicBezTo>
                    <a:pt x="241" y="107497"/>
                    <a:pt x="1916" y="114870"/>
                    <a:pt x="5866" y="121072"/>
                  </a:cubicBezTo>
                  <a:cubicBezTo>
                    <a:pt x="9869" y="124616"/>
                    <a:pt x="15223" y="126208"/>
                    <a:pt x="20510" y="125427"/>
                  </a:cubicBezTo>
                  <a:cubicBezTo>
                    <a:pt x="24528" y="125742"/>
                    <a:pt x="28569" y="125022"/>
                    <a:pt x="32226" y="123325"/>
                  </a:cubicBezTo>
                  <a:cubicBezTo>
                    <a:pt x="37070" y="120411"/>
                    <a:pt x="39496" y="114720"/>
                    <a:pt x="38234" y="109209"/>
                  </a:cubicBezTo>
                  <a:cubicBezTo>
                    <a:pt x="38039" y="100859"/>
                    <a:pt x="38362" y="92510"/>
                    <a:pt x="39210" y="84206"/>
                  </a:cubicBezTo>
                  <a:cubicBezTo>
                    <a:pt x="39811" y="66936"/>
                    <a:pt x="39834" y="49667"/>
                    <a:pt x="39285" y="32397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Content Placeholder 4">
              <a:extLst>
                <a:ext uri="{FF2B5EF4-FFF2-40B4-BE49-F238E27FC236}">
                  <a16:creationId xmlns:a16="http://schemas.microsoft.com/office/drawing/2014/main" id="{16613674-349B-C68C-3B16-3096D1D4239C}"/>
                </a:ext>
              </a:extLst>
            </p:cNvPr>
            <p:cNvSpPr/>
            <p:nvPr/>
          </p:nvSpPr>
          <p:spPr>
            <a:xfrm>
              <a:off x="10343015" y="3346688"/>
              <a:ext cx="47663" cy="69187"/>
            </a:xfrm>
            <a:custGeom>
              <a:avLst/>
              <a:gdLst>
                <a:gd name="connsiteX0" fmla="*/ 35994 w 47663"/>
                <a:gd name="connsiteY0" fmla="*/ 64361 h 69187"/>
                <a:gd name="connsiteX1" fmla="*/ 14591 w 47663"/>
                <a:gd name="connsiteY1" fmla="*/ 65337 h 69187"/>
                <a:gd name="connsiteX2" fmla="*/ 4527 w 47663"/>
                <a:gd name="connsiteY2" fmla="*/ 67815 h 69187"/>
                <a:gd name="connsiteX3" fmla="*/ 1373 w 47663"/>
                <a:gd name="connsiteY3" fmla="*/ 68941 h 69187"/>
                <a:gd name="connsiteX4" fmla="*/ 472 w 47663"/>
                <a:gd name="connsiteY4" fmla="*/ 66388 h 69187"/>
                <a:gd name="connsiteX5" fmla="*/ 847 w 47663"/>
                <a:gd name="connsiteY5" fmla="*/ 22389 h 69187"/>
                <a:gd name="connsiteX6" fmla="*/ 1748 w 47663"/>
                <a:gd name="connsiteY6" fmla="*/ 16157 h 69187"/>
                <a:gd name="connsiteX7" fmla="*/ 5879 w 47663"/>
                <a:gd name="connsiteY7" fmla="*/ 7747 h 69187"/>
                <a:gd name="connsiteX8" fmla="*/ 10310 w 47663"/>
                <a:gd name="connsiteY8" fmla="*/ 2266 h 69187"/>
                <a:gd name="connsiteX9" fmla="*/ 17820 w 47663"/>
                <a:gd name="connsiteY9" fmla="*/ 164 h 69187"/>
                <a:gd name="connsiteX10" fmla="*/ 31413 w 47663"/>
                <a:gd name="connsiteY10" fmla="*/ 1515 h 69187"/>
                <a:gd name="connsiteX11" fmla="*/ 42452 w 47663"/>
                <a:gd name="connsiteY11" fmla="*/ 10225 h 69187"/>
                <a:gd name="connsiteX12" fmla="*/ 46508 w 47663"/>
                <a:gd name="connsiteY12" fmla="*/ 25242 h 69187"/>
                <a:gd name="connsiteX13" fmla="*/ 47334 w 47663"/>
                <a:gd name="connsiteY13" fmla="*/ 53999 h 69187"/>
                <a:gd name="connsiteX14" fmla="*/ 46808 w 47663"/>
                <a:gd name="connsiteY14" fmla="*/ 61508 h 69187"/>
                <a:gd name="connsiteX15" fmla="*/ 45832 w 47663"/>
                <a:gd name="connsiteY15" fmla="*/ 68115 h 69187"/>
                <a:gd name="connsiteX16" fmla="*/ 41777 w 47663"/>
                <a:gd name="connsiteY16" fmla="*/ 66839 h 69187"/>
                <a:gd name="connsiteX17" fmla="*/ 35994 w 47663"/>
                <a:gd name="connsiteY17" fmla="*/ 64361 h 69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7663" h="69187">
                  <a:moveTo>
                    <a:pt x="35994" y="64361"/>
                  </a:moveTo>
                  <a:cubicBezTo>
                    <a:pt x="28859" y="63332"/>
                    <a:pt x="21597" y="63663"/>
                    <a:pt x="14591" y="65337"/>
                  </a:cubicBezTo>
                  <a:cubicBezTo>
                    <a:pt x="11091" y="65367"/>
                    <a:pt x="7644" y="66216"/>
                    <a:pt x="4527" y="67815"/>
                  </a:cubicBezTo>
                  <a:cubicBezTo>
                    <a:pt x="3551" y="68566"/>
                    <a:pt x="2424" y="69617"/>
                    <a:pt x="1373" y="68941"/>
                  </a:cubicBezTo>
                  <a:cubicBezTo>
                    <a:pt x="757" y="68235"/>
                    <a:pt x="434" y="67319"/>
                    <a:pt x="472" y="66388"/>
                  </a:cubicBezTo>
                  <a:cubicBezTo>
                    <a:pt x="-302" y="51724"/>
                    <a:pt x="-182" y="37030"/>
                    <a:pt x="847" y="22389"/>
                  </a:cubicBezTo>
                  <a:cubicBezTo>
                    <a:pt x="922" y="20287"/>
                    <a:pt x="1223" y="18199"/>
                    <a:pt x="1748" y="16157"/>
                  </a:cubicBezTo>
                  <a:cubicBezTo>
                    <a:pt x="2695" y="13161"/>
                    <a:pt x="4092" y="10330"/>
                    <a:pt x="5879" y="7747"/>
                  </a:cubicBezTo>
                  <a:cubicBezTo>
                    <a:pt x="6998" y="5653"/>
                    <a:pt x="8500" y="3798"/>
                    <a:pt x="10310" y="2266"/>
                  </a:cubicBezTo>
                  <a:cubicBezTo>
                    <a:pt x="12555" y="855"/>
                    <a:pt x="15169" y="126"/>
                    <a:pt x="17820" y="164"/>
                  </a:cubicBezTo>
                  <a:cubicBezTo>
                    <a:pt x="22393" y="-332"/>
                    <a:pt x="27027" y="126"/>
                    <a:pt x="31413" y="1515"/>
                  </a:cubicBezTo>
                  <a:cubicBezTo>
                    <a:pt x="36001" y="3032"/>
                    <a:pt x="39907" y="6118"/>
                    <a:pt x="42452" y="10225"/>
                  </a:cubicBezTo>
                  <a:cubicBezTo>
                    <a:pt x="44856" y="14888"/>
                    <a:pt x="46238" y="20009"/>
                    <a:pt x="46508" y="25242"/>
                  </a:cubicBezTo>
                  <a:cubicBezTo>
                    <a:pt x="47650" y="34785"/>
                    <a:pt x="47920" y="44411"/>
                    <a:pt x="47334" y="53999"/>
                  </a:cubicBezTo>
                  <a:cubicBezTo>
                    <a:pt x="47334" y="56402"/>
                    <a:pt x="47334" y="58730"/>
                    <a:pt x="46808" y="61508"/>
                  </a:cubicBezTo>
                  <a:cubicBezTo>
                    <a:pt x="46283" y="64286"/>
                    <a:pt x="46808" y="67064"/>
                    <a:pt x="45832" y="68115"/>
                  </a:cubicBezTo>
                  <a:cubicBezTo>
                    <a:pt x="44856" y="69166"/>
                    <a:pt x="43053" y="67590"/>
                    <a:pt x="41777" y="66839"/>
                  </a:cubicBezTo>
                  <a:cubicBezTo>
                    <a:pt x="39982" y="65735"/>
                    <a:pt x="38029" y="64902"/>
                    <a:pt x="35994" y="64361"/>
                  </a:cubicBezTo>
                  <a:close/>
                </a:path>
              </a:pathLst>
            </a:custGeom>
            <a:solidFill>
              <a:srgbClr val="E8E8E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Content Placeholder 4">
              <a:extLst>
                <a:ext uri="{FF2B5EF4-FFF2-40B4-BE49-F238E27FC236}">
                  <a16:creationId xmlns:a16="http://schemas.microsoft.com/office/drawing/2014/main" id="{AE3AC4F7-EA26-30FC-DC26-7662E0ACDC0F}"/>
                </a:ext>
              </a:extLst>
            </p:cNvPr>
            <p:cNvSpPr/>
            <p:nvPr/>
          </p:nvSpPr>
          <p:spPr>
            <a:xfrm>
              <a:off x="10103353" y="3394352"/>
              <a:ext cx="101054" cy="16600"/>
            </a:xfrm>
            <a:custGeom>
              <a:avLst/>
              <a:gdLst>
                <a:gd name="connsiteX0" fmla="*/ 2968 w 101054"/>
                <a:gd name="connsiteY0" fmla="*/ 14745 h 16600"/>
                <a:gd name="connsiteX1" fmla="*/ 8901 w 101054"/>
                <a:gd name="connsiteY1" fmla="*/ 16021 h 16600"/>
                <a:gd name="connsiteX2" fmla="*/ 89408 w 101054"/>
                <a:gd name="connsiteY2" fmla="*/ 13468 h 16600"/>
                <a:gd name="connsiteX3" fmla="*/ 97594 w 101054"/>
                <a:gd name="connsiteY3" fmla="*/ 12117 h 16600"/>
                <a:gd name="connsiteX4" fmla="*/ 100823 w 101054"/>
                <a:gd name="connsiteY4" fmla="*/ 5209 h 16600"/>
                <a:gd name="connsiteX5" fmla="*/ 93313 w 101054"/>
                <a:gd name="connsiteY5" fmla="*/ 1305 h 16600"/>
                <a:gd name="connsiteX6" fmla="*/ 75439 w 101054"/>
                <a:gd name="connsiteY6" fmla="*/ 404 h 16600"/>
                <a:gd name="connsiteX7" fmla="*/ 25649 w 101054"/>
                <a:gd name="connsiteY7" fmla="*/ 404 h 16600"/>
                <a:gd name="connsiteX8" fmla="*/ 3644 w 101054"/>
                <a:gd name="connsiteY8" fmla="*/ 3032 h 16600"/>
                <a:gd name="connsiteX9" fmla="*/ 2968 w 101054"/>
                <a:gd name="connsiteY9" fmla="*/ 14745 h 16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1054" h="16600">
                  <a:moveTo>
                    <a:pt x="2968" y="14745"/>
                  </a:moveTo>
                  <a:cubicBezTo>
                    <a:pt x="4831" y="15586"/>
                    <a:pt x="6858" y="16021"/>
                    <a:pt x="8901" y="16021"/>
                  </a:cubicBezTo>
                  <a:cubicBezTo>
                    <a:pt x="35712" y="18049"/>
                    <a:pt x="62522" y="13844"/>
                    <a:pt x="89408" y="13468"/>
                  </a:cubicBezTo>
                  <a:cubicBezTo>
                    <a:pt x="92202" y="13641"/>
                    <a:pt x="95003" y="13176"/>
                    <a:pt x="97594" y="12117"/>
                  </a:cubicBezTo>
                  <a:cubicBezTo>
                    <a:pt x="100208" y="10901"/>
                    <a:pt x="101567" y="7987"/>
                    <a:pt x="100823" y="5209"/>
                  </a:cubicBezTo>
                  <a:cubicBezTo>
                    <a:pt x="99772" y="2431"/>
                    <a:pt x="96317" y="1605"/>
                    <a:pt x="93313" y="1305"/>
                  </a:cubicBezTo>
                  <a:cubicBezTo>
                    <a:pt x="87380" y="704"/>
                    <a:pt x="81373" y="554"/>
                    <a:pt x="75439" y="404"/>
                  </a:cubicBezTo>
                  <a:cubicBezTo>
                    <a:pt x="58843" y="28"/>
                    <a:pt x="42245" y="-347"/>
                    <a:pt x="25649" y="404"/>
                  </a:cubicBezTo>
                  <a:cubicBezTo>
                    <a:pt x="19340" y="404"/>
                    <a:pt x="9126" y="-647"/>
                    <a:pt x="3644" y="3032"/>
                  </a:cubicBezTo>
                  <a:cubicBezTo>
                    <a:pt x="-111" y="5735"/>
                    <a:pt x="-1989" y="12492"/>
                    <a:pt x="2968" y="14745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Content Placeholder 4">
              <a:extLst>
                <a:ext uri="{FF2B5EF4-FFF2-40B4-BE49-F238E27FC236}">
                  <a16:creationId xmlns:a16="http://schemas.microsoft.com/office/drawing/2014/main" id="{0E095111-4CB4-D3C7-A2C3-CF2B52481119}"/>
                </a:ext>
              </a:extLst>
            </p:cNvPr>
            <p:cNvSpPr/>
            <p:nvPr/>
          </p:nvSpPr>
          <p:spPr>
            <a:xfrm>
              <a:off x="10236341" y="3397271"/>
              <a:ext cx="93881" cy="15026"/>
            </a:xfrm>
            <a:custGeom>
              <a:avLst/>
              <a:gdLst>
                <a:gd name="connsiteX0" fmla="*/ 55026 w 93881"/>
                <a:gd name="connsiteY0" fmla="*/ 939 h 15026"/>
                <a:gd name="connsiteX1" fmla="*/ 85066 w 93881"/>
                <a:gd name="connsiteY1" fmla="*/ 939 h 15026"/>
                <a:gd name="connsiteX2" fmla="*/ 93852 w 93881"/>
                <a:gd name="connsiteY2" fmla="*/ 7772 h 15026"/>
                <a:gd name="connsiteX3" fmla="*/ 89196 w 93881"/>
                <a:gd name="connsiteY3" fmla="*/ 14079 h 15026"/>
                <a:gd name="connsiteX4" fmla="*/ 81010 w 93881"/>
                <a:gd name="connsiteY4" fmla="*/ 14905 h 15026"/>
                <a:gd name="connsiteX5" fmla="*/ 20930 w 93881"/>
                <a:gd name="connsiteY5" fmla="*/ 12877 h 15026"/>
                <a:gd name="connsiteX6" fmla="*/ 8464 w 93881"/>
                <a:gd name="connsiteY6" fmla="*/ 12202 h 15026"/>
                <a:gd name="connsiteX7" fmla="*/ 428 w 93881"/>
                <a:gd name="connsiteY7" fmla="*/ 4693 h 15026"/>
                <a:gd name="connsiteX8" fmla="*/ 14847 w 93881"/>
                <a:gd name="connsiteY8" fmla="*/ 1314 h 15026"/>
                <a:gd name="connsiteX9" fmla="*/ 55026 w 93881"/>
                <a:gd name="connsiteY9" fmla="*/ 939 h 15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3881" h="15026">
                  <a:moveTo>
                    <a:pt x="55026" y="939"/>
                  </a:moveTo>
                  <a:cubicBezTo>
                    <a:pt x="64999" y="-353"/>
                    <a:pt x="75093" y="-353"/>
                    <a:pt x="85066" y="939"/>
                  </a:cubicBezTo>
                  <a:cubicBezTo>
                    <a:pt x="89046" y="1615"/>
                    <a:pt x="93627" y="3792"/>
                    <a:pt x="93852" y="7772"/>
                  </a:cubicBezTo>
                  <a:cubicBezTo>
                    <a:pt x="93762" y="10632"/>
                    <a:pt x="91907" y="13148"/>
                    <a:pt x="89196" y="14079"/>
                  </a:cubicBezTo>
                  <a:cubicBezTo>
                    <a:pt x="86545" y="14882"/>
                    <a:pt x="83766" y="15160"/>
                    <a:pt x="81010" y="14905"/>
                  </a:cubicBezTo>
                  <a:lnTo>
                    <a:pt x="20930" y="12877"/>
                  </a:lnTo>
                  <a:cubicBezTo>
                    <a:pt x="16725" y="12877"/>
                    <a:pt x="12594" y="12877"/>
                    <a:pt x="8464" y="12202"/>
                  </a:cubicBezTo>
                  <a:cubicBezTo>
                    <a:pt x="4334" y="11526"/>
                    <a:pt x="-1750" y="9724"/>
                    <a:pt x="428" y="4693"/>
                  </a:cubicBezTo>
                  <a:cubicBezTo>
                    <a:pt x="2606" y="-337"/>
                    <a:pt x="10867" y="1239"/>
                    <a:pt x="14847" y="1314"/>
                  </a:cubicBezTo>
                  <a:cubicBezTo>
                    <a:pt x="28515" y="1690"/>
                    <a:pt x="41808" y="1765"/>
                    <a:pt x="55026" y="93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Content Placeholder 4">
              <a:extLst>
                <a:ext uri="{FF2B5EF4-FFF2-40B4-BE49-F238E27FC236}">
                  <a16:creationId xmlns:a16="http://schemas.microsoft.com/office/drawing/2014/main" id="{61A41E62-9FAC-FE1A-A558-69B3C5F46B94}"/>
                </a:ext>
              </a:extLst>
            </p:cNvPr>
            <p:cNvSpPr/>
            <p:nvPr/>
          </p:nvSpPr>
          <p:spPr>
            <a:xfrm>
              <a:off x="10117337" y="3362616"/>
              <a:ext cx="48003" cy="42048"/>
            </a:xfrm>
            <a:custGeom>
              <a:avLst/>
              <a:gdLst>
                <a:gd name="connsiteX0" fmla="*/ 5356 w 48003"/>
                <a:gd name="connsiteY0" fmla="*/ 9990 h 42048"/>
                <a:gd name="connsiteX1" fmla="*/ 12265 w 48003"/>
                <a:gd name="connsiteY1" fmla="*/ 1506 h 42048"/>
                <a:gd name="connsiteX2" fmla="*/ 28261 w 48003"/>
                <a:gd name="connsiteY2" fmla="*/ 379 h 42048"/>
                <a:gd name="connsiteX3" fmla="*/ 41929 w 48003"/>
                <a:gd name="connsiteY3" fmla="*/ 4809 h 42048"/>
                <a:gd name="connsiteX4" fmla="*/ 46360 w 48003"/>
                <a:gd name="connsiteY4" fmla="*/ 18925 h 42048"/>
                <a:gd name="connsiteX5" fmla="*/ 47862 w 48003"/>
                <a:gd name="connsiteY5" fmla="*/ 36195 h 42048"/>
                <a:gd name="connsiteX6" fmla="*/ 47862 w 48003"/>
                <a:gd name="connsiteY6" fmla="*/ 38072 h 42048"/>
                <a:gd name="connsiteX7" fmla="*/ 44708 w 48003"/>
                <a:gd name="connsiteY7" fmla="*/ 40099 h 42048"/>
                <a:gd name="connsiteX8" fmla="*/ 9861 w 48003"/>
                <a:gd name="connsiteY8" fmla="*/ 40700 h 42048"/>
                <a:gd name="connsiteX9" fmla="*/ 5356 w 48003"/>
                <a:gd name="connsiteY9" fmla="*/ 9990 h 42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8003" h="42048">
                  <a:moveTo>
                    <a:pt x="5356" y="9990"/>
                  </a:moveTo>
                  <a:cubicBezTo>
                    <a:pt x="6858" y="6596"/>
                    <a:pt x="9246" y="3668"/>
                    <a:pt x="12265" y="1506"/>
                  </a:cubicBezTo>
                  <a:cubicBezTo>
                    <a:pt x="17447" y="-41"/>
                    <a:pt x="22914" y="-424"/>
                    <a:pt x="28261" y="379"/>
                  </a:cubicBezTo>
                  <a:cubicBezTo>
                    <a:pt x="33218" y="26"/>
                    <a:pt x="38121" y="1618"/>
                    <a:pt x="41929" y="4809"/>
                  </a:cubicBezTo>
                  <a:cubicBezTo>
                    <a:pt x="44873" y="8924"/>
                    <a:pt x="46428" y="13865"/>
                    <a:pt x="46360" y="18925"/>
                  </a:cubicBezTo>
                  <a:lnTo>
                    <a:pt x="47862" y="36195"/>
                  </a:lnTo>
                  <a:cubicBezTo>
                    <a:pt x="48012" y="36810"/>
                    <a:pt x="48012" y="37456"/>
                    <a:pt x="47862" y="38072"/>
                  </a:cubicBezTo>
                  <a:cubicBezTo>
                    <a:pt x="47411" y="39348"/>
                    <a:pt x="45984" y="39799"/>
                    <a:pt x="44708" y="40099"/>
                  </a:cubicBezTo>
                  <a:cubicBezTo>
                    <a:pt x="33225" y="42434"/>
                    <a:pt x="21412" y="42644"/>
                    <a:pt x="9861" y="40700"/>
                  </a:cubicBezTo>
                  <a:cubicBezTo>
                    <a:pt x="-5384" y="38147"/>
                    <a:pt x="249" y="19000"/>
                    <a:pt x="5356" y="9990"/>
                  </a:cubicBezTo>
                  <a:close/>
                </a:path>
              </a:pathLst>
            </a:custGeom>
            <a:solidFill>
              <a:srgbClr val="26262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Content Placeholder 4">
              <a:extLst>
                <a:ext uri="{FF2B5EF4-FFF2-40B4-BE49-F238E27FC236}">
                  <a16:creationId xmlns:a16="http://schemas.microsoft.com/office/drawing/2014/main" id="{B7B4B764-D35E-519C-9EE6-E28F9613EFEE}"/>
                </a:ext>
              </a:extLst>
            </p:cNvPr>
            <p:cNvSpPr/>
            <p:nvPr/>
          </p:nvSpPr>
          <p:spPr>
            <a:xfrm>
              <a:off x="10269932" y="3359034"/>
              <a:ext cx="48682" cy="46092"/>
            </a:xfrm>
            <a:custGeom>
              <a:avLst/>
              <a:gdLst>
                <a:gd name="connsiteX0" fmla="*/ 857 w 48682"/>
                <a:gd name="connsiteY0" fmla="*/ 18828 h 46092"/>
                <a:gd name="connsiteX1" fmla="*/ 10996 w 48682"/>
                <a:gd name="connsiteY1" fmla="*/ 1634 h 46092"/>
                <a:gd name="connsiteX2" fmla="*/ 18506 w 48682"/>
                <a:gd name="connsiteY2" fmla="*/ 57 h 46092"/>
                <a:gd name="connsiteX3" fmla="*/ 37807 w 48682"/>
                <a:gd name="connsiteY3" fmla="*/ 5688 h 46092"/>
                <a:gd name="connsiteX4" fmla="*/ 47194 w 48682"/>
                <a:gd name="connsiteY4" fmla="*/ 22357 h 46092"/>
                <a:gd name="connsiteX5" fmla="*/ 48546 w 48682"/>
                <a:gd name="connsiteY5" fmla="*/ 41729 h 46092"/>
                <a:gd name="connsiteX6" fmla="*/ 48546 w 48682"/>
                <a:gd name="connsiteY6" fmla="*/ 42855 h 46092"/>
                <a:gd name="connsiteX7" fmla="*/ 47870 w 48682"/>
                <a:gd name="connsiteY7" fmla="*/ 42855 h 46092"/>
                <a:gd name="connsiteX8" fmla="*/ 19182 w 48682"/>
                <a:gd name="connsiteY8" fmla="*/ 45633 h 46092"/>
                <a:gd name="connsiteX9" fmla="*/ 4838 w 48682"/>
                <a:gd name="connsiteY9" fmla="*/ 42405 h 46092"/>
                <a:gd name="connsiteX10" fmla="*/ 31 w 48682"/>
                <a:gd name="connsiteY10" fmla="*/ 36323 h 46092"/>
                <a:gd name="connsiteX11" fmla="*/ 857 w 48682"/>
                <a:gd name="connsiteY11" fmla="*/ 18828 h 46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682" h="46092">
                  <a:moveTo>
                    <a:pt x="857" y="18828"/>
                  </a:moveTo>
                  <a:cubicBezTo>
                    <a:pt x="1293" y="11808"/>
                    <a:pt x="5063" y="5418"/>
                    <a:pt x="10996" y="1634"/>
                  </a:cubicBezTo>
                  <a:cubicBezTo>
                    <a:pt x="13377" y="635"/>
                    <a:pt x="15923" y="94"/>
                    <a:pt x="18506" y="57"/>
                  </a:cubicBezTo>
                  <a:cubicBezTo>
                    <a:pt x="25408" y="-484"/>
                    <a:pt x="32272" y="1521"/>
                    <a:pt x="37807" y="5688"/>
                  </a:cubicBezTo>
                  <a:cubicBezTo>
                    <a:pt x="42711" y="10043"/>
                    <a:pt x="46015" y="15907"/>
                    <a:pt x="47194" y="22357"/>
                  </a:cubicBezTo>
                  <a:cubicBezTo>
                    <a:pt x="48396" y="28739"/>
                    <a:pt x="48846" y="35241"/>
                    <a:pt x="48546" y="41729"/>
                  </a:cubicBezTo>
                  <a:cubicBezTo>
                    <a:pt x="48689" y="42089"/>
                    <a:pt x="48689" y="42495"/>
                    <a:pt x="48546" y="42855"/>
                  </a:cubicBezTo>
                  <a:cubicBezTo>
                    <a:pt x="48328" y="42923"/>
                    <a:pt x="48088" y="42923"/>
                    <a:pt x="47870" y="42855"/>
                  </a:cubicBezTo>
                  <a:cubicBezTo>
                    <a:pt x="38603" y="45761"/>
                    <a:pt x="28832" y="46707"/>
                    <a:pt x="19182" y="45633"/>
                  </a:cubicBezTo>
                  <a:cubicBezTo>
                    <a:pt x="14300" y="45048"/>
                    <a:pt x="9494" y="43966"/>
                    <a:pt x="4838" y="42405"/>
                  </a:cubicBezTo>
                  <a:cubicBezTo>
                    <a:pt x="1233" y="41203"/>
                    <a:pt x="106" y="40227"/>
                    <a:pt x="31" y="36323"/>
                  </a:cubicBezTo>
                  <a:cubicBezTo>
                    <a:pt x="-164" y="30481"/>
                    <a:pt x="114" y="24625"/>
                    <a:pt x="857" y="18828"/>
                  </a:cubicBezTo>
                  <a:close/>
                </a:path>
              </a:pathLst>
            </a:custGeom>
            <a:solidFill>
              <a:srgbClr val="26262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Content Placeholder 4">
              <a:extLst>
                <a:ext uri="{FF2B5EF4-FFF2-40B4-BE49-F238E27FC236}">
                  <a16:creationId xmlns:a16="http://schemas.microsoft.com/office/drawing/2014/main" id="{E97778B5-1652-B590-B07A-7EE47D9E6EBE}"/>
                </a:ext>
              </a:extLst>
            </p:cNvPr>
            <p:cNvSpPr/>
            <p:nvPr/>
          </p:nvSpPr>
          <p:spPr>
            <a:xfrm>
              <a:off x="10123338" y="3341475"/>
              <a:ext cx="37600" cy="34175"/>
            </a:xfrm>
            <a:custGeom>
              <a:avLst/>
              <a:gdLst>
                <a:gd name="connsiteX0" fmla="*/ 35704 w 37600"/>
                <a:gd name="connsiteY0" fmla="*/ 45 h 34175"/>
                <a:gd name="connsiteX1" fmla="*/ 37431 w 37600"/>
                <a:gd name="connsiteY1" fmla="*/ 31356 h 34175"/>
                <a:gd name="connsiteX2" fmla="*/ 16328 w 37600"/>
                <a:gd name="connsiteY2" fmla="*/ 33984 h 34175"/>
                <a:gd name="connsiteX3" fmla="*/ 2284 w 37600"/>
                <a:gd name="connsiteY3" fmla="*/ 32332 h 34175"/>
                <a:gd name="connsiteX4" fmla="*/ 1308 w 37600"/>
                <a:gd name="connsiteY4" fmla="*/ 31656 h 34175"/>
                <a:gd name="connsiteX5" fmla="*/ 1308 w 37600"/>
                <a:gd name="connsiteY5" fmla="*/ 30455 h 34175"/>
                <a:gd name="connsiteX6" fmla="*/ 556 w 37600"/>
                <a:gd name="connsiteY6" fmla="*/ 13335 h 34175"/>
                <a:gd name="connsiteX7" fmla="*/ 106 w 37600"/>
                <a:gd name="connsiteY7" fmla="*/ 4475 h 34175"/>
                <a:gd name="connsiteX8" fmla="*/ 2058 w 37600"/>
                <a:gd name="connsiteY8" fmla="*/ -30 h 34175"/>
                <a:gd name="connsiteX9" fmla="*/ 10394 w 37600"/>
                <a:gd name="connsiteY9" fmla="*/ 1022 h 34175"/>
                <a:gd name="connsiteX10" fmla="*/ 18881 w 37600"/>
                <a:gd name="connsiteY10" fmla="*/ 1397 h 34175"/>
                <a:gd name="connsiteX11" fmla="*/ 35704 w 37600"/>
                <a:gd name="connsiteY11" fmla="*/ 45 h 34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600" h="34175">
                  <a:moveTo>
                    <a:pt x="35704" y="45"/>
                  </a:moveTo>
                  <a:cubicBezTo>
                    <a:pt x="37288" y="10400"/>
                    <a:pt x="37866" y="20889"/>
                    <a:pt x="37431" y="31356"/>
                  </a:cubicBezTo>
                  <a:cubicBezTo>
                    <a:pt x="30551" y="33210"/>
                    <a:pt x="23447" y="34096"/>
                    <a:pt x="16328" y="33984"/>
                  </a:cubicBezTo>
                  <a:cubicBezTo>
                    <a:pt x="11581" y="34457"/>
                    <a:pt x="6790" y="33893"/>
                    <a:pt x="2284" y="32332"/>
                  </a:cubicBezTo>
                  <a:cubicBezTo>
                    <a:pt x="1901" y="32197"/>
                    <a:pt x="1563" y="31964"/>
                    <a:pt x="1308" y="31656"/>
                  </a:cubicBezTo>
                  <a:cubicBezTo>
                    <a:pt x="1195" y="31265"/>
                    <a:pt x="1195" y="30845"/>
                    <a:pt x="1308" y="30455"/>
                  </a:cubicBezTo>
                  <a:cubicBezTo>
                    <a:pt x="1308" y="24748"/>
                    <a:pt x="782" y="19042"/>
                    <a:pt x="556" y="13335"/>
                  </a:cubicBezTo>
                  <a:lnTo>
                    <a:pt x="106" y="4475"/>
                  </a:lnTo>
                  <a:cubicBezTo>
                    <a:pt x="106" y="1847"/>
                    <a:pt x="-795" y="271"/>
                    <a:pt x="2058" y="-30"/>
                  </a:cubicBezTo>
                  <a:cubicBezTo>
                    <a:pt x="4860" y="98"/>
                    <a:pt x="7646" y="451"/>
                    <a:pt x="10394" y="1022"/>
                  </a:cubicBezTo>
                  <a:cubicBezTo>
                    <a:pt x="13248" y="1022"/>
                    <a:pt x="16027" y="1397"/>
                    <a:pt x="18881" y="1397"/>
                  </a:cubicBezTo>
                  <a:cubicBezTo>
                    <a:pt x="24513" y="1382"/>
                    <a:pt x="30138" y="924"/>
                    <a:pt x="35704" y="45"/>
                  </a:cubicBezTo>
                  <a:close/>
                </a:path>
              </a:pathLst>
            </a:custGeom>
            <a:solidFill>
              <a:srgbClr val="26262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Content Placeholder 4">
              <a:extLst>
                <a:ext uri="{FF2B5EF4-FFF2-40B4-BE49-F238E27FC236}">
                  <a16:creationId xmlns:a16="http://schemas.microsoft.com/office/drawing/2014/main" id="{1E82ADDA-5876-FF43-6099-C3931512DD37}"/>
                </a:ext>
              </a:extLst>
            </p:cNvPr>
            <p:cNvSpPr/>
            <p:nvPr/>
          </p:nvSpPr>
          <p:spPr>
            <a:xfrm>
              <a:off x="10274093" y="3342376"/>
              <a:ext cx="39739" cy="28682"/>
            </a:xfrm>
            <a:custGeom>
              <a:avLst/>
              <a:gdLst>
                <a:gd name="connsiteX0" fmla="*/ 2629 w 39739"/>
                <a:gd name="connsiteY0" fmla="*/ 21144 h 28682"/>
                <a:gd name="connsiteX1" fmla="*/ 3681 w 39739"/>
                <a:gd name="connsiteY1" fmla="*/ 23622 h 28682"/>
                <a:gd name="connsiteX2" fmla="*/ 5408 w 39739"/>
                <a:gd name="connsiteY2" fmla="*/ 24147 h 28682"/>
                <a:gd name="connsiteX3" fmla="*/ 38752 w 39739"/>
                <a:gd name="connsiteY3" fmla="*/ 28653 h 28682"/>
                <a:gd name="connsiteX4" fmla="*/ 38752 w 39739"/>
                <a:gd name="connsiteY4" fmla="*/ -30 h 28682"/>
                <a:gd name="connsiteX5" fmla="*/ 10965 w 39739"/>
                <a:gd name="connsiteY5" fmla="*/ 421 h 28682"/>
                <a:gd name="connsiteX6" fmla="*/ 3080 w 39739"/>
                <a:gd name="connsiteY6" fmla="*/ 1172 h 28682"/>
                <a:gd name="connsiteX7" fmla="*/ 226 w 39739"/>
                <a:gd name="connsiteY7" fmla="*/ 5452 h 28682"/>
                <a:gd name="connsiteX8" fmla="*/ 2629 w 39739"/>
                <a:gd name="connsiteY8" fmla="*/ 21144 h 28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739" h="28682">
                  <a:moveTo>
                    <a:pt x="2629" y="21144"/>
                  </a:moveTo>
                  <a:cubicBezTo>
                    <a:pt x="2659" y="22075"/>
                    <a:pt x="3035" y="22954"/>
                    <a:pt x="3681" y="23622"/>
                  </a:cubicBezTo>
                  <a:cubicBezTo>
                    <a:pt x="4199" y="23937"/>
                    <a:pt x="4800" y="24125"/>
                    <a:pt x="5408" y="24147"/>
                  </a:cubicBezTo>
                  <a:cubicBezTo>
                    <a:pt x="16635" y="24621"/>
                    <a:pt x="27803" y="26130"/>
                    <a:pt x="38752" y="28653"/>
                  </a:cubicBezTo>
                  <a:cubicBezTo>
                    <a:pt x="40029" y="19132"/>
                    <a:pt x="40029" y="9491"/>
                    <a:pt x="38752" y="-30"/>
                  </a:cubicBezTo>
                  <a:cubicBezTo>
                    <a:pt x="29515" y="-30"/>
                    <a:pt x="20203" y="-30"/>
                    <a:pt x="10965" y="421"/>
                  </a:cubicBezTo>
                  <a:cubicBezTo>
                    <a:pt x="8322" y="526"/>
                    <a:pt x="5694" y="774"/>
                    <a:pt x="3080" y="1172"/>
                  </a:cubicBezTo>
                  <a:cubicBezTo>
                    <a:pt x="-300" y="1847"/>
                    <a:pt x="-300" y="2073"/>
                    <a:pt x="226" y="5452"/>
                  </a:cubicBezTo>
                  <a:cubicBezTo>
                    <a:pt x="902" y="10708"/>
                    <a:pt x="1728" y="15963"/>
                    <a:pt x="2629" y="21144"/>
                  </a:cubicBezTo>
                  <a:close/>
                </a:path>
              </a:pathLst>
            </a:custGeom>
            <a:solidFill>
              <a:srgbClr val="26262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Content Placeholder 4">
              <a:extLst>
                <a:ext uri="{FF2B5EF4-FFF2-40B4-BE49-F238E27FC236}">
                  <a16:creationId xmlns:a16="http://schemas.microsoft.com/office/drawing/2014/main" id="{47E45EC0-CB0E-3C2A-4FB5-B8F4A7D32DFE}"/>
                </a:ext>
              </a:extLst>
            </p:cNvPr>
            <p:cNvSpPr/>
            <p:nvPr/>
          </p:nvSpPr>
          <p:spPr>
            <a:xfrm>
              <a:off x="10112674" y="2697744"/>
              <a:ext cx="76745" cy="260360"/>
            </a:xfrm>
            <a:custGeom>
              <a:avLst/>
              <a:gdLst>
                <a:gd name="connsiteX0" fmla="*/ 75281 w 76745"/>
                <a:gd name="connsiteY0" fmla="*/ 61421 h 260360"/>
                <a:gd name="connsiteX1" fmla="*/ 74830 w 76745"/>
                <a:gd name="connsiteY1" fmla="*/ 127645 h 260360"/>
                <a:gd name="connsiteX2" fmla="*/ 75356 w 76745"/>
                <a:gd name="connsiteY2" fmla="*/ 178402 h 260360"/>
                <a:gd name="connsiteX3" fmla="*/ 66344 w 76745"/>
                <a:gd name="connsiteY3" fmla="*/ 247781 h 260360"/>
                <a:gd name="connsiteX4" fmla="*/ 63190 w 76745"/>
                <a:gd name="connsiteY4" fmla="*/ 255289 h 260360"/>
                <a:gd name="connsiteX5" fmla="*/ 53201 w 76745"/>
                <a:gd name="connsiteY5" fmla="*/ 258818 h 260360"/>
                <a:gd name="connsiteX6" fmla="*/ 3185 w 76745"/>
                <a:gd name="connsiteY6" fmla="*/ 254613 h 260360"/>
                <a:gd name="connsiteX7" fmla="*/ 481 w 76745"/>
                <a:gd name="connsiteY7" fmla="*/ 252436 h 260360"/>
                <a:gd name="connsiteX8" fmla="*/ 30 w 76745"/>
                <a:gd name="connsiteY8" fmla="*/ 249207 h 260360"/>
                <a:gd name="connsiteX9" fmla="*/ 3335 w 76745"/>
                <a:gd name="connsiteY9" fmla="*/ 236142 h 260360"/>
                <a:gd name="connsiteX10" fmla="*/ 5813 w 76745"/>
                <a:gd name="connsiteY10" fmla="*/ 203931 h 260360"/>
                <a:gd name="connsiteX11" fmla="*/ 11295 w 76745"/>
                <a:gd name="connsiteY11" fmla="*/ 179604 h 260360"/>
                <a:gd name="connsiteX12" fmla="*/ 33825 w 76745"/>
                <a:gd name="connsiteY12" fmla="*/ 45503 h 260360"/>
                <a:gd name="connsiteX13" fmla="*/ 36679 w 76745"/>
                <a:gd name="connsiteY13" fmla="*/ 24479 h 260360"/>
                <a:gd name="connsiteX14" fmla="*/ 48845 w 76745"/>
                <a:gd name="connsiteY14" fmla="*/ 7735 h 260360"/>
                <a:gd name="connsiteX15" fmla="*/ 62063 w 76745"/>
                <a:gd name="connsiteY15" fmla="*/ 602 h 260360"/>
                <a:gd name="connsiteX16" fmla="*/ 75957 w 76745"/>
                <a:gd name="connsiteY16" fmla="*/ 2555 h 260360"/>
                <a:gd name="connsiteX17" fmla="*/ 75957 w 76745"/>
                <a:gd name="connsiteY17" fmla="*/ 24629 h 260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6745" h="260360">
                  <a:moveTo>
                    <a:pt x="75281" y="61421"/>
                  </a:moveTo>
                  <a:cubicBezTo>
                    <a:pt x="74905" y="83496"/>
                    <a:pt x="74455" y="105570"/>
                    <a:pt x="74830" y="127645"/>
                  </a:cubicBezTo>
                  <a:cubicBezTo>
                    <a:pt x="74830" y="144614"/>
                    <a:pt x="75881" y="161508"/>
                    <a:pt x="75356" y="178402"/>
                  </a:cubicBezTo>
                  <a:cubicBezTo>
                    <a:pt x="74687" y="201769"/>
                    <a:pt x="71668" y="225015"/>
                    <a:pt x="66344" y="247781"/>
                  </a:cubicBezTo>
                  <a:cubicBezTo>
                    <a:pt x="66043" y="250536"/>
                    <a:pt x="64947" y="253142"/>
                    <a:pt x="63190" y="255289"/>
                  </a:cubicBezTo>
                  <a:cubicBezTo>
                    <a:pt x="60381" y="257609"/>
                    <a:pt x="56843" y="258863"/>
                    <a:pt x="53201" y="258818"/>
                  </a:cubicBezTo>
                  <a:cubicBezTo>
                    <a:pt x="36379" y="260620"/>
                    <a:pt x="18355" y="262272"/>
                    <a:pt x="3185" y="254613"/>
                  </a:cubicBezTo>
                  <a:cubicBezTo>
                    <a:pt x="2103" y="254148"/>
                    <a:pt x="1164" y="253397"/>
                    <a:pt x="481" y="252436"/>
                  </a:cubicBezTo>
                  <a:cubicBezTo>
                    <a:pt x="30" y="251422"/>
                    <a:pt x="-127" y="250303"/>
                    <a:pt x="30" y="249207"/>
                  </a:cubicBezTo>
                  <a:cubicBezTo>
                    <a:pt x="759" y="244770"/>
                    <a:pt x="1863" y="240392"/>
                    <a:pt x="3335" y="236142"/>
                  </a:cubicBezTo>
                  <a:cubicBezTo>
                    <a:pt x="4957" y="225480"/>
                    <a:pt x="5783" y="214713"/>
                    <a:pt x="5813" y="203931"/>
                  </a:cubicBezTo>
                  <a:cubicBezTo>
                    <a:pt x="7007" y="195694"/>
                    <a:pt x="8840" y="187555"/>
                    <a:pt x="11295" y="179604"/>
                  </a:cubicBezTo>
                  <a:cubicBezTo>
                    <a:pt x="23409" y="135800"/>
                    <a:pt x="30957" y="90861"/>
                    <a:pt x="33825" y="45503"/>
                  </a:cubicBezTo>
                  <a:cubicBezTo>
                    <a:pt x="33945" y="38407"/>
                    <a:pt x="34907" y="31349"/>
                    <a:pt x="36679" y="24479"/>
                  </a:cubicBezTo>
                  <a:cubicBezTo>
                    <a:pt x="38467" y="17556"/>
                    <a:pt x="42815" y="11580"/>
                    <a:pt x="48845" y="7735"/>
                  </a:cubicBezTo>
                  <a:cubicBezTo>
                    <a:pt x="52976" y="5408"/>
                    <a:pt x="57407" y="978"/>
                    <a:pt x="62063" y="602"/>
                  </a:cubicBezTo>
                  <a:cubicBezTo>
                    <a:pt x="66719" y="227"/>
                    <a:pt x="74079" y="-1350"/>
                    <a:pt x="75957" y="2555"/>
                  </a:cubicBezTo>
                  <a:cubicBezTo>
                    <a:pt x="76970" y="9875"/>
                    <a:pt x="76970" y="17309"/>
                    <a:pt x="75957" y="2462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Content Placeholder 4">
              <a:extLst>
                <a:ext uri="{FF2B5EF4-FFF2-40B4-BE49-F238E27FC236}">
                  <a16:creationId xmlns:a16="http://schemas.microsoft.com/office/drawing/2014/main" id="{32EC3D79-8226-18C9-6E46-696E317B3631}"/>
                </a:ext>
              </a:extLst>
            </p:cNvPr>
            <p:cNvSpPr/>
            <p:nvPr/>
          </p:nvSpPr>
          <p:spPr>
            <a:xfrm>
              <a:off x="10219464" y="2696199"/>
              <a:ext cx="83537" cy="251567"/>
            </a:xfrm>
            <a:custGeom>
              <a:avLst/>
              <a:gdLst>
                <a:gd name="connsiteX0" fmla="*/ 1685 w 83537"/>
                <a:gd name="connsiteY0" fmla="*/ 28052 h 251567"/>
                <a:gd name="connsiteX1" fmla="*/ 7693 w 83537"/>
                <a:gd name="connsiteY1" fmla="*/ 150740 h 251567"/>
                <a:gd name="connsiteX2" fmla="*/ 9195 w 83537"/>
                <a:gd name="connsiteY2" fmla="*/ 237538 h 251567"/>
                <a:gd name="connsiteX3" fmla="*/ 10546 w 83537"/>
                <a:gd name="connsiteY3" fmla="*/ 245872 h 251567"/>
                <a:gd name="connsiteX4" fmla="*/ 20460 w 83537"/>
                <a:gd name="connsiteY4" fmla="*/ 250452 h 251567"/>
                <a:gd name="connsiteX5" fmla="*/ 74682 w 83537"/>
                <a:gd name="connsiteY5" fmla="*/ 245872 h 251567"/>
                <a:gd name="connsiteX6" fmla="*/ 82192 w 83537"/>
                <a:gd name="connsiteY6" fmla="*/ 241067 h 251567"/>
                <a:gd name="connsiteX7" fmla="*/ 83393 w 83537"/>
                <a:gd name="connsiteY7" fmla="*/ 233558 h 251567"/>
                <a:gd name="connsiteX8" fmla="*/ 49073 w 83537"/>
                <a:gd name="connsiteY8" fmla="*/ 54932 h 251567"/>
                <a:gd name="connsiteX9" fmla="*/ 38183 w 83537"/>
                <a:gd name="connsiteY9" fmla="*/ 6127 h 251567"/>
                <a:gd name="connsiteX10" fmla="*/ 35780 w 83537"/>
                <a:gd name="connsiteY10" fmla="*/ 1923 h 251567"/>
                <a:gd name="connsiteX11" fmla="*/ 30598 w 83537"/>
                <a:gd name="connsiteY11" fmla="*/ 646 h 251567"/>
                <a:gd name="connsiteX12" fmla="*/ 5665 w 83537"/>
                <a:gd name="connsiteY12" fmla="*/ -30 h 251567"/>
                <a:gd name="connsiteX13" fmla="*/ 1685 w 83537"/>
                <a:gd name="connsiteY13" fmla="*/ 28052 h 251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3537" h="251567">
                  <a:moveTo>
                    <a:pt x="1685" y="28052"/>
                  </a:moveTo>
                  <a:cubicBezTo>
                    <a:pt x="3690" y="68996"/>
                    <a:pt x="5688" y="109894"/>
                    <a:pt x="7693" y="150740"/>
                  </a:cubicBezTo>
                  <a:cubicBezTo>
                    <a:pt x="9120" y="179648"/>
                    <a:pt x="10546" y="208630"/>
                    <a:pt x="9195" y="237538"/>
                  </a:cubicBezTo>
                  <a:cubicBezTo>
                    <a:pt x="8797" y="240391"/>
                    <a:pt x="9263" y="243297"/>
                    <a:pt x="10546" y="245872"/>
                  </a:cubicBezTo>
                  <a:cubicBezTo>
                    <a:pt x="13047" y="248740"/>
                    <a:pt x="16652" y="250407"/>
                    <a:pt x="20460" y="250452"/>
                  </a:cubicBezTo>
                  <a:cubicBezTo>
                    <a:pt x="38657" y="252840"/>
                    <a:pt x="57146" y="251278"/>
                    <a:pt x="74682" y="245872"/>
                  </a:cubicBezTo>
                  <a:cubicBezTo>
                    <a:pt x="77656" y="245174"/>
                    <a:pt x="80307" y="243477"/>
                    <a:pt x="82192" y="241067"/>
                  </a:cubicBezTo>
                  <a:cubicBezTo>
                    <a:pt x="83318" y="238732"/>
                    <a:pt x="83731" y="236126"/>
                    <a:pt x="83393" y="233558"/>
                  </a:cubicBezTo>
                  <a:cubicBezTo>
                    <a:pt x="81666" y="172890"/>
                    <a:pt x="60863" y="114549"/>
                    <a:pt x="49073" y="54932"/>
                  </a:cubicBezTo>
                  <a:cubicBezTo>
                    <a:pt x="46504" y="38444"/>
                    <a:pt x="42870" y="22143"/>
                    <a:pt x="38183" y="6127"/>
                  </a:cubicBezTo>
                  <a:cubicBezTo>
                    <a:pt x="37816" y="4521"/>
                    <a:pt x="36974" y="3056"/>
                    <a:pt x="35780" y="1923"/>
                  </a:cubicBezTo>
                  <a:cubicBezTo>
                    <a:pt x="34226" y="969"/>
                    <a:pt x="32416" y="526"/>
                    <a:pt x="30598" y="646"/>
                  </a:cubicBezTo>
                  <a:lnTo>
                    <a:pt x="5665" y="-30"/>
                  </a:lnTo>
                  <a:cubicBezTo>
                    <a:pt x="-3873" y="-30"/>
                    <a:pt x="1384" y="22120"/>
                    <a:pt x="1685" y="28052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Content Placeholder 4">
              <a:extLst>
                <a:ext uri="{FF2B5EF4-FFF2-40B4-BE49-F238E27FC236}">
                  <a16:creationId xmlns:a16="http://schemas.microsoft.com/office/drawing/2014/main" id="{8EAFD54E-CE58-B703-7FE2-C712DCA8FDF1}"/>
                </a:ext>
              </a:extLst>
            </p:cNvPr>
            <p:cNvSpPr/>
            <p:nvPr/>
          </p:nvSpPr>
          <p:spPr>
            <a:xfrm>
              <a:off x="10131852" y="2884397"/>
              <a:ext cx="47179" cy="10437"/>
            </a:xfrm>
            <a:custGeom>
              <a:avLst/>
              <a:gdLst>
                <a:gd name="connsiteX0" fmla="*/ 45814 w 47179"/>
                <a:gd name="connsiteY0" fmla="*/ 10295 h 10437"/>
                <a:gd name="connsiteX1" fmla="*/ 47015 w 47179"/>
                <a:gd name="connsiteY1" fmla="*/ 10295 h 10437"/>
                <a:gd name="connsiteX2" fmla="*/ 47015 w 47179"/>
                <a:gd name="connsiteY2" fmla="*/ 9019 h 10437"/>
                <a:gd name="connsiteX3" fmla="*/ 47015 w 47179"/>
                <a:gd name="connsiteY3" fmla="*/ 2486 h 10437"/>
                <a:gd name="connsiteX4" fmla="*/ 904 w 47179"/>
                <a:gd name="connsiteY4" fmla="*/ 234 h 10437"/>
                <a:gd name="connsiteX5" fmla="*/ 78 w 47179"/>
                <a:gd name="connsiteY5" fmla="*/ 234 h 10437"/>
                <a:gd name="connsiteX6" fmla="*/ 78 w 47179"/>
                <a:gd name="connsiteY6" fmla="*/ 1285 h 10437"/>
                <a:gd name="connsiteX7" fmla="*/ 3532 w 47179"/>
                <a:gd name="connsiteY7" fmla="*/ 8268 h 10437"/>
                <a:gd name="connsiteX8" fmla="*/ 17576 w 47179"/>
                <a:gd name="connsiteY8" fmla="*/ 9319 h 10437"/>
                <a:gd name="connsiteX9" fmla="*/ 45814 w 47179"/>
                <a:gd name="connsiteY9" fmla="*/ 10295 h 10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179" h="10437">
                  <a:moveTo>
                    <a:pt x="45814" y="10295"/>
                  </a:moveTo>
                  <a:cubicBezTo>
                    <a:pt x="46196" y="10445"/>
                    <a:pt x="46632" y="10445"/>
                    <a:pt x="47015" y="10295"/>
                  </a:cubicBezTo>
                  <a:cubicBezTo>
                    <a:pt x="47196" y="9890"/>
                    <a:pt x="47196" y="9424"/>
                    <a:pt x="47015" y="9019"/>
                  </a:cubicBezTo>
                  <a:cubicBezTo>
                    <a:pt x="47015" y="6841"/>
                    <a:pt x="47015" y="4664"/>
                    <a:pt x="47015" y="2486"/>
                  </a:cubicBezTo>
                  <a:cubicBezTo>
                    <a:pt x="31995" y="4213"/>
                    <a:pt x="16300" y="-1268"/>
                    <a:pt x="904" y="234"/>
                  </a:cubicBezTo>
                  <a:cubicBezTo>
                    <a:pt x="641" y="121"/>
                    <a:pt x="341" y="121"/>
                    <a:pt x="78" y="234"/>
                  </a:cubicBezTo>
                  <a:cubicBezTo>
                    <a:pt x="-65" y="572"/>
                    <a:pt x="-65" y="947"/>
                    <a:pt x="78" y="1285"/>
                  </a:cubicBezTo>
                  <a:cubicBezTo>
                    <a:pt x="78" y="5114"/>
                    <a:pt x="-298" y="7142"/>
                    <a:pt x="3532" y="8268"/>
                  </a:cubicBezTo>
                  <a:cubicBezTo>
                    <a:pt x="8166" y="9071"/>
                    <a:pt x="12875" y="9424"/>
                    <a:pt x="17576" y="9319"/>
                  </a:cubicBezTo>
                  <a:cubicBezTo>
                    <a:pt x="26964" y="9770"/>
                    <a:pt x="36426" y="10295"/>
                    <a:pt x="45814" y="10295"/>
                  </a:cubicBezTo>
                  <a:close/>
                </a:path>
              </a:pathLst>
            </a:custGeom>
            <a:solidFill>
              <a:srgbClr val="1F1F1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Content Placeholder 4">
              <a:extLst>
                <a:ext uri="{FF2B5EF4-FFF2-40B4-BE49-F238E27FC236}">
                  <a16:creationId xmlns:a16="http://schemas.microsoft.com/office/drawing/2014/main" id="{2E165366-3084-9D0E-8B73-7C512EB5D480}"/>
                </a:ext>
              </a:extLst>
            </p:cNvPr>
            <p:cNvSpPr/>
            <p:nvPr/>
          </p:nvSpPr>
          <p:spPr>
            <a:xfrm>
              <a:off x="10137141" y="2846396"/>
              <a:ext cx="40188" cy="7140"/>
            </a:xfrm>
            <a:custGeom>
              <a:avLst/>
              <a:gdLst>
                <a:gd name="connsiteX0" fmla="*/ 38872 w 40188"/>
                <a:gd name="connsiteY0" fmla="*/ 7076 h 7140"/>
                <a:gd name="connsiteX1" fmla="*/ 40074 w 40188"/>
                <a:gd name="connsiteY1" fmla="*/ 6392 h 7140"/>
                <a:gd name="connsiteX2" fmla="*/ 40074 w 40188"/>
                <a:gd name="connsiteY2" fmla="*/ 5874 h 7140"/>
                <a:gd name="connsiteX3" fmla="*/ 40074 w 40188"/>
                <a:gd name="connsiteY3" fmla="*/ 1895 h 7140"/>
                <a:gd name="connsiteX4" fmla="*/ 40074 w 40188"/>
                <a:gd name="connsiteY4" fmla="*/ 769 h 7140"/>
                <a:gd name="connsiteX5" fmla="*/ 38272 w 40188"/>
                <a:gd name="connsiteY5" fmla="*/ 318 h 7140"/>
                <a:gd name="connsiteX6" fmla="*/ 18370 w 40188"/>
                <a:gd name="connsiteY6" fmla="*/ 919 h 7140"/>
                <a:gd name="connsiteX7" fmla="*/ -29 w 40188"/>
                <a:gd name="connsiteY7" fmla="*/ 318 h 7140"/>
                <a:gd name="connsiteX8" fmla="*/ 14991 w 40188"/>
                <a:gd name="connsiteY8" fmla="*/ 4973 h 7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188" h="7140">
                  <a:moveTo>
                    <a:pt x="38872" y="7076"/>
                  </a:moveTo>
                  <a:cubicBezTo>
                    <a:pt x="39391" y="7218"/>
                    <a:pt x="39932" y="6918"/>
                    <a:pt x="40074" y="6392"/>
                  </a:cubicBezTo>
                  <a:cubicBezTo>
                    <a:pt x="40119" y="6227"/>
                    <a:pt x="40119" y="6047"/>
                    <a:pt x="40074" y="5874"/>
                  </a:cubicBezTo>
                  <a:lnTo>
                    <a:pt x="40074" y="1895"/>
                  </a:lnTo>
                  <a:cubicBezTo>
                    <a:pt x="40187" y="1527"/>
                    <a:pt x="40187" y="1137"/>
                    <a:pt x="40074" y="769"/>
                  </a:cubicBezTo>
                  <a:cubicBezTo>
                    <a:pt x="39699" y="243"/>
                    <a:pt x="38948" y="243"/>
                    <a:pt x="38272" y="318"/>
                  </a:cubicBezTo>
                  <a:cubicBezTo>
                    <a:pt x="31588" y="769"/>
                    <a:pt x="24979" y="994"/>
                    <a:pt x="18370" y="919"/>
                  </a:cubicBezTo>
                  <a:cubicBezTo>
                    <a:pt x="12295" y="-95"/>
                    <a:pt x="6107" y="-298"/>
                    <a:pt x="-29" y="318"/>
                  </a:cubicBezTo>
                  <a:cubicBezTo>
                    <a:pt x="1398" y="5499"/>
                    <a:pt x="10860" y="4598"/>
                    <a:pt x="14991" y="4973"/>
                  </a:cubicBezTo>
                  <a:close/>
                </a:path>
              </a:pathLst>
            </a:custGeom>
            <a:solidFill>
              <a:srgbClr val="1F1F1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Content Placeholder 4">
              <a:extLst>
                <a:ext uri="{FF2B5EF4-FFF2-40B4-BE49-F238E27FC236}">
                  <a16:creationId xmlns:a16="http://schemas.microsoft.com/office/drawing/2014/main" id="{EBC8CC32-3889-D378-17CF-52A86E1287F5}"/>
                </a:ext>
              </a:extLst>
            </p:cNvPr>
            <p:cNvSpPr/>
            <p:nvPr/>
          </p:nvSpPr>
          <p:spPr>
            <a:xfrm>
              <a:off x="10241277" y="2882910"/>
              <a:ext cx="45247" cy="8725"/>
            </a:xfrm>
            <a:custGeom>
              <a:avLst/>
              <a:gdLst>
                <a:gd name="connsiteX0" fmla="*/ 43482 w 45247"/>
                <a:gd name="connsiteY0" fmla="*/ -6 h 8725"/>
                <a:gd name="connsiteX1" fmla="*/ 45134 w 45247"/>
                <a:gd name="connsiteY1" fmla="*/ 445 h 8725"/>
                <a:gd name="connsiteX2" fmla="*/ 45134 w 45247"/>
                <a:gd name="connsiteY2" fmla="*/ 1571 h 8725"/>
                <a:gd name="connsiteX3" fmla="*/ 45134 w 45247"/>
                <a:gd name="connsiteY3" fmla="*/ 5175 h 8725"/>
                <a:gd name="connsiteX4" fmla="*/ 45134 w 45247"/>
                <a:gd name="connsiteY4" fmla="*/ 5926 h 8725"/>
                <a:gd name="connsiteX5" fmla="*/ 44308 w 45247"/>
                <a:gd name="connsiteY5" fmla="*/ 5926 h 8725"/>
                <a:gd name="connsiteX6" fmla="*/ 1501 w 45247"/>
                <a:gd name="connsiteY6" fmla="*/ 8629 h 8725"/>
                <a:gd name="connsiteX7" fmla="*/ 59 w 45247"/>
                <a:gd name="connsiteY7" fmla="*/ 7953 h 8725"/>
                <a:gd name="connsiteX8" fmla="*/ -1 w 45247"/>
                <a:gd name="connsiteY8" fmla="*/ 7428 h 8725"/>
                <a:gd name="connsiteX9" fmla="*/ 18624 w 45247"/>
                <a:gd name="connsiteY9" fmla="*/ 1271 h 8725"/>
                <a:gd name="connsiteX10" fmla="*/ 43482 w 45247"/>
                <a:gd name="connsiteY10" fmla="*/ -6 h 8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5247" h="8725">
                  <a:moveTo>
                    <a:pt x="43482" y="-6"/>
                  </a:moveTo>
                  <a:cubicBezTo>
                    <a:pt x="44075" y="-96"/>
                    <a:pt x="44676" y="69"/>
                    <a:pt x="45134" y="445"/>
                  </a:cubicBezTo>
                  <a:cubicBezTo>
                    <a:pt x="45246" y="813"/>
                    <a:pt x="45246" y="1203"/>
                    <a:pt x="45134" y="1571"/>
                  </a:cubicBezTo>
                  <a:cubicBezTo>
                    <a:pt x="45134" y="2773"/>
                    <a:pt x="45134" y="3974"/>
                    <a:pt x="45134" y="5175"/>
                  </a:cubicBezTo>
                  <a:cubicBezTo>
                    <a:pt x="45202" y="5423"/>
                    <a:pt x="45202" y="5678"/>
                    <a:pt x="45134" y="5926"/>
                  </a:cubicBezTo>
                  <a:cubicBezTo>
                    <a:pt x="44871" y="6039"/>
                    <a:pt x="44570" y="6039"/>
                    <a:pt x="44308" y="5926"/>
                  </a:cubicBezTo>
                  <a:lnTo>
                    <a:pt x="1501" y="8629"/>
                  </a:lnTo>
                  <a:cubicBezTo>
                    <a:pt x="915" y="8839"/>
                    <a:pt x="269" y="8539"/>
                    <a:pt x="59" y="7953"/>
                  </a:cubicBezTo>
                  <a:cubicBezTo>
                    <a:pt x="-1" y="7788"/>
                    <a:pt x="-24" y="7608"/>
                    <a:pt x="-1" y="7428"/>
                  </a:cubicBezTo>
                  <a:cubicBezTo>
                    <a:pt x="-752" y="820"/>
                    <a:pt x="13892" y="1721"/>
                    <a:pt x="18624" y="1271"/>
                  </a:cubicBezTo>
                  <a:cubicBezTo>
                    <a:pt x="27185" y="595"/>
                    <a:pt x="35371" y="145"/>
                    <a:pt x="43482" y="-6"/>
                  </a:cubicBezTo>
                  <a:close/>
                </a:path>
              </a:pathLst>
            </a:custGeom>
            <a:solidFill>
              <a:srgbClr val="1F1F1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Content Placeholder 4">
              <a:extLst>
                <a:ext uri="{FF2B5EF4-FFF2-40B4-BE49-F238E27FC236}">
                  <a16:creationId xmlns:a16="http://schemas.microsoft.com/office/drawing/2014/main" id="{81A618A9-867E-145F-CC09-269E9E0195B1}"/>
                </a:ext>
              </a:extLst>
            </p:cNvPr>
            <p:cNvSpPr/>
            <p:nvPr/>
          </p:nvSpPr>
          <p:spPr>
            <a:xfrm>
              <a:off x="10239924" y="2844191"/>
              <a:ext cx="41182" cy="7846"/>
            </a:xfrm>
            <a:custGeom>
              <a:avLst/>
              <a:gdLst>
                <a:gd name="connsiteX0" fmla="*/ 38902 w 41182"/>
                <a:gd name="connsiteY0" fmla="*/ 6127 h 7846"/>
                <a:gd name="connsiteX1" fmla="*/ 40705 w 41182"/>
                <a:gd name="connsiteY1" fmla="*/ 5677 h 7846"/>
                <a:gd name="connsiteX2" fmla="*/ 41080 w 41182"/>
                <a:gd name="connsiteY2" fmla="*/ 3950 h 7846"/>
                <a:gd name="connsiteX3" fmla="*/ 41080 w 41182"/>
                <a:gd name="connsiteY3" fmla="*/ 946 h 7846"/>
                <a:gd name="connsiteX4" fmla="*/ 41080 w 41182"/>
                <a:gd name="connsiteY4" fmla="*/ -30 h 7846"/>
                <a:gd name="connsiteX5" fmla="*/ 39878 w 41182"/>
                <a:gd name="connsiteY5" fmla="*/ -30 h 7846"/>
                <a:gd name="connsiteX6" fmla="*/ 826 w 41182"/>
                <a:gd name="connsiteY6" fmla="*/ 2073 h 7846"/>
                <a:gd name="connsiteX7" fmla="*/ 0 w 41182"/>
                <a:gd name="connsiteY7" fmla="*/ 2073 h 7846"/>
                <a:gd name="connsiteX8" fmla="*/ 0 w 41182"/>
                <a:gd name="connsiteY8" fmla="*/ 2748 h 7846"/>
                <a:gd name="connsiteX9" fmla="*/ 15621 w 41182"/>
                <a:gd name="connsiteY9" fmla="*/ 6578 h 7846"/>
                <a:gd name="connsiteX10" fmla="*/ 38902 w 41182"/>
                <a:gd name="connsiteY10" fmla="*/ 6127 h 7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182" h="7846">
                  <a:moveTo>
                    <a:pt x="38902" y="6127"/>
                  </a:moveTo>
                  <a:cubicBezTo>
                    <a:pt x="39540" y="6225"/>
                    <a:pt x="40186" y="6060"/>
                    <a:pt x="40705" y="5677"/>
                  </a:cubicBezTo>
                  <a:cubicBezTo>
                    <a:pt x="41087" y="5188"/>
                    <a:pt x="41223" y="4550"/>
                    <a:pt x="41080" y="3950"/>
                  </a:cubicBezTo>
                  <a:lnTo>
                    <a:pt x="41080" y="946"/>
                  </a:lnTo>
                  <a:cubicBezTo>
                    <a:pt x="41178" y="631"/>
                    <a:pt x="41178" y="286"/>
                    <a:pt x="41080" y="-30"/>
                  </a:cubicBezTo>
                  <a:cubicBezTo>
                    <a:pt x="41080" y="-30"/>
                    <a:pt x="40329" y="-30"/>
                    <a:pt x="39878" y="-30"/>
                  </a:cubicBezTo>
                  <a:lnTo>
                    <a:pt x="826" y="2073"/>
                  </a:lnTo>
                  <a:cubicBezTo>
                    <a:pt x="563" y="1960"/>
                    <a:pt x="263" y="1960"/>
                    <a:pt x="0" y="2073"/>
                  </a:cubicBezTo>
                  <a:cubicBezTo>
                    <a:pt x="0" y="2073"/>
                    <a:pt x="0" y="2523"/>
                    <a:pt x="0" y="2748"/>
                  </a:cubicBezTo>
                  <a:cubicBezTo>
                    <a:pt x="-676" y="10857"/>
                    <a:pt x="10514" y="6878"/>
                    <a:pt x="15621" y="6578"/>
                  </a:cubicBezTo>
                  <a:cubicBezTo>
                    <a:pt x="22981" y="6052"/>
                    <a:pt x="30941" y="5902"/>
                    <a:pt x="38902" y="6127"/>
                  </a:cubicBezTo>
                  <a:close/>
                </a:path>
              </a:pathLst>
            </a:custGeom>
            <a:solidFill>
              <a:srgbClr val="1F1F1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Content Placeholder 4">
              <a:extLst>
                <a:ext uri="{FF2B5EF4-FFF2-40B4-BE49-F238E27FC236}">
                  <a16:creationId xmlns:a16="http://schemas.microsoft.com/office/drawing/2014/main" id="{F82AA49E-8BC1-399F-FC45-B0F5008941ED}"/>
                </a:ext>
              </a:extLst>
            </p:cNvPr>
            <p:cNvSpPr/>
            <p:nvPr/>
          </p:nvSpPr>
          <p:spPr>
            <a:xfrm>
              <a:off x="10061356" y="2954014"/>
              <a:ext cx="24497" cy="19659"/>
            </a:xfrm>
            <a:custGeom>
              <a:avLst/>
              <a:gdLst>
                <a:gd name="connsiteX0" fmla="*/ 55 w 24497"/>
                <a:gd name="connsiteY0" fmla="*/ 12685 h 19659"/>
                <a:gd name="connsiteX1" fmla="*/ 55 w 24497"/>
                <a:gd name="connsiteY1" fmla="*/ 14186 h 19659"/>
                <a:gd name="connsiteX2" fmla="*/ 1106 w 24497"/>
                <a:gd name="connsiteY2" fmla="*/ 15388 h 19659"/>
                <a:gd name="connsiteX3" fmla="*/ 11470 w 24497"/>
                <a:gd name="connsiteY3" fmla="*/ 18692 h 19659"/>
                <a:gd name="connsiteX4" fmla="*/ 20107 w 24497"/>
                <a:gd name="connsiteY4" fmla="*/ 19517 h 19659"/>
                <a:gd name="connsiteX5" fmla="*/ 21609 w 24497"/>
                <a:gd name="connsiteY5" fmla="*/ 19517 h 19659"/>
                <a:gd name="connsiteX6" fmla="*/ 22285 w 24497"/>
                <a:gd name="connsiteY6" fmla="*/ 18241 h 19659"/>
                <a:gd name="connsiteX7" fmla="*/ 24237 w 24497"/>
                <a:gd name="connsiteY7" fmla="*/ 8630 h 19659"/>
                <a:gd name="connsiteX8" fmla="*/ 24237 w 24497"/>
                <a:gd name="connsiteY8" fmla="*/ 6303 h 19659"/>
                <a:gd name="connsiteX9" fmla="*/ 22886 w 24497"/>
                <a:gd name="connsiteY9" fmla="*/ 5176 h 19659"/>
                <a:gd name="connsiteX10" fmla="*/ 7265 w 24497"/>
                <a:gd name="connsiteY10" fmla="*/ 1122 h 19659"/>
                <a:gd name="connsiteX11" fmla="*/ 3585 w 24497"/>
                <a:gd name="connsiteY11" fmla="*/ -4 h 19659"/>
                <a:gd name="connsiteX12" fmla="*/ 2308 w 24497"/>
                <a:gd name="connsiteY12" fmla="*/ 3524 h 19659"/>
                <a:gd name="connsiteX13" fmla="*/ 55 w 24497"/>
                <a:gd name="connsiteY13" fmla="*/ 12685 h 19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497" h="19659">
                  <a:moveTo>
                    <a:pt x="55" y="12685"/>
                  </a:moveTo>
                  <a:cubicBezTo>
                    <a:pt x="-57" y="13180"/>
                    <a:pt x="-57" y="13691"/>
                    <a:pt x="55" y="14186"/>
                  </a:cubicBezTo>
                  <a:cubicBezTo>
                    <a:pt x="280" y="14682"/>
                    <a:pt x="641" y="15103"/>
                    <a:pt x="1106" y="15388"/>
                  </a:cubicBezTo>
                  <a:cubicBezTo>
                    <a:pt x="4238" y="17317"/>
                    <a:pt x="7798" y="18451"/>
                    <a:pt x="11470" y="18692"/>
                  </a:cubicBezTo>
                  <a:cubicBezTo>
                    <a:pt x="14332" y="19112"/>
                    <a:pt x="17215" y="19390"/>
                    <a:pt x="20107" y="19517"/>
                  </a:cubicBezTo>
                  <a:cubicBezTo>
                    <a:pt x="20595" y="19668"/>
                    <a:pt x="21121" y="19668"/>
                    <a:pt x="21609" y="19517"/>
                  </a:cubicBezTo>
                  <a:cubicBezTo>
                    <a:pt x="21947" y="19165"/>
                    <a:pt x="22187" y="18722"/>
                    <a:pt x="22285" y="18241"/>
                  </a:cubicBezTo>
                  <a:cubicBezTo>
                    <a:pt x="23156" y="15087"/>
                    <a:pt x="23809" y="11874"/>
                    <a:pt x="24237" y="8630"/>
                  </a:cubicBezTo>
                  <a:cubicBezTo>
                    <a:pt x="24545" y="7887"/>
                    <a:pt x="24545" y="7046"/>
                    <a:pt x="24237" y="6303"/>
                  </a:cubicBezTo>
                  <a:cubicBezTo>
                    <a:pt x="23915" y="5792"/>
                    <a:pt x="23441" y="5401"/>
                    <a:pt x="22886" y="5176"/>
                  </a:cubicBezTo>
                  <a:cubicBezTo>
                    <a:pt x="17869" y="3187"/>
                    <a:pt x="12619" y="1828"/>
                    <a:pt x="7265" y="1122"/>
                  </a:cubicBezTo>
                  <a:cubicBezTo>
                    <a:pt x="6514" y="1122"/>
                    <a:pt x="4186" y="-230"/>
                    <a:pt x="3585" y="-4"/>
                  </a:cubicBezTo>
                  <a:cubicBezTo>
                    <a:pt x="2984" y="221"/>
                    <a:pt x="2533" y="2623"/>
                    <a:pt x="2308" y="3524"/>
                  </a:cubicBezTo>
                  <a:cubicBezTo>
                    <a:pt x="1257" y="6378"/>
                    <a:pt x="731" y="9531"/>
                    <a:pt x="55" y="12685"/>
                  </a:cubicBezTo>
                  <a:close/>
                </a:path>
              </a:pathLst>
            </a:custGeom>
            <a:solidFill>
              <a:srgbClr val="67302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Content Placeholder 4">
              <a:extLst>
                <a:ext uri="{FF2B5EF4-FFF2-40B4-BE49-F238E27FC236}">
                  <a16:creationId xmlns:a16="http://schemas.microsoft.com/office/drawing/2014/main" id="{833AF14D-679B-3432-D9DD-4B5942CC59F5}"/>
                </a:ext>
              </a:extLst>
            </p:cNvPr>
            <p:cNvSpPr/>
            <p:nvPr/>
          </p:nvSpPr>
          <p:spPr>
            <a:xfrm>
              <a:off x="10317896" y="2959126"/>
              <a:ext cx="24371" cy="18179"/>
            </a:xfrm>
            <a:custGeom>
              <a:avLst/>
              <a:gdLst>
                <a:gd name="connsiteX0" fmla="*/ 57 w 24371"/>
                <a:gd name="connsiteY0" fmla="*/ 11327 h 18179"/>
                <a:gd name="connsiteX1" fmla="*/ 507 w 24371"/>
                <a:gd name="connsiteY1" fmla="*/ 14405 h 18179"/>
                <a:gd name="connsiteX2" fmla="*/ 2685 w 24371"/>
                <a:gd name="connsiteY2" fmla="*/ 15907 h 18179"/>
                <a:gd name="connsiteX3" fmla="*/ 19357 w 24371"/>
                <a:gd name="connsiteY3" fmla="*/ 18085 h 18179"/>
                <a:gd name="connsiteX4" fmla="*/ 23413 w 24371"/>
                <a:gd name="connsiteY4" fmla="*/ 16958 h 18179"/>
                <a:gd name="connsiteX5" fmla="*/ 24314 w 24371"/>
                <a:gd name="connsiteY5" fmla="*/ 13955 h 18179"/>
                <a:gd name="connsiteX6" fmla="*/ 24314 w 24371"/>
                <a:gd name="connsiteY6" fmla="*/ 8248 h 18179"/>
                <a:gd name="connsiteX7" fmla="*/ 23788 w 24371"/>
                <a:gd name="connsiteY7" fmla="*/ 5095 h 18179"/>
                <a:gd name="connsiteX8" fmla="*/ 20183 w 24371"/>
                <a:gd name="connsiteY8" fmla="*/ 2542 h 18179"/>
                <a:gd name="connsiteX9" fmla="*/ 5163 w 24371"/>
                <a:gd name="connsiteY9" fmla="*/ 139 h 18179"/>
                <a:gd name="connsiteX10" fmla="*/ 1333 w 24371"/>
                <a:gd name="connsiteY10" fmla="*/ 139 h 18179"/>
                <a:gd name="connsiteX11" fmla="*/ 357 w 24371"/>
                <a:gd name="connsiteY11" fmla="*/ 2542 h 18179"/>
                <a:gd name="connsiteX12" fmla="*/ 57 w 24371"/>
                <a:gd name="connsiteY12" fmla="*/ 11327 h 18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371" h="18179">
                  <a:moveTo>
                    <a:pt x="57" y="11327"/>
                  </a:moveTo>
                  <a:cubicBezTo>
                    <a:pt x="-146" y="12378"/>
                    <a:pt x="12" y="13459"/>
                    <a:pt x="507" y="14405"/>
                  </a:cubicBezTo>
                  <a:cubicBezTo>
                    <a:pt x="1048" y="15134"/>
                    <a:pt x="1814" y="15659"/>
                    <a:pt x="2685" y="15907"/>
                  </a:cubicBezTo>
                  <a:cubicBezTo>
                    <a:pt x="8062" y="17649"/>
                    <a:pt x="13710" y="18385"/>
                    <a:pt x="19357" y="18085"/>
                  </a:cubicBezTo>
                  <a:cubicBezTo>
                    <a:pt x="20807" y="18272"/>
                    <a:pt x="22271" y="17867"/>
                    <a:pt x="23413" y="16958"/>
                  </a:cubicBezTo>
                  <a:cubicBezTo>
                    <a:pt x="24014" y="16072"/>
                    <a:pt x="24329" y="15021"/>
                    <a:pt x="24314" y="13955"/>
                  </a:cubicBezTo>
                  <a:cubicBezTo>
                    <a:pt x="24314" y="12078"/>
                    <a:pt x="24314" y="10126"/>
                    <a:pt x="24314" y="8248"/>
                  </a:cubicBezTo>
                  <a:cubicBezTo>
                    <a:pt x="24419" y="7167"/>
                    <a:pt x="24231" y="6086"/>
                    <a:pt x="23788" y="5095"/>
                  </a:cubicBezTo>
                  <a:cubicBezTo>
                    <a:pt x="22932" y="3841"/>
                    <a:pt x="21655" y="2932"/>
                    <a:pt x="20183" y="2542"/>
                  </a:cubicBezTo>
                  <a:cubicBezTo>
                    <a:pt x="15400" y="702"/>
                    <a:pt x="10285" y="-116"/>
                    <a:pt x="5163" y="139"/>
                  </a:cubicBezTo>
                  <a:cubicBezTo>
                    <a:pt x="3894" y="-86"/>
                    <a:pt x="2603" y="-86"/>
                    <a:pt x="1333" y="139"/>
                  </a:cubicBezTo>
                  <a:cubicBezTo>
                    <a:pt x="357" y="740"/>
                    <a:pt x="507" y="1265"/>
                    <a:pt x="357" y="2542"/>
                  </a:cubicBezTo>
                  <a:cubicBezTo>
                    <a:pt x="658" y="5620"/>
                    <a:pt x="432" y="8474"/>
                    <a:pt x="57" y="11327"/>
                  </a:cubicBezTo>
                  <a:close/>
                </a:path>
              </a:pathLst>
            </a:custGeom>
            <a:solidFill>
              <a:srgbClr val="67302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Content Placeholder 4">
              <a:extLst>
                <a:ext uri="{FF2B5EF4-FFF2-40B4-BE49-F238E27FC236}">
                  <a16:creationId xmlns:a16="http://schemas.microsoft.com/office/drawing/2014/main" id="{676D995E-2F02-E514-0378-0A621F18E347}"/>
                </a:ext>
              </a:extLst>
            </p:cNvPr>
            <p:cNvSpPr/>
            <p:nvPr/>
          </p:nvSpPr>
          <p:spPr>
            <a:xfrm>
              <a:off x="10319356" y="2972519"/>
              <a:ext cx="23156" cy="40108"/>
            </a:xfrm>
            <a:custGeom>
              <a:avLst/>
              <a:gdLst>
                <a:gd name="connsiteX0" fmla="*/ 174 w 23156"/>
                <a:gd name="connsiteY0" fmla="*/ 17831 h 40108"/>
                <a:gd name="connsiteX1" fmla="*/ 174 w 23156"/>
                <a:gd name="connsiteY1" fmla="*/ 21285 h 40108"/>
                <a:gd name="connsiteX2" fmla="*/ 2577 w 23156"/>
                <a:gd name="connsiteY2" fmla="*/ 23463 h 40108"/>
                <a:gd name="connsiteX3" fmla="*/ 3778 w 23156"/>
                <a:gd name="connsiteY3" fmla="*/ 23463 h 40108"/>
                <a:gd name="connsiteX4" fmla="*/ 4304 w 23156"/>
                <a:gd name="connsiteY4" fmla="*/ 24439 h 40108"/>
                <a:gd name="connsiteX5" fmla="*/ 4830 w 23156"/>
                <a:gd name="connsiteY5" fmla="*/ 35176 h 40108"/>
                <a:gd name="connsiteX6" fmla="*/ 14818 w 23156"/>
                <a:gd name="connsiteY6" fmla="*/ 39906 h 40108"/>
                <a:gd name="connsiteX7" fmla="*/ 19249 w 23156"/>
                <a:gd name="connsiteY7" fmla="*/ 38329 h 40108"/>
                <a:gd name="connsiteX8" fmla="*/ 22929 w 23156"/>
                <a:gd name="connsiteY8" fmla="*/ 26691 h 40108"/>
                <a:gd name="connsiteX9" fmla="*/ 19775 w 23156"/>
                <a:gd name="connsiteY9" fmla="*/ 4166 h 40108"/>
                <a:gd name="connsiteX10" fmla="*/ 19098 w 23156"/>
                <a:gd name="connsiteY10" fmla="*/ 2514 h 40108"/>
                <a:gd name="connsiteX11" fmla="*/ 17446 w 23156"/>
                <a:gd name="connsiteY11" fmla="*/ 1463 h 40108"/>
                <a:gd name="connsiteX12" fmla="*/ 4003 w 23156"/>
                <a:gd name="connsiteY12" fmla="*/ 186 h 40108"/>
                <a:gd name="connsiteX13" fmla="*/ 1450 w 23156"/>
                <a:gd name="connsiteY13" fmla="*/ 7094 h 40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156" h="40108">
                  <a:moveTo>
                    <a:pt x="174" y="17831"/>
                  </a:moveTo>
                  <a:cubicBezTo>
                    <a:pt x="-97" y="18965"/>
                    <a:pt x="-97" y="20151"/>
                    <a:pt x="174" y="21285"/>
                  </a:cubicBezTo>
                  <a:cubicBezTo>
                    <a:pt x="421" y="22449"/>
                    <a:pt x="1390" y="23328"/>
                    <a:pt x="2577" y="23463"/>
                  </a:cubicBezTo>
                  <a:cubicBezTo>
                    <a:pt x="2967" y="23342"/>
                    <a:pt x="3388" y="23342"/>
                    <a:pt x="3778" y="23463"/>
                  </a:cubicBezTo>
                  <a:cubicBezTo>
                    <a:pt x="4094" y="23688"/>
                    <a:pt x="4289" y="24048"/>
                    <a:pt x="4304" y="24439"/>
                  </a:cubicBezTo>
                  <a:cubicBezTo>
                    <a:pt x="4980" y="27968"/>
                    <a:pt x="3478" y="31947"/>
                    <a:pt x="4830" y="35176"/>
                  </a:cubicBezTo>
                  <a:cubicBezTo>
                    <a:pt x="6760" y="38772"/>
                    <a:pt x="10815" y="40687"/>
                    <a:pt x="14818" y="39906"/>
                  </a:cubicBezTo>
                  <a:cubicBezTo>
                    <a:pt x="16410" y="39801"/>
                    <a:pt x="17950" y="39261"/>
                    <a:pt x="19249" y="38329"/>
                  </a:cubicBezTo>
                  <a:cubicBezTo>
                    <a:pt x="22298" y="35281"/>
                    <a:pt x="23672" y="30941"/>
                    <a:pt x="22929" y="26691"/>
                  </a:cubicBezTo>
                  <a:cubicBezTo>
                    <a:pt x="22628" y="19100"/>
                    <a:pt x="21570" y="11554"/>
                    <a:pt x="19775" y="4166"/>
                  </a:cubicBezTo>
                  <a:cubicBezTo>
                    <a:pt x="19677" y="3573"/>
                    <a:pt x="19444" y="3010"/>
                    <a:pt x="19098" y="2514"/>
                  </a:cubicBezTo>
                  <a:cubicBezTo>
                    <a:pt x="18648" y="2026"/>
                    <a:pt x="18077" y="1666"/>
                    <a:pt x="17446" y="1463"/>
                  </a:cubicBezTo>
                  <a:cubicBezTo>
                    <a:pt x="13106" y="96"/>
                    <a:pt x="8525" y="-339"/>
                    <a:pt x="4003" y="186"/>
                  </a:cubicBezTo>
                  <a:cubicBezTo>
                    <a:pt x="1075" y="186"/>
                    <a:pt x="1750" y="4842"/>
                    <a:pt x="1450" y="7094"/>
                  </a:cubicBezTo>
                  <a:close/>
                </a:path>
              </a:pathLst>
            </a:custGeom>
            <a:solidFill>
              <a:srgbClr val="B8A29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Content Placeholder 4">
              <a:extLst>
                <a:ext uri="{FF2B5EF4-FFF2-40B4-BE49-F238E27FC236}">
                  <a16:creationId xmlns:a16="http://schemas.microsoft.com/office/drawing/2014/main" id="{36DD4E8B-73AB-3C86-8C0D-CEF5C70E184D}"/>
                </a:ext>
              </a:extLst>
            </p:cNvPr>
            <p:cNvSpPr/>
            <p:nvPr/>
          </p:nvSpPr>
          <p:spPr>
            <a:xfrm>
              <a:off x="10057254" y="2968002"/>
              <a:ext cx="24422" cy="42827"/>
            </a:xfrm>
            <a:custGeom>
              <a:avLst/>
              <a:gdLst>
                <a:gd name="connsiteX0" fmla="*/ 2055 w 24422"/>
                <a:gd name="connsiteY0" fmla="*/ 15216 h 42827"/>
                <a:gd name="connsiteX1" fmla="*/ 27 w 24422"/>
                <a:gd name="connsiteY1" fmla="*/ 30233 h 42827"/>
                <a:gd name="connsiteX2" fmla="*/ 4683 w 24422"/>
                <a:gd name="connsiteY2" fmla="*/ 41645 h 42827"/>
                <a:gd name="connsiteX3" fmla="*/ 12193 w 24422"/>
                <a:gd name="connsiteY3" fmla="*/ 42096 h 42827"/>
                <a:gd name="connsiteX4" fmla="*/ 16850 w 24422"/>
                <a:gd name="connsiteY4" fmla="*/ 36014 h 42827"/>
                <a:gd name="connsiteX5" fmla="*/ 17375 w 24422"/>
                <a:gd name="connsiteY5" fmla="*/ 33086 h 42827"/>
                <a:gd name="connsiteX6" fmla="*/ 19403 w 24422"/>
                <a:gd name="connsiteY6" fmla="*/ 31209 h 42827"/>
                <a:gd name="connsiteX7" fmla="*/ 20605 w 24422"/>
                <a:gd name="connsiteY7" fmla="*/ 31209 h 42827"/>
                <a:gd name="connsiteX8" fmla="*/ 22557 w 24422"/>
                <a:gd name="connsiteY8" fmla="*/ 29031 h 42827"/>
                <a:gd name="connsiteX9" fmla="*/ 24284 w 24422"/>
                <a:gd name="connsiteY9" fmla="*/ 16718 h 42827"/>
                <a:gd name="connsiteX10" fmla="*/ 24284 w 24422"/>
                <a:gd name="connsiteY10" fmla="*/ 8458 h 42827"/>
                <a:gd name="connsiteX11" fmla="*/ 23158 w 24422"/>
                <a:gd name="connsiteY11" fmla="*/ 3052 h 42827"/>
                <a:gd name="connsiteX12" fmla="*/ 18577 w 24422"/>
                <a:gd name="connsiteY12" fmla="*/ 950 h 42827"/>
                <a:gd name="connsiteX13" fmla="*/ 11968 w 24422"/>
                <a:gd name="connsiteY13" fmla="*/ 124 h 42827"/>
                <a:gd name="connsiteX14" fmla="*/ 7011 w 24422"/>
                <a:gd name="connsiteY14" fmla="*/ 574 h 42827"/>
                <a:gd name="connsiteX15" fmla="*/ 5284 w 24422"/>
                <a:gd name="connsiteY15" fmla="*/ 4554 h 42827"/>
                <a:gd name="connsiteX16" fmla="*/ 2055 w 24422"/>
                <a:gd name="connsiteY16" fmla="*/ 15216 h 42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422" h="42827">
                  <a:moveTo>
                    <a:pt x="2055" y="15216"/>
                  </a:moveTo>
                  <a:cubicBezTo>
                    <a:pt x="620" y="20089"/>
                    <a:pt x="-63" y="25157"/>
                    <a:pt x="27" y="30233"/>
                  </a:cubicBezTo>
                  <a:cubicBezTo>
                    <a:pt x="-371" y="34565"/>
                    <a:pt x="1364" y="38830"/>
                    <a:pt x="4683" y="41645"/>
                  </a:cubicBezTo>
                  <a:cubicBezTo>
                    <a:pt x="6966" y="43004"/>
                    <a:pt x="9767" y="43170"/>
                    <a:pt x="12193" y="42096"/>
                  </a:cubicBezTo>
                  <a:cubicBezTo>
                    <a:pt x="14604" y="40895"/>
                    <a:pt x="16316" y="38650"/>
                    <a:pt x="16850" y="36014"/>
                  </a:cubicBezTo>
                  <a:cubicBezTo>
                    <a:pt x="16850" y="35038"/>
                    <a:pt x="16850" y="34062"/>
                    <a:pt x="17375" y="33086"/>
                  </a:cubicBezTo>
                  <a:cubicBezTo>
                    <a:pt x="17705" y="32170"/>
                    <a:pt x="18464" y="31472"/>
                    <a:pt x="19403" y="31209"/>
                  </a:cubicBezTo>
                  <a:cubicBezTo>
                    <a:pt x="19801" y="31246"/>
                    <a:pt x="20206" y="31246"/>
                    <a:pt x="20605" y="31209"/>
                  </a:cubicBezTo>
                  <a:cubicBezTo>
                    <a:pt x="21656" y="31209"/>
                    <a:pt x="22181" y="30007"/>
                    <a:pt x="22557" y="29031"/>
                  </a:cubicBezTo>
                  <a:cubicBezTo>
                    <a:pt x="23841" y="25059"/>
                    <a:pt x="24427" y="20892"/>
                    <a:pt x="24284" y="16718"/>
                  </a:cubicBezTo>
                  <a:lnTo>
                    <a:pt x="24284" y="8458"/>
                  </a:lnTo>
                  <a:cubicBezTo>
                    <a:pt x="24607" y="6581"/>
                    <a:pt x="24209" y="4644"/>
                    <a:pt x="23158" y="3052"/>
                  </a:cubicBezTo>
                  <a:cubicBezTo>
                    <a:pt x="21941" y="1813"/>
                    <a:pt x="20312" y="1062"/>
                    <a:pt x="18577" y="950"/>
                  </a:cubicBezTo>
                  <a:cubicBezTo>
                    <a:pt x="16399" y="484"/>
                    <a:pt x="14191" y="206"/>
                    <a:pt x="11968" y="124"/>
                  </a:cubicBezTo>
                  <a:cubicBezTo>
                    <a:pt x="10308" y="-184"/>
                    <a:pt x="8588" y="-26"/>
                    <a:pt x="7011" y="574"/>
                  </a:cubicBezTo>
                  <a:cubicBezTo>
                    <a:pt x="5434" y="1475"/>
                    <a:pt x="5659" y="2902"/>
                    <a:pt x="5284" y="4554"/>
                  </a:cubicBezTo>
                  <a:cubicBezTo>
                    <a:pt x="4683" y="8158"/>
                    <a:pt x="3181" y="11612"/>
                    <a:pt x="2055" y="15216"/>
                  </a:cubicBezTo>
                  <a:close/>
                </a:path>
              </a:pathLst>
            </a:custGeom>
            <a:solidFill>
              <a:srgbClr val="B8A29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B79544E-EF5C-8EAC-BC0A-5BEF2836C41F}"/>
              </a:ext>
            </a:extLst>
          </p:cNvPr>
          <p:cNvGrpSpPr/>
          <p:nvPr userDrawn="1"/>
        </p:nvGrpSpPr>
        <p:grpSpPr>
          <a:xfrm>
            <a:off x="9390366" y="2949593"/>
            <a:ext cx="342552" cy="922421"/>
            <a:chOff x="10668792" y="2564493"/>
            <a:chExt cx="342552" cy="922421"/>
          </a:xfrm>
        </p:grpSpPr>
        <p:sp>
          <p:nvSpPr>
            <p:cNvPr id="46" name="Content Placeholder 4">
              <a:extLst>
                <a:ext uri="{FF2B5EF4-FFF2-40B4-BE49-F238E27FC236}">
                  <a16:creationId xmlns:a16="http://schemas.microsoft.com/office/drawing/2014/main" id="{605B0AFF-3FE5-1531-9747-C9C410F776B6}"/>
                </a:ext>
              </a:extLst>
            </p:cNvPr>
            <p:cNvSpPr/>
            <p:nvPr/>
          </p:nvSpPr>
          <p:spPr>
            <a:xfrm>
              <a:off x="10673736" y="3445734"/>
              <a:ext cx="299125" cy="41180"/>
            </a:xfrm>
            <a:custGeom>
              <a:avLst/>
              <a:gdLst>
                <a:gd name="connsiteX0" fmla="*/ 244190 w 299125"/>
                <a:gd name="connsiteY0" fmla="*/ 41151 h 41180"/>
                <a:gd name="connsiteX1" fmla="*/ 294732 w 299125"/>
                <a:gd name="connsiteY1" fmla="*/ 28161 h 41180"/>
                <a:gd name="connsiteX2" fmla="*/ 299087 w 299125"/>
                <a:gd name="connsiteY2" fmla="*/ 17875 h 41180"/>
                <a:gd name="connsiteX3" fmla="*/ 278135 w 299125"/>
                <a:gd name="connsiteY3" fmla="*/ 4960 h 41180"/>
                <a:gd name="connsiteX4" fmla="*/ 118397 w 299125"/>
                <a:gd name="connsiteY4" fmla="*/ 3233 h 41180"/>
                <a:gd name="connsiteX5" fmla="*/ 19716 w 299125"/>
                <a:gd name="connsiteY5" fmla="*/ 15922 h 41180"/>
                <a:gd name="connsiteX6" fmla="*/ 10854 w 299125"/>
                <a:gd name="connsiteY6" fmla="*/ 38448 h 41180"/>
                <a:gd name="connsiteX7" fmla="*/ 83250 w 299125"/>
                <a:gd name="connsiteY7" fmla="*/ 38898 h 41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9125" h="41180">
                  <a:moveTo>
                    <a:pt x="244190" y="41151"/>
                  </a:moveTo>
                  <a:cubicBezTo>
                    <a:pt x="262364" y="41151"/>
                    <a:pt x="283166" y="40625"/>
                    <a:pt x="294732" y="28161"/>
                  </a:cubicBezTo>
                  <a:cubicBezTo>
                    <a:pt x="297586" y="25533"/>
                    <a:pt x="299238" y="21771"/>
                    <a:pt x="299087" y="17875"/>
                  </a:cubicBezTo>
                  <a:cubicBezTo>
                    <a:pt x="298111" y="9765"/>
                    <a:pt x="287147" y="6311"/>
                    <a:pt x="278135" y="4960"/>
                  </a:cubicBezTo>
                  <a:cubicBezTo>
                    <a:pt x="225565" y="-2924"/>
                    <a:pt x="171643" y="155"/>
                    <a:pt x="118397" y="3233"/>
                  </a:cubicBezTo>
                  <a:cubicBezTo>
                    <a:pt x="85128" y="3841"/>
                    <a:pt x="52009" y="8091"/>
                    <a:pt x="19716" y="15922"/>
                  </a:cubicBezTo>
                  <a:cubicBezTo>
                    <a:pt x="3119" y="20653"/>
                    <a:pt x="-10324" y="32966"/>
                    <a:pt x="10854" y="38448"/>
                  </a:cubicBezTo>
                  <a:cubicBezTo>
                    <a:pt x="32032" y="43929"/>
                    <a:pt x="62072" y="38448"/>
                    <a:pt x="83250" y="38898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Content Placeholder 4">
              <a:extLst>
                <a:ext uri="{FF2B5EF4-FFF2-40B4-BE49-F238E27FC236}">
                  <a16:creationId xmlns:a16="http://schemas.microsoft.com/office/drawing/2014/main" id="{3900B696-8016-4FBD-5CB1-F62E9D7F1976}"/>
                </a:ext>
              </a:extLst>
            </p:cNvPr>
            <p:cNvSpPr/>
            <p:nvPr/>
          </p:nvSpPr>
          <p:spPr>
            <a:xfrm>
              <a:off x="10755873" y="3432383"/>
              <a:ext cx="18791" cy="17600"/>
            </a:xfrm>
            <a:custGeom>
              <a:avLst/>
              <a:gdLst>
                <a:gd name="connsiteX0" fmla="*/ 588 w 18791"/>
                <a:gd name="connsiteY0" fmla="*/ 17560 h 17600"/>
                <a:gd name="connsiteX1" fmla="*/ 13956 w 18791"/>
                <a:gd name="connsiteY1" fmla="*/ 17560 h 17600"/>
                <a:gd name="connsiteX2" fmla="*/ 16133 w 18791"/>
                <a:gd name="connsiteY2" fmla="*/ 17034 h 17600"/>
                <a:gd name="connsiteX3" fmla="*/ 16885 w 18791"/>
                <a:gd name="connsiteY3" fmla="*/ 15007 h 17600"/>
                <a:gd name="connsiteX4" fmla="*/ 18763 w 18791"/>
                <a:gd name="connsiteY4" fmla="*/ 966 h 17600"/>
                <a:gd name="connsiteX5" fmla="*/ 2015 w 18791"/>
                <a:gd name="connsiteY5" fmla="*/ 441 h 17600"/>
                <a:gd name="connsiteX6" fmla="*/ 588 w 18791"/>
                <a:gd name="connsiteY6" fmla="*/ 17560 h 1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791" h="17600">
                  <a:moveTo>
                    <a:pt x="588" y="17560"/>
                  </a:moveTo>
                  <a:lnTo>
                    <a:pt x="13956" y="17560"/>
                  </a:lnTo>
                  <a:cubicBezTo>
                    <a:pt x="14707" y="17620"/>
                    <a:pt x="15458" y="17440"/>
                    <a:pt x="16133" y="17034"/>
                  </a:cubicBezTo>
                  <a:cubicBezTo>
                    <a:pt x="16584" y="16456"/>
                    <a:pt x="16885" y="15750"/>
                    <a:pt x="16885" y="15007"/>
                  </a:cubicBezTo>
                  <a:cubicBezTo>
                    <a:pt x="17561" y="10277"/>
                    <a:pt x="18161" y="5621"/>
                    <a:pt x="18763" y="966"/>
                  </a:cubicBezTo>
                  <a:cubicBezTo>
                    <a:pt x="18763" y="1567"/>
                    <a:pt x="3743" y="-1061"/>
                    <a:pt x="2015" y="441"/>
                  </a:cubicBezTo>
                  <a:cubicBezTo>
                    <a:pt x="-1440" y="3219"/>
                    <a:pt x="513" y="13656"/>
                    <a:pt x="588" y="17560"/>
                  </a:cubicBezTo>
                  <a:close/>
                </a:path>
              </a:pathLst>
            </a:custGeom>
            <a:solidFill>
              <a:srgbClr val="F0E5D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Content Placeholder 4">
              <a:extLst>
                <a:ext uri="{FF2B5EF4-FFF2-40B4-BE49-F238E27FC236}">
                  <a16:creationId xmlns:a16="http://schemas.microsoft.com/office/drawing/2014/main" id="{4D21B618-0717-8882-3DE7-8A5A2E2A144E}"/>
                </a:ext>
              </a:extLst>
            </p:cNvPr>
            <p:cNvSpPr/>
            <p:nvPr/>
          </p:nvSpPr>
          <p:spPr>
            <a:xfrm>
              <a:off x="10850864" y="3431361"/>
              <a:ext cx="17888" cy="18563"/>
            </a:xfrm>
            <a:custGeom>
              <a:avLst/>
              <a:gdLst>
                <a:gd name="connsiteX0" fmla="*/ 298 w 17888"/>
                <a:gd name="connsiteY0" fmla="*/ 18507 h 18563"/>
                <a:gd name="connsiteX1" fmla="*/ 12989 w 17888"/>
                <a:gd name="connsiteY1" fmla="*/ 18507 h 18563"/>
                <a:gd name="connsiteX2" fmla="*/ 16744 w 17888"/>
                <a:gd name="connsiteY2" fmla="*/ 17456 h 18563"/>
                <a:gd name="connsiteX3" fmla="*/ 17796 w 17888"/>
                <a:gd name="connsiteY3" fmla="*/ 13476 h 18563"/>
                <a:gd name="connsiteX4" fmla="*/ 17796 w 17888"/>
                <a:gd name="connsiteY4" fmla="*/ 2214 h 18563"/>
                <a:gd name="connsiteX5" fmla="*/ 17796 w 17888"/>
                <a:gd name="connsiteY5" fmla="*/ 1012 h 18563"/>
                <a:gd name="connsiteX6" fmla="*/ 16144 w 17888"/>
                <a:gd name="connsiteY6" fmla="*/ 337 h 18563"/>
                <a:gd name="connsiteX7" fmla="*/ 448 w 17888"/>
                <a:gd name="connsiteY7" fmla="*/ 1913 h 18563"/>
                <a:gd name="connsiteX8" fmla="*/ 298 w 17888"/>
                <a:gd name="connsiteY8" fmla="*/ 18507 h 1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888" h="18563">
                  <a:moveTo>
                    <a:pt x="298" y="18507"/>
                  </a:moveTo>
                  <a:cubicBezTo>
                    <a:pt x="4504" y="18507"/>
                    <a:pt x="8709" y="18507"/>
                    <a:pt x="12989" y="18507"/>
                  </a:cubicBezTo>
                  <a:cubicBezTo>
                    <a:pt x="14341" y="18642"/>
                    <a:pt x="15694" y="18267"/>
                    <a:pt x="16744" y="17456"/>
                  </a:cubicBezTo>
                  <a:cubicBezTo>
                    <a:pt x="17646" y="16330"/>
                    <a:pt x="18021" y="14888"/>
                    <a:pt x="17796" y="13476"/>
                  </a:cubicBezTo>
                  <a:cubicBezTo>
                    <a:pt x="17796" y="9722"/>
                    <a:pt x="17796" y="5968"/>
                    <a:pt x="17796" y="2214"/>
                  </a:cubicBezTo>
                  <a:cubicBezTo>
                    <a:pt x="17871" y="1823"/>
                    <a:pt x="17871" y="1403"/>
                    <a:pt x="17796" y="1012"/>
                  </a:cubicBezTo>
                  <a:cubicBezTo>
                    <a:pt x="17346" y="599"/>
                    <a:pt x="16744" y="359"/>
                    <a:pt x="16144" y="337"/>
                  </a:cubicBezTo>
                  <a:cubicBezTo>
                    <a:pt x="12765" y="337"/>
                    <a:pt x="2700" y="-1165"/>
                    <a:pt x="448" y="1913"/>
                  </a:cubicBezTo>
                  <a:cubicBezTo>
                    <a:pt x="-754" y="3265"/>
                    <a:pt x="749" y="18582"/>
                    <a:pt x="298" y="18507"/>
                  </a:cubicBezTo>
                  <a:close/>
                </a:path>
              </a:pathLst>
            </a:custGeom>
            <a:solidFill>
              <a:srgbClr val="F0E5D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Content Placeholder 4">
              <a:extLst>
                <a:ext uri="{FF2B5EF4-FFF2-40B4-BE49-F238E27FC236}">
                  <a16:creationId xmlns:a16="http://schemas.microsoft.com/office/drawing/2014/main" id="{9A511CB4-A20D-C0B8-7820-BF501BE293FB}"/>
                </a:ext>
              </a:extLst>
            </p:cNvPr>
            <p:cNvSpPr/>
            <p:nvPr/>
          </p:nvSpPr>
          <p:spPr>
            <a:xfrm>
              <a:off x="10720142" y="2789878"/>
              <a:ext cx="217414" cy="402493"/>
            </a:xfrm>
            <a:custGeom>
              <a:avLst/>
              <a:gdLst>
                <a:gd name="connsiteX0" fmla="*/ 140933 w 217414"/>
                <a:gd name="connsiteY0" fmla="*/ 10283 h 402493"/>
                <a:gd name="connsiteX1" fmla="*/ 171949 w 217414"/>
                <a:gd name="connsiteY1" fmla="*/ 28078 h 402493"/>
                <a:gd name="connsiteX2" fmla="*/ 203942 w 217414"/>
                <a:gd name="connsiteY2" fmla="*/ 231182 h 402493"/>
                <a:gd name="connsiteX3" fmla="*/ 206871 w 217414"/>
                <a:gd name="connsiteY3" fmla="*/ 264219 h 402493"/>
                <a:gd name="connsiteX4" fmla="*/ 217385 w 217414"/>
                <a:gd name="connsiteY4" fmla="*/ 383228 h 402493"/>
                <a:gd name="connsiteX5" fmla="*/ 174878 w 217414"/>
                <a:gd name="connsiteY5" fmla="*/ 396518 h 402493"/>
                <a:gd name="connsiteX6" fmla="*/ 112020 w 217414"/>
                <a:gd name="connsiteY6" fmla="*/ 401624 h 402493"/>
                <a:gd name="connsiteX7" fmla="*/ 33390 w 217414"/>
                <a:gd name="connsiteY7" fmla="*/ 395542 h 402493"/>
                <a:gd name="connsiteX8" fmla="*/ -29 w 217414"/>
                <a:gd name="connsiteY8" fmla="*/ 393515 h 402493"/>
                <a:gd name="connsiteX9" fmla="*/ 5904 w 217414"/>
                <a:gd name="connsiteY9" fmla="*/ 323010 h 402493"/>
                <a:gd name="connsiteX10" fmla="*/ 19347 w 217414"/>
                <a:gd name="connsiteY10" fmla="*/ 152643 h 402493"/>
                <a:gd name="connsiteX11" fmla="*/ 28284 w 217414"/>
                <a:gd name="connsiteY11" fmla="*/ 56761 h 402493"/>
                <a:gd name="connsiteX12" fmla="*/ 52391 w 217414"/>
                <a:gd name="connsiteY12" fmla="*/ 1649 h 402493"/>
                <a:gd name="connsiteX13" fmla="*/ 88739 w 217414"/>
                <a:gd name="connsiteY13" fmla="*/ 20194 h 402493"/>
                <a:gd name="connsiteX14" fmla="*/ 134926 w 217414"/>
                <a:gd name="connsiteY14" fmla="*/ 16515 h 402493"/>
                <a:gd name="connsiteX15" fmla="*/ 140933 w 217414"/>
                <a:gd name="connsiteY15" fmla="*/ 10283 h 40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7414" h="402493">
                  <a:moveTo>
                    <a:pt x="140933" y="10283"/>
                  </a:moveTo>
                  <a:cubicBezTo>
                    <a:pt x="154527" y="-6385"/>
                    <a:pt x="167069" y="12010"/>
                    <a:pt x="171949" y="28078"/>
                  </a:cubicBezTo>
                  <a:cubicBezTo>
                    <a:pt x="191625" y="92876"/>
                    <a:pt x="197859" y="162405"/>
                    <a:pt x="203942" y="231182"/>
                  </a:cubicBezTo>
                  <a:lnTo>
                    <a:pt x="206871" y="264219"/>
                  </a:lnTo>
                  <a:cubicBezTo>
                    <a:pt x="210326" y="303864"/>
                    <a:pt x="213856" y="343531"/>
                    <a:pt x="217385" y="383228"/>
                  </a:cubicBezTo>
                  <a:cubicBezTo>
                    <a:pt x="217385" y="385556"/>
                    <a:pt x="178258" y="395542"/>
                    <a:pt x="174878" y="396518"/>
                  </a:cubicBezTo>
                  <a:cubicBezTo>
                    <a:pt x="154376" y="401954"/>
                    <a:pt x="133123" y="403681"/>
                    <a:pt x="112020" y="401624"/>
                  </a:cubicBezTo>
                  <a:cubicBezTo>
                    <a:pt x="85810" y="399822"/>
                    <a:pt x="59450" y="395242"/>
                    <a:pt x="33390" y="395542"/>
                  </a:cubicBezTo>
                  <a:cubicBezTo>
                    <a:pt x="22201" y="396526"/>
                    <a:pt x="10936" y="395842"/>
                    <a:pt x="-29" y="393515"/>
                  </a:cubicBezTo>
                  <a:cubicBezTo>
                    <a:pt x="3651" y="370194"/>
                    <a:pt x="5678" y="346625"/>
                    <a:pt x="5904" y="323010"/>
                  </a:cubicBezTo>
                  <a:cubicBezTo>
                    <a:pt x="8382" y="266021"/>
                    <a:pt x="13865" y="209332"/>
                    <a:pt x="19347" y="152643"/>
                  </a:cubicBezTo>
                  <a:cubicBezTo>
                    <a:pt x="22501" y="120808"/>
                    <a:pt x="24303" y="88296"/>
                    <a:pt x="28284" y="56761"/>
                  </a:cubicBezTo>
                  <a:cubicBezTo>
                    <a:pt x="30386" y="39491"/>
                    <a:pt x="37371" y="9307"/>
                    <a:pt x="52391" y="1649"/>
                  </a:cubicBezTo>
                  <a:cubicBezTo>
                    <a:pt x="67411" y="-6010"/>
                    <a:pt x="75897" y="14713"/>
                    <a:pt x="88739" y="20194"/>
                  </a:cubicBezTo>
                  <a:cubicBezTo>
                    <a:pt x="103609" y="27583"/>
                    <a:pt x="121407" y="26171"/>
                    <a:pt x="134926" y="16515"/>
                  </a:cubicBezTo>
                  <a:cubicBezTo>
                    <a:pt x="137104" y="14631"/>
                    <a:pt x="139131" y="12543"/>
                    <a:pt x="140933" y="10283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Content Placeholder 4">
              <a:extLst>
                <a:ext uri="{FF2B5EF4-FFF2-40B4-BE49-F238E27FC236}">
                  <a16:creationId xmlns:a16="http://schemas.microsoft.com/office/drawing/2014/main" id="{73E42017-EE12-3D28-123D-2B5486EF7F3E}"/>
                </a:ext>
              </a:extLst>
            </p:cNvPr>
            <p:cNvSpPr/>
            <p:nvPr/>
          </p:nvSpPr>
          <p:spPr>
            <a:xfrm>
              <a:off x="10713758" y="2605550"/>
              <a:ext cx="26810" cy="48456"/>
            </a:xfrm>
            <a:custGeom>
              <a:avLst/>
              <a:gdLst>
                <a:gd name="connsiteX0" fmla="*/ 21449 w 26810"/>
                <a:gd name="connsiteY0" fmla="*/ 17186 h 48456"/>
                <a:gd name="connsiteX1" fmla="*/ 22275 w 26810"/>
                <a:gd name="connsiteY1" fmla="*/ 7575 h 48456"/>
                <a:gd name="connsiteX2" fmla="*/ 17619 w 26810"/>
                <a:gd name="connsiteY2" fmla="*/ 67 h 48456"/>
                <a:gd name="connsiteX3" fmla="*/ 10484 w 26810"/>
                <a:gd name="connsiteY3" fmla="*/ 5097 h 48456"/>
                <a:gd name="connsiteX4" fmla="*/ -29 w 26810"/>
                <a:gd name="connsiteY4" fmla="*/ 46169 h 48456"/>
                <a:gd name="connsiteX5" fmla="*/ 14991 w 26810"/>
                <a:gd name="connsiteY5" fmla="*/ 48421 h 48456"/>
                <a:gd name="connsiteX6" fmla="*/ 19272 w 26810"/>
                <a:gd name="connsiteY6" fmla="*/ 31377 h 48456"/>
                <a:gd name="connsiteX7" fmla="*/ 26781 w 26810"/>
                <a:gd name="connsiteY7" fmla="*/ 14183 h 48456"/>
                <a:gd name="connsiteX8" fmla="*/ 24228 w 26810"/>
                <a:gd name="connsiteY8" fmla="*/ 14183 h 48456"/>
                <a:gd name="connsiteX9" fmla="*/ 21449 w 26810"/>
                <a:gd name="connsiteY9" fmla="*/ 17186 h 48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810" h="48456">
                  <a:moveTo>
                    <a:pt x="21449" y="17186"/>
                  </a:moveTo>
                  <a:cubicBezTo>
                    <a:pt x="22200" y="14040"/>
                    <a:pt x="22501" y="10804"/>
                    <a:pt x="22275" y="7575"/>
                  </a:cubicBezTo>
                  <a:cubicBezTo>
                    <a:pt x="22275" y="4497"/>
                    <a:pt x="20773" y="742"/>
                    <a:pt x="17619" y="67"/>
                  </a:cubicBezTo>
                  <a:cubicBezTo>
                    <a:pt x="14465" y="-609"/>
                    <a:pt x="11987" y="2394"/>
                    <a:pt x="10484" y="5097"/>
                  </a:cubicBezTo>
                  <a:cubicBezTo>
                    <a:pt x="4252" y="17944"/>
                    <a:pt x="722" y="31910"/>
                    <a:pt x="-29" y="46169"/>
                  </a:cubicBezTo>
                  <a:cubicBezTo>
                    <a:pt x="4852" y="47745"/>
                    <a:pt x="9884" y="48504"/>
                    <a:pt x="14991" y="48421"/>
                  </a:cubicBezTo>
                  <a:cubicBezTo>
                    <a:pt x="14991" y="42475"/>
                    <a:pt x="16418" y="36610"/>
                    <a:pt x="19272" y="31377"/>
                  </a:cubicBezTo>
                  <a:cubicBezTo>
                    <a:pt x="23252" y="26429"/>
                    <a:pt x="25880" y="20490"/>
                    <a:pt x="26781" y="14183"/>
                  </a:cubicBezTo>
                  <a:lnTo>
                    <a:pt x="24228" y="14183"/>
                  </a:lnTo>
                  <a:cubicBezTo>
                    <a:pt x="23027" y="15159"/>
                    <a:pt x="22275" y="16135"/>
                    <a:pt x="21449" y="17186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Content Placeholder 4">
              <a:extLst>
                <a:ext uri="{FF2B5EF4-FFF2-40B4-BE49-F238E27FC236}">
                  <a16:creationId xmlns:a16="http://schemas.microsoft.com/office/drawing/2014/main" id="{C05BC4C1-7CC6-7DCF-8C72-FD8FF4E70355}"/>
                </a:ext>
              </a:extLst>
            </p:cNvPr>
            <p:cNvSpPr/>
            <p:nvPr/>
          </p:nvSpPr>
          <p:spPr>
            <a:xfrm>
              <a:off x="10668792" y="2646568"/>
              <a:ext cx="165190" cy="261841"/>
            </a:xfrm>
            <a:custGeom>
              <a:avLst/>
              <a:gdLst>
                <a:gd name="connsiteX0" fmla="*/ 164572 w 165190"/>
                <a:gd name="connsiteY0" fmla="*/ 184378 h 261841"/>
                <a:gd name="connsiteX1" fmla="*/ 99009 w 165190"/>
                <a:gd name="connsiteY1" fmla="*/ 148938 h 261841"/>
                <a:gd name="connsiteX2" fmla="*/ 52372 w 165190"/>
                <a:gd name="connsiteY2" fmla="*/ 113423 h 261841"/>
                <a:gd name="connsiteX3" fmla="*/ 44862 w 165190"/>
                <a:gd name="connsiteY3" fmla="*/ 102461 h 261841"/>
                <a:gd name="connsiteX4" fmla="*/ 60558 w 165190"/>
                <a:gd name="connsiteY4" fmla="*/ 5526 h 261841"/>
                <a:gd name="connsiteX5" fmla="*/ 41858 w 165190"/>
                <a:gd name="connsiteY5" fmla="*/ -30 h 261841"/>
                <a:gd name="connsiteX6" fmla="*/ 15273 w 165190"/>
                <a:gd name="connsiteY6" fmla="*/ 75055 h 261841"/>
                <a:gd name="connsiteX7" fmla="*/ 703 w 165190"/>
                <a:gd name="connsiteY7" fmla="*/ 135648 h 261841"/>
                <a:gd name="connsiteX8" fmla="*/ 27064 w 165190"/>
                <a:gd name="connsiteY8" fmla="*/ 167709 h 261841"/>
                <a:gd name="connsiteX9" fmla="*/ 75728 w 165190"/>
                <a:gd name="connsiteY9" fmla="*/ 216739 h 261841"/>
                <a:gd name="connsiteX10" fmla="*/ 115907 w 165190"/>
                <a:gd name="connsiteY10" fmla="*/ 257360 h 261841"/>
                <a:gd name="connsiteX11" fmla="*/ 150904 w 165190"/>
                <a:gd name="connsiteY11" fmla="*/ 217190 h 261841"/>
                <a:gd name="connsiteX12" fmla="*/ 164572 w 165190"/>
                <a:gd name="connsiteY12" fmla="*/ 184378 h 261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5190" h="261841">
                  <a:moveTo>
                    <a:pt x="164572" y="184378"/>
                  </a:moveTo>
                  <a:cubicBezTo>
                    <a:pt x="158939" y="164856"/>
                    <a:pt x="115381" y="156747"/>
                    <a:pt x="99009" y="148938"/>
                  </a:cubicBezTo>
                  <a:cubicBezTo>
                    <a:pt x="81211" y="140401"/>
                    <a:pt x="65364" y="128312"/>
                    <a:pt x="52372" y="113423"/>
                  </a:cubicBezTo>
                  <a:cubicBezTo>
                    <a:pt x="49218" y="110262"/>
                    <a:pt x="46665" y="106545"/>
                    <a:pt x="44862" y="102461"/>
                  </a:cubicBezTo>
                  <a:cubicBezTo>
                    <a:pt x="40807" y="91273"/>
                    <a:pt x="62436" y="6052"/>
                    <a:pt x="60558" y="5526"/>
                  </a:cubicBezTo>
                  <a:lnTo>
                    <a:pt x="41858" y="-30"/>
                  </a:lnTo>
                  <a:cubicBezTo>
                    <a:pt x="32996" y="24898"/>
                    <a:pt x="23910" y="49826"/>
                    <a:pt x="15273" y="75055"/>
                  </a:cubicBezTo>
                  <a:cubicBezTo>
                    <a:pt x="8514" y="94352"/>
                    <a:pt x="-3052" y="114474"/>
                    <a:pt x="703" y="135648"/>
                  </a:cubicBezTo>
                  <a:cubicBezTo>
                    <a:pt x="3107" y="149013"/>
                    <a:pt x="17526" y="158173"/>
                    <a:pt x="27064" y="167709"/>
                  </a:cubicBezTo>
                  <a:cubicBezTo>
                    <a:pt x="36601" y="177245"/>
                    <a:pt x="62285" y="203074"/>
                    <a:pt x="75728" y="216739"/>
                  </a:cubicBezTo>
                  <a:lnTo>
                    <a:pt x="115907" y="257360"/>
                  </a:lnTo>
                  <a:cubicBezTo>
                    <a:pt x="124843" y="277333"/>
                    <a:pt x="145947" y="224022"/>
                    <a:pt x="150904" y="217190"/>
                  </a:cubicBezTo>
                  <a:cubicBezTo>
                    <a:pt x="157512" y="208705"/>
                    <a:pt x="167726" y="195190"/>
                    <a:pt x="164572" y="18437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Content Placeholder 4">
              <a:extLst>
                <a:ext uri="{FF2B5EF4-FFF2-40B4-BE49-F238E27FC236}">
                  <a16:creationId xmlns:a16="http://schemas.microsoft.com/office/drawing/2014/main" id="{5DD8A840-2510-34B6-1619-E0B621698D93}"/>
                </a:ext>
              </a:extLst>
            </p:cNvPr>
            <p:cNvSpPr/>
            <p:nvPr/>
          </p:nvSpPr>
          <p:spPr>
            <a:xfrm>
              <a:off x="10751759" y="3013957"/>
              <a:ext cx="153879" cy="426648"/>
            </a:xfrm>
            <a:custGeom>
              <a:avLst/>
              <a:gdLst>
                <a:gd name="connsiteX0" fmla="*/ 7857 w 153879"/>
                <a:gd name="connsiteY0" fmla="*/ 238514 h 426648"/>
                <a:gd name="connsiteX1" fmla="*/ 5378 w 153879"/>
                <a:gd name="connsiteY1" fmla="*/ 69649 h 426648"/>
                <a:gd name="connsiteX2" fmla="*/ 13789 w 153879"/>
                <a:gd name="connsiteY2" fmla="*/ 12059 h 426648"/>
                <a:gd name="connsiteX3" fmla="*/ 15666 w 153879"/>
                <a:gd name="connsiteY3" fmla="*/ 8905 h 426648"/>
                <a:gd name="connsiteX4" fmla="*/ 27007 w 153879"/>
                <a:gd name="connsiteY4" fmla="*/ 8905 h 426648"/>
                <a:gd name="connsiteX5" fmla="*/ 137854 w 153879"/>
                <a:gd name="connsiteY5" fmla="*/ -30 h 426648"/>
                <a:gd name="connsiteX6" fmla="*/ 147767 w 153879"/>
                <a:gd name="connsiteY6" fmla="*/ 31205 h 426648"/>
                <a:gd name="connsiteX7" fmla="*/ 153850 w 153879"/>
                <a:gd name="connsiteY7" fmla="*/ 83765 h 426648"/>
                <a:gd name="connsiteX8" fmla="*/ 153850 w 153879"/>
                <a:gd name="connsiteY8" fmla="*/ 83765 h 426648"/>
                <a:gd name="connsiteX9" fmla="*/ 153850 w 153879"/>
                <a:gd name="connsiteY9" fmla="*/ 95177 h 426648"/>
                <a:gd name="connsiteX10" fmla="*/ 145289 w 153879"/>
                <a:gd name="connsiteY10" fmla="*/ 160426 h 426648"/>
                <a:gd name="connsiteX11" fmla="*/ 140783 w 153879"/>
                <a:gd name="connsiteY11" fmla="*/ 203074 h 426648"/>
                <a:gd name="connsiteX12" fmla="*/ 137178 w 153879"/>
                <a:gd name="connsiteY12" fmla="*/ 235661 h 426648"/>
                <a:gd name="connsiteX13" fmla="*/ 129668 w 153879"/>
                <a:gd name="connsiteY13" fmla="*/ 324786 h 426648"/>
                <a:gd name="connsiteX14" fmla="*/ 120881 w 153879"/>
                <a:gd name="connsiteY14" fmla="*/ 417515 h 426648"/>
                <a:gd name="connsiteX15" fmla="*/ 120881 w 153879"/>
                <a:gd name="connsiteY15" fmla="*/ 421270 h 426648"/>
                <a:gd name="connsiteX16" fmla="*/ 93620 w 153879"/>
                <a:gd name="connsiteY16" fmla="*/ 421270 h 426648"/>
                <a:gd name="connsiteX17" fmla="*/ 87462 w 153879"/>
                <a:gd name="connsiteY17" fmla="*/ 241067 h 426648"/>
                <a:gd name="connsiteX18" fmla="*/ 78826 w 153879"/>
                <a:gd name="connsiteY18" fmla="*/ 165982 h 426648"/>
                <a:gd name="connsiteX19" fmla="*/ 70339 w 153879"/>
                <a:gd name="connsiteY19" fmla="*/ 166733 h 426648"/>
                <a:gd name="connsiteX20" fmla="*/ 33315 w 153879"/>
                <a:gd name="connsiteY20" fmla="*/ 404751 h 426648"/>
                <a:gd name="connsiteX21" fmla="*/ 25279 w 153879"/>
                <a:gd name="connsiteY21" fmla="*/ 423823 h 426648"/>
                <a:gd name="connsiteX22" fmla="*/ -29 w 153879"/>
                <a:gd name="connsiteY22" fmla="*/ 420519 h 426648"/>
                <a:gd name="connsiteX23" fmla="*/ 7857 w 153879"/>
                <a:gd name="connsiteY23" fmla="*/ 238514 h 426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53879" h="426648">
                  <a:moveTo>
                    <a:pt x="7857" y="238514"/>
                  </a:moveTo>
                  <a:cubicBezTo>
                    <a:pt x="10560" y="182726"/>
                    <a:pt x="4852" y="125887"/>
                    <a:pt x="5378" y="69649"/>
                  </a:cubicBezTo>
                  <a:cubicBezTo>
                    <a:pt x="3575" y="50059"/>
                    <a:pt x="6429" y="30319"/>
                    <a:pt x="13789" y="12059"/>
                  </a:cubicBezTo>
                  <a:cubicBezTo>
                    <a:pt x="14165" y="10880"/>
                    <a:pt x="14840" y="9806"/>
                    <a:pt x="15666" y="8905"/>
                  </a:cubicBezTo>
                  <a:cubicBezTo>
                    <a:pt x="18445" y="6202"/>
                    <a:pt x="23176" y="7629"/>
                    <a:pt x="27007" y="8905"/>
                  </a:cubicBezTo>
                  <a:cubicBezTo>
                    <a:pt x="63430" y="22698"/>
                    <a:pt x="104134" y="19417"/>
                    <a:pt x="137854" y="-30"/>
                  </a:cubicBezTo>
                  <a:cubicBezTo>
                    <a:pt x="143562" y="9461"/>
                    <a:pt x="146941" y="20160"/>
                    <a:pt x="147767" y="31205"/>
                  </a:cubicBezTo>
                  <a:cubicBezTo>
                    <a:pt x="150696" y="48602"/>
                    <a:pt x="152724" y="66150"/>
                    <a:pt x="153850" y="83765"/>
                  </a:cubicBezTo>
                  <a:lnTo>
                    <a:pt x="153850" y="83765"/>
                  </a:lnTo>
                  <a:cubicBezTo>
                    <a:pt x="153850" y="87594"/>
                    <a:pt x="153850" y="91273"/>
                    <a:pt x="153850" y="95177"/>
                  </a:cubicBezTo>
                  <a:cubicBezTo>
                    <a:pt x="152573" y="117102"/>
                    <a:pt x="149720" y="138907"/>
                    <a:pt x="145289" y="160426"/>
                  </a:cubicBezTo>
                  <a:cubicBezTo>
                    <a:pt x="142736" y="174504"/>
                    <a:pt x="141159" y="188763"/>
                    <a:pt x="140783" y="203074"/>
                  </a:cubicBezTo>
                  <a:cubicBezTo>
                    <a:pt x="140783" y="214787"/>
                    <a:pt x="138755" y="219067"/>
                    <a:pt x="137178" y="235661"/>
                  </a:cubicBezTo>
                  <a:cubicBezTo>
                    <a:pt x="134400" y="264493"/>
                    <a:pt x="132597" y="295728"/>
                    <a:pt x="129668" y="324786"/>
                  </a:cubicBezTo>
                  <a:cubicBezTo>
                    <a:pt x="126514" y="355721"/>
                    <a:pt x="123435" y="386580"/>
                    <a:pt x="120881" y="417515"/>
                  </a:cubicBezTo>
                  <a:cubicBezTo>
                    <a:pt x="120881" y="418792"/>
                    <a:pt x="120881" y="419993"/>
                    <a:pt x="120881" y="421270"/>
                  </a:cubicBezTo>
                  <a:cubicBezTo>
                    <a:pt x="119154" y="421645"/>
                    <a:pt x="93620" y="427126"/>
                    <a:pt x="93620" y="421270"/>
                  </a:cubicBezTo>
                  <a:cubicBezTo>
                    <a:pt x="91592" y="361202"/>
                    <a:pt x="89564" y="301134"/>
                    <a:pt x="87462" y="241067"/>
                  </a:cubicBezTo>
                  <a:cubicBezTo>
                    <a:pt x="87687" y="215778"/>
                    <a:pt x="84759" y="190557"/>
                    <a:pt x="78826" y="165982"/>
                  </a:cubicBezTo>
                  <a:lnTo>
                    <a:pt x="70339" y="166733"/>
                  </a:lnTo>
                  <a:cubicBezTo>
                    <a:pt x="54719" y="246248"/>
                    <a:pt x="48861" y="325312"/>
                    <a:pt x="33315" y="404751"/>
                  </a:cubicBezTo>
                  <a:cubicBezTo>
                    <a:pt x="32639" y="411779"/>
                    <a:pt x="29860" y="418431"/>
                    <a:pt x="25279" y="423823"/>
                  </a:cubicBezTo>
                  <a:cubicBezTo>
                    <a:pt x="20323" y="428328"/>
                    <a:pt x="1398" y="427502"/>
                    <a:pt x="-29" y="420519"/>
                  </a:cubicBezTo>
                  <a:cubicBezTo>
                    <a:pt x="4326" y="360001"/>
                    <a:pt x="4852" y="299257"/>
                    <a:pt x="7857" y="238514"/>
                  </a:cubicBezTo>
                  <a:close/>
                </a:path>
              </a:pathLst>
            </a:custGeom>
            <a:solidFill>
              <a:srgbClr val="363F4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Content Placeholder 4">
              <a:extLst>
                <a:ext uri="{FF2B5EF4-FFF2-40B4-BE49-F238E27FC236}">
                  <a16:creationId xmlns:a16="http://schemas.microsoft.com/office/drawing/2014/main" id="{C5F372DA-3E1C-FCB5-F2A3-E30CDE2D04C0}"/>
                </a:ext>
              </a:extLst>
            </p:cNvPr>
            <p:cNvSpPr/>
            <p:nvPr/>
          </p:nvSpPr>
          <p:spPr>
            <a:xfrm>
              <a:off x="10844044" y="3443590"/>
              <a:ext cx="61785" cy="26699"/>
            </a:xfrm>
            <a:custGeom>
              <a:avLst/>
              <a:gdLst>
                <a:gd name="connsiteX0" fmla="*/ 3664 w 61785"/>
                <a:gd name="connsiteY0" fmla="*/ 346 h 26699"/>
                <a:gd name="connsiteX1" fmla="*/ 31000 w 61785"/>
                <a:gd name="connsiteY1" fmla="*/ 1472 h 26699"/>
                <a:gd name="connsiteX2" fmla="*/ 53530 w 61785"/>
                <a:gd name="connsiteY2" fmla="*/ 14161 h 26699"/>
                <a:gd name="connsiteX3" fmla="*/ 60064 w 61785"/>
                <a:gd name="connsiteY3" fmla="*/ 17840 h 26699"/>
                <a:gd name="connsiteX4" fmla="*/ 60890 w 61785"/>
                <a:gd name="connsiteY4" fmla="*/ 24748 h 26699"/>
                <a:gd name="connsiteX5" fmla="*/ 54806 w 61785"/>
                <a:gd name="connsiteY5" fmla="*/ 26625 h 26699"/>
                <a:gd name="connsiteX6" fmla="*/ 4565 w 61785"/>
                <a:gd name="connsiteY6" fmla="*/ 22345 h 26699"/>
                <a:gd name="connsiteX7" fmla="*/ 1786 w 61785"/>
                <a:gd name="connsiteY7" fmla="*/ 21219 h 26699"/>
                <a:gd name="connsiteX8" fmla="*/ 735 w 61785"/>
                <a:gd name="connsiteY8" fmla="*/ 19117 h 26699"/>
                <a:gd name="connsiteX9" fmla="*/ 3664 w 61785"/>
                <a:gd name="connsiteY9" fmla="*/ 346 h 26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785" h="26699">
                  <a:moveTo>
                    <a:pt x="3664" y="346"/>
                  </a:moveTo>
                  <a:cubicBezTo>
                    <a:pt x="12750" y="-405"/>
                    <a:pt x="21988" y="-30"/>
                    <a:pt x="31000" y="1472"/>
                  </a:cubicBezTo>
                  <a:cubicBezTo>
                    <a:pt x="37909" y="6668"/>
                    <a:pt x="45494" y="10932"/>
                    <a:pt x="53530" y="14161"/>
                  </a:cubicBezTo>
                  <a:cubicBezTo>
                    <a:pt x="55933" y="14935"/>
                    <a:pt x="58186" y="16181"/>
                    <a:pt x="60064" y="17840"/>
                  </a:cubicBezTo>
                  <a:cubicBezTo>
                    <a:pt x="61941" y="19650"/>
                    <a:pt x="62316" y="22541"/>
                    <a:pt x="60890" y="24748"/>
                  </a:cubicBezTo>
                  <a:cubicBezTo>
                    <a:pt x="59237" y="26175"/>
                    <a:pt x="56984" y="26858"/>
                    <a:pt x="54806" y="26625"/>
                  </a:cubicBezTo>
                  <a:cubicBezTo>
                    <a:pt x="37984" y="26783"/>
                    <a:pt x="21162" y="25349"/>
                    <a:pt x="4565" y="22345"/>
                  </a:cubicBezTo>
                  <a:cubicBezTo>
                    <a:pt x="3513" y="22240"/>
                    <a:pt x="2612" y="21850"/>
                    <a:pt x="1786" y="21219"/>
                  </a:cubicBezTo>
                  <a:cubicBezTo>
                    <a:pt x="1260" y="20611"/>
                    <a:pt x="885" y="19890"/>
                    <a:pt x="735" y="19117"/>
                  </a:cubicBezTo>
                  <a:cubicBezTo>
                    <a:pt x="-917" y="12727"/>
                    <a:pt x="133" y="5932"/>
                    <a:pt x="3664" y="346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Content Placeholder 4">
              <a:extLst>
                <a:ext uri="{FF2B5EF4-FFF2-40B4-BE49-F238E27FC236}">
                  <a16:creationId xmlns:a16="http://schemas.microsoft.com/office/drawing/2014/main" id="{3A65BBCB-F948-FAC9-25FF-B51DD2B89A3A}"/>
                </a:ext>
              </a:extLst>
            </p:cNvPr>
            <p:cNvSpPr/>
            <p:nvPr/>
          </p:nvSpPr>
          <p:spPr>
            <a:xfrm>
              <a:off x="10720995" y="3444389"/>
              <a:ext cx="61134" cy="29426"/>
            </a:xfrm>
            <a:custGeom>
              <a:avLst/>
              <a:gdLst>
                <a:gd name="connsiteX0" fmla="*/ 56644 w 61134"/>
                <a:gd name="connsiteY0" fmla="*/ -3 h 29426"/>
                <a:gd name="connsiteX1" fmla="*/ 29458 w 61134"/>
                <a:gd name="connsiteY1" fmla="*/ 2776 h 29426"/>
                <a:gd name="connsiteX2" fmla="*/ 7679 w 61134"/>
                <a:gd name="connsiteY2" fmla="*/ 16816 h 29426"/>
                <a:gd name="connsiteX3" fmla="*/ 1445 w 61134"/>
                <a:gd name="connsiteY3" fmla="*/ 20871 h 29426"/>
                <a:gd name="connsiteX4" fmla="*/ 995 w 61134"/>
                <a:gd name="connsiteY4" fmla="*/ 27779 h 29426"/>
                <a:gd name="connsiteX5" fmla="*/ 7228 w 61134"/>
                <a:gd name="connsiteY5" fmla="*/ 29280 h 29426"/>
                <a:gd name="connsiteX6" fmla="*/ 57095 w 61134"/>
                <a:gd name="connsiteY6" fmla="*/ 21772 h 29426"/>
                <a:gd name="connsiteX7" fmla="*/ 59798 w 61134"/>
                <a:gd name="connsiteY7" fmla="*/ 20495 h 29426"/>
                <a:gd name="connsiteX8" fmla="*/ 60699 w 61134"/>
                <a:gd name="connsiteY8" fmla="*/ 18318 h 29426"/>
                <a:gd name="connsiteX9" fmla="*/ 56644 w 61134"/>
                <a:gd name="connsiteY9" fmla="*/ -3 h 2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134" h="29426">
                  <a:moveTo>
                    <a:pt x="56644" y="-3"/>
                  </a:moveTo>
                  <a:cubicBezTo>
                    <a:pt x="47482" y="-205"/>
                    <a:pt x="38395" y="726"/>
                    <a:pt x="29458" y="2776"/>
                  </a:cubicBezTo>
                  <a:cubicBezTo>
                    <a:pt x="22849" y="8347"/>
                    <a:pt x="15489" y="13062"/>
                    <a:pt x="7679" y="16816"/>
                  </a:cubicBezTo>
                  <a:cubicBezTo>
                    <a:pt x="5351" y="17680"/>
                    <a:pt x="3173" y="19069"/>
                    <a:pt x="1445" y="20871"/>
                  </a:cubicBezTo>
                  <a:cubicBezTo>
                    <a:pt x="-357" y="22778"/>
                    <a:pt x="-507" y="25661"/>
                    <a:pt x="995" y="27779"/>
                  </a:cubicBezTo>
                  <a:cubicBezTo>
                    <a:pt x="2797" y="29115"/>
                    <a:pt x="5051" y="29656"/>
                    <a:pt x="7228" y="29280"/>
                  </a:cubicBezTo>
                  <a:cubicBezTo>
                    <a:pt x="24051" y="28357"/>
                    <a:pt x="40723" y="25849"/>
                    <a:pt x="57095" y="21772"/>
                  </a:cubicBezTo>
                  <a:cubicBezTo>
                    <a:pt x="58071" y="21629"/>
                    <a:pt x="59047" y="21186"/>
                    <a:pt x="59798" y="20495"/>
                  </a:cubicBezTo>
                  <a:cubicBezTo>
                    <a:pt x="60248" y="19857"/>
                    <a:pt x="60624" y="19106"/>
                    <a:pt x="60699" y="18318"/>
                  </a:cubicBezTo>
                  <a:cubicBezTo>
                    <a:pt x="61901" y="11913"/>
                    <a:pt x="60399" y="5298"/>
                    <a:pt x="56644" y="-3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Content Placeholder 4">
              <a:extLst>
                <a:ext uri="{FF2B5EF4-FFF2-40B4-BE49-F238E27FC236}">
                  <a16:creationId xmlns:a16="http://schemas.microsoft.com/office/drawing/2014/main" id="{12282EF7-8AA5-C557-76AC-6530C39F243F}"/>
                </a:ext>
              </a:extLst>
            </p:cNvPr>
            <p:cNvSpPr/>
            <p:nvPr/>
          </p:nvSpPr>
          <p:spPr>
            <a:xfrm>
              <a:off x="10782186" y="2686963"/>
              <a:ext cx="80993" cy="104142"/>
            </a:xfrm>
            <a:custGeom>
              <a:avLst/>
              <a:gdLst>
                <a:gd name="connsiteX0" fmla="*/ 43142 w 80993"/>
                <a:gd name="connsiteY0" fmla="*/ 104113 h 104142"/>
                <a:gd name="connsiteX1" fmla="*/ 62968 w 80993"/>
                <a:gd name="connsiteY1" fmla="*/ 94201 h 104142"/>
                <a:gd name="connsiteX2" fmla="*/ 80091 w 80993"/>
                <a:gd name="connsiteY2" fmla="*/ 13936 h 104142"/>
                <a:gd name="connsiteX3" fmla="*/ 77912 w 80993"/>
                <a:gd name="connsiteY3" fmla="*/ 5301 h 104142"/>
                <a:gd name="connsiteX4" fmla="*/ 65597 w 80993"/>
                <a:gd name="connsiteY4" fmla="*/ -30 h 104142"/>
                <a:gd name="connsiteX5" fmla="*/ 7019 w 80993"/>
                <a:gd name="connsiteY5" fmla="*/ 1847 h 104142"/>
                <a:gd name="connsiteX6" fmla="*/ 2287 w 80993"/>
                <a:gd name="connsiteY6" fmla="*/ 3049 h 104142"/>
                <a:gd name="connsiteX7" fmla="*/ 34 w 80993"/>
                <a:gd name="connsiteY7" fmla="*/ 7779 h 104142"/>
                <a:gd name="connsiteX8" fmla="*/ 1161 w 80993"/>
                <a:gd name="connsiteY8" fmla="*/ 32632 h 104142"/>
                <a:gd name="connsiteX9" fmla="*/ 2888 w 80993"/>
                <a:gd name="connsiteY9" fmla="*/ 58011 h 104142"/>
                <a:gd name="connsiteX10" fmla="*/ 27370 w 80993"/>
                <a:gd name="connsiteY10" fmla="*/ 98706 h 104142"/>
                <a:gd name="connsiteX11" fmla="*/ 43142 w 80993"/>
                <a:gd name="connsiteY11" fmla="*/ 104113 h 104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93" h="104142">
                  <a:moveTo>
                    <a:pt x="43142" y="104113"/>
                  </a:moveTo>
                  <a:cubicBezTo>
                    <a:pt x="50801" y="103564"/>
                    <a:pt x="57937" y="99998"/>
                    <a:pt x="62968" y="94201"/>
                  </a:cubicBezTo>
                  <a:cubicBezTo>
                    <a:pt x="82570" y="73929"/>
                    <a:pt x="81968" y="42093"/>
                    <a:pt x="80091" y="13936"/>
                  </a:cubicBezTo>
                  <a:cubicBezTo>
                    <a:pt x="80166" y="10918"/>
                    <a:pt x="79415" y="7937"/>
                    <a:pt x="77912" y="5301"/>
                  </a:cubicBezTo>
                  <a:cubicBezTo>
                    <a:pt x="74759" y="1885"/>
                    <a:pt x="70253" y="-45"/>
                    <a:pt x="65597" y="-30"/>
                  </a:cubicBezTo>
                  <a:cubicBezTo>
                    <a:pt x="46070" y="-30"/>
                    <a:pt x="26695" y="871"/>
                    <a:pt x="7019" y="1847"/>
                  </a:cubicBezTo>
                  <a:cubicBezTo>
                    <a:pt x="5367" y="1772"/>
                    <a:pt x="3715" y="2193"/>
                    <a:pt x="2287" y="3049"/>
                  </a:cubicBezTo>
                  <a:cubicBezTo>
                    <a:pt x="1010" y="4303"/>
                    <a:pt x="184" y="5985"/>
                    <a:pt x="34" y="7779"/>
                  </a:cubicBezTo>
                  <a:cubicBezTo>
                    <a:pt x="-191" y="16083"/>
                    <a:pt x="184" y="24388"/>
                    <a:pt x="1161" y="32632"/>
                  </a:cubicBezTo>
                  <a:cubicBezTo>
                    <a:pt x="935" y="41124"/>
                    <a:pt x="1536" y="49624"/>
                    <a:pt x="2888" y="58011"/>
                  </a:cubicBezTo>
                  <a:cubicBezTo>
                    <a:pt x="4991" y="74402"/>
                    <a:pt x="13853" y="89163"/>
                    <a:pt x="27370" y="98706"/>
                  </a:cubicBezTo>
                  <a:cubicBezTo>
                    <a:pt x="32027" y="101988"/>
                    <a:pt x="37510" y="103865"/>
                    <a:pt x="43142" y="104113"/>
                  </a:cubicBezTo>
                  <a:close/>
                </a:path>
              </a:pathLst>
            </a:custGeom>
            <a:solidFill>
              <a:srgbClr val="F0E5D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Content Placeholder 4">
              <a:extLst>
                <a:ext uri="{FF2B5EF4-FFF2-40B4-BE49-F238E27FC236}">
                  <a16:creationId xmlns:a16="http://schemas.microsoft.com/office/drawing/2014/main" id="{3152CFE0-6F67-6FC3-A706-9F21AB16C21B}"/>
                </a:ext>
              </a:extLst>
            </p:cNvPr>
            <p:cNvSpPr/>
            <p:nvPr/>
          </p:nvSpPr>
          <p:spPr>
            <a:xfrm>
              <a:off x="10752390" y="2803210"/>
              <a:ext cx="158039" cy="270275"/>
            </a:xfrm>
            <a:custGeom>
              <a:avLst/>
              <a:gdLst>
                <a:gd name="connsiteX0" fmla="*/ 155021 w 158039"/>
                <a:gd name="connsiteY0" fmla="*/ 240750 h 270275"/>
                <a:gd name="connsiteX1" fmla="*/ 155472 w 158039"/>
                <a:gd name="connsiteY1" fmla="*/ 239999 h 270275"/>
                <a:gd name="connsiteX2" fmla="*/ 146911 w 158039"/>
                <a:gd name="connsiteY2" fmla="*/ 224983 h 270275"/>
                <a:gd name="connsiteX3" fmla="*/ 133844 w 158039"/>
                <a:gd name="connsiteY3" fmla="*/ 127373 h 270275"/>
                <a:gd name="connsiteX4" fmla="*/ 96969 w 158039"/>
                <a:gd name="connsiteY4" fmla="*/ 12118 h 270275"/>
                <a:gd name="connsiteX5" fmla="*/ 73913 w 158039"/>
                <a:gd name="connsiteY5" fmla="*/ 1231 h 270275"/>
                <a:gd name="connsiteX6" fmla="*/ 65127 w 158039"/>
                <a:gd name="connsiteY6" fmla="*/ 1756 h 270275"/>
                <a:gd name="connsiteX7" fmla="*/ 51158 w 158039"/>
                <a:gd name="connsiteY7" fmla="*/ 555 h 270275"/>
                <a:gd name="connsiteX8" fmla="*/ 34111 w 158039"/>
                <a:gd name="connsiteY8" fmla="*/ 9700 h 270275"/>
                <a:gd name="connsiteX9" fmla="*/ 33660 w 158039"/>
                <a:gd name="connsiteY9" fmla="*/ 11893 h 270275"/>
                <a:gd name="connsiteX10" fmla="*/ 33660 w 158039"/>
                <a:gd name="connsiteY10" fmla="*/ 34418 h 270275"/>
                <a:gd name="connsiteX11" fmla="*/ 6924 w 158039"/>
                <a:gd name="connsiteY11" fmla="*/ 222580 h 270275"/>
                <a:gd name="connsiteX12" fmla="*/ 6924 w 158039"/>
                <a:gd name="connsiteY12" fmla="*/ 222580 h 270275"/>
                <a:gd name="connsiteX13" fmla="*/ 4371 w 158039"/>
                <a:gd name="connsiteY13" fmla="*/ 232266 h 270275"/>
                <a:gd name="connsiteX14" fmla="*/ 240 w 158039"/>
                <a:gd name="connsiteY14" fmla="*/ 247283 h 270275"/>
                <a:gd name="connsiteX15" fmla="*/ 240 w 158039"/>
                <a:gd name="connsiteY15" fmla="*/ 248559 h 270275"/>
                <a:gd name="connsiteX16" fmla="*/ 7750 w 158039"/>
                <a:gd name="connsiteY16" fmla="*/ 260663 h 270275"/>
                <a:gd name="connsiteX17" fmla="*/ 8426 w 158039"/>
                <a:gd name="connsiteY17" fmla="*/ 260798 h 270275"/>
                <a:gd name="connsiteX18" fmla="*/ 150140 w 158039"/>
                <a:gd name="connsiteY18" fmla="*/ 254866 h 270275"/>
                <a:gd name="connsiteX19" fmla="*/ 151793 w 158039"/>
                <a:gd name="connsiteY19" fmla="*/ 254040 h 270275"/>
                <a:gd name="connsiteX20" fmla="*/ 152993 w 158039"/>
                <a:gd name="connsiteY20" fmla="*/ 253590 h 270275"/>
                <a:gd name="connsiteX21" fmla="*/ 155096 w 158039"/>
                <a:gd name="connsiteY21" fmla="*/ 252238 h 270275"/>
                <a:gd name="connsiteX22" fmla="*/ 156223 w 158039"/>
                <a:gd name="connsiteY22" fmla="*/ 241043 h 270275"/>
                <a:gd name="connsiteX23" fmla="*/ 155697 w 158039"/>
                <a:gd name="connsiteY23" fmla="*/ 240450 h 27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58039" h="270275">
                  <a:moveTo>
                    <a:pt x="155021" y="240750"/>
                  </a:moveTo>
                  <a:cubicBezTo>
                    <a:pt x="155622" y="240750"/>
                    <a:pt x="155772" y="240750"/>
                    <a:pt x="155472" y="239999"/>
                  </a:cubicBezTo>
                  <a:cubicBezTo>
                    <a:pt x="152318" y="235149"/>
                    <a:pt x="149464" y="230141"/>
                    <a:pt x="146911" y="224983"/>
                  </a:cubicBezTo>
                  <a:cubicBezTo>
                    <a:pt x="144733" y="192193"/>
                    <a:pt x="140377" y="159576"/>
                    <a:pt x="133844" y="127373"/>
                  </a:cubicBezTo>
                  <a:cubicBezTo>
                    <a:pt x="125582" y="87728"/>
                    <a:pt x="107634" y="51012"/>
                    <a:pt x="96969" y="12118"/>
                  </a:cubicBezTo>
                  <a:cubicBezTo>
                    <a:pt x="93815" y="705"/>
                    <a:pt x="88558" y="630"/>
                    <a:pt x="73913" y="1231"/>
                  </a:cubicBezTo>
                  <a:cubicBezTo>
                    <a:pt x="70985" y="1013"/>
                    <a:pt x="68056" y="1186"/>
                    <a:pt x="65127" y="1756"/>
                  </a:cubicBezTo>
                  <a:cubicBezTo>
                    <a:pt x="55664" y="1231"/>
                    <a:pt x="58819" y="2958"/>
                    <a:pt x="51158" y="555"/>
                  </a:cubicBezTo>
                  <a:cubicBezTo>
                    <a:pt x="43948" y="-1622"/>
                    <a:pt x="36289" y="2470"/>
                    <a:pt x="34111" y="9700"/>
                  </a:cubicBezTo>
                  <a:cubicBezTo>
                    <a:pt x="33885" y="10414"/>
                    <a:pt x="33735" y="11149"/>
                    <a:pt x="33660" y="11893"/>
                  </a:cubicBezTo>
                  <a:cubicBezTo>
                    <a:pt x="33660" y="19401"/>
                    <a:pt x="33660" y="26910"/>
                    <a:pt x="33660" y="34418"/>
                  </a:cubicBezTo>
                  <a:cubicBezTo>
                    <a:pt x="18715" y="96137"/>
                    <a:pt x="9778" y="159149"/>
                    <a:pt x="6924" y="222580"/>
                  </a:cubicBezTo>
                  <a:lnTo>
                    <a:pt x="6924" y="222580"/>
                  </a:lnTo>
                  <a:cubicBezTo>
                    <a:pt x="6098" y="225809"/>
                    <a:pt x="5272" y="229037"/>
                    <a:pt x="4371" y="232266"/>
                  </a:cubicBezTo>
                  <a:cubicBezTo>
                    <a:pt x="2268" y="237049"/>
                    <a:pt x="916" y="242109"/>
                    <a:pt x="240" y="247283"/>
                  </a:cubicBezTo>
                  <a:cubicBezTo>
                    <a:pt x="240" y="247733"/>
                    <a:pt x="240" y="248184"/>
                    <a:pt x="240" y="248559"/>
                  </a:cubicBezTo>
                  <a:cubicBezTo>
                    <a:pt x="-1036" y="253965"/>
                    <a:pt x="2343" y="259386"/>
                    <a:pt x="7750" y="260663"/>
                  </a:cubicBezTo>
                  <a:cubicBezTo>
                    <a:pt x="7976" y="260715"/>
                    <a:pt x="8201" y="260760"/>
                    <a:pt x="8426" y="260798"/>
                  </a:cubicBezTo>
                  <a:cubicBezTo>
                    <a:pt x="54913" y="275184"/>
                    <a:pt x="105004" y="273089"/>
                    <a:pt x="150140" y="254866"/>
                  </a:cubicBezTo>
                  <a:cubicBezTo>
                    <a:pt x="150741" y="254619"/>
                    <a:pt x="151266" y="254348"/>
                    <a:pt x="151793" y="254040"/>
                  </a:cubicBezTo>
                  <a:lnTo>
                    <a:pt x="152993" y="253590"/>
                  </a:lnTo>
                  <a:lnTo>
                    <a:pt x="155096" y="252238"/>
                  </a:lnTo>
                  <a:cubicBezTo>
                    <a:pt x="158476" y="249460"/>
                    <a:pt x="159002" y="244445"/>
                    <a:pt x="156223" y="241043"/>
                  </a:cubicBezTo>
                  <a:cubicBezTo>
                    <a:pt x="156073" y="240833"/>
                    <a:pt x="155847" y="240638"/>
                    <a:pt x="155697" y="240450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Content Placeholder 4">
              <a:extLst>
                <a:ext uri="{FF2B5EF4-FFF2-40B4-BE49-F238E27FC236}">
                  <a16:creationId xmlns:a16="http://schemas.microsoft.com/office/drawing/2014/main" id="{91EC8996-E739-53FA-4ACD-EA51740C2AC8}"/>
                </a:ext>
              </a:extLst>
            </p:cNvPr>
            <p:cNvSpPr/>
            <p:nvPr/>
          </p:nvSpPr>
          <p:spPr>
            <a:xfrm>
              <a:off x="10790413" y="2604521"/>
              <a:ext cx="20111" cy="6637"/>
            </a:xfrm>
            <a:custGeom>
              <a:avLst/>
              <a:gdLst>
                <a:gd name="connsiteX0" fmla="*/ 17492 w 20111"/>
                <a:gd name="connsiteY0" fmla="*/ 646 h 6637"/>
                <a:gd name="connsiteX1" fmla="*/ 1345 w 20111"/>
                <a:gd name="connsiteY1" fmla="*/ -30 h 6637"/>
                <a:gd name="connsiteX2" fmla="*/ -6 w 20111"/>
                <a:gd name="connsiteY2" fmla="*/ 2020 h 6637"/>
                <a:gd name="connsiteX3" fmla="*/ 1345 w 20111"/>
                <a:gd name="connsiteY3" fmla="*/ 3349 h 6637"/>
                <a:gd name="connsiteX4" fmla="*/ 17191 w 20111"/>
                <a:gd name="connsiteY4" fmla="*/ 6578 h 6637"/>
                <a:gd name="connsiteX5" fmla="*/ 17492 w 20111"/>
                <a:gd name="connsiteY5" fmla="*/ 646 h 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11" h="6637">
                  <a:moveTo>
                    <a:pt x="17492" y="646"/>
                  </a:moveTo>
                  <a:cubicBezTo>
                    <a:pt x="12085" y="759"/>
                    <a:pt x="6678" y="533"/>
                    <a:pt x="1345" y="-30"/>
                  </a:cubicBezTo>
                  <a:cubicBezTo>
                    <a:pt x="444" y="165"/>
                    <a:pt x="-157" y="1082"/>
                    <a:pt x="-6" y="2020"/>
                  </a:cubicBezTo>
                  <a:cubicBezTo>
                    <a:pt x="144" y="2688"/>
                    <a:pt x="669" y="3206"/>
                    <a:pt x="1345" y="3349"/>
                  </a:cubicBezTo>
                  <a:cubicBezTo>
                    <a:pt x="6603" y="4551"/>
                    <a:pt x="11859" y="5827"/>
                    <a:pt x="17191" y="6578"/>
                  </a:cubicBezTo>
                  <a:cubicBezTo>
                    <a:pt x="20721" y="7103"/>
                    <a:pt x="21247" y="646"/>
                    <a:pt x="17492" y="646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Content Placeholder 4">
              <a:extLst>
                <a:ext uri="{FF2B5EF4-FFF2-40B4-BE49-F238E27FC236}">
                  <a16:creationId xmlns:a16="http://schemas.microsoft.com/office/drawing/2014/main" id="{FC495224-EEFA-378A-C539-B7340A122DBB}"/>
                </a:ext>
              </a:extLst>
            </p:cNvPr>
            <p:cNvSpPr/>
            <p:nvPr/>
          </p:nvSpPr>
          <p:spPr>
            <a:xfrm>
              <a:off x="10774458" y="2564493"/>
              <a:ext cx="6214" cy="17502"/>
            </a:xfrm>
            <a:custGeom>
              <a:avLst/>
              <a:gdLst>
                <a:gd name="connsiteX0" fmla="*/ 1004 w 6214"/>
                <a:gd name="connsiteY0" fmla="*/ 1630 h 17502"/>
                <a:gd name="connsiteX1" fmla="*/ 252 w 6214"/>
                <a:gd name="connsiteY1" fmla="*/ 8538 h 17502"/>
                <a:gd name="connsiteX2" fmla="*/ 252 w 6214"/>
                <a:gd name="connsiteY2" fmla="*/ 16046 h 17502"/>
                <a:gd name="connsiteX3" fmla="*/ 3181 w 6214"/>
                <a:gd name="connsiteY3" fmla="*/ 16797 h 17502"/>
                <a:gd name="connsiteX4" fmla="*/ 5058 w 6214"/>
                <a:gd name="connsiteY4" fmla="*/ 9889 h 17502"/>
                <a:gd name="connsiteX5" fmla="*/ 6185 w 6214"/>
                <a:gd name="connsiteY5" fmla="*/ 2381 h 17502"/>
                <a:gd name="connsiteX6" fmla="*/ 3181 w 6214"/>
                <a:gd name="connsiteY6" fmla="*/ -14 h 17502"/>
                <a:gd name="connsiteX7" fmla="*/ 1004 w 6214"/>
                <a:gd name="connsiteY7" fmla="*/ 1630 h 1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214" h="17502">
                  <a:moveTo>
                    <a:pt x="1004" y="1630"/>
                  </a:moveTo>
                  <a:cubicBezTo>
                    <a:pt x="478" y="3890"/>
                    <a:pt x="178" y="6210"/>
                    <a:pt x="252" y="8538"/>
                  </a:cubicBezTo>
                  <a:cubicBezTo>
                    <a:pt x="-123" y="11023"/>
                    <a:pt x="-123" y="13561"/>
                    <a:pt x="252" y="16046"/>
                  </a:cubicBezTo>
                  <a:cubicBezTo>
                    <a:pt x="252" y="17248"/>
                    <a:pt x="2355" y="18149"/>
                    <a:pt x="3181" y="16797"/>
                  </a:cubicBezTo>
                  <a:cubicBezTo>
                    <a:pt x="4157" y="14612"/>
                    <a:pt x="4834" y="12277"/>
                    <a:pt x="5058" y="9889"/>
                  </a:cubicBezTo>
                  <a:cubicBezTo>
                    <a:pt x="5735" y="7442"/>
                    <a:pt x="6110" y="4919"/>
                    <a:pt x="6185" y="2381"/>
                  </a:cubicBezTo>
                  <a:cubicBezTo>
                    <a:pt x="6035" y="894"/>
                    <a:pt x="4684" y="-172"/>
                    <a:pt x="3181" y="-14"/>
                  </a:cubicBezTo>
                  <a:cubicBezTo>
                    <a:pt x="2205" y="91"/>
                    <a:pt x="1379" y="722"/>
                    <a:pt x="1004" y="1630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Content Placeholder 4">
              <a:extLst>
                <a:ext uri="{FF2B5EF4-FFF2-40B4-BE49-F238E27FC236}">
                  <a16:creationId xmlns:a16="http://schemas.microsoft.com/office/drawing/2014/main" id="{1AF66C69-9486-8BF3-243F-A958F316E6EC}"/>
                </a:ext>
              </a:extLst>
            </p:cNvPr>
            <p:cNvSpPr/>
            <p:nvPr/>
          </p:nvSpPr>
          <p:spPr>
            <a:xfrm>
              <a:off x="10787222" y="2576873"/>
              <a:ext cx="16209" cy="13467"/>
            </a:xfrm>
            <a:custGeom>
              <a:avLst/>
              <a:gdLst>
                <a:gd name="connsiteX0" fmla="*/ 12346 w 16209"/>
                <a:gd name="connsiteY0" fmla="*/ 287 h 13467"/>
                <a:gd name="connsiteX1" fmla="*/ 5361 w 16209"/>
                <a:gd name="connsiteY1" fmla="*/ 5543 h 13467"/>
                <a:gd name="connsiteX2" fmla="*/ 105 w 16209"/>
                <a:gd name="connsiteY2" fmla="*/ 11175 h 13467"/>
                <a:gd name="connsiteX3" fmla="*/ 1006 w 16209"/>
                <a:gd name="connsiteY3" fmla="*/ 13322 h 13467"/>
                <a:gd name="connsiteX4" fmla="*/ 1832 w 16209"/>
                <a:gd name="connsiteY4" fmla="*/ 13427 h 13467"/>
                <a:gd name="connsiteX5" fmla="*/ 7840 w 16209"/>
                <a:gd name="connsiteY5" fmla="*/ 10424 h 13467"/>
                <a:gd name="connsiteX6" fmla="*/ 15350 w 16209"/>
                <a:gd name="connsiteY6" fmla="*/ 5093 h 13467"/>
                <a:gd name="connsiteX7" fmla="*/ 12346 w 16209"/>
                <a:gd name="connsiteY7" fmla="*/ 287 h 13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209" h="13467">
                  <a:moveTo>
                    <a:pt x="12346" y="287"/>
                  </a:moveTo>
                  <a:cubicBezTo>
                    <a:pt x="9868" y="1797"/>
                    <a:pt x="7540" y="3554"/>
                    <a:pt x="5361" y="5543"/>
                  </a:cubicBezTo>
                  <a:cubicBezTo>
                    <a:pt x="3259" y="7075"/>
                    <a:pt x="1457" y="8990"/>
                    <a:pt x="105" y="11175"/>
                  </a:cubicBezTo>
                  <a:cubicBezTo>
                    <a:pt x="-271" y="12023"/>
                    <a:pt x="180" y="12984"/>
                    <a:pt x="1006" y="13322"/>
                  </a:cubicBezTo>
                  <a:cubicBezTo>
                    <a:pt x="1307" y="13420"/>
                    <a:pt x="1531" y="13457"/>
                    <a:pt x="1832" y="13427"/>
                  </a:cubicBezTo>
                  <a:cubicBezTo>
                    <a:pt x="4010" y="12812"/>
                    <a:pt x="6038" y="11790"/>
                    <a:pt x="7840" y="10424"/>
                  </a:cubicBezTo>
                  <a:cubicBezTo>
                    <a:pt x="10544" y="8915"/>
                    <a:pt x="13022" y="7127"/>
                    <a:pt x="15350" y="5093"/>
                  </a:cubicBezTo>
                  <a:cubicBezTo>
                    <a:pt x="17378" y="2990"/>
                    <a:pt x="15425" y="-1214"/>
                    <a:pt x="12346" y="287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Content Placeholder 4">
              <a:extLst>
                <a:ext uri="{FF2B5EF4-FFF2-40B4-BE49-F238E27FC236}">
                  <a16:creationId xmlns:a16="http://schemas.microsoft.com/office/drawing/2014/main" id="{B50CF626-5F7B-457B-FCDE-94E45478C95A}"/>
                </a:ext>
              </a:extLst>
            </p:cNvPr>
            <p:cNvSpPr/>
            <p:nvPr/>
          </p:nvSpPr>
          <p:spPr>
            <a:xfrm>
              <a:off x="10864095" y="2800884"/>
              <a:ext cx="147249" cy="202546"/>
            </a:xfrm>
            <a:custGeom>
              <a:avLst/>
              <a:gdLst>
                <a:gd name="connsiteX0" fmla="*/ 84697 w 147249"/>
                <a:gd name="connsiteY0" fmla="*/ 40423 h 202546"/>
                <a:gd name="connsiteX1" fmla="*/ 2087 w 147249"/>
                <a:gd name="connsiteY1" fmla="*/ 8588 h 202546"/>
                <a:gd name="connsiteX2" fmla="*/ 20036 w 147249"/>
                <a:gd name="connsiteY2" fmla="*/ 42300 h 202546"/>
                <a:gd name="connsiteX3" fmla="*/ 60890 w 147249"/>
                <a:gd name="connsiteY3" fmla="*/ 83296 h 202546"/>
                <a:gd name="connsiteX4" fmla="*/ 99717 w 147249"/>
                <a:gd name="connsiteY4" fmla="*/ 127671 h 202546"/>
                <a:gd name="connsiteX5" fmla="*/ 120820 w 147249"/>
                <a:gd name="connsiteY5" fmla="*/ 190592 h 202546"/>
                <a:gd name="connsiteX6" fmla="*/ 123073 w 147249"/>
                <a:gd name="connsiteY6" fmla="*/ 199152 h 202546"/>
                <a:gd name="connsiteX7" fmla="*/ 134938 w 147249"/>
                <a:gd name="connsiteY7" fmla="*/ 202080 h 202546"/>
                <a:gd name="connsiteX8" fmla="*/ 146504 w 147249"/>
                <a:gd name="connsiteY8" fmla="*/ 188715 h 202546"/>
                <a:gd name="connsiteX9" fmla="*/ 84697 w 147249"/>
                <a:gd name="connsiteY9" fmla="*/ 40423 h 202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249" h="202546">
                  <a:moveTo>
                    <a:pt x="84697" y="40423"/>
                  </a:moveTo>
                  <a:cubicBezTo>
                    <a:pt x="78464" y="32915"/>
                    <a:pt x="19585" y="-20545"/>
                    <a:pt x="2087" y="8588"/>
                  </a:cubicBezTo>
                  <a:cubicBezTo>
                    <a:pt x="-6023" y="22178"/>
                    <a:pt x="11174" y="33440"/>
                    <a:pt x="20036" y="42300"/>
                  </a:cubicBezTo>
                  <a:lnTo>
                    <a:pt x="60890" y="83296"/>
                  </a:lnTo>
                  <a:cubicBezTo>
                    <a:pt x="75234" y="96804"/>
                    <a:pt x="88226" y="111664"/>
                    <a:pt x="99717" y="127671"/>
                  </a:cubicBezTo>
                  <a:cubicBezTo>
                    <a:pt x="112334" y="146330"/>
                    <a:pt x="119619" y="168089"/>
                    <a:pt x="120820" y="190592"/>
                  </a:cubicBezTo>
                  <a:cubicBezTo>
                    <a:pt x="120595" y="193618"/>
                    <a:pt x="121421" y="196629"/>
                    <a:pt x="123073" y="199152"/>
                  </a:cubicBezTo>
                  <a:cubicBezTo>
                    <a:pt x="126227" y="202103"/>
                    <a:pt x="130733" y="203214"/>
                    <a:pt x="134938" y="202080"/>
                  </a:cubicBezTo>
                  <a:cubicBezTo>
                    <a:pt x="141398" y="200811"/>
                    <a:pt x="146203" y="195300"/>
                    <a:pt x="146504" y="188715"/>
                  </a:cubicBezTo>
                  <a:cubicBezTo>
                    <a:pt x="152287" y="133153"/>
                    <a:pt x="122247" y="84273"/>
                    <a:pt x="84697" y="40423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Content Placeholder 4">
              <a:extLst>
                <a:ext uri="{FF2B5EF4-FFF2-40B4-BE49-F238E27FC236}">
                  <a16:creationId xmlns:a16="http://schemas.microsoft.com/office/drawing/2014/main" id="{2CC0DB8C-6782-46CF-5380-8C4D4AF42D1D}"/>
                </a:ext>
              </a:extLst>
            </p:cNvPr>
            <p:cNvSpPr/>
            <p:nvPr/>
          </p:nvSpPr>
          <p:spPr>
            <a:xfrm>
              <a:off x="10986215" y="2999062"/>
              <a:ext cx="22135" cy="31765"/>
            </a:xfrm>
            <a:custGeom>
              <a:avLst/>
              <a:gdLst>
                <a:gd name="connsiteX0" fmla="*/ 2305 w 22135"/>
                <a:gd name="connsiteY0" fmla="*/ 4579 h 31765"/>
                <a:gd name="connsiteX1" fmla="*/ 352 w 22135"/>
                <a:gd name="connsiteY1" fmla="*/ 15841 h 31765"/>
                <a:gd name="connsiteX2" fmla="*/ 3505 w 22135"/>
                <a:gd name="connsiteY2" fmla="*/ 21773 h 31765"/>
                <a:gd name="connsiteX3" fmla="*/ 3505 w 22135"/>
                <a:gd name="connsiteY3" fmla="*/ 26203 h 31765"/>
                <a:gd name="connsiteX4" fmla="*/ 6735 w 22135"/>
                <a:gd name="connsiteY4" fmla="*/ 30558 h 31765"/>
                <a:gd name="connsiteX5" fmla="*/ 12217 w 22135"/>
                <a:gd name="connsiteY5" fmla="*/ 31684 h 31765"/>
                <a:gd name="connsiteX6" fmla="*/ 17775 w 22135"/>
                <a:gd name="connsiteY6" fmla="*/ 30558 h 31765"/>
                <a:gd name="connsiteX7" fmla="*/ 20854 w 22135"/>
                <a:gd name="connsiteY7" fmla="*/ 26428 h 31765"/>
                <a:gd name="connsiteX8" fmla="*/ 21755 w 22135"/>
                <a:gd name="connsiteY8" fmla="*/ 14940 h 31765"/>
                <a:gd name="connsiteX9" fmla="*/ 18601 w 22135"/>
                <a:gd name="connsiteY9" fmla="*/ 3753 h 31765"/>
                <a:gd name="connsiteX10" fmla="*/ 17024 w 22135"/>
                <a:gd name="connsiteY10" fmla="*/ 1050 h 31765"/>
                <a:gd name="connsiteX11" fmla="*/ 14546 w 22135"/>
                <a:gd name="connsiteY11" fmla="*/ 224 h 31765"/>
                <a:gd name="connsiteX12" fmla="*/ 6284 w 22135"/>
                <a:gd name="connsiteY12" fmla="*/ 224 h 31765"/>
                <a:gd name="connsiteX13" fmla="*/ 2305 w 22135"/>
                <a:gd name="connsiteY13" fmla="*/ 4579 h 31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135" h="31765">
                  <a:moveTo>
                    <a:pt x="2305" y="4579"/>
                  </a:moveTo>
                  <a:cubicBezTo>
                    <a:pt x="1628" y="8408"/>
                    <a:pt x="-1000" y="12087"/>
                    <a:pt x="352" y="15841"/>
                  </a:cubicBezTo>
                  <a:cubicBezTo>
                    <a:pt x="1178" y="17944"/>
                    <a:pt x="3206" y="19520"/>
                    <a:pt x="3505" y="21773"/>
                  </a:cubicBezTo>
                  <a:cubicBezTo>
                    <a:pt x="3806" y="24025"/>
                    <a:pt x="3055" y="24701"/>
                    <a:pt x="3505" y="26203"/>
                  </a:cubicBezTo>
                  <a:cubicBezTo>
                    <a:pt x="3806" y="28102"/>
                    <a:pt x="5008" y="29739"/>
                    <a:pt x="6735" y="30558"/>
                  </a:cubicBezTo>
                  <a:cubicBezTo>
                    <a:pt x="8462" y="31384"/>
                    <a:pt x="10340" y="31767"/>
                    <a:pt x="12217" y="31684"/>
                  </a:cubicBezTo>
                  <a:cubicBezTo>
                    <a:pt x="14170" y="31887"/>
                    <a:pt x="16048" y="31489"/>
                    <a:pt x="17775" y="30558"/>
                  </a:cubicBezTo>
                  <a:cubicBezTo>
                    <a:pt x="19202" y="29514"/>
                    <a:pt x="20254" y="28080"/>
                    <a:pt x="20854" y="26428"/>
                  </a:cubicBezTo>
                  <a:cubicBezTo>
                    <a:pt x="22131" y="22742"/>
                    <a:pt x="22431" y="18785"/>
                    <a:pt x="21755" y="14940"/>
                  </a:cubicBezTo>
                  <a:cubicBezTo>
                    <a:pt x="21004" y="11126"/>
                    <a:pt x="19953" y="7379"/>
                    <a:pt x="18601" y="3753"/>
                  </a:cubicBezTo>
                  <a:cubicBezTo>
                    <a:pt x="18376" y="2709"/>
                    <a:pt x="17850" y="1763"/>
                    <a:pt x="17024" y="1050"/>
                  </a:cubicBezTo>
                  <a:cubicBezTo>
                    <a:pt x="16273" y="577"/>
                    <a:pt x="15447" y="291"/>
                    <a:pt x="14546" y="224"/>
                  </a:cubicBezTo>
                  <a:cubicBezTo>
                    <a:pt x="11767" y="-114"/>
                    <a:pt x="9063" y="-114"/>
                    <a:pt x="6284" y="224"/>
                  </a:cubicBezTo>
                  <a:cubicBezTo>
                    <a:pt x="2529" y="524"/>
                    <a:pt x="2830" y="1125"/>
                    <a:pt x="2305" y="4579"/>
                  </a:cubicBezTo>
                  <a:close/>
                </a:path>
              </a:pathLst>
            </a:custGeom>
            <a:solidFill>
              <a:srgbClr val="F0E5D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Content Placeholder 4">
              <a:extLst>
                <a:ext uri="{FF2B5EF4-FFF2-40B4-BE49-F238E27FC236}">
                  <a16:creationId xmlns:a16="http://schemas.microsoft.com/office/drawing/2014/main" id="{40B13C75-0013-50A6-F63B-E85F697C0F45}"/>
                </a:ext>
              </a:extLst>
            </p:cNvPr>
            <p:cNvSpPr/>
            <p:nvPr/>
          </p:nvSpPr>
          <p:spPr>
            <a:xfrm>
              <a:off x="10723864" y="2582938"/>
              <a:ext cx="55330" cy="70214"/>
            </a:xfrm>
            <a:custGeom>
              <a:avLst/>
              <a:gdLst>
                <a:gd name="connsiteX0" fmla="*/ 22608 w 55330"/>
                <a:gd name="connsiteY0" fmla="*/ 10591 h 70214"/>
                <a:gd name="connsiteX1" fmla="*/ 28842 w 55330"/>
                <a:gd name="connsiteY1" fmla="*/ 1356 h 70214"/>
                <a:gd name="connsiteX2" fmla="*/ 39356 w 55330"/>
                <a:gd name="connsiteY2" fmla="*/ 1356 h 70214"/>
                <a:gd name="connsiteX3" fmla="*/ 49869 w 55330"/>
                <a:gd name="connsiteY3" fmla="*/ 7062 h 70214"/>
                <a:gd name="connsiteX4" fmla="*/ 55202 w 55330"/>
                <a:gd name="connsiteY4" fmla="*/ 12018 h 70214"/>
                <a:gd name="connsiteX5" fmla="*/ 52574 w 55330"/>
                <a:gd name="connsiteY5" fmla="*/ 20202 h 70214"/>
                <a:gd name="connsiteX6" fmla="*/ 28090 w 55330"/>
                <a:gd name="connsiteY6" fmla="*/ 65253 h 70214"/>
                <a:gd name="connsiteX7" fmla="*/ 23359 w 55330"/>
                <a:gd name="connsiteY7" fmla="*/ 70058 h 70214"/>
                <a:gd name="connsiteX8" fmla="*/ 19830 w 55330"/>
                <a:gd name="connsiteY8" fmla="*/ 69683 h 70214"/>
                <a:gd name="connsiteX9" fmla="*/ 1055 w 55330"/>
                <a:gd name="connsiteY9" fmla="*/ 50161 h 70214"/>
                <a:gd name="connsiteX10" fmla="*/ 22608 w 55330"/>
                <a:gd name="connsiteY10" fmla="*/ 10591 h 70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5330" h="70214">
                  <a:moveTo>
                    <a:pt x="22608" y="10591"/>
                  </a:moveTo>
                  <a:cubicBezTo>
                    <a:pt x="23810" y="7017"/>
                    <a:pt x="25988" y="3833"/>
                    <a:pt x="28842" y="1356"/>
                  </a:cubicBezTo>
                  <a:cubicBezTo>
                    <a:pt x="32071" y="-492"/>
                    <a:pt x="36126" y="-492"/>
                    <a:pt x="39356" y="1356"/>
                  </a:cubicBezTo>
                  <a:cubicBezTo>
                    <a:pt x="43036" y="2917"/>
                    <a:pt x="46565" y="4825"/>
                    <a:pt x="49869" y="7062"/>
                  </a:cubicBezTo>
                  <a:cubicBezTo>
                    <a:pt x="51297" y="8038"/>
                    <a:pt x="54676" y="10216"/>
                    <a:pt x="55202" y="12018"/>
                  </a:cubicBezTo>
                  <a:cubicBezTo>
                    <a:pt x="55727" y="13820"/>
                    <a:pt x="54075" y="17424"/>
                    <a:pt x="52574" y="20202"/>
                  </a:cubicBezTo>
                  <a:cubicBezTo>
                    <a:pt x="43711" y="36645"/>
                    <a:pt x="36952" y="50686"/>
                    <a:pt x="28090" y="65253"/>
                  </a:cubicBezTo>
                  <a:cubicBezTo>
                    <a:pt x="27114" y="67363"/>
                    <a:pt x="25462" y="69067"/>
                    <a:pt x="23359" y="70058"/>
                  </a:cubicBezTo>
                  <a:cubicBezTo>
                    <a:pt x="22158" y="70313"/>
                    <a:pt x="20956" y="70178"/>
                    <a:pt x="19830" y="69683"/>
                  </a:cubicBezTo>
                  <a:cubicBezTo>
                    <a:pt x="13747" y="67430"/>
                    <a:pt x="-4653" y="61048"/>
                    <a:pt x="1055" y="50161"/>
                  </a:cubicBezTo>
                  <a:cubicBezTo>
                    <a:pt x="8039" y="36871"/>
                    <a:pt x="16300" y="24482"/>
                    <a:pt x="22608" y="10591"/>
                  </a:cubicBezTo>
                  <a:close/>
                </a:path>
              </a:pathLst>
            </a:custGeom>
            <a:solidFill>
              <a:srgbClr val="3D3D3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Content Placeholder 4">
              <a:extLst>
                <a:ext uri="{FF2B5EF4-FFF2-40B4-BE49-F238E27FC236}">
                  <a16:creationId xmlns:a16="http://schemas.microsoft.com/office/drawing/2014/main" id="{12A4E8C1-6EAE-3486-FD67-3833AF29CF72}"/>
                </a:ext>
              </a:extLst>
            </p:cNvPr>
            <p:cNvSpPr/>
            <p:nvPr/>
          </p:nvSpPr>
          <p:spPr>
            <a:xfrm>
              <a:off x="10730981" y="2587805"/>
              <a:ext cx="44659" cy="51504"/>
            </a:xfrm>
            <a:custGeom>
              <a:avLst/>
              <a:gdLst>
                <a:gd name="connsiteX0" fmla="*/ 18871 w 44659"/>
                <a:gd name="connsiteY0" fmla="*/ 3471 h 51504"/>
                <a:gd name="connsiteX1" fmla="*/ 21725 w 44659"/>
                <a:gd name="connsiteY1" fmla="*/ 393 h 51504"/>
                <a:gd name="connsiteX2" fmla="*/ 25705 w 44659"/>
                <a:gd name="connsiteY2" fmla="*/ 393 h 51504"/>
                <a:gd name="connsiteX3" fmla="*/ 40725 w 44659"/>
                <a:gd name="connsiteY3" fmla="*/ 7526 h 51504"/>
                <a:gd name="connsiteX4" fmla="*/ 43804 w 44659"/>
                <a:gd name="connsiteY4" fmla="*/ 9853 h 51504"/>
                <a:gd name="connsiteX5" fmla="*/ 44630 w 44659"/>
                <a:gd name="connsiteY5" fmla="*/ 12031 h 51504"/>
                <a:gd name="connsiteX6" fmla="*/ 41851 w 44659"/>
                <a:gd name="connsiteY6" fmla="*/ 18563 h 51504"/>
                <a:gd name="connsiteX7" fmla="*/ 38547 w 44659"/>
                <a:gd name="connsiteY7" fmla="*/ 24495 h 51504"/>
                <a:gd name="connsiteX8" fmla="*/ 35093 w 44659"/>
                <a:gd name="connsiteY8" fmla="*/ 30952 h 51504"/>
                <a:gd name="connsiteX9" fmla="*/ 30061 w 44659"/>
                <a:gd name="connsiteY9" fmla="*/ 40563 h 51504"/>
                <a:gd name="connsiteX10" fmla="*/ 26682 w 44659"/>
                <a:gd name="connsiteY10" fmla="*/ 47621 h 51504"/>
                <a:gd name="connsiteX11" fmla="*/ 24654 w 44659"/>
                <a:gd name="connsiteY11" fmla="*/ 50624 h 51504"/>
                <a:gd name="connsiteX12" fmla="*/ 20749 w 44659"/>
                <a:gd name="connsiteY12" fmla="*/ 51150 h 51504"/>
                <a:gd name="connsiteX13" fmla="*/ 13689 w 44659"/>
                <a:gd name="connsiteY13" fmla="*/ 47771 h 51504"/>
                <a:gd name="connsiteX14" fmla="*/ 3476 w 44659"/>
                <a:gd name="connsiteY14" fmla="*/ 42065 h 51504"/>
                <a:gd name="connsiteX15" fmla="*/ 21 w 44659"/>
                <a:gd name="connsiteY15" fmla="*/ 38235 h 51504"/>
                <a:gd name="connsiteX16" fmla="*/ 2049 w 44659"/>
                <a:gd name="connsiteY16" fmla="*/ 34556 h 51504"/>
                <a:gd name="connsiteX17" fmla="*/ 4452 w 44659"/>
                <a:gd name="connsiteY17" fmla="*/ 30201 h 51504"/>
                <a:gd name="connsiteX18" fmla="*/ 13614 w 44659"/>
                <a:gd name="connsiteY18" fmla="*/ 12631 h 51504"/>
                <a:gd name="connsiteX19" fmla="*/ 18871 w 44659"/>
                <a:gd name="connsiteY19" fmla="*/ 3471 h 51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4659" h="51504">
                  <a:moveTo>
                    <a:pt x="18871" y="3471"/>
                  </a:moveTo>
                  <a:cubicBezTo>
                    <a:pt x="19547" y="2210"/>
                    <a:pt x="20523" y="1151"/>
                    <a:pt x="21725" y="393"/>
                  </a:cubicBezTo>
                  <a:cubicBezTo>
                    <a:pt x="23002" y="-171"/>
                    <a:pt x="24428" y="-171"/>
                    <a:pt x="25705" y="393"/>
                  </a:cubicBezTo>
                  <a:cubicBezTo>
                    <a:pt x="30887" y="2457"/>
                    <a:pt x="35844" y="4838"/>
                    <a:pt x="40725" y="7526"/>
                  </a:cubicBezTo>
                  <a:cubicBezTo>
                    <a:pt x="41476" y="7976"/>
                    <a:pt x="43429" y="9027"/>
                    <a:pt x="43804" y="9853"/>
                  </a:cubicBezTo>
                  <a:cubicBezTo>
                    <a:pt x="44255" y="10506"/>
                    <a:pt x="44556" y="11250"/>
                    <a:pt x="44630" y="12031"/>
                  </a:cubicBezTo>
                  <a:cubicBezTo>
                    <a:pt x="44630" y="14358"/>
                    <a:pt x="42752" y="16235"/>
                    <a:pt x="41851" y="18563"/>
                  </a:cubicBezTo>
                  <a:cubicBezTo>
                    <a:pt x="40875" y="20598"/>
                    <a:pt x="39749" y="22572"/>
                    <a:pt x="38547" y="24495"/>
                  </a:cubicBezTo>
                  <a:cubicBezTo>
                    <a:pt x="37496" y="26672"/>
                    <a:pt x="36294" y="28775"/>
                    <a:pt x="35093" y="30952"/>
                  </a:cubicBezTo>
                  <a:cubicBezTo>
                    <a:pt x="33891" y="33129"/>
                    <a:pt x="31638" y="37334"/>
                    <a:pt x="30061" y="40563"/>
                  </a:cubicBezTo>
                  <a:cubicBezTo>
                    <a:pt x="28484" y="43792"/>
                    <a:pt x="27732" y="45218"/>
                    <a:pt x="26682" y="47621"/>
                  </a:cubicBezTo>
                  <a:cubicBezTo>
                    <a:pt x="26231" y="48770"/>
                    <a:pt x="25555" y="49806"/>
                    <a:pt x="24654" y="50624"/>
                  </a:cubicBezTo>
                  <a:cubicBezTo>
                    <a:pt x="23527" y="51525"/>
                    <a:pt x="22025" y="51728"/>
                    <a:pt x="20749" y="51150"/>
                  </a:cubicBezTo>
                  <a:cubicBezTo>
                    <a:pt x="18270" y="50256"/>
                    <a:pt x="15942" y="49122"/>
                    <a:pt x="13689" y="47771"/>
                  </a:cubicBezTo>
                  <a:lnTo>
                    <a:pt x="3476" y="42065"/>
                  </a:lnTo>
                  <a:cubicBezTo>
                    <a:pt x="2274" y="41389"/>
                    <a:pt x="-430" y="40413"/>
                    <a:pt x="21" y="38235"/>
                  </a:cubicBezTo>
                  <a:cubicBezTo>
                    <a:pt x="547" y="36929"/>
                    <a:pt x="1222" y="35697"/>
                    <a:pt x="2049" y="34556"/>
                  </a:cubicBezTo>
                  <a:cubicBezTo>
                    <a:pt x="2875" y="33129"/>
                    <a:pt x="3701" y="31703"/>
                    <a:pt x="4452" y="30201"/>
                  </a:cubicBezTo>
                  <a:cubicBezTo>
                    <a:pt x="7606" y="24420"/>
                    <a:pt x="10460" y="18488"/>
                    <a:pt x="13614" y="12631"/>
                  </a:cubicBezTo>
                  <a:cubicBezTo>
                    <a:pt x="15041" y="9703"/>
                    <a:pt x="16918" y="6549"/>
                    <a:pt x="18871" y="3471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Content Placeholder 4">
              <a:extLst>
                <a:ext uri="{FF2B5EF4-FFF2-40B4-BE49-F238E27FC236}">
                  <a16:creationId xmlns:a16="http://schemas.microsoft.com/office/drawing/2014/main" id="{DAE84AC7-E328-D671-C748-4F4426FB743B}"/>
                </a:ext>
              </a:extLst>
            </p:cNvPr>
            <p:cNvSpPr/>
            <p:nvPr/>
          </p:nvSpPr>
          <p:spPr>
            <a:xfrm>
              <a:off x="10764126" y="2588786"/>
              <a:ext cx="6149" cy="3763"/>
            </a:xfrm>
            <a:custGeom>
              <a:avLst/>
              <a:gdLst>
                <a:gd name="connsiteX0" fmla="*/ 5553 w 6149"/>
                <a:gd name="connsiteY0" fmla="*/ 2415 h 3763"/>
                <a:gd name="connsiteX1" fmla="*/ 4351 w 6149"/>
                <a:gd name="connsiteY1" fmla="*/ 1664 h 3763"/>
                <a:gd name="connsiteX2" fmla="*/ 1573 w 6149"/>
                <a:gd name="connsiteY2" fmla="*/ 237 h 3763"/>
                <a:gd name="connsiteX3" fmla="*/ 71 w 6149"/>
                <a:gd name="connsiteY3" fmla="*/ 237 h 3763"/>
                <a:gd name="connsiteX4" fmla="*/ 71 w 6149"/>
                <a:gd name="connsiteY4" fmla="*/ 763 h 3763"/>
                <a:gd name="connsiteX5" fmla="*/ 5779 w 6149"/>
                <a:gd name="connsiteY5" fmla="*/ 3616 h 3763"/>
                <a:gd name="connsiteX6" fmla="*/ 5553 w 6149"/>
                <a:gd name="connsiteY6" fmla="*/ 2415 h 3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49" h="3763">
                  <a:moveTo>
                    <a:pt x="5553" y="2415"/>
                  </a:moveTo>
                  <a:lnTo>
                    <a:pt x="4351" y="1664"/>
                  </a:lnTo>
                  <a:lnTo>
                    <a:pt x="1573" y="237"/>
                  </a:lnTo>
                  <a:cubicBezTo>
                    <a:pt x="1047" y="237"/>
                    <a:pt x="296" y="-363"/>
                    <a:pt x="71" y="237"/>
                  </a:cubicBezTo>
                  <a:cubicBezTo>
                    <a:pt x="-155" y="838"/>
                    <a:pt x="71" y="237"/>
                    <a:pt x="71" y="763"/>
                  </a:cubicBezTo>
                  <a:cubicBezTo>
                    <a:pt x="71" y="1288"/>
                    <a:pt x="5027" y="4367"/>
                    <a:pt x="5779" y="3616"/>
                  </a:cubicBezTo>
                  <a:cubicBezTo>
                    <a:pt x="6529" y="2865"/>
                    <a:pt x="5853" y="2715"/>
                    <a:pt x="5553" y="2415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Content Placeholder 4">
              <a:extLst>
                <a:ext uri="{FF2B5EF4-FFF2-40B4-BE49-F238E27FC236}">
                  <a16:creationId xmlns:a16="http://schemas.microsoft.com/office/drawing/2014/main" id="{A9247449-EA09-DE6F-D08B-127B8DE6DFD7}"/>
                </a:ext>
              </a:extLst>
            </p:cNvPr>
            <p:cNvSpPr/>
            <p:nvPr/>
          </p:nvSpPr>
          <p:spPr>
            <a:xfrm>
              <a:off x="10762723" y="2587777"/>
              <a:ext cx="1352" cy="1397"/>
            </a:xfrm>
            <a:custGeom>
              <a:avLst/>
              <a:gdLst>
                <a:gd name="connsiteX0" fmla="*/ 1097 w 1352"/>
                <a:gd name="connsiteY0" fmla="*/ 421 h 1397"/>
                <a:gd name="connsiteX1" fmla="*/ 647 w 1352"/>
                <a:gd name="connsiteY1" fmla="*/ -30 h 1397"/>
                <a:gd name="connsiteX2" fmla="*/ -29 w 1352"/>
                <a:gd name="connsiteY2" fmla="*/ 346 h 1397"/>
                <a:gd name="connsiteX3" fmla="*/ -29 w 1352"/>
                <a:gd name="connsiteY3" fmla="*/ 796 h 1397"/>
                <a:gd name="connsiteX4" fmla="*/ 647 w 1352"/>
                <a:gd name="connsiteY4" fmla="*/ 1322 h 1397"/>
                <a:gd name="connsiteX5" fmla="*/ 1323 w 1352"/>
                <a:gd name="connsiteY5" fmla="*/ 571 h 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52" h="1397">
                  <a:moveTo>
                    <a:pt x="1097" y="421"/>
                  </a:moveTo>
                  <a:cubicBezTo>
                    <a:pt x="1097" y="173"/>
                    <a:pt x="872" y="-30"/>
                    <a:pt x="647" y="-30"/>
                  </a:cubicBezTo>
                  <a:cubicBezTo>
                    <a:pt x="347" y="-15"/>
                    <a:pt x="121" y="128"/>
                    <a:pt x="-29" y="346"/>
                  </a:cubicBezTo>
                  <a:cubicBezTo>
                    <a:pt x="-29" y="346"/>
                    <a:pt x="-29" y="346"/>
                    <a:pt x="-29" y="796"/>
                  </a:cubicBezTo>
                  <a:cubicBezTo>
                    <a:pt x="-29" y="1247"/>
                    <a:pt x="-29" y="1472"/>
                    <a:pt x="647" y="1322"/>
                  </a:cubicBezTo>
                  <a:cubicBezTo>
                    <a:pt x="1022" y="1232"/>
                    <a:pt x="1248" y="939"/>
                    <a:pt x="1323" y="571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Content Placeholder 4">
              <a:extLst>
                <a:ext uri="{FF2B5EF4-FFF2-40B4-BE49-F238E27FC236}">
                  <a16:creationId xmlns:a16="http://schemas.microsoft.com/office/drawing/2014/main" id="{6569288F-E053-1B33-53E6-A211D6863A0A}"/>
                </a:ext>
              </a:extLst>
            </p:cNvPr>
            <p:cNvSpPr/>
            <p:nvPr/>
          </p:nvSpPr>
          <p:spPr>
            <a:xfrm>
              <a:off x="10735481" y="2638322"/>
              <a:ext cx="5307" cy="6118"/>
            </a:xfrm>
            <a:custGeom>
              <a:avLst/>
              <a:gdLst>
                <a:gd name="connsiteX0" fmla="*/ 2580 w 5307"/>
                <a:gd name="connsiteY0" fmla="*/ 32 h 6118"/>
                <a:gd name="connsiteX1" fmla="*/ 853 w 5307"/>
                <a:gd name="connsiteY1" fmla="*/ 1233 h 6118"/>
                <a:gd name="connsiteX2" fmla="*/ 252 w 5307"/>
                <a:gd name="connsiteY2" fmla="*/ 2134 h 6118"/>
                <a:gd name="connsiteX3" fmla="*/ 252 w 5307"/>
                <a:gd name="connsiteY3" fmla="*/ 4612 h 6118"/>
                <a:gd name="connsiteX4" fmla="*/ 2055 w 5307"/>
                <a:gd name="connsiteY4" fmla="*/ 6039 h 6118"/>
                <a:gd name="connsiteX5" fmla="*/ 2656 w 5307"/>
                <a:gd name="connsiteY5" fmla="*/ 6039 h 6118"/>
                <a:gd name="connsiteX6" fmla="*/ 3331 w 5307"/>
                <a:gd name="connsiteY6" fmla="*/ 6039 h 6118"/>
                <a:gd name="connsiteX7" fmla="*/ 5134 w 5307"/>
                <a:gd name="connsiteY7" fmla="*/ 3636 h 6118"/>
                <a:gd name="connsiteX8" fmla="*/ 2580 w 5307"/>
                <a:gd name="connsiteY8" fmla="*/ 32 h 6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307" h="6118">
                  <a:moveTo>
                    <a:pt x="2580" y="32"/>
                  </a:moveTo>
                  <a:cubicBezTo>
                    <a:pt x="1904" y="242"/>
                    <a:pt x="1304" y="662"/>
                    <a:pt x="853" y="1233"/>
                  </a:cubicBezTo>
                  <a:cubicBezTo>
                    <a:pt x="628" y="1519"/>
                    <a:pt x="403" y="1819"/>
                    <a:pt x="252" y="2134"/>
                  </a:cubicBezTo>
                  <a:cubicBezTo>
                    <a:pt x="-123" y="2915"/>
                    <a:pt x="-123" y="3831"/>
                    <a:pt x="252" y="4612"/>
                  </a:cubicBezTo>
                  <a:cubicBezTo>
                    <a:pt x="703" y="5280"/>
                    <a:pt x="1304" y="5783"/>
                    <a:pt x="2055" y="6039"/>
                  </a:cubicBezTo>
                  <a:lnTo>
                    <a:pt x="2656" y="6039"/>
                  </a:lnTo>
                  <a:cubicBezTo>
                    <a:pt x="2881" y="6106"/>
                    <a:pt x="3106" y="6106"/>
                    <a:pt x="3331" y="6039"/>
                  </a:cubicBezTo>
                  <a:cubicBezTo>
                    <a:pt x="4232" y="5513"/>
                    <a:pt x="4908" y="4650"/>
                    <a:pt x="5134" y="3636"/>
                  </a:cubicBezTo>
                  <a:cubicBezTo>
                    <a:pt x="5734" y="1684"/>
                    <a:pt x="4383" y="-419"/>
                    <a:pt x="2580" y="32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Content Placeholder 4">
              <a:extLst>
                <a:ext uri="{FF2B5EF4-FFF2-40B4-BE49-F238E27FC236}">
                  <a16:creationId xmlns:a16="http://schemas.microsoft.com/office/drawing/2014/main" id="{672ADB06-B81A-78F3-F74D-3AB2876DD411}"/>
                </a:ext>
              </a:extLst>
            </p:cNvPr>
            <p:cNvSpPr/>
            <p:nvPr/>
          </p:nvSpPr>
          <p:spPr>
            <a:xfrm>
              <a:off x="10771746" y="2661783"/>
              <a:ext cx="99439" cy="95609"/>
            </a:xfrm>
            <a:custGeom>
              <a:avLst/>
              <a:gdLst>
                <a:gd name="connsiteX0" fmla="*/ 97289 w 99439"/>
                <a:gd name="connsiteY0" fmla="*/ 20721 h 95609"/>
                <a:gd name="connsiteX1" fmla="*/ 93083 w 99439"/>
                <a:gd name="connsiteY1" fmla="*/ 9308 h 95609"/>
                <a:gd name="connsiteX2" fmla="*/ 81519 w 99439"/>
                <a:gd name="connsiteY2" fmla="*/ 1800 h 95609"/>
                <a:gd name="connsiteX3" fmla="*/ 67625 w 99439"/>
                <a:gd name="connsiteY3" fmla="*/ 73 h 95609"/>
                <a:gd name="connsiteX4" fmla="*/ 9272 w 99439"/>
                <a:gd name="connsiteY4" fmla="*/ 11936 h 95609"/>
                <a:gd name="connsiteX5" fmla="*/ 6419 w 99439"/>
                <a:gd name="connsiteY5" fmla="*/ 14264 h 95609"/>
                <a:gd name="connsiteX6" fmla="*/ 4691 w 99439"/>
                <a:gd name="connsiteY6" fmla="*/ 17717 h 95609"/>
                <a:gd name="connsiteX7" fmla="*/ 35 w 99439"/>
                <a:gd name="connsiteY7" fmla="*/ 35362 h 95609"/>
                <a:gd name="connsiteX8" fmla="*/ 1012 w 99439"/>
                <a:gd name="connsiteY8" fmla="*/ 48878 h 95609"/>
                <a:gd name="connsiteX9" fmla="*/ 4466 w 99439"/>
                <a:gd name="connsiteY9" fmla="*/ 66673 h 95609"/>
                <a:gd name="connsiteX10" fmla="*/ 17308 w 99439"/>
                <a:gd name="connsiteY10" fmla="*/ 95580 h 95609"/>
                <a:gd name="connsiteX11" fmla="*/ 15055 w 99439"/>
                <a:gd name="connsiteY11" fmla="*/ 69601 h 95609"/>
                <a:gd name="connsiteX12" fmla="*/ 16256 w 99439"/>
                <a:gd name="connsiteY12" fmla="*/ 56161 h 95609"/>
                <a:gd name="connsiteX13" fmla="*/ 20762 w 99439"/>
                <a:gd name="connsiteY13" fmla="*/ 43472 h 95609"/>
                <a:gd name="connsiteX14" fmla="*/ 32628 w 99439"/>
                <a:gd name="connsiteY14" fmla="*/ 39867 h 95609"/>
                <a:gd name="connsiteX15" fmla="*/ 45095 w 99439"/>
                <a:gd name="connsiteY15" fmla="*/ 38516 h 95609"/>
                <a:gd name="connsiteX16" fmla="*/ 46296 w 99439"/>
                <a:gd name="connsiteY16" fmla="*/ 33636 h 95609"/>
                <a:gd name="connsiteX17" fmla="*/ 49827 w 99439"/>
                <a:gd name="connsiteY17" fmla="*/ 41144 h 95609"/>
                <a:gd name="connsiteX18" fmla="*/ 57337 w 99439"/>
                <a:gd name="connsiteY18" fmla="*/ 44673 h 95609"/>
                <a:gd name="connsiteX19" fmla="*/ 66348 w 99439"/>
                <a:gd name="connsiteY19" fmla="*/ 45874 h 95609"/>
                <a:gd name="connsiteX20" fmla="*/ 74985 w 99439"/>
                <a:gd name="connsiteY20" fmla="*/ 44222 h 95609"/>
                <a:gd name="connsiteX21" fmla="*/ 83171 w 99439"/>
                <a:gd name="connsiteY21" fmla="*/ 46700 h 95609"/>
                <a:gd name="connsiteX22" fmla="*/ 85123 w 99439"/>
                <a:gd name="connsiteY22" fmla="*/ 54209 h 95609"/>
                <a:gd name="connsiteX23" fmla="*/ 87301 w 99439"/>
                <a:gd name="connsiteY23" fmla="*/ 77485 h 95609"/>
                <a:gd name="connsiteX24" fmla="*/ 88728 w 99439"/>
                <a:gd name="connsiteY24" fmla="*/ 75007 h 95609"/>
                <a:gd name="connsiteX25" fmla="*/ 88728 w 99439"/>
                <a:gd name="connsiteY25" fmla="*/ 83642 h 95609"/>
                <a:gd name="connsiteX26" fmla="*/ 87752 w 99439"/>
                <a:gd name="connsiteY26" fmla="*/ 93553 h 95609"/>
                <a:gd name="connsiteX27" fmla="*/ 96238 w 99439"/>
                <a:gd name="connsiteY27" fmla="*/ 68625 h 95609"/>
                <a:gd name="connsiteX28" fmla="*/ 97289 w 99439"/>
                <a:gd name="connsiteY28" fmla="*/ 20721 h 95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99439" h="95609">
                  <a:moveTo>
                    <a:pt x="97289" y="20721"/>
                  </a:moveTo>
                  <a:cubicBezTo>
                    <a:pt x="96764" y="16651"/>
                    <a:pt x="95337" y="12754"/>
                    <a:pt x="93083" y="9308"/>
                  </a:cubicBezTo>
                  <a:cubicBezTo>
                    <a:pt x="90155" y="5599"/>
                    <a:pt x="86100" y="2956"/>
                    <a:pt x="81519" y="1800"/>
                  </a:cubicBezTo>
                  <a:cubicBezTo>
                    <a:pt x="77013" y="651"/>
                    <a:pt x="72281" y="73"/>
                    <a:pt x="67625" y="73"/>
                  </a:cubicBezTo>
                  <a:cubicBezTo>
                    <a:pt x="47498" y="-528"/>
                    <a:pt x="26395" y="1274"/>
                    <a:pt x="9272" y="11936"/>
                  </a:cubicBezTo>
                  <a:cubicBezTo>
                    <a:pt x="8221" y="12544"/>
                    <a:pt x="7245" y="13333"/>
                    <a:pt x="6419" y="14264"/>
                  </a:cubicBezTo>
                  <a:cubicBezTo>
                    <a:pt x="5668" y="15315"/>
                    <a:pt x="5066" y="16486"/>
                    <a:pt x="4691" y="17717"/>
                  </a:cubicBezTo>
                  <a:cubicBezTo>
                    <a:pt x="2288" y="23341"/>
                    <a:pt x="711" y="29288"/>
                    <a:pt x="35" y="35362"/>
                  </a:cubicBezTo>
                  <a:cubicBezTo>
                    <a:pt x="-190" y="39890"/>
                    <a:pt x="185" y="44425"/>
                    <a:pt x="1012" y="48878"/>
                  </a:cubicBezTo>
                  <a:cubicBezTo>
                    <a:pt x="1838" y="54869"/>
                    <a:pt x="2963" y="60809"/>
                    <a:pt x="4466" y="66673"/>
                  </a:cubicBezTo>
                  <a:cubicBezTo>
                    <a:pt x="7245" y="76899"/>
                    <a:pt x="11600" y="86638"/>
                    <a:pt x="17308" y="95580"/>
                  </a:cubicBezTo>
                  <a:cubicBezTo>
                    <a:pt x="14379" y="87246"/>
                    <a:pt x="13628" y="78311"/>
                    <a:pt x="15055" y="69601"/>
                  </a:cubicBezTo>
                  <a:cubicBezTo>
                    <a:pt x="15055" y="65096"/>
                    <a:pt x="15806" y="60666"/>
                    <a:pt x="16256" y="56161"/>
                  </a:cubicBezTo>
                  <a:cubicBezTo>
                    <a:pt x="16181" y="51536"/>
                    <a:pt x="17834" y="47038"/>
                    <a:pt x="20762" y="43472"/>
                  </a:cubicBezTo>
                  <a:cubicBezTo>
                    <a:pt x="24142" y="40851"/>
                    <a:pt x="28347" y="39567"/>
                    <a:pt x="32628" y="39867"/>
                  </a:cubicBezTo>
                  <a:cubicBezTo>
                    <a:pt x="36834" y="40220"/>
                    <a:pt x="41040" y="39755"/>
                    <a:pt x="45095" y="38516"/>
                  </a:cubicBezTo>
                  <a:lnTo>
                    <a:pt x="46296" y="33636"/>
                  </a:lnTo>
                  <a:cubicBezTo>
                    <a:pt x="46221" y="36556"/>
                    <a:pt x="47498" y="39349"/>
                    <a:pt x="49827" y="41144"/>
                  </a:cubicBezTo>
                  <a:cubicBezTo>
                    <a:pt x="52079" y="42841"/>
                    <a:pt x="54632" y="44042"/>
                    <a:pt x="57337" y="44673"/>
                  </a:cubicBezTo>
                  <a:cubicBezTo>
                    <a:pt x="60265" y="45596"/>
                    <a:pt x="63269" y="46002"/>
                    <a:pt x="66348" y="45874"/>
                  </a:cubicBezTo>
                  <a:cubicBezTo>
                    <a:pt x="69277" y="45874"/>
                    <a:pt x="72056" y="44598"/>
                    <a:pt x="74985" y="44222"/>
                  </a:cubicBezTo>
                  <a:cubicBezTo>
                    <a:pt x="77989" y="43697"/>
                    <a:pt x="80992" y="44620"/>
                    <a:pt x="83171" y="46700"/>
                  </a:cubicBezTo>
                  <a:cubicBezTo>
                    <a:pt x="84597" y="48938"/>
                    <a:pt x="85274" y="51566"/>
                    <a:pt x="85123" y="54209"/>
                  </a:cubicBezTo>
                  <a:cubicBezTo>
                    <a:pt x="85349" y="62002"/>
                    <a:pt x="86100" y="69781"/>
                    <a:pt x="87301" y="77485"/>
                  </a:cubicBezTo>
                  <a:lnTo>
                    <a:pt x="88728" y="75007"/>
                  </a:lnTo>
                  <a:cubicBezTo>
                    <a:pt x="90831" y="77184"/>
                    <a:pt x="89403" y="80713"/>
                    <a:pt x="88728" y="83642"/>
                  </a:cubicBezTo>
                  <a:cubicBezTo>
                    <a:pt x="87601" y="86818"/>
                    <a:pt x="87301" y="90219"/>
                    <a:pt x="87752" y="93553"/>
                  </a:cubicBezTo>
                  <a:cubicBezTo>
                    <a:pt x="91056" y="85414"/>
                    <a:pt x="93910" y="77094"/>
                    <a:pt x="96238" y="68625"/>
                  </a:cubicBezTo>
                  <a:cubicBezTo>
                    <a:pt x="100068" y="52925"/>
                    <a:pt x="100444" y="36571"/>
                    <a:pt x="97289" y="20721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F87702F-2A99-CD1C-06BA-E1AACABBECD8}"/>
              </a:ext>
            </a:extLst>
          </p:cNvPr>
          <p:cNvGrpSpPr/>
          <p:nvPr userDrawn="1"/>
        </p:nvGrpSpPr>
        <p:grpSpPr>
          <a:xfrm>
            <a:off x="1794091" y="2963723"/>
            <a:ext cx="456227" cy="928136"/>
            <a:chOff x="11221434" y="2551728"/>
            <a:chExt cx="456227" cy="928136"/>
          </a:xfrm>
        </p:grpSpPr>
        <p:sp>
          <p:nvSpPr>
            <p:cNvPr id="69" name="Content Placeholder 4">
              <a:extLst>
                <a:ext uri="{FF2B5EF4-FFF2-40B4-BE49-F238E27FC236}">
                  <a16:creationId xmlns:a16="http://schemas.microsoft.com/office/drawing/2014/main" id="{6056B1CF-04F2-9385-9537-B07DF62D35A9}"/>
                </a:ext>
              </a:extLst>
            </p:cNvPr>
            <p:cNvSpPr/>
            <p:nvPr/>
          </p:nvSpPr>
          <p:spPr>
            <a:xfrm>
              <a:off x="11246521" y="3438708"/>
              <a:ext cx="351313" cy="41156"/>
            </a:xfrm>
            <a:custGeom>
              <a:avLst/>
              <a:gdLst>
                <a:gd name="connsiteX0" fmla="*/ 286773 w 351313"/>
                <a:gd name="connsiteY0" fmla="*/ 41043 h 41156"/>
                <a:gd name="connsiteX1" fmla="*/ 346177 w 351313"/>
                <a:gd name="connsiteY1" fmla="*/ 28054 h 41156"/>
                <a:gd name="connsiteX2" fmla="*/ 351284 w 351313"/>
                <a:gd name="connsiteY2" fmla="*/ 17767 h 41156"/>
                <a:gd name="connsiteX3" fmla="*/ 326651 w 351313"/>
                <a:gd name="connsiteY3" fmla="*/ 4777 h 41156"/>
                <a:gd name="connsiteX4" fmla="*/ 138902 w 351313"/>
                <a:gd name="connsiteY4" fmla="*/ 3125 h 41156"/>
                <a:gd name="connsiteX5" fmla="*/ 22947 w 351313"/>
                <a:gd name="connsiteY5" fmla="*/ 16115 h 41156"/>
                <a:gd name="connsiteX6" fmla="*/ 12583 w 351313"/>
                <a:gd name="connsiteY6" fmla="*/ 38640 h 41156"/>
                <a:gd name="connsiteX7" fmla="*/ 97672 w 351313"/>
                <a:gd name="connsiteY7" fmla="*/ 39091 h 41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1313" h="41156">
                  <a:moveTo>
                    <a:pt x="286773" y="41043"/>
                  </a:moveTo>
                  <a:cubicBezTo>
                    <a:pt x="308102" y="41043"/>
                    <a:pt x="332585" y="40518"/>
                    <a:pt x="346177" y="28054"/>
                  </a:cubicBezTo>
                  <a:cubicBezTo>
                    <a:pt x="349407" y="25636"/>
                    <a:pt x="351284" y="21814"/>
                    <a:pt x="351284" y="17767"/>
                  </a:cubicBezTo>
                  <a:cubicBezTo>
                    <a:pt x="350158" y="9658"/>
                    <a:pt x="337316" y="6129"/>
                    <a:pt x="326651" y="4777"/>
                  </a:cubicBezTo>
                  <a:cubicBezTo>
                    <a:pt x="264769" y="-2731"/>
                    <a:pt x="201535" y="47"/>
                    <a:pt x="138902" y="3125"/>
                  </a:cubicBezTo>
                  <a:cubicBezTo>
                    <a:pt x="99924" y="3794"/>
                    <a:pt x="61098" y="8141"/>
                    <a:pt x="22947" y="16115"/>
                  </a:cubicBezTo>
                  <a:cubicBezTo>
                    <a:pt x="3496" y="20845"/>
                    <a:pt x="-11899" y="33084"/>
                    <a:pt x="12583" y="38640"/>
                  </a:cubicBezTo>
                  <a:cubicBezTo>
                    <a:pt x="37066" y="44197"/>
                    <a:pt x="72663" y="38640"/>
                    <a:pt x="97672" y="39091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Content Placeholder 4">
              <a:extLst>
                <a:ext uri="{FF2B5EF4-FFF2-40B4-BE49-F238E27FC236}">
                  <a16:creationId xmlns:a16="http://schemas.microsoft.com/office/drawing/2014/main" id="{D59646D9-49A9-C646-FDD2-7C1C92AECEFE}"/>
                </a:ext>
              </a:extLst>
            </p:cNvPr>
            <p:cNvSpPr/>
            <p:nvPr/>
          </p:nvSpPr>
          <p:spPr>
            <a:xfrm>
              <a:off x="11615402" y="2591511"/>
              <a:ext cx="28413" cy="51266"/>
            </a:xfrm>
            <a:custGeom>
              <a:avLst/>
              <a:gdLst>
                <a:gd name="connsiteX0" fmla="*/ 1779 w 28413"/>
                <a:gd name="connsiteY0" fmla="*/ 29199 h 51266"/>
                <a:gd name="connsiteX1" fmla="*/ -23 w 28413"/>
                <a:gd name="connsiteY1" fmla="*/ 19663 h 51266"/>
                <a:gd name="connsiteX2" fmla="*/ 878 w 28413"/>
                <a:gd name="connsiteY2" fmla="*/ 18236 h 51266"/>
                <a:gd name="connsiteX3" fmla="*/ 1779 w 28413"/>
                <a:gd name="connsiteY3" fmla="*/ 18236 h 51266"/>
                <a:gd name="connsiteX4" fmla="*/ 5009 w 28413"/>
                <a:gd name="connsiteY4" fmla="*/ 15834 h 51266"/>
                <a:gd name="connsiteX5" fmla="*/ 5534 w 28413"/>
                <a:gd name="connsiteY5" fmla="*/ 11479 h 51266"/>
                <a:gd name="connsiteX6" fmla="*/ 13044 w 28413"/>
                <a:gd name="connsiteY6" fmla="*/ 967 h 51266"/>
                <a:gd name="connsiteX7" fmla="*/ 25961 w 28413"/>
                <a:gd name="connsiteY7" fmla="*/ 2694 h 51266"/>
                <a:gd name="connsiteX8" fmla="*/ 28215 w 28413"/>
                <a:gd name="connsiteY8" fmla="*/ 5547 h 51266"/>
                <a:gd name="connsiteX9" fmla="*/ 28215 w 28413"/>
                <a:gd name="connsiteY9" fmla="*/ 8625 h 51266"/>
                <a:gd name="connsiteX10" fmla="*/ 23483 w 28413"/>
                <a:gd name="connsiteY10" fmla="*/ 46168 h 51266"/>
                <a:gd name="connsiteX11" fmla="*/ 22582 w 28413"/>
                <a:gd name="connsiteY11" fmla="*/ 48721 h 51266"/>
                <a:gd name="connsiteX12" fmla="*/ 15673 w 28413"/>
                <a:gd name="connsiteY12" fmla="*/ 51123 h 51266"/>
                <a:gd name="connsiteX13" fmla="*/ 4784 w 28413"/>
                <a:gd name="connsiteY13" fmla="*/ 45867 h 51266"/>
                <a:gd name="connsiteX14" fmla="*/ 1779 w 28413"/>
                <a:gd name="connsiteY14" fmla="*/ 29199 h 51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8413" h="51266">
                  <a:moveTo>
                    <a:pt x="1779" y="29199"/>
                  </a:moveTo>
                  <a:cubicBezTo>
                    <a:pt x="502" y="26188"/>
                    <a:pt x="-98" y="22936"/>
                    <a:pt x="-23" y="19663"/>
                  </a:cubicBezTo>
                  <a:cubicBezTo>
                    <a:pt x="-23" y="19062"/>
                    <a:pt x="-23" y="18386"/>
                    <a:pt x="878" y="18236"/>
                  </a:cubicBezTo>
                  <a:lnTo>
                    <a:pt x="1779" y="18236"/>
                  </a:lnTo>
                  <a:cubicBezTo>
                    <a:pt x="3281" y="18259"/>
                    <a:pt x="4633" y="17275"/>
                    <a:pt x="5009" y="15834"/>
                  </a:cubicBezTo>
                  <a:cubicBezTo>
                    <a:pt x="5384" y="14414"/>
                    <a:pt x="5534" y="12950"/>
                    <a:pt x="5534" y="11479"/>
                  </a:cubicBezTo>
                  <a:cubicBezTo>
                    <a:pt x="6060" y="6898"/>
                    <a:pt x="8838" y="2911"/>
                    <a:pt x="13044" y="967"/>
                  </a:cubicBezTo>
                  <a:cubicBezTo>
                    <a:pt x="17325" y="-828"/>
                    <a:pt x="22281" y="-167"/>
                    <a:pt x="25961" y="2694"/>
                  </a:cubicBezTo>
                  <a:cubicBezTo>
                    <a:pt x="26938" y="3407"/>
                    <a:pt x="27764" y="4398"/>
                    <a:pt x="28215" y="5547"/>
                  </a:cubicBezTo>
                  <a:cubicBezTo>
                    <a:pt x="28440" y="6560"/>
                    <a:pt x="28440" y="7612"/>
                    <a:pt x="28215" y="8625"/>
                  </a:cubicBezTo>
                  <a:cubicBezTo>
                    <a:pt x="28064" y="21277"/>
                    <a:pt x="26488" y="33876"/>
                    <a:pt x="23483" y="46168"/>
                  </a:cubicBezTo>
                  <a:cubicBezTo>
                    <a:pt x="23333" y="47061"/>
                    <a:pt x="23032" y="47917"/>
                    <a:pt x="22582" y="48721"/>
                  </a:cubicBezTo>
                  <a:cubicBezTo>
                    <a:pt x="20855" y="50665"/>
                    <a:pt x="18226" y="51574"/>
                    <a:pt x="15673" y="51123"/>
                  </a:cubicBezTo>
                  <a:cubicBezTo>
                    <a:pt x="11918" y="51123"/>
                    <a:pt x="5610" y="49997"/>
                    <a:pt x="4784" y="45867"/>
                  </a:cubicBezTo>
                  <a:cubicBezTo>
                    <a:pt x="4182" y="40251"/>
                    <a:pt x="3132" y="34680"/>
                    <a:pt x="1779" y="29199"/>
                  </a:cubicBezTo>
                  <a:close/>
                </a:path>
              </a:pathLst>
            </a:custGeom>
            <a:solidFill>
              <a:srgbClr val="6654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Content Placeholder 4">
              <a:extLst>
                <a:ext uri="{FF2B5EF4-FFF2-40B4-BE49-F238E27FC236}">
                  <a16:creationId xmlns:a16="http://schemas.microsoft.com/office/drawing/2014/main" id="{90F09422-A685-BECC-B28A-274C6248B00B}"/>
                </a:ext>
              </a:extLst>
            </p:cNvPr>
            <p:cNvSpPr/>
            <p:nvPr/>
          </p:nvSpPr>
          <p:spPr>
            <a:xfrm>
              <a:off x="11226251" y="2774075"/>
              <a:ext cx="40622" cy="48628"/>
            </a:xfrm>
            <a:custGeom>
              <a:avLst/>
              <a:gdLst>
                <a:gd name="connsiteX0" fmla="*/ 8596 w 40622"/>
                <a:gd name="connsiteY0" fmla="*/ 33144 h 48628"/>
                <a:gd name="connsiteX1" fmla="*/ 1086 w 40622"/>
                <a:gd name="connsiteY1" fmla="*/ 19929 h 48628"/>
                <a:gd name="connsiteX2" fmla="*/ 1837 w 40622"/>
                <a:gd name="connsiteY2" fmla="*/ 4913 h 48628"/>
                <a:gd name="connsiteX3" fmla="*/ 5742 w 40622"/>
                <a:gd name="connsiteY3" fmla="*/ 708 h 48628"/>
                <a:gd name="connsiteX4" fmla="*/ 12652 w 40622"/>
                <a:gd name="connsiteY4" fmla="*/ 708 h 48628"/>
                <a:gd name="connsiteX5" fmla="*/ 18359 w 40622"/>
                <a:gd name="connsiteY5" fmla="*/ 4913 h 48628"/>
                <a:gd name="connsiteX6" fmla="*/ 23541 w 40622"/>
                <a:gd name="connsiteY6" fmla="*/ 10769 h 48628"/>
                <a:gd name="connsiteX7" fmla="*/ 27521 w 40622"/>
                <a:gd name="connsiteY7" fmla="*/ 13247 h 48628"/>
                <a:gd name="connsiteX8" fmla="*/ 28723 w 40622"/>
                <a:gd name="connsiteY8" fmla="*/ 13247 h 48628"/>
                <a:gd name="connsiteX9" fmla="*/ 32253 w 40622"/>
                <a:gd name="connsiteY9" fmla="*/ 17076 h 48628"/>
                <a:gd name="connsiteX10" fmla="*/ 37885 w 40622"/>
                <a:gd name="connsiteY10" fmla="*/ 30216 h 48628"/>
                <a:gd name="connsiteX11" fmla="*/ 40589 w 40622"/>
                <a:gd name="connsiteY11" fmla="*/ 38250 h 48628"/>
                <a:gd name="connsiteX12" fmla="*/ 38036 w 40622"/>
                <a:gd name="connsiteY12" fmla="*/ 42830 h 48628"/>
                <a:gd name="connsiteX13" fmla="*/ 32253 w 40622"/>
                <a:gd name="connsiteY13" fmla="*/ 47711 h 48628"/>
                <a:gd name="connsiteX14" fmla="*/ 8596 w 40622"/>
                <a:gd name="connsiteY14" fmla="*/ 33144 h 48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0622" h="48628">
                  <a:moveTo>
                    <a:pt x="8596" y="33144"/>
                  </a:moveTo>
                  <a:cubicBezTo>
                    <a:pt x="5292" y="29233"/>
                    <a:pt x="2739" y="24757"/>
                    <a:pt x="1086" y="19929"/>
                  </a:cubicBezTo>
                  <a:cubicBezTo>
                    <a:pt x="-641" y="15011"/>
                    <a:pt x="-340" y="9636"/>
                    <a:pt x="1837" y="4913"/>
                  </a:cubicBezTo>
                  <a:cubicBezTo>
                    <a:pt x="2664" y="3148"/>
                    <a:pt x="4015" y="1676"/>
                    <a:pt x="5742" y="708"/>
                  </a:cubicBezTo>
                  <a:cubicBezTo>
                    <a:pt x="7920" y="-276"/>
                    <a:pt x="10474" y="-276"/>
                    <a:pt x="12652" y="708"/>
                  </a:cubicBezTo>
                  <a:cubicBezTo>
                    <a:pt x="14755" y="1774"/>
                    <a:pt x="16707" y="3193"/>
                    <a:pt x="18359" y="4913"/>
                  </a:cubicBezTo>
                  <a:cubicBezTo>
                    <a:pt x="20237" y="6737"/>
                    <a:pt x="21964" y="8697"/>
                    <a:pt x="23541" y="10769"/>
                  </a:cubicBezTo>
                  <a:cubicBezTo>
                    <a:pt x="24517" y="12121"/>
                    <a:pt x="25945" y="13622"/>
                    <a:pt x="27521" y="13247"/>
                  </a:cubicBezTo>
                  <a:lnTo>
                    <a:pt x="28723" y="13247"/>
                  </a:lnTo>
                  <a:cubicBezTo>
                    <a:pt x="30601" y="13247"/>
                    <a:pt x="31727" y="15199"/>
                    <a:pt x="32253" y="17076"/>
                  </a:cubicBezTo>
                  <a:cubicBezTo>
                    <a:pt x="33605" y="21664"/>
                    <a:pt x="35482" y="26079"/>
                    <a:pt x="37885" y="30216"/>
                  </a:cubicBezTo>
                  <a:cubicBezTo>
                    <a:pt x="39763" y="32484"/>
                    <a:pt x="40664" y="35337"/>
                    <a:pt x="40589" y="38250"/>
                  </a:cubicBezTo>
                  <a:cubicBezTo>
                    <a:pt x="40139" y="39970"/>
                    <a:pt x="39237" y="41547"/>
                    <a:pt x="38036" y="42830"/>
                  </a:cubicBezTo>
                  <a:cubicBezTo>
                    <a:pt x="36384" y="44790"/>
                    <a:pt x="34431" y="46442"/>
                    <a:pt x="32253" y="47711"/>
                  </a:cubicBezTo>
                  <a:cubicBezTo>
                    <a:pt x="22940" y="52066"/>
                    <a:pt x="13628" y="39301"/>
                    <a:pt x="8596" y="33144"/>
                  </a:cubicBezTo>
                  <a:close/>
                </a:path>
              </a:pathLst>
            </a:custGeom>
            <a:solidFill>
              <a:srgbClr val="6654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Content Placeholder 4">
              <a:extLst>
                <a:ext uri="{FF2B5EF4-FFF2-40B4-BE49-F238E27FC236}">
                  <a16:creationId xmlns:a16="http://schemas.microsoft.com/office/drawing/2014/main" id="{79DCDFFB-74EE-E9A3-C9ED-E12901D8B3C4}"/>
                </a:ext>
              </a:extLst>
            </p:cNvPr>
            <p:cNvSpPr/>
            <p:nvPr/>
          </p:nvSpPr>
          <p:spPr>
            <a:xfrm>
              <a:off x="11448594" y="3008659"/>
              <a:ext cx="122111" cy="438030"/>
            </a:xfrm>
            <a:custGeom>
              <a:avLst/>
              <a:gdLst>
                <a:gd name="connsiteX0" fmla="*/ 117295 w 122111"/>
                <a:gd name="connsiteY0" fmla="*/ 119997 h 438030"/>
                <a:gd name="connsiteX1" fmla="*/ 121199 w 122111"/>
                <a:gd name="connsiteY1" fmla="*/ 223088 h 438030"/>
                <a:gd name="connsiteX2" fmla="*/ 117895 w 122111"/>
                <a:gd name="connsiteY2" fmla="*/ 350732 h 438030"/>
                <a:gd name="connsiteX3" fmla="*/ 117295 w 122111"/>
                <a:gd name="connsiteY3" fmla="*/ 371605 h 438030"/>
                <a:gd name="connsiteX4" fmla="*/ 116243 w 122111"/>
                <a:gd name="connsiteY4" fmla="*/ 412902 h 438030"/>
                <a:gd name="connsiteX5" fmla="*/ 114366 w 122111"/>
                <a:gd name="connsiteY5" fmla="*/ 425141 h 438030"/>
                <a:gd name="connsiteX6" fmla="*/ 79820 w 122111"/>
                <a:gd name="connsiteY6" fmla="*/ 437905 h 438030"/>
                <a:gd name="connsiteX7" fmla="*/ 54661 w 122111"/>
                <a:gd name="connsiteY7" fmla="*/ 429571 h 438030"/>
                <a:gd name="connsiteX8" fmla="*/ 50981 w 122111"/>
                <a:gd name="connsiteY8" fmla="*/ 403366 h 438030"/>
                <a:gd name="connsiteX9" fmla="*/ 54811 w 122111"/>
                <a:gd name="connsiteY9" fmla="*/ 338193 h 438030"/>
                <a:gd name="connsiteX10" fmla="*/ 55938 w 122111"/>
                <a:gd name="connsiteY10" fmla="*/ 299374 h 438030"/>
                <a:gd name="connsiteX11" fmla="*/ 43096 w 122111"/>
                <a:gd name="connsiteY11" fmla="*/ 194256 h 438030"/>
                <a:gd name="connsiteX12" fmla="*/ -11 w 122111"/>
                <a:gd name="connsiteY12" fmla="*/ 20360 h 438030"/>
                <a:gd name="connsiteX13" fmla="*/ 19964 w 122111"/>
                <a:gd name="connsiteY13" fmla="*/ 5343 h 438030"/>
                <a:gd name="connsiteX14" fmla="*/ 25522 w 122111"/>
                <a:gd name="connsiteY14" fmla="*/ 2640 h 438030"/>
                <a:gd name="connsiteX15" fmla="*/ 95140 w 122111"/>
                <a:gd name="connsiteY15" fmla="*/ 9247 h 438030"/>
                <a:gd name="connsiteX16" fmla="*/ 105428 w 122111"/>
                <a:gd name="connsiteY16" fmla="*/ 55124 h 438030"/>
                <a:gd name="connsiteX17" fmla="*/ 117295 w 122111"/>
                <a:gd name="connsiteY17" fmla="*/ 119997 h 438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2111" h="438030">
                  <a:moveTo>
                    <a:pt x="117295" y="119997"/>
                  </a:moveTo>
                  <a:cubicBezTo>
                    <a:pt x="121876" y="154161"/>
                    <a:pt x="123152" y="188677"/>
                    <a:pt x="121199" y="223088"/>
                  </a:cubicBezTo>
                  <a:cubicBezTo>
                    <a:pt x="120073" y="265638"/>
                    <a:pt x="118947" y="308181"/>
                    <a:pt x="117895" y="350732"/>
                  </a:cubicBezTo>
                  <a:cubicBezTo>
                    <a:pt x="117895" y="357639"/>
                    <a:pt x="117895" y="364622"/>
                    <a:pt x="117295" y="371605"/>
                  </a:cubicBezTo>
                  <a:lnTo>
                    <a:pt x="116243" y="412902"/>
                  </a:lnTo>
                  <a:cubicBezTo>
                    <a:pt x="116393" y="417061"/>
                    <a:pt x="115792" y="421221"/>
                    <a:pt x="114366" y="425141"/>
                  </a:cubicBezTo>
                  <a:cubicBezTo>
                    <a:pt x="109183" y="437154"/>
                    <a:pt x="92887" y="438430"/>
                    <a:pt x="79820" y="437905"/>
                  </a:cubicBezTo>
                  <a:cubicBezTo>
                    <a:pt x="70732" y="437529"/>
                    <a:pt x="60443" y="436628"/>
                    <a:pt x="54661" y="429571"/>
                  </a:cubicBezTo>
                  <a:cubicBezTo>
                    <a:pt x="48879" y="422513"/>
                    <a:pt x="50004" y="412376"/>
                    <a:pt x="50981" y="403366"/>
                  </a:cubicBezTo>
                  <a:cubicBezTo>
                    <a:pt x="53535" y="381742"/>
                    <a:pt x="54135" y="359967"/>
                    <a:pt x="54811" y="338193"/>
                  </a:cubicBezTo>
                  <a:lnTo>
                    <a:pt x="55938" y="299374"/>
                  </a:lnTo>
                  <a:cubicBezTo>
                    <a:pt x="56839" y="266337"/>
                    <a:pt x="44673" y="234726"/>
                    <a:pt x="43096" y="194256"/>
                  </a:cubicBezTo>
                  <a:cubicBezTo>
                    <a:pt x="40617" y="130959"/>
                    <a:pt x="14557" y="82004"/>
                    <a:pt x="-11" y="20360"/>
                  </a:cubicBezTo>
                  <a:cubicBezTo>
                    <a:pt x="-688" y="17582"/>
                    <a:pt x="18162" y="7671"/>
                    <a:pt x="19964" y="5343"/>
                  </a:cubicBezTo>
                  <a:cubicBezTo>
                    <a:pt x="21467" y="3834"/>
                    <a:pt x="23420" y="2880"/>
                    <a:pt x="25522" y="2640"/>
                  </a:cubicBezTo>
                  <a:cubicBezTo>
                    <a:pt x="48879" y="-2496"/>
                    <a:pt x="73211" y="-183"/>
                    <a:pt x="95140" y="9247"/>
                  </a:cubicBezTo>
                  <a:cubicBezTo>
                    <a:pt x="114665" y="17657"/>
                    <a:pt x="103701" y="37554"/>
                    <a:pt x="105428" y="55124"/>
                  </a:cubicBezTo>
                  <a:cubicBezTo>
                    <a:pt x="107531" y="77574"/>
                    <a:pt x="113764" y="98448"/>
                    <a:pt x="117295" y="119997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Content Placeholder 4">
              <a:extLst>
                <a:ext uri="{FF2B5EF4-FFF2-40B4-BE49-F238E27FC236}">
                  <a16:creationId xmlns:a16="http://schemas.microsoft.com/office/drawing/2014/main" id="{CAD98E7E-A08E-3B3E-21F9-C66DCE135622}"/>
                </a:ext>
              </a:extLst>
            </p:cNvPr>
            <p:cNvSpPr/>
            <p:nvPr/>
          </p:nvSpPr>
          <p:spPr>
            <a:xfrm>
              <a:off x="11257304" y="3432027"/>
              <a:ext cx="86671" cy="32641"/>
            </a:xfrm>
            <a:custGeom>
              <a:avLst/>
              <a:gdLst>
                <a:gd name="connsiteX0" fmla="*/ 84410 w 86671"/>
                <a:gd name="connsiteY0" fmla="*/ 6052 h 32641"/>
                <a:gd name="connsiteX1" fmla="*/ 46860 w 86671"/>
                <a:gd name="connsiteY1" fmla="*/ -30 h 32641"/>
                <a:gd name="connsiteX2" fmla="*/ 13065 w 86671"/>
                <a:gd name="connsiteY2" fmla="*/ 9206 h 32641"/>
                <a:gd name="connsiteX3" fmla="*/ 3303 w 86671"/>
                <a:gd name="connsiteY3" fmla="*/ 11909 h 32641"/>
                <a:gd name="connsiteX4" fmla="*/ 524 w 86671"/>
                <a:gd name="connsiteY4" fmla="*/ 20018 h 32641"/>
                <a:gd name="connsiteX5" fmla="*/ 8034 w 86671"/>
                <a:gd name="connsiteY5" fmla="*/ 23997 h 32641"/>
                <a:gd name="connsiteX6" fmla="*/ 77426 w 86671"/>
                <a:gd name="connsiteY6" fmla="*/ 32557 h 32641"/>
                <a:gd name="connsiteX7" fmla="*/ 81407 w 86671"/>
                <a:gd name="connsiteY7" fmla="*/ 31956 h 32641"/>
                <a:gd name="connsiteX8" fmla="*/ 83360 w 86671"/>
                <a:gd name="connsiteY8" fmla="*/ 29629 h 32641"/>
                <a:gd name="connsiteX9" fmla="*/ 84410 w 86671"/>
                <a:gd name="connsiteY9" fmla="*/ 6052 h 32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6671" h="32641">
                  <a:moveTo>
                    <a:pt x="84410" y="6052"/>
                  </a:moveTo>
                  <a:cubicBezTo>
                    <a:pt x="72169" y="2628"/>
                    <a:pt x="59553" y="594"/>
                    <a:pt x="46860" y="-30"/>
                  </a:cubicBezTo>
                  <a:cubicBezTo>
                    <a:pt x="35971" y="4393"/>
                    <a:pt x="24631" y="7494"/>
                    <a:pt x="13065" y="9206"/>
                  </a:cubicBezTo>
                  <a:cubicBezTo>
                    <a:pt x="9686" y="9461"/>
                    <a:pt x="6382" y="10385"/>
                    <a:pt x="3303" y="11909"/>
                  </a:cubicBezTo>
                  <a:cubicBezTo>
                    <a:pt x="374" y="13448"/>
                    <a:pt x="-828" y="17007"/>
                    <a:pt x="524" y="20018"/>
                  </a:cubicBezTo>
                  <a:cubicBezTo>
                    <a:pt x="2477" y="22218"/>
                    <a:pt x="5105" y="23637"/>
                    <a:pt x="8034" y="23997"/>
                  </a:cubicBezTo>
                  <a:cubicBezTo>
                    <a:pt x="30864" y="28795"/>
                    <a:pt x="54070" y="31656"/>
                    <a:pt x="77426" y="32557"/>
                  </a:cubicBezTo>
                  <a:cubicBezTo>
                    <a:pt x="78778" y="32722"/>
                    <a:pt x="80130" y="32512"/>
                    <a:pt x="81407" y="31956"/>
                  </a:cubicBezTo>
                  <a:cubicBezTo>
                    <a:pt x="82233" y="31386"/>
                    <a:pt x="82984" y="30575"/>
                    <a:pt x="83360" y="29629"/>
                  </a:cubicBezTo>
                  <a:cubicBezTo>
                    <a:pt x="87339" y="22353"/>
                    <a:pt x="87715" y="13651"/>
                    <a:pt x="84410" y="6052"/>
                  </a:cubicBezTo>
                  <a:close/>
                </a:path>
              </a:pathLst>
            </a:custGeom>
            <a:solidFill>
              <a:srgbClr val="E0C7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Content Placeholder 4">
              <a:extLst>
                <a:ext uri="{FF2B5EF4-FFF2-40B4-BE49-F238E27FC236}">
                  <a16:creationId xmlns:a16="http://schemas.microsoft.com/office/drawing/2014/main" id="{9753DA4A-30E7-E76B-055D-728AECBE072E}"/>
                </a:ext>
              </a:extLst>
            </p:cNvPr>
            <p:cNvSpPr/>
            <p:nvPr/>
          </p:nvSpPr>
          <p:spPr>
            <a:xfrm>
              <a:off x="11288498" y="3004173"/>
              <a:ext cx="181193" cy="439145"/>
            </a:xfrm>
            <a:custGeom>
              <a:avLst/>
              <a:gdLst>
                <a:gd name="connsiteX0" fmla="*/ 162863 w 181193"/>
                <a:gd name="connsiteY0" fmla="*/ 8703 h 439145"/>
                <a:gd name="connsiteX1" fmla="*/ 111945 w 181193"/>
                <a:gd name="connsiteY1" fmla="*/ 11331 h 439145"/>
                <a:gd name="connsiteX2" fmla="*/ 101732 w 181193"/>
                <a:gd name="connsiteY2" fmla="*/ 32204 h 439145"/>
                <a:gd name="connsiteX3" fmla="*/ 70040 w 181193"/>
                <a:gd name="connsiteY3" fmla="*/ 84763 h 439145"/>
                <a:gd name="connsiteX4" fmla="*/ 28735 w 181193"/>
                <a:gd name="connsiteY4" fmla="*/ 163753 h 439145"/>
                <a:gd name="connsiteX5" fmla="*/ 16268 w 181193"/>
                <a:gd name="connsiteY5" fmla="*/ 196189 h 439145"/>
                <a:gd name="connsiteX6" fmla="*/ 13188 w 181193"/>
                <a:gd name="connsiteY6" fmla="*/ 230878 h 439145"/>
                <a:gd name="connsiteX7" fmla="*/ 11687 w 181193"/>
                <a:gd name="connsiteY7" fmla="*/ 312570 h 439145"/>
                <a:gd name="connsiteX8" fmla="*/ 10710 w 181193"/>
                <a:gd name="connsiteY8" fmla="*/ 367757 h 439145"/>
                <a:gd name="connsiteX9" fmla="*/ 8156 w 181193"/>
                <a:gd name="connsiteY9" fmla="*/ 377819 h 439145"/>
                <a:gd name="connsiteX10" fmla="*/ 3951 w 181193"/>
                <a:gd name="connsiteY10" fmla="*/ 390658 h 439145"/>
                <a:gd name="connsiteX11" fmla="*/ 3951 w 181193"/>
                <a:gd name="connsiteY11" fmla="*/ 404248 h 439145"/>
                <a:gd name="connsiteX12" fmla="*/ -29 w 181193"/>
                <a:gd name="connsiteY12" fmla="*/ 417989 h 439145"/>
                <a:gd name="connsiteX13" fmla="*/ 11762 w 181193"/>
                <a:gd name="connsiteY13" fmla="*/ 432180 h 439145"/>
                <a:gd name="connsiteX14" fmla="*/ 17544 w 181193"/>
                <a:gd name="connsiteY14" fmla="*/ 437436 h 439145"/>
                <a:gd name="connsiteX15" fmla="*/ 30537 w 181193"/>
                <a:gd name="connsiteY15" fmla="*/ 437811 h 439145"/>
                <a:gd name="connsiteX16" fmla="*/ 43304 w 181193"/>
                <a:gd name="connsiteY16" fmla="*/ 439012 h 439145"/>
                <a:gd name="connsiteX17" fmla="*/ 54944 w 181193"/>
                <a:gd name="connsiteY17" fmla="*/ 435408 h 439145"/>
                <a:gd name="connsiteX18" fmla="*/ 58248 w 181193"/>
                <a:gd name="connsiteY18" fmla="*/ 420391 h 439145"/>
                <a:gd name="connsiteX19" fmla="*/ 64932 w 181193"/>
                <a:gd name="connsiteY19" fmla="*/ 400044 h 439145"/>
                <a:gd name="connsiteX20" fmla="*/ 64932 w 181193"/>
                <a:gd name="connsiteY20" fmla="*/ 385702 h 439145"/>
                <a:gd name="connsiteX21" fmla="*/ 60877 w 181193"/>
                <a:gd name="connsiteY21" fmla="*/ 358822 h 439145"/>
                <a:gd name="connsiteX22" fmla="*/ 60877 w 181193"/>
                <a:gd name="connsiteY22" fmla="*/ 358447 h 439145"/>
                <a:gd name="connsiteX23" fmla="*/ 65158 w 181193"/>
                <a:gd name="connsiteY23" fmla="*/ 304461 h 439145"/>
                <a:gd name="connsiteX24" fmla="*/ 72668 w 181193"/>
                <a:gd name="connsiteY24" fmla="*/ 246871 h 439145"/>
                <a:gd name="connsiteX25" fmla="*/ 81905 w 181193"/>
                <a:gd name="connsiteY25" fmla="*/ 206025 h 439145"/>
                <a:gd name="connsiteX26" fmla="*/ 99553 w 181193"/>
                <a:gd name="connsiteY26" fmla="*/ 185677 h 439145"/>
                <a:gd name="connsiteX27" fmla="*/ 144613 w 181193"/>
                <a:gd name="connsiteY27" fmla="*/ 129589 h 439145"/>
                <a:gd name="connsiteX28" fmla="*/ 180511 w 181193"/>
                <a:gd name="connsiteY28" fmla="*/ 59986 h 439145"/>
                <a:gd name="connsiteX29" fmla="*/ 162863 w 181193"/>
                <a:gd name="connsiteY29" fmla="*/ 8703 h 439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81193" h="439145">
                  <a:moveTo>
                    <a:pt x="162863" y="8703"/>
                  </a:moveTo>
                  <a:cubicBezTo>
                    <a:pt x="147843" y="-3311"/>
                    <a:pt x="123810" y="-3386"/>
                    <a:pt x="111945" y="11331"/>
                  </a:cubicBezTo>
                  <a:cubicBezTo>
                    <a:pt x="107590" y="17781"/>
                    <a:pt x="104134" y="24809"/>
                    <a:pt x="101732" y="32204"/>
                  </a:cubicBezTo>
                  <a:cubicBezTo>
                    <a:pt x="92719" y="50623"/>
                    <a:pt x="82131" y="68207"/>
                    <a:pt x="70040" y="84763"/>
                  </a:cubicBezTo>
                  <a:cubicBezTo>
                    <a:pt x="54493" y="110112"/>
                    <a:pt x="40675" y="136504"/>
                    <a:pt x="28735" y="163753"/>
                  </a:cubicBezTo>
                  <a:cubicBezTo>
                    <a:pt x="23402" y="174084"/>
                    <a:pt x="19272" y="184956"/>
                    <a:pt x="16268" y="196189"/>
                  </a:cubicBezTo>
                  <a:cubicBezTo>
                    <a:pt x="14014" y="207617"/>
                    <a:pt x="13038" y="219240"/>
                    <a:pt x="13188" y="230878"/>
                  </a:cubicBezTo>
                  <a:lnTo>
                    <a:pt x="11687" y="312570"/>
                  </a:lnTo>
                  <a:lnTo>
                    <a:pt x="10710" y="367757"/>
                  </a:lnTo>
                  <a:cubicBezTo>
                    <a:pt x="10184" y="371188"/>
                    <a:pt x="9358" y="374560"/>
                    <a:pt x="8156" y="377819"/>
                  </a:cubicBezTo>
                  <a:cubicBezTo>
                    <a:pt x="6054" y="381843"/>
                    <a:pt x="4627" y="386183"/>
                    <a:pt x="3951" y="390658"/>
                  </a:cubicBezTo>
                  <a:cubicBezTo>
                    <a:pt x="3951" y="395163"/>
                    <a:pt x="5078" y="399818"/>
                    <a:pt x="3951" y="404248"/>
                  </a:cubicBezTo>
                  <a:cubicBezTo>
                    <a:pt x="2224" y="408708"/>
                    <a:pt x="947" y="413303"/>
                    <a:pt x="-29" y="417989"/>
                  </a:cubicBezTo>
                  <a:cubicBezTo>
                    <a:pt x="872" y="424574"/>
                    <a:pt x="5453" y="430077"/>
                    <a:pt x="11762" y="432180"/>
                  </a:cubicBezTo>
                  <a:cubicBezTo>
                    <a:pt x="12963" y="434567"/>
                    <a:pt x="15066" y="436430"/>
                    <a:pt x="17544" y="437436"/>
                  </a:cubicBezTo>
                  <a:cubicBezTo>
                    <a:pt x="21750" y="438832"/>
                    <a:pt x="26256" y="438967"/>
                    <a:pt x="30537" y="437811"/>
                  </a:cubicBezTo>
                  <a:cubicBezTo>
                    <a:pt x="34742" y="438584"/>
                    <a:pt x="39023" y="438990"/>
                    <a:pt x="43304" y="439012"/>
                  </a:cubicBezTo>
                  <a:cubicBezTo>
                    <a:pt x="47510" y="439508"/>
                    <a:pt x="51715" y="438202"/>
                    <a:pt x="54944" y="435408"/>
                  </a:cubicBezTo>
                  <a:cubicBezTo>
                    <a:pt x="58474" y="431504"/>
                    <a:pt x="57573" y="425647"/>
                    <a:pt x="58248" y="420391"/>
                  </a:cubicBezTo>
                  <a:cubicBezTo>
                    <a:pt x="59225" y="413333"/>
                    <a:pt x="63356" y="407026"/>
                    <a:pt x="64932" y="400044"/>
                  </a:cubicBezTo>
                  <a:cubicBezTo>
                    <a:pt x="65608" y="395291"/>
                    <a:pt x="65608" y="390455"/>
                    <a:pt x="64932" y="385702"/>
                  </a:cubicBezTo>
                  <a:cubicBezTo>
                    <a:pt x="64182" y="376662"/>
                    <a:pt x="62829" y="367682"/>
                    <a:pt x="60877" y="358822"/>
                  </a:cubicBezTo>
                  <a:lnTo>
                    <a:pt x="60877" y="358447"/>
                  </a:lnTo>
                  <a:cubicBezTo>
                    <a:pt x="62079" y="340276"/>
                    <a:pt x="63055" y="321505"/>
                    <a:pt x="65158" y="304461"/>
                  </a:cubicBezTo>
                  <a:cubicBezTo>
                    <a:pt x="67486" y="286065"/>
                    <a:pt x="69138" y="265042"/>
                    <a:pt x="72668" y="246871"/>
                  </a:cubicBezTo>
                  <a:cubicBezTo>
                    <a:pt x="76047" y="230728"/>
                    <a:pt x="72668" y="219766"/>
                    <a:pt x="81905" y="206025"/>
                  </a:cubicBezTo>
                  <a:cubicBezTo>
                    <a:pt x="87011" y="198614"/>
                    <a:pt x="92945" y="191797"/>
                    <a:pt x="99553" y="185677"/>
                  </a:cubicBezTo>
                  <a:cubicBezTo>
                    <a:pt x="118629" y="167131"/>
                    <a:pt x="126365" y="148961"/>
                    <a:pt x="144613" y="129589"/>
                  </a:cubicBezTo>
                  <a:cubicBezTo>
                    <a:pt x="162863" y="110217"/>
                    <a:pt x="177958" y="86415"/>
                    <a:pt x="180511" y="59986"/>
                  </a:cubicBezTo>
                  <a:cubicBezTo>
                    <a:pt x="183365" y="41034"/>
                    <a:pt x="176756" y="21903"/>
                    <a:pt x="162863" y="8703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Content Placeholder 4">
              <a:extLst>
                <a:ext uri="{FF2B5EF4-FFF2-40B4-BE49-F238E27FC236}">
                  <a16:creationId xmlns:a16="http://schemas.microsoft.com/office/drawing/2014/main" id="{14E46329-BECE-EFDB-6CEA-B4C36C308601}"/>
                </a:ext>
              </a:extLst>
            </p:cNvPr>
            <p:cNvSpPr/>
            <p:nvPr/>
          </p:nvSpPr>
          <p:spPr>
            <a:xfrm>
              <a:off x="11385339" y="2650946"/>
              <a:ext cx="154172" cy="171796"/>
            </a:xfrm>
            <a:custGeom>
              <a:avLst/>
              <a:gdLst>
                <a:gd name="connsiteX0" fmla="*/ 140745 w 154172"/>
                <a:gd name="connsiteY0" fmla="*/ 68650 h 171796"/>
                <a:gd name="connsiteX1" fmla="*/ 131433 w 154172"/>
                <a:gd name="connsiteY1" fmla="*/ 35913 h 171796"/>
                <a:gd name="connsiteX2" fmla="*/ 123923 w 154172"/>
                <a:gd name="connsiteY2" fmla="*/ 26828 h 171796"/>
                <a:gd name="connsiteX3" fmla="*/ 119117 w 154172"/>
                <a:gd name="connsiteY3" fmla="*/ 17367 h 171796"/>
                <a:gd name="connsiteX4" fmla="*/ 112658 w 154172"/>
                <a:gd name="connsiteY4" fmla="*/ 9859 h 171796"/>
                <a:gd name="connsiteX5" fmla="*/ 104247 w 154172"/>
                <a:gd name="connsiteY5" fmla="*/ 3552 h 171796"/>
                <a:gd name="connsiteX6" fmla="*/ 92456 w 154172"/>
                <a:gd name="connsiteY6" fmla="*/ 849 h 171796"/>
                <a:gd name="connsiteX7" fmla="*/ 70753 w 154172"/>
                <a:gd name="connsiteY7" fmla="*/ 849 h 171796"/>
                <a:gd name="connsiteX8" fmla="*/ 60389 w 154172"/>
                <a:gd name="connsiteY8" fmla="*/ 4303 h 171796"/>
                <a:gd name="connsiteX9" fmla="*/ 34329 w 154172"/>
                <a:gd name="connsiteY9" fmla="*/ 22848 h 171796"/>
                <a:gd name="connsiteX10" fmla="*/ 26819 w 154172"/>
                <a:gd name="connsiteY10" fmla="*/ 33586 h 171796"/>
                <a:gd name="connsiteX11" fmla="*/ 15554 w 154172"/>
                <a:gd name="connsiteY11" fmla="*/ 66097 h 171796"/>
                <a:gd name="connsiteX12" fmla="*/ 3763 w 154172"/>
                <a:gd name="connsiteY12" fmla="*/ 99059 h 171796"/>
                <a:gd name="connsiteX13" fmla="*/ 3763 w 154172"/>
                <a:gd name="connsiteY13" fmla="*/ 133073 h 171796"/>
                <a:gd name="connsiteX14" fmla="*/ 1510 w 154172"/>
                <a:gd name="connsiteY14" fmla="*/ 163106 h 171796"/>
                <a:gd name="connsiteX15" fmla="*/ 1660 w 154172"/>
                <a:gd name="connsiteY15" fmla="*/ 165434 h 171796"/>
                <a:gd name="connsiteX16" fmla="*/ 3088 w 154172"/>
                <a:gd name="connsiteY16" fmla="*/ 165809 h 171796"/>
                <a:gd name="connsiteX17" fmla="*/ 8795 w 154172"/>
                <a:gd name="connsiteY17" fmla="*/ 162806 h 171796"/>
                <a:gd name="connsiteX18" fmla="*/ 8795 w 154172"/>
                <a:gd name="connsiteY18" fmla="*/ 165659 h 171796"/>
                <a:gd name="connsiteX19" fmla="*/ 13000 w 154172"/>
                <a:gd name="connsiteY19" fmla="*/ 166260 h 171796"/>
                <a:gd name="connsiteX20" fmla="*/ 14577 w 154172"/>
                <a:gd name="connsiteY20" fmla="*/ 157175 h 171796"/>
                <a:gd name="connsiteX21" fmla="*/ 14577 w 154172"/>
                <a:gd name="connsiteY21" fmla="*/ 165209 h 171796"/>
                <a:gd name="connsiteX22" fmla="*/ 15103 w 154172"/>
                <a:gd name="connsiteY22" fmla="*/ 167461 h 171796"/>
                <a:gd name="connsiteX23" fmla="*/ 21712 w 154172"/>
                <a:gd name="connsiteY23" fmla="*/ 167461 h 171796"/>
                <a:gd name="connsiteX24" fmla="*/ 30199 w 154172"/>
                <a:gd name="connsiteY24" fmla="*/ 167987 h 171796"/>
                <a:gd name="connsiteX25" fmla="*/ 30874 w 154172"/>
                <a:gd name="connsiteY25" fmla="*/ 169489 h 171796"/>
                <a:gd name="connsiteX26" fmla="*/ 37033 w 154172"/>
                <a:gd name="connsiteY26" fmla="*/ 170840 h 171796"/>
                <a:gd name="connsiteX27" fmla="*/ 36206 w 154172"/>
                <a:gd name="connsiteY27" fmla="*/ 168963 h 171796"/>
                <a:gd name="connsiteX28" fmla="*/ 40638 w 154172"/>
                <a:gd name="connsiteY28" fmla="*/ 165156 h 171796"/>
                <a:gd name="connsiteX29" fmla="*/ 40638 w 154172"/>
                <a:gd name="connsiteY29" fmla="*/ 164533 h 171796"/>
                <a:gd name="connsiteX30" fmla="*/ 40111 w 154172"/>
                <a:gd name="connsiteY30" fmla="*/ 157025 h 171796"/>
                <a:gd name="connsiteX31" fmla="*/ 41313 w 154172"/>
                <a:gd name="connsiteY31" fmla="*/ 163407 h 171796"/>
                <a:gd name="connsiteX32" fmla="*/ 43266 w 154172"/>
                <a:gd name="connsiteY32" fmla="*/ 169338 h 171796"/>
                <a:gd name="connsiteX33" fmla="*/ 48673 w 154172"/>
                <a:gd name="connsiteY33" fmla="*/ 171666 h 171796"/>
                <a:gd name="connsiteX34" fmla="*/ 47546 w 154172"/>
                <a:gd name="connsiteY34" fmla="*/ 164158 h 171796"/>
                <a:gd name="connsiteX35" fmla="*/ 45219 w 154172"/>
                <a:gd name="connsiteY35" fmla="*/ 160629 h 171796"/>
                <a:gd name="connsiteX36" fmla="*/ 45219 w 154172"/>
                <a:gd name="connsiteY36" fmla="*/ 154622 h 171796"/>
                <a:gd name="connsiteX37" fmla="*/ 49800 w 154172"/>
                <a:gd name="connsiteY37" fmla="*/ 166410 h 171796"/>
                <a:gd name="connsiteX38" fmla="*/ 52127 w 154172"/>
                <a:gd name="connsiteY38" fmla="*/ 167063 h 171796"/>
                <a:gd name="connsiteX39" fmla="*/ 53028 w 154172"/>
                <a:gd name="connsiteY39" fmla="*/ 165509 h 171796"/>
                <a:gd name="connsiteX40" fmla="*/ 52503 w 154172"/>
                <a:gd name="connsiteY40" fmla="*/ 150492 h 171796"/>
                <a:gd name="connsiteX41" fmla="*/ 54456 w 154172"/>
                <a:gd name="connsiteY41" fmla="*/ 163557 h 171796"/>
                <a:gd name="connsiteX42" fmla="*/ 59938 w 154172"/>
                <a:gd name="connsiteY42" fmla="*/ 162806 h 171796"/>
                <a:gd name="connsiteX43" fmla="*/ 57910 w 154172"/>
                <a:gd name="connsiteY43" fmla="*/ 95230 h 171796"/>
                <a:gd name="connsiteX44" fmla="*/ 53404 w 154172"/>
                <a:gd name="connsiteY44" fmla="*/ 91063 h 171796"/>
                <a:gd name="connsiteX45" fmla="*/ 52053 w 154172"/>
                <a:gd name="connsiteY45" fmla="*/ 91326 h 171796"/>
                <a:gd name="connsiteX46" fmla="*/ 53930 w 154172"/>
                <a:gd name="connsiteY46" fmla="*/ 67824 h 171796"/>
                <a:gd name="connsiteX47" fmla="*/ 45444 w 154172"/>
                <a:gd name="connsiteY47" fmla="*/ 66698 h 171796"/>
                <a:gd name="connsiteX48" fmla="*/ 42665 w 154172"/>
                <a:gd name="connsiteY48" fmla="*/ 84117 h 171796"/>
                <a:gd name="connsiteX49" fmla="*/ 41689 w 154172"/>
                <a:gd name="connsiteY49" fmla="*/ 65421 h 171796"/>
                <a:gd name="connsiteX50" fmla="*/ 42214 w 154172"/>
                <a:gd name="connsiteY50" fmla="*/ 59640 h 171796"/>
                <a:gd name="connsiteX51" fmla="*/ 43416 w 154172"/>
                <a:gd name="connsiteY51" fmla="*/ 55810 h 171796"/>
                <a:gd name="connsiteX52" fmla="*/ 42740 w 154172"/>
                <a:gd name="connsiteY52" fmla="*/ 51456 h 171796"/>
                <a:gd name="connsiteX53" fmla="*/ 48898 w 154172"/>
                <a:gd name="connsiteY53" fmla="*/ 37940 h 171796"/>
                <a:gd name="connsiteX54" fmla="*/ 62191 w 154172"/>
                <a:gd name="connsiteY54" fmla="*/ 30432 h 171796"/>
                <a:gd name="connsiteX55" fmla="*/ 73156 w 154172"/>
                <a:gd name="connsiteY55" fmla="*/ 26678 h 171796"/>
                <a:gd name="connsiteX56" fmla="*/ 84270 w 154172"/>
                <a:gd name="connsiteY56" fmla="*/ 25026 h 171796"/>
                <a:gd name="connsiteX57" fmla="*/ 89227 w 154172"/>
                <a:gd name="connsiteY57" fmla="*/ 26528 h 171796"/>
                <a:gd name="connsiteX58" fmla="*/ 94559 w 154172"/>
                <a:gd name="connsiteY58" fmla="*/ 26528 h 171796"/>
                <a:gd name="connsiteX59" fmla="*/ 111006 w 154172"/>
                <a:gd name="connsiteY59" fmla="*/ 39893 h 171796"/>
                <a:gd name="connsiteX60" fmla="*/ 114611 w 154172"/>
                <a:gd name="connsiteY60" fmla="*/ 77435 h 171796"/>
                <a:gd name="connsiteX61" fmla="*/ 105824 w 154172"/>
                <a:gd name="connsiteY61" fmla="*/ 79162 h 171796"/>
                <a:gd name="connsiteX62" fmla="*/ 105824 w 154172"/>
                <a:gd name="connsiteY62" fmla="*/ 84643 h 171796"/>
                <a:gd name="connsiteX63" fmla="*/ 99290 w 154172"/>
                <a:gd name="connsiteY63" fmla="*/ 85469 h 171796"/>
                <a:gd name="connsiteX64" fmla="*/ 98314 w 154172"/>
                <a:gd name="connsiteY64" fmla="*/ 88247 h 171796"/>
                <a:gd name="connsiteX65" fmla="*/ 101843 w 154172"/>
                <a:gd name="connsiteY65" fmla="*/ 162581 h 171796"/>
                <a:gd name="connsiteX66" fmla="*/ 103721 w 154172"/>
                <a:gd name="connsiteY66" fmla="*/ 163775 h 171796"/>
                <a:gd name="connsiteX67" fmla="*/ 104923 w 154172"/>
                <a:gd name="connsiteY67" fmla="*/ 162581 h 171796"/>
                <a:gd name="connsiteX68" fmla="*/ 106049 w 154172"/>
                <a:gd name="connsiteY68" fmla="*/ 149967 h 171796"/>
                <a:gd name="connsiteX69" fmla="*/ 108828 w 154172"/>
                <a:gd name="connsiteY69" fmla="*/ 163857 h 171796"/>
                <a:gd name="connsiteX70" fmla="*/ 111607 w 154172"/>
                <a:gd name="connsiteY70" fmla="*/ 165472 h 171796"/>
                <a:gd name="connsiteX71" fmla="*/ 113259 w 154172"/>
                <a:gd name="connsiteY71" fmla="*/ 163181 h 171796"/>
                <a:gd name="connsiteX72" fmla="*/ 113259 w 154172"/>
                <a:gd name="connsiteY72" fmla="*/ 157775 h 171796"/>
                <a:gd name="connsiteX73" fmla="*/ 115962 w 154172"/>
                <a:gd name="connsiteY73" fmla="*/ 157775 h 171796"/>
                <a:gd name="connsiteX74" fmla="*/ 115962 w 154172"/>
                <a:gd name="connsiteY74" fmla="*/ 161154 h 171796"/>
                <a:gd name="connsiteX75" fmla="*/ 116338 w 154172"/>
                <a:gd name="connsiteY75" fmla="*/ 163557 h 171796"/>
                <a:gd name="connsiteX76" fmla="*/ 116338 w 154172"/>
                <a:gd name="connsiteY76" fmla="*/ 164007 h 171796"/>
                <a:gd name="connsiteX77" fmla="*/ 126702 w 154172"/>
                <a:gd name="connsiteY77" fmla="*/ 165659 h 171796"/>
                <a:gd name="connsiteX78" fmla="*/ 130081 w 154172"/>
                <a:gd name="connsiteY78" fmla="*/ 166635 h 171796"/>
                <a:gd name="connsiteX79" fmla="*/ 128203 w 154172"/>
                <a:gd name="connsiteY79" fmla="*/ 151618 h 171796"/>
                <a:gd name="connsiteX80" fmla="*/ 128203 w 154172"/>
                <a:gd name="connsiteY80" fmla="*/ 136076 h 171796"/>
                <a:gd name="connsiteX81" fmla="*/ 129556 w 154172"/>
                <a:gd name="connsiteY81" fmla="*/ 161680 h 171796"/>
                <a:gd name="connsiteX82" fmla="*/ 134137 w 154172"/>
                <a:gd name="connsiteY82" fmla="*/ 162355 h 171796"/>
                <a:gd name="connsiteX83" fmla="*/ 134887 w 154172"/>
                <a:gd name="connsiteY83" fmla="*/ 158001 h 171796"/>
                <a:gd name="connsiteX84" fmla="*/ 135789 w 154172"/>
                <a:gd name="connsiteY84" fmla="*/ 162806 h 171796"/>
                <a:gd name="connsiteX85" fmla="*/ 141346 w 154172"/>
                <a:gd name="connsiteY85" fmla="*/ 162806 h 171796"/>
                <a:gd name="connsiteX86" fmla="*/ 142173 w 154172"/>
                <a:gd name="connsiteY86" fmla="*/ 153646 h 171796"/>
                <a:gd name="connsiteX87" fmla="*/ 142698 w 154172"/>
                <a:gd name="connsiteY87" fmla="*/ 157250 h 171796"/>
                <a:gd name="connsiteX88" fmla="*/ 154113 w 154172"/>
                <a:gd name="connsiteY88" fmla="*/ 155673 h 171796"/>
                <a:gd name="connsiteX89" fmla="*/ 140745 w 154172"/>
                <a:gd name="connsiteY89" fmla="*/ 68650 h 171796"/>
                <a:gd name="connsiteX90" fmla="*/ 21562 w 154172"/>
                <a:gd name="connsiteY90" fmla="*/ 161304 h 171796"/>
                <a:gd name="connsiteX91" fmla="*/ 20736 w 154172"/>
                <a:gd name="connsiteY91" fmla="*/ 150868 h 171796"/>
                <a:gd name="connsiteX92" fmla="*/ 21186 w 154172"/>
                <a:gd name="connsiteY92" fmla="*/ 142158 h 171796"/>
                <a:gd name="connsiteX93" fmla="*/ 22013 w 154172"/>
                <a:gd name="connsiteY93" fmla="*/ 150267 h 171796"/>
                <a:gd name="connsiteX94" fmla="*/ 21562 w 154172"/>
                <a:gd name="connsiteY94" fmla="*/ 161304 h 171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</a:cxnLst>
              <a:rect l="l" t="t" r="r" b="b"/>
              <a:pathLst>
                <a:path w="154172" h="171796">
                  <a:moveTo>
                    <a:pt x="140745" y="68650"/>
                  </a:moveTo>
                  <a:cubicBezTo>
                    <a:pt x="141197" y="57027"/>
                    <a:pt x="137967" y="45554"/>
                    <a:pt x="131433" y="35913"/>
                  </a:cubicBezTo>
                  <a:cubicBezTo>
                    <a:pt x="129030" y="32835"/>
                    <a:pt x="126101" y="30132"/>
                    <a:pt x="123923" y="26828"/>
                  </a:cubicBezTo>
                  <a:cubicBezTo>
                    <a:pt x="121745" y="23524"/>
                    <a:pt x="120994" y="20371"/>
                    <a:pt x="119117" y="17367"/>
                  </a:cubicBezTo>
                  <a:cubicBezTo>
                    <a:pt x="117314" y="14574"/>
                    <a:pt x="115136" y="12044"/>
                    <a:pt x="112658" y="9859"/>
                  </a:cubicBezTo>
                  <a:cubicBezTo>
                    <a:pt x="110180" y="7314"/>
                    <a:pt x="107402" y="5181"/>
                    <a:pt x="104247" y="3552"/>
                  </a:cubicBezTo>
                  <a:cubicBezTo>
                    <a:pt x="100492" y="2020"/>
                    <a:pt x="96512" y="1104"/>
                    <a:pt x="92456" y="849"/>
                  </a:cubicBezTo>
                  <a:cubicBezTo>
                    <a:pt x="85247" y="-323"/>
                    <a:pt x="77962" y="-323"/>
                    <a:pt x="70753" y="849"/>
                  </a:cubicBezTo>
                  <a:cubicBezTo>
                    <a:pt x="67222" y="1675"/>
                    <a:pt x="63693" y="2831"/>
                    <a:pt x="60389" y="4303"/>
                  </a:cubicBezTo>
                  <a:cubicBezTo>
                    <a:pt x="49950" y="7599"/>
                    <a:pt x="40862" y="14086"/>
                    <a:pt x="34329" y="22848"/>
                  </a:cubicBezTo>
                  <a:cubicBezTo>
                    <a:pt x="31400" y="26107"/>
                    <a:pt x="28846" y="29711"/>
                    <a:pt x="26819" y="33586"/>
                  </a:cubicBezTo>
                  <a:cubicBezTo>
                    <a:pt x="22013" y="44015"/>
                    <a:pt x="18183" y="54910"/>
                    <a:pt x="15554" y="66097"/>
                  </a:cubicBezTo>
                  <a:cubicBezTo>
                    <a:pt x="12550" y="76984"/>
                    <a:pt x="6017" y="88622"/>
                    <a:pt x="3763" y="99059"/>
                  </a:cubicBezTo>
                  <a:cubicBezTo>
                    <a:pt x="1510" y="109496"/>
                    <a:pt x="5340" y="122260"/>
                    <a:pt x="3763" y="133073"/>
                  </a:cubicBezTo>
                  <a:cubicBezTo>
                    <a:pt x="3387" y="134349"/>
                    <a:pt x="-2846" y="167086"/>
                    <a:pt x="1510" y="163106"/>
                  </a:cubicBezTo>
                  <a:cubicBezTo>
                    <a:pt x="909" y="163797"/>
                    <a:pt x="985" y="164841"/>
                    <a:pt x="1660" y="165434"/>
                  </a:cubicBezTo>
                  <a:cubicBezTo>
                    <a:pt x="2036" y="165772"/>
                    <a:pt x="2561" y="165914"/>
                    <a:pt x="3088" y="165809"/>
                  </a:cubicBezTo>
                  <a:cubicBezTo>
                    <a:pt x="6617" y="165209"/>
                    <a:pt x="7968" y="164308"/>
                    <a:pt x="8795" y="162806"/>
                  </a:cubicBezTo>
                  <a:cubicBezTo>
                    <a:pt x="8795" y="163782"/>
                    <a:pt x="8795" y="164758"/>
                    <a:pt x="8795" y="165659"/>
                  </a:cubicBezTo>
                  <a:cubicBezTo>
                    <a:pt x="8795" y="168062"/>
                    <a:pt x="12550" y="168588"/>
                    <a:pt x="13000" y="166260"/>
                  </a:cubicBezTo>
                  <a:cubicBezTo>
                    <a:pt x="13451" y="163932"/>
                    <a:pt x="14052" y="160178"/>
                    <a:pt x="14577" y="157175"/>
                  </a:cubicBezTo>
                  <a:cubicBezTo>
                    <a:pt x="14577" y="159803"/>
                    <a:pt x="14577" y="162506"/>
                    <a:pt x="14577" y="165209"/>
                  </a:cubicBezTo>
                  <a:cubicBezTo>
                    <a:pt x="14503" y="165997"/>
                    <a:pt x="14728" y="166778"/>
                    <a:pt x="15103" y="167461"/>
                  </a:cubicBezTo>
                  <a:cubicBezTo>
                    <a:pt x="16455" y="169413"/>
                    <a:pt x="19233" y="167912"/>
                    <a:pt x="21712" y="167461"/>
                  </a:cubicBezTo>
                  <a:cubicBezTo>
                    <a:pt x="22538" y="172342"/>
                    <a:pt x="29672" y="172492"/>
                    <a:pt x="30199" y="167987"/>
                  </a:cubicBezTo>
                  <a:cubicBezTo>
                    <a:pt x="30349" y="168520"/>
                    <a:pt x="30574" y="169023"/>
                    <a:pt x="30874" y="169489"/>
                  </a:cubicBezTo>
                  <a:cubicBezTo>
                    <a:pt x="32226" y="171291"/>
                    <a:pt x="34855" y="171140"/>
                    <a:pt x="37033" y="170840"/>
                  </a:cubicBezTo>
                  <a:cubicBezTo>
                    <a:pt x="37033" y="170239"/>
                    <a:pt x="36507" y="169564"/>
                    <a:pt x="36206" y="168963"/>
                  </a:cubicBezTo>
                  <a:cubicBezTo>
                    <a:pt x="38459" y="169136"/>
                    <a:pt x="40487" y="167431"/>
                    <a:pt x="40638" y="165156"/>
                  </a:cubicBezTo>
                  <a:cubicBezTo>
                    <a:pt x="40638" y="164946"/>
                    <a:pt x="40638" y="164743"/>
                    <a:pt x="40638" y="164533"/>
                  </a:cubicBezTo>
                  <a:cubicBezTo>
                    <a:pt x="40638" y="162055"/>
                    <a:pt x="40638" y="159427"/>
                    <a:pt x="40111" y="157025"/>
                  </a:cubicBezTo>
                  <a:cubicBezTo>
                    <a:pt x="40111" y="159127"/>
                    <a:pt x="40937" y="161304"/>
                    <a:pt x="41313" y="163407"/>
                  </a:cubicBezTo>
                  <a:cubicBezTo>
                    <a:pt x="41539" y="165502"/>
                    <a:pt x="42214" y="167529"/>
                    <a:pt x="43266" y="169338"/>
                  </a:cubicBezTo>
                  <a:cubicBezTo>
                    <a:pt x="44393" y="171163"/>
                    <a:pt x="46570" y="172087"/>
                    <a:pt x="48673" y="171666"/>
                  </a:cubicBezTo>
                  <a:cubicBezTo>
                    <a:pt x="49049" y="169106"/>
                    <a:pt x="48673" y="166500"/>
                    <a:pt x="47546" y="164158"/>
                  </a:cubicBezTo>
                  <a:cubicBezTo>
                    <a:pt x="46871" y="162881"/>
                    <a:pt x="45819" y="161905"/>
                    <a:pt x="45219" y="160629"/>
                  </a:cubicBezTo>
                  <a:cubicBezTo>
                    <a:pt x="44543" y="158684"/>
                    <a:pt x="44543" y="156566"/>
                    <a:pt x="45219" y="154622"/>
                  </a:cubicBezTo>
                  <a:cubicBezTo>
                    <a:pt x="46195" y="158729"/>
                    <a:pt x="47772" y="162693"/>
                    <a:pt x="49800" y="166410"/>
                  </a:cubicBezTo>
                  <a:cubicBezTo>
                    <a:pt x="50250" y="167243"/>
                    <a:pt x="51301" y="167529"/>
                    <a:pt x="52127" y="167063"/>
                  </a:cubicBezTo>
                  <a:cubicBezTo>
                    <a:pt x="52729" y="166748"/>
                    <a:pt x="53028" y="166147"/>
                    <a:pt x="53028" y="165509"/>
                  </a:cubicBezTo>
                  <a:cubicBezTo>
                    <a:pt x="53179" y="160501"/>
                    <a:pt x="53028" y="155478"/>
                    <a:pt x="52503" y="150492"/>
                  </a:cubicBezTo>
                  <a:cubicBezTo>
                    <a:pt x="53179" y="154847"/>
                    <a:pt x="53855" y="159202"/>
                    <a:pt x="54456" y="163557"/>
                  </a:cubicBezTo>
                  <a:cubicBezTo>
                    <a:pt x="54832" y="166635"/>
                    <a:pt x="60163" y="165884"/>
                    <a:pt x="59938" y="162806"/>
                  </a:cubicBezTo>
                  <a:cubicBezTo>
                    <a:pt x="57910" y="140281"/>
                    <a:pt x="59938" y="117755"/>
                    <a:pt x="57910" y="95230"/>
                  </a:cubicBezTo>
                  <a:cubicBezTo>
                    <a:pt x="57835" y="92827"/>
                    <a:pt x="55808" y="90958"/>
                    <a:pt x="53404" y="91063"/>
                  </a:cubicBezTo>
                  <a:cubicBezTo>
                    <a:pt x="52954" y="91078"/>
                    <a:pt x="52503" y="91168"/>
                    <a:pt x="52053" y="91326"/>
                  </a:cubicBezTo>
                  <a:cubicBezTo>
                    <a:pt x="52954" y="83817"/>
                    <a:pt x="53780" y="75783"/>
                    <a:pt x="53930" y="67824"/>
                  </a:cubicBezTo>
                  <a:cubicBezTo>
                    <a:pt x="53930" y="63094"/>
                    <a:pt x="46420" y="61817"/>
                    <a:pt x="45444" y="66698"/>
                  </a:cubicBezTo>
                  <a:cubicBezTo>
                    <a:pt x="44017" y="72412"/>
                    <a:pt x="43116" y="78238"/>
                    <a:pt x="42665" y="84117"/>
                  </a:cubicBezTo>
                  <a:cubicBezTo>
                    <a:pt x="42665" y="74807"/>
                    <a:pt x="41763" y="74657"/>
                    <a:pt x="41689" y="65421"/>
                  </a:cubicBezTo>
                  <a:cubicBezTo>
                    <a:pt x="41539" y="63477"/>
                    <a:pt x="41763" y="61525"/>
                    <a:pt x="42214" y="59640"/>
                  </a:cubicBezTo>
                  <a:cubicBezTo>
                    <a:pt x="42740" y="58401"/>
                    <a:pt x="43116" y="57117"/>
                    <a:pt x="43416" y="55810"/>
                  </a:cubicBezTo>
                  <a:cubicBezTo>
                    <a:pt x="43266" y="54347"/>
                    <a:pt x="43040" y="52890"/>
                    <a:pt x="42740" y="51456"/>
                  </a:cubicBezTo>
                  <a:cubicBezTo>
                    <a:pt x="43266" y="46395"/>
                    <a:pt x="45444" y="41642"/>
                    <a:pt x="48898" y="37940"/>
                  </a:cubicBezTo>
                  <a:cubicBezTo>
                    <a:pt x="52653" y="34366"/>
                    <a:pt x="57234" y="31784"/>
                    <a:pt x="62191" y="30432"/>
                  </a:cubicBezTo>
                  <a:lnTo>
                    <a:pt x="73156" y="26678"/>
                  </a:lnTo>
                  <a:cubicBezTo>
                    <a:pt x="76610" y="25063"/>
                    <a:pt x="80515" y="24493"/>
                    <a:pt x="84270" y="25026"/>
                  </a:cubicBezTo>
                  <a:cubicBezTo>
                    <a:pt x="85922" y="25627"/>
                    <a:pt x="87575" y="26130"/>
                    <a:pt x="89227" y="26528"/>
                  </a:cubicBezTo>
                  <a:cubicBezTo>
                    <a:pt x="91029" y="26678"/>
                    <a:pt x="92757" y="26678"/>
                    <a:pt x="94559" y="26528"/>
                  </a:cubicBezTo>
                  <a:cubicBezTo>
                    <a:pt x="102219" y="27211"/>
                    <a:pt x="108753" y="32497"/>
                    <a:pt x="111006" y="39893"/>
                  </a:cubicBezTo>
                  <a:cubicBezTo>
                    <a:pt x="115738" y="51531"/>
                    <a:pt x="114160" y="64520"/>
                    <a:pt x="114611" y="77435"/>
                  </a:cubicBezTo>
                  <a:cubicBezTo>
                    <a:pt x="113334" y="73005"/>
                    <a:pt x="105749" y="74281"/>
                    <a:pt x="105824" y="79162"/>
                  </a:cubicBezTo>
                  <a:lnTo>
                    <a:pt x="105824" y="84643"/>
                  </a:lnTo>
                  <a:cubicBezTo>
                    <a:pt x="103796" y="83066"/>
                    <a:pt x="100868" y="83434"/>
                    <a:pt x="99290" y="85469"/>
                  </a:cubicBezTo>
                  <a:cubicBezTo>
                    <a:pt x="98690" y="86265"/>
                    <a:pt x="98314" y="87241"/>
                    <a:pt x="98314" y="88247"/>
                  </a:cubicBezTo>
                  <a:cubicBezTo>
                    <a:pt x="97187" y="113100"/>
                    <a:pt x="101393" y="137728"/>
                    <a:pt x="101843" y="162581"/>
                  </a:cubicBezTo>
                  <a:cubicBezTo>
                    <a:pt x="102069" y="163429"/>
                    <a:pt x="102895" y="163970"/>
                    <a:pt x="103721" y="163775"/>
                  </a:cubicBezTo>
                  <a:cubicBezTo>
                    <a:pt x="104322" y="163647"/>
                    <a:pt x="104772" y="163181"/>
                    <a:pt x="104923" y="162581"/>
                  </a:cubicBezTo>
                  <a:cubicBezTo>
                    <a:pt x="105223" y="158376"/>
                    <a:pt x="105598" y="154171"/>
                    <a:pt x="106049" y="149967"/>
                  </a:cubicBezTo>
                  <a:cubicBezTo>
                    <a:pt x="106425" y="154697"/>
                    <a:pt x="107326" y="159360"/>
                    <a:pt x="108828" y="163857"/>
                  </a:cubicBezTo>
                  <a:cubicBezTo>
                    <a:pt x="109129" y="165059"/>
                    <a:pt x="110405" y="165787"/>
                    <a:pt x="111607" y="165472"/>
                  </a:cubicBezTo>
                  <a:cubicBezTo>
                    <a:pt x="112583" y="165201"/>
                    <a:pt x="113334" y="164248"/>
                    <a:pt x="113259" y="163181"/>
                  </a:cubicBezTo>
                  <a:cubicBezTo>
                    <a:pt x="113259" y="161379"/>
                    <a:pt x="113259" y="159577"/>
                    <a:pt x="113259" y="157775"/>
                  </a:cubicBezTo>
                  <a:cubicBezTo>
                    <a:pt x="114160" y="157925"/>
                    <a:pt x="115061" y="157925"/>
                    <a:pt x="115962" y="157775"/>
                  </a:cubicBezTo>
                  <a:lnTo>
                    <a:pt x="115962" y="161154"/>
                  </a:lnTo>
                  <a:cubicBezTo>
                    <a:pt x="115962" y="161965"/>
                    <a:pt x="116112" y="162776"/>
                    <a:pt x="116338" y="163557"/>
                  </a:cubicBezTo>
                  <a:lnTo>
                    <a:pt x="116338" y="164007"/>
                  </a:lnTo>
                  <a:cubicBezTo>
                    <a:pt x="115813" y="170239"/>
                    <a:pt x="124599" y="170765"/>
                    <a:pt x="126702" y="165659"/>
                  </a:cubicBezTo>
                  <a:cubicBezTo>
                    <a:pt x="127528" y="166680"/>
                    <a:pt x="128880" y="167071"/>
                    <a:pt x="130081" y="166635"/>
                  </a:cubicBezTo>
                  <a:cubicBezTo>
                    <a:pt x="128579" y="161785"/>
                    <a:pt x="127904" y="156694"/>
                    <a:pt x="128203" y="151618"/>
                  </a:cubicBezTo>
                  <a:cubicBezTo>
                    <a:pt x="128203" y="146438"/>
                    <a:pt x="128203" y="141257"/>
                    <a:pt x="128203" y="136076"/>
                  </a:cubicBezTo>
                  <a:lnTo>
                    <a:pt x="129556" y="161680"/>
                  </a:lnTo>
                  <a:cubicBezTo>
                    <a:pt x="129556" y="164082"/>
                    <a:pt x="133536" y="165134"/>
                    <a:pt x="134137" y="162355"/>
                  </a:cubicBezTo>
                  <a:cubicBezTo>
                    <a:pt x="134137" y="160929"/>
                    <a:pt x="134663" y="159427"/>
                    <a:pt x="134887" y="158001"/>
                  </a:cubicBezTo>
                  <a:cubicBezTo>
                    <a:pt x="134663" y="159660"/>
                    <a:pt x="134963" y="161334"/>
                    <a:pt x="135789" y="162806"/>
                  </a:cubicBezTo>
                  <a:cubicBezTo>
                    <a:pt x="137066" y="164758"/>
                    <a:pt x="140595" y="165134"/>
                    <a:pt x="141346" y="162806"/>
                  </a:cubicBezTo>
                  <a:cubicBezTo>
                    <a:pt x="141046" y="159727"/>
                    <a:pt x="141271" y="156619"/>
                    <a:pt x="142173" y="153646"/>
                  </a:cubicBezTo>
                  <a:cubicBezTo>
                    <a:pt x="142173" y="154847"/>
                    <a:pt x="142548" y="156048"/>
                    <a:pt x="142698" y="157250"/>
                  </a:cubicBezTo>
                  <a:cubicBezTo>
                    <a:pt x="143674" y="163707"/>
                    <a:pt x="154789" y="162205"/>
                    <a:pt x="154113" y="155673"/>
                  </a:cubicBezTo>
                  <a:cubicBezTo>
                    <a:pt x="152386" y="126315"/>
                    <a:pt x="147880" y="97182"/>
                    <a:pt x="140745" y="68650"/>
                  </a:cubicBezTo>
                  <a:close/>
                  <a:moveTo>
                    <a:pt x="21562" y="161304"/>
                  </a:moveTo>
                  <a:cubicBezTo>
                    <a:pt x="20961" y="157858"/>
                    <a:pt x="20736" y="154366"/>
                    <a:pt x="20736" y="150868"/>
                  </a:cubicBezTo>
                  <a:cubicBezTo>
                    <a:pt x="20736" y="148014"/>
                    <a:pt x="20736" y="145086"/>
                    <a:pt x="21186" y="142158"/>
                  </a:cubicBezTo>
                  <a:cubicBezTo>
                    <a:pt x="21712" y="144831"/>
                    <a:pt x="22013" y="147541"/>
                    <a:pt x="22013" y="150267"/>
                  </a:cubicBezTo>
                  <a:cubicBezTo>
                    <a:pt x="21938" y="154021"/>
                    <a:pt x="21562" y="157475"/>
                    <a:pt x="21562" y="161304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Content Placeholder 4">
              <a:extLst>
                <a:ext uri="{FF2B5EF4-FFF2-40B4-BE49-F238E27FC236}">
                  <a16:creationId xmlns:a16="http://schemas.microsoft.com/office/drawing/2014/main" id="{917B9995-02E1-22E4-DF00-786ADE527DD3}"/>
                </a:ext>
              </a:extLst>
            </p:cNvPr>
            <p:cNvSpPr/>
            <p:nvPr/>
          </p:nvSpPr>
          <p:spPr>
            <a:xfrm>
              <a:off x="11424129" y="2664368"/>
              <a:ext cx="86815" cy="121106"/>
            </a:xfrm>
            <a:custGeom>
              <a:avLst/>
              <a:gdLst>
                <a:gd name="connsiteX0" fmla="*/ 86786 w 86815"/>
                <a:gd name="connsiteY0" fmla="*/ 39910 h 121106"/>
                <a:gd name="connsiteX1" fmla="*/ 39773 w 86815"/>
                <a:gd name="connsiteY1" fmla="*/ 123 h 121106"/>
                <a:gd name="connsiteX2" fmla="*/ -29 w 86815"/>
                <a:gd name="connsiteY2" fmla="*/ 39910 h 121106"/>
                <a:gd name="connsiteX3" fmla="*/ 1548 w 86815"/>
                <a:gd name="connsiteY3" fmla="*/ 50647 h 121106"/>
                <a:gd name="connsiteX4" fmla="*/ 1548 w 86815"/>
                <a:gd name="connsiteY4" fmla="*/ 53351 h 121106"/>
                <a:gd name="connsiteX5" fmla="*/ 3350 w 86815"/>
                <a:gd name="connsiteY5" fmla="*/ 77453 h 121106"/>
                <a:gd name="connsiteX6" fmla="*/ 29485 w 86815"/>
                <a:gd name="connsiteY6" fmla="*/ 115971 h 121106"/>
                <a:gd name="connsiteX7" fmla="*/ 46382 w 86815"/>
                <a:gd name="connsiteY7" fmla="*/ 121077 h 121106"/>
                <a:gd name="connsiteX8" fmla="*/ 67486 w 86815"/>
                <a:gd name="connsiteY8" fmla="*/ 111691 h 121106"/>
                <a:gd name="connsiteX9" fmla="*/ 86336 w 86815"/>
                <a:gd name="connsiteY9" fmla="*/ 44866 h 121106"/>
                <a:gd name="connsiteX10" fmla="*/ 86786 w 86815"/>
                <a:gd name="connsiteY10" fmla="*/ 39910 h 121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6815" h="121106">
                  <a:moveTo>
                    <a:pt x="86786" y="39910"/>
                  </a:moveTo>
                  <a:cubicBezTo>
                    <a:pt x="84758" y="15943"/>
                    <a:pt x="63731" y="-1874"/>
                    <a:pt x="39773" y="123"/>
                  </a:cubicBezTo>
                  <a:cubicBezTo>
                    <a:pt x="18595" y="1888"/>
                    <a:pt x="1773" y="18714"/>
                    <a:pt x="-29" y="39910"/>
                  </a:cubicBezTo>
                  <a:cubicBezTo>
                    <a:pt x="-29" y="43545"/>
                    <a:pt x="496" y="47156"/>
                    <a:pt x="1548" y="50647"/>
                  </a:cubicBezTo>
                  <a:cubicBezTo>
                    <a:pt x="1548" y="51548"/>
                    <a:pt x="1548" y="52449"/>
                    <a:pt x="1548" y="53351"/>
                  </a:cubicBezTo>
                  <a:cubicBezTo>
                    <a:pt x="1247" y="61430"/>
                    <a:pt x="1923" y="69509"/>
                    <a:pt x="3350" y="77453"/>
                  </a:cubicBezTo>
                  <a:cubicBezTo>
                    <a:pt x="5978" y="93506"/>
                    <a:pt x="15516" y="107592"/>
                    <a:pt x="29485" y="115971"/>
                  </a:cubicBezTo>
                  <a:cubicBezTo>
                    <a:pt x="34592" y="119155"/>
                    <a:pt x="40375" y="120919"/>
                    <a:pt x="46382" y="121077"/>
                  </a:cubicBezTo>
                  <a:cubicBezTo>
                    <a:pt x="54343" y="120664"/>
                    <a:pt x="61853" y="117323"/>
                    <a:pt x="67486" y="111691"/>
                  </a:cubicBezTo>
                  <a:cubicBezTo>
                    <a:pt x="86035" y="94647"/>
                    <a:pt x="87687" y="69043"/>
                    <a:pt x="86336" y="44866"/>
                  </a:cubicBezTo>
                  <a:cubicBezTo>
                    <a:pt x="86560" y="43229"/>
                    <a:pt x="86711" y="41570"/>
                    <a:pt x="86786" y="39910"/>
                  </a:cubicBezTo>
                  <a:close/>
                </a:path>
              </a:pathLst>
            </a:custGeom>
            <a:solidFill>
              <a:srgbClr val="6654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Content Placeholder 4">
              <a:extLst>
                <a:ext uri="{FF2B5EF4-FFF2-40B4-BE49-F238E27FC236}">
                  <a16:creationId xmlns:a16="http://schemas.microsoft.com/office/drawing/2014/main" id="{4C18D5F6-80EB-6D2B-9C91-64287F722292}"/>
                </a:ext>
              </a:extLst>
            </p:cNvPr>
            <p:cNvSpPr/>
            <p:nvPr/>
          </p:nvSpPr>
          <p:spPr>
            <a:xfrm>
              <a:off x="11440500" y="2737974"/>
              <a:ext cx="70669" cy="52212"/>
            </a:xfrm>
            <a:custGeom>
              <a:avLst/>
              <a:gdLst>
                <a:gd name="connsiteX0" fmla="*/ 7255 w 70669"/>
                <a:gd name="connsiteY0" fmla="*/ 41764 h 52212"/>
                <a:gd name="connsiteX1" fmla="*/ 14765 w 70669"/>
                <a:gd name="connsiteY1" fmla="*/ 49273 h 52212"/>
                <a:gd name="connsiteX2" fmla="*/ 27307 w 70669"/>
                <a:gd name="connsiteY2" fmla="*/ 52126 h 52212"/>
                <a:gd name="connsiteX3" fmla="*/ 42327 w 70669"/>
                <a:gd name="connsiteY3" fmla="*/ 48747 h 52212"/>
                <a:gd name="connsiteX4" fmla="*/ 54794 w 70669"/>
                <a:gd name="connsiteY4" fmla="*/ 37785 h 52212"/>
                <a:gd name="connsiteX5" fmla="*/ 68763 w 70669"/>
                <a:gd name="connsiteY5" fmla="*/ 10304 h 52212"/>
                <a:gd name="connsiteX6" fmla="*/ 70640 w 70669"/>
                <a:gd name="connsiteY6" fmla="*/ 92 h 52212"/>
                <a:gd name="connsiteX7" fmla="*/ 67186 w 70669"/>
                <a:gd name="connsiteY7" fmla="*/ 1594 h 52212"/>
                <a:gd name="connsiteX8" fmla="*/ 66584 w 70669"/>
                <a:gd name="connsiteY8" fmla="*/ 5273 h 52212"/>
                <a:gd name="connsiteX9" fmla="*/ 59525 w 70669"/>
                <a:gd name="connsiteY9" fmla="*/ 24194 h 52212"/>
                <a:gd name="connsiteX10" fmla="*/ 43979 w 70669"/>
                <a:gd name="connsiteY10" fmla="*/ 38160 h 52212"/>
                <a:gd name="connsiteX11" fmla="*/ 26105 w 70669"/>
                <a:gd name="connsiteY11" fmla="*/ 44843 h 52212"/>
                <a:gd name="connsiteX12" fmla="*/ 23627 w 70669"/>
                <a:gd name="connsiteY12" fmla="*/ 44242 h 52212"/>
                <a:gd name="connsiteX13" fmla="*/ 20849 w 70669"/>
                <a:gd name="connsiteY13" fmla="*/ 40112 h 52212"/>
                <a:gd name="connsiteX14" fmla="*/ 18220 w 70669"/>
                <a:gd name="connsiteY14" fmla="*/ 35833 h 52212"/>
                <a:gd name="connsiteX15" fmla="*/ 14165 w 70669"/>
                <a:gd name="connsiteY15" fmla="*/ 37409 h 52212"/>
                <a:gd name="connsiteX16" fmla="*/ 15517 w 70669"/>
                <a:gd name="connsiteY16" fmla="*/ 40338 h 52212"/>
                <a:gd name="connsiteX17" fmla="*/ 12438 w 70669"/>
                <a:gd name="connsiteY17" fmla="*/ 41989 h 52212"/>
                <a:gd name="connsiteX18" fmla="*/ 9358 w 70669"/>
                <a:gd name="connsiteY18" fmla="*/ 39662 h 52212"/>
                <a:gd name="connsiteX19" fmla="*/ 3125 w 70669"/>
                <a:gd name="connsiteY19" fmla="*/ 32754 h 52212"/>
                <a:gd name="connsiteX20" fmla="*/ -29 w 70669"/>
                <a:gd name="connsiteY20" fmla="*/ 31553 h 52212"/>
                <a:gd name="connsiteX21" fmla="*/ 7255 w 70669"/>
                <a:gd name="connsiteY21" fmla="*/ 41764 h 52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0669" h="52212">
                  <a:moveTo>
                    <a:pt x="7255" y="41764"/>
                  </a:moveTo>
                  <a:cubicBezTo>
                    <a:pt x="9283" y="44730"/>
                    <a:pt x="11837" y="47275"/>
                    <a:pt x="14765" y="49273"/>
                  </a:cubicBezTo>
                  <a:cubicBezTo>
                    <a:pt x="18595" y="51285"/>
                    <a:pt x="22952" y="52269"/>
                    <a:pt x="27307" y="52126"/>
                  </a:cubicBezTo>
                  <a:cubicBezTo>
                    <a:pt x="32565" y="52464"/>
                    <a:pt x="37746" y="51293"/>
                    <a:pt x="42327" y="48747"/>
                  </a:cubicBezTo>
                  <a:cubicBezTo>
                    <a:pt x="46983" y="45661"/>
                    <a:pt x="51114" y="41975"/>
                    <a:pt x="54794" y="37785"/>
                  </a:cubicBezTo>
                  <a:cubicBezTo>
                    <a:pt x="60877" y="29420"/>
                    <a:pt x="65608" y="20147"/>
                    <a:pt x="68763" y="10304"/>
                  </a:cubicBezTo>
                  <a:cubicBezTo>
                    <a:pt x="69964" y="7023"/>
                    <a:pt x="70565" y="3576"/>
                    <a:pt x="70640" y="92"/>
                  </a:cubicBezTo>
                  <a:cubicBezTo>
                    <a:pt x="69288" y="-313"/>
                    <a:pt x="67786" y="318"/>
                    <a:pt x="67186" y="1594"/>
                  </a:cubicBezTo>
                  <a:cubicBezTo>
                    <a:pt x="66735" y="2765"/>
                    <a:pt x="66509" y="4019"/>
                    <a:pt x="66584" y="5273"/>
                  </a:cubicBezTo>
                  <a:cubicBezTo>
                    <a:pt x="65758" y="12061"/>
                    <a:pt x="63356" y="18548"/>
                    <a:pt x="59525" y="24194"/>
                  </a:cubicBezTo>
                  <a:cubicBezTo>
                    <a:pt x="55020" y="29533"/>
                    <a:pt x="49762" y="34226"/>
                    <a:pt x="43979" y="38160"/>
                  </a:cubicBezTo>
                  <a:cubicBezTo>
                    <a:pt x="39098" y="42590"/>
                    <a:pt x="32714" y="44985"/>
                    <a:pt x="26105" y="44843"/>
                  </a:cubicBezTo>
                  <a:cubicBezTo>
                    <a:pt x="25279" y="44798"/>
                    <a:pt x="24378" y="44587"/>
                    <a:pt x="23627" y="44242"/>
                  </a:cubicBezTo>
                  <a:cubicBezTo>
                    <a:pt x="22126" y="43341"/>
                    <a:pt x="21149" y="41832"/>
                    <a:pt x="20849" y="40112"/>
                  </a:cubicBezTo>
                  <a:cubicBezTo>
                    <a:pt x="20548" y="38400"/>
                    <a:pt x="19647" y="36861"/>
                    <a:pt x="18220" y="35833"/>
                  </a:cubicBezTo>
                  <a:cubicBezTo>
                    <a:pt x="16718" y="34932"/>
                    <a:pt x="13939" y="35833"/>
                    <a:pt x="14165" y="37409"/>
                  </a:cubicBezTo>
                  <a:cubicBezTo>
                    <a:pt x="14390" y="38986"/>
                    <a:pt x="15517" y="39287"/>
                    <a:pt x="15517" y="40338"/>
                  </a:cubicBezTo>
                  <a:cubicBezTo>
                    <a:pt x="15517" y="41389"/>
                    <a:pt x="13790" y="42290"/>
                    <a:pt x="12438" y="41989"/>
                  </a:cubicBezTo>
                  <a:cubicBezTo>
                    <a:pt x="11236" y="41531"/>
                    <a:pt x="10109" y="40720"/>
                    <a:pt x="9358" y="39662"/>
                  </a:cubicBezTo>
                  <a:cubicBezTo>
                    <a:pt x="7255" y="37409"/>
                    <a:pt x="5228" y="35082"/>
                    <a:pt x="3125" y="32754"/>
                  </a:cubicBezTo>
                  <a:cubicBezTo>
                    <a:pt x="2224" y="31778"/>
                    <a:pt x="1248" y="31027"/>
                    <a:pt x="-29" y="31553"/>
                  </a:cubicBezTo>
                  <a:cubicBezTo>
                    <a:pt x="2074" y="35172"/>
                    <a:pt x="4552" y="38588"/>
                    <a:pt x="7255" y="41764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Content Placeholder 4">
              <a:extLst>
                <a:ext uri="{FF2B5EF4-FFF2-40B4-BE49-F238E27FC236}">
                  <a16:creationId xmlns:a16="http://schemas.microsoft.com/office/drawing/2014/main" id="{920C7C1E-BB82-8920-B251-44D761DD6214}"/>
                </a:ext>
              </a:extLst>
            </p:cNvPr>
            <p:cNvSpPr/>
            <p:nvPr/>
          </p:nvSpPr>
          <p:spPr>
            <a:xfrm>
              <a:off x="11416264" y="2660383"/>
              <a:ext cx="101513" cy="82979"/>
            </a:xfrm>
            <a:custGeom>
              <a:avLst/>
              <a:gdLst>
                <a:gd name="connsiteX0" fmla="*/ 96377 w 101513"/>
                <a:gd name="connsiteY0" fmla="*/ 40517 h 82979"/>
                <a:gd name="connsiteX1" fmla="*/ 90596 w 101513"/>
                <a:gd name="connsiteY1" fmla="*/ 19794 h 82979"/>
                <a:gd name="connsiteX2" fmla="*/ 80157 w 101513"/>
                <a:gd name="connsiteY2" fmla="*/ 12285 h 82979"/>
                <a:gd name="connsiteX3" fmla="*/ 69492 w 101513"/>
                <a:gd name="connsiteY3" fmla="*/ 3050 h 82979"/>
                <a:gd name="connsiteX4" fmla="*/ 926 w 101513"/>
                <a:gd name="connsiteY4" fmla="*/ 28728 h 82979"/>
                <a:gd name="connsiteX5" fmla="*/ 3104 w 101513"/>
                <a:gd name="connsiteY5" fmla="*/ 37701 h 82979"/>
                <a:gd name="connsiteX6" fmla="*/ 6333 w 101513"/>
                <a:gd name="connsiteY6" fmla="*/ 38640 h 82979"/>
                <a:gd name="connsiteX7" fmla="*/ 5883 w 101513"/>
                <a:gd name="connsiteY7" fmla="*/ 53281 h 82979"/>
                <a:gd name="connsiteX8" fmla="*/ 8812 w 101513"/>
                <a:gd name="connsiteY8" fmla="*/ 53281 h 82979"/>
                <a:gd name="connsiteX9" fmla="*/ 66038 w 101513"/>
                <a:gd name="connsiteY9" fmla="*/ 26551 h 82979"/>
                <a:gd name="connsiteX10" fmla="*/ 90520 w 101513"/>
                <a:gd name="connsiteY10" fmla="*/ 79110 h 82979"/>
                <a:gd name="connsiteX11" fmla="*/ 97655 w 101513"/>
                <a:gd name="connsiteY11" fmla="*/ 82654 h 82979"/>
                <a:gd name="connsiteX12" fmla="*/ 101485 w 101513"/>
                <a:gd name="connsiteY12" fmla="*/ 77609 h 82979"/>
                <a:gd name="connsiteX13" fmla="*/ 96377 w 101513"/>
                <a:gd name="connsiteY13" fmla="*/ 40517 h 82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1513" h="82979">
                  <a:moveTo>
                    <a:pt x="96377" y="40517"/>
                  </a:moveTo>
                  <a:cubicBezTo>
                    <a:pt x="95026" y="33534"/>
                    <a:pt x="95476" y="25500"/>
                    <a:pt x="90596" y="19794"/>
                  </a:cubicBezTo>
                  <a:cubicBezTo>
                    <a:pt x="87667" y="16415"/>
                    <a:pt x="83086" y="15363"/>
                    <a:pt x="80157" y="12285"/>
                  </a:cubicBezTo>
                  <a:cubicBezTo>
                    <a:pt x="75350" y="7855"/>
                    <a:pt x="75275" y="5527"/>
                    <a:pt x="69492" y="3050"/>
                  </a:cubicBezTo>
                  <a:cubicBezTo>
                    <a:pt x="46437" y="-6862"/>
                    <a:pt x="13393" y="8606"/>
                    <a:pt x="926" y="28728"/>
                  </a:cubicBezTo>
                  <a:cubicBezTo>
                    <a:pt x="-952" y="31814"/>
                    <a:pt x="25" y="35832"/>
                    <a:pt x="3104" y="37701"/>
                  </a:cubicBezTo>
                  <a:cubicBezTo>
                    <a:pt x="4080" y="38287"/>
                    <a:pt x="5206" y="38610"/>
                    <a:pt x="6333" y="38640"/>
                  </a:cubicBezTo>
                  <a:cubicBezTo>
                    <a:pt x="5057" y="43422"/>
                    <a:pt x="4906" y="48431"/>
                    <a:pt x="5883" y="53281"/>
                  </a:cubicBezTo>
                  <a:cubicBezTo>
                    <a:pt x="5883" y="54708"/>
                    <a:pt x="8586" y="54783"/>
                    <a:pt x="8812" y="53281"/>
                  </a:cubicBezTo>
                  <a:cubicBezTo>
                    <a:pt x="13543" y="25950"/>
                    <a:pt x="41705" y="10933"/>
                    <a:pt x="66038" y="26551"/>
                  </a:cubicBezTo>
                  <a:cubicBezTo>
                    <a:pt x="79706" y="35411"/>
                    <a:pt x="87140" y="63643"/>
                    <a:pt x="90520" y="79110"/>
                  </a:cubicBezTo>
                  <a:cubicBezTo>
                    <a:pt x="91497" y="82061"/>
                    <a:pt x="94726" y="83645"/>
                    <a:pt x="97655" y="82654"/>
                  </a:cubicBezTo>
                  <a:cubicBezTo>
                    <a:pt x="99833" y="81918"/>
                    <a:pt x="101334" y="79921"/>
                    <a:pt x="101485" y="77609"/>
                  </a:cubicBezTo>
                  <a:cubicBezTo>
                    <a:pt x="100809" y="65122"/>
                    <a:pt x="99081" y="52718"/>
                    <a:pt x="96377" y="40517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Content Placeholder 4">
              <a:extLst>
                <a:ext uri="{FF2B5EF4-FFF2-40B4-BE49-F238E27FC236}">
                  <a16:creationId xmlns:a16="http://schemas.microsoft.com/office/drawing/2014/main" id="{1D4F157B-2A42-2EE1-8155-BF0A2095670C}"/>
                </a:ext>
              </a:extLst>
            </p:cNvPr>
            <p:cNvSpPr/>
            <p:nvPr/>
          </p:nvSpPr>
          <p:spPr>
            <a:xfrm>
              <a:off x="11495173" y="2708438"/>
              <a:ext cx="19751" cy="33258"/>
            </a:xfrm>
            <a:custGeom>
              <a:avLst/>
              <a:gdLst>
                <a:gd name="connsiteX0" fmla="*/ 17394 w 19751"/>
                <a:gd name="connsiteY0" fmla="*/ 28052 h 33258"/>
                <a:gd name="connsiteX1" fmla="*/ 19122 w 19751"/>
                <a:gd name="connsiteY1" fmla="*/ 27001 h 33258"/>
                <a:gd name="connsiteX2" fmla="*/ 19722 w 19751"/>
                <a:gd name="connsiteY2" fmla="*/ 24748 h 33258"/>
                <a:gd name="connsiteX3" fmla="*/ 18595 w 19751"/>
                <a:gd name="connsiteY3" fmla="*/ 15438 h 33258"/>
                <a:gd name="connsiteX4" fmla="*/ 16193 w 19751"/>
                <a:gd name="connsiteY4" fmla="*/ 3875 h 33258"/>
                <a:gd name="connsiteX5" fmla="*/ 15516 w 19751"/>
                <a:gd name="connsiteY5" fmla="*/ 2148 h 33258"/>
                <a:gd name="connsiteX6" fmla="*/ 13714 w 19751"/>
                <a:gd name="connsiteY6" fmla="*/ 1397 h 33258"/>
                <a:gd name="connsiteX7" fmla="*/ 496 w 19751"/>
                <a:gd name="connsiteY7" fmla="*/ -30 h 33258"/>
                <a:gd name="connsiteX8" fmla="*/ -29 w 19751"/>
                <a:gd name="connsiteY8" fmla="*/ -30 h 33258"/>
                <a:gd name="connsiteX9" fmla="*/ -29 w 19751"/>
                <a:gd name="connsiteY9" fmla="*/ 721 h 33258"/>
                <a:gd name="connsiteX10" fmla="*/ 722 w 19751"/>
                <a:gd name="connsiteY10" fmla="*/ 5602 h 33258"/>
                <a:gd name="connsiteX11" fmla="*/ 2900 w 19751"/>
                <a:gd name="connsiteY11" fmla="*/ 26926 h 33258"/>
                <a:gd name="connsiteX12" fmla="*/ 8156 w 19751"/>
                <a:gd name="connsiteY12" fmla="*/ 33158 h 33258"/>
                <a:gd name="connsiteX13" fmla="*/ 12212 w 19751"/>
                <a:gd name="connsiteY13" fmla="*/ 30980 h 33258"/>
                <a:gd name="connsiteX14" fmla="*/ 17394 w 19751"/>
                <a:gd name="connsiteY14" fmla="*/ 28052 h 33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751" h="33258">
                  <a:moveTo>
                    <a:pt x="17394" y="28052"/>
                  </a:moveTo>
                  <a:cubicBezTo>
                    <a:pt x="18070" y="27842"/>
                    <a:pt x="18671" y="27481"/>
                    <a:pt x="19122" y="27001"/>
                  </a:cubicBezTo>
                  <a:cubicBezTo>
                    <a:pt x="19572" y="26325"/>
                    <a:pt x="19722" y="25544"/>
                    <a:pt x="19722" y="24748"/>
                  </a:cubicBezTo>
                  <a:cubicBezTo>
                    <a:pt x="19722" y="21610"/>
                    <a:pt x="19346" y="18479"/>
                    <a:pt x="18595" y="15438"/>
                  </a:cubicBezTo>
                  <a:cubicBezTo>
                    <a:pt x="17845" y="11608"/>
                    <a:pt x="17019" y="7929"/>
                    <a:pt x="16193" y="3875"/>
                  </a:cubicBezTo>
                  <a:cubicBezTo>
                    <a:pt x="16193" y="3244"/>
                    <a:pt x="15892" y="2636"/>
                    <a:pt x="15516" y="2148"/>
                  </a:cubicBezTo>
                  <a:cubicBezTo>
                    <a:pt x="14991" y="1720"/>
                    <a:pt x="14390" y="1457"/>
                    <a:pt x="13714" y="1397"/>
                  </a:cubicBezTo>
                  <a:cubicBezTo>
                    <a:pt x="9358" y="511"/>
                    <a:pt x="4928" y="30"/>
                    <a:pt x="496" y="-30"/>
                  </a:cubicBezTo>
                  <a:lnTo>
                    <a:pt x="-29" y="-30"/>
                  </a:lnTo>
                  <a:cubicBezTo>
                    <a:pt x="-29" y="-30"/>
                    <a:pt x="-29" y="421"/>
                    <a:pt x="-29" y="721"/>
                  </a:cubicBezTo>
                  <a:cubicBezTo>
                    <a:pt x="121" y="2365"/>
                    <a:pt x="347" y="3995"/>
                    <a:pt x="722" y="5602"/>
                  </a:cubicBezTo>
                  <a:cubicBezTo>
                    <a:pt x="1923" y="12660"/>
                    <a:pt x="1773" y="19868"/>
                    <a:pt x="2900" y="26926"/>
                  </a:cubicBezTo>
                  <a:cubicBezTo>
                    <a:pt x="3350" y="29554"/>
                    <a:pt x="4627" y="33833"/>
                    <a:pt x="8156" y="33158"/>
                  </a:cubicBezTo>
                  <a:cubicBezTo>
                    <a:pt x="9659" y="32707"/>
                    <a:pt x="11010" y="31964"/>
                    <a:pt x="12212" y="30980"/>
                  </a:cubicBezTo>
                  <a:cubicBezTo>
                    <a:pt x="13864" y="29884"/>
                    <a:pt x="15591" y="28908"/>
                    <a:pt x="17394" y="28052"/>
                  </a:cubicBezTo>
                  <a:close/>
                </a:path>
              </a:pathLst>
            </a:custGeom>
            <a:solidFill>
              <a:srgbClr val="A8A8A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Content Placeholder 4">
              <a:extLst>
                <a:ext uri="{FF2B5EF4-FFF2-40B4-BE49-F238E27FC236}">
                  <a16:creationId xmlns:a16="http://schemas.microsoft.com/office/drawing/2014/main" id="{D622AAAA-44CB-6920-DA43-C523C574F09E}"/>
                </a:ext>
              </a:extLst>
            </p:cNvPr>
            <p:cNvSpPr/>
            <p:nvPr/>
          </p:nvSpPr>
          <p:spPr>
            <a:xfrm>
              <a:off x="11370861" y="2791265"/>
              <a:ext cx="184580" cy="260111"/>
            </a:xfrm>
            <a:custGeom>
              <a:avLst/>
              <a:gdLst>
                <a:gd name="connsiteX0" fmla="*/ 14262 w 184580"/>
                <a:gd name="connsiteY0" fmla="*/ 158915 h 260111"/>
                <a:gd name="connsiteX1" fmla="*/ 30634 w 184580"/>
                <a:gd name="connsiteY1" fmla="*/ 83229 h 260111"/>
                <a:gd name="connsiteX2" fmla="*/ 65405 w 184580"/>
                <a:gd name="connsiteY2" fmla="*/ 14903 h 260111"/>
                <a:gd name="connsiteX3" fmla="*/ 70587 w 184580"/>
                <a:gd name="connsiteY3" fmla="*/ 10548 h 260111"/>
                <a:gd name="connsiteX4" fmla="*/ 76970 w 184580"/>
                <a:gd name="connsiteY4" fmla="*/ 8671 h 260111"/>
                <a:gd name="connsiteX5" fmla="*/ 118876 w 184580"/>
                <a:gd name="connsiteY5" fmla="*/ 336 h 260111"/>
                <a:gd name="connsiteX6" fmla="*/ 125259 w 184580"/>
                <a:gd name="connsiteY6" fmla="*/ 336 h 260111"/>
                <a:gd name="connsiteX7" fmla="*/ 131042 w 184580"/>
                <a:gd name="connsiteY7" fmla="*/ 4391 h 260111"/>
                <a:gd name="connsiteX8" fmla="*/ 146888 w 184580"/>
                <a:gd name="connsiteY8" fmla="*/ 26916 h 260111"/>
                <a:gd name="connsiteX9" fmla="*/ 161908 w 184580"/>
                <a:gd name="connsiteY9" fmla="*/ 82103 h 260111"/>
                <a:gd name="connsiteX10" fmla="*/ 183987 w 184580"/>
                <a:gd name="connsiteY10" fmla="*/ 215604 h 260111"/>
                <a:gd name="connsiteX11" fmla="*/ 183987 w 184580"/>
                <a:gd name="connsiteY11" fmla="*/ 225139 h 260111"/>
                <a:gd name="connsiteX12" fmla="*/ 178956 w 184580"/>
                <a:gd name="connsiteY12" fmla="*/ 231897 h 260111"/>
                <a:gd name="connsiteX13" fmla="*/ 94018 w 184580"/>
                <a:gd name="connsiteY13" fmla="*/ 259528 h 260111"/>
                <a:gd name="connsiteX14" fmla="*/ 40396 w 184580"/>
                <a:gd name="connsiteY14" fmla="*/ 258327 h 260111"/>
                <a:gd name="connsiteX15" fmla="*/ -8 w 184580"/>
                <a:gd name="connsiteY15" fmla="*/ 230996 h 260111"/>
                <a:gd name="connsiteX16" fmla="*/ 14262 w 184580"/>
                <a:gd name="connsiteY16" fmla="*/ 158915 h 260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4580" h="260111">
                  <a:moveTo>
                    <a:pt x="14262" y="158915"/>
                  </a:moveTo>
                  <a:cubicBezTo>
                    <a:pt x="20270" y="133837"/>
                    <a:pt x="23875" y="108158"/>
                    <a:pt x="30634" y="83229"/>
                  </a:cubicBezTo>
                  <a:cubicBezTo>
                    <a:pt x="36566" y="58001"/>
                    <a:pt x="48508" y="34575"/>
                    <a:pt x="65405" y="14903"/>
                  </a:cubicBezTo>
                  <a:cubicBezTo>
                    <a:pt x="66907" y="13176"/>
                    <a:pt x="68634" y="11704"/>
                    <a:pt x="70587" y="10548"/>
                  </a:cubicBezTo>
                  <a:cubicBezTo>
                    <a:pt x="72614" y="9587"/>
                    <a:pt x="74793" y="8949"/>
                    <a:pt x="76970" y="8671"/>
                  </a:cubicBezTo>
                  <a:lnTo>
                    <a:pt x="118876" y="336"/>
                  </a:lnTo>
                  <a:cubicBezTo>
                    <a:pt x="120979" y="-152"/>
                    <a:pt x="123156" y="-152"/>
                    <a:pt x="125259" y="336"/>
                  </a:cubicBezTo>
                  <a:cubicBezTo>
                    <a:pt x="127513" y="1125"/>
                    <a:pt x="129540" y="2529"/>
                    <a:pt x="131042" y="4391"/>
                  </a:cubicBezTo>
                  <a:cubicBezTo>
                    <a:pt x="137426" y="11073"/>
                    <a:pt x="142757" y="18664"/>
                    <a:pt x="146888" y="26916"/>
                  </a:cubicBezTo>
                  <a:cubicBezTo>
                    <a:pt x="154699" y="44433"/>
                    <a:pt x="159730" y="63047"/>
                    <a:pt x="161908" y="82103"/>
                  </a:cubicBezTo>
                  <a:lnTo>
                    <a:pt x="183987" y="215604"/>
                  </a:lnTo>
                  <a:cubicBezTo>
                    <a:pt x="184739" y="218734"/>
                    <a:pt x="184739" y="222008"/>
                    <a:pt x="183987" y="225139"/>
                  </a:cubicBezTo>
                  <a:cubicBezTo>
                    <a:pt x="182937" y="227775"/>
                    <a:pt x="181209" y="230102"/>
                    <a:pt x="178956" y="231897"/>
                  </a:cubicBezTo>
                  <a:cubicBezTo>
                    <a:pt x="156426" y="252695"/>
                    <a:pt x="124433" y="258026"/>
                    <a:pt x="94018" y="259528"/>
                  </a:cubicBezTo>
                  <a:cubicBezTo>
                    <a:pt x="76144" y="260557"/>
                    <a:pt x="58195" y="260151"/>
                    <a:pt x="40396" y="258327"/>
                  </a:cubicBezTo>
                  <a:cubicBezTo>
                    <a:pt x="23875" y="256525"/>
                    <a:pt x="293" y="250818"/>
                    <a:pt x="-8" y="230996"/>
                  </a:cubicBezTo>
                  <a:cubicBezTo>
                    <a:pt x="-533" y="206594"/>
                    <a:pt x="8629" y="182341"/>
                    <a:pt x="14262" y="158915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Content Placeholder 4">
              <a:extLst>
                <a:ext uri="{FF2B5EF4-FFF2-40B4-BE49-F238E27FC236}">
                  <a16:creationId xmlns:a16="http://schemas.microsoft.com/office/drawing/2014/main" id="{AF2FC41C-8CB9-1E22-98CD-A55882E9444C}"/>
                </a:ext>
              </a:extLst>
            </p:cNvPr>
            <p:cNvSpPr/>
            <p:nvPr/>
          </p:nvSpPr>
          <p:spPr>
            <a:xfrm>
              <a:off x="11499318" y="2634724"/>
              <a:ext cx="141165" cy="213391"/>
            </a:xfrm>
            <a:custGeom>
              <a:avLst/>
              <a:gdLst>
                <a:gd name="connsiteX0" fmla="*/ 53428 w 141165"/>
                <a:gd name="connsiteY0" fmla="*/ 129322 h 213391"/>
                <a:gd name="connsiteX1" fmla="*/ 82040 w 141165"/>
                <a:gd name="connsiteY1" fmla="*/ 108148 h 213391"/>
                <a:gd name="connsiteX2" fmla="*/ 94282 w 141165"/>
                <a:gd name="connsiteY2" fmla="*/ 84121 h 213391"/>
                <a:gd name="connsiteX3" fmla="*/ 118388 w 141165"/>
                <a:gd name="connsiteY3" fmla="*/ 4607 h 213391"/>
                <a:gd name="connsiteX4" fmla="*/ 120642 w 141165"/>
                <a:gd name="connsiteY4" fmla="*/ 477 h 213391"/>
                <a:gd name="connsiteX5" fmla="*/ 124322 w 141165"/>
                <a:gd name="connsiteY5" fmla="*/ 102 h 213391"/>
                <a:gd name="connsiteX6" fmla="*/ 135737 w 141165"/>
                <a:gd name="connsiteY6" fmla="*/ 1378 h 213391"/>
                <a:gd name="connsiteX7" fmla="*/ 139942 w 141165"/>
                <a:gd name="connsiteY7" fmla="*/ 2880 h 213391"/>
                <a:gd name="connsiteX8" fmla="*/ 140994 w 141165"/>
                <a:gd name="connsiteY8" fmla="*/ 7985 h 213391"/>
                <a:gd name="connsiteX9" fmla="*/ 125974 w 141165"/>
                <a:gd name="connsiteY9" fmla="*/ 116783 h 213391"/>
                <a:gd name="connsiteX10" fmla="*/ 104871 w 141165"/>
                <a:gd name="connsiteY10" fmla="*/ 155977 h 213391"/>
                <a:gd name="connsiteX11" fmla="*/ 53503 w 141165"/>
                <a:gd name="connsiteY11" fmla="*/ 199751 h 213391"/>
                <a:gd name="connsiteX12" fmla="*/ 22036 w 141165"/>
                <a:gd name="connsiteY12" fmla="*/ 213342 h 213391"/>
                <a:gd name="connsiteX13" fmla="*/ 15577 w 141165"/>
                <a:gd name="connsiteY13" fmla="*/ 211915 h 213391"/>
                <a:gd name="connsiteX14" fmla="*/ 11297 w 141165"/>
                <a:gd name="connsiteY14" fmla="*/ 206659 h 213391"/>
                <a:gd name="connsiteX15" fmla="*/ 2885 w 141165"/>
                <a:gd name="connsiteY15" fmla="*/ 157704 h 213391"/>
                <a:gd name="connsiteX16" fmla="*/ 24364 w 141165"/>
                <a:gd name="connsiteY16" fmla="*/ 145240 h 213391"/>
                <a:gd name="connsiteX17" fmla="*/ 53428 w 141165"/>
                <a:gd name="connsiteY17" fmla="*/ 129322 h 213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1165" h="213391">
                  <a:moveTo>
                    <a:pt x="53428" y="129322"/>
                  </a:moveTo>
                  <a:cubicBezTo>
                    <a:pt x="64242" y="124194"/>
                    <a:pt x="74005" y="117001"/>
                    <a:pt x="82040" y="108148"/>
                  </a:cubicBezTo>
                  <a:cubicBezTo>
                    <a:pt x="87372" y="100850"/>
                    <a:pt x="91503" y="92733"/>
                    <a:pt x="94282" y="84121"/>
                  </a:cubicBezTo>
                  <a:cubicBezTo>
                    <a:pt x="104045" y="58172"/>
                    <a:pt x="112080" y="31607"/>
                    <a:pt x="118388" y="4607"/>
                  </a:cubicBezTo>
                  <a:cubicBezTo>
                    <a:pt x="118539" y="2977"/>
                    <a:pt x="119365" y="1491"/>
                    <a:pt x="120642" y="477"/>
                  </a:cubicBezTo>
                  <a:cubicBezTo>
                    <a:pt x="121769" y="-26"/>
                    <a:pt x="123120" y="-161"/>
                    <a:pt x="124322" y="102"/>
                  </a:cubicBezTo>
                  <a:lnTo>
                    <a:pt x="135737" y="1378"/>
                  </a:lnTo>
                  <a:cubicBezTo>
                    <a:pt x="137239" y="1438"/>
                    <a:pt x="138741" y="1964"/>
                    <a:pt x="139942" y="2880"/>
                  </a:cubicBezTo>
                  <a:cubicBezTo>
                    <a:pt x="140994" y="4366"/>
                    <a:pt x="141369" y="6213"/>
                    <a:pt x="140994" y="7985"/>
                  </a:cubicBezTo>
                  <a:cubicBezTo>
                    <a:pt x="137990" y="44499"/>
                    <a:pt x="133034" y="80825"/>
                    <a:pt x="125974" y="116783"/>
                  </a:cubicBezTo>
                  <a:cubicBezTo>
                    <a:pt x="124997" y="132310"/>
                    <a:pt x="117338" y="146644"/>
                    <a:pt x="104871" y="155977"/>
                  </a:cubicBezTo>
                  <a:cubicBezTo>
                    <a:pt x="88499" y="171452"/>
                    <a:pt x="71377" y="186063"/>
                    <a:pt x="53503" y="199751"/>
                  </a:cubicBezTo>
                  <a:cubicBezTo>
                    <a:pt x="44716" y="207477"/>
                    <a:pt x="33676" y="212230"/>
                    <a:pt x="22036" y="213342"/>
                  </a:cubicBezTo>
                  <a:cubicBezTo>
                    <a:pt x="19782" y="213469"/>
                    <a:pt x="17530" y="212981"/>
                    <a:pt x="15577" y="211915"/>
                  </a:cubicBezTo>
                  <a:cubicBezTo>
                    <a:pt x="13775" y="210541"/>
                    <a:pt x="12272" y="208731"/>
                    <a:pt x="11297" y="206659"/>
                  </a:cubicBezTo>
                  <a:cubicBezTo>
                    <a:pt x="5138" y="195471"/>
                    <a:pt x="-5075" y="170168"/>
                    <a:pt x="2885" y="157704"/>
                  </a:cubicBezTo>
                  <a:cubicBezTo>
                    <a:pt x="6940" y="151247"/>
                    <a:pt x="17905" y="148544"/>
                    <a:pt x="24364" y="145240"/>
                  </a:cubicBezTo>
                  <a:cubicBezTo>
                    <a:pt x="33976" y="140134"/>
                    <a:pt x="43664" y="134728"/>
                    <a:pt x="53428" y="129322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Content Placeholder 4">
              <a:extLst>
                <a:ext uri="{FF2B5EF4-FFF2-40B4-BE49-F238E27FC236}">
                  <a16:creationId xmlns:a16="http://schemas.microsoft.com/office/drawing/2014/main" id="{F00807F7-244F-FD0C-386B-692125A76290}"/>
                </a:ext>
              </a:extLst>
            </p:cNvPr>
            <p:cNvSpPr/>
            <p:nvPr/>
          </p:nvSpPr>
          <p:spPr>
            <a:xfrm>
              <a:off x="11247123" y="2804154"/>
              <a:ext cx="199488" cy="102725"/>
            </a:xfrm>
            <a:custGeom>
              <a:avLst/>
              <a:gdLst>
                <a:gd name="connsiteX0" fmla="*/ 49606 w 199488"/>
                <a:gd name="connsiteY0" fmla="*/ 91890 h 102725"/>
                <a:gd name="connsiteX1" fmla="*/ 57116 w 199488"/>
                <a:gd name="connsiteY1" fmla="*/ 100149 h 102725"/>
                <a:gd name="connsiteX2" fmla="*/ 73714 w 199488"/>
                <a:gd name="connsiteY2" fmla="*/ 102026 h 102725"/>
                <a:gd name="connsiteX3" fmla="*/ 136122 w 199488"/>
                <a:gd name="connsiteY3" fmla="*/ 79501 h 102725"/>
                <a:gd name="connsiteX4" fmla="*/ 180506 w 199488"/>
                <a:gd name="connsiteY4" fmla="*/ 57951 h 102725"/>
                <a:gd name="connsiteX5" fmla="*/ 195526 w 199488"/>
                <a:gd name="connsiteY5" fmla="*/ 46464 h 102725"/>
                <a:gd name="connsiteX6" fmla="*/ 199131 w 199488"/>
                <a:gd name="connsiteY6" fmla="*/ 32723 h 102725"/>
                <a:gd name="connsiteX7" fmla="*/ 198079 w 199488"/>
                <a:gd name="connsiteY7" fmla="*/ 6293 h 102725"/>
                <a:gd name="connsiteX8" fmla="*/ 195751 w 199488"/>
                <a:gd name="connsiteY8" fmla="*/ 1038 h 102725"/>
                <a:gd name="connsiteX9" fmla="*/ 190494 w 199488"/>
                <a:gd name="connsiteY9" fmla="*/ 137 h 102725"/>
                <a:gd name="connsiteX10" fmla="*/ 157300 w 199488"/>
                <a:gd name="connsiteY10" fmla="*/ 13502 h 102725"/>
                <a:gd name="connsiteX11" fmla="*/ 111789 w 199488"/>
                <a:gd name="connsiteY11" fmla="*/ 39856 h 102725"/>
                <a:gd name="connsiteX12" fmla="*/ 85655 w 199488"/>
                <a:gd name="connsiteY12" fmla="*/ 52921 h 102725"/>
                <a:gd name="connsiteX13" fmla="*/ 78145 w 199488"/>
                <a:gd name="connsiteY13" fmla="*/ 53972 h 102725"/>
                <a:gd name="connsiteX14" fmla="*/ 73338 w 199488"/>
                <a:gd name="connsiteY14" fmla="*/ 51119 h 102725"/>
                <a:gd name="connsiteX15" fmla="*/ 21745 w 199488"/>
                <a:gd name="connsiteY15" fmla="*/ 2915 h 102725"/>
                <a:gd name="connsiteX16" fmla="*/ 16637 w 199488"/>
                <a:gd name="connsiteY16" fmla="*/ 61 h 102725"/>
                <a:gd name="connsiteX17" fmla="*/ 13709 w 199488"/>
                <a:gd name="connsiteY17" fmla="*/ 1788 h 102725"/>
                <a:gd name="connsiteX18" fmla="*/ 266 w 199488"/>
                <a:gd name="connsiteY18" fmla="*/ 20634 h 102725"/>
                <a:gd name="connsiteX19" fmla="*/ 16413 w 199488"/>
                <a:gd name="connsiteY19" fmla="*/ 44361 h 102725"/>
                <a:gd name="connsiteX20" fmla="*/ 49606 w 199488"/>
                <a:gd name="connsiteY20" fmla="*/ 91890 h 102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9488" h="102725">
                  <a:moveTo>
                    <a:pt x="49606" y="91890"/>
                  </a:moveTo>
                  <a:cubicBezTo>
                    <a:pt x="51484" y="95133"/>
                    <a:pt x="54038" y="97942"/>
                    <a:pt x="57116" y="100149"/>
                  </a:cubicBezTo>
                  <a:cubicBezTo>
                    <a:pt x="62224" y="102694"/>
                    <a:pt x="68157" y="103355"/>
                    <a:pt x="73714" y="102026"/>
                  </a:cubicBezTo>
                  <a:cubicBezTo>
                    <a:pt x="95492" y="97686"/>
                    <a:pt x="116596" y="90095"/>
                    <a:pt x="136122" y="79501"/>
                  </a:cubicBezTo>
                  <a:lnTo>
                    <a:pt x="180506" y="57951"/>
                  </a:lnTo>
                  <a:cubicBezTo>
                    <a:pt x="186514" y="55601"/>
                    <a:pt x="191696" y="51622"/>
                    <a:pt x="195526" y="46464"/>
                  </a:cubicBezTo>
                  <a:cubicBezTo>
                    <a:pt x="197779" y="42236"/>
                    <a:pt x="199055" y="37528"/>
                    <a:pt x="199131" y="32723"/>
                  </a:cubicBezTo>
                  <a:cubicBezTo>
                    <a:pt x="199806" y="23901"/>
                    <a:pt x="199431" y="15033"/>
                    <a:pt x="198079" y="6293"/>
                  </a:cubicBezTo>
                  <a:cubicBezTo>
                    <a:pt x="198004" y="4304"/>
                    <a:pt x="197178" y="2411"/>
                    <a:pt x="195751" y="1038"/>
                  </a:cubicBezTo>
                  <a:cubicBezTo>
                    <a:pt x="194174" y="61"/>
                    <a:pt x="192296" y="-261"/>
                    <a:pt x="190494" y="137"/>
                  </a:cubicBezTo>
                  <a:cubicBezTo>
                    <a:pt x="178628" y="2216"/>
                    <a:pt x="167288" y="6766"/>
                    <a:pt x="157300" y="13502"/>
                  </a:cubicBezTo>
                  <a:lnTo>
                    <a:pt x="111789" y="39856"/>
                  </a:lnTo>
                  <a:cubicBezTo>
                    <a:pt x="103453" y="44969"/>
                    <a:pt x="94742" y="49339"/>
                    <a:pt x="85655" y="52921"/>
                  </a:cubicBezTo>
                  <a:cubicBezTo>
                    <a:pt x="83326" y="54002"/>
                    <a:pt x="80698" y="54370"/>
                    <a:pt x="78145" y="53972"/>
                  </a:cubicBezTo>
                  <a:cubicBezTo>
                    <a:pt x="76342" y="53349"/>
                    <a:pt x="74766" y="52373"/>
                    <a:pt x="73338" y="51119"/>
                  </a:cubicBezTo>
                  <a:cubicBezTo>
                    <a:pt x="54864" y="36470"/>
                    <a:pt x="37591" y="20349"/>
                    <a:pt x="21745" y="2915"/>
                  </a:cubicBezTo>
                  <a:cubicBezTo>
                    <a:pt x="20392" y="1413"/>
                    <a:pt x="18665" y="-314"/>
                    <a:pt x="16637" y="61"/>
                  </a:cubicBezTo>
                  <a:cubicBezTo>
                    <a:pt x="15512" y="332"/>
                    <a:pt x="14460" y="932"/>
                    <a:pt x="13709" y="1788"/>
                  </a:cubicBezTo>
                  <a:cubicBezTo>
                    <a:pt x="7776" y="7119"/>
                    <a:pt x="-1837" y="12075"/>
                    <a:pt x="266" y="20634"/>
                  </a:cubicBezTo>
                  <a:cubicBezTo>
                    <a:pt x="2369" y="29194"/>
                    <a:pt x="12056" y="37904"/>
                    <a:pt x="16413" y="44361"/>
                  </a:cubicBezTo>
                  <a:cubicBezTo>
                    <a:pt x="27753" y="59979"/>
                    <a:pt x="38341" y="76197"/>
                    <a:pt x="49606" y="91890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Content Placeholder 4">
              <a:extLst>
                <a:ext uri="{FF2B5EF4-FFF2-40B4-BE49-F238E27FC236}">
                  <a16:creationId xmlns:a16="http://schemas.microsoft.com/office/drawing/2014/main" id="{3C155754-1069-20AF-0051-492820E2DAEF}"/>
                </a:ext>
              </a:extLst>
            </p:cNvPr>
            <p:cNvSpPr/>
            <p:nvPr/>
          </p:nvSpPr>
          <p:spPr>
            <a:xfrm>
              <a:off x="11501853" y="2695070"/>
              <a:ext cx="23772" cy="48118"/>
            </a:xfrm>
            <a:custGeom>
              <a:avLst/>
              <a:gdLst>
                <a:gd name="connsiteX0" fmla="*/ 2678 w 23772"/>
                <a:gd name="connsiteY0" fmla="*/ 1474 h 48118"/>
                <a:gd name="connsiteX1" fmla="*/ 50 w 23772"/>
                <a:gd name="connsiteY1" fmla="*/ 8983 h 48118"/>
                <a:gd name="connsiteX2" fmla="*/ 4330 w 23772"/>
                <a:gd name="connsiteY2" fmla="*/ 36614 h 48118"/>
                <a:gd name="connsiteX3" fmla="*/ 6433 w 23772"/>
                <a:gd name="connsiteY3" fmla="*/ 43221 h 48118"/>
                <a:gd name="connsiteX4" fmla="*/ 11390 w 23772"/>
                <a:gd name="connsiteY4" fmla="*/ 47726 h 48118"/>
                <a:gd name="connsiteX5" fmla="*/ 18900 w 23772"/>
                <a:gd name="connsiteY5" fmla="*/ 46300 h 48118"/>
                <a:gd name="connsiteX6" fmla="*/ 23406 w 23772"/>
                <a:gd name="connsiteY6" fmla="*/ 37890 h 48118"/>
                <a:gd name="connsiteX7" fmla="*/ 23406 w 23772"/>
                <a:gd name="connsiteY7" fmla="*/ 28129 h 48118"/>
                <a:gd name="connsiteX8" fmla="*/ 19501 w 23772"/>
                <a:gd name="connsiteY8" fmla="*/ 8682 h 48118"/>
                <a:gd name="connsiteX9" fmla="*/ 16046 w 23772"/>
                <a:gd name="connsiteY9" fmla="*/ 2601 h 48118"/>
                <a:gd name="connsiteX10" fmla="*/ 2678 w 23772"/>
                <a:gd name="connsiteY10" fmla="*/ 1474 h 48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772" h="48118">
                  <a:moveTo>
                    <a:pt x="2678" y="1474"/>
                  </a:moveTo>
                  <a:cubicBezTo>
                    <a:pt x="650" y="3419"/>
                    <a:pt x="-326" y="6205"/>
                    <a:pt x="50" y="8983"/>
                  </a:cubicBezTo>
                  <a:cubicBezTo>
                    <a:pt x="500" y="18323"/>
                    <a:pt x="1927" y="27589"/>
                    <a:pt x="4330" y="36614"/>
                  </a:cubicBezTo>
                  <a:cubicBezTo>
                    <a:pt x="4781" y="38889"/>
                    <a:pt x="5457" y="41111"/>
                    <a:pt x="6433" y="43221"/>
                  </a:cubicBezTo>
                  <a:cubicBezTo>
                    <a:pt x="7485" y="45301"/>
                    <a:pt x="9212" y="46908"/>
                    <a:pt x="11390" y="47726"/>
                  </a:cubicBezTo>
                  <a:cubicBezTo>
                    <a:pt x="13943" y="48522"/>
                    <a:pt x="16797" y="47989"/>
                    <a:pt x="18900" y="46300"/>
                  </a:cubicBezTo>
                  <a:cubicBezTo>
                    <a:pt x="21453" y="44182"/>
                    <a:pt x="23030" y="41171"/>
                    <a:pt x="23406" y="37890"/>
                  </a:cubicBezTo>
                  <a:cubicBezTo>
                    <a:pt x="23856" y="34654"/>
                    <a:pt x="23856" y="31365"/>
                    <a:pt x="23406" y="28129"/>
                  </a:cubicBezTo>
                  <a:cubicBezTo>
                    <a:pt x="22805" y="21522"/>
                    <a:pt x="21528" y="14997"/>
                    <a:pt x="19501" y="8682"/>
                  </a:cubicBezTo>
                  <a:cubicBezTo>
                    <a:pt x="18825" y="6415"/>
                    <a:pt x="17623" y="4328"/>
                    <a:pt x="16046" y="2601"/>
                  </a:cubicBezTo>
                  <a:cubicBezTo>
                    <a:pt x="12216" y="-440"/>
                    <a:pt x="6959" y="-883"/>
                    <a:pt x="2678" y="1474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Content Placeholder 4">
              <a:extLst>
                <a:ext uri="{FF2B5EF4-FFF2-40B4-BE49-F238E27FC236}">
                  <a16:creationId xmlns:a16="http://schemas.microsoft.com/office/drawing/2014/main" id="{EF3CB471-8675-0F1B-9B20-3180A87801A1}"/>
                </a:ext>
              </a:extLst>
            </p:cNvPr>
            <p:cNvSpPr/>
            <p:nvPr/>
          </p:nvSpPr>
          <p:spPr>
            <a:xfrm>
              <a:off x="11516296" y="2701477"/>
              <a:ext cx="10982" cy="29711"/>
            </a:xfrm>
            <a:custGeom>
              <a:avLst/>
              <a:gdLst>
                <a:gd name="connsiteX0" fmla="*/ 1001 w 10982"/>
                <a:gd name="connsiteY0" fmla="*/ 1825 h 29711"/>
                <a:gd name="connsiteX1" fmla="*/ 175 w 10982"/>
                <a:gd name="connsiteY1" fmla="*/ 7532 h 29711"/>
                <a:gd name="connsiteX2" fmla="*/ 4306 w 10982"/>
                <a:gd name="connsiteY2" fmla="*/ 25777 h 29711"/>
                <a:gd name="connsiteX3" fmla="*/ 7535 w 10982"/>
                <a:gd name="connsiteY3" fmla="*/ 29682 h 29711"/>
                <a:gd name="connsiteX4" fmla="*/ 10389 w 10982"/>
                <a:gd name="connsiteY4" fmla="*/ 27730 h 29711"/>
                <a:gd name="connsiteX5" fmla="*/ 10915 w 10982"/>
                <a:gd name="connsiteY5" fmla="*/ 23975 h 29711"/>
                <a:gd name="connsiteX6" fmla="*/ 10164 w 10982"/>
                <a:gd name="connsiteY6" fmla="*/ 11962 h 29711"/>
                <a:gd name="connsiteX7" fmla="*/ 1001 w 10982"/>
                <a:gd name="connsiteY7" fmla="*/ 1825 h 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982" h="29711">
                  <a:moveTo>
                    <a:pt x="1001" y="1825"/>
                  </a:moveTo>
                  <a:cubicBezTo>
                    <a:pt x="25" y="3567"/>
                    <a:pt x="-275" y="5595"/>
                    <a:pt x="175" y="7532"/>
                  </a:cubicBezTo>
                  <a:cubicBezTo>
                    <a:pt x="1001" y="13726"/>
                    <a:pt x="2354" y="19838"/>
                    <a:pt x="4306" y="25777"/>
                  </a:cubicBezTo>
                  <a:cubicBezTo>
                    <a:pt x="4832" y="27504"/>
                    <a:pt x="5733" y="29532"/>
                    <a:pt x="7535" y="29682"/>
                  </a:cubicBezTo>
                  <a:cubicBezTo>
                    <a:pt x="8812" y="29697"/>
                    <a:pt x="9939" y="28916"/>
                    <a:pt x="10389" y="27730"/>
                  </a:cubicBezTo>
                  <a:cubicBezTo>
                    <a:pt x="10840" y="26528"/>
                    <a:pt x="10990" y="25252"/>
                    <a:pt x="10915" y="23975"/>
                  </a:cubicBezTo>
                  <a:cubicBezTo>
                    <a:pt x="11065" y="19958"/>
                    <a:pt x="10765" y="15934"/>
                    <a:pt x="10164" y="11962"/>
                  </a:cubicBezTo>
                  <a:cubicBezTo>
                    <a:pt x="9638" y="9334"/>
                    <a:pt x="5433" y="-5082"/>
                    <a:pt x="1001" y="1825"/>
                  </a:cubicBezTo>
                  <a:close/>
                </a:path>
              </a:pathLst>
            </a:custGeom>
            <a:solidFill>
              <a:srgbClr val="BFBF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Content Placeholder 4">
              <a:extLst>
                <a:ext uri="{FF2B5EF4-FFF2-40B4-BE49-F238E27FC236}">
                  <a16:creationId xmlns:a16="http://schemas.microsoft.com/office/drawing/2014/main" id="{3898541C-D6A6-B910-5342-DFD4D0F85CA5}"/>
                </a:ext>
              </a:extLst>
            </p:cNvPr>
            <p:cNvSpPr/>
            <p:nvPr/>
          </p:nvSpPr>
          <p:spPr>
            <a:xfrm>
              <a:off x="11409672" y="2651516"/>
              <a:ext cx="117120" cy="72021"/>
            </a:xfrm>
            <a:custGeom>
              <a:avLst/>
              <a:gdLst>
                <a:gd name="connsiteX0" fmla="*/ 114010 w 117120"/>
                <a:gd name="connsiteY0" fmla="*/ 50660 h 72021"/>
                <a:gd name="connsiteX1" fmla="*/ 111381 w 117120"/>
                <a:gd name="connsiteY1" fmla="*/ 36169 h 72021"/>
                <a:gd name="connsiteX2" fmla="*/ 105974 w 117120"/>
                <a:gd name="connsiteY2" fmla="*/ 25431 h 72021"/>
                <a:gd name="connsiteX3" fmla="*/ 97864 w 117120"/>
                <a:gd name="connsiteY3" fmla="*/ 14019 h 72021"/>
                <a:gd name="connsiteX4" fmla="*/ 78338 w 117120"/>
                <a:gd name="connsiteY4" fmla="*/ 3206 h 72021"/>
                <a:gd name="connsiteX5" fmla="*/ 29448 w 117120"/>
                <a:gd name="connsiteY5" fmla="*/ 5910 h 72021"/>
                <a:gd name="connsiteX6" fmla="*/ 84 w 117120"/>
                <a:gd name="connsiteY6" fmla="*/ 41875 h 72021"/>
                <a:gd name="connsiteX7" fmla="*/ 84 w 117120"/>
                <a:gd name="connsiteY7" fmla="*/ 43151 h 72021"/>
                <a:gd name="connsiteX8" fmla="*/ 84 w 117120"/>
                <a:gd name="connsiteY8" fmla="*/ 43752 h 72021"/>
                <a:gd name="connsiteX9" fmla="*/ 84 w 117120"/>
                <a:gd name="connsiteY9" fmla="*/ 44278 h 72021"/>
                <a:gd name="connsiteX10" fmla="*/ 84 w 117120"/>
                <a:gd name="connsiteY10" fmla="*/ 45930 h 72021"/>
                <a:gd name="connsiteX11" fmla="*/ 84 w 117120"/>
                <a:gd name="connsiteY11" fmla="*/ 51636 h 72021"/>
                <a:gd name="connsiteX12" fmla="*/ 1436 w 117120"/>
                <a:gd name="connsiteY12" fmla="*/ 65752 h 72021"/>
                <a:gd name="connsiteX13" fmla="*/ 1436 w 117120"/>
                <a:gd name="connsiteY13" fmla="*/ 66953 h 72021"/>
                <a:gd name="connsiteX14" fmla="*/ 4965 w 117120"/>
                <a:gd name="connsiteY14" fmla="*/ 67704 h 72021"/>
                <a:gd name="connsiteX15" fmla="*/ 5791 w 117120"/>
                <a:gd name="connsiteY15" fmla="*/ 67704 h 72021"/>
                <a:gd name="connsiteX16" fmla="*/ 5791 w 117120"/>
                <a:gd name="connsiteY16" fmla="*/ 66503 h 72021"/>
                <a:gd name="connsiteX17" fmla="*/ 4364 w 117120"/>
                <a:gd name="connsiteY17" fmla="*/ 62448 h 72021"/>
                <a:gd name="connsiteX18" fmla="*/ 3238 w 117120"/>
                <a:gd name="connsiteY18" fmla="*/ 53889 h 72021"/>
                <a:gd name="connsiteX19" fmla="*/ 4139 w 117120"/>
                <a:gd name="connsiteY19" fmla="*/ 41725 h 72021"/>
                <a:gd name="connsiteX20" fmla="*/ 4589 w 117120"/>
                <a:gd name="connsiteY20" fmla="*/ 37895 h 72021"/>
                <a:gd name="connsiteX21" fmla="*/ 9396 w 117120"/>
                <a:gd name="connsiteY21" fmla="*/ 30387 h 72021"/>
                <a:gd name="connsiteX22" fmla="*/ 26819 w 117120"/>
                <a:gd name="connsiteY22" fmla="*/ 11766 h 72021"/>
                <a:gd name="connsiteX23" fmla="*/ 37258 w 117120"/>
                <a:gd name="connsiteY23" fmla="*/ 8162 h 72021"/>
                <a:gd name="connsiteX24" fmla="*/ 79539 w 117120"/>
                <a:gd name="connsiteY24" fmla="*/ 12517 h 72021"/>
                <a:gd name="connsiteX25" fmla="*/ 87049 w 117120"/>
                <a:gd name="connsiteY25" fmla="*/ 17097 h 72021"/>
                <a:gd name="connsiteX26" fmla="*/ 91780 w 117120"/>
                <a:gd name="connsiteY26" fmla="*/ 21452 h 72021"/>
                <a:gd name="connsiteX27" fmla="*/ 100793 w 117120"/>
                <a:gd name="connsiteY27" fmla="*/ 30612 h 72021"/>
                <a:gd name="connsiteX28" fmla="*/ 113109 w 117120"/>
                <a:gd name="connsiteY28" fmla="*/ 70257 h 72021"/>
                <a:gd name="connsiteX29" fmla="*/ 114836 w 117120"/>
                <a:gd name="connsiteY29" fmla="*/ 71984 h 72021"/>
                <a:gd name="connsiteX30" fmla="*/ 117089 w 117120"/>
                <a:gd name="connsiteY30" fmla="*/ 68530 h 72021"/>
                <a:gd name="connsiteX31" fmla="*/ 114010 w 117120"/>
                <a:gd name="connsiteY31" fmla="*/ 50660 h 72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17120" h="72021">
                  <a:moveTo>
                    <a:pt x="114010" y="50660"/>
                  </a:moveTo>
                  <a:cubicBezTo>
                    <a:pt x="113409" y="45787"/>
                    <a:pt x="112508" y="40944"/>
                    <a:pt x="111381" y="36169"/>
                  </a:cubicBezTo>
                  <a:cubicBezTo>
                    <a:pt x="110030" y="32384"/>
                    <a:pt x="108228" y="28780"/>
                    <a:pt x="105974" y="25431"/>
                  </a:cubicBezTo>
                  <a:cubicBezTo>
                    <a:pt x="103722" y="21332"/>
                    <a:pt x="101017" y="17503"/>
                    <a:pt x="97864" y="14019"/>
                  </a:cubicBezTo>
                  <a:cubicBezTo>
                    <a:pt x="92382" y="8838"/>
                    <a:pt x="85622" y="5114"/>
                    <a:pt x="78338" y="3206"/>
                  </a:cubicBezTo>
                  <a:cubicBezTo>
                    <a:pt x="62266" y="-1899"/>
                    <a:pt x="44843" y="-938"/>
                    <a:pt x="29448" y="5910"/>
                  </a:cubicBezTo>
                  <a:cubicBezTo>
                    <a:pt x="14728" y="12810"/>
                    <a:pt x="3914" y="26047"/>
                    <a:pt x="84" y="41875"/>
                  </a:cubicBezTo>
                  <a:cubicBezTo>
                    <a:pt x="84" y="42325"/>
                    <a:pt x="84" y="42701"/>
                    <a:pt x="84" y="43151"/>
                  </a:cubicBezTo>
                  <a:cubicBezTo>
                    <a:pt x="84" y="43347"/>
                    <a:pt x="84" y="43557"/>
                    <a:pt x="84" y="43752"/>
                  </a:cubicBezTo>
                  <a:lnTo>
                    <a:pt x="84" y="44278"/>
                  </a:lnTo>
                  <a:cubicBezTo>
                    <a:pt x="84" y="44826"/>
                    <a:pt x="84" y="45381"/>
                    <a:pt x="84" y="45930"/>
                  </a:cubicBezTo>
                  <a:cubicBezTo>
                    <a:pt x="-67" y="47829"/>
                    <a:pt x="-67" y="49736"/>
                    <a:pt x="84" y="51636"/>
                  </a:cubicBezTo>
                  <a:lnTo>
                    <a:pt x="1436" y="65752"/>
                  </a:lnTo>
                  <a:cubicBezTo>
                    <a:pt x="1361" y="66150"/>
                    <a:pt x="1361" y="66555"/>
                    <a:pt x="1436" y="66953"/>
                  </a:cubicBezTo>
                  <a:cubicBezTo>
                    <a:pt x="2036" y="68080"/>
                    <a:pt x="3688" y="68004"/>
                    <a:pt x="4965" y="67704"/>
                  </a:cubicBezTo>
                  <a:cubicBezTo>
                    <a:pt x="5265" y="67809"/>
                    <a:pt x="5491" y="67809"/>
                    <a:pt x="5791" y="67704"/>
                  </a:cubicBezTo>
                  <a:cubicBezTo>
                    <a:pt x="6017" y="67329"/>
                    <a:pt x="6017" y="66878"/>
                    <a:pt x="5791" y="66503"/>
                  </a:cubicBezTo>
                  <a:cubicBezTo>
                    <a:pt x="5491" y="65091"/>
                    <a:pt x="5040" y="63732"/>
                    <a:pt x="4364" y="62448"/>
                  </a:cubicBezTo>
                  <a:cubicBezTo>
                    <a:pt x="3538" y="59678"/>
                    <a:pt x="3163" y="56787"/>
                    <a:pt x="3238" y="53889"/>
                  </a:cubicBezTo>
                  <a:cubicBezTo>
                    <a:pt x="3238" y="49819"/>
                    <a:pt x="3538" y="45749"/>
                    <a:pt x="4139" y="41725"/>
                  </a:cubicBezTo>
                  <a:cubicBezTo>
                    <a:pt x="4514" y="40478"/>
                    <a:pt x="4665" y="39187"/>
                    <a:pt x="4589" y="37895"/>
                  </a:cubicBezTo>
                  <a:cubicBezTo>
                    <a:pt x="6017" y="35267"/>
                    <a:pt x="7744" y="32640"/>
                    <a:pt x="9396" y="30387"/>
                  </a:cubicBezTo>
                  <a:cubicBezTo>
                    <a:pt x="13602" y="22879"/>
                    <a:pt x="19609" y="16489"/>
                    <a:pt x="26819" y="11766"/>
                  </a:cubicBezTo>
                  <a:cubicBezTo>
                    <a:pt x="30123" y="10032"/>
                    <a:pt x="33578" y="8815"/>
                    <a:pt x="37258" y="8162"/>
                  </a:cubicBezTo>
                  <a:cubicBezTo>
                    <a:pt x="51452" y="5114"/>
                    <a:pt x="66246" y="6638"/>
                    <a:pt x="79539" y="12517"/>
                  </a:cubicBezTo>
                  <a:cubicBezTo>
                    <a:pt x="82242" y="13756"/>
                    <a:pt x="84721" y="15295"/>
                    <a:pt x="87049" y="17097"/>
                  </a:cubicBezTo>
                  <a:cubicBezTo>
                    <a:pt x="88702" y="18449"/>
                    <a:pt x="90203" y="20025"/>
                    <a:pt x="91780" y="21452"/>
                  </a:cubicBezTo>
                  <a:cubicBezTo>
                    <a:pt x="95010" y="24260"/>
                    <a:pt x="98014" y="27324"/>
                    <a:pt x="100793" y="30612"/>
                  </a:cubicBezTo>
                  <a:cubicBezTo>
                    <a:pt x="108978" y="41875"/>
                    <a:pt x="106650" y="57868"/>
                    <a:pt x="113109" y="70257"/>
                  </a:cubicBezTo>
                  <a:cubicBezTo>
                    <a:pt x="113109" y="71008"/>
                    <a:pt x="114010" y="71834"/>
                    <a:pt x="114836" y="71984"/>
                  </a:cubicBezTo>
                  <a:cubicBezTo>
                    <a:pt x="115662" y="72134"/>
                    <a:pt x="117164" y="70107"/>
                    <a:pt x="117089" y="68530"/>
                  </a:cubicBezTo>
                  <a:cubicBezTo>
                    <a:pt x="116639" y="62493"/>
                    <a:pt x="115587" y="56509"/>
                    <a:pt x="114010" y="50660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Content Placeholder 4">
              <a:extLst>
                <a:ext uri="{FF2B5EF4-FFF2-40B4-BE49-F238E27FC236}">
                  <a16:creationId xmlns:a16="http://schemas.microsoft.com/office/drawing/2014/main" id="{46E78869-20FD-926E-0806-2FE3E4EB7A9F}"/>
                </a:ext>
              </a:extLst>
            </p:cNvPr>
            <p:cNvSpPr/>
            <p:nvPr/>
          </p:nvSpPr>
          <p:spPr>
            <a:xfrm>
              <a:off x="11408583" y="2711640"/>
              <a:ext cx="19258" cy="45881"/>
            </a:xfrm>
            <a:custGeom>
              <a:avLst/>
              <a:gdLst>
                <a:gd name="connsiteX0" fmla="*/ -29 w 19258"/>
                <a:gd name="connsiteY0" fmla="*/ 9983 h 45881"/>
                <a:gd name="connsiteX1" fmla="*/ 2749 w 19258"/>
                <a:gd name="connsiteY1" fmla="*/ 31307 h 45881"/>
                <a:gd name="connsiteX2" fmla="*/ 8758 w 19258"/>
                <a:gd name="connsiteY2" fmla="*/ 43996 h 45881"/>
                <a:gd name="connsiteX3" fmla="*/ 16718 w 19258"/>
                <a:gd name="connsiteY3" fmla="*/ 44897 h 45881"/>
                <a:gd name="connsiteX4" fmla="*/ 19046 w 19258"/>
                <a:gd name="connsiteY4" fmla="*/ 36788 h 45881"/>
                <a:gd name="connsiteX5" fmla="*/ 13339 w 19258"/>
                <a:gd name="connsiteY5" fmla="*/ 7881 h 45881"/>
                <a:gd name="connsiteX6" fmla="*/ 5829 w 19258"/>
                <a:gd name="connsiteY6" fmla="*/ -3 h 45881"/>
                <a:gd name="connsiteX7" fmla="*/ -29 w 19258"/>
                <a:gd name="connsiteY7" fmla="*/ 9983 h 458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58" h="45881">
                  <a:moveTo>
                    <a:pt x="-29" y="9983"/>
                  </a:moveTo>
                  <a:cubicBezTo>
                    <a:pt x="46" y="17176"/>
                    <a:pt x="947" y="24339"/>
                    <a:pt x="2749" y="31307"/>
                  </a:cubicBezTo>
                  <a:cubicBezTo>
                    <a:pt x="3276" y="36090"/>
                    <a:pt x="5378" y="40557"/>
                    <a:pt x="8758" y="43996"/>
                  </a:cubicBezTo>
                  <a:cubicBezTo>
                    <a:pt x="10861" y="46076"/>
                    <a:pt x="14165" y="46452"/>
                    <a:pt x="16718" y="44897"/>
                  </a:cubicBezTo>
                  <a:cubicBezTo>
                    <a:pt x="18746" y="42720"/>
                    <a:pt x="19647" y="39709"/>
                    <a:pt x="19046" y="36788"/>
                  </a:cubicBezTo>
                  <a:cubicBezTo>
                    <a:pt x="18896" y="26885"/>
                    <a:pt x="16943" y="17094"/>
                    <a:pt x="13339" y="7881"/>
                  </a:cubicBezTo>
                  <a:cubicBezTo>
                    <a:pt x="12062" y="4952"/>
                    <a:pt x="9809" y="-454"/>
                    <a:pt x="5829" y="-3"/>
                  </a:cubicBezTo>
                  <a:cubicBezTo>
                    <a:pt x="1848" y="447"/>
                    <a:pt x="121" y="6679"/>
                    <a:pt x="-29" y="9983"/>
                  </a:cubicBezTo>
                  <a:close/>
                </a:path>
              </a:pathLst>
            </a:custGeom>
            <a:solidFill>
              <a:srgbClr val="BFBF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Content Placeholder 4">
              <a:extLst>
                <a:ext uri="{FF2B5EF4-FFF2-40B4-BE49-F238E27FC236}">
                  <a16:creationId xmlns:a16="http://schemas.microsoft.com/office/drawing/2014/main" id="{98E19FD4-4131-F0A4-DEBD-B3199DCB08F5}"/>
                </a:ext>
              </a:extLst>
            </p:cNvPr>
            <p:cNvSpPr/>
            <p:nvPr/>
          </p:nvSpPr>
          <p:spPr>
            <a:xfrm>
              <a:off x="11411928" y="2708010"/>
              <a:ext cx="92275" cy="45034"/>
            </a:xfrm>
            <a:custGeom>
              <a:avLst/>
              <a:gdLst>
                <a:gd name="connsiteX0" fmla="*/ 5488 w 92275"/>
                <a:gd name="connsiteY0" fmla="*/ 44247 h 45034"/>
                <a:gd name="connsiteX1" fmla="*/ 10144 w 92275"/>
                <a:gd name="connsiteY1" fmla="*/ 44998 h 45034"/>
                <a:gd name="connsiteX2" fmla="*/ 56555 w 92275"/>
                <a:gd name="connsiteY2" fmla="*/ 40868 h 45034"/>
                <a:gd name="connsiteX3" fmla="*/ 67370 w 92275"/>
                <a:gd name="connsiteY3" fmla="*/ 39066 h 45034"/>
                <a:gd name="connsiteX4" fmla="*/ 77884 w 92275"/>
                <a:gd name="connsiteY4" fmla="*/ 37565 h 45034"/>
                <a:gd name="connsiteX5" fmla="*/ 90651 w 92275"/>
                <a:gd name="connsiteY5" fmla="*/ 34561 h 45034"/>
                <a:gd name="connsiteX6" fmla="*/ 92078 w 92275"/>
                <a:gd name="connsiteY6" fmla="*/ 33810 h 45034"/>
                <a:gd name="connsiteX7" fmla="*/ 92078 w 92275"/>
                <a:gd name="connsiteY7" fmla="*/ 32083 h 45034"/>
                <a:gd name="connsiteX8" fmla="*/ 87797 w 92275"/>
                <a:gd name="connsiteY8" fmla="*/ 4903 h 45034"/>
                <a:gd name="connsiteX9" fmla="*/ 86896 w 92275"/>
                <a:gd name="connsiteY9" fmla="*/ 1975 h 45034"/>
                <a:gd name="connsiteX10" fmla="*/ 79386 w 92275"/>
                <a:gd name="connsiteY10" fmla="*/ 172 h 45034"/>
                <a:gd name="connsiteX11" fmla="*/ 6389 w 92275"/>
                <a:gd name="connsiteY11" fmla="*/ 9858 h 45034"/>
                <a:gd name="connsiteX12" fmla="*/ 1507 w 92275"/>
                <a:gd name="connsiteY12" fmla="*/ 11435 h 45034"/>
                <a:gd name="connsiteX13" fmla="*/ 907 w 92275"/>
                <a:gd name="connsiteY13" fmla="*/ 13312 h 45034"/>
                <a:gd name="connsiteX14" fmla="*/ 305 w 92275"/>
                <a:gd name="connsiteY14" fmla="*/ 31633 h 45034"/>
                <a:gd name="connsiteX15" fmla="*/ 5488 w 92275"/>
                <a:gd name="connsiteY15" fmla="*/ 44247 h 45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2275" h="45034">
                  <a:moveTo>
                    <a:pt x="5488" y="44247"/>
                  </a:moveTo>
                  <a:cubicBezTo>
                    <a:pt x="6989" y="44795"/>
                    <a:pt x="8567" y="45051"/>
                    <a:pt x="10144" y="44998"/>
                  </a:cubicBezTo>
                  <a:cubicBezTo>
                    <a:pt x="25689" y="44848"/>
                    <a:pt x="41235" y="43466"/>
                    <a:pt x="56555" y="40868"/>
                  </a:cubicBezTo>
                  <a:cubicBezTo>
                    <a:pt x="60686" y="40418"/>
                    <a:pt x="63314" y="39517"/>
                    <a:pt x="67370" y="39066"/>
                  </a:cubicBezTo>
                  <a:cubicBezTo>
                    <a:pt x="71426" y="38616"/>
                    <a:pt x="74880" y="37865"/>
                    <a:pt x="77884" y="37565"/>
                  </a:cubicBezTo>
                  <a:cubicBezTo>
                    <a:pt x="82240" y="36896"/>
                    <a:pt x="86446" y="35890"/>
                    <a:pt x="90651" y="34561"/>
                  </a:cubicBezTo>
                  <a:cubicBezTo>
                    <a:pt x="91177" y="34464"/>
                    <a:pt x="91702" y="34201"/>
                    <a:pt x="92078" y="33810"/>
                  </a:cubicBezTo>
                  <a:cubicBezTo>
                    <a:pt x="92303" y="33247"/>
                    <a:pt x="92303" y="32647"/>
                    <a:pt x="92078" y="32083"/>
                  </a:cubicBezTo>
                  <a:lnTo>
                    <a:pt x="87797" y="4903"/>
                  </a:lnTo>
                  <a:cubicBezTo>
                    <a:pt x="87722" y="3867"/>
                    <a:pt x="87422" y="2860"/>
                    <a:pt x="86896" y="1975"/>
                  </a:cubicBezTo>
                  <a:cubicBezTo>
                    <a:pt x="85394" y="-278"/>
                    <a:pt x="82164" y="-203"/>
                    <a:pt x="79386" y="172"/>
                  </a:cubicBezTo>
                  <a:cubicBezTo>
                    <a:pt x="55053" y="3701"/>
                    <a:pt x="30947" y="10459"/>
                    <a:pt x="6389" y="9858"/>
                  </a:cubicBezTo>
                  <a:cubicBezTo>
                    <a:pt x="4587" y="9858"/>
                    <a:pt x="2484" y="9858"/>
                    <a:pt x="1507" y="11435"/>
                  </a:cubicBezTo>
                  <a:cubicBezTo>
                    <a:pt x="1131" y="11998"/>
                    <a:pt x="982" y="12644"/>
                    <a:pt x="907" y="13312"/>
                  </a:cubicBezTo>
                  <a:cubicBezTo>
                    <a:pt x="-70" y="19469"/>
                    <a:pt x="907" y="25551"/>
                    <a:pt x="305" y="31633"/>
                  </a:cubicBezTo>
                  <a:cubicBezTo>
                    <a:pt x="-896" y="36513"/>
                    <a:pt x="1207" y="41619"/>
                    <a:pt x="5488" y="44247"/>
                  </a:cubicBezTo>
                  <a:close/>
                </a:path>
              </a:pathLst>
            </a:custGeom>
            <a:solidFill>
              <a:srgbClr val="BFBF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Content Placeholder 4">
              <a:extLst>
                <a:ext uri="{FF2B5EF4-FFF2-40B4-BE49-F238E27FC236}">
                  <a16:creationId xmlns:a16="http://schemas.microsoft.com/office/drawing/2014/main" id="{520C03FB-F78A-17EA-78E5-1BF4BC35FE58}"/>
                </a:ext>
              </a:extLst>
            </p:cNvPr>
            <p:cNvSpPr/>
            <p:nvPr/>
          </p:nvSpPr>
          <p:spPr>
            <a:xfrm>
              <a:off x="11413547" y="2706299"/>
              <a:ext cx="88779" cy="46060"/>
            </a:xfrm>
            <a:custGeom>
              <a:avLst/>
              <a:gdLst>
                <a:gd name="connsiteX0" fmla="*/ 23995 w 88779"/>
                <a:gd name="connsiteY0" fmla="*/ 6914 h 46060"/>
                <a:gd name="connsiteX1" fmla="*/ 39015 w 88779"/>
                <a:gd name="connsiteY1" fmla="*/ 4962 h 46060"/>
                <a:gd name="connsiteX2" fmla="*/ 54035 w 88779"/>
                <a:gd name="connsiteY2" fmla="*/ 4361 h 46060"/>
                <a:gd name="connsiteX3" fmla="*/ 76565 w 88779"/>
                <a:gd name="connsiteY3" fmla="*/ 81 h 46060"/>
                <a:gd name="connsiteX4" fmla="*/ 83324 w 88779"/>
                <a:gd name="connsiteY4" fmla="*/ 2109 h 46060"/>
                <a:gd name="connsiteX5" fmla="*/ 85352 w 88779"/>
                <a:gd name="connsiteY5" fmla="*/ 7890 h 46060"/>
                <a:gd name="connsiteX6" fmla="*/ 88582 w 88779"/>
                <a:gd name="connsiteY6" fmla="*/ 30416 h 46060"/>
                <a:gd name="connsiteX7" fmla="*/ 88582 w 88779"/>
                <a:gd name="connsiteY7" fmla="*/ 33419 h 46060"/>
                <a:gd name="connsiteX8" fmla="*/ 86554 w 88779"/>
                <a:gd name="connsiteY8" fmla="*/ 35597 h 46060"/>
                <a:gd name="connsiteX9" fmla="*/ 79044 w 88779"/>
                <a:gd name="connsiteY9" fmla="*/ 37549 h 46060"/>
                <a:gd name="connsiteX10" fmla="*/ 24296 w 88779"/>
                <a:gd name="connsiteY10" fmla="*/ 45057 h 46060"/>
                <a:gd name="connsiteX11" fmla="*/ 2968 w 88779"/>
                <a:gd name="connsiteY11" fmla="*/ 43030 h 46060"/>
                <a:gd name="connsiteX12" fmla="*/ 789 w 88779"/>
                <a:gd name="connsiteY12" fmla="*/ 40927 h 46060"/>
                <a:gd name="connsiteX13" fmla="*/ 189 w 88779"/>
                <a:gd name="connsiteY13" fmla="*/ 37474 h 46060"/>
                <a:gd name="connsiteX14" fmla="*/ 189 w 88779"/>
                <a:gd name="connsiteY14" fmla="*/ 22457 h 46060"/>
                <a:gd name="connsiteX15" fmla="*/ 1390 w 88779"/>
                <a:gd name="connsiteY15" fmla="*/ 11344 h 46060"/>
                <a:gd name="connsiteX16" fmla="*/ 11679 w 88779"/>
                <a:gd name="connsiteY16" fmla="*/ 8941 h 46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8779" h="46060">
                  <a:moveTo>
                    <a:pt x="23995" y="6914"/>
                  </a:moveTo>
                  <a:cubicBezTo>
                    <a:pt x="28952" y="5998"/>
                    <a:pt x="33984" y="5352"/>
                    <a:pt x="39015" y="4962"/>
                  </a:cubicBezTo>
                  <a:cubicBezTo>
                    <a:pt x="43972" y="4962"/>
                    <a:pt x="48929" y="4962"/>
                    <a:pt x="54035" y="4361"/>
                  </a:cubicBezTo>
                  <a:cubicBezTo>
                    <a:pt x="61545" y="3460"/>
                    <a:pt x="69055" y="532"/>
                    <a:pt x="76565" y="81"/>
                  </a:cubicBezTo>
                  <a:cubicBezTo>
                    <a:pt x="79044" y="-331"/>
                    <a:pt x="81522" y="419"/>
                    <a:pt x="83324" y="2109"/>
                  </a:cubicBezTo>
                  <a:cubicBezTo>
                    <a:pt x="84451" y="3836"/>
                    <a:pt x="85202" y="5825"/>
                    <a:pt x="85352" y="7890"/>
                  </a:cubicBezTo>
                  <a:cubicBezTo>
                    <a:pt x="86629" y="15399"/>
                    <a:pt x="87681" y="22907"/>
                    <a:pt x="88582" y="30416"/>
                  </a:cubicBezTo>
                  <a:cubicBezTo>
                    <a:pt x="88806" y="31407"/>
                    <a:pt x="88806" y="32428"/>
                    <a:pt x="88582" y="33419"/>
                  </a:cubicBezTo>
                  <a:cubicBezTo>
                    <a:pt x="88206" y="34358"/>
                    <a:pt x="87455" y="35123"/>
                    <a:pt x="86554" y="35597"/>
                  </a:cubicBezTo>
                  <a:cubicBezTo>
                    <a:pt x="84225" y="36753"/>
                    <a:pt x="81672" y="37421"/>
                    <a:pt x="79044" y="37549"/>
                  </a:cubicBezTo>
                  <a:lnTo>
                    <a:pt x="24296" y="45057"/>
                  </a:lnTo>
                  <a:cubicBezTo>
                    <a:pt x="17162" y="46859"/>
                    <a:pt x="9652" y="46146"/>
                    <a:pt x="2968" y="43030"/>
                  </a:cubicBezTo>
                  <a:cubicBezTo>
                    <a:pt x="2067" y="42579"/>
                    <a:pt x="1241" y="41843"/>
                    <a:pt x="789" y="40927"/>
                  </a:cubicBezTo>
                  <a:cubicBezTo>
                    <a:pt x="339" y="39839"/>
                    <a:pt x="114" y="38660"/>
                    <a:pt x="189" y="37474"/>
                  </a:cubicBezTo>
                  <a:cubicBezTo>
                    <a:pt x="189" y="32593"/>
                    <a:pt x="189" y="27637"/>
                    <a:pt x="189" y="22457"/>
                  </a:cubicBezTo>
                  <a:cubicBezTo>
                    <a:pt x="189" y="19378"/>
                    <a:pt x="-787" y="13672"/>
                    <a:pt x="1390" y="11344"/>
                  </a:cubicBezTo>
                  <a:cubicBezTo>
                    <a:pt x="3568" y="9017"/>
                    <a:pt x="8900" y="9392"/>
                    <a:pt x="11679" y="8941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Content Placeholder 4">
              <a:extLst>
                <a:ext uri="{FF2B5EF4-FFF2-40B4-BE49-F238E27FC236}">
                  <a16:creationId xmlns:a16="http://schemas.microsoft.com/office/drawing/2014/main" id="{EE3EC244-60AC-6021-F30C-4AD9F6435774}"/>
                </a:ext>
              </a:extLst>
            </p:cNvPr>
            <p:cNvSpPr/>
            <p:nvPr/>
          </p:nvSpPr>
          <p:spPr>
            <a:xfrm>
              <a:off x="11482535" y="2710382"/>
              <a:ext cx="10206" cy="5920"/>
            </a:xfrm>
            <a:custGeom>
              <a:avLst/>
              <a:gdLst>
                <a:gd name="connsiteX0" fmla="*/ 9154 w 10206"/>
                <a:gd name="connsiteY0" fmla="*/ 429 h 5920"/>
                <a:gd name="connsiteX1" fmla="*/ 6826 w 10206"/>
                <a:gd name="connsiteY1" fmla="*/ -22 h 5920"/>
                <a:gd name="connsiteX2" fmla="*/ 217 w 10206"/>
                <a:gd name="connsiteY2" fmla="*/ 1705 h 5920"/>
                <a:gd name="connsiteX3" fmla="*/ 1494 w 10206"/>
                <a:gd name="connsiteY3" fmla="*/ 5835 h 5920"/>
                <a:gd name="connsiteX4" fmla="*/ 2845 w 10206"/>
                <a:gd name="connsiteY4" fmla="*/ 5835 h 5920"/>
                <a:gd name="connsiteX5" fmla="*/ 7501 w 10206"/>
                <a:gd name="connsiteY5" fmla="*/ 5234 h 5920"/>
                <a:gd name="connsiteX6" fmla="*/ 9379 w 10206"/>
                <a:gd name="connsiteY6" fmla="*/ 4408 h 5920"/>
                <a:gd name="connsiteX7" fmla="*/ 9454 w 10206"/>
                <a:gd name="connsiteY7" fmla="*/ 691 h 5920"/>
                <a:gd name="connsiteX8" fmla="*/ 9154 w 10206"/>
                <a:gd name="connsiteY8" fmla="*/ 429 h 5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06" h="5920">
                  <a:moveTo>
                    <a:pt x="9154" y="429"/>
                  </a:moveTo>
                  <a:cubicBezTo>
                    <a:pt x="8403" y="83"/>
                    <a:pt x="7652" y="-67"/>
                    <a:pt x="6826" y="-22"/>
                  </a:cubicBezTo>
                  <a:cubicBezTo>
                    <a:pt x="5249" y="-22"/>
                    <a:pt x="1118" y="-22"/>
                    <a:pt x="217" y="1705"/>
                  </a:cubicBezTo>
                  <a:cubicBezTo>
                    <a:pt x="-383" y="3207"/>
                    <a:pt x="142" y="4949"/>
                    <a:pt x="1494" y="5835"/>
                  </a:cubicBezTo>
                  <a:cubicBezTo>
                    <a:pt x="1944" y="5910"/>
                    <a:pt x="2395" y="5910"/>
                    <a:pt x="2845" y="5835"/>
                  </a:cubicBezTo>
                  <a:cubicBezTo>
                    <a:pt x="4423" y="5745"/>
                    <a:pt x="6000" y="5542"/>
                    <a:pt x="7501" y="5234"/>
                  </a:cubicBezTo>
                  <a:cubicBezTo>
                    <a:pt x="8178" y="5114"/>
                    <a:pt x="8854" y="4829"/>
                    <a:pt x="9379" y="4408"/>
                  </a:cubicBezTo>
                  <a:cubicBezTo>
                    <a:pt x="10430" y="3402"/>
                    <a:pt x="10430" y="1735"/>
                    <a:pt x="9454" y="691"/>
                  </a:cubicBezTo>
                  <a:cubicBezTo>
                    <a:pt x="9379" y="594"/>
                    <a:pt x="9230" y="511"/>
                    <a:pt x="9154" y="429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Content Placeholder 4">
              <a:extLst>
                <a:ext uri="{FF2B5EF4-FFF2-40B4-BE49-F238E27FC236}">
                  <a16:creationId xmlns:a16="http://schemas.microsoft.com/office/drawing/2014/main" id="{47064D1A-F3D1-C91B-362F-0451C44CCC4D}"/>
                </a:ext>
              </a:extLst>
            </p:cNvPr>
            <p:cNvSpPr/>
            <p:nvPr/>
          </p:nvSpPr>
          <p:spPr>
            <a:xfrm>
              <a:off x="11477824" y="2713627"/>
              <a:ext cx="2203" cy="2061"/>
            </a:xfrm>
            <a:custGeom>
              <a:avLst/>
              <a:gdLst>
                <a:gd name="connsiteX0" fmla="*/ -29 w 2203"/>
                <a:gd name="connsiteY0" fmla="*/ 863 h 2061"/>
                <a:gd name="connsiteX1" fmla="*/ 1323 w 2203"/>
                <a:gd name="connsiteY1" fmla="*/ 2027 h 2061"/>
                <a:gd name="connsiteX2" fmla="*/ 1774 w 2203"/>
                <a:gd name="connsiteY2" fmla="*/ 1914 h 2061"/>
                <a:gd name="connsiteX3" fmla="*/ 1774 w 2203"/>
                <a:gd name="connsiteY3" fmla="*/ 112 h 2061"/>
                <a:gd name="connsiteX4" fmla="*/ 46 w 2203"/>
                <a:gd name="connsiteY4" fmla="*/ 660 h 2061"/>
                <a:gd name="connsiteX5" fmla="*/ -29 w 2203"/>
                <a:gd name="connsiteY5" fmla="*/ 863 h 2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03" h="2061">
                  <a:moveTo>
                    <a:pt x="-29" y="863"/>
                  </a:moveTo>
                  <a:cubicBezTo>
                    <a:pt x="46" y="1569"/>
                    <a:pt x="647" y="2087"/>
                    <a:pt x="1323" y="2027"/>
                  </a:cubicBezTo>
                  <a:cubicBezTo>
                    <a:pt x="1473" y="2012"/>
                    <a:pt x="1624" y="1974"/>
                    <a:pt x="1774" y="1914"/>
                  </a:cubicBezTo>
                  <a:cubicBezTo>
                    <a:pt x="2675" y="1388"/>
                    <a:pt x="1774" y="112"/>
                    <a:pt x="1774" y="112"/>
                  </a:cubicBezTo>
                  <a:cubicBezTo>
                    <a:pt x="1173" y="-211"/>
                    <a:pt x="347" y="37"/>
                    <a:pt x="46" y="660"/>
                  </a:cubicBezTo>
                  <a:cubicBezTo>
                    <a:pt x="46" y="728"/>
                    <a:pt x="-29" y="795"/>
                    <a:pt x="-29" y="863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Content Placeholder 4">
              <a:extLst>
                <a:ext uri="{FF2B5EF4-FFF2-40B4-BE49-F238E27FC236}">
                  <a16:creationId xmlns:a16="http://schemas.microsoft.com/office/drawing/2014/main" id="{0C6D693B-11FF-C467-57E0-9E63FCB9070B}"/>
                </a:ext>
              </a:extLst>
            </p:cNvPr>
            <p:cNvSpPr/>
            <p:nvPr/>
          </p:nvSpPr>
          <p:spPr>
            <a:xfrm>
              <a:off x="11504390" y="3439959"/>
              <a:ext cx="50994" cy="30584"/>
            </a:xfrm>
            <a:custGeom>
              <a:avLst/>
              <a:gdLst>
                <a:gd name="connsiteX0" fmla="*/ 32359 w 50994"/>
                <a:gd name="connsiteY0" fmla="*/ -2 h 30584"/>
                <a:gd name="connsiteX1" fmla="*/ 43173 w 50994"/>
                <a:gd name="connsiteY1" fmla="*/ 3301 h 30584"/>
                <a:gd name="connsiteX2" fmla="*/ 48580 w 50994"/>
                <a:gd name="connsiteY2" fmla="*/ 14789 h 30584"/>
                <a:gd name="connsiteX3" fmla="*/ 50909 w 50994"/>
                <a:gd name="connsiteY3" fmla="*/ 24926 h 30584"/>
                <a:gd name="connsiteX4" fmla="*/ 50909 w 50994"/>
                <a:gd name="connsiteY4" fmla="*/ 26052 h 30584"/>
                <a:gd name="connsiteX5" fmla="*/ 49407 w 50994"/>
                <a:gd name="connsiteY5" fmla="*/ 26953 h 30584"/>
                <a:gd name="connsiteX6" fmla="*/ 216 w 50994"/>
                <a:gd name="connsiteY6" fmla="*/ 24100 h 30584"/>
                <a:gd name="connsiteX7" fmla="*/ 11556 w 50994"/>
                <a:gd name="connsiteY7" fmla="*/ 7281 h 30584"/>
                <a:gd name="connsiteX8" fmla="*/ 32359 w 50994"/>
                <a:gd name="connsiteY8" fmla="*/ -2 h 30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994" h="30584">
                  <a:moveTo>
                    <a:pt x="32359" y="-2"/>
                  </a:moveTo>
                  <a:cubicBezTo>
                    <a:pt x="36265" y="-228"/>
                    <a:pt x="40094" y="944"/>
                    <a:pt x="43173" y="3301"/>
                  </a:cubicBezTo>
                  <a:cubicBezTo>
                    <a:pt x="46102" y="6485"/>
                    <a:pt x="47980" y="10495"/>
                    <a:pt x="48580" y="14789"/>
                  </a:cubicBezTo>
                  <a:cubicBezTo>
                    <a:pt x="49332" y="18168"/>
                    <a:pt x="50158" y="21547"/>
                    <a:pt x="50909" y="24926"/>
                  </a:cubicBezTo>
                  <a:cubicBezTo>
                    <a:pt x="50984" y="25301"/>
                    <a:pt x="50984" y="25677"/>
                    <a:pt x="50909" y="26052"/>
                  </a:cubicBezTo>
                  <a:cubicBezTo>
                    <a:pt x="50909" y="26653"/>
                    <a:pt x="50008" y="26803"/>
                    <a:pt x="49407" y="26953"/>
                  </a:cubicBezTo>
                  <a:cubicBezTo>
                    <a:pt x="41070" y="29056"/>
                    <a:pt x="4347" y="35212"/>
                    <a:pt x="216" y="24100"/>
                  </a:cubicBezTo>
                  <a:cubicBezTo>
                    <a:pt x="-1661" y="18769"/>
                    <a:pt x="7726" y="10059"/>
                    <a:pt x="11556" y="7281"/>
                  </a:cubicBezTo>
                  <a:cubicBezTo>
                    <a:pt x="17564" y="2678"/>
                    <a:pt x="24849" y="125"/>
                    <a:pt x="32359" y="-2"/>
                  </a:cubicBezTo>
                  <a:close/>
                </a:path>
              </a:pathLst>
            </a:custGeom>
            <a:solidFill>
              <a:srgbClr val="E0C7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Content Placeholder 4">
              <a:extLst>
                <a:ext uri="{FF2B5EF4-FFF2-40B4-BE49-F238E27FC236}">
                  <a16:creationId xmlns:a16="http://schemas.microsoft.com/office/drawing/2014/main" id="{A9AE2A21-7441-3F9E-AF06-F735F643C901}"/>
                </a:ext>
              </a:extLst>
            </p:cNvPr>
            <p:cNvSpPr/>
            <p:nvPr/>
          </p:nvSpPr>
          <p:spPr>
            <a:xfrm>
              <a:off x="11221434" y="2847738"/>
              <a:ext cx="10663" cy="44883"/>
            </a:xfrm>
            <a:custGeom>
              <a:avLst/>
              <a:gdLst>
                <a:gd name="connsiteX0" fmla="*/ 6955 w 10663"/>
                <a:gd name="connsiteY0" fmla="*/ 18047 h 44883"/>
                <a:gd name="connsiteX1" fmla="*/ 10634 w 10663"/>
                <a:gd name="connsiteY1" fmla="*/ 2279 h 44883"/>
                <a:gd name="connsiteX2" fmla="*/ 5678 w 10663"/>
                <a:gd name="connsiteY2" fmla="*/ 2279 h 44883"/>
                <a:gd name="connsiteX3" fmla="*/ 2148 w 10663"/>
                <a:gd name="connsiteY3" fmla="*/ 17296 h 44883"/>
                <a:gd name="connsiteX4" fmla="*/ -29 w 10663"/>
                <a:gd name="connsiteY4" fmla="*/ 27733 h 44883"/>
                <a:gd name="connsiteX5" fmla="*/ 8607 w 10663"/>
                <a:gd name="connsiteY5" fmla="*/ 44552 h 44883"/>
                <a:gd name="connsiteX6" fmla="*/ 10034 w 10663"/>
                <a:gd name="connsiteY6" fmla="*/ 43425 h 44883"/>
                <a:gd name="connsiteX7" fmla="*/ 6955 w 10663"/>
                <a:gd name="connsiteY7" fmla="*/ 18047 h 4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63" h="44883">
                  <a:moveTo>
                    <a:pt x="6955" y="18047"/>
                  </a:moveTo>
                  <a:cubicBezTo>
                    <a:pt x="8832" y="12956"/>
                    <a:pt x="10034" y="7663"/>
                    <a:pt x="10634" y="2279"/>
                  </a:cubicBezTo>
                  <a:cubicBezTo>
                    <a:pt x="10634" y="-799"/>
                    <a:pt x="6053" y="-799"/>
                    <a:pt x="5678" y="2279"/>
                  </a:cubicBezTo>
                  <a:cubicBezTo>
                    <a:pt x="5077" y="7407"/>
                    <a:pt x="3950" y="12453"/>
                    <a:pt x="2148" y="17296"/>
                  </a:cubicBezTo>
                  <a:cubicBezTo>
                    <a:pt x="722" y="20577"/>
                    <a:pt x="-29" y="24136"/>
                    <a:pt x="-29" y="27733"/>
                  </a:cubicBezTo>
                  <a:cubicBezTo>
                    <a:pt x="872" y="34145"/>
                    <a:pt x="3950" y="40069"/>
                    <a:pt x="8607" y="44552"/>
                  </a:cubicBezTo>
                  <a:cubicBezTo>
                    <a:pt x="9283" y="45302"/>
                    <a:pt x="10634" y="44552"/>
                    <a:pt x="10034" y="43425"/>
                  </a:cubicBezTo>
                  <a:cubicBezTo>
                    <a:pt x="4251" y="36232"/>
                    <a:pt x="3124" y="26404"/>
                    <a:pt x="6955" y="18047"/>
                  </a:cubicBezTo>
                  <a:close/>
                </a:path>
              </a:pathLst>
            </a:custGeom>
            <a:solidFill>
              <a:srgbClr val="BFBF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Content Placeholder 4">
              <a:extLst>
                <a:ext uri="{FF2B5EF4-FFF2-40B4-BE49-F238E27FC236}">
                  <a16:creationId xmlns:a16="http://schemas.microsoft.com/office/drawing/2014/main" id="{EC2CFE06-9DD7-F9B2-F96D-1F494545E33C}"/>
                </a:ext>
              </a:extLst>
            </p:cNvPr>
            <p:cNvSpPr/>
            <p:nvPr/>
          </p:nvSpPr>
          <p:spPr>
            <a:xfrm>
              <a:off x="11222785" y="2756572"/>
              <a:ext cx="33588" cy="96394"/>
            </a:xfrm>
            <a:custGeom>
              <a:avLst/>
              <a:gdLst>
                <a:gd name="connsiteX0" fmla="*/ 30837 w 33588"/>
                <a:gd name="connsiteY0" fmla="*/ 4996 h 96394"/>
                <a:gd name="connsiteX1" fmla="*/ 23327 w 33588"/>
                <a:gd name="connsiteY1" fmla="*/ 641 h 96394"/>
                <a:gd name="connsiteX2" fmla="*/ 16643 w 33588"/>
                <a:gd name="connsiteY2" fmla="*/ 1317 h 96394"/>
                <a:gd name="connsiteX3" fmla="*/ 15517 w 33588"/>
                <a:gd name="connsiteY3" fmla="*/ 4170 h 96394"/>
                <a:gd name="connsiteX4" fmla="*/ 14690 w 33588"/>
                <a:gd name="connsiteY4" fmla="*/ 13556 h 96394"/>
                <a:gd name="connsiteX5" fmla="*/ 9659 w 33588"/>
                <a:gd name="connsiteY5" fmla="*/ 34955 h 96394"/>
                <a:gd name="connsiteX6" fmla="*/ 196 w 33588"/>
                <a:gd name="connsiteY6" fmla="*/ 79180 h 96394"/>
                <a:gd name="connsiteX7" fmla="*/ 196 w 33588"/>
                <a:gd name="connsiteY7" fmla="*/ 83159 h 96394"/>
                <a:gd name="connsiteX8" fmla="*/ 2074 w 33588"/>
                <a:gd name="connsiteY8" fmla="*/ 86463 h 96394"/>
                <a:gd name="connsiteX9" fmla="*/ 8758 w 33588"/>
                <a:gd name="connsiteY9" fmla="*/ 95172 h 96394"/>
                <a:gd name="connsiteX10" fmla="*/ 21374 w 33588"/>
                <a:gd name="connsiteY10" fmla="*/ 91719 h 96394"/>
                <a:gd name="connsiteX11" fmla="*/ 23027 w 33588"/>
                <a:gd name="connsiteY11" fmla="*/ 82633 h 96394"/>
                <a:gd name="connsiteX12" fmla="*/ 23027 w 33588"/>
                <a:gd name="connsiteY12" fmla="*/ 78354 h 96394"/>
                <a:gd name="connsiteX13" fmla="*/ 28659 w 33588"/>
                <a:gd name="connsiteY13" fmla="*/ 37282 h 96394"/>
                <a:gd name="connsiteX14" fmla="*/ 33090 w 33588"/>
                <a:gd name="connsiteY14" fmla="*/ 12504 h 96394"/>
                <a:gd name="connsiteX15" fmla="*/ 33540 w 33588"/>
                <a:gd name="connsiteY15" fmla="*/ 8900 h 96394"/>
                <a:gd name="connsiteX16" fmla="*/ 30837 w 33588"/>
                <a:gd name="connsiteY16" fmla="*/ 4996 h 96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588" h="96394">
                  <a:moveTo>
                    <a:pt x="30837" y="4996"/>
                  </a:moveTo>
                  <a:cubicBezTo>
                    <a:pt x="28584" y="3187"/>
                    <a:pt x="26030" y="1722"/>
                    <a:pt x="23327" y="641"/>
                  </a:cubicBezTo>
                  <a:cubicBezTo>
                    <a:pt x="21149" y="-455"/>
                    <a:pt x="18520" y="-192"/>
                    <a:pt x="16643" y="1317"/>
                  </a:cubicBezTo>
                  <a:cubicBezTo>
                    <a:pt x="15967" y="2135"/>
                    <a:pt x="15592" y="3126"/>
                    <a:pt x="15517" y="4170"/>
                  </a:cubicBezTo>
                  <a:cubicBezTo>
                    <a:pt x="14916" y="7248"/>
                    <a:pt x="14991" y="10402"/>
                    <a:pt x="14690" y="13556"/>
                  </a:cubicBezTo>
                  <a:cubicBezTo>
                    <a:pt x="13789" y="20846"/>
                    <a:pt x="12062" y="28017"/>
                    <a:pt x="9659" y="34955"/>
                  </a:cubicBezTo>
                  <a:cubicBezTo>
                    <a:pt x="5378" y="49431"/>
                    <a:pt x="2224" y="64223"/>
                    <a:pt x="196" y="79180"/>
                  </a:cubicBezTo>
                  <a:cubicBezTo>
                    <a:pt x="-104" y="80486"/>
                    <a:pt x="-104" y="81853"/>
                    <a:pt x="196" y="83159"/>
                  </a:cubicBezTo>
                  <a:cubicBezTo>
                    <a:pt x="646" y="84368"/>
                    <a:pt x="1248" y="85487"/>
                    <a:pt x="2074" y="86463"/>
                  </a:cubicBezTo>
                  <a:cubicBezTo>
                    <a:pt x="3726" y="89781"/>
                    <a:pt x="5979" y="92747"/>
                    <a:pt x="8758" y="95172"/>
                  </a:cubicBezTo>
                  <a:cubicBezTo>
                    <a:pt x="13188" y="97665"/>
                    <a:pt x="18821" y="96126"/>
                    <a:pt x="21374" y="91719"/>
                  </a:cubicBezTo>
                  <a:cubicBezTo>
                    <a:pt x="22501" y="88835"/>
                    <a:pt x="23102" y="85742"/>
                    <a:pt x="23027" y="82633"/>
                  </a:cubicBezTo>
                  <a:lnTo>
                    <a:pt x="23027" y="78354"/>
                  </a:lnTo>
                  <a:lnTo>
                    <a:pt x="28659" y="37282"/>
                  </a:lnTo>
                  <a:cubicBezTo>
                    <a:pt x="29636" y="28940"/>
                    <a:pt x="31062" y="20659"/>
                    <a:pt x="33090" y="12504"/>
                  </a:cubicBezTo>
                  <a:cubicBezTo>
                    <a:pt x="33465" y="11348"/>
                    <a:pt x="33615" y="10117"/>
                    <a:pt x="33540" y="8900"/>
                  </a:cubicBezTo>
                  <a:cubicBezTo>
                    <a:pt x="33090" y="7339"/>
                    <a:pt x="32114" y="5972"/>
                    <a:pt x="30837" y="4996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Content Placeholder 4">
              <a:extLst>
                <a:ext uri="{FF2B5EF4-FFF2-40B4-BE49-F238E27FC236}">
                  <a16:creationId xmlns:a16="http://schemas.microsoft.com/office/drawing/2014/main" id="{9447D60A-3969-6DFA-5D5A-A9D01C934425}"/>
                </a:ext>
              </a:extLst>
            </p:cNvPr>
            <p:cNvSpPr/>
            <p:nvPr/>
          </p:nvSpPr>
          <p:spPr>
            <a:xfrm>
              <a:off x="11232713" y="2721136"/>
              <a:ext cx="41191" cy="42208"/>
            </a:xfrm>
            <a:custGeom>
              <a:avLst/>
              <a:gdLst>
                <a:gd name="connsiteX0" fmla="*/ 8968 w 41191"/>
                <a:gd name="connsiteY0" fmla="*/ 38479 h 42208"/>
                <a:gd name="connsiteX1" fmla="*/ 331 w 41191"/>
                <a:gd name="connsiteY1" fmla="*/ 25264 h 42208"/>
                <a:gd name="connsiteX2" fmla="*/ 1007 w 41191"/>
                <a:gd name="connsiteY2" fmla="*/ 13476 h 42208"/>
                <a:gd name="connsiteX3" fmla="*/ 5138 w 41191"/>
                <a:gd name="connsiteY3" fmla="*/ 5142 h 42208"/>
                <a:gd name="connsiteX4" fmla="*/ 10695 w 41191"/>
                <a:gd name="connsiteY4" fmla="*/ 1613 h 42208"/>
                <a:gd name="connsiteX5" fmla="*/ 33225 w 41191"/>
                <a:gd name="connsiteY5" fmla="*/ 4916 h 42208"/>
                <a:gd name="connsiteX6" fmla="*/ 40735 w 41191"/>
                <a:gd name="connsiteY6" fmla="*/ 26090 h 42208"/>
                <a:gd name="connsiteX7" fmla="*/ 16328 w 41191"/>
                <a:gd name="connsiteY7" fmla="*/ 41693 h 42208"/>
                <a:gd name="connsiteX8" fmla="*/ 8968 w 41191"/>
                <a:gd name="connsiteY8" fmla="*/ 38479 h 42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191" h="42208">
                  <a:moveTo>
                    <a:pt x="8968" y="38479"/>
                  </a:moveTo>
                  <a:cubicBezTo>
                    <a:pt x="4537" y="35333"/>
                    <a:pt x="1383" y="30610"/>
                    <a:pt x="331" y="25264"/>
                  </a:cubicBezTo>
                  <a:cubicBezTo>
                    <a:pt x="-344" y="21330"/>
                    <a:pt x="-44" y="17305"/>
                    <a:pt x="1007" y="13476"/>
                  </a:cubicBezTo>
                  <a:cubicBezTo>
                    <a:pt x="1608" y="10382"/>
                    <a:pt x="3035" y="7507"/>
                    <a:pt x="5138" y="5142"/>
                  </a:cubicBezTo>
                  <a:cubicBezTo>
                    <a:pt x="6715" y="3610"/>
                    <a:pt x="8592" y="2409"/>
                    <a:pt x="10695" y="1613"/>
                  </a:cubicBezTo>
                  <a:cubicBezTo>
                    <a:pt x="18280" y="-1443"/>
                    <a:pt x="26842" y="-174"/>
                    <a:pt x="33225" y="4916"/>
                  </a:cubicBezTo>
                  <a:cubicBezTo>
                    <a:pt x="39459" y="10037"/>
                    <a:pt x="42312" y="18184"/>
                    <a:pt x="40735" y="26090"/>
                  </a:cubicBezTo>
                  <a:cubicBezTo>
                    <a:pt x="38332" y="37143"/>
                    <a:pt x="27367" y="44133"/>
                    <a:pt x="16328" y="41693"/>
                  </a:cubicBezTo>
                  <a:cubicBezTo>
                    <a:pt x="13699" y="41115"/>
                    <a:pt x="11146" y="40026"/>
                    <a:pt x="8968" y="38479"/>
                  </a:cubicBezTo>
                  <a:close/>
                </a:path>
              </a:pathLst>
            </a:custGeom>
            <a:solidFill>
              <a:srgbClr val="BFBF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Content Placeholder 4">
              <a:extLst>
                <a:ext uri="{FF2B5EF4-FFF2-40B4-BE49-F238E27FC236}">
                  <a16:creationId xmlns:a16="http://schemas.microsoft.com/office/drawing/2014/main" id="{868A426C-4066-0E1D-9F82-6D30C5273CF2}"/>
                </a:ext>
              </a:extLst>
            </p:cNvPr>
            <p:cNvSpPr/>
            <p:nvPr/>
          </p:nvSpPr>
          <p:spPr>
            <a:xfrm>
              <a:off x="11664351" y="2654226"/>
              <a:ext cx="10870" cy="44560"/>
            </a:xfrm>
            <a:custGeom>
              <a:avLst/>
              <a:gdLst>
                <a:gd name="connsiteX0" fmla="*/ 6677 w 10870"/>
                <a:gd name="connsiteY0" fmla="*/ 18066 h 44560"/>
                <a:gd name="connsiteX1" fmla="*/ 9681 w 10870"/>
                <a:gd name="connsiteY1" fmla="*/ 2223 h 44560"/>
                <a:gd name="connsiteX2" fmla="*/ 4800 w 10870"/>
                <a:gd name="connsiteY2" fmla="*/ 2223 h 44560"/>
                <a:gd name="connsiteX3" fmla="*/ 1796 w 10870"/>
                <a:gd name="connsiteY3" fmla="*/ 17240 h 44560"/>
                <a:gd name="connsiteX4" fmla="*/ -7 w 10870"/>
                <a:gd name="connsiteY4" fmla="*/ 27752 h 44560"/>
                <a:gd name="connsiteX5" fmla="*/ 9230 w 10870"/>
                <a:gd name="connsiteY5" fmla="*/ 44195 h 44560"/>
                <a:gd name="connsiteX6" fmla="*/ 10657 w 10870"/>
                <a:gd name="connsiteY6" fmla="*/ 43069 h 44560"/>
                <a:gd name="connsiteX7" fmla="*/ 6677 w 10870"/>
                <a:gd name="connsiteY7" fmla="*/ 18066 h 44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870" h="44560">
                  <a:moveTo>
                    <a:pt x="6677" y="18066"/>
                  </a:moveTo>
                  <a:cubicBezTo>
                    <a:pt x="8329" y="12938"/>
                    <a:pt x="9381" y="7614"/>
                    <a:pt x="9681" y="2223"/>
                  </a:cubicBezTo>
                  <a:cubicBezTo>
                    <a:pt x="9681" y="-855"/>
                    <a:pt x="5100" y="-705"/>
                    <a:pt x="4800" y="2223"/>
                  </a:cubicBezTo>
                  <a:cubicBezTo>
                    <a:pt x="4424" y="7329"/>
                    <a:pt x="3372" y="12375"/>
                    <a:pt x="1796" y="17240"/>
                  </a:cubicBezTo>
                  <a:cubicBezTo>
                    <a:pt x="443" y="20574"/>
                    <a:pt x="-157" y="24163"/>
                    <a:pt x="-7" y="27752"/>
                  </a:cubicBezTo>
                  <a:cubicBezTo>
                    <a:pt x="1194" y="34097"/>
                    <a:pt x="4424" y="39878"/>
                    <a:pt x="9230" y="44195"/>
                  </a:cubicBezTo>
                  <a:cubicBezTo>
                    <a:pt x="9981" y="45021"/>
                    <a:pt x="11334" y="44195"/>
                    <a:pt x="10657" y="43069"/>
                  </a:cubicBezTo>
                  <a:cubicBezTo>
                    <a:pt x="4725" y="36139"/>
                    <a:pt x="3222" y="26490"/>
                    <a:pt x="6677" y="18066"/>
                  </a:cubicBezTo>
                  <a:close/>
                </a:path>
              </a:pathLst>
            </a:custGeom>
            <a:solidFill>
              <a:srgbClr val="BFBF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Content Placeholder 4">
              <a:extLst>
                <a:ext uri="{FF2B5EF4-FFF2-40B4-BE49-F238E27FC236}">
                  <a16:creationId xmlns:a16="http://schemas.microsoft.com/office/drawing/2014/main" id="{AA134842-FD0B-BEF9-AB6A-C92993D8163C}"/>
                </a:ext>
              </a:extLst>
            </p:cNvPr>
            <p:cNvSpPr/>
            <p:nvPr/>
          </p:nvSpPr>
          <p:spPr>
            <a:xfrm>
              <a:off x="11602484" y="2583265"/>
              <a:ext cx="75177" cy="73777"/>
            </a:xfrm>
            <a:custGeom>
              <a:avLst/>
              <a:gdLst>
                <a:gd name="connsiteX0" fmla="*/ 11768 w 75177"/>
                <a:gd name="connsiteY0" fmla="*/ 353 h 73777"/>
                <a:gd name="connsiteX1" fmla="*/ 3657 w 75177"/>
                <a:gd name="connsiteY1" fmla="*/ 3807 h 73777"/>
                <a:gd name="connsiteX2" fmla="*/ 53 w 75177"/>
                <a:gd name="connsiteY2" fmla="*/ 9513 h 73777"/>
                <a:gd name="connsiteX3" fmla="*/ 1554 w 75177"/>
                <a:gd name="connsiteY3" fmla="*/ 12141 h 73777"/>
                <a:gd name="connsiteX4" fmla="*/ 8539 w 75177"/>
                <a:gd name="connsiteY4" fmla="*/ 18523 h 73777"/>
                <a:gd name="connsiteX5" fmla="*/ 22357 w 75177"/>
                <a:gd name="connsiteY5" fmla="*/ 35567 h 73777"/>
                <a:gd name="connsiteX6" fmla="*/ 51496 w 75177"/>
                <a:gd name="connsiteY6" fmla="*/ 70181 h 73777"/>
                <a:gd name="connsiteX7" fmla="*/ 54650 w 75177"/>
                <a:gd name="connsiteY7" fmla="*/ 72584 h 73777"/>
                <a:gd name="connsiteX8" fmla="*/ 58480 w 75177"/>
                <a:gd name="connsiteY8" fmla="*/ 73185 h 73777"/>
                <a:gd name="connsiteX9" fmla="*/ 69445 w 75177"/>
                <a:gd name="connsiteY9" fmla="*/ 73185 h 73777"/>
                <a:gd name="connsiteX10" fmla="*/ 74476 w 75177"/>
                <a:gd name="connsiteY10" fmla="*/ 61171 h 73777"/>
                <a:gd name="connsiteX11" fmla="*/ 68243 w 75177"/>
                <a:gd name="connsiteY11" fmla="*/ 54263 h 73777"/>
                <a:gd name="connsiteX12" fmla="*/ 65089 w 75177"/>
                <a:gd name="connsiteY12" fmla="*/ 51485 h 73777"/>
                <a:gd name="connsiteX13" fmla="*/ 36025 w 75177"/>
                <a:gd name="connsiteY13" fmla="*/ 21902 h 73777"/>
                <a:gd name="connsiteX14" fmla="*/ 19127 w 75177"/>
                <a:gd name="connsiteY14" fmla="*/ 3206 h 73777"/>
                <a:gd name="connsiteX15" fmla="*/ 11617 w 75177"/>
                <a:gd name="connsiteY15" fmla="*/ 428 h 73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5177" h="73777">
                  <a:moveTo>
                    <a:pt x="11768" y="353"/>
                  </a:moveTo>
                  <a:cubicBezTo>
                    <a:pt x="8914" y="1081"/>
                    <a:pt x="6135" y="2245"/>
                    <a:pt x="3657" y="3807"/>
                  </a:cubicBezTo>
                  <a:cubicBezTo>
                    <a:pt x="1630" y="5083"/>
                    <a:pt x="-474" y="7186"/>
                    <a:pt x="53" y="9513"/>
                  </a:cubicBezTo>
                  <a:cubicBezTo>
                    <a:pt x="277" y="10512"/>
                    <a:pt x="804" y="11420"/>
                    <a:pt x="1554" y="12141"/>
                  </a:cubicBezTo>
                  <a:cubicBezTo>
                    <a:pt x="3657" y="14469"/>
                    <a:pt x="6210" y="16346"/>
                    <a:pt x="8539" y="18523"/>
                  </a:cubicBezTo>
                  <a:cubicBezTo>
                    <a:pt x="13720" y="23719"/>
                    <a:pt x="18377" y="29433"/>
                    <a:pt x="22357" y="35567"/>
                  </a:cubicBezTo>
                  <a:cubicBezTo>
                    <a:pt x="31218" y="47806"/>
                    <a:pt x="40907" y="59377"/>
                    <a:pt x="51496" y="70181"/>
                  </a:cubicBezTo>
                  <a:cubicBezTo>
                    <a:pt x="52397" y="71195"/>
                    <a:pt x="53449" y="72014"/>
                    <a:pt x="54650" y="72584"/>
                  </a:cubicBezTo>
                  <a:cubicBezTo>
                    <a:pt x="55851" y="73012"/>
                    <a:pt x="57204" y="73215"/>
                    <a:pt x="58480" y="73185"/>
                  </a:cubicBezTo>
                  <a:cubicBezTo>
                    <a:pt x="62085" y="73936"/>
                    <a:pt x="65840" y="73936"/>
                    <a:pt x="69445" y="73185"/>
                  </a:cubicBezTo>
                  <a:cubicBezTo>
                    <a:pt x="74176" y="71248"/>
                    <a:pt x="76354" y="65879"/>
                    <a:pt x="74476" y="61171"/>
                  </a:cubicBezTo>
                  <a:cubicBezTo>
                    <a:pt x="72824" y="58513"/>
                    <a:pt x="70721" y="56171"/>
                    <a:pt x="68243" y="54263"/>
                  </a:cubicBezTo>
                  <a:lnTo>
                    <a:pt x="65089" y="51485"/>
                  </a:lnTo>
                  <a:lnTo>
                    <a:pt x="36025" y="21902"/>
                  </a:lnTo>
                  <a:cubicBezTo>
                    <a:pt x="30017" y="16015"/>
                    <a:pt x="24385" y="9768"/>
                    <a:pt x="19127" y="3206"/>
                  </a:cubicBezTo>
                  <a:cubicBezTo>
                    <a:pt x="17776" y="450"/>
                    <a:pt x="14471" y="-766"/>
                    <a:pt x="11617" y="428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Content Placeholder 4">
              <a:extLst>
                <a:ext uri="{FF2B5EF4-FFF2-40B4-BE49-F238E27FC236}">
                  <a16:creationId xmlns:a16="http://schemas.microsoft.com/office/drawing/2014/main" id="{36E5FBFE-ED6F-0CF3-B758-1F6DC805594F}"/>
                </a:ext>
              </a:extLst>
            </p:cNvPr>
            <p:cNvSpPr/>
            <p:nvPr/>
          </p:nvSpPr>
          <p:spPr>
            <a:xfrm>
              <a:off x="11576809" y="2551728"/>
              <a:ext cx="42947" cy="40878"/>
            </a:xfrm>
            <a:custGeom>
              <a:avLst/>
              <a:gdLst>
                <a:gd name="connsiteX0" fmla="*/ 28806 w 42947"/>
                <a:gd name="connsiteY0" fmla="*/ 39924 h 40878"/>
                <a:gd name="connsiteX1" fmla="*/ 13035 w 42947"/>
                <a:gd name="connsiteY1" fmla="*/ 38572 h 40878"/>
                <a:gd name="connsiteX2" fmla="*/ 4099 w 42947"/>
                <a:gd name="connsiteY2" fmla="*/ 31064 h 40878"/>
                <a:gd name="connsiteX3" fmla="*/ 118 w 42947"/>
                <a:gd name="connsiteY3" fmla="*/ 22729 h 40878"/>
                <a:gd name="connsiteX4" fmla="*/ 644 w 42947"/>
                <a:gd name="connsiteY4" fmla="*/ 16122 h 40878"/>
                <a:gd name="connsiteX5" fmla="*/ 16941 w 42947"/>
                <a:gd name="connsiteY5" fmla="*/ 504 h 40878"/>
                <a:gd name="connsiteX6" fmla="*/ 38344 w 42947"/>
                <a:gd name="connsiteY6" fmla="*/ 7562 h 40878"/>
                <a:gd name="connsiteX7" fmla="*/ 35265 w 42947"/>
                <a:gd name="connsiteY7" fmla="*/ 36387 h 40878"/>
                <a:gd name="connsiteX8" fmla="*/ 28806 w 42947"/>
                <a:gd name="connsiteY8" fmla="*/ 39924 h 40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947" h="40878">
                  <a:moveTo>
                    <a:pt x="28806" y="39924"/>
                  </a:moveTo>
                  <a:cubicBezTo>
                    <a:pt x="23550" y="41523"/>
                    <a:pt x="17917" y="41035"/>
                    <a:pt x="13035" y="38572"/>
                  </a:cubicBezTo>
                  <a:cubicBezTo>
                    <a:pt x="9581" y="36732"/>
                    <a:pt x="6502" y="34180"/>
                    <a:pt x="4099" y="31064"/>
                  </a:cubicBezTo>
                  <a:cubicBezTo>
                    <a:pt x="2071" y="28661"/>
                    <a:pt x="719" y="25800"/>
                    <a:pt x="118" y="22729"/>
                  </a:cubicBezTo>
                  <a:cubicBezTo>
                    <a:pt x="-182" y="20514"/>
                    <a:pt x="-32" y="18254"/>
                    <a:pt x="644" y="16122"/>
                  </a:cubicBezTo>
                  <a:cubicBezTo>
                    <a:pt x="2897" y="8373"/>
                    <a:pt x="9130" y="2419"/>
                    <a:pt x="16941" y="504"/>
                  </a:cubicBezTo>
                  <a:cubicBezTo>
                    <a:pt x="24827" y="-1268"/>
                    <a:pt x="33087" y="1443"/>
                    <a:pt x="38344" y="7562"/>
                  </a:cubicBezTo>
                  <a:cubicBezTo>
                    <a:pt x="45479" y="16362"/>
                    <a:pt x="44127" y="29269"/>
                    <a:pt x="35265" y="36387"/>
                  </a:cubicBezTo>
                  <a:cubicBezTo>
                    <a:pt x="33387" y="37949"/>
                    <a:pt x="31135" y="39150"/>
                    <a:pt x="28806" y="39924"/>
                  </a:cubicBezTo>
                  <a:close/>
                </a:path>
              </a:pathLst>
            </a:custGeom>
            <a:solidFill>
              <a:srgbClr val="BFBF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14E13742-815D-D6A2-9E29-08B50A50EB0B}"/>
              </a:ext>
            </a:extLst>
          </p:cNvPr>
          <p:cNvGrpSpPr/>
          <p:nvPr userDrawn="1"/>
        </p:nvGrpSpPr>
        <p:grpSpPr>
          <a:xfrm>
            <a:off x="3383959" y="4065406"/>
            <a:ext cx="281858" cy="844511"/>
            <a:chOff x="6040303" y="3779032"/>
            <a:chExt cx="281858" cy="844511"/>
          </a:xfrm>
        </p:grpSpPr>
        <p:sp>
          <p:nvSpPr>
            <p:cNvPr id="99" name="Content Placeholder 4">
              <a:extLst>
                <a:ext uri="{FF2B5EF4-FFF2-40B4-BE49-F238E27FC236}">
                  <a16:creationId xmlns:a16="http://schemas.microsoft.com/office/drawing/2014/main" id="{70C35091-2E9D-BD77-3F73-2E377BD7AD14}"/>
                </a:ext>
              </a:extLst>
            </p:cNvPr>
            <p:cNvSpPr/>
            <p:nvPr/>
          </p:nvSpPr>
          <p:spPr>
            <a:xfrm>
              <a:off x="6090789" y="4605932"/>
              <a:ext cx="170526" cy="17611"/>
            </a:xfrm>
            <a:custGeom>
              <a:avLst/>
              <a:gdLst>
                <a:gd name="connsiteX0" fmla="*/ 96668 w 170526"/>
                <a:gd name="connsiteY0" fmla="*/ 17431 h 17611"/>
                <a:gd name="connsiteX1" fmla="*/ 168088 w 170526"/>
                <a:gd name="connsiteY1" fmla="*/ 8947 h 17611"/>
                <a:gd name="connsiteX2" fmla="*/ 170341 w 170526"/>
                <a:gd name="connsiteY2" fmla="*/ 6094 h 17611"/>
                <a:gd name="connsiteX3" fmla="*/ 156898 w 170526"/>
                <a:gd name="connsiteY3" fmla="*/ 2640 h 17611"/>
                <a:gd name="connsiteX4" fmla="*/ 29228 w 170526"/>
                <a:gd name="connsiteY4" fmla="*/ 162 h 17611"/>
                <a:gd name="connsiteX5" fmla="*/ 8050 w 170526"/>
                <a:gd name="connsiteY5" fmla="*/ 2565 h 17611"/>
                <a:gd name="connsiteX6" fmla="*/ 4971 w 170526"/>
                <a:gd name="connsiteY6" fmla="*/ 16230 h 17611"/>
                <a:gd name="connsiteX7" fmla="*/ 34410 w 170526"/>
                <a:gd name="connsiteY7" fmla="*/ 17282 h 17611"/>
                <a:gd name="connsiteX8" fmla="*/ 96668 w 170526"/>
                <a:gd name="connsiteY8" fmla="*/ 17431 h 17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0526" h="17611">
                  <a:moveTo>
                    <a:pt x="96668" y="17431"/>
                  </a:moveTo>
                  <a:cubicBezTo>
                    <a:pt x="120775" y="17431"/>
                    <a:pt x="145333" y="16981"/>
                    <a:pt x="168088" y="8947"/>
                  </a:cubicBezTo>
                  <a:cubicBezTo>
                    <a:pt x="169365" y="8497"/>
                    <a:pt x="171017" y="7295"/>
                    <a:pt x="170341" y="6094"/>
                  </a:cubicBezTo>
                  <a:cubicBezTo>
                    <a:pt x="166406" y="3398"/>
                    <a:pt x="161644" y="2174"/>
                    <a:pt x="156898" y="2640"/>
                  </a:cubicBezTo>
                  <a:lnTo>
                    <a:pt x="29228" y="162"/>
                  </a:lnTo>
                  <a:cubicBezTo>
                    <a:pt x="22079" y="-438"/>
                    <a:pt x="14884" y="372"/>
                    <a:pt x="8050" y="2565"/>
                  </a:cubicBezTo>
                  <a:cubicBezTo>
                    <a:pt x="1667" y="5193"/>
                    <a:pt x="-4792" y="14353"/>
                    <a:pt x="4971" y="16230"/>
                  </a:cubicBezTo>
                  <a:cubicBezTo>
                    <a:pt x="14741" y="17334"/>
                    <a:pt x="24587" y="17679"/>
                    <a:pt x="34410" y="17282"/>
                  </a:cubicBezTo>
                  <a:cubicBezTo>
                    <a:pt x="55288" y="17732"/>
                    <a:pt x="76015" y="17582"/>
                    <a:pt x="96668" y="17431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Content Placeholder 4">
              <a:extLst>
                <a:ext uri="{FF2B5EF4-FFF2-40B4-BE49-F238E27FC236}">
                  <a16:creationId xmlns:a16="http://schemas.microsoft.com/office/drawing/2014/main" id="{0395AA42-9B8A-4E2B-64DE-0BF0F4A22A83}"/>
                </a:ext>
              </a:extLst>
            </p:cNvPr>
            <p:cNvSpPr/>
            <p:nvPr/>
          </p:nvSpPr>
          <p:spPr>
            <a:xfrm>
              <a:off x="6247653" y="4042140"/>
              <a:ext cx="74508" cy="62795"/>
            </a:xfrm>
            <a:custGeom>
              <a:avLst/>
              <a:gdLst>
                <a:gd name="connsiteX0" fmla="*/ 71679 w 74508"/>
                <a:gd name="connsiteY0" fmla="*/ 7653 h 62795"/>
                <a:gd name="connsiteX1" fmla="*/ 74428 w 74508"/>
                <a:gd name="connsiteY1" fmla="*/ 11558 h 62795"/>
                <a:gd name="connsiteX2" fmla="*/ 73256 w 74508"/>
                <a:gd name="connsiteY2" fmla="*/ 13585 h 62795"/>
                <a:gd name="connsiteX3" fmla="*/ 31125 w 74508"/>
                <a:gd name="connsiteY3" fmla="*/ 58636 h 62795"/>
                <a:gd name="connsiteX4" fmla="*/ 24742 w 74508"/>
                <a:gd name="connsiteY4" fmla="*/ 62765 h 62795"/>
                <a:gd name="connsiteX5" fmla="*/ 20085 w 74508"/>
                <a:gd name="connsiteY5" fmla="*/ 61039 h 62795"/>
                <a:gd name="connsiteX6" fmla="*/ 1611 w 74508"/>
                <a:gd name="connsiteY6" fmla="*/ 50226 h 62795"/>
                <a:gd name="connsiteX7" fmla="*/ 424 w 74508"/>
                <a:gd name="connsiteY7" fmla="*/ 45706 h 62795"/>
                <a:gd name="connsiteX8" fmla="*/ 860 w 74508"/>
                <a:gd name="connsiteY8" fmla="*/ 45121 h 62795"/>
                <a:gd name="connsiteX9" fmla="*/ 43742 w 74508"/>
                <a:gd name="connsiteY9" fmla="*/ 1121 h 62795"/>
                <a:gd name="connsiteX10" fmla="*/ 48473 w 74508"/>
                <a:gd name="connsiteY10" fmla="*/ 295 h 62795"/>
                <a:gd name="connsiteX11" fmla="*/ 71679 w 74508"/>
                <a:gd name="connsiteY11" fmla="*/ 7653 h 627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508" h="62795">
                  <a:moveTo>
                    <a:pt x="71679" y="7653"/>
                  </a:moveTo>
                  <a:cubicBezTo>
                    <a:pt x="73519" y="7969"/>
                    <a:pt x="74751" y="9718"/>
                    <a:pt x="74428" y="11558"/>
                  </a:cubicBezTo>
                  <a:cubicBezTo>
                    <a:pt x="74292" y="12354"/>
                    <a:pt x="73879" y="13075"/>
                    <a:pt x="73256" y="13585"/>
                  </a:cubicBezTo>
                  <a:cubicBezTo>
                    <a:pt x="58236" y="28602"/>
                    <a:pt x="44268" y="43619"/>
                    <a:pt x="31125" y="58636"/>
                  </a:cubicBezTo>
                  <a:cubicBezTo>
                    <a:pt x="29646" y="60821"/>
                    <a:pt x="27340" y="62315"/>
                    <a:pt x="24742" y="62765"/>
                  </a:cubicBezTo>
                  <a:cubicBezTo>
                    <a:pt x="23067" y="62608"/>
                    <a:pt x="21460" y="62015"/>
                    <a:pt x="20085" y="61039"/>
                  </a:cubicBezTo>
                  <a:lnTo>
                    <a:pt x="1611" y="50226"/>
                  </a:lnTo>
                  <a:cubicBezTo>
                    <a:pt x="34" y="49310"/>
                    <a:pt x="-500" y="47283"/>
                    <a:pt x="424" y="45706"/>
                  </a:cubicBezTo>
                  <a:cubicBezTo>
                    <a:pt x="544" y="45496"/>
                    <a:pt x="695" y="45301"/>
                    <a:pt x="860" y="45121"/>
                  </a:cubicBezTo>
                  <a:cubicBezTo>
                    <a:pt x="14062" y="29428"/>
                    <a:pt x="28391" y="14719"/>
                    <a:pt x="43742" y="1121"/>
                  </a:cubicBezTo>
                  <a:cubicBezTo>
                    <a:pt x="45033" y="-28"/>
                    <a:pt x="46866" y="-343"/>
                    <a:pt x="48473" y="295"/>
                  </a:cubicBezTo>
                  <a:cubicBezTo>
                    <a:pt x="56028" y="3283"/>
                    <a:pt x="63778" y="5746"/>
                    <a:pt x="71679" y="7653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Content Placeholder 4">
              <a:extLst>
                <a:ext uri="{FF2B5EF4-FFF2-40B4-BE49-F238E27FC236}">
                  <a16:creationId xmlns:a16="http://schemas.microsoft.com/office/drawing/2014/main" id="{E40B7CFC-0ABE-C505-C462-48BF09A5DA5D}"/>
                </a:ext>
              </a:extLst>
            </p:cNvPr>
            <p:cNvSpPr/>
            <p:nvPr/>
          </p:nvSpPr>
          <p:spPr>
            <a:xfrm>
              <a:off x="6258855" y="4048996"/>
              <a:ext cx="52876" cy="44451"/>
            </a:xfrm>
            <a:custGeom>
              <a:avLst/>
              <a:gdLst>
                <a:gd name="connsiteX0" fmla="*/ 50865 w 52876"/>
                <a:gd name="connsiteY0" fmla="*/ 5302 h 44451"/>
                <a:gd name="connsiteX1" fmla="*/ 52810 w 52876"/>
                <a:gd name="connsiteY1" fmla="*/ 8088 h 44451"/>
                <a:gd name="connsiteX2" fmla="*/ 51991 w 52876"/>
                <a:gd name="connsiteY2" fmla="*/ 9507 h 44451"/>
                <a:gd name="connsiteX3" fmla="*/ 22402 w 52876"/>
                <a:gd name="connsiteY3" fmla="*/ 41493 h 44451"/>
                <a:gd name="connsiteX4" fmla="*/ 17896 w 52876"/>
                <a:gd name="connsiteY4" fmla="*/ 44422 h 44451"/>
                <a:gd name="connsiteX5" fmla="*/ 14592 w 52876"/>
                <a:gd name="connsiteY5" fmla="*/ 43295 h 44451"/>
                <a:gd name="connsiteX6" fmla="*/ 1224 w 52876"/>
                <a:gd name="connsiteY6" fmla="*/ 35787 h 44451"/>
                <a:gd name="connsiteX7" fmla="*/ 202 w 52876"/>
                <a:gd name="connsiteY7" fmla="*/ 32768 h 44451"/>
                <a:gd name="connsiteX8" fmla="*/ 623 w 52876"/>
                <a:gd name="connsiteY8" fmla="*/ 32183 h 44451"/>
                <a:gd name="connsiteX9" fmla="*/ 31414 w 52876"/>
                <a:gd name="connsiteY9" fmla="*/ 797 h 44451"/>
                <a:gd name="connsiteX10" fmla="*/ 34718 w 52876"/>
                <a:gd name="connsiteY10" fmla="*/ 197 h 44451"/>
                <a:gd name="connsiteX11" fmla="*/ 50865 w 52876"/>
                <a:gd name="connsiteY11" fmla="*/ 5302 h 44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876" h="44451">
                  <a:moveTo>
                    <a:pt x="50865" y="5302"/>
                  </a:moveTo>
                  <a:cubicBezTo>
                    <a:pt x="52172" y="5535"/>
                    <a:pt x="53043" y="6782"/>
                    <a:pt x="52810" y="8088"/>
                  </a:cubicBezTo>
                  <a:cubicBezTo>
                    <a:pt x="52712" y="8644"/>
                    <a:pt x="52419" y="9147"/>
                    <a:pt x="51991" y="9507"/>
                  </a:cubicBezTo>
                  <a:cubicBezTo>
                    <a:pt x="41575" y="20117"/>
                    <a:pt x="31714" y="30779"/>
                    <a:pt x="22402" y="41493"/>
                  </a:cubicBezTo>
                  <a:cubicBezTo>
                    <a:pt x="21351" y="43032"/>
                    <a:pt x="19728" y="44083"/>
                    <a:pt x="17896" y="44422"/>
                  </a:cubicBezTo>
                  <a:cubicBezTo>
                    <a:pt x="16709" y="44354"/>
                    <a:pt x="15568" y="43963"/>
                    <a:pt x="14592" y="43295"/>
                  </a:cubicBezTo>
                  <a:lnTo>
                    <a:pt x="1224" y="35787"/>
                  </a:lnTo>
                  <a:cubicBezTo>
                    <a:pt x="112" y="35239"/>
                    <a:pt x="-346" y="33887"/>
                    <a:pt x="202" y="32768"/>
                  </a:cubicBezTo>
                  <a:cubicBezTo>
                    <a:pt x="315" y="32551"/>
                    <a:pt x="450" y="32356"/>
                    <a:pt x="623" y="32183"/>
                  </a:cubicBezTo>
                  <a:cubicBezTo>
                    <a:pt x="10093" y="20973"/>
                    <a:pt x="20382" y="10476"/>
                    <a:pt x="31414" y="797"/>
                  </a:cubicBezTo>
                  <a:cubicBezTo>
                    <a:pt x="32308" y="-21"/>
                    <a:pt x="33592" y="-254"/>
                    <a:pt x="34718" y="197"/>
                  </a:cubicBezTo>
                  <a:cubicBezTo>
                    <a:pt x="39960" y="2307"/>
                    <a:pt x="45360" y="4018"/>
                    <a:pt x="50865" y="5302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Content Placeholder 4">
              <a:extLst>
                <a:ext uri="{FF2B5EF4-FFF2-40B4-BE49-F238E27FC236}">
                  <a16:creationId xmlns:a16="http://schemas.microsoft.com/office/drawing/2014/main" id="{F7739901-39A7-D596-5E97-2DF569515D07}"/>
                </a:ext>
              </a:extLst>
            </p:cNvPr>
            <p:cNvSpPr/>
            <p:nvPr/>
          </p:nvSpPr>
          <p:spPr>
            <a:xfrm>
              <a:off x="6290445" y="4051649"/>
              <a:ext cx="17125" cy="11763"/>
            </a:xfrm>
            <a:custGeom>
              <a:avLst/>
              <a:gdLst>
                <a:gd name="connsiteX0" fmla="*/ 2151 w 17125"/>
                <a:gd name="connsiteY0" fmla="*/ 622 h 11763"/>
                <a:gd name="connsiteX1" fmla="*/ 3203 w 17125"/>
                <a:gd name="connsiteY1" fmla="*/ 21 h 11763"/>
                <a:gd name="connsiteX2" fmla="*/ 4329 w 17125"/>
                <a:gd name="connsiteY2" fmla="*/ 21 h 11763"/>
                <a:gd name="connsiteX3" fmla="*/ 6507 w 17125"/>
                <a:gd name="connsiteY3" fmla="*/ 997 h 11763"/>
                <a:gd name="connsiteX4" fmla="*/ 8685 w 17125"/>
                <a:gd name="connsiteY4" fmla="*/ 2198 h 11763"/>
                <a:gd name="connsiteX5" fmla="*/ 10487 w 17125"/>
                <a:gd name="connsiteY5" fmla="*/ 2949 h 11763"/>
                <a:gd name="connsiteX6" fmla="*/ 14468 w 17125"/>
                <a:gd name="connsiteY6" fmla="*/ 4526 h 11763"/>
                <a:gd name="connsiteX7" fmla="*/ 16496 w 17125"/>
                <a:gd name="connsiteY7" fmla="*/ 5427 h 11763"/>
                <a:gd name="connsiteX8" fmla="*/ 17096 w 17125"/>
                <a:gd name="connsiteY8" fmla="*/ 6103 h 11763"/>
                <a:gd name="connsiteX9" fmla="*/ 14768 w 17125"/>
                <a:gd name="connsiteY9" fmla="*/ 8806 h 11763"/>
                <a:gd name="connsiteX10" fmla="*/ 12966 w 17125"/>
                <a:gd name="connsiteY10" fmla="*/ 10382 h 11763"/>
                <a:gd name="connsiteX11" fmla="*/ 11464 w 17125"/>
                <a:gd name="connsiteY11" fmla="*/ 9632 h 11763"/>
                <a:gd name="connsiteX12" fmla="*/ 11464 w 17125"/>
                <a:gd name="connsiteY12" fmla="*/ 9632 h 11763"/>
                <a:gd name="connsiteX13" fmla="*/ 11464 w 17125"/>
                <a:gd name="connsiteY13" fmla="*/ 11734 h 11763"/>
                <a:gd name="connsiteX14" fmla="*/ 10563 w 17125"/>
                <a:gd name="connsiteY14" fmla="*/ 9256 h 11763"/>
                <a:gd name="connsiteX15" fmla="*/ 10112 w 17125"/>
                <a:gd name="connsiteY15" fmla="*/ 9256 h 11763"/>
                <a:gd name="connsiteX16" fmla="*/ 4630 w 17125"/>
                <a:gd name="connsiteY16" fmla="*/ 6103 h 11763"/>
                <a:gd name="connsiteX17" fmla="*/ 2452 w 17125"/>
                <a:gd name="connsiteY17" fmla="*/ 5127 h 11763"/>
                <a:gd name="connsiteX18" fmla="*/ -27 w 17125"/>
                <a:gd name="connsiteY18" fmla="*/ 3700 h 11763"/>
                <a:gd name="connsiteX19" fmla="*/ 2151 w 17125"/>
                <a:gd name="connsiteY19" fmla="*/ 622 h 11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7125" h="11763">
                  <a:moveTo>
                    <a:pt x="2151" y="622"/>
                  </a:moveTo>
                  <a:cubicBezTo>
                    <a:pt x="2459" y="351"/>
                    <a:pt x="2812" y="148"/>
                    <a:pt x="3203" y="21"/>
                  </a:cubicBezTo>
                  <a:cubicBezTo>
                    <a:pt x="3578" y="-47"/>
                    <a:pt x="3954" y="-47"/>
                    <a:pt x="4329" y="21"/>
                  </a:cubicBezTo>
                  <a:lnTo>
                    <a:pt x="6507" y="997"/>
                  </a:lnTo>
                  <a:cubicBezTo>
                    <a:pt x="7258" y="1372"/>
                    <a:pt x="7934" y="1898"/>
                    <a:pt x="8685" y="2198"/>
                  </a:cubicBezTo>
                  <a:lnTo>
                    <a:pt x="10487" y="2949"/>
                  </a:lnTo>
                  <a:lnTo>
                    <a:pt x="14468" y="4526"/>
                  </a:lnTo>
                  <a:cubicBezTo>
                    <a:pt x="15181" y="4721"/>
                    <a:pt x="15865" y="5029"/>
                    <a:pt x="16496" y="5427"/>
                  </a:cubicBezTo>
                  <a:cubicBezTo>
                    <a:pt x="16736" y="5615"/>
                    <a:pt x="16939" y="5847"/>
                    <a:pt x="17096" y="6103"/>
                  </a:cubicBezTo>
                  <a:cubicBezTo>
                    <a:pt x="16383" y="7056"/>
                    <a:pt x="15602" y="7957"/>
                    <a:pt x="14768" y="8806"/>
                  </a:cubicBezTo>
                  <a:cubicBezTo>
                    <a:pt x="14318" y="9331"/>
                    <a:pt x="13717" y="10382"/>
                    <a:pt x="12966" y="10382"/>
                  </a:cubicBezTo>
                  <a:cubicBezTo>
                    <a:pt x="12215" y="10382"/>
                    <a:pt x="11914" y="9857"/>
                    <a:pt x="11464" y="9632"/>
                  </a:cubicBezTo>
                  <a:lnTo>
                    <a:pt x="11464" y="9632"/>
                  </a:lnTo>
                  <a:lnTo>
                    <a:pt x="11464" y="11734"/>
                  </a:lnTo>
                  <a:cubicBezTo>
                    <a:pt x="11088" y="10938"/>
                    <a:pt x="10780" y="10112"/>
                    <a:pt x="10563" y="9256"/>
                  </a:cubicBezTo>
                  <a:lnTo>
                    <a:pt x="10112" y="9256"/>
                  </a:lnTo>
                  <a:lnTo>
                    <a:pt x="4630" y="6103"/>
                  </a:lnTo>
                  <a:lnTo>
                    <a:pt x="2452" y="5127"/>
                  </a:lnTo>
                  <a:cubicBezTo>
                    <a:pt x="2452" y="5127"/>
                    <a:pt x="49" y="3625"/>
                    <a:pt x="-27" y="3700"/>
                  </a:cubicBezTo>
                  <a:cubicBezTo>
                    <a:pt x="-101" y="3775"/>
                    <a:pt x="1400" y="1447"/>
                    <a:pt x="2151" y="622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Content Placeholder 4">
              <a:extLst>
                <a:ext uri="{FF2B5EF4-FFF2-40B4-BE49-F238E27FC236}">
                  <a16:creationId xmlns:a16="http://schemas.microsoft.com/office/drawing/2014/main" id="{D516148B-1DB4-CC79-DBC2-6A2BE6DD6C4F}"/>
                </a:ext>
              </a:extLst>
            </p:cNvPr>
            <p:cNvSpPr/>
            <p:nvPr/>
          </p:nvSpPr>
          <p:spPr>
            <a:xfrm>
              <a:off x="6275729" y="4063114"/>
              <a:ext cx="12541" cy="8929"/>
            </a:xfrm>
            <a:custGeom>
              <a:avLst/>
              <a:gdLst>
                <a:gd name="connsiteX0" fmla="*/ 497 w 12541"/>
                <a:gd name="connsiteY0" fmla="*/ 3948 h 8929"/>
                <a:gd name="connsiteX1" fmla="*/ 1998 w 12541"/>
                <a:gd name="connsiteY1" fmla="*/ 3422 h 8929"/>
                <a:gd name="connsiteX2" fmla="*/ -29 w 12541"/>
                <a:gd name="connsiteY2" fmla="*/ 1921 h 8929"/>
                <a:gd name="connsiteX3" fmla="*/ 2299 w 12541"/>
                <a:gd name="connsiteY3" fmla="*/ 43 h 8929"/>
                <a:gd name="connsiteX4" fmla="*/ 2674 w 12541"/>
                <a:gd name="connsiteY4" fmla="*/ 43 h 8929"/>
                <a:gd name="connsiteX5" fmla="*/ 3425 w 12541"/>
                <a:gd name="connsiteY5" fmla="*/ 43 h 8929"/>
                <a:gd name="connsiteX6" fmla="*/ 8908 w 12541"/>
                <a:gd name="connsiteY6" fmla="*/ 3272 h 8929"/>
                <a:gd name="connsiteX7" fmla="*/ 12513 w 12541"/>
                <a:gd name="connsiteY7" fmla="*/ 5975 h 8929"/>
                <a:gd name="connsiteX8" fmla="*/ 9884 w 12541"/>
                <a:gd name="connsiteY8" fmla="*/ 8754 h 8929"/>
                <a:gd name="connsiteX9" fmla="*/ 8607 w 12541"/>
                <a:gd name="connsiteY9" fmla="*/ 7627 h 8929"/>
                <a:gd name="connsiteX10" fmla="*/ 3200 w 12541"/>
                <a:gd name="connsiteY10" fmla="*/ 4248 h 8929"/>
                <a:gd name="connsiteX11" fmla="*/ 1848 w 12541"/>
                <a:gd name="connsiteY11" fmla="*/ 4248 h 8929"/>
                <a:gd name="connsiteX12" fmla="*/ 497 w 12541"/>
                <a:gd name="connsiteY12" fmla="*/ 3948 h 8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541" h="8929">
                  <a:moveTo>
                    <a:pt x="497" y="3948"/>
                  </a:moveTo>
                  <a:lnTo>
                    <a:pt x="1998" y="3422"/>
                  </a:lnTo>
                  <a:lnTo>
                    <a:pt x="-29" y="1921"/>
                  </a:lnTo>
                  <a:lnTo>
                    <a:pt x="2299" y="43"/>
                  </a:lnTo>
                  <a:lnTo>
                    <a:pt x="2674" y="43"/>
                  </a:lnTo>
                  <a:cubicBezTo>
                    <a:pt x="2915" y="-54"/>
                    <a:pt x="3185" y="-54"/>
                    <a:pt x="3425" y="43"/>
                  </a:cubicBezTo>
                  <a:cubicBezTo>
                    <a:pt x="5078" y="1245"/>
                    <a:pt x="7255" y="2071"/>
                    <a:pt x="8908" y="3272"/>
                  </a:cubicBezTo>
                  <a:lnTo>
                    <a:pt x="12513" y="5975"/>
                  </a:lnTo>
                  <a:cubicBezTo>
                    <a:pt x="11912" y="6501"/>
                    <a:pt x="10485" y="8153"/>
                    <a:pt x="9884" y="8754"/>
                  </a:cubicBezTo>
                  <a:cubicBezTo>
                    <a:pt x="9283" y="9354"/>
                    <a:pt x="9058" y="7927"/>
                    <a:pt x="8607" y="7627"/>
                  </a:cubicBezTo>
                  <a:cubicBezTo>
                    <a:pt x="6752" y="6576"/>
                    <a:pt x="4950" y="5450"/>
                    <a:pt x="3200" y="4248"/>
                  </a:cubicBezTo>
                  <a:lnTo>
                    <a:pt x="1848" y="4248"/>
                  </a:lnTo>
                  <a:cubicBezTo>
                    <a:pt x="1383" y="4263"/>
                    <a:pt x="917" y="4166"/>
                    <a:pt x="497" y="3948"/>
                  </a:cubicBezTo>
                  <a:close/>
                </a:path>
              </a:pathLst>
            </a:custGeom>
            <a:solidFill>
              <a:srgbClr val="B8CDD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Content Placeholder 4">
              <a:extLst>
                <a:ext uri="{FF2B5EF4-FFF2-40B4-BE49-F238E27FC236}">
                  <a16:creationId xmlns:a16="http://schemas.microsoft.com/office/drawing/2014/main" id="{0AD40587-A2B8-18F6-FCAB-F28EF15409A0}"/>
                </a:ext>
              </a:extLst>
            </p:cNvPr>
            <p:cNvSpPr/>
            <p:nvPr/>
          </p:nvSpPr>
          <p:spPr>
            <a:xfrm>
              <a:off x="6290448" y="4060485"/>
              <a:ext cx="9687" cy="8409"/>
            </a:xfrm>
            <a:custGeom>
              <a:avLst/>
              <a:gdLst>
                <a:gd name="connsiteX0" fmla="*/ -29 w 9687"/>
                <a:gd name="connsiteY0" fmla="*/ 1247 h 8409"/>
                <a:gd name="connsiteX1" fmla="*/ 1248 w 9687"/>
                <a:gd name="connsiteY1" fmla="*/ -30 h 8409"/>
                <a:gd name="connsiteX2" fmla="*/ 1248 w 9687"/>
                <a:gd name="connsiteY2" fmla="*/ -30 h 8409"/>
                <a:gd name="connsiteX3" fmla="*/ 1248 w 9687"/>
                <a:gd name="connsiteY3" fmla="*/ -30 h 8409"/>
                <a:gd name="connsiteX4" fmla="*/ 9659 w 9687"/>
                <a:gd name="connsiteY4" fmla="*/ 4475 h 8409"/>
                <a:gd name="connsiteX5" fmla="*/ 7706 w 9687"/>
                <a:gd name="connsiteY5" fmla="*/ 6503 h 8409"/>
                <a:gd name="connsiteX6" fmla="*/ 7706 w 9687"/>
                <a:gd name="connsiteY6" fmla="*/ 6503 h 8409"/>
                <a:gd name="connsiteX7" fmla="*/ 7105 w 9687"/>
                <a:gd name="connsiteY7" fmla="*/ 6503 h 8409"/>
                <a:gd name="connsiteX8" fmla="*/ 7105 w 9687"/>
                <a:gd name="connsiteY8" fmla="*/ 6503 h 8409"/>
                <a:gd name="connsiteX9" fmla="*/ 7105 w 9687"/>
                <a:gd name="connsiteY9" fmla="*/ 8380 h 8409"/>
                <a:gd name="connsiteX10" fmla="*/ 6204 w 9687"/>
                <a:gd name="connsiteY10" fmla="*/ 5902 h 8409"/>
                <a:gd name="connsiteX11" fmla="*/ 6204 w 9687"/>
                <a:gd name="connsiteY11" fmla="*/ 5902 h 8409"/>
                <a:gd name="connsiteX12" fmla="*/ -29 w 9687"/>
                <a:gd name="connsiteY12" fmla="*/ 1247 h 8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687" h="8409">
                  <a:moveTo>
                    <a:pt x="-29" y="1247"/>
                  </a:moveTo>
                  <a:lnTo>
                    <a:pt x="1248" y="-30"/>
                  </a:lnTo>
                  <a:lnTo>
                    <a:pt x="1248" y="-30"/>
                  </a:lnTo>
                  <a:lnTo>
                    <a:pt x="1248" y="-30"/>
                  </a:lnTo>
                  <a:cubicBezTo>
                    <a:pt x="4026" y="1322"/>
                    <a:pt x="6955" y="2974"/>
                    <a:pt x="9659" y="4475"/>
                  </a:cubicBezTo>
                  <a:lnTo>
                    <a:pt x="7706" y="6503"/>
                  </a:lnTo>
                  <a:cubicBezTo>
                    <a:pt x="7706" y="6503"/>
                    <a:pt x="7706" y="6503"/>
                    <a:pt x="7706" y="6503"/>
                  </a:cubicBezTo>
                  <a:cubicBezTo>
                    <a:pt x="7518" y="6608"/>
                    <a:pt x="7293" y="6608"/>
                    <a:pt x="7105" y="6503"/>
                  </a:cubicBezTo>
                  <a:lnTo>
                    <a:pt x="7105" y="6503"/>
                  </a:lnTo>
                  <a:lnTo>
                    <a:pt x="7105" y="8380"/>
                  </a:lnTo>
                  <a:cubicBezTo>
                    <a:pt x="6760" y="7569"/>
                    <a:pt x="6460" y="6743"/>
                    <a:pt x="6204" y="5902"/>
                  </a:cubicBezTo>
                  <a:lnTo>
                    <a:pt x="6204" y="5902"/>
                  </a:lnTo>
                  <a:cubicBezTo>
                    <a:pt x="4026" y="3875"/>
                    <a:pt x="2149" y="2523"/>
                    <a:pt x="-29" y="1247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Content Placeholder 4">
              <a:extLst>
                <a:ext uri="{FF2B5EF4-FFF2-40B4-BE49-F238E27FC236}">
                  <a16:creationId xmlns:a16="http://schemas.microsoft.com/office/drawing/2014/main" id="{6A08D601-973F-6C3B-05A3-EB84C7F132F8}"/>
                </a:ext>
              </a:extLst>
            </p:cNvPr>
            <p:cNvSpPr/>
            <p:nvPr/>
          </p:nvSpPr>
          <p:spPr>
            <a:xfrm>
              <a:off x="6280009" y="4074601"/>
              <a:ext cx="8636" cy="6757"/>
            </a:xfrm>
            <a:custGeom>
              <a:avLst/>
              <a:gdLst>
                <a:gd name="connsiteX0" fmla="*/ -29 w 8636"/>
                <a:gd name="connsiteY0" fmla="*/ 1847 h 6757"/>
                <a:gd name="connsiteX1" fmla="*/ 1698 w 8636"/>
                <a:gd name="connsiteY1" fmla="*/ -30 h 6757"/>
                <a:gd name="connsiteX2" fmla="*/ 1698 w 8636"/>
                <a:gd name="connsiteY2" fmla="*/ -30 h 6757"/>
                <a:gd name="connsiteX3" fmla="*/ 1698 w 8636"/>
                <a:gd name="connsiteY3" fmla="*/ -30 h 6757"/>
                <a:gd name="connsiteX4" fmla="*/ 5829 w 8636"/>
                <a:gd name="connsiteY4" fmla="*/ 2148 h 6757"/>
                <a:gd name="connsiteX5" fmla="*/ 8607 w 8636"/>
                <a:gd name="connsiteY5" fmla="*/ 4100 h 6757"/>
                <a:gd name="connsiteX6" fmla="*/ 6880 w 8636"/>
                <a:gd name="connsiteY6" fmla="*/ 6202 h 6757"/>
                <a:gd name="connsiteX7" fmla="*/ 6880 w 8636"/>
                <a:gd name="connsiteY7" fmla="*/ 6202 h 6757"/>
                <a:gd name="connsiteX8" fmla="*/ 6429 w 8636"/>
                <a:gd name="connsiteY8" fmla="*/ 6202 h 6757"/>
                <a:gd name="connsiteX9" fmla="*/ 5453 w 8636"/>
                <a:gd name="connsiteY9" fmla="*/ 5752 h 6757"/>
                <a:gd name="connsiteX10" fmla="*/ 4927 w 8636"/>
                <a:gd name="connsiteY10" fmla="*/ 6728 h 6757"/>
                <a:gd name="connsiteX11" fmla="*/ 4927 w 8636"/>
                <a:gd name="connsiteY11" fmla="*/ 6728 h 6757"/>
                <a:gd name="connsiteX12" fmla="*/ 4552 w 8636"/>
                <a:gd name="connsiteY12" fmla="*/ 4776 h 6757"/>
                <a:gd name="connsiteX13" fmla="*/ -29 w 8636"/>
                <a:gd name="connsiteY13" fmla="*/ 1847 h 6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636" h="6757">
                  <a:moveTo>
                    <a:pt x="-29" y="1847"/>
                  </a:moveTo>
                  <a:lnTo>
                    <a:pt x="1698" y="-30"/>
                  </a:lnTo>
                  <a:lnTo>
                    <a:pt x="1698" y="-30"/>
                  </a:lnTo>
                  <a:lnTo>
                    <a:pt x="1698" y="-30"/>
                  </a:lnTo>
                  <a:lnTo>
                    <a:pt x="5829" y="2148"/>
                  </a:lnTo>
                  <a:cubicBezTo>
                    <a:pt x="6880" y="2606"/>
                    <a:pt x="7826" y="3266"/>
                    <a:pt x="8607" y="4100"/>
                  </a:cubicBezTo>
                  <a:cubicBezTo>
                    <a:pt x="8074" y="4836"/>
                    <a:pt x="7496" y="5534"/>
                    <a:pt x="6880" y="6202"/>
                  </a:cubicBezTo>
                  <a:lnTo>
                    <a:pt x="6880" y="6202"/>
                  </a:lnTo>
                  <a:lnTo>
                    <a:pt x="6429" y="6202"/>
                  </a:lnTo>
                  <a:lnTo>
                    <a:pt x="5453" y="5752"/>
                  </a:lnTo>
                  <a:lnTo>
                    <a:pt x="4927" y="6728"/>
                  </a:lnTo>
                  <a:lnTo>
                    <a:pt x="4927" y="6728"/>
                  </a:lnTo>
                  <a:cubicBezTo>
                    <a:pt x="4927" y="6052"/>
                    <a:pt x="4927" y="5451"/>
                    <a:pt x="4552" y="4776"/>
                  </a:cubicBezTo>
                  <a:cubicBezTo>
                    <a:pt x="2960" y="3905"/>
                    <a:pt x="1428" y="2928"/>
                    <a:pt x="-29" y="1847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Content Placeholder 4">
              <a:extLst>
                <a:ext uri="{FF2B5EF4-FFF2-40B4-BE49-F238E27FC236}">
                  <a16:creationId xmlns:a16="http://schemas.microsoft.com/office/drawing/2014/main" id="{84CAFBED-C8A0-A8CA-E309-8EE98E4F2903}"/>
                </a:ext>
              </a:extLst>
            </p:cNvPr>
            <p:cNvSpPr/>
            <p:nvPr/>
          </p:nvSpPr>
          <p:spPr>
            <a:xfrm>
              <a:off x="6264313" y="4074150"/>
              <a:ext cx="13292" cy="11112"/>
            </a:xfrm>
            <a:custGeom>
              <a:avLst/>
              <a:gdLst>
                <a:gd name="connsiteX0" fmla="*/ 1998 w 13292"/>
                <a:gd name="connsiteY0" fmla="*/ 4100 h 11112"/>
                <a:gd name="connsiteX1" fmla="*/ -29 w 13292"/>
                <a:gd name="connsiteY1" fmla="*/ 2298 h 11112"/>
                <a:gd name="connsiteX2" fmla="*/ 2900 w 13292"/>
                <a:gd name="connsiteY2" fmla="*/ -30 h 11112"/>
                <a:gd name="connsiteX3" fmla="*/ 2900 w 13292"/>
                <a:gd name="connsiteY3" fmla="*/ -30 h 11112"/>
                <a:gd name="connsiteX4" fmla="*/ 3275 w 13292"/>
                <a:gd name="connsiteY4" fmla="*/ -30 h 11112"/>
                <a:gd name="connsiteX5" fmla="*/ 13263 w 13292"/>
                <a:gd name="connsiteY5" fmla="*/ 7479 h 11112"/>
                <a:gd name="connsiteX6" fmla="*/ 13263 w 13292"/>
                <a:gd name="connsiteY6" fmla="*/ 7479 h 11112"/>
                <a:gd name="connsiteX7" fmla="*/ 13263 w 13292"/>
                <a:gd name="connsiteY7" fmla="*/ 7479 h 11112"/>
                <a:gd name="connsiteX8" fmla="*/ 10935 w 13292"/>
                <a:gd name="connsiteY8" fmla="*/ 11083 h 11112"/>
                <a:gd name="connsiteX9" fmla="*/ 5002 w 13292"/>
                <a:gd name="connsiteY9" fmla="*/ 6953 h 11112"/>
                <a:gd name="connsiteX10" fmla="*/ 3050 w 13292"/>
                <a:gd name="connsiteY10" fmla="*/ 4926 h 11112"/>
                <a:gd name="connsiteX11" fmla="*/ 797 w 13292"/>
                <a:gd name="connsiteY11" fmla="*/ 5376 h 11112"/>
                <a:gd name="connsiteX12" fmla="*/ 1247 w 13292"/>
                <a:gd name="connsiteY12" fmla="*/ 4625 h 11112"/>
                <a:gd name="connsiteX13" fmla="*/ 1698 w 13292"/>
                <a:gd name="connsiteY13" fmla="*/ 3875 h 11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292" h="11112">
                  <a:moveTo>
                    <a:pt x="1998" y="4100"/>
                  </a:moveTo>
                  <a:lnTo>
                    <a:pt x="-29" y="2298"/>
                  </a:lnTo>
                  <a:lnTo>
                    <a:pt x="2900" y="-30"/>
                  </a:lnTo>
                  <a:lnTo>
                    <a:pt x="2900" y="-30"/>
                  </a:lnTo>
                  <a:lnTo>
                    <a:pt x="3275" y="-30"/>
                  </a:lnTo>
                  <a:cubicBezTo>
                    <a:pt x="7030" y="1923"/>
                    <a:pt x="9734" y="5226"/>
                    <a:pt x="13263" y="7479"/>
                  </a:cubicBezTo>
                  <a:lnTo>
                    <a:pt x="13263" y="7479"/>
                  </a:lnTo>
                  <a:cubicBezTo>
                    <a:pt x="13263" y="7479"/>
                    <a:pt x="13263" y="7479"/>
                    <a:pt x="13263" y="7479"/>
                  </a:cubicBezTo>
                  <a:cubicBezTo>
                    <a:pt x="12602" y="8755"/>
                    <a:pt x="11822" y="9957"/>
                    <a:pt x="10935" y="11083"/>
                  </a:cubicBezTo>
                  <a:cubicBezTo>
                    <a:pt x="8908" y="9806"/>
                    <a:pt x="6955" y="8380"/>
                    <a:pt x="5002" y="6953"/>
                  </a:cubicBezTo>
                  <a:cubicBezTo>
                    <a:pt x="4229" y="6405"/>
                    <a:pt x="3568" y="5722"/>
                    <a:pt x="3050" y="4926"/>
                  </a:cubicBezTo>
                  <a:cubicBezTo>
                    <a:pt x="2336" y="5234"/>
                    <a:pt x="1570" y="5384"/>
                    <a:pt x="797" y="5376"/>
                  </a:cubicBezTo>
                  <a:cubicBezTo>
                    <a:pt x="797" y="5376"/>
                    <a:pt x="797" y="4776"/>
                    <a:pt x="1247" y="4625"/>
                  </a:cubicBezTo>
                  <a:cubicBezTo>
                    <a:pt x="1698" y="4475"/>
                    <a:pt x="1848" y="4175"/>
                    <a:pt x="1698" y="3875"/>
                  </a:cubicBezTo>
                  <a:close/>
                </a:path>
              </a:pathLst>
            </a:custGeom>
            <a:solidFill>
              <a:srgbClr val="B8CDD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Content Placeholder 4">
              <a:extLst>
                <a:ext uri="{FF2B5EF4-FFF2-40B4-BE49-F238E27FC236}">
                  <a16:creationId xmlns:a16="http://schemas.microsoft.com/office/drawing/2014/main" id="{1370F10F-D64E-600C-7D29-3EA960CB00C6}"/>
                </a:ext>
              </a:extLst>
            </p:cNvPr>
            <p:cNvSpPr/>
            <p:nvPr/>
          </p:nvSpPr>
          <p:spPr>
            <a:xfrm>
              <a:off x="6295091" y="4023422"/>
              <a:ext cx="7719" cy="9527"/>
            </a:xfrm>
            <a:custGeom>
              <a:avLst/>
              <a:gdLst>
                <a:gd name="connsiteX0" fmla="*/ 1411 w 7719"/>
                <a:gd name="connsiteY0" fmla="*/ 9252 h 9527"/>
                <a:gd name="connsiteX1" fmla="*/ 7494 w 7719"/>
                <a:gd name="connsiteY1" fmla="*/ 1744 h 9527"/>
                <a:gd name="connsiteX2" fmla="*/ 7193 w 7719"/>
                <a:gd name="connsiteY2" fmla="*/ 167 h 9527"/>
                <a:gd name="connsiteX3" fmla="*/ 5616 w 7719"/>
                <a:gd name="connsiteY3" fmla="*/ 467 h 9527"/>
                <a:gd name="connsiteX4" fmla="*/ 134 w 7719"/>
                <a:gd name="connsiteY4" fmla="*/ 7976 h 9527"/>
                <a:gd name="connsiteX5" fmla="*/ 1411 w 7719"/>
                <a:gd name="connsiteY5" fmla="*/ 9252 h 9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719" h="9527">
                  <a:moveTo>
                    <a:pt x="1411" y="9252"/>
                  </a:moveTo>
                  <a:cubicBezTo>
                    <a:pt x="3641" y="6924"/>
                    <a:pt x="5676" y="4409"/>
                    <a:pt x="7494" y="1744"/>
                  </a:cubicBezTo>
                  <a:cubicBezTo>
                    <a:pt x="7847" y="1226"/>
                    <a:pt x="7712" y="520"/>
                    <a:pt x="7193" y="167"/>
                  </a:cubicBezTo>
                  <a:cubicBezTo>
                    <a:pt x="6675" y="-186"/>
                    <a:pt x="5969" y="-51"/>
                    <a:pt x="5616" y="467"/>
                  </a:cubicBezTo>
                  <a:cubicBezTo>
                    <a:pt x="3814" y="3020"/>
                    <a:pt x="2162" y="5798"/>
                    <a:pt x="134" y="7976"/>
                  </a:cubicBezTo>
                  <a:cubicBezTo>
                    <a:pt x="-467" y="8877"/>
                    <a:pt x="735" y="10003"/>
                    <a:pt x="1411" y="9252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Content Placeholder 4">
              <a:extLst>
                <a:ext uri="{FF2B5EF4-FFF2-40B4-BE49-F238E27FC236}">
                  <a16:creationId xmlns:a16="http://schemas.microsoft.com/office/drawing/2014/main" id="{9719B248-C4A2-5264-2A5C-5DBC032F5C43}"/>
                </a:ext>
              </a:extLst>
            </p:cNvPr>
            <p:cNvSpPr/>
            <p:nvPr/>
          </p:nvSpPr>
          <p:spPr>
            <a:xfrm>
              <a:off x="6286988" y="4022611"/>
              <a:ext cx="4822" cy="9146"/>
            </a:xfrm>
            <a:custGeom>
              <a:avLst/>
              <a:gdLst>
                <a:gd name="connsiteX0" fmla="*/ 4782 w 4822"/>
                <a:gd name="connsiteY0" fmla="*/ 8111 h 9146"/>
                <a:gd name="connsiteX1" fmla="*/ 2304 w 4822"/>
                <a:gd name="connsiteY1" fmla="*/ 602 h 9146"/>
                <a:gd name="connsiteX2" fmla="*/ 126 w 4822"/>
                <a:gd name="connsiteY2" fmla="*/ 1579 h 9146"/>
                <a:gd name="connsiteX3" fmla="*/ 3130 w 4822"/>
                <a:gd name="connsiteY3" fmla="*/ 8411 h 9146"/>
                <a:gd name="connsiteX4" fmla="*/ 4782 w 4822"/>
                <a:gd name="connsiteY4" fmla="*/ 8111 h 9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22" h="9146">
                  <a:moveTo>
                    <a:pt x="4782" y="8111"/>
                  </a:moveTo>
                  <a:cubicBezTo>
                    <a:pt x="4482" y="5468"/>
                    <a:pt x="3633" y="2907"/>
                    <a:pt x="2304" y="602"/>
                  </a:cubicBezTo>
                  <a:cubicBezTo>
                    <a:pt x="1553" y="-674"/>
                    <a:pt x="-625" y="152"/>
                    <a:pt x="126" y="1579"/>
                  </a:cubicBezTo>
                  <a:cubicBezTo>
                    <a:pt x="1283" y="3786"/>
                    <a:pt x="2281" y="6069"/>
                    <a:pt x="3130" y="8411"/>
                  </a:cubicBezTo>
                  <a:cubicBezTo>
                    <a:pt x="3430" y="9688"/>
                    <a:pt x="4932" y="9012"/>
                    <a:pt x="4782" y="8111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Content Placeholder 4">
              <a:extLst>
                <a:ext uri="{FF2B5EF4-FFF2-40B4-BE49-F238E27FC236}">
                  <a16:creationId xmlns:a16="http://schemas.microsoft.com/office/drawing/2014/main" id="{2D543E26-B57D-D26E-B63A-AF62EB0192CE}"/>
                </a:ext>
              </a:extLst>
            </p:cNvPr>
            <p:cNvSpPr/>
            <p:nvPr/>
          </p:nvSpPr>
          <p:spPr>
            <a:xfrm>
              <a:off x="6277663" y="4025985"/>
              <a:ext cx="9763" cy="9378"/>
            </a:xfrm>
            <a:custGeom>
              <a:avLst/>
              <a:gdLst>
                <a:gd name="connsiteX0" fmla="*/ 9602 w 9763"/>
                <a:gd name="connsiteY0" fmla="*/ 7815 h 9378"/>
                <a:gd name="connsiteX1" fmla="*/ 2092 w 9763"/>
                <a:gd name="connsiteY1" fmla="*/ 306 h 9378"/>
                <a:gd name="connsiteX2" fmla="*/ 289 w 9763"/>
                <a:gd name="connsiteY2" fmla="*/ 1808 h 9378"/>
                <a:gd name="connsiteX3" fmla="*/ 8175 w 9763"/>
                <a:gd name="connsiteY3" fmla="*/ 9316 h 9378"/>
                <a:gd name="connsiteX4" fmla="*/ 9602 w 9763"/>
                <a:gd name="connsiteY4" fmla="*/ 7815 h 9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763" h="9378">
                  <a:moveTo>
                    <a:pt x="9602" y="7815"/>
                  </a:moveTo>
                  <a:cubicBezTo>
                    <a:pt x="7386" y="5036"/>
                    <a:pt x="4870" y="2521"/>
                    <a:pt x="2092" y="306"/>
                  </a:cubicBezTo>
                  <a:cubicBezTo>
                    <a:pt x="1040" y="-670"/>
                    <a:pt x="-762" y="682"/>
                    <a:pt x="289" y="1808"/>
                  </a:cubicBezTo>
                  <a:cubicBezTo>
                    <a:pt x="2632" y="4601"/>
                    <a:pt x="5276" y="7116"/>
                    <a:pt x="8175" y="9316"/>
                  </a:cubicBezTo>
                  <a:cubicBezTo>
                    <a:pt x="9301" y="9541"/>
                    <a:pt x="10052" y="8565"/>
                    <a:pt x="9602" y="7815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Content Placeholder 4">
              <a:extLst>
                <a:ext uri="{FF2B5EF4-FFF2-40B4-BE49-F238E27FC236}">
                  <a16:creationId xmlns:a16="http://schemas.microsoft.com/office/drawing/2014/main" id="{F69F3E1A-EEC7-017B-A97B-546B592A3629}"/>
                </a:ext>
              </a:extLst>
            </p:cNvPr>
            <p:cNvSpPr/>
            <p:nvPr/>
          </p:nvSpPr>
          <p:spPr>
            <a:xfrm>
              <a:off x="6228458" y="4088488"/>
              <a:ext cx="19356" cy="13808"/>
            </a:xfrm>
            <a:custGeom>
              <a:avLst/>
              <a:gdLst>
                <a:gd name="connsiteX0" fmla="*/ 19079 w 19356"/>
                <a:gd name="connsiteY0" fmla="*/ 5380 h 13808"/>
                <a:gd name="connsiteX1" fmla="*/ 14272 w 19356"/>
                <a:gd name="connsiteY1" fmla="*/ 2602 h 13808"/>
                <a:gd name="connsiteX2" fmla="*/ 8640 w 19356"/>
                <a:gd name="connsiteY2" fmla="*/ 1776 h 13808"/>
                <a:gd name="connsiteX3" fmla="*/ 3983 w 19356"/>
                <a:gd name="connsiteY3" fmla="*/ -26 h 13808"/>
                <a:gd name="connsiteX4" fmla="*/ 679 w 19356"/>
                <a:gd name="connsiteY4" fmla="*/ 2602 h 13808"/>
                <a:gd name="connsiteX5" fmla="*/ 3 w 19356"/>
                <a:gd name="connsiteY5" fmla="*/ 7107 h 13808"/>
                <a:gd name="connsiteX6" fmla="*/ 604 w 19356"/>
                <a:gd name="connsiteY6" fmla="*/ 9510 h 13808"/>
                <a:gd name="connsiteX7" fmla="*/ 3383 w 19356"/>
                <a:gd name="connsiteY7" fmla="*/ 11236 h 13808"/>
                <a:gd name="connsiteX8" fmla="*/ 7138 w 19356"/>
                <a:gd name="connsiteY8" fmla="*/ 13189 h 13808"/>
                <a:gd name="connsiteX9" fmla="*/ 17351 w 19356"/>
                <a:gd name="connsiteY9" fmla="*/ 11086 h 13808"/>
                <a:gd name="connsiteX10" fmla="*/ 19079 w 19356"/>
                <a:gd name="connsiteY10" fmla="*/ 5380 h 13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356" h="13808">
                  <a:moveTo>
                    <a:pt x="19079" y="5380"/>
                  </a:moveTo>
                  <a:cubicBezTo>
                    <a:pt x="18042" y="3705"/>
                    <a:pt x="16240" y="2662"/>
                    <a:pt x="14272" y="2602"/>
                  </a:cubicBezTo>
                  <a:cubicBezTo>
                    <a:pt x="12365" y="2594"/>
                    <a:pt x="10465" y="2316"/>
                    <a:pt x="8640" y="1776"/>
                  </a:cubicBezTo>
                  <a:cubicBezTo>
                    <a:pt x="7063" y="1100"/>
                    <a:pt x="5636" y="-102"/>
                    <a:pt x="3983" y="-26"/>
                  </a:cubicBezTo>
                  <a:cubicBezTo>
                    <a:pt x="2466" y="146"/>
                    <a:pt x="1190" y="1167"/>
                    <a:pt x="679" y="2602"/>
                  </a:cubicBezTo>
                  <a:cubicBezTo>
                    <a:pt x="153" y="4043"/>
                    <a:pt x="-72" y="5575"/>
                    <a:pt x="3" y="7107"/>
                  </a:cubicBezTo>
                  <a:cubicBezTo>
                    <a:pt x="-117" y="7955"/>
                    <a:pt x="101" y="8819"/>
                    <a:pt x="604" y="9510"/>
                  </a:cubicBezTo>
                  <a:cubicBezTo>
                    <a:pt x="1430" y="10335"/>
                    <a:pt x="2932" y="10260"/>
                    <a:pt x="3383" y="11236"/>
                  </a:cubicBezTo>
                  <a:lnTo>
                    <a:pt x="7138" y="13189"/>
                  </a:lnTo>
                  <a:cubicBezTo>
                    <a:pt x="10667" y="14458"/>
                    <a:pt x="14610" y="13647"/>
                    <a:pt x="17351" y="11086"/>
                  </a:cubicBezTo>
                  <a:cubicBezTo>
                    <a:pt x="19056" y="9727"/>
                    <a:pt x="19740" y="7460"/>
                    <a:pt x="19079" y="5380"/>
                  </a:cubicBezTo>
                  <a:close/>
                </a:path>
              </a:pathLst>
            </a:custGeom>
            <a:solidFill>
              <a:srgbClr val="C2A09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Content Placeholder 4">
              <a:extLst>
                <a:ext uri="{FF2B5EF4-FFF2-40B4-BE49-F238E27FC236}">
                  <a16:creationId xmlns:a16="http://schemas.microsoft.com/office/drawing/2014/main" id="{E796F40C-B795-9AB8-3944-8E07BB472DAE}"/>
                </a:ext>
              </a:extLst>
            </p:cNvPr>
            <p:cNvSpPr/>
            <p:nvPr/>
          </p:nvSpPr>
          <p:spPr>
            <a:xfrm>
              <a:off x="6249554" y="4082633"/>
              <a:ext cx="31343" cy="30267"/>
            </a:xfrm>
            <a:custGeom>
              <a:avLst/>
              <a:gdLst>
                <a:gd name="connsiteX0" fmla="*/ 31177 w 31343"/>
                <a:gd name="connsiteY0" fmla="*/ 11009 h 30267"/>
                <a:gd name="connsiteX1" fmla="*/ 29449 w 31343"/>
                <a:gd name="connsiteY1" fmla="*/ 7030 h 30267"/>
                <a:gd name="connsiteX2" fmla="*/ 23366 w 31343"/>
                <a:gd name="connsiteY2" fmla="*/ 8006 h 30267"/>
                <a:gd name="connsiteX3" fmla="*/ 23366 w 31343"/>
                <a:gd name="connsiteY3" fmla="*/ 2825 h 30267"/>
                <a:gd name="connsiteX4" fmla="*/ 19611 w 31343"/>
                <a:gd name="connsiteY4" fmla="*/ -28 h 30267"/>
                <a:gd name="connsiteX5" fmla="*/ 17433 w 31343"/>
                <a:gd name="connsiteY5" fmla="*/ 8907 h 30267"/>
                <a:gd name="connsiteX6" fmla="*/ 7445 w 31343"/>
                <a:gd name="connsiteY6" fmla="*/ 14013 h 30267"/>
                <a:gd name="connsiteX7" fmla="*/ 1212 w 31343"/>
                <a:gd name="connsiteY7" fmla="*/ 20770 h 30267"/>
                <a:gd name="connsiteX8" fmla="*/ 2226 w 31343"/>
                <a:gd name="connsiteY8" fmla="*/ 28992 h 30267"/>
                <a:gd name="connsiteX9" fmla="*/ 5718 w 31343"/>
                <a:gd name="connsiteY9" fmla="*/ 30231 h 30267"/>
                <a:gd name="connsiteX10" fmla="*/ 23742 w 31343"/>
                <a:gd name="connsiteY10" fmla="*/ 25801 h 30267"/>
                <a:gd name="connsiteX11" fmla="*/ 28773 w 31343"/>
                <a:gd name="connsiteY11" fmla="*/ 22122 h 30267"/>
                <a:gd name="connsiteX12" fmla="*/ 31177 w 31343"/>
                <a:gd name="connsiteY12" fmla="*/ 11009 h 3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343" h="30267">
                  <a:moveTo>
                    <a:pt x="31177" y="11009"/>
                  </a:moveTo>
                  <a:cubicBezTo>
                    <a:pt x="31177" y="9433"/>
                    <a:pt x="31177" y="7556"/>
                    <a:pt x="29449" y="7030"/>
                  </a:cubicBezTo>
                  <a:cubicBezTo>
                    <a:pt x="27722" y="6504"/>
                    <a:pt x="25319" y="8757"/>
                    <a:pt x="23366" y="8006"/>
                  </a:cubicBezTo>
                  <a:cubicBezTo>
                    <a:pt x="23817" y="6309"/>
                    <a:pt x="23817" y="4522"/>
                    <a:pt x="23366" y="2825"/>
                  </a:cubicBezTo>
                  <a:cubicBezTo>
                    <a:pt x="22946" y="1106"/>
                    <a:pt x="21376" y="-81"/>
                    <a:pt x="19611" y="-28"/>
                  </a:cubicBezTo>
                  <a:cubicBezTo>
                    <a:pt x="18560" y="2900"/>
                    <a:pt x="19161" y="6429"/>
                    <a:pt x="17433" y="8907"/>
                  </a:cubicBezTo>
                  <a:cubicBezTo>
                    <a:pt x="15706" y="11384"/>
                    <a:pt x="10750" y="12136"/>
                    <a:pt x="7445" y="14013"/>
                  </a:cubicBezTo>
                  <a:cubicBezTo>
                    <a:pt x="4869" y="15747"/>
                    <a:pt x="2736" y="18067"/>
                    <a:pt x="1212" y="20770"/>
                  </a:cubicBezTo>
                  <a:cubicBezTo>
                    <a:pt x="-778" y="23323"/>
                    <a:pt x="-328" y="27002"/>
                    <a:pt x="2226" y="28992"/>
                  </a:cubicBezTo>
                  <a:cubicBezTo>
                    <a:pt x="3224" y="29773"/>
                    <a:pt x="4448" y="30208"/>
                    <a:pt x="5718" y="30231"/>
                  </a:cubicBezTo>
                  <a:cubicBezTo>
                    <a:pt x="12011" y="30351"/>
                    <a:pt x="18222" y="28827"/>
                    <a:pt x="23742" y="25801"/>
                  </a:cubicBezTo>
                  <a:cubicBezTo>
                    <a:pt x="25679" y="24975"/>
                    <a:pt x="27399" y="23721"/>
                    <a:pt x="28773" y="22122"/>
                  </a:cubicBezTo>
                  <a:cubicBezTo>
                    <a:pt x="30824" y="18803"/>
                    <a:pt x="31672" y="14876"/>
                    <a:pt x="31177" y="11009"/>
                  </a:cubicBezTo>
                  <a:close/>
                </a:path>
              </a:pathLst>
            </a:custGeom>
            <a:solidFill>
              <a:srgbClr val="C2A09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Content Placeholder 4">
              <a:extLst>
                <a:ext uri="{FF2B5EF4-FFF2-40B4-BE49-F238E27FC236}">
                  <a16:creationId xmlns:a16="http://schemas.microsoft.com/office/drawing/2014/main" id="{96FF824A-2271-065A-4C8E-78E754512F9E}"/>
                </a:ext>
              </a:extLst>
            </p:cNvPr>
            <p:cNvSpPr/>
            <p:nvPr/>
          </p:nvSpPr>
          <p:spPr>
            <a:xfrm>
              <a:off x="6074386" y="4263985"/>
              <a:ext cx="92830" cy="354808"/>
            </a:xfrm>
            <a:custGeom>
              <a:avLst/>
              <a:gdLst>
                <a:gd name="connsiteX0" fmla="*/ 75521 w 92830"/>
                <a:gd name="connsiteY0" fmla="*/ 342559 h 354808"/>
                <a:gd name="connsiteX1" fmla="*/ 56296 w 92830"/>
                <a:gd name="connsiteY1" fmla="*/ 329195 h 354808"/>
                <a:gd name="connsiteX2" fmla="*/ 60952 w 92830"/>
                <a:gd name="connsiteY2" fmla="*/ 296908 h 354808"/>
                <a:gd name="connsiteX3" fmla="*/ 66434 w 92830"/>
                <a:gd name="connsiteY3" fmla="*/ 231810 h 354808"/>
                <a:gd name="connsiteX4" fmla="*/ 67110 w 92830"/>
                <a:gd name="connsiteY4" fmla="*/ 193367 h 354808"/>
                <a:gd name="connsiteX5" fmla="*/ 83482 w 92830"/>
                <a:gd name="connsiteY5" fmla="*/ 61593 h 354808"/>
                <a:gd name="connsiteX6" fmla="*/ 92719 w 92830"/>
                <a:gd name="connsiteY6" fmla="*/ 19846 h 354808"/>
                <a:gd name="connsiteX7" fmla="*/ 73719 w 92830"/>
                <a:gd name="connsiteY7" fmla="*/ 32235 h 354808"/>
                <a:gd name="connsiteX8" fmla="*/ -29 w 92830"/>
                <a:gd name="connsiteY8" fmla="*/ 99 h 354808"/>
                <a:gd name="connsiteX9" fmla="*/ 24528 w 92830"/>
                <a:gd name="connsiteY9" fmla="*/ 331822 h 354808"/>
                <a:gd name="connsiteX10" fmla="*/ 25204 w 92830"/>
                <a:gd name="connsiteY10" fmla="*/ 331822 h 354808"/>
                <a:gd name="connsiteX11" fmla="*/ 23852 w 92830"/>
                <a:gd name="connsiteY11" fmla="*/ 347365 h 354808"/>
                <a:gd name="connsiteX12" fmla="*/ 24829 w 92830"/>
                <a:gd name="connsiteY12" fmla="*/ 349468 h 354808"/>
                <a:gd name="connsiteX13" fmla="*/ 27532 w 92830"/>
                <a:gd name="connsiteY13" fmla="*/ 350518 h 354808"/>
                <a:gd name="connsiteX14" fmla="*/ 76723 w 92830"/>
                <a:gd name="connsiteY14" fmla="*/ 354723 h 354808"/>
                <a:gd name="connsiteX15" fmla="*/ 82656 w 92830"/>
                <a:gd name="connsiteY15" fmla="*/ 352846 h 354808"/>
                <a:gd name="connsiteX16" fmla="*/ 81905 w 92830"/>
                <a:gd name="connsiteY16" fmla="*/ 346164 h 354808"/>
                <a:gd name="connsiteX17" fmla="*/ 75521 w 92830"/>
                <a:gd name="connsiteY17" fmla="*/ 342559 h 354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2830" h="354808">
                  <a:moveTo>
                    <a:pt x="75521" y="342559"/>
                  </a:moveTo>
                  <a:cubicBezTo>
                    <a:pt x="68687" y="339781"/>
                    <a:pt x="58098" y="336102"/>
                    <a:pt x="56296" y="329195"/>
                  </a:cubicBezTo>
                  <a:cubicBezTo>
                    <a:pt x="54193" y="321161"/>
                    <a:pt x="59825" y="305393"/>
                    <a:pt x="60952" y="296908"/>
                  </a:cubicBezTo>
                  <a:cubicBezTo>
                    <a:pt x="63948" y="275322"/>
                    <a:pt x="65773" y="253592"/>
                    <a:pt x="66434" y="231810"/>
                  </a:cubicBezTo>
                  <a:cubicBezTo>
                    <a:pt x="66434" y="219046"/>
                    <a:pt x="66434" y="206131"/>
                    <a:pt x="67110" y="193367"/>
                  </a:cubicBezTo>
                  <a:cubicBezTo>
                    <a:pt x="69588" y="149142"/>
                    <a:pt x="77023" y="105142"/>
                    <a:pt x="83482" y="61593"/>
                  </a:cubicBezTo>
                  <a:cubicBezTo>
                    <a:pt x="84383" y="55211"/>
                    <a:pt x="93771" y="25928"/>
                    <a:pt x="92719" y="19846"/>
                  </a:cubicBezTo>
                  <a:cubicBezTo>
                    <a:pt x="91292" y="10986"/>
                    <a:pt x="81229" y="32460"/>
                    <a:pt x="73719" y="32235"/>
                  </a:cubicBezTo>
                  <a:cubicBezTo>
                    <a:pt x="49612" y="31710"/>
                    <a:pt x="23928" y="-2379"/>
                    <a:pt x="-29" y="99"/>
                  </a:cubicBezTo>
                  <a:cubicBezTo>
                    <a:pt x="8232" y="94405"/>
                    <a:pt x="16267" y="237516"/>
                    <a:pt x="24528" y="331822"/>
                  </a:cubicBezTo>
                  <a:lnTo>
                    <a:pt x="25204" y="331822"/>
                  </a:lnTo>
                  <a:cubicBezTo>
                    <a:pt x="22914" y="336681"/>
                    <a:pt x="22433" y="342192"/>
                    <a:pt x="23852" y="347365"/>
                  </a:cubicBezTo>
                  <a:cubicBezTo>
                    <a:pt x="23973" y="348146"/>
                    <a:pt x="24311" y="348874"/>
                    <a:pt x="24829" y="349468"/>
                  </a:cubicBezTo>
                  <a:cubicBezTo>
                    <a:pt x="25610" y="350076"/>
                    <a:pt x="26549" y="350444"/>
                    <a:pt x="27532" y="350518"/>
                  </a:cubicBezTo>
                  <a:cubicBezTo>
                    <a:pt x="43754" y="353492"/>
                    <a:pt x="60231" y="354904"/>
                    <a:pt x="76723" y="354723"/>
                  </a:cubicBezTo>
                  <a:cubicBezTo>
                    <a:pt x="78878" y="354986"/>
                    <a:pt x="81041" y="354303"/>
                    <a:pt x="82656" y="352846"/>
                  </a:cubicBezTo>
                  <a:cubicBezTo>
                    <a:pt x="84053" y="350729"/>
                    <a:pt x="83737" y="347920"/>
                    <a:pt x="81905" y="346164"/>
                  </a:cubicBezTo>
                  <a:cubicBezTo>
                    <a:pt x="80057" y="344520"/>
                    <a:pt x="77879" y="343295"/>
                    <a:pt x="75521" y="342559"/>
                  </a:cubicBezTo>
                  <a:close/>
                </a:path>
              </a:pathLst>
            </a:custGeom>
            <a:solidFill>
              <a:srgbClr val="5959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Content Placeholder 4">
              <a:extLst>
                <a:ext uri="{FF2B5EF4-FFF2-40B4-BE49-F238E27FC236}">
                  <a16:creationId xmlns:a16="http://schemas.microsoft.com/office/drawing/2014/main" id="{6A12CD34-E771-83A4-A305-1EEA8D7C66C6}"/>
                </a:ext>
              </a:extLst>
            </p:cNvPr>
            <p:cNvSpPr/>
            <p:nvPr/>
          </p:nvSpPr>
          <p:spPr>
            <a:xfrm>
              <a:off x="6040303" y="3936103"/>
              <a:ext cx="172641" cy="399265"/>
            </a:xfrm>
            <a:custGeom>
              <a:avLst/>
              <a:gdLst>
                <a:gd name="connsiteX0" fmla="*/ 162174 w 172641"/>
                <a:gd name="connsiteY0" fmla="*/ 323401 h 399265"/>
                <a:gd name="connsiteX1" fmla="*/ 156015 w 172641"/>
                <a:gd name="connsiteY1" fmla="*/ 203266 h 399265"/>
                <a:gd name="connsiteX2" fmla="*/ 151359 w 172641"/>
                <a:gd name="connsiteY2" fmla="*/ 83131 h 399265"/>
                <a:gd name="connsiteX3" fmla="*/ 147304 w 172641"/>
                <a:gd name="connsiteY3" fmla="*/ 34476 h 399265"/>
                <a:gd name="connsiteX4" fmla="*/ 123798 w 172641"/>
                <a:gd name="connsiteY4" fmla="*/ 20585 h 399265"/>
                <a:gd name="connsiteX5" fmla="*/ 115687 w 172641"/>
                <a:gd name="connsiteY5" fmla="*/ 18257 h 399265"/>
                <a:gd name="connsiteX6" fmla="*/ 108177 w 172641"/>
                <a:gd name="connsiteY6" fmla="*/ 15479 h 399265"/>
                <a:gd name="connsiteX7" fmla="*/ 70627 w 172641"/>
                <a:gd name="connsiteY7" fmla="*/ 1063 h 399265"/>
                <a:gd name="connsiteX8" fmla="*/ 64844 w 172641"/>
                <a:gd name="connsiteY8" fmla="*/ 12 h 399265"/>
                <a:gd name="connsiteX9" fmla="*/ 60864 w 172641"/>
                <a:gd name="connsiteY9" fmla="*/ 2264 h 399265"/>
                <a:gd name="connsiteX10" fmla="*/ 24666 w 172641"/>
                <a:gd name="connsiteY10" fmla="*/ 79676 h 399265"/>
                <a:gd name="connsiteX11" fmla="*/ 3563 w 172641"/>
                <a:gd name="connsiteY11" fmla="*/ 380691 h 399265"/>
                <a:gd name="connsiteX12" fmla="*/ 172613 w 172641"/>
                <a:gd name="connsiteY12" fmla="*/ 399236 h 399265"/>
                <a:gd name="connsiteX13" fmla="*/ 162174 w 172641"/>
                <a:gd name="connsiteY13" fmla="*/ 323401 h 39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641" h="399265">
                  <a:moveTo>
                    <a:pt x="162174" y="323401"/>
                  </a:moveTo>
                  <a:cubicBezTo>
                    <a:pt x="157788" y="283509"/>
                    <a:pt x="155730" y="243398"/>
                    <a:pt x="156015" y="203266"/>
                  </a:cubicBezTo>
                  <a:cubicBezTo>
                    <a:pt x="156391" y="163095"/>
                    <a:pt x="154288" y="123000"/>
                    <a:pt x="151359" y="83131"/>
                  </a:cubicBezTo>
                  <a:cubicBezTo>
                    <a:pt x="150158" y="66912"/>
                    <a:pt x="148806" y="50694"/>
                    <a:pt x="147304" y="34476"/>
                  </a:cubicBezTo>
                  <a:cubicBezTo>
                    <a:pt x="146778" y="28169"/>
                    <a:pt x="128379" y="21561"/>
                    <a:pt x="123798" y="20585"/>
                  </a:cubicBezTo>
                  <a:cubicBezTo>
                    <a:pt x="121056" y="19962"/>
                    <a:pt x="118345" y="19181"/>
                    <a:pt x="115687" y="18257"/>
                  </a:cubicBezTo>
                  <a:cubicBezTo>
                    <a:pt x="113208" y="17432"/>
                    <a:pt x="110655" y="16455"/>
                    <a:pt x="108177" y="15479"/>
                  </a:cubicBezTo>
                  <a:lnTo>
                    <a:pt x="70627" y="1063"/>
                  </a:lnTo>
                  <a:cubicBezTo>
                    <a:pt x="68824" y="207"/>
                    <a:pt x="66834" y="-161"/>
                    <a:pt x="64844" y="12"/>
                  </a:cubicBezTo>
                  <a:cubicBezTo>
                    <a:pt x="63364" y="462"/>
                    <a:pt x="62013" y="1228"/>
                    <a:pt x="60864" y="2264"/>
                  </a:cubicBezTo>
                  <a:cubicBezTo>
                    <a:pt x="37508" y="21111"/>
                    <a:pt x="30824" y="51820"/>
                    <a:pt x="24666" y="79676"/>
                  </a:cubicBezTo>
                  <a:cubicBezTo>
                    <a:pt x="1986" y="178300"/>
                    <a:pt x="-5134" y="279867"/>
                    <a:pt x="3563" y="380691"/>
                  </a:cubicBezTo>
                  <a:cubicBezTo>
                    <a:pt x="59489" y="390249"/>
                    <a:pt x="115942" y="396443"/>
                    <a:pt x="172613" y="399236"/>
                  </a:cubicBezTo>
                  <a:cubicBezTo>
                    <a:pt x="169158" y="399086"/>
                    <a:pt x="162624" y="330233"/>
                    <a:pt x="162174" y="32340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Content Placeholder 4">
              <a:extLst>
                <a:ext uri="{FF2B5EF4-FFF2-40B4-BE49-F238E27FC236}">
                  <a16:creationId xmlns:a16="http://schemas.microsoft.com/office/drawing/2014/main" id="{8ED4920B-AA4A-3E67-3206-BEC92A202769}"/>
                </a:ext>
              </a:extLst>
            </p:cNvPr>
            <p:cNvSpPr/>
            <p:nvPr/>
          </p:nvSpPr>
          <p:spPr>
            <a:xfrm>
              <a:off x="6154030" y="3980918"/>
              <a:ext cx="81989" cy="114565"/>
            </a:xfrm>
            <a:custGeom>
              <a:avLst/>
              <a:gdLst>
                <a:gd name="connsiteX0" fmla="*/ 20209 w 81989"/>
                <a:gd name="connsiteY0" fmla="*/ 83967 h 114565"/>
                <a:gd name="connsiteX1" fmla="*/ 77886 w 81989"/>
                <a:gd name="connsiteY1" fmla="*/ 114451 h 114565"/>
                <a:gd name="connsiteX2" fmla="*/ 79313 w 81989"/>
                <a:gd name="connsiteY2" fmla="*/ 114451 h 114565"/>
                <a:gd name="connsiteX3" fmla="*/ 80365 w 81989"/>
                <a:gd name="connsiteY3" fmla="*/ 112724 h 114565"/>
                <a:gd name="connsiteX4" fmla="*/ 81491 w 81989"/>
                <a:gd name="connsiteY4" fmla="*/ 108294 h 114565"/>
                <a:gd name="connsiteX5" fmla="*/ 81942 w 81989"/>
                <a:gd name="connsiteY5" fmla="*/ 104390 h 114565"/>
                <a:gd name="connsiteX6" fmla="*/ 75859 w 81989"/>
                <a:gd name="connsiteY6" fmla="*/ 97632 h 114565"/>
                <a:gd name="connsiteX7" fmla="*/ 58811 w 81989"/>
                <a:gd name="connsiteY7" fmla="*/ 85919 h 114565"/>
                <a:gd name="connsiteX8" fmla="*/ 39811 w 81989"/>
                <a:gd name="connsiteY8" fmla="*/ 44472 h 114565"/>
                <a:gd name="connsiteX9" fmla="*/ 19834 w 81989"/>
                <a:gd name="connsiteY9" fmla="*/ 4152 h 114565"/>
                <a:gd name="connsiteX10" fmla="*/ 15779 w 81989"/>
                <a:gd name="connsiteY10" fmla="*/ 323 h 114565"/>
                <a:gd name="connsiteX11" fmla="*/ 5715 w 81989"/>
                <a:gd name="connsiteY11" fmla="*/ 3551 h 114565"/>
                <a:gd name="connsiteX12" fmla="*/ 608 w 81989"/>
                <a:gd name="connsiteY12" fmla="*/ 22848 h 114565"/>
                <a:gd name="connsiteX13" fmla="*/ 3237 w 81989"/>
                <a:gd name="connsiteY13" fmla="*/ 41844 h 114565"/>
                <a:gd name="connsiteX14" fmla="*/ 20209 w 81989"/>
                <a:gd name="connsiteY14" fmla="*/ 83967 h 114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989" h="114565">
                  <a:moveTo>
                    <a:pt x="20209" y="83967"/>
                  </a:moveTo>
                  <a:cubicBezTo>
                    <a:pt x="34606" y="101401"/>
                    <a:pt x="55371" y="112371"/>
                    <a:pt x="77886" y="114451"/>
                  </a:cubicBezTo>
                  <a:cubicBezTo>
                    <a:pt x="78352" y="114563"/>
                    <a:pt x="78848" y="114563"/>
                    <a:pt x="79313" y="114451"/>
                  </a:cubicBezTo>
                  <a:cubicBezTo>
                    <a:pt x="79906" y="114068"/>
                    <a:pt x="80297" y="113430"/>
                    <a:pt x="80365" y="112724"/>
                  </a:cubicBezTo>
                  <a:lnTo>
                    <a:pt x="81491" y="108294"/>
                  </a:lnTo>
                  <a:cubicBezTo>
                    <a:pt x="81867" y="107025"/>
                    <a:pt x="82017" y="105711"/>
                    <a:pt x="81942" y="104390"/>
                  </a:cubicBezTo>
                  <a:cubicBezTo>
                    <a:pt x="81491" y="101386"/>
                    <a:pt x="78637" y="99284"/>
                    <a:pt x="75859" y="97632"/>
                  </a:cubicBezTo>
                  <a:cubicBezTo>
                    <a:pt x="69813" y="94276"/>
                    <a:pt x="64105" y="90356"/>
                    <a:pt x="58811" y="85919"/>
                  </a:cubicBezTo>
                  <a:cubicBezTo>
                    <a:pt x="47170" y="74957"/>
                    <a:pt x="44392" y="58964"/>
                    <a:pt x="39811" y="44472"/>
                  </a:cubicBezTo>
                  <a:cubicBezTo>
                    <a:pt x="35207" y="30108"/>
                    <a:pt x="28470" y="16518"/>
                    <a:pt x="19834" y="4152"/>
                  </a:cubicBezTo>
                  <a:cubicBezTo>
                    <a:pt x="18873" y="2515"/>
                    <a:pt x="17468" y="1186"/>
                    <a:pt x="15779" y="323"/>
                  </a:cubicBezTo>
                  <a:cubicBezTo>
                    <a:pt x="12084" y="-706"/>
                    <a:pt x="8126" y="563"/>
                    <a:pt x="5715" y="3551"/>
                  </a:cubicBezTo>
                  <a:cubicBezTo>
                    <a:pt x="781" y="8664"/>
                    <a:pt x="-1149" y="15962"/>
                    <a:pt x="608" y="22848"/>
                  </a:cubicBezTo>
                  <a:cubicBezTo>
                    <a:pt x="2058" y="29087"/>
                    <a:pt x="2937" y="35447"/>
                    <a:pt x="3237" y="41844"/>
                  </a:cubicBezTo>
                  <a:cubicBezTo>
                    <a:pt x="4686" y="57237"/>
                    <a:pt x="10582" y="71871"/>
                    <a:pt x="20209" y="83967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Content Placeholder 4">
              <a:extLst>
                <a:ext uri="{FF2B5EF4-FFF2-40B4-BE49-F238E27FC236}">
                  <a16:creationId xmlns:a16="http://schemas.microsoft.com/office/drawing/2014/main" id="{3608D49A-15C3-031C-6BCD-D133575E461C}"/>
                </a:ext>
              </a:extLst>
            </p:cNvPr>
            <p:cNvSpPr/>
            <p:nvPr/>
          </p:nvSpPr>
          <p:spPr>
            <a:xfrm>
              <a:off x="6105231" y="3996669"/>
              <a:ext cx="150892" cy="164844"/>
            </a:xfrm>
            <a:custGeom>
              <a:avLst/>
              <a:gdLst>
                <a:gd name="connsiteX0" fmla="*/ 23648 w 150892"/>
                <a:gd name="connsiteY0" fmla="*/ 127758 h 164844"/>
                <a:gd name="connsiteX1" fmla="*/ 47980 w 150892"/>
                <a:gd name="connsiteY1" fmla="*/ 163273 h 164844"/>
                <a:gd name="connsiteX2" fmla="*/ 76743 w 150892"/>
                <a:gd name="connsiteY2" fmla="*/ 161546 h 164844"/>
                <a:gd name="connsiteX3" fmla="*/ 130215 w 150892"/>
                <a:gd name="connsiteY3" fmla="*/ 137895 h 164844"/>
                <a:gd name="connsiteX4" fmla="*/ 150717 w 150892"/>
                <a:gd name="connsiteY4" fmla="*/ 109513 h 164844"/>
                <a:gd name="connsiteX5" fmla="*/ 148389 w 150892"/>
                <a:gd name="connsiteY5" fmla="*/ 104407 h 164844"/>
                <a:gd name="connsiteX6" fmla="*/ 136298 w 150892"/>
                <a:gd name="connsiteY6" fmla="*/ 107035 h 164844"/>
                <a:gd name="connsiteX7" fmla="*/ 75392 w 150892"/>
                <a:gd name="connsiteY7" fmla="*/ 129560 h 164844"/>
                <a:gd name="connsiteX8" fmla="*/ 67206 w 150892"/>
                <a:gd name="connsiteY8" fmla="*/ 128959 h 164844"/>
                <a:gd name="connsiteX9" fmla="*/ 56391 w 150892"/>
                <a:gd name="connsiteY9" fmla="*/ 111390 h 164844"/>
                <a:gd name="connsiteX10" fmla="*/ 42723 w 150892"/>
                <a:gd name="connsiteY10" fmla="*/ 26995 h 164844"/>
                <a:gd name="connsiteX11" fmla="*/ 38893 w 150892"/>
                <a:gd name="connsiteY11" fmla="*/ 11077 h 164844"/>
                <a:gd name="connsiteX12" fmla="*/ 17414 w 150892"/>
                <a:gd name="connsiteY12" fmla="*/ 114 h 164844"/>
                <a:gd name="connsiteX13" fmla="*/ 5624 w 150892"/>
                <a:gd name="connsiteY13" fmla="*/ 54701 h 164844"/>
                <a:gd name="connsiteX14" fmla="*/ 23648 w 150892"/>
                <a:gd name="connsiteY14" fmla="*/ 127758 h 164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0892" h="164844">
                  <a:moveTo>
                    <a:pt x="23648" y="127758"/>
                  </a:moveTo>
                  <a:cubicBezTo>
                    <a:pt x="27853" y="142024"/>
                    <a:pt x="34011" y="157792"/>
                    <a:pt x="47980" y="163273"/>
                  </a:cubicBezTo>
                  <a:cubicBezTo>
                    <a:pt x="57503" y="165811"/>
                    <a:pt x="67589" y="165203"/>
                    <a:pt x="76743" y="161546"/>
                  </a:cubicBezTo>
                  <a:cubicBezTo>
                    <a:pt x="95428" y="155780"/>
                    <a:pt x="113377" y="147836"/>
                    <a:pt x="130215" y="137895"/>
                  </a:cubicBezTo>
                  <a:cubicBezTo>
                    <a:pt x="140879" y="131513"/>
                    <a:pt x="152294" y="121751"/>
                    <a:pt x="150717" y="109513"/>
                  </a:cubicBezTo>
                  <a:cubicBezTo>
                    <a:pt x="150627" y="107575"/>
                    <a:pt x="149793" y="105744"/>
                    <a:pt x="148389" y="104407"/>
                  </a:cubicBezTo>
                  <a:cubicBezTo>
                    <a:pt x="145009" y="101629"/>
                    <a:pt x="139902" y="104407"/>
                    <a:pt x="136298" y="107035"/>
                  </a:cubicBezTo>
                  <a:cubicBezTo>
                    <a:pt x="118439" y="119972"/>
                    <a:pt x="97373" y="127758"/>
                    <a:pt x="75392" y="129560"/>
                  </a:cubicBezTo>
                  <a:cubicBezTo>
                    <a:pt x="72650" y="129891"/>
                    <a:pt x="69872" y="129688"/>
                    <a:pt x="67206" y="128959"/>
                  </a:cubicBezTo>
                  <a:cubicBezTo>
                    <a:pt x="60447" y="126482"/>
                    <a:pt x="57893" y="118373"/>
                    <a:pt x="56391" y="111390"/>
                  </a:cubicBezTo>
                  <a:cubicBezTo>
                    <a:pt x="50436" y="83458"/>
                    <a:pt x="45877" y="55324"/>
                    <a:pt x="42723" y="26995"/>
                  </a:cubicBezTo>
                  <a:cubicBezTo>
                    <a:pt x="42415" y="21499"/>
                    <a:pt x="41116" y="16107"/>
                    <a:pt x="38893" y="11077"/>
                  </a:cubicBezTo>
                  <a:cubicBezTo>
                    <a:pt x="34597" y="3433"/>
                    <a:pt x="26126" y="-892"/>
                    <a:pt x="17414" y="114"/>
                  </a:cubicBezTo>
                  <a:cubicBezTo>
                    <a:pt x="-10147" y="3869"/>
                    <a:pt x="2394" y="37657"/>
                    <a:pt x="5624" y="54701"/>
                  </a:cubicBezTo>
                  <a:cubicBezTo>
                    <a:pt x="10580" y="79178"/>
                    <a:pt x="16588" y="103656"/>
                    <a:pt x="23648" y="12775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Content Placeholder 4">
              <a:extLst>
                <a:ext uri="{FF2B5EF4-FFF2-40B4-BE49-F238E27FC236}">
                  <a16:creationId xmlns:a16="http://schemas.microsoft.com/office/drawing/2014/main" id="{B708210C-831B-7F77-E101-EFDBC1122F82}"/>
                </a:ext>
              </a:extLst>
            </p:cNvPr>
            <p:cNvSpPr/>
            <p:nvPr/>
          </p:nvSpPr>
          <p:spPr>
            <a:xfrm>
              <a:off x="6123050" y="3832228"/>
              <a:ext cx="96444" cy="117657"/>
            </a:xfrm>
            <a:custGeom>
              <a:avLst/>
              <a:gdLst>
                <a:gd name="connsiteX0" fmla="*/ 34366 w 96444"/>
                <a:gd name="connsiteY0" fmla="*/ 2373 h 117657"/>
                <a:gd name="connsiteX1" fmla="*/ 15742 w 96444"/>
                <a:gd name="connsiteY1" fmla="*/ 28653 h 117657"/>
                <a:gd name="connsiteX2" fmla="*/ 3125 w 96444"/>
                <a:gd name="connsiteY2" fmla="*/ 66720 h 117657"/>
                <a:gd name="connsiteX3" fmla="*/ -29 w 96444"/>
                <a:gd name="connsiteY3" fmla="*/ 96078 h 117657"/>
                <a:gd name="connsiteX4" fmla="*/ 49912 w 96444"/>
                <a:gd name="connsiteY4" fmla="*/ 117628 h 117657"/>
                <a:gd name="connsiteX5" fmla="*/ 96099 w 96444"/>
                <a:gd name="connsiteY5" fmla="*/ 27526 h 117657"/>
                <a:gd name="connsiteX6" fmla="*/ 93470 w 96444"/>
                <a:gd name="connsiteY6" fmla="*/ 21444 h 117657"/>
                <a:gd name="connsiteX7" fmla="*/ 45556 w 96444"/>
                <a:gd name="connsiteY7" fmla="*/ 947 h 117657"/>
                <a:gd name="connsiteX8" fmla="*/ 40149 w 96444"/>
                <a:gd name="connsiteY8" fmla="*/ -30 h 117657"/>
                <a:gd name="connsiteX9" fmla="*/ 34366 w 96444"/>
                <a:gd name="connsiteY9" fmla="*/ 2373 h 117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6444" h="117657">
                  <a:moveTo>
                    <a:pt x="34366" y="2373"/>
                  </a:moveTo>
                  <a:cubicBezTo>
                    <a:pt x="26241" y="9604"/>
                    <a:pt x="19865" y="18591"/>
                    <a:pt x="15742" y="28653"/>
                  </a:cubicBezTo>
                  <a:cubicBezTo>
                    <a:pt x="9110" y="40403"/>
                    <a:pt x="4822" y="53333"/>
                    <a:pt x="3125" y="66720"/>
                  </a:cubicBezTo>
                  <a:cubicBezTo>
                    <a:pt x="2524" y="76632"/>
                    <a:pt x="4477" y="87219"/>
                    <a:pt x="-29" y="96078"/>
                  </a:cubicBezTo>
                  <a:cubicBezTo>
                    <a:pt x="16891" y="102536"/>
                    <a:pt x="33540" y="109721"/>
                    <a:pt x="49912" y="117628"/>
                  </a:cubicBezTo>
                  <a:cubicBezTo>
                    <a:pt x="73223" y="92362"/>
                    <a:pt x="89197" y="61202"/>
                    <a:pt x="96099" y="27526"/>
                  </a:cubicBezTo>
                  <a:cubicBezTo>
                    <a:pt x="97022" y="25124"/>
                    <a:pt x="95858" y="22421"/>
                    <a:pt x="93470" y="21444"/>
                  </a:cubicBezTo>
                  <a:cubicBezTo>
                    <a:pt x="78488" y="12502"/>
                    <a:pt x="62371" y="5609"/>
                    <a:pt x="45556" y="947"/>
                  </a:cubicBezTo>
                  <a:cubicBezTo>
                    <a:pt x="43829" y="293"/>
                    <a:pt x="41997" y="-37"/>
                    <a:pt x="40149" y="-30"/>
                  </a:cubicBezTo>
                  <a:cubicBezTo>
                    <a:pt x="38046" y="248"/>
                    <a:pt x="36049" y="1081"/>
                    <a:pt x="34366" y="2373"/>
                  </a:cubicBezTo>
                  <a:close/>
                </a:path>
              </a:pathLst>
            </a:custGeom>
            <a:solidFill>
              <a:srgbClr val="C2A09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Content Placeholder 4">
              <a:extLst>
                <a:ext uri="{FF2B5EF4-FFF2-40B4-BE49-F238E27FC236}">
                  <a16:creationId xmlns:a16="http://schemas.microsoft.com/office/drawing/2014/main" id="{554E8BC4-8010-9076-68D7-82B158FB2A0E}"/>
                </a:ext>
              </a:extLst>
            </p:cNvPr>
            <p:cNvSpPr/>
            <p:nvPr/>
          </p:nvSpPr>
          <p:spPr>
            <a:xfrm>
              <a:off x="6198400" y="3825788"/>
              <a:ext cx="34256" cy="81903"/>
            </a:xfrm>
            <a:custGeom>
              <a:avLst/>
              <a:gdLst>
                <a:gd name="connsiteX0" fmla="*/ 5203 w 34256"/>
                <a:gd name="connsiteY0" fmla="*/ 81795 h 81903"/>
                <a:gd name="connsiteX1" fmla="*/ 11737 w 34256"/>
                <a:gd name="connsiteY1" fmla="*/ 79542 h 81903"/>
                <a:gd name="connsiteX2" fmla="*/ 30136 w 34256"/>
                <a:gd name="connsiteY2" fmla="*/ 50635 h 81903"/>
                <a:gd name="connsiteX3" fmla="*/ 34116 w 34256"/>
                <a:gd name="connsiteY3" fmla="*/ 16321 h 81903"/>
                <a:gd name="connsiteX4" fmla="*/ 30512 w 34256"/>
                <a:gd name="connsiteY4" fmla="*/ 9263 h 81903"/>
                <a:gd name="connsiteX5" fmla="*/ 20448 w 34256"/>
                <a:gd name="connsiteY5" fmla="*/ 3031 h 81903"/>
                <a:gd name="connsiteX6" fmla="*/ 5428 w 34256"/>
                <a:gd name="connsiteY6" fmla="*/ 929 h 81903"/>
                <a:gd name="connsiteX7" fmla="*/ 697 w 34256"/>
                <a:gd name="connsiteY7" fmla="*/ 15946 h 81903"/>
                <a:gd name="connsiteX8" fmla="*/ 6930 w 34256"/>
                <a:gd name="connsiteY8" fmla="*/ 31488 h 81903"/>
                <a:gd name="connsiteX9" fmla="*/ 8808 w 34256"/>
                <a:gd name="connsiteY9" fmla="*/ 44853 h 81903"/>
                <a:gd name="connsiteX10" fmla="*/ 7456 w 34256"/>
                <a:gd name="connsiteY10" fmla="*/ 61597 h 81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256" h="81903">
                  <a:moveTo>
                    <a:pt x="5203" y="81795"/>
                  </a:moveTo>
                  <a:cubicBezTo>
                    <a:pt x="7621" y="82148"/>
                    <a:pt x="10054" y="81307"/>
                    <a:pt x="11737" y="79542"/>
                  </a:cubicBezTo>
                  <a:cubicBezTo>
                    <a:pt x="20569" y="71914"/>
                    <a:pt x="26967" y="61860"/>
                    <a:pt x="30136" y="50635"/>
                  </a:cubicBezTo>
                  <a:cubicBezTo>
                    <a:pt x="33298" y="39485"/>
                    <a:pt x="34642" y="27899"/>
                    <a:pt x="34116" y="16321"/>
                  </a:cubicBezTo>
                  <a:cubicBezTo>
                    <a:pt x="34567" y="13438"/>
                    <a:pt x="33110" y="10592"/>
                    <a:pt x="30512" y="9263"/>
                  </a:cubicBezTo>
                  <a:cubicBezTo>
                    <a:pt x="27290" y="6973"/>
                    <a:pt x="23933" y="4893"/>
                    <a:pt x="20448" y="3031"/>
                  </a:cubicBezTo>
                  <a:cubicBezTo>
                    <a:pt x="16093" y="-100"/>
                    <a:pt x="10475" y="-881"/>
                    <a:pt x="5428" y="929"/>
                  </a:cubicBezTo>
                  <a:cubicBezTo>
                    <a:pt x="712" y="4345"/>
                    <a:pt x="-1203" y="10442"/>
                    <a:pt x="697" y="15946"/>
                  </a:cubicBezTo>
                  <a:cubicBezTo>
                    <a:pt x="1974" y="21352"/>
                    <a:pt x="5203" y="26157"/>
                    <a:pt x="6930" y="31488"/>
                  </a:cubicBezTo>
                  <a:cubicBezTo>
                    <a:pt x="8267" y="35813"/>
                    <a:pt x="8898" y="40326"/>
                    <a:pt x="8808" y="44853"/>
                  </a:cubicBezTo>
                  <a:cubicBezTo>
                    <a:pt x="8695" y="50455"/>
                    <a:pt x="8244" y="56048"/>
                    <a:pt x="7456" y="61597"/>
                  </a:cubicBezTo>
                  <a:close/>
                </a:path>
              </a:pathLst>
            </a:custGeom>
            <a:solidFill>
              <a:srgbClr val="332F2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Content Placeholder 4">
              <a:extLst>
                <a:ext uri="{FF2B5EF4-FFF2-40B4-BE49-F238E27FC236}">
                  <a16:creationId xmlns:a16="http://schemas.microsoft.com/office/drawing/2014/main" id="{9B18A172-AE5C-2DF2-A94A-03091E931C03}"/>
                </a:ext>
              </a:extLst>
            </p:cNvPr>
            <p:cNvSpPr/>
            <p:nvPr/>
          </p:nvSpPr>
          <p:spPr>
            <a:xfrm>
              <a:off x="6169441" y="3918955"/>
              <a:ext cx="21709" cy="14129"/>
            </a:xfrm>
            <a:custGeom>
              <a:avLst/>
              <a:gdLst>
                <a:gd name="connsiteX0" fmla="*/ 20118 w 21709"/>
                <a:gd name="connsiteY0" fmla="*/ 4471 h 14129"/>
                <a:gd name="connsiteX1" fmla="*/ 13570 w 21709"/>
                <a:gd name="connsiteY1" fmla="*/ 5139 h 14129"/>
                <a:gd name="connsiteX2" fmla="*/ 12608 w 21709"/>
                <a:gd name="connsiteY2" fmla="*/ 7174 h 14129"/>
                <a:gd name="connsiteX3" fmla="*/ 17114 w 21709"/>
                <a:gd name="connsiteY3" fmla="*/ 8375 h 14129"/>
                <a:gd name="connsiteX4" fmla="*/ 11407 w 21709"/>
                <a:gd name="connsiteY4" fmla="*/ 10252 h 14129"/>
                <a:gd name="connsiteX5" fmla="*/ 8027 w 21709"/>
                <a:gd name="connsiteY5" fmla="*/ 4846 h 14129"/>
                <a:gd name="connsiteX6" fmla="*/ 5624 w 21709"/>
                <a:gd name="connsiteY6" fmla="*/ 566 h 14129"/>
                <a:gd name="connsiteX7" fmla="*/ -8 w 21709"/>
                <a:gd name="connsiteY7" fmla="*/ 4696 h 14129"/>
                <a:gd name="connsiteX8" fmla="*/ 938 w 21709"/>
                <a:gd name="connsiteY8" fmla="*/ 5176 h 14129"/>
                <a:gd name="connsiteX9" fmla="*/ 1419 w 21709"/>
                <a:gd name="connsiteY9" fmla="*/ 4696 h 14129"/>
                <a:gd name="connsiteX10" fmla="*/ 5474 w 21709"/>
                <a:gd name="connsiteY10" fmla="*/ 4696 h 14129"/>
                <a:gd name="connsiteX11" fmla="*/ 5474 w 21709"/>
                <a:gd name="connsiteY11" fmla="*/ 6122 h 14129"/>
                <a:gd name="connsiteX12" fmla="*/ 6075 w 21709"/>
                <a:gd name="connsiteY12" fmla="*/ 8375 h 14129"/>
                <a:gd name="connsiteX13" fmla="*/ 9754 w 21709"/>
                <a:gd name="connsiteY13" fmla="*/ 12580 h 14129"/>
                <a:gd name="connsiteX14" fmla="*/ 19442 w 21709"/>
                <a:gd name="connsiteY14" fmla="*/ 12580 h 14129"/>
                <a:gd name="connsiteX15" fmla="*/ 20689 w 21709"/>
                <a:gd name="connsiteY15" fmla="*/ 5146 h 14129"/>
                <a:gd name="connsiteX16" fmla="*/ 20118 w 21709"/>
                <a:gd name="connsiteY16" fmla="*/ 4471 h 14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709" h="14129">
                  <a:moveTo>
                    <a:pt x="20118" y="4471"/>
                  </a:moveTo>
                  <a:cubicBezTo>
                    <a:pt x="18128" y="2849"/>
                    <a:pt x="15192" y="3142"/>
                    <a:pt x="13570" y="5139"/>
                  </a:cubicBezTo>
                  <a:cubicBezTo>
                    <a:pt x="13089" y="5724"/>
                    <a:pt x="12758" y="6423"/>
                    <a:pt x="12608" y="7174"/>
                  </a:cubicBezTo>
                  <a:cubicBezTo>
                    <a:pt x="11932" y="10027"/>
                    <a:pt x="16438" y="11228"/>
                    <a:pt x="17114" y="8375"/>
                  </a:cubicBezTo>
                  <a:cubicBezTo>
                    <a:pt x="16363" y="11378"/>
                    <a:pt x="13885" y="11453"/>
                    <a:pt x="11407" y="10252"/>
                  </a:cubicBezTo>
                  <a:cubicBezTo>
                    <a:pt x="9424" y="9148"/>
                    <a:pt x="8155" y="7106"/>
                    <a:pt x="8027" y="4846"/>
                  </a:cubicBezTo>
                  <a:cubicBezTo>
                    <a:pt x="7997" y="3104"/>
                    <a:pt x="7096" y="1497"/>
                    <a:pt x="5624" y="566"/>
                  </a:cubicBezTo>
                  <a:cubicBezTo>
                    <a:pt x="2695" y="-1386"/>
                    <a:pt x="-309" y="1843"/>
                    <a:pt x="-8" y="4696"/>
                  </a:cubicBezTo>
                  <a:cubicBezTo>
                    <a:pt x="119" y="5086"/>
                    <a:pt x="547" y="5304"/>
                    <a:pt x="938" y="5176"/>
                  </a:cubicBezTo>
                  <a:cubicBezTo>
                    <a:pt x="1163" y="5101"/>
                    <a:pt x="1343" y="4921"/>
                    <a:pt x="1419" y="4696"/>
                  </a:cubicBezTo>
                  <a:lnTo>
                    <a:pt x="5474" y="4696"/>
                  </a:lnTo>
                  <a:cubicBezTo>
                    <a:pt x="5474" y="5146"/>
                    <a:pt x="5474" y="5597"/>
                    <a:pt x="5474" y="6122"/>
                  </a:cubicBezTo>
                  <a:cubicBezTo>
                    <a:pt x="5601" y="6888"/>
                    <a:pt x="5804" y="7647"/>
                    <a:pt x="6075" y="8375"/>
                  </a:cubicBezTo>
                  <a:cubicBezTo>
                    <a:pt x="6923" y="10064"/>
                    <a:pt x="8192" y="11513"/>
                    <a:pt x="9754" y="12580"/>
                  </a:cubicBezTo>
                  <a:cubicBezTo>
                    <a:pt x="12668" y="14607"/>
                    <a:pt x="16529" y="14607"/>
                    <a:pt x="19442" y="12580"/>
                  </a:cubicBezTo>
                  <a:cubicBezTo>
                    <a:pt x="21838" y="10868"/>
                    <a:pt x="22401" y="7542"/>
                    <a:pt x="20689" y="5146"/>
                  </a:cubicBezTo>
                  <a:cubicBezTo>
                    <a:pt x="20516" y="4906"/>
                    <a:pt x="20329" y="4681"/>
                    <a:pt x="20118" y="4471"/>
                  </a:cubicBezTo>
                  <a:close/>
                </a:path>
              </a:pathLst>
            </a:custGeom>
            <a:solidFill>
              <a:srgbClr val="3D393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Content Placeholder 4">
              <a:extLst>
                <a:ext uri="{FF2B5EF4-FFF2-40B4-BE49-F238E27FC236}">
                  <a16:creationId xmlns:a16="http://schemas.microsoft.com/office/drawing/2014/main" id="{BE4B841B-F7CE-022A-A40E-AB879DBC7DF6}"/>
                </a:ext>
              </a:extLst>
            </p:cNvPr>
            <p:cNvSpPr/>
            <p:nvPr/>
          </p:nvSpPr>
          <p:spPr>
            <a:xfrm>
              <a:off x="6139652" y="3883124"/>
              <a:ext cx="46072" cy="74855"/>
            </a:xfrm>
            <a:custGeom>
              <a:avLst/>
              <a:gdLst>
                <a:gd name="connsiteX0" fmla="*/ 45927 w 46072"/>
                <a:gd name="connsiteY0" fmla="*/ 60650 h 74855"/>
                <a:gd name="connsiteX1" fmla="*/ 40182 w 46072"/>
                <a:gd name="connsiteY1" fmla="*/ 55139 h 74855"/>
                <a:gd name="connsiteX2" fmla="*/ 38868 w 46072"/>
                <a:gd name="connsiteY2" fmla="*/ 55319 h 74855"/>
                <a:gd name="connsiteX3" fmla="*/ 27978 w 46072"/>
                <a:gd name="connsiteY3" fmla="*/ 53292 h 74855"/>
                <a:gd name="connsiteX4" fmla="*/ 23172 w 46072"/>
                <a:gd name="connsiteY4" fmla="*/ 52015 h 74855"/>
                <a:gd name="connsiteX5" fmla="*/ 18816 w 46072"/>
                <a:gd name="connsiteY5" fmla="*/ 41353 h 74855"/>
                <a:gd name="connsiteX6" fmla="*/ 15662 w 46072"/>
                <a:gd name="connsiteY6" fmla="*/ 32719 h 74855"/>
                <a:gd name="connsiteX7" fmla="*/ 14310 w 46072"/>
                <a:gd name="connsiteY7" fmla="*/ 24084 h 74855"/>
                <a:gd name="connsiteX8" fmla="*/ 16037 w 46072"/>
                <a:gd name="connsiteY8" fmla="*/ 14323 h 74855"/>
                <a:gd name="connsiteX9" fmla="*/ 13334 w 46072"/>
                <a:gd name="connsiteY9" fmla="*/ 11395 h 74855"/>
                <a:gd name="connsiteX10" fmla="*/ 13334 w 46072"/>
                <a:gd name="connsiteY10" fmla="*/ 4712 h 74855"/>
                <a:gd name="connsiteX11" fmla="*/ 4998 w 46072"/>
                <a:gd name="connsiteY11" fmla="*/ 1408 h 74855"/>
                <a:gd name="connsiteX12" fmla="*/ 41 w 46072"/>
                <a:gd name="connsiteY12" fmla="*/ 6439 h 74855"/>
                <a:gd name="connsiteX13" fmla="*/ 792 w 46072"/>
                <a:gd name="connsiteY13" fmla="*/ 11695 h 74855"/>
                <a:gd name="connsiteX14" fmla="*/ 4547 w 46072"/>
                <a:gd name="connsiteY14" fmla="*/ 32418 h 74855"/>
                <a:gd name="connsiteX15" fmla="*/ 8603 w 46072"/>
                <a:gd name="connsiteY15" fmla="*/ 47435 h 74855"/>
                <a:gd name="connsiteX16" fmla="*/ 17840 w 46072"/>
                <a:gd name="connsiteY16" fmla="*/ 69435 h 74855"/>
                <a:gd name="connsiteX17" fmla="*/ 45927 w 46072"/>
                <a:gd name="connsiteY17" fmla="*/ 60650 h 74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6072" h="74855">
                  <a:moveTo>
                    <a:pt x="45927" y="60650"/>
                  </a:moveTo>
                  <a:cubicBezTo>
                    <a:pt x="45860" y="57541"/>
                    <a:pt x="43291" y="55071"/>
                    <a:pt x="40182" y="55139"/>
                  </a:cubicBezTo>
                  <a:cubicBezTo>
                    <a:pt x="39739" y="55146"/>
                    <a:pt x="39296" y="55206"/>
                    <a:pt x="38868" y="55319"/>
                  </a:cubicBezTo>
                  <a:lnTo>
                    <a:pt x="27978" y="53292"/>
                  </a:lnTo>
                  <a:cubicBezTo>
                    <a:pt x="26664" y="52143"/>
                    <a:pt x="24884" y="51670"/>
                    <a:pt x="23172" y="52015"/>
                  </a:cubicBezTo>
                  <a:cubicBezTo>
                    <a:pt x="21482" y="48561"/>
                    <a:pt x="20033" y="45002"/>
                    <a:pt x="18816" y="41353"/>
                  </a:cubicBezTo>
                  <a:cubicBezTo>
                    <a:pt x="17562" y="38553"/>
                    <a:pt x="16503" y="35669"/>
                    <a:pt x="15662" y="32719"/>
                  </a:cubicBezTo>
                  <a:cubicBezTo>
                    <a:pt x="15069" y="29865"/>
                    <a:pt x="14611" y="26982"/>
                    <a:pt x="14310" y="24084"/>
                  </a:cubicBezTo>
                  <a:cubicBezTo>
                    <a:pt x="14250" y="20750"/>
                    <a:pt x="14836" y="17431"/>
                    <a:pt x="16037" y="14323"/>
                  </a:cubicBezTo>
                  <a:cubicBezTo>
                    <a:pt x="16713" y="12521"/>
                    <a:pt x="14911" y="11169"/>
                    <a:pt x="13334" y="11395"/>
                  </a:cubicBezTo>
                  <a:cubicBezTo>
                    <a:pt x="13334" y="9217"/>
                    <a:pt x="13334" y="6965"/>
                    <a:pt x="13334" y="4712"/>
                  </a:cubicBezTo>
                  <a:cubicBezTo>
                    <a:pt x="13334" y="-319"/>
                    <a:pt x="8002" y="-1220"/>
                    <a:pt x="4998" y="1408"/>
                  </a:cubicBezTo>
                  <a:cubicBezTo>
                    <a:pt x="2324" y="1626"/>
                    <a:pt x="221" y="3766"/>
                    <a:pt x="41" y="6439"/>
                  </a:cubicBezTo>
                  <a:cubicBezTo>
                    <a:pt x="-169" y="8226"/>
                    <a:pt x="94" y="10036"/>
                    <a:pt x="792" y="11695"/>
                  </a:cubicBezTo>
                  <a:cubicBezTo>
                    <a:pt x="3586" y="18235"/>
                    <a:pt x="4870" y="25315"/>
                    <a:pt x="4547" y="32418"/>
                  </a:cubicBezTo>
                  <a:cubicBezTo>
                    <a:pt x="5216" y="37584"/>
                    <a:pt x="6582" y="42637"/>
                    <a:pt x="8603" y="47435"/>
                  </a:cubicBezTo>
                  <a:cubicBezTo>
                    <a:pt x="9744" y="55439"/>
                    <a:pt x="12928" y="63015"/>
                    <a:pt x="17840" y="69435"/>
                  </a:cubicBezTo>
                  <a:cubicBezTo>
                    <a:pt x="26326" y="78971"/>
                    <a:pt x="47805" y="75742"/>
                    <a:pt x="45927" y="6065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Content Placeholder 4">
              <a:extLst>
                <a:ext uri="{FF2B5EF4-FFF2-40B4-BE49-F238E27FC236}">
                  <a16:creationId xmlns:a16="http://schemas.microsoft.com/office/drawing/2014/main" id="{6BDFDD4F-C096-371A-3C9D-19B320A6DC99}"/>
                </a:ext>
              </a:extLst>
            </p:cNvPr>
            <p:cNvSpPr/>
            <p:nvPr/>
          </p:nvSpPr>
          <p:spPr>
            <a:xfrm>
              <a:off x="6106171" y="3779032"/>
              <a:ext cx="128727" cy="125969"/>
            </a:xfrm>
            <a:custGeom>
              <a:avLst/>
              <a:gdLst>
                <a:gd name="connsiteX0" fmla="*/ 127322 w 128727"/>
                <a:gd name="connsiteY0" fmla="*/ 57071 h 125969"/>
                <a:gd name="connsiteX1" fmla="*/ 128674 w 128727"/>
                <a:gd name="connsiteY1" fmla="*/ 50388 h 125969"/>
                <a:gd name="connsiteX2" fmla="*/ 115532 w 128727"/>
                <a:gd name="connsiteY2" fmla="*/ 27863 h 125969"/>
                <a:gd name="connsiteX3" fmla="*/ 103816 w 128727"/>
                <a:gd name="connsiteY3" fmla="*/ 5488 h 125969"/>
                <a:gd name="connsiteX4" fmla="*/ 93452 w 128727"/>
                <a:gd name="connsiteY4" fmla="*/ 7 h 125969"/>
                <a:gd name="connsiteX5" fmla="*/ 83239 w 128727"/>
                <a:gd name="connsiteY5" fmla="*/ 7515 h 125969"/>
                <a:gd name="connsiteX6" fmla="*/ 33147 w 128727"/>
                <a:gd name="connsiteY6" fmla="*/ 23208 h 125969"/>
                <a:gd name="connsiteX7" fmla="*/ 4985 w 128727"/>
                <a:gd name="connsiteY7" fmla="*/ 56170 h 125969"/>
                <a:gd name="connsiteX8" fmla="*/ 404 w 128727"/>
                <a:gd name="connsiteY8" fmla="*/ 100320 h 125969"/>
                <a:gd name="connsiteX9" fmla="*/ 46740 w 128727"/>
                <a:gd name="connsiteY9" fmla="*/ 118790 h 125969"/>
                <a:gd name="connsiteX10" fmla="*/ 69270 w 128727"/>
                <a:gd name="connsiteY10" fmla="*/ 103323 h 125969"/>
                <a:gd name="connsiteX11" fmla="*/ 92251 w 128727"/>
                <a:gd name="connsiteY11" fmla="*/ 84251 h 125969"/>
                <a:gd name="connsiteX12" fmla="*/ 127322 w 128727"/>
                <a:gd name="connsiteY12" fmla="*/ 57071 h 125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8727" h="125969">
                  <a:moveTo>
                    <a:pt x="127322" y="57071"/>
                  </a:moveTo>
                  <a:cubicBezTo>
                    <a:pt x="128148" y="54938"/>
                    <a:pt x="128599" y="52678"/>
                    <a:pt x="128674" y="50388"/>
                  </a:cubicBezTo>
                  <a:cubicBezTo>
                    <a:pt x="129200" y="41003"/>
                    <a:pt x="121164" y="34545"/>
                    <a:pt x="115532" y="27863"/>
                  </a:cubicBezTo>
                  <a:cubicBezTo>
                    <a:pt x="109899" y="21180"/>
                    <a:pt x="108397" y="12996"/>
                    <a:pt x="103816" y="5488"/>
                  </a:cubicBezTo>
                  <a:cubicBezTo>
                    <a:pt x="101721" y="1801"/>
                    <a:pt x="97681" y="-339"/>
                    <a:pt x="93452" y="7"/>
                  </a:cubicBezTo>
                  <a:cubicBezTo>
                    <a:pt x="89247" y="682"/>
                    <a:pt x="86393" y="4362"/>
                    <a:pt x="83239" y="7515"/>
                  </a:cubicBezTo>
                  <a:cubicBezTo>
                    <a:pt x="70021" y="19228"/>
                    <a:pt x="49369" y="16150"/>
                    <a:pt x="33147" y="23208"/>
                  </a:cubicBezTo>
                  <a:cubicBezTo>
                    <a:pt x="19584" y="29800"/>
                    <a:pt x="9378" y="41746"/>
                    <a:pt x="4985" y="56170"/>
                  </a:cubicBezTo>
                  <a:cubicBezTo>
                    <a:pt x="681" y="70466"/>
                    <a:pt x="-873" y="85445"/>
                    <a:pt x="404" y="100320"/>
                  </a:cubicBezTo>
                  <a:cubicBezTo>
                    <a:pt x="1830" y="128026"/>
                    <a:pt x="25937" y="131705"/>
                    <a:pt x="46740" y="118790"/>
                  </a:cubicBezTo>
                  <a:cubicBezTo>
                    <a:pt x="54565" y="114105"/>
                    <a:pt x="62091" y="108939"/>
                    <a:pt x="69270" y="103323"/>
                  </a:cubicBezTo>
                  <a:cubicBezTo>
                    <a:pt x="76780" y="97091"/>
                    <a:pt x="84290" y="89958"/>
                    <a:pt x="92251" y="84251"/>
                  </a:cubicBezTo>
                  <a:cubicBezTo>
                    <a:pt x="103140" y="75692"/>
                    <a:pt x="122065" y="71262"/>
                    <a:pt x="127322" y="57071"/>
                  </a:cubicBezTo>
                  <a:close/>
                </a:path>
              </a:pathLst>
            </a:custGeom>
            <a:solidFill>
              <a:srgbClr val="3D393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21" name="Content Placeholder 4">
              <a:extLst>
                <a:ext uri="{FF2B5EF4-FFF2-40B4-BE49-F238E27FC236}">
                  <a16:creationId xmlns:a16="http://schemas.microsoft.com/office/drawing/2014/main" id="{3A7EEEC2-D517-B4E4-A4F2-BB8CD688EA5C}"/>
                </a:ext>
              </a:extLst>
            </p:cNvPr>
            <p:cNvGrpSpPr/>
            <p:nvPr/>
          </p:nvGrpSpPr>
          <p:grpSpPr>
            <a:xfrm>
              <a:off x="6143402" y="3820775"/>
              <a:ext cx="82605" cy="56581"/>
              <a:chOff x="5169041" y="3972956"/>
              <a:chExt cx="82605" cy="56581"/>
            </a:xfrm>
            <a:solidFill>
              <a:srgbClr val="FFFFFF"/>
            </a:solidFill>
          </p:grpSpPr>
          <p:sp>
            <p:nvSpPr>
              <p:cNvPr id="122" name="Content Placeholder 4">
                <a:extLst>
                  <a:ext uri="{FF2B5EF4-FFF2-40B4-BE49-F238E27FC236}">
                    <a16:creationId xmlns:a16="http://schemas.microsoft.com/office/drawing/2014/main" id="{A09D7178-5604-2886-86DD-2BC28C5A7F0A}"/>
                  </a:ext>
                </a:extLst>
              </p:cNvPr>
              <p:cNvSpPr/>
              <p:nvPr/>
            </p:nvSpPr>
            <p:spPr>
              <a:xfrm>
                <a:off x="5240096" y="4006334"/>
                <a:ext cx="3825" cy="23203"/>
              </a:xfrm>
              <a:custGeom>
                <a:avLst/>
                <a:gdLst>
                  <a:gd name="connsiteX0" fmla="*/ 1988 w 3825"/>
                  <a:gd name="connsiteY0" fmla="*/ 646 h 23203"/>
                  <a:gd name="connsiteX1" fmla="*/ 36 w 3825"/>
                  <a:gd name="connsiteY1" fmla="*/ 1246 h 23203"/>
                  <a:gd name="connsiteX2" fmla="*/ 1913 w 3825"/>
                  <a:gd name="connsiteY2" fmla="*/ 22721 h 23203"/>
                  <a:gd name="connsiteX3" fmla="*/ 2777 w 3825"/>
                  <a:gd name="connsiteY3" fmla="*/ 23134 h 23203"/>
                  <a:gd name="connsiteX4" fmla="*/ 3190 w 3825"/>
                  <a:gd name="connsiteY4" fmla="*/ 22721 h 23203"/>
                  <a:gd name="connsiteX5" fmla="*/ 1988 w 3825"/>
                  <a:gd name="connsiteY5" fmla="*/ 646 h 23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25" h="23203">
                    <a:moveTo>
                      <a:pt x="1988" y="646"/>
                    </a:moveTo>
                    <a:cubicBezTo>
                      <a:pt x="1613" y="-556"/>
                      <a:pt x="-415" y="-30"/>
                      <a:pt x="36" y="1246"/>
                    </a:cubicBezTo>
                    <a:cubicBezTo>
                      <a:pt x="1568" y="8297"/>
                      <a:pt x="2199" y="15512"/>
                      <a:pt x="1913" y="22721"/>
                    </a:cubicBezTo>
                    <a:cubicBezTo>
                      <a:pt x="2033" y="23073"/>
                      <a:pt x="2424" y="23261"/>
                      <a:pt x="2777" y="23134"/>
                    </a:cubicBezTo>
                    <a:cubicBezTo>
                      <a:pt x="2972" y="23066"/>
                      <a:pt x="3122" y="22916"/>
                      <a:pt x="3190" y="22721"/>
                    </a:cubicBezTo>
                    <a:cubicBezTo>
                      <a:pt x="4294" y="15355"/>
                      <a:pt x="3888" y="7846"/>
                      <a:pt x="1988" y="646"/>
                    </a:cubicBezTo>
                    <a:close/>
                  </a:path>
                </a:pathLst>
              </a:custGeom>
              <a:solidFill>
                <a:srgbClr val="FFFFF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3" name="Content Placeholder 4">
                <a:extLst>
                  <a:ext uri="{FF2B5EF4-FFF2-40B4-BE49-F238E27FC236}">
                    <a16:creationId xmlns:a16="http://schemas.microsoft.com/office/drawing/2014/main" id="{64B36D48-48BE-1810-FD79-D551548969B9}"/>
                  </a:ext>
                </a:extLst>
              </p:cNvPr>
              <p:cNvSpPr/>
              <p:nvPr/>
            </p:nvSpPr>
            <p:spPr>
              <a:xfrm>
                <a:off x="5193051" y="3972956"/>
                <a:ext cx="58596" cy="42788"/>
              </a:xfrm>
              <a:custGeom>
                <a:avLst/>
                <a:gdLst>
                  <a:gd name="connsiteX0" fmla="*/ 57595 w 58596"/>
                  <a:gd name="connsiteY0" fmla="*/ 85 h 42788"/>
                  <a:gd name="connsiteX1" fmla="*/ 26204 w 58596"/>
                  <a:gd name="connsiteY1" fmla="*/ 16304 h 42788"/>
                  <a:gd name="connsiteX2" fmla="*/ 219 w 58596"/>
                  <a:gd name="connsiteY2" fmla="*/ 40931 h 42788"/>
                  <a:gd name="connsiteX3" fmla="*/ 1721 w 58596"/>
                  <a:gd name="connsiteY3" fmla="*/ 42433 h 42788"/>
                  <a:gd name="connsiteX4" fmla="*/ 30259 w 58596"/>
                  <a:gd name="connsiteY4" fmla="*/ 16229 h 42788"/>
                  <a:gd name="connsiteX5" fmla="*/ 58346 w 58596"/>
                  <a:gd name="connsiteY5" fmla="*/ 1212 h 42788"/>
                  <a:gd name="connsiteX6" fmla="*/ 57595 w 58596"/>
                  <a:gd name="connsiteY6" fmla="*/ 85 h 427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596" h="42788">
                    <a:moveTo>
                      <a:pt x="57595" y="85"/>
                    </a:moveTo>
                    <a:cubicBezTo>
                      <a:pt x="48058" y="7594"/>
                      <a:pt x="36417" y="10297"/>
                      <a:pt x="26204" y="16304"/>
                    </a:cubicBezTo>
                    <a:cubicBezTo>
                      <a:pt x="16230" y="23009"/>
                      <a:pt x="7451" y="31336"/>
                      <a:pt x="219" y="40931"/>
                    </a:cubicBezTo>
                    <a:cubicBezTo>
                      <a:pt x="-607" y="41983"/>
                      <a:pt x="820" y="43409"/>
                      <a:pt x="1721" y="42433"/>
                    </a:cubicBezTo>
                    <a:cubicBezTo>
                      <a:pt x="9884" y="32334"/>
                      <a:pt x="19505" y="23504"/>
                      <a:pt x="30259" y="16229"/>
                    </a:cubicBezTo>
                    <a:cubicBezTo>
                      <a:pt x="39932" y="11836"/>
                      <a:pt x="49319" y="6820"/>
                      <a:pt x="58346" y="1212"/>
                    </a:cubicBezTo>
                    <a:cubicBezTo>
                      <a:pt x="58947" y="611"/>
                      <a:pt x="58196" y="-365"/>
                      <a:pt x="57595" y="85"/>
                    </a:cubicBezTo>
                    <a:close/>
                  </a:path>
                </a:pathLst>
              </a:custGeom>
              <a:solidFill>
                <a:srgbClr val="FFFFF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4" name="Content Placeholder 4">
                <a:extLst>
                  <a:ext uri="{FF2B5EF4-FFF2-40B4-BE49-F238E27FC236}">
                    <a16:creationId xmlns:a16="http://schemas.microsoft.com/office/drawing/2014/main" id="{81528267-9711-3EE9-DFA1-1E5B59CC9713}"/>
                  </a:ext>
                </a:extLst>
              </p:cNvPr>
              <p:cNvSpPr/>
              <p:nvPr/>
            </p:nvSpPr>
            <p:spPr>
              <a:xfrm>
                <a:off x="5169041" y="3975120"/>
                <a:ext cx="47507" cy="50671"/>
              </a:xfrm>
              <a:custGeom>
                <a:avLst/>
                <a:gdLst>
                  <a:gd name="connsiteX0" fmla="*/ 46533 w 47507"/>
                  <a:gd name="connsiteY0" fmla="*/ 24 h 50671"/>
                  <a:gd name="connsiteX1" fmla="*/ 16042 w 47507"/>
                  <a:gd name="connsiteY1" fmla="*/ 18570 h 50671"/>
                  <a:gd name="connsiteX2" fmla="*/ -29 w 47507"/>
                  <a:gd name="connsiteY2" fmla="*/ 49279 h 50671"/>
                  <a:gd name="connsiteX3" fmla="*/ 2074 w 47507"/>
                  <a:gd name="connsiteY3" fmla="*/ 49880 h 50671"/>
                  <a:gd name="connsiteX4" fmla="*/ 17094 w 47507"/>
                  <a:gd name="connsiteY4" fmla="*/ 19846 h 50671"/>
                  <a:gd name="connsiteX5" fmla="*/ 47134 w 47507"/>
                  <a:gd name="connsiteY5" fmla="*/ 1000 h 50671"/>
                  <a:gd name="connsiteX6" fmla="*/ 46533 w 47507"/>
                  <a:gd name="connsiteY6" fmla="*/ 24 h 506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7507" h="50671">
                    <a:moveTo>
                      <a:pt x="46533" y="24"/>
                    </a:moveTo>
                    <a:cubicBezTo>
                      <a:pt x="35516" y="4679"/>
                      <a:pt x="25242" y="10926"/>
                      <a:pt x="16042" y="18570"/>
                    </a:cubicBezTo>
                    <a:cubicBezTo>
                      <a:pt x="7316" y="26656"/>
                      <a:pt x="1645" y="37498"/>
                      <a:pt x="-29" y="49279"/>
                    </a:cubicBezTo>
                    <a:cubicBezTo>
                      <a:pt x="-29" y="50631"/>
                      <a:pt x="1773" y="51232"/>
                      <a:pt x="2074" y="49880"/>
                    </a:cubicBezTo>
                    <a:cubicBezTo>
                      <a:pt x="3658" y="38497"/>
                      <a:pt x="8938" y="27948"/>
                      <a:pt x="17094" y="19846"/>
                    </a:cubicBezTo>
                    <a:cubicBezTo>
                      <a:pt x="26030" y="11992"/>
                      <a:pt x="36176" y="5633"/>
                      <a:pt x="47134" y="1000"/>
                    </a:cubicBezTo>
                    <a:cubicBezTo>
                      <a:pt x="47885" y="775"/>
                      <a:pt x="47284" y="-277"/>
                      <a:pt x="46533" y="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DBF18D7C-F8CC-4099-D69A-B343F4BDA3E1}"/>
              </a:ext>
            </a:extLst>
          </p:cNvPr>
          <p:cNvGrpSpPr/>
          <p:nvPr userDrawn="1"/>
        </p:nvGrpSpPr>
        <p:grpSpPr>
          <a:xfrm>
            <a:off x="2994932" y="3069834"/>
            <a:ext cx="347079" cy="881197"/>
            <a:chOff x="4434307" y="447903"/>
            <a:chExt cx="347079" cy="881197"/>
          </a:xfrm>
        </p:grpSpPr>
        <p:sp>
          <p:nvSpPr>
            <p:cNvPr id="126" name="Content Placeholder 4">
              <a:extLst>
                <a:ext uri="{FF2B5EF4-FFF2-40B4-BE49-F238E27FC236}">
                  <a16:creationId xmlns:a16="http://schemas.microsoft.com/office/drawing/2014/main" id="{628418E6-F63A-EA7D-0E7E-0EA34D4A3999}"/>
                </a:ext>
              </a:extLst>
            </p:cNvPr>
            <p:cNvSpPr/>
            <p:nvPr/>
          </p:nvSpPr>
          <p:spPr>
            <a:xfrm>
              <a:off x="4434307" y="1306088"/>
              <a:ext cx="265641" cy="23012"/>
            </a:xfrm>
            <a:custGeom>
              <a:avLst/>
              <a:gdLst>
                <a:gd name="connsiteX0" fmla="*/ 234029 w 265641"/>
                <a:gd name="connsiteY0" fmla="*/ 19638 h 23012"/>
                <a:gd name="connsiteX1" fmla="*/ 259788 w 265641"/>
                <a:gd name="connsiteY1" fmla="*/ 17386 h 23012"/>
                <a:gd name="connsiteX2" fmla="*/ 264895 w 265641"/>
                <a:gd name="connsiteY2" fmla="*/ 15133 h 23012"/>
                <a:gd name="connsiteX3" fmla="*/ 263168 w 265641"/>
                <a:gd name="connsiteY3" fmla="*/ 7625 h 23012"/>
                <a:gd name="connsiteX4" fmla="*/ 254682 w 265641"/>
                <a:gd name="connsiteY4" fmla="*/ 5297 h 23012"/>
                <a:gd name="connsiteX5" fmla="*/ 65505 w 265641"/>
                <a:gd name="connsiteY5" fmla="*/ 1843 h 23012"/>
                <a:gd name="connsiteX6" fmla="*/ 8729 w 265641"/>
                <a:gd name="connsiteY6" fmla="*/ 8075 h 23012"/>
                <a:gd name="connsiteX7" fmla="*/ 1670 w 265641"/>
                <a:gd name="connsiteY7" fmla="*/ 19038 h 23012"/>
                <a:gd name="connsiteX8" fmla="*/ 20370 w 265641"/>
                <a:gd name="connsiteY8" fmla="*/ 21590 h 23012"/>
                <a:gd name="connsiteX9" fmla="*/ 72414 w 265641"/>
                <a:gd name="connsiteY9" fmla="*/ 22792 h 23012"/>
                <a:gd name="connsiteX10" fmla="*/ 175376 w 265641"/>
                <a:gd name="connsiteY10" fmla="*/ 22116 h 23012"/>
                <a:gd name="connsiteX11" fmla="*/ 234029 w 265641"/>
                <a:gd name="connsiteY11" fmla="*/ 19638 h 2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5641" h="23012">
                  <a:moveTo>
                    <a:pt x="234029" y="19638"/>
                  </a:moveTo>
                  <a:cubicBezTo>
                    <a:pt x="242651" y="19413"/>
                    <a:pt x="251257" y="18662"/>
                    <a:pt x="259788" y="17386"/>
                  </a:cubicBezTo>
                  <a:cubicBezTo>
                    <a:pt x="261696" y="17220"/>
                    <a:pt x="263491" y="16432"/>
                    <a:pt x="264895" y="15133"/>
                  </a:cubicBezTo>
                  <a:cubicBezTo>
                    <a:pt x="266315" y="12558"/>
                    <a:pt x="265571" y="9322"/>
                    <a:pt x="263168" y="7625"/>
                  </a:cubicBezTo>
                  <a:cubicBezTo>
                    <a:pt x="260607" y="6086"/>
                    <a:pt x="257670" y="5282"/>
                    <a:pt x="254682" y="5297"/>
                  </a:cubicBezTo>
                  <a:cubicBezTo>
                    <a:pt x="191785" y="-357"/>
                    <a:pt x="128566" y="-1513"/>
                    <a:pt x="65505" y="1843"/>
                  </a:cubicBezTo>
                  <a:cubicBezTo>
                    <a:pt x="46437" y="2331"/>
                    <a:pt x="27444" y="4419"/>
                    <a:pt x="8729" y="8075"/>
                  </a:cubicBezTo>
                  <a:cubicBezTo>
                    <a:pt x="3923" y="9126"/>
                    <a:pt x="-3362" y="13631"/>
                    <a:pt x="1670" y="19038"/>
                  </a:cubicBezTo>
                  <a:cubicBezTo>
                    <a:pt x="5350" y="22942"/>
                    <a:pt x="15714" y="21440"/>
                    <a:pt x="20370" y="21590"/>
                  </a:cubicBezTo>
                  <a:cubicBezTo>
                    <a:pt x="37740" y="22191"/>
                    <a:pt x="55089" y="22589"/>
                    <a:pt x="72414" y="22792"/>
                  </a:cubicBezTo>
                  <a:cubicBezTo>
                    <a:pt x="106757" y="23190"/>
                    <a:pt x="141078" y="22965"/>
                    <a:pt x="175376" y="22116"/>
                  </a:cubicBezTo>
                  <a:cubicBezTo>
                    <a:pt x="194902" y="21290"/>
                    <a:pt x="214503" y="20614"/>
                    <a:pt x="234029" y="19638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Content Placeholder 4">
              <a:extLst>
                <a:ext uri="{FF2B5EF4-FFF2-40B4-BE49-F238E27FC236}">
                  <a16:creationId xmlns:a16="http://schemas.microsoft.com/office/drawing/2014/main" id="{63DC442D-85FB-2EEA-764A-91883064FE9E}"/>
                </a:ext>
              </a:extLst>
            </p:cNvPr>
            <p:cNvSpPr/>
            <p:nvPr/>
          </p:nvSpPr>
          <p:spPr>
            <a:xfrm>
              <a:off x="4435472" y="926836"/>
              <a:ext cx="199222" cy="389696"/>
            </a:xfrm>
            <a:custGeom>
              <a:avLst/>
              <a:gdLst>
                <a:gd name="connsiteX0" fmla="*/ 56154 w 199222"/>
                <a:gd name="connsiteY0" fmla="*/ 312317 h 389696"/>
                <a:gd name="connsiteX1" fmla="*/ 151756 w 199222"/>
                <a:gd name="connsiteY1" fmla="*/ 165677 h 389696"/>
                <a:gd name="connsiteX2" fmla="*/ 198168 w 199222"/>
                <a:gd name="connsiteY2" fmla="*/ 43815 h 389696"/>
                <a:gd name="connsiteX3" fmla="*/ 106546 w 199222"/>
                <a:gd name="connsiteY3" fmla="*/ 6273 h 389696"/>
                <a:gd name="connsiteX4" fmla="*/ 92502 w 199222"/>
                <a:gd name="connsiteY4" fmla="*/ 60784 h 389696"/>
                <a:gd name="connsiteX5" fmla="*/ 89198 w 199222"/>
                <a:gd name="connsiteY5" fmla="*/ 129111 h 389696"/>
                <a:gd name="connsiteX6" fmla="*/ 43311 w 199222"/>
                <a:gd name="connsiteY6" fmla="*/ 257431 h 389696"/>
                <a:gd name="connsiteX7" fmla="*/ 8390 w 199222"/>
                <a:gd name="connsiteY7" fmla="*/ 326133 h 389696"/>
                <a:gd name="connsiteX8" fmla="*/ 2683 w 199222"/>
                <a:gd name="connsiteY8" fmla="*/ 342126 h 389696"/>
                <a:gd name="connsiteX9" fmla="*/ -21 w 199222"/>
                <a:gd name="connsiteY9" fmla="*/ 347232 h 389696"/>
                <a:gd name="connsiteX10" fmla="*/ 7489 w 199222"/>
                <a:gd name="connsiteY10" fmla="*/ 362249 h 389696"/>
                <a:gd name="connsiteX11" fmla="*/ 45039 w 199222"/>
                <a:gd name="connsiteY11" fmla="*/ 386276 h 389696"/>
                <a:gd name="connsiteX12" fmla="*/ 60735 w 199222"/>
                <a:gd name="connsiteY12" fmla="*/ 389655 h 389696"/>
                <a:gd name="connsiteX13" fmla="*/ 58407 w 199222"/>
                <a:gd name="connsiteY13" fmla="*/ 377416 h 389696"/>
                <a:gd name="connsiteX14" fmla="*/ 47742 w 199222"/>
                <a:gd name="connsiteY14" fmla="*/ 369006 h 389696"/>
                <a:gd name="connsiteX15" fmla="*/ 34900 w 199222"/>
                <a:gd name="connsiteY15" fmla="*/ 338071 h 389696"/>
                <a:gd name="connsiteX16" fmla="*/ 33999 w 199222"/>
                <a:gd name="connsiteY16" fmla="*/ 335969 h 389696"/>
                <a:gd name="connsiteX17" fmla="*/ 56154 w 199222"/>
                <a:gd name="connsiteY17" fmla="*/ 312317 h 389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222" h="389696">
                  <a:moveTo>
                    <a:pt x="56154" y="312317"/>
                  </a:moveTo>
                  <a:cubicBezTo>
                    <a:pt x="89949" y="263963"/>
                    <a:pt x="123744" y="215458"/>
                    <a:pt x="151756" y="165677"/>
                  </a:cubicBezTo>
                  <a:cubicBezTo>
                    <a:pt x="172258" y="129336"/>
                    <a:pt x="205452" y="83084"/>
                    <a:pt x="198168" y="43815"/>
                  </a:cubicBezTo>
                  <a:cubicBezTo>
                    <a:pt x="192835" y="15058"/>
                    <a:pt x="154309" y="-12874"/>
                    <a:pt x="106546" y="6273"/>
                  </a:cubicBezTo>
                  <a:cubicBezTo>
                    <a:pt x="78008" y="17836"/>
                    <a:pt x="91526" y="42088"/>
                    <a:pt x="92502" y="60784"/>
                  </a:cubicBezTo>
                  <a:cubicBezTo>
                    <a:pt x="93771" y="83610"/>
                    <a:pt x="92660" y="106511"/>
                    <a:pt x="89198" y="129111"/>
                  </a:cubicBezTo>
                  <a:cubicBezTo>
                    <a:pt x="82025" y="174365"/>
                    <a:pt x="66465" y="217891"/>
                    <a:pt x="43311" y="257431"/>
                  </a:cubicBezTo>
                  <a:cubicBezTo>
                    <a:pt x="30514" y="279723"/>
                    <a:pt x="18859" y="302654"/>
                    <a:pt x="8390" y="326133"/>
                  </a:cubicBezTo>
                  <a:cubicBezTo>
                    <a:pt x="5867" y="331224"/>
                    <a:pt x="3952" y="336592"/>
                    <a:pt x="2683" y="342126"/>
                  </a:cubicBezTo>
                  <a:cubicBezTo>
                    <a:pt x="1376" y="343583"/>
                    <a:pt x="452" y="345332"/>
                    <a:pt x="-21" y="347232"/>
                  </a:cubicBezTo>
                  <a:cubicBezTo>
                    <a:pt x="-201" y="353178"/>
                    <a:pt x="2622" y="358825"/>
                    <a:pt x="7489" y="362249"/>
                  </a:cubicBezTo>
                  <a:cubicBezTo>
                    <a:pt x="18438" y="372475"/>
                    <a:pt x="31168" y="380614"/>
                    <a:pt x="45039" y="386276"/>
                  </a:cubicBezTo>
                  <a:cubicBezTo>
                    <a:pt x="49928" y="388641"/>
                    <a:pt x="55305" y="389797"/>
                    <a:pt x="60735" y="389655"/>
                  </a:cubicBezTo>
                  <a:cubicBezTo>
                    <a:pt x="62943" y="385532"/>
                    <a:pt x="61974" y="380434"/>
                    <a:pt x="58407" y="377416"/>
                  </a:cubicBezTo>
                  <a:cubicBezTo>
                    <a:pt x="55252" y="374112"/>
                    <a:pt x="50897" y="372085"/>
                    <a:pt x="47742" y="369006"/>
                  </a:cubicBezTo>
                  <a:cubicBezTo>
                    <a:pt x="39556" y="361498"/>
                    <a:pt x="38806" y="348658"/>
                    <a:pt x="34900" y="338071"/>
                  </a:cubicBezTo>
                  <a:cubicBezTo>
                    <a:pt x="34675" y="337343"/>
                    <a:pt x="34375" y="336637"/>
                    <a:pt x="33999" y="335969"/>
                  </a:cubicBezTo>
                  <a:cubicBezTo>
                    <a:pt x="42305" y="329001"/>
                    <a:pt x="49748" y="321065"/>
                    <a:pt x="56154" y="312317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Content Placeholder 4">
              <a:extLst>
                <a:ext uri="{FF2B5EF4-FFF2-40B4-BE49-F238E27FC236}">
                  <a16:creationId xmlns:a16="http://schemas.microsoft.com/office/drawing/2014/main" id="{68957A0A-D221-497B-8961-40A6EB0E1109}"/>
                </a:ext>
              </a:extLst>
            </p:cNvPr>
            <p:cNvSpPr/>
            <p:nvPr/>
          </p:nvSpPr>
          <p:spPr>
            <a:xfrm>
              <a:off x="4725062" y="800240"/>
              <a:ext cx="50952" cy="72156"/>
            </a:xfrm>
            <a:custGeom>
              <a:avLst/>
              <a:gdLst>
                <a:gd name="connsiteX0" fmla="*/ 15219 w 50952"/>
                <a:gd name="connsiteY0" fmla="*/ 72126 h 72156"/>
                <a:gd name="connsiteX1" fmla="*/ 3579 w 50952"/>
                <a:gd name="connsiteY1" fmla="*/ 5977 h 72156"/>
                <a:gd name="connsiteX2" fmla="*/ 48639 w 50952"/>
                <a:gd name="connsiteY2" fmla="*/ -30 h 72156"/>
                <a:gd name="connsiteX3" fmla="*/ 42405 w 50952"/>
                <a:gd name="connsiteY3" fmla="*/ 70099 h 72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952" h="72156">
                  <a:moveTo>
                    <a:pt x="15219" y="72126"/>
                  </a:moveTo>
                  <a:cubicBezTo>
                    <a:pt x="15219" y="72126"/>
                    <a:pt x="-8963" y="9957"/>
                    <a:pt x="3579" y="5977"/>
                  </a:cubicBezTo>
                  <a:cubicBezTo>
                    <a:pt x="18418" y="2782"/>
                    <a:pt x="33483" y="774"/>
                    <a:pt x="48639" y="-30"/>
                  </a:cubicBezTo>
                  <a:cubicBezTo>
                    <a:pt x="48639" y="-30"/>
                    <a:pt x="56749" y="6953"/>
                    <a:pt x="42405" y="70099"/>
                  </a:cubicBezTo>
                  <a:close/>
                </a:path>
              </a:pathLst>
            </a:custGeom>
            <a:solidFill>
              <a:srgbClr val="E9BC5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Content Placeholder 4">
              <a:extLst>
                <a:ext uri="{FF2B5EF4-FFF2-40B4-BE49-F238E27FC236}">
                  <a16:creationId xmlns:a16="http://schemas.microsoft.com/office/drawing/2014/main" id="{74855719-D75C-48DD-4D45-EE801214EC31}"/>
                </a:ext>
              </a:extLst>
            </p:cNvPr>
            <p:cNvSpPr/>
            <p:nvPr/>
          </p:nvSpPr>
          <p:spPr>
            <a:xfrm>
              <a:off x="4715983" y="779628"/>
              <a:ext cx="65403" cy="43999"/>
            </a:xfrm>
            <a:custGeom>
              <a:avLst/>
              <a:gdLst>
                <a:gd name="connsiteX0" fmla="*/ 54864 w 65403"/>
                <a:gd name="connsiteY0" fmla="*/ 19455 h 43999"/>
                <a:gd name="connsiteX1" fmla="*/ 51710 w 65403"/>
                <a:gd name="connsiteY1" fmla="*/ 16977 h 43999"/>
                <a:gd name="connsiteX2" fmla="*/ 49758 w 65403"/>
                <a:gd name="connsiteY2" fmla="*/ 13373 h 43999"/>
                <a:gd name="connsiteX3" fmla="*/ 46678 w 65403"/>
                <a:gd name="connsiteY3" fmla="*/ 4664 h 43999"/>
                <a:gd name="connsiteX4" fmla="*/ 17540 w 65403"/>
                <a:gd name="connsiteY4" fmla="*/ 6315 h 43999"/>
                <a:gd name="connsiteX5" fmla="*/ 17089 w 65403"/>
                <a:gd name="connsiteY5" fmla="*/ 9469 h 43999"/>
                <a:gd name="connsiteX6" fmla="*/ 15137 w 65403"/>
                <a:gd name="connsiteY6" fmla="*/ 11872 h 43999"/>
                <a:gd name="connsiteX7" fmla="*/ 14160 w 65403"/>
                <a:gd name="connsiteY7" fmla="*/ 14124 h 43999"/>
                <a:gd name="connsiteX8" fmla="*/ 6650 w 65403"/>
                <a:gd name="connsiteY8" fmla="*/ 17428 h 43999"/>
                <a:gd name="connsiteX9" fmla="*/ 2670 w 65403"/>
                <a:gd name="connsiteY9" fmla="*/ 24936 h 43999"/>
                <a:gd name="connsiteX10" fmla="*/ 1363 w 65403"/>
                <a:gd name="connsiteY10" fmla="*/ 34511 h 43999"/>
                <a:gd name="connsiteX11" fmla="*/ 1844 w 65403"/>
                <a:gd name="connsiteY11" fmla="*/ 35073 h 43999"/>
                <a:gd name="connsiteX12" fmla="*/ 7852 w 65403"/>
                <a:gd name="connsiteY12" fmla="*/ 42056 h 43999"/>
                <a:gd name="connsiteX13" fmla="*/ 25951 w 65403"/>
                <a:gd name="connsiteY13" fmla="*/ 41530 h 43999"/>
                <a:gd name="connsiteX14" fmla="*/ 28279 w 65403"/>
                <a:gd name="connsiteY14" fmla="*/ 41530 h 43999"/>
                <a:gd name="connsiteX15" fmla="*/ 28279 w 65403"/>
                <a:gd name="connsiteY15" fmla="*/ 41530 h 43999"/>
                <a:gd name="connsiteX16" fmla="*/ 39995 w 65403"/>
                <a:gd name="connsiteY16" fmla="*/ 38827 h 43999"/>
                <a:gd name="connsiteX17" fmla="*/ 39995 w 65403"/>
                <a:gd name="connsiteY17" fmla="*/ 38827 h 43999"/>
                <a:gd name="connsiteX18" fmla="*/ 60947 w 65403"/>
                <a:gd name="connsiteY18" fmla="*/ 35223 h 43999"/>
                <a:gd name="connsiteX19" fmla="*/ 54864 w 65403"/>
                <a:gd name="connsiteY19" fmla="*/ 19455 h 4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5403" h="43999">
                  <a:moveTo>
                    <a:pt x="54864" y="19455"/>
                  </a:moveTo>
                  <a:cubicBezTo>
                    <a:pt x="54061" y="18358"/>
                    <a:pt x="52964" y="17502"/>
                    <a:pt x="51710" y="16977"/>
                  </a:cubicBezTo>
                  <a:cubicBezTo>
                    <a:pt x="51267" y="15674"/>
                    <a:pt x="50606" y="14455"/>
                    <a:pt x="49758" y="13373"/>
                  </a:cubicBezTo>
                  <a:cubicBezTo>
                    <a:pt x="50539" y="10117"/>
                    <a:pt x="49337" y="6704"/>
                    <a:pt x="46678" y="4664"/>
                  </a:cubicBezTo>
                  <a:cubicBezTo>
                    <a:pt x="40295" y="-893"/>
                    <a:pt x="20919" y="-2845"/>
                    <a:pt x="17540" y="6315"/>
                  </a:cubicBezTo>
                  <a:cubicBezTo>
                    <a:pt x="17142" y="7316"/>
                    <a:pt x="16991" y="8397"/>
                    <a:pt x="17089" y="9469"/>
                  </a:cubicBezTo>
                  <a:cubicBezTo>
                    <a:pt x="16316" y="10165"/>
                    <a:pt x="15662" y="10976"/>
                    <a:pt x="15137" y="11872"/>
                  </a:cubicBezTo>
                  <a:cubicBezTo>
                    <a:pt x="14716" y="12578"/>
                    <a:pt x="14393" y="13335"/>
                    <a:pt x="14160" y="14124"/>
                  </a:cubicBezTo>
                  <a:cubicBezTo>
                    <a:pt x="11509" y="14847"/>
                    <a:pt x="8978" y="15960"/>
                    <a:pt x="6650" y="17428"/>
                  </a:cubicBezTo>
                  <a:cubicBezTo>
                    <a:pt x="3045" y="19605"/>
                    <a:pt x="2069" y="22233"/>
                    <a:pt x="2670" y="24936"/>
                  </a:cubicBezTo>
                  <a:cubicBezTo>
                    <a:pt x="-334" y="27221"/>
                    <a:pt x="-920" y="31507"/>
                    <a:pt x="1363" y="34511"/>
                  </a:cubicBezTo>
                  <a:cubicBezTo>
                    <a:pt x="1513" y="34706"/>
                    <a:pt x="1671" y="34894"/>
                    <a:pt x="1844" y="35073"/>
                  </a:cubicBezTo>
                  <a:cubicBezTo>
                    <a:pt x="2445" y="38311"/>
                    <a:pt x="4743" y="40978"/>
                    <a:pt x="7852" y="42056"/>
                  </a:cubicBezTo>
                  <a:cubicBezTo>
                    <a:pt x="13620" y="44781"/>
                    <a:pt x="20348" y="44586"/>
                    <a:pt x="25951" y="41530"/>
                  </a:cubicBezTo>
                  <a:cubicBezTo>
                    <a:pt x="26702" y="41530"/>
                    <a:pt x="27453" y="41530"/>
                    <a:pt x="28279" y="41530"/>
                  </a:cubicBezTo>
                  <a:lnTo>
                    <a:pt x="28279" y="41530"/>
                  </a:lnTo>
                  <a:cubicBezTo>
                    <a:pt x="32395" y="42560"/>
                    <a:pt x="36750" y="41555"/>
                    <a:pt x="39995" y="38827"/>
                  </a:cubicBezTo>
                  <a:lnTo>
                    <a:pt x="39995" y="38827"/>
                  </a:lnTo>
                  <a:cubicBezTo>
                    <a:pt x="47182" y="39966"/>
                    <a:pt x="54549" y="38699"/>
                    <a:pt x="60947" y="35223"/>
                  </a:cubicBezTo>
                  <a:cubicBezTo>
                    <a:pt x="69734" y="28691"/>
                    <a:pt x="64252" y="19981"/>
                    <a:pt x="54864" y="19455"/>
                  </a:cubicBezTo>
                  <a:close/>
                </a:path>
              </a:pathLst>
            </a:custGeom>
            <a:solidFill>
              <a:srgbClr val="E6E6E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Content Placeholder 4">
              <a:extLst>
                <a:ext uri="{FF2B5EF4-FFF2-40B4-BE49-F238E27FC236}">
                  <a16:creationId xmlns:a16="http://schemas.microsoft.com/office/drawing/2014/main" id="{33758658-2883-6751-14D5-2342F766EC0D}"/>
                </a:ext>
              </a:extLst>
            </p:cNvPr>
            <p:cNvSpPr/>
            <p:nvPr/>
          </p:nvSpPr>
          <p:spPr>
            <a:xfrm>
              <a:off x="4592589" y="542147"/>
              <a:ext cx="84464" cy="113930"/>
            </a:xfrm>
            <a:custGeom>
              <a:avLst/>
              <a:gdLst>
                <a:gd name="connsiteX0" fmla="*/ 23252 w 84464"/>
                <a:gd name="connsiteY0" fmla="*/ 3001 h 113930"/>
                <a:gd name="connsiteX1" fmla="*/ 8232 w 84464"/>
                <a:gd name="connsiteY1" fmla="*/ 30406 h 113930"/>
                <a:gd name="connsiteX2" fmla="*/ -29 w 84464"/>
                <a:gd name="connsiteY2" fmla="*/ 68700 h 113930"/>
                <a:gd name="connsiteX3" fmla="*/ -29 w 84464"/>
                <a:gd name="connsiteY3" fmla="*/ 97607 h 113930"/>
                <a:gd name="connsiteX4" fmla="*/ 49387 w 84464"/>
                <a:gd name="connsiteY4" fmla="*/ 113900 h 113930"/>
                <a:gd name="connsiteX5" fmla="*/ 84233 w 84464"/>
                <a:gd name="connsiteY5" fmla="*/ 21246 h 113930"/>
                <a:gd name="connsiteX6" fmla="*/ 84233 w 84464"/>
                <a:gd name="connsiteY6" fmla="*/ 17942 h 113930"/>
                <a:gd name="connsiteX7" fmla="*/ 81454 w 84464"/>
                <a:gd name="connsiteY7" fmla="*/ 15540 h 113930"/>
                <a:gd name="connsiteX8" fmla="*/ 33991 w 84464"/>
                <a:gd name="connsiteY8" fmla="*/ 523 h 113930"/>
                <a:gd name="connsiteX9" fmla="*/ 28809 w 84464"/>
                <a:gd name="connsiteY9" fmla="*/ 72 h 113930"/>
                <a:gd name="connsiteX10" fmla="*/ 23252 w 84464"/>
                <a:gd name="connsiteY10" fmla="*/ 3001 h 113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4464" h="113930">
                  <a:moveTo>
                    <a:pt x="23252" y="3001"/>
                  </a:moveTo>
                  <a:cubicBezTo>
                    <a:pt x="16252" y="10894"/>
                    <a:pt x="11123" y="20261"/>
                    <a:pt x="8232" y="30406"/>
                  </a:cubicBezTo>
                  <a:cubicBezTo>
                    <a:pt x="3087" y="42535"/>
                    <a:pt x="279" y="55528"/>
                    <a:pt x="-29" y="68700"/>
                  </a:cubicBezTo>
                  <a:cubicBezTo>
                    <a:pt x="346" y="78386"/>
                    <a:pt x="3275" y="88597"/>
                    <a:pt x="-29" y="97607"/>
                  </a:cubicBezTo>
                  <a:cubicBezTo>
                    <a:pt x="16643" y="102337"/>
                    <a:pt x="33165" y="107744"/>
                    <a:pt x="49387" y="113900"/>
                  </a:cubicBezTo>
                  <a:cubicBezTo>
                    <a:pt x="69130" y="86714"/>
                    <a:pt x="81169" y="54704"/>
                    <a:pt x="84233" y="21246"/>
                  </a:cubicBezTo>
                  <a:cubicBezTo>
                    <a:pt x="84503" y="20161"/>
                    <a:pt x="84503" y="19027"/>
                    <a:pt x="84233" y="17942"/>
                  </a:cubicBezTo>
                  <a:cubicBezTo>
                    <a:pt x="83549" y="16895"/>
                    <a:pt x="82588" y="16062"/>
                    <a:pt x="81454" y="15540"/>
                  </a:cubicBezTo>
                  <a:cubicBezTo>
                    <a:pt x="66389" y="8395"/>
                    <a:pt x="50423" y="3343"/>
                    <a:pt x="33991" y="523"/>
                  </a:cubicBezTo>
                  <a:cubicBezTo>
                    <a:pt x="32316" y="-1"/>
                    <a:pt x="30551" y="-155"/>
                    <a:pt x="28809" y="72"/>
                  </a:cubicBezTo>
                  <a:cubicBezTo>
                    <a:pt x="26706" y="482"/>
                    <a:pt x="24776" y="1500"/>
                    <a:pt x="23252" y="3001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Content Placeholder 4">
              <a:extLst>
                <a:ext uri="{FF2B5EF4-FFF2-40B4-BE49-F238E27FC236}">
                  <a16:creationId xmlns:a16="http://schemas.microsoft.com/office/drawing/2014/main" id="{185AFC06-237F-9565-F219-0409857830C5}"/>
                </a:ext>
              </a:extLst>
            </p:cNvPr>
            <p:cNvSpPr/>
            <p:nvPr/>
          </p:nvSpPr>
          <p:spPr>
            <a:xfrm>
              <a:off x="4554138" y="907749"/>
              <a:ext cx="105524" cy="413878"/>
            </a:xfrm>
            <a:custGeom>
              <a:avLst/>
              <a:gdLst>
                <a:gd name="connsiteX0" fmla="*/ 27908 w 105524"/>
                <a:gd name="connsiteY0" fmla="*/ 387268 h 413878"/>
                <a:gd name="connsiteX1" fmla="*/ -29 w 105524"/>
                <a:gd name="connsiteY1" fmla="*/ 132 h 413878"/>
                <a:gd name="connsiteX2" fmla="*/ 83782 w 105524"/>
                <a:gd name="connsiteY2" fmla="*/ 37674 h 413878"/>
                <a:gd name="connsiteX3" fmla="*/ 105411 w 105524"/>
                <a:gd name="connsiteY3" fmla="*/ 23183 h 413878"/>
                <a:gd name="connsiteX4" fmla="*/ 94822 w 105524"/>
                <a:gd name="connsiteY4" fmla="*/ 71913 h 413878"/>
                <a:gd name="connsiteX5" fmla="*/ 76197 w 105524"/>
                <a:gd name="connsiteY5" fmla="*/ 225686 h 413878"/>
                <a:gd name="connsiteX6" fmla="*/ 75521 w 105524"/>
                <a:gd name="connsiteY6" fmla="*/ 270737 h 413878"/>
                <a:gd name="connsiteX7" fmla="*/ 69213 w 105524"/>
                <a:gd name="connsiteY7" fmla="*/ 346647 h 413878"/>
                <a:gd name="connsiteX8" fmla="*/ 56371 w 105524"/>
                <a:gd name="connsiteY8" fmla="*/ 384865 h 413878"/>
                <a:gd name="connsiteX9" fmla="*/ 85810 w 105524"/>
                <a:gd name="connsiteY9" fmla="*/ 399882 h 413878"/>
                <a:gd name="connsiteX10" fmla="*/ 93320 w 105524"/>
                <a:gd name="connsiteY10" fmla="*/ 404087 h 413878"/>
                <a:gd name="connsiteX11" fmla="*/ 94221 w 105524"/>
                <a:gd name="connsiteY11" fmla="*/ 411595 h 413878"/>
                <a:gd name="connsiteX12" fmla="*/ 87462 w 105524"/>
                <a:gd name="connsiteY12" fmla="*/ 413773 h 413878"/>
                <a:gd name="connsiteX13" fmla="*/ 31588 w 105524"/>
                <a:gd name="connsiteY13" fmla="*/ 408892 h 413878"/>
                <a:gd name="connsiteX14" fmla="*/ 28509 w 105524"/>
                <a:gd name="connsiteY14" fmla="*/ 407616 h 413878"/>
                <a:gd name="connsiteX15" fmla="*/ 27382 w 105524"/>
                <a:gd name="connsiteY15" fmla="*/ 405138 h 413878"/>
                <a:gd name="connsiteX16" fmla="*/ 28884 w 105524"/>
                <a:gd name="connsiteY16" fmla="*/ 387043 h 413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5524" h="413878">
                  <a:moveTo>
                    <a:pt x="27908" y="387268"/>
                  </a:moveTo>
                  <a:cubicBezTo>
                    <a:pt x="18445" y="277194"/>
                    <a:pt x="9358" y="110131"/>
                    <a:pt x="-29" y="132"/>
                  </a:cubicBezTo>
                  <a:cubicBezTo>
                    <a:pt x="27232" y="-2871"/>
                    <a:pt x="56371" y="36923"/>
                    <a:pt x="83782" y="37674"/>
                  </a:cubicBezTo>
                  <a:cubicBezTo>
                    <a:pt x="92344" y="37674"/>
                    <a:pt x="103684" y="12821"/>
                    <a:pt x="105411" y="23183"/>
                  </a:cubicBezTo>
                  <a:cubicBezTo>
                    <a:pt x="106538" y="30691"/>
                    <a:pt x="95948" y="64479"/>
                    <a:pt x="94822" y="71913"/>
                  </a:cubicBezTo>
                  <a:cubicBezTo>
                    <a:pt x="87312" y="122820"/>
                    <a:pt x="79051" y="174103"/>
                    <a:pt x="76197" y="225686"/>
                  </a:cubicBezTo>
                  <a:cubicBezTo>
                    <a:pt x="75371" y="240703"/>
                    <a:pt x="76197" y="255720"/>
                    <a:pt x="75521" y="270737"/>
                  </a:cubicBezTo>
                  <a:cubicBezTo>
                    <a:pt x="74996" y="296115"/>
                    <a:pt x="71691" y="321419"/>
                    <a:pt x="69213" y="346647"/>
                  </a:cubicBezTo>
                  <a:cubicBezTo>
                    <a:pt x="67486" y="364667"/>
                    <a:pt x="54719" y="376681"/>
                    <a:pt x="56371" y="384865"/>
                  </a:cubicBezTo>
                  <a:cubicBezTo>
                    <a:pt x="56897" y="387493"/>
                    <a:pt x="78075" y="396729"/>
                    <a:pt x="85810" y="399882"/>
                  </a:cubicBezTo>
                  <a:cubicBezTo>
                    <a:pt x="88611" y="400671"/>
                    <a:pt x="91187" y="402112"/>
                    <a:pt x="93320" y="404087"/>
                  </a:cubicBezTo>
                  <a:cubicBezTo>
                    <a:pt x="95280" y="406099"/>
                    <a:pt x="95648" y="409178"/>
                    <a:pt x="94221" y="411595"/>
                  </a:cubicBezTo>
                  <a:cubicBezTo>
                    <a:pt x="92419" y="413315"/>
                    <a:pt x="89926" y="414111"/>
                    <a:pt x="87462" y="413773"/>
                  </a:cubicBezTo>
                  <a:cubicBezTo>
                    <a:pt x="68725" y="413983"/>
                    <a:pt x="50010" y="412346"/>
                    <a:pt x="31588" y="408892"/>
                  </a:cubicBezTo>
                  <a:cubicBezTo>
                    <a:pt x="30461" y="408772"/>
                    <a:pt x="29395" y="408329"/>
                    <a:pt x="28509" y="407616"/>
                  </a:cubicBezTo>
                  <a:cubicBezTo>
                    <a:pt x="27938" y="406887"/>
                    <a:pt x="27555" y="406039"/>
                    <a:pt x="27382" y="405138"/>
                  </a:cubicBezTo>
                  <a:cubicBezTo>
                    <a:pt x="25843" y="399109"/>
                    <a:pt x="26368" y="392734"/>
                    <a:pt x="28884" y="387043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Content Placeholder 4">
              <a:extLst>
                <a:ext uri="{FF2B5EF4-FFF2-40B4-BE49-F238E27FC236}">
                  <a16:creationId xmlns:a16="http://schemas.microsoft.com/office/drawing/2014/main" id="{15AE98FE-5BBB-979B-AF28-1F1B8B5D4592}"/>
                </a:ext>
              </a:extLst>
            </p:cNvPr>
            <p:cNvSpPr/>
            <p:nvPr/>
          </p:nvSpPr>
          <p:spPr>
            <a:xfrm>
              <a:off x="4518248" y="645590"/>
              <a:ext cx="162358" cy="317583"/>
            </a:xfrm>
            <a:custGeom>
              <a:avLst/>
              <a:gdLst>
                <a:gd name="connsiteX0" fmla="*/ 108783 w 162358"/>
                <a:gd name="connsiteY0" fmla="*/ 14512 h 317583"/>
                <a:gd name="connsiteX1" fmla="*/ 101723 w 162358"/>
                <a:gd name="connsiteY1" fmla="*/ 12260 h 317583"/>
                <a:gd name="connsiteX2" fmla="*/ 66427 w 162358"/>
                <a:gd name="connsiteY2" fmla="*/ 847 h 317583"/>
                <a:gd name="connsiteX3" fmla="*/ 60944 w 162358"/>
                <a:gd name="connsiteY3" fmla="*/ 21 h 317583"/>
                <a:gd name="connsiteX4" fmla="*/ 57189 w 162358"/>
                <a:gd name="connsiteY4" fmla="*/ 1823 h 317583"/>
                <a:gd name="connsiteX5" fmla="*/ 23244 w 162358"/>
                <a:gd name="connsiteY5" fmla="*/ 63317 h 317583"/>
                <a:gd name="connsiteX6" fmla="*/ 3343 w 162358"/>
                <a:gd name="connsiteY6" fmla="*/ 302537 h 317583"/>
                <a:gd name="connsiteX7" fmla="*/ 162329 w 162358"/>
                <a:gd name="connsiteY7" fmla="*/ 317554 h 317583"/>
                <a:gd name="connsiteX8" fmla="*/ 152566 w 162358"/>
                <a:gd name="connsiteY8" fmla="*/ 257486 h 317583"/>
                <a:gd name="connsiteX9" fmla="*/ 146708 w 162358"/>
                <a:gd name="connsiteY9" fmla="*/ 162204 h 317583"/>
                <a:gd name="connsiteX10" fmla="*/ 142353 w 162358"/>
                <a:gd name="connsiteY10" fmla="*/ 66471 h 317583"/>
                <a:gd name="connsiteX11" fmla="*/ 138522 w 162358"/>
                <a:gd name="connsiteY11" fmla="*/ 27802 h 317583"/>
                <a:gd name="connsiteX12" fmla="*/ 115992 w 162358"/>
                <a:gd name="connsiteY12" fmla="*/ 16765 h 317583"/>
                <a:gd name="connsiteX13" fmla="*/ 108783 w 162358"/>
                <a:gd name="connsiteY13" fmla="*/ 14512 h 317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2358" h="317583">
                  <a:moveTo>
                    <a:pt x="108783" y="14512"/>
                  </a:moveTo>
                  <a:cubicBezTo>
                    <a:pt x="106455" y="13837"/>
                    <a:pt x="104052" y="13086"/>
                    <a:pt x="101723" y="12260"/>
                  </a:cubicBezTo>
                  <a:lnTo>
                    <a:pt x="66427" y="847"/>
                  </a:lnTo>
                  <a:cubicBezTo>
                    <a:pt x="64692" y="129"/>
                    <a:pt x="62814" y="-155"/>
                    <a:pt x="60944" y="21"/>
                  </a:cubicBezTo>
                  <a:cubicBezTo>
                    <a:pt x="59562" y="309"/>
                    <a:pt x="58278" y="927"/>
                    <a:pt x="57189" y="1823"/>
                  </a:cubicBezTo>
                  <a:cubicBezTo>
                    <a:pt x="35260" y="16840"/>
                    <a:pt x="29252" y="41168"/>
                    <a:pt x="23244" y="63317"/>
                  </a:cubicBezTo>
                  <a:cubicBezTo>
                    <a:pt x="1908" y="141147"/>
                    <a:pt x="-4843" y="222253"/>
                    <a:pt x="3343" y="302537"/>
                  </a:cubicBezTo>
                  <a:cubicBezTo>
                    <a:pt x="56048" y="310217"/>
                    <a:pt x="109113" y="315229"/>
                    <a:pt x="162329" y="317554"/>
                  </a:cubicBezTo>
                  <a:cubicBezTo>
                    <a:pt x="159325" y="317554"/>
                    <a:pt x="153242" y="262667"/>
                    <a:pt x="152566" y="257486"/>
                  </a:cubicBezTo>
                  <a:cubicBezTo>
                    <a:pt x="148398" y="225900"/>
                    <a:pt x="146445" y="194062"/>
                    <a:pt x="146708" y="162204"/>
                  </a:cubicBezTo>
                  <a:cubicBezTo>
                    <a:pt x="146708" y="130218"/>
                    <a:pt x="145056" y="98382"/>
                    <a:pt x="142353" y="66471"/>
                  </a:cubicBezTo>
                  <a:cubicBezTo>
                    <a:pt x="141226" y="53632"/>
                    <a:pt x="139949" y="40717"/>
                    <a:pt x="138522" y="27802"/>
                  </a:cubicBezTo>
                  <a:cubicBezTo>
                    <a:pt x="137997" y="22772"/>
                    <a:pt x="120724" y="17591"/>
                    <a:pt x="115992" y="16765"/>
                  </a:cubicBezTo>
                  <a:cubicBezTo>
                    <a:pt x="113552" y="16146"/>
                    <a:pt x="111141" y="15394"/>
                    <a:pt x="108783" y="14512"/>
                  </a:cubicBezTo>
                  <a:close/>
                </a:path>
              </a:pathLst>
            </a:custGeom>
            <a:solidFill>
              <a:srgbClr val="AA6A6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Content Placeholder 4">
              <a:extLst>
                <a:ext uri="{FF2B5EF4-FFF2-40B4-BE49-F238E27FC236}">
                  <a16:creationId xmlns:a16="http://schemas.microsoft.com/office/drawing/2014/main" id="{F9E8240F-D13E-BB4F-8D10-5ED0190B563E}"/>
                </a:ext>
              </a:extLst>
            </p:cNvPr>
            <p:cNvSpPr/>
            <p:nvPr/>
          </p:nvSpPr>
          <p:spPr>
            <a:xfrm>
              <a:off x="4603190" y="703733"/>
              <a:ext cx="169638" cy="159868"/>
            </a:xfrm>
            <a:custGeom>
              <a:avLst/>
              <a:gdLst>
                <a:gd name="connsiteX0" fmla="*/ 169384 w 169638"/>
                <a:gd name="connsiteY0" fmla="*/ 150313 h 159868"/>
                <a:gd name="connsiteX1" fmla="*/ 152712 w 169638"/>
                <a:gd name="connsiteY1" fmla="*/ 143480 h 159868"/>
                <a:gd name="connsiteX2" fmla="*/ 153988 w 169638"/>
                <a:gd name="connsiteY2" fmla="*/ 138074 h 159868"/>
                <a:gd name="connsiteX3" fmla="*/ 150309 w 169638"/>
                <a:gd name="connsiteY3" fmla="*/ 137624 h 159868"/>
                <a:gd name="connsiteX4" fmla="*/ 134012 w 169638"/>
                <a:gd name="connsiteY4" fmla="*/ 137098 h 159868"/>
                <a:gd name="connsiteX5" fmla="*/ 132510 w 169638"/>
                <a:gd name="connsiteY5" fmla="*/ 137098 h 159868"/>
                <a:gd name="connsiteX6" fmla="*/ 132510 w 169638"/>
                <a:gd name="connsiteY6" fmla="*/ 137098 h 159868"/>
                <a:gd name="connsiteX7" fmla="*/ 38335 w 169638"/>
                <a:gd name="connsiteY7" fmla="*/ 98129 h 159868"/>
                <a:gd name="connsiteX8" fmla="*/ 38335 w 169638"/>
                <a:gd name="connsiteY8" fmla="*/ 65993 h 159868"/>
                <a:gd name="connsiteX9" fmla="*/ 33904 w 169638"/>
                <a:gd name="connsiteY9" fmla="*/ 19816 h 159868"/>
                <a:gd name="connsiteX10" fmla="*/ 28271 w 169638"/>
                <a:gd name="connsiteY10" fmla="*/ 3372 h 159868"/>
                <a:gd name="connsiteX11" fmla="*/ 2587 w 169638"/>
                <a:gd name="connsiteY11" fmla="*/ 11331 h 159868"/>
                <a:gd name="connsiteX12" fmla="*/ 2211 w 169638"/>
                <a:gd name="connsiteY12" fmla="*/ 42116 h 159868"/>
                <a:gd name="connsiteX13" fmla="*/ 17983 w 169638"/>
                <a:gd name="connsiteY13" fmla="*/ 122456 h 159868"/>
                <a:gd name="connsiteX14" fmla="*/ 21662 w 169638"/>
                <a:gd name="connsiteY14" fmla="*/ 130866 h 159868"/>
                <a:gd name="connsiteX15" fmla="*/ 28496 w 169638"/>
                <a:gd name="connsiteY15" fmla="*/ 133569 h 159868"/>
                <a:gd name="connsiteX16" fmla="*/ 126126 w 169638"/>
                <a:gd name="connsiteY16" fmla="*/ 154367 h 159868"/>
                <a:gd name="connsiteX17" fmla="*/ 126126 w 169638"/>
                <a:gd name="connsiteY17" fmla="*/ 154367 h 159868"/>
                <a:gd name="connsiteX18" fmla="*/ 165253 w 169638"/>
                <a:gd name="connsiteY18" fmla="*/ 157070 h 159868"/>
                <a:gd name="connsiteX19" fmla="*/ 168783 w 169638"/>
                <a:gd name="connsiteY19" fmla="*/ 154818 h 159868"/>
                <a:gd name="connsiteX20" fmla="*/ 169384 w 169638"/>
                <a:gd name="connsiteY20" fmla="*/ 150313 h 15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9638" h="159868">
                  <a:moveTo>
                    <a:pt x="169384" y="150313"/>
                  </a:moveTo>
                  <a:cubicBezTo>
                    <a:pt x="165163" y="145604"/>
                    <a:pt x="159020" y="143086"/>
                    <a:pt x="152712" y="143480"/>
                  </a:cubicBezTo>
                  <a:cubicBezTo>
                    <a:pt x="154064" y="141978"/>
                    <a:pt x="155415" y="139501"/>
                    <a:pt x="153988" y="138074"/>
                  </a:cubicBezTo>
                  <a:cubicBezTo>
                    <a:pt x="152877" y="137430"/>
                    <a:pt x="151548" y="137267"/>
                    <a:pt x="150309" y="137624"/>
                  </a:cubicBezTo>
                  <a:cubicBezTo>
                    <a:pt x="144901" y="138577"/>
                    <a:pt x="139351" y="138398"/>
                    <a:pt x="134012" y="137098"/>
                  </a:cubicBezTo>
                  <a:lnTo>
                    <a:pt x="132510" y="137098"/>
                  </a:lnTo>
                  <a:lnTo>
                    <a:pt x="132510" y="137098"/>
                  </a:lnTo>
                  <a:cubicBezTo>
                    <a:pt x="100044" y="126871"/>
                    <a:pt x="68532" y="113832"/>
                    <a:pt x="38335" y="98129"/>
                  </a:cubicBezTo>
                  <a:cubicBezTo>
                    <a:pt x="39761" y="87464"/>
                    <a:pt x="39761" y="76657"/>
                    <a:pt x="38335" y="65993"/>
                  </a:cubicBezTo>
                  <a:cubicBezTo>
                    <a:pt x="36833" y="50601"/>
                    <a:pt x="35406" y="35208"/>
                    <a:pt x="33904" y="19816"/>
                  </a:cubicBezTo>
                  <a:cubicBezTo>
                    <a:pt x="34054" y="13838"/>
                    <a:pt x="32056" y="8004"/>
                    <a:pt x="28271" y="3372"/>
                  </a:cubicBezTo>
                  <a:cubicBezTo>
                    <a:pt x="20761" y="-4136"/>
                    <a:pt x="7018" y="1796"/>
                    <a:pt x="2587" y="11331"/>
                  </a:cubicBezTo>
                  <a:cubicBezTo>
                    <a:pt x="-770" y="21299"/>
                    <a:pt x="-898" y="32070"/>
                    <a:pt x="2211" y="42116"/>
                  </a:cubicBezTo>
                  <a:lnTo>
                    <a:pt x="17983" y="122456"/>
                  </a:lnTo>
                  <a:cubicBezTo>
                    <a:pt x="18298" y="125575"/>
                    <a:pt x="19590" y="128516"/>
                    <a:pt x="21662" y="130866"/>
                  </a:cubicBezTo>
                  <a:cubicBezTo>
                    <a:pt x="23668" y="132342"/>
                    <a:pt x="26026" y="133273"/>
                    <a:pt x="28496" y="133569"/>
                  </a:cubicBezTo>
                  <a:lnTo>
                    <a:pt x="126126" y="154367"/>
                  </a:lnTo>
                  <a:lnTo>
                    <a:pt x="126126" y="154367"/>
                  </a:lnTo>
                  <a:cubicBezTo>
                    <a:pt x="138255" y="160565"/>
                    <a:pt x="152389" y="161542"/>
                    <a:pt x="165253" y="157070"/>
                  </a:cubicBezTo>
                  <a:cubicBezTo>
                    <a:pt x="166650" y="156743"/>
                    <a:pt x="167897" y="155949"/>
                    <a:pt x="168783" y="154818"/>
                  </a:cubicBezTo>
                  <a:cubicBezTo>
                    <a:pt x="169609" y="153467"/>
                    <a:pt x="169827" y="151833"/>
                    <a:pt x="169384" y="150313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Content Placeholder 4">
              <a:extLst>
                <a:ext uri="{FF2B5EF4-FFF2-40B4-BE49-F238E27FC236}">
                  <a16:creationId xmlns:a16="http://schemas.microsoft.com/office/drawing/2014/main" id="{4C5F26C6-6A33-707F-98BA-254089C8A067}"/>
                </a:ext>
              </a:extLst>
            </p:cNvPr>
            <p:cNvSpPr/>
            <p:nvPr/>
          </p:nvSpPr>
          <p:spPr>
            <a:xfrm>
              <a:off x="4586881" y="495047"/>
              <a:ext cx="135841" cy="90267"/>
            </a:xfrm>
            <a:custGeom>
              <a:avLst/>
              <a:gdLst>
                <a:gd name="connsiteX0" fmla="*/ 133124 w 135841"/>
                <a:gd name="connsiteY0" fmla="*/ 19316 h 90267"/>
                <a:gd name="connsiteX1" fmla="*/ 93096 w 135841"/>
                <a:gd name="connsiteY1" fmla="*/ 19 h 90267"/>
                <a:gd name="connsiteX2" fmla="*/ 58850 w 135841"/>
                <a:gd name="connsiteY2" fmla="*/ 7527 h 90267"/>
                <a:gd name="connsiteX3" fmla="*/ 47285 w 135841"/>
                <a:gd name="connsiteY3" fmla="*/ 12183 h 90267"/>
                <a:gd name="connsiteX4" fmla="*/ 27308 w 135841"/>
                <a:gd name="connsiteY4" fmla="*/ 10981 h 90267"/>
                <a:gd name="connsiteX5" fmla="*/ 13114 w 135841"/>
                <a:gd name="connsiteY5" fmla="*/ 17439 h 90267"/>
                <a:gd name="connsiteX6" fmla="*/ -28 w 135841"/>
                <a:gd name="connsiteY6" fmla="*/ 74878 h 90267"/>
                <a:gd name="connsiteX7" fmla="*/ 12438 w 135841"/>
                <a:gd name="connsiteY7" fmla="*/ 88994 h 90267"/>
                <a:gd name="connsiteX8" fmla="*/ 34968 w 135841"/>
                <a:gd name="connsiteY8" fmla="*/ 69322 h 90267"/>
                <a:gd name="connsiteX9" fmla="*/ 81831 w 135841"/>
                <a:gd name="connsiteY9" fmla="*/ 70373 h 90267"/>
                <a:gd name="connsiteX10" fmla="*/ 133124 w 135841"/>
                <a:gd name="connsiteY10" fmla="*/ 19316 h 90267"/>
                <a:gd name="connsiteX11" fmla="*/ 8458 w 135841"/>
                <a:gd name="connsiteY11" fmla="*/ 79759 h 90267"/>
                <a:gd name="connsiteX12" fmla="*/ 8458 w 135841"/>
                <a:gd name="connsiteY12" fmla="*/ 79759 h 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5841" h="90267">
                  <a:moveTo>
                    <a:pt x="133124" y="19316"/>
                  </a:moveTo>
                  <a:cubicBezTo>
                    <a:pt x="127792" y="4299"/>
                    <a:pt x="106614" y="-582"/>
                    <a:pt x="93096" y="19"/>
                  </a:cubicBezTo>
                  <a:cubicBezTo>
                    <a:pt x="81358" y="707"/>
                    <a:pt x="69800" y="3241"/>
                    <a:pt x="58850" y="7527"/>
                  </a:cubicBezTo>
                  <a:cubicBezTo>
                    <a:pt x="55245" y="8804"/>
                    <a:pt x="51340" y="10606"/>
                    <a:pt x="47285" y="12183"/>
                  </a:cubicBezTo>
                  <a:cubicBezTo>
                    <a:pt x="40601" y="12183"/>
                    <a:pt x="34142" y="11206"/>
                    <a:pt x="27308" y="10981"/>
                  </a:cubicBezTo>
                  <a:cubicBezTo>
                    <a:pt x="21721" y="10150"/>
                    <a:pt x="16163" y="12678"/>
                    <a:pt x="13114" y="17439"/>
                  </a:cubicBezTo>
                  <a:cubicBezTo>
                    <a:pt x="4388" y="35326"/>
                    <a:pt x="-103" y="54978"/>
                    <a:pt x="-28" y="74878"/>
                  </a:cubicBezTo>
                  <a:cubicBezTo>
                    <a:pt x="-28" y="81561"/>
                    <a:pt x="2826" y="94250"/>
                    <a:pt x="12438" y="88994"/>
                  </a:cubicBezTo>
                  <a:cubicBezTo>
                    <a:pt x="20609" y="83233"/>
                    <a:pt x="28157" y="76640"/>
                    <a:pt x="34968" y="69322"/>
                  </a:cubicBezTo>
                  <a:cubicBezTo>
                    <a:pt x="46909" y="59110"/>
                    <a:pt x="68538" y="67445"/>
                    <a:pt x="81831" y="70373"/>
                  </a:cubicBezTo>
                  <a:cubicBezTo>
                    <a:pt x="112772" y="76830"/>
                    <a:pt x="145515" y="54530"/>
                    <a:pt x="133124" y="19316"/>
                  </a:cubicBezTo>
                  <a:close/>
                  <a:moveTo>
                    <a:pt x="8458" y="79759"/>
                  </a:moveTo>
                  <a:lnTo>
                    <a:pt x="8458" y="79759"/>
                  </a:ln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Content Placeholder 4">
              <a:extLst>
                <a:ext uri="{FF2B5EF4-FFF2-40B4-BE49-F238E27FC236}">
                  <a16:creationId xmlns:a16="http://schemas.microsoft.com/office/drawing/2014/main" id="{3FA17204-F364-9F25-F4F2-163CE7CBE29E}"/>
                </a:ext>
              </a:extLst>
            </p:cNvPr>
            <p:cNvSpPr/>
            <p:nvPr/>
          </p:nvSpPr>
          <p:spPr>
            <a:xfrm>
              <a:off x="4589600" y="691421"/>
              <a:ext cx="62543" cy="85070"/>
            </a:xfrm>
            <a:custGeom>
              <a:avLst/>
              <a:gdLst>
                <a:gd name="connsiteX0" fmla="*/ 16027 w 62543"/>
                <a:gd name="connsiteY0" fmla="*/ 82209 h 85070"/>
                <a:gd name="connsiteX1" fmla="*/ 16703 w 62543"/>
                <a:gd name="connsiteY1" fmla="*/ 442 h 85070"/>
                <a:gd name="connsiteX2" fmla="*/ 62514 w 62543"/>
                <a:gd name="connsiteY2" fmla="*/ 78305 h 85070"/>
                <a:gd name="connsiteX3" fmla="*/ 16027 w 62543"/>
                <a:gd name="connsiteY3" fmla="*/ 82209 h 8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543" h="85070">
                  <a:moveTo>
                    <a:pt x="16027" y="82209"/>
                  </a:moveTo>
                  <a:cubicBezTo>
                    <a:pt x="16027" y="82209"/>
                    <a:pt x="-20546" y="7125"/>
                    <a:pt x="16703" y="442"/>
                  </a:cubicBezTo>
                  <a:cubicBezTo>
                    <a:pt x="53953" y="-6241"/>
                    <a:pt x="61237" y="59984"/>
                    <a:pt x="62514" y="78305"/>
                  </a:cubicBezTo>
                  <a:cubicBezTo>
                    <a:pt x="62514" y="78004"/>
                    <a:pt x="20759" y="90468"/>
                    <a:pt x="16027" y="82209"/>
                  </a:cubicBezTo>
                  <a:close/>
                </a:path>
              </a:pathLst>
            </a:custGeom>
            <a:solidFill>
              <a:srgbClr val="B77C7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Content Placeholder 4">
              <a:extLst>
                <a:ext uri="{FF2B5EF4-FFF2-40B4-BE49-F238E27FC236}">
                  <a16:creationId xmlns:a16="http://schemas.microsoft.com/office/drawing/2014/main" id="{ABA3BB9C-0AC1-9327-D596-E9D1E8D57401}"/>
                </a:ext>
              </a:extLst>
            </p:cNvPr>
            <p:cNvSpPr/>
            <p:nvPr/>
          </p:nvSpPr>
          <p:spPr>
            <a:xfrm>
              <a:off x="4612017" y="447903"/>
              <a:ext cx="74684" cy="157169"/>
            </a:xfrm>
            <a:custGeom>
              <a:avLst/>
              <a:gdLst>
                <a:gd name="connsiteX0" fmla="*/ 71114 w 74684"/>
                <a:gd name="connsiteY0" fmla="*/ 15703 h 157169"/>
                <a:gd name="connsiteX1" fmla="*/ 57821 w 74684"/>
                <a:gd name="connsiteY1" fmla="*/ 686 h 157169"/>
                <a:gd name="connsiteX2" fmla="*/ 31236 w 74684"/>
                <a:gd name="connsiteY2" fmla="*/ 17505 h 157169"/>
                <a:gd name="connsiteX3" fmla="*/ 19745 w 74684"/>
                <a:gd name="connsiteY3" fmla="*/ 88760 h 157169"/>
                <a:gd name="connsiteX4" fmla="*/ 19745 w 74684"/>
                <a:gd name="connsiteY4" fmla="*/ 96269 h 157169"/>
                <a:gd name="connsiteX5" fmla="*/ 11560 w 74684"/>
                <a:gd name="connsiteY5" fmla="*/ 98822 h 157169"/>
                <a:gd name="connsiteX6" fmla="*/ 6303 w 74684"/>
                <a:gd name="connsiteY6" fmla="*/ 106330 h 157169"/>
                <a:gd name="connsiteX7" fmla="*/ -6 w 74684"/>
                <a:gd name="connsiteY7" fmla="*/ 136364 h 157169"/>
                <a:gd name="connsiteX8" fmla="*/ 1496 w 74684"/>
                <a:gd name="connsiteY8" fmla="*/ 145299 h 157169"/>
                <a:gd name="connsiteX9" fmla="*/ 9006 w 74684"/>
                <a:gd name="connsiteY9" fmla="*/ 152808 h 157169"/>
                <a:gd name="connsiteX10" fmla="*/ 52166 w 74684"/>
                <a:gd name="connsiteY10" fmla="*/ 141543 h 157169"/>
                <a:gd name="connsiteX11" fmla="*/ 52864 w 74684"/>
                <a:gd name="connsiteY11" fmla="*/ 110910 h 157169"/>
                <a:gd name="connsiteX12" fmla="*/ 44078 w 74684"/>
                <a:gd name="connsiteY12" fmla="*/ 100924 h 157169"/>
                <a:gd name="connsiteX13" fmla="*/ 28082 w 74684"/>
                <a:gd name="connsiteY13" fmla="*/ 96344 h 157169"/>
                <a:gd name="connsiteX14" fmla="*/ 28082 w 74684"/>
                <a:gd name="connsiteY14" fmla="*/ 77948 h 157169"/>
                <a:gd name="connsiteX15" fmla="*/ 30034 w 74684"/>
                <a:gd name="connsiteY15" fmla="*/ 51969 h 157169"/>
                <a:gd name="connsiteX16" fmla="*/ 44303 w 74684"/>
                <a:gd name="connsiteY16" fmla="*/ 30870 h 157169"/>
                <a:gd name="connsiteX17" fmla="*/ 56394 w 74684"/>
                <a:gd name="connsiteY17" fmla="*/ 29068 h 157169"/>
                <a:gd name="connsiteX18" fmla="*/ 61501 w 74684"/>
                <a:gd name="connsiteY18" fmla="*/ 32898 h 157169"/>
                <a:gd name="connsiteX19" fmla="*/ 73442 w 74684"/>
                <a:gd name="connsiteY19" fmla="*/ 47914 h 157169"/>
                <a:gd name="connsiteX20" fmla="*/ 71114 w 74684"/>
                <a:gd name="connsiteY20" fmla="*/ 15703 h 157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74684" h="157169">
                  <a:moveTo>
                    <a:pt x="71114" y="15703"/>
                  </a:moveTo>
                  <a:cubicBezTo>
                    <a:pt x="69146" y="8964"/>
                    <a:pt x="64272" y="3456"/>
                    <a:pt x="57821" y="686"/>
                  </a:cubicBezTo>
                  <a:cubicBezTo>
                    <a:pt x="46932" y="-2843"/>
                    <a:pt x="36418" y="7294"/>
                    <a:pt x="31236" y="17505"/>
                  </a:cubicBezTo>
                  <a:cubicBezTo>
                    <a:pt x="20271" y="39205"/>
                    <a:pt x="19896" y="64508"/>
                    <a:pt x="19745" y="88760"/>
                  </a:cubicBezTo>
                  <a:lnTo>
                    <a:pt x="19745" y="96269"/>
                  </a:lnTo>
                  <a:cubicBezTo>
                    <a:pt x="16832" y="96332"/>
                    <a:pt x="13993" y="97216"/>
                    <a:pt x="11560" y="98822"/>
                  </a:cubicBezTo>
                  <a:cubicBezTo>
                    <a:pt x="9186" y="100827"/>
                    <a:pt x="7377" y="103415"/>
                    <a:pt x="6303" y="106330"/>
                  </a:cubicBezTo>
                  <a:cubicBezTo>
                    <a:pt x="2135" y="115794"/>
                    <a:pt x="-13" y="126023"/>
                    <a:pt x="-6" y="136364"/>
                  </a:cubicBezTo>
                  <a:cubicBezTo>
                    <a:pt x="-148" y="139415"/>
                    <a:pt x="362" y="142462"/>
                    <a:pt x="1496" y="145299"/>
                  </a:cubicBezTo>
                  <a:cubicBezTo>
                    <a:pt x="3186" y="148502"/>
                    <a:pt x="5799" y="151120"/>
                    <a:pt x="9006" y="152808"/>
                  </a:cubicBezTo>
                  <a:cubicBezTo>
                    <a:pt x="24034" y="161613"/>
                    <a:pt x="43357" y="156570"/>
                    <a:pt x="52166" y="141543"/>
                  </a:cubicBezTo>
                  <a:cubicBezTo>
                    <a:pt x="57678" y="132139"/>
                    <a:pt x="57941" y="120556"/>
                    <a:pt x="52864" y="110910"/>
                  </a:cubicBezTo>
                  <a:cubicBezTo>
                    <a:pt x="50844" y="106881"/>
                    <a:pt x="47818" y="103442"/>
                    <a:pt x="44078" y="100924"/>
                  </a:cubicBezTo>
                  <a:cubicBezTo>
                    <a:pt x="39226" y="98055"/>
                    <a:pt x="33714" y="96478"/>
                    <a:pt x="28082" y="96344"/>
                  </a:cubicBezTo>
                  <a:cubicBezTo>
                    <a:pt x="28082" y="90187"/>
                    <a:pt x="28082" y="84030"/>
                    <a:pt x="28082" y="77948"/>
                  </a:cubicBezTo>
                  <a:cubicBezTo>
                    <a:pt x="27638" y="69241"/>
                    <a:pt x="28292" y="60512"/>
                    <a:pt x="30034" y="51969"/>
                  </a:cubicBezTo>
                  <a:cubicBezTo>
                    <a:pt x="31904" y="43367"/>
                    <a:pt x="37018" y="35812"/>
                    <a:pt x="44303" y="30870"/>
                  </a:cubicBezTo>
                  <a:cubicBezTo>
                    <a:pt x="47833" y="28412"/>
                    <a:pt x="52301" y="27745"/>
                    <a:pt x="56394" y="29068"/>
                  </a:cubicBezTo>
                  <a:cubicBezTo>
                    <a:pt x="58324" y="30008"/>
                    <a:pt x="60059" y="31308"/>
                    <a:pt x="61501" y="32898"/>
                  </a:cubicBezTo>
                  <a:cubicBezTo>
                    <a:pt x="65984" y="37482"/>
                    <a:pt x="69987" y="42514"/>
                    <a:pt x="73442" y="47914"/>
                  </a:cubicBezTo>
                  <a:cubicBezTo>
                    <a:pt x="75642" y="37168"/>
                    <a:pt x="74839" y="26021"/>
                    <a:pt x="71114" y="15703"/>
                  </a:cubicBezTo>
                  <a:close/>
                </a:path>
              </a:pathLst>
            </a:custGeom>
            <a:solidFill>
              <a:srgbClr val="EBCE5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64833ADB-F996-EA19-E9EA-F5FC197940B2}"/>
              </a:ext>
            </a:extLst>
          </p:cNvPr>
          <p:cNvGrpSpPr/>
          <p:nvPr userDrawn="1"/>
        </p:nvGrpSpPr>
        <p:grpSpPr>
          <a:xfrm>
            <a:off x="2437083" y="3074240"/>
            <a:ext cx="288912" cy="860582"/>
            <a:chOff x="5006011" y="465756"/>
            <a:chExt cx="288912" cy="860582"/>
          </a:xfrm>
        </p:grpSpPr>
        <p:sp>
          <p:nvSpPr>
            <p:cNvPr id="138" name="Content Placeholder 4">
              <a:extLst>
                <a:ext uri="{FF2B5EF4-FFF2-40B4-BE49-F238E27FC236}">
                  <a16:creationId xmlns:a16="http://schemas.microsoft.com/office/drawing/2014/main" id="{F41F9B50-7DFA-AABD-63CB-CA2B650BFB38}"/>
                </a:ext>
              </a:extLst>
            </p:cNvPr>
            <p:cNvSpPr/>
            <p:nvPr/>
          </p:nvSpPr>
          <p:spPr>
            <a:xfrm>
              <a:off x="5042353" y="1303617"/>
              <a:ext cx="252570" cy="22721"/>
            </a:xfrm>
            <a:custGeom>
              <a:avLst/>
              <a:gdLst>
                <a:gd name="connsiteX0" fmla="*/ 197568 w 252570"/>
                <a:gd name="connsiteY0" fmla="*/ 21584 h 22721"/>
                <a:gd name="connsiteX1" fmla="*/ 252541 w 252570"/>
                <a:gd name="connsiteY1" fmla="*/ 10622 h 22721"/>
                <a:gd name="connsiteX2" fmla="*/ 223703 w 252570"/>
                <a:gd name="connsiteY2" fmla="*/ 4690 h 22721"/>
                <a:gd name="connsiteX3" fmla="*/ 58483 w 252570"/>
                <a:gd name="connsiteY3" fmla="*/ 35 h 22721"/>
                <a:gd name="connsiteX4" fmla="*/ 22510 w 252570"/>
                <a:gd name="connsiteY4" fmla="*/ 3789 h 22721"/>
                <a:gd name="connsiteX5" fmla="*/ 8016 w 252570"/>
                <a:gd name="connsiteY5" fmla="*/ 9120 h 22721"/>
                <a:gd name="connsiteX6" fmla="*/ 506 w 252570"/>
                <a:gd name="connsiteY6" fmla="*/ 19332 h 22721"/>
                <a:gd name="connsiteX7" fmla="*/ 11545 w 252570"/>
                <a:gd name="connsiteY7" fmla="*/ 22560 h 22721"/>
                <a:gd name="connsiteX8" fmla="*/ 55854 w 252570"/>
                <a:gd name="connsiteY8" fmla="*/ 21584 h 22721"/>
                <a:gd name="connsiteX9" fmla="*/ 145974 w 252570"/>
                <a:gd name="connsiteY9" fmla="*/ 21059 h 22721"/>
                <a:gd name="connsiteX10" fmla="*/ 197568 w 252570"/>
                <a:gd name="connsiteY10" fmla="*/ 21584 h 22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2570" h="22721">
                  <a:moveTo>
                    <a:pt x="197568" y="21584"/>
                  </a:moveTo>
                  <a:cubicBezTo>
                    <a:pt x="216568" y="21584"/>
                    <a:pt x="237146" y="21584"/>
                    <a:pt x="252541" y="10622"/>
                  </a:cubicBezTo>
                  <a:cubicBezTo>
                    <a:pt x="243499" y="6492"/>
                    <a:pt x="233638" y="4465"/>
                    <a:pt x="223703" y="4690"/>
                  </a:cubicBezTo>
                  <a:cubicBezTo>
                    <a:pt x="168805" y="1987"/>
                    <a:pt x="113831" y="-341"/>
                    <a:pt x="58483" y="35"/>
                  </a:cubicBezTo>
                  <a:cubicBezTo>
                    <a:pt x="46377" y="-341"/>
                    <a:pt x="34278" y="921"/>
                    <a:pt x="22510" y="3789"/>
                  </a:cubicBezTo>
                  <a:cubicBezTo>
                    <a:pt x="17576" y="5276"/>
                    <a:pt x="12739" y="7055"/>
                    <a:pt x="8016" y="9120"/>
                  </a:cubicBezTo>
                  <a:cubicBezTo>
                    <a:pt x="3960" y="10772"/>
                    <a:pt x="-1822" y="14001"/>
                    <a:pt x="506" y="19332"/>
                  </a:cubicBezTo>
                  <a:cubicBezTo>
                    <a:pt x="2608" y="23536"/>
                    <a:pt x="7640" y="22635"/>
                    <a:pt x="11545" y="22560"/>
                  </a:cubicBezTo>
                  <a:lnTo>
                    <a:pt x="55854" y="21584"/>
                  </a:lnTo>
                  <a:cubicBezTo>
                    <a:pt x="85894" y="21134"/>
                    <a:pt x="115934" y="20961"/>
                    <a:pt x="145974" y="21059"/>
                  </a:cubicBezTo>
                  <a:cubicBezTo>
                    <a:pt x="163397" y="21156"/>
                    <a:pt x="180595" y="21336"/>
                    <a:pt x="197568" y="21584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Content Placeholder 4">
              <a:extLst>
                <a:ext uri="{FF2B5EF4-FFF2-40B4-BE49-F238E27FC236}">
                  <a16:creationId xmlns:a16="http://schemas.microsoft.com/office/drawing/2014/main" id="{9F8F8FC7-AD38-6192-2074-20EE972DC6DF}"/>
                </a:ext>
              </a:extLst>
            </p:cNvPr>
            <p:cNvSpPr/>
            <p:nvPr/>
          </p:nvSpPr>
          <p:spPr>
            <a:xfrm>
              <a:off x="5070374" y="824867"/>
              <a:ext cx="119486" cy="78076"/>
            </a:xfrm>
            <a:custGeom>
              <a:avLst/>
              <a:gdLst>
                <a:gd name="connsiteX0" fmla="*/ 47 w 119486"/>
                <a:gd name="connsiteY0" fmla="*/ 10707 h 78076"/>
                <a:gd name="connsiteX1" fmla="*/ 798 w 119486"/>
                <a:gd name="connsiteY1" fmla="*/ 59212 h 78076"/>
                <a:gd name="connsiteX2" fmla="*/ -28 w 119486"/>
                <a:gd name="connsiteY2" fmla="*/ 63867 h 78076"/>
                <a:gd name="connsiteX3" fmla="*/ 5605 w 119486"/>
                <a:gd name="connsiteY3" fmla="*/ 70324 h 78076"/>
                <a:gd name="connsiteX4" fmla="*/ 48111 w 119486"/>
                <a:gd name="connsiteY4" fmla="*/ 77833 h 78076"/>
                <a:gd name="connsiteX5" fmla="*/ 118029 w 119486"/>
                <a:gd name="connsiteY5" fmla="*/ 73778 h 78076"/>
                <a:gd name="connsiteX6" fmla="*/ 118029 w 119486"/>
                <a:gd name="connsiteY6" fmla="*/ 61465 h 78076"/>
                <a:gd name="connsiteX7" fmla="*/ 118405 w 119486"/>
                <a:gd name="connsiteY7" fmla="*/ 22796 h 78076"/>
                <a:gd name="connsiteX8" fmla="*/ 117954 w 119486"/>
                <a:gd name="connsiteY8" fmla="*/ 18441 h 78076"/>
                <a:gd name="connsiteX9" fmla="*/ 115100 w 119486"/>
                <a:gd name="connsiteY9" fmla="*/ 15813 h 78076"/>
                <a:gd name="connsiteX10" fmla="*/ 60653 w 119486"/>
                <a:gd name="connsiteY10" fmla="*/ -30 h 78076"/>
                <a:gd name="connsiteX11" fmla="*/ 37447 w 119486"/>
                <a:gd name="connsiteY11" fmla="*/ 2073 h 78076"/>
                <a:gd name="connsiteX12" fmla="*/ 47 w 119486"/>
                <a:gd name="connsiteY12" fmla="*/ 10707 h 78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9486" h="78076">
                  <a:moveTo>
                    <a:pt x="47" y="10707"/>
                  </a:moveTo>
                  <a:cubicBezTo>
                    <a:pt x="5244" y="26420"/>
                    <a:pt x="5507" y="43347"/>
                    <a:pt x="798" y="59212"/>
                  </a:cubicBezTo>
                  <a:cubicBezTo>
                    <a:pt x="227" y="60697"/>
                    <a:pt x="-50" y="62277"/>
                    <a:pt x="-28" y="63867"/>
                  </a:cubicBezTo>
                  <a:cubicBezTo>
                    <a:pt x="731" y="66783"/>
                    <a:pt x="2818" y="69174"/>
                    <a:pt x="5605" y="70324"/>
                  </a:cubicBezTo>
                  <a:cubicBezTo>
                    <a:pt x="18950" y="76265"/>
                    <a:pt x="33542" y="78844"/>
                    <a:pt x="48111" y="77833"/>
                  </a:cubicBezTo>
                  <a:cubicBezTo>
                    <a:pt x="71475" y="77909"/>
                    <a:pt x="94831" y="76555"/>
                    <a:pt x="118029" y="73778"/>
                  </a:cubicBezTo>
                  <a:cubicBezTo>
                    <a:pt x="120733" y="70550"/>
                    <a:pt x="118930" y="65594"/>
                    <a:pt x="118029" y="61465"/>
                  </a:cubicBezTo>
                  <a:cubicBezTo>
                    <a:pt x="114274" y="49076"/>
                    <a:pt x="117053" y="35786"/>
                    <a:pt x="118405" y="22796"/>
                  </a:cubicBezTo>
                  <a:cubicBezTo>
                    <a:pt x="118690" y="21332"/>
                    <a:pt x="118532" y="19816"/>
                    <a:pt x="117954" y="18441"/>
                  </a:cubicBezTo>
                  <a:cubicBezTo>
                    <a:pt x="117271" y="17310"/>
                    <a:pt x="116279" y="16399"/>
                    <a:pt x="115100" y="15813"/>
                  </a:cubicBezTo>
                  <a:cubicBezTo>
                    <a:pt x="98796" y="5533"/>
                    <a:pt x="79931" y="44"/>
                    <a:pt x="60653" y="-30"/>
                  </a:cubicBezTo>
                  <a:cubicBezTo>
                    <a:pt x="52872" y="30"/>
                    <a:pt x="45107" y="733"/>
                    <a:pt x="37447" y="2073"/>
                  </a:cubicBezTo>
                  <a:cubicBezTo>
                    <a:pt x="24793" y="4071"/>
                    <a:pt x="12296" y="6957"/>
                    <a:pt x="47" y="10707"/>
                  </a:cubicBezTo>
                  <a:close/>
                </a:path>
              </a:pathLst>
            </a:custGeom>
            <a:solidFill>
              <a:srgbClr val="A08B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Content Placeholder 4">
              <a:extLst>
                <a:ext uri="{FF2B5EF4-FFF2-40B4-BE49-F238E27FC236}">
                  <a16:creationId xmlns:a16="http://schemas.microsoft.com/office/drawing/2014/main" id="{2F71EB9B-939F-72A5-190E-151CE2CF0391}"/>
                </a:ext>
              </a:extLst>
            </p:cNvPr>
            <p:cNvSpPr/>
            <p:nvPr/>
          </p:nvSpPr>
          <p:spPr>
            <a:xfrm>
              <a:off x="5029638" y="625583"/>
              <a:ext cx="12366" cy="21601"/>
            </a:xfrm>
            <a:custGeom>
              <a:avLst/>
              <a:gdLst>
                <a:gd name="connsiteX0" fmla="*/ 379 w 12366"/>
                <a:gd name="connsiteY0" fmla="*/ 4410 h 21601"/>
                <a:gd name="connsiteX1" fmla="*/ 8790 w 12366"/>
                <a:gd name="connsiteY1" fmla="*/ 20403 h 21601"/>
                <a:gd name="connsiteX2" fmla="*/ 12245 w 12366"/>
                <a:gd name="connsiteY2" fmla="*/ 18977 h 21601"/>
                <a:gd name="connsiteX3" fmla="*/ 6837 w 12366"/>
                <a:gd name="connsiteY3" fmla="*/ 1932 h 21601"/>
                <a:gd name="connsiteX4" fmla="*/ 379 w 12366"/>
                <a:gd name="connsiteY4" fmla="*/ 4410 h 2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366" h="21601">
                  <a:moveTo>
                    <a:pt x="379" y="4410"/>
                  </a:moveTo>
                  <a:cubicBezTo>
                    <a:pt x="3473" y="9585"/>
                    <a:pt x="6282" y="14923"/>
                    <a:pt x="8790" y="20403"/>
                  </a:cubicBezTo>
                  <a:cubicBezTo>
                    <a:pt x="9691" y="22731"/>
                    <a:pt x="12921" y="21229"/>
                    <a:pt x="12245" y="18977"/>
                  </a:cubicBezTo>
                  <a:cubicBezTo>
                    <a:pt x="10592" y="13270"/>
                    <a:pt x="8940" y="7489"/>
                    <a:pt x="6837" y="1932"/>
                  </a:cubicBezTo>
                  <a:cubicBezTo>
                    <a:pt x="4885" y="-2122"/>
                    <a:pt x="-1724" y="806"/>
                    <a:pt x="379" y="4410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Content Placeholder 4">
              <a:extLst>
                <a:ext uri="{FF2B5EF4-FFF2-40B4-BE49-F238E27FC236}">
                  <a16:creationId xmlns:a16="http://schemas.microsoft.com/office/drawing/2014/main" id="{B7BDB4CF-6C10-B489-904C-DA7F8CE1138D}"/>
                </a:ext>
              </a:extLst>
            </p:cNvPr>
            <p:cNvSpPr/>
            <p:nvPr/>
          </p:nvSpPr>
          <p:spPr>
            <a:xfrm>
              <a:off x="5006662" y="672070"/>
              <a:ext cx="18328" cy="10436"/>
            </a:xfrm>
            <a:custGeom>
              <a:avLst/>
              <a:gdLst>
                <a:gd name="connsiteX0" fmla="*/ 3078 w 18328"/>
                <a:gd name="connsiteY0" fmla="*/ 10407 h 10436"/>
                <a:gd name="connsiteX1" fmla="*/ 10137 w 18328"/>
                <a:gd name="connsiteY1" fmla="*/ 7404 h 10436"/>
                <a:gd name="connsiteX2" fmla="*/ 17647 w 18328"/>
                <a:gd name="connsiteY2" fmla="*/ 3199 h 10436"/>
                <a:gd name="connsiteX3" fmla="*/ 16821 w 18328"/>
                <a:gd name="connsiteY3" fmla="*/ -30 h 10436"/>
                <a:gd name="connsiteX4" fmla="*/ 9311 w 18328"/>
                <a:gd name="connsiteY4" fmla="*/ 1847 h 10436"/>
                <a:gd name="connsiteX5" fmla="*/ 1125 w 18328"/>
                <a:gd name="connsiteY5" fmla="*/ 4926 h 10436"/>
                <a:gd name="connsiteX6" fmla="*/ 645 w 18328"/>
                <a:gd name="connsiteY6" fmla="*/ 9253 h 10436"/>
                <a:gd name="connsiteX7" fmla="*/ 3078 w 18328"/>
                <a:gd name="connsiteY7" fmla="*/ 10407 h 10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328" h="10436">
                  <a:moveTo>
                    <a:pt x="3078" y="10407"/>
                  </a:moveTo>
                  <a:cubicBezTo>
                    <a:pt x="5549" y="9705"/>
                    <a:pt x="7922" y="8696"/>
                    <a:pt x="10137" y="7404"/>
                  </a:cubicBezTo>
                  <a:cubicBezTo>
                    <a:pt x="12863" y="6440"/>
                    <a:pt x="15402" y="5017"/>
                    <a:pt x="17647" y="3199"/>
                  </a:cubicBezTo>
                  <a:cubicBezTo>
                    <a:pt x="18624" y="2223"/>
                    <a:pt x="18624" y="-30"/>
                    <a:pt x="16821" y="-30"/>
                  </a:cubicBezTo>
                  <a:cubicBezTo>
                    <a:pt x="14238" y="200"/>
                    <a:pt x="11699" y="834"/>
                    <a:pt x="9311" y="1847"/>
                  </a:cubicBezTo>
                  <a:cubicBezTo>
                    <a:pt x="6465" y="2524"/>
                    <a:pt x="3716" y="3559"/>
                    <a:pt x="1125" y="4926"/>
                  </a:cubicBezTo>
                  <a:cubicBezTo>
                    <a:pt x="-204" y="5989"/>
                    <a:pt x="-414" y="7926"/>
                    <a:pt x="645" y="9253"/>
                  </a:cubicBezTo>
                  <a:cubicBezTo>
                    <a:pt x="1238" y="9990"/>
                    <a:pt x="2132" y="10415"/>
                    <a:pt x="3078" y="10407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Content Placeholder 4">
              <a:extLst>
                <a:ext uri="{FF2B5EF4-FFF2-40B4-BE49-F238E27FC236}">
                  <a16:creationId xmlns:a16="http://schemas.microsoft.com/office/drawing/2014/main" id="{608B7C5B-C178-5F0E-F69E-87516A4B86BB}"/>
                </a:ext>
              </a:extLst>
            </p:cNvPr>
            <p:cNvSpPr/>
            <p:nvPr/>
          </p:nvSpPr>
          <p:spPr>
            <a:xfrm>
              <a:off x="5006011" y="647838"/>
              <a:ext cx="20103" cy="11618"/>
            </a:xfrm>
            <a:custGeom>
              <a:avLst/>
              <a:gdLst>
                <a:gd name="connsiteX0" fmla="*/ 1326 w 20103"/>
                <a:gd name="connsiteY0" fmla="*/ 5657 h 11618"/>
                <a:gd name="connsiteX1" fmla="*/ 10263 w 20103"/>
                <a:gd name="connsiteY1" fmla="*/ 9561 h 11618"/>
                <a:gd name="connsiteX2" fmla="*/ 18524 w 20103"/>
                <a:gd name="connsiteY2" fmla="*/ 11589 h 11618"/>
                <a:gd name="connsiteX3" fmla="*/ 20056 w 20103"/>
                <a:gd name="connsiteY3" fmla="*/ 9555 h 11618"/>
                <a:gd name="connsiteX4" fmla="*/ 19726 w 20103"/>
                <a:gd name="connsiteY4" fmla="*/ 8736 h 11618"/>
                <a:gd name="connsiteX5" fmla="*/ 13567 w 20103"/>
                <a:gd name="connsiteY5" fmla="*/ 4531 h 11618"/>
                <a:gd name="connsiteX6" fmla="*/ 4405 w 20103"/>
                <a:gd name="connsiteY6" fmla="*/ 176 h 11618"/>
                <a:gd name="connsiteX7" fmla="*/ 1326 w 20103"/>
                <a:gd name="connsiteY7" fmla="*/ 5657 h 11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103" h="11618">
                  <a:moveTo>
                    <a:pt x="1326" y="5657"/>
                  </a:moveTo>
                  <a:cubicBezTo>
                    <a:pt x="4165" y="7262"/>
                    <a:pt x="7161" y="8571"/>
                    <a:pt x="10263" y="9561"/>
                  </a:cubicBezTo>
                  <a:cubicBezTo>
                    <a:pt x="12861" y="10755"/>
                    <a:pt x="15670" y="11444"/>
                    <a:pt x="18524" y="11589"/>
                  </a:cubicBezTo>
                  <a:cubicBezTo>
                    <a:pt x="19508" y="11451"/>
                    <a:pt x="20199" y="10540"/>
                    <a:pt x="20056" y="9555"/>
                  </a:cubicBezTo>
                  <a:cubicBezTo>
                    <a:pt x="20018" y="9258"/>
                    <a:pt x="19906" y="8977"/>
                    <a:pt x="19726" y="8736"/>
                  </a:cubicBezTo>
                  <a:cubicBezTo>
                    <a:pt x="17961" y="6952"/>
                    <a:pt x="15873" y="5524"/>
                    <a:pt x="13567" y="4531"/>
                  </a:cubicBezTo>
                  <a:cubicBezTo>
                    <a:pt x="10683" y="2750"/>
                    <a:pt x="7612" y="1289"/>
                    <a:pt x="4405" y="176"/>
                  </a:cubicBezTo>
                  <a:cubicBezTo>
                    <a:pt x="1251" y="-1025"/>
                    <a:pt x="-1903" y="3329"/>
                    <a:pt x="1326" y="5657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Content Placeholder 4">
              <a:extLst>
                <a:ext uri="{FF2B5EF4-FFF2-40B4-BE49-F238E27FC236}">
                  <a16:creationId xmlns:a16="http://schemas.microsoft.com/office/drawing/2014/main" id="{4CB9D8B0-409C-16FB-E7EB-CEBD241B1505}"/>
                </a:ext>
              </a:extLst>
            </p:cNvPr>
            <p:cNvSpPr/>
            <p:nvPr/>
          </p:nvSpPr>
          <p:spPr>
            <a:xfrm>
              <a:off x="5082653" y="506203"/>
              <a:ext cx="90196" cy="133271"/>
            </a:xfrm>
            <a:custGeom>
              <a:avLst/>
              <a:gdLst>
                <a:gd name="connsiteX0" fmla="*/ 41163 w 90196"/>
                <a:gd name="connsiteY0" fmla="*/ 132274 h 133271"/>
                <a:gd name="connsiteX1" fmla="*/ 54832 w 90196"/>
                <a:gd name="connsiteY1" fmla="*/ 132800 h 133271"/>
                <a:gd name="connsiteX2" fmla="*/ 89603 w 90196"/>
                <a:gd name="connsiteY2" fmla="*/ 77838 h 133271"/>
                <a:gd name="connsiteX3" fmla="*/ 80966 w 90196"/>
                <a:gd name="connsiteY3" fmla="*/ 21900 h 133271"/>
                <a:gd name="connsiteX4" fmla="*/ 45895 w 90196"/>
                <a:gd name="connsiteY4" fmla="*/ -25 h 133271"/>
                <a:gd name="connsiteX5" fmla="*/ 35907 w 90196"/>
                <a:gd name="connsiteY5" fmla="*/ 952 h 133271"/>
                <a:gd name="connsiteX6" fmla="*/ 2337 w 90196"/>
                <a:gd name="connsiteY6" fmla="*/ 89777 h 133271"/>
                <a:gd name="connsiteX7" fmla="*/ 41163 w 90196"/>
                <a:gd name="connsiteY7" fmla="*/ 132274 h 133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196" h="133271">
                  <a:moveTo>
                    <a:pt x="41163" y="132274"/>
                  </a:moveTo>
                  <a:cubicBezTo>
                    <a:pt x="45639" y="133353"/>
                    <a:pt x="50288" y="133531"/>
                    <a:pt x="54832" y="132800"/>
                  </a:cubicBezTo>
                  <a:cubicBezTo>
                    <a:pt x="80215" y="128445"/>
                    <a:pt x="88702" y="97135"/>
                    <a:pt x="89603" y="77838"/>
                  </a:cubicBezTo>
                  <a:cubicBezTo>
                    <a:pt x="91518" y="58761"/>
                    <a:pt x="88544" y="39512"/>
                    <a:pt x="80966" y="21900"/>
                  </a:cubicBezTo>
                  <a:cubicBezTo>
                    <a:pt x="74493" y="8431"/>
                    <a:pt x="60840" y="-105"/>
                    <a:pt x="45895" y="-25"/>
                  </a:cubicBezTo>
                  <a:cubicBezTo>
                    <a:pt x="42538" y="-76"/>
                    <a:pt x="39188" y="252"/>
                    <a:pt x="35907" y="952"/>
                  </a:cubicBezTo>
                  <a:cubicBezTo>
                    <a:pt x="-3221" y="8910"/>
                    <a:pt x="-2620" y="61470"/>
                    <a:pt x="2337" y="89777"/>
                  </a:cubicBezTo>
                  <a:cubicBezTo>
                    <a:pt x="6790" y="109842"/>
                    <a:pt x="21577" y="126027"/>
                    <a:pt x="41163" y="132274"/>
                  </a:cubicBezTo>
                  <a:close/>
                </a:path>
              </a:pathLst>
            </a:custGeom>
            <a:solidFill>
              <a:srgbClr val="A08B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Content Placeholder 4">
              <a:extLst>
                <a:ext uri="{FF2B5EF4-FFF2-40B4-BE49-F238E27FC236}">
                  <a16:creationId xmlns:a16="http://schemas.microsoft.com/office/drawing/2014/main" id="{EC8E2966-3FDD-CE77-ACC9-050DF3D0C660}"/>
                </a:ext>
              </a:extLst>
            </p:cNvPr>
            <p:cNvSpPr/>
            <p:nvPr/>
          </p:nvSpPr>
          <p:spPr>
            <a:xfrm>
              <a:off x="5049391" y="1290791"/>
              <a:ext cx="70842" cy="30608"/>
            </a:xfrm>
            <a:custGeom>
              <a:avLst/>
              <a:gdLst>
                <a:gd name="connsiteX0" fmla="*/ 66540 w 70842"/>
                <a:gd name="connsiteY0" fmla="*/ 397 h 30608"/>
                <a:gd name="connsiteX1" fmla="*/ 35223 w 70842"/>
                <a:gd name="connsiteY1" fmla="*/ 1673 h 30608"/>
                <a:gd name="connsiteX2" fmla="*/ 9389 w 70842"/>
                <a:gd name="connsiteY2" fmla="*/ 16240 h 30608"/>
                <a:gd name="connsiteX3" fmla="*/ 1879 w 70842"/>
                <a:gd name="connsiteY3" fmla="*/ 20445 h 30608"/>
                <a:gd name="connsiteX4" fmla="*/ 978 w 70842"/>
                <a:gd name="connsiteY4" fmla="*/ 28328 h 30608"/>
                <a:gd name="connsiteX5" fmla="*/ 7962 w 70842"/>
                <a:gd name="connsiteY5" fmla="*/ 30506 h 30608"/>
                <a:gd name="connsiteX6" fmla="*/ 65564 w 70842"/>
                <a:gd name="connsiteY6" fmla="*/ 25625 h 30608"/>
                <a:gd name="connsiteX7" fmla="*/ 69919 w 70842"/>
                <a:gd name="connsiteY7" fmla="*/ 21871 h 30608"/>
                <a:gd name="connsiteX8" fmla="*/ 66540 w 70842"/>
                <a:gd name="connsiteY8" fmla="*/ 397 h 30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0842" h="30608">
                  <a:moveTo>
                    <a:pt x="66540" y="397"/>
                  </a:moveTo>
                  <a:cubicBezTo>
                    <a:pt x="56086" y="-459"/>
                    <a:pt x="45572" y="-24"/>
                    <a:pt x="35223" y="1673"/>
                  </a:cubicBezTo>
                  <a:cubicBezTo>
                    <a:pt x="27278" y="7620"/>
                    <a:pt x="18588" y="12516"/>
                    <a:pt x="9389" y="16240"/>
                  </a:cubicBezTo>
                  <a:cubicBezTo>
                    <a:pt x="6610" y="17081"/>
                    <a:pt x="4049" y="18515"/>
                    <a:pt x="1879" y="20445"/>
                  </a:cubicBezTo>
                  <a:cubicBezTo>
                    <a:pt x="-269" y="22517"/>
                    <a:pt x="-652" y="25820"/>
                    <a:pt x="978" y="28328"/>
                  </a:cubicBezTo>
                  <a:cubicBezTo>
                    <a:pt x="2870" y="30040"/>
                    <a:pt x="5424" y="30836"/>
                    <a:pt x="7962" y="30506"/>
                  </a:cubicBezTo>
                  <a:cubicBezTo>
                    <a:pt x="27278" y="30723"/>
                    <a:pt x="46563" y="29087"/>
                    <a:pt x="65564" y="25625"/>
                  </a:cubicBezTo>
                  <a:cubicBezTo>
                    <a:pt x="67764" y="25678"/>
                    <a:pt x="69649" y="24056"/>
                    <a:pt x="69919" y="21871"/>
                  </a:cubicBezTo>
                  <a:cubicBezTo>
                    <a:pt x="71849" y="14558"/>
                    <a:pt x="70625" y="6764"/>
                    <a:pt x="66540" y="397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Content Placeholder 4">
              <a:extLst>
                <a:ext uri="{FF2B5EF4-FFF2-40B4-BE49-F238E27FC236}">
                  <a16:creationId xmlns:a16="http://schemas.microsoft.com/office/drawing/2014/main" id="{C1D10950-4BA1-2E4F-7B9C-D958685F52F0}"/>
                </a:ext>
              </a:extLst>
            </p:cNvPr>
            <p:cNvSpPr/>
            <p:nvPr/>
          </p:nvSpPr>
          <p:spPr>
            <a:xfrm>
              <a:off x="5150558" y="1284610"/>
              <a:ext cx="61274" cy="37207"/>
            </a:xfrm>
            <a:custGeom>
              <a:avLst/>
              <a:gdLst>
                <a:gd name="connsiteX0" fmla="*/ 54517 w 61274"/>
                <a:gd name="connsiteY0" fmla="*/ -30 h 37207"/>
                <a:gd name="connsiteX1" fmla="*/ 27106 w 61274"/>
                <a:gd name="connsiteY1" fmla="*/ 6653 h 37207"/>
                <a:gd name="connsiteX2" fmla="*/ 6829 w 61274"/>
                <a:gd name="connsiteY2" fmla="*/ 23997 h 37207"/>
                <a:gd name="connsiteX3" fmla="*/ 971 w 61274"/>
                <a:gd name="connsiteY3" fmla="*/ 29028 h 37207"/>
                <a:gd name="connsiteX4" fmla="*/ 1497 w 61274"/>
                <a:gd name="connsiteY4" fmla="*/ 36086 h 37207"/>
                <a:gd name="connsiteX5" fmla="*/ 8030 w 61274"/>
                <a:gd name="connsiteY5" fmla="*/ 36762 h 37207"/>
                <a:gd name="connsiteX6" fmla="*/ 58047 w 61274"/>
                <a:gd name="connsiteY6" fmla="*/ 22420 h 37207"/>
                <a:gd name="connsiteX7" fmla="*/ 60600 w 61274"/>
                <a:gd name="connsiteY7" fmla="*/ 20769 h 37207"/>
                <a:gd name="connsiteX8" fmla="*/ 61201 w 61274"/>
                <a:gd name="connsiteY8" fmla="*/ 18366 h 37207"/>
                <a:gd name="connsiteX9" fmla="*/ 54517 w 61274"/>
                <a:gd name="connsiteY9" fmla="*/ -30 h 37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274" h="37207">
                  <a:moveTo>
                    <a:pt x="54517" y="-30"/>
                  </a:moveTo>
                  <a:cubicBezTo>
                    <a:pt x="45137" y="1066"/>
                    <a:pt x="35938" y="3311"/>
                    <a:pt x="27106" y="6653"/>
                  </a:cubicBezTo>
                  <a:cubicBezTo>
                    <a:pt x="21105" y="13260"/>
                    <a:pt x="14286" y="19087"/>
                    <a:pt x="6829" y="23997"/>
                  </a:cubicBezTo>
                  <a:cubicBezTo>
                    <a:pt x="4523" y="25214"/>
                    <a:pt x="2518" y="26933"/>
                    <a:pt x="971" y="29028"/>
                  </a:cubicBezTo>
                  <a:cubicBezTo>
                    <a:pt x="-538" y="31213"/>
                    <a:pt x="-321" y="34149"/>
                    <a:pt x="1497" y="36086"/>
                  </a:cubicBezTo>
                  <a:cubicBezTo>
                    <a:pt x="3472" y="37250"/>
                    <a:pt x="5860" y="37498"/>
                    <a:pt x="8030" y="36762"/>
                  </a:cubicBezTo>
                  <a:cubicBezTo>
                    <a:pt x="25131" y="33616"/>
                    <a:pt x="41878" y="28810"/>
                    <a:pt x="58047" y="22420"/>
                  </a:cubicBezTo>
                  <a:cubicBezTo>
                    <a:pt x="59031" y="22105"/>
                    <a:pt x="59909" y="21534"/>
                    <a:pt x="60600" y="20769"/>
                  </a:cubicBezTo>
                  <a:cubicBezTo>
                    <a:pt x="61029" y="20040"/>
                    <a:pt x="61231" y="19207"/>
                    <a:pt x="61201" y="18366"/>
                  </a:cubicBezTo>
                  <a:cubicBezTo>
                    <a:pt x="61607" y="11571"/>
                    <a:pt x="59189" y="4918"/>
                    <a:pt x="54517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Content Placeholder 4">
              <a:extLst>
                <a:ext uri="{FF2B5EF4-FFF2-40B4-BE49-F238E27FC236}">
                  <a16:creationId xmlns:a16="http://schemas.microsoft.com/office/drawing/2014/main" id="{33BB5B06-582D-2D18-6023-D0D0CD46BA8D}"/>
                </a:ext>
              </a:extLst>
            </p:cNvPr>
            <p:cNvSpPr/>
            <p:nvPr/>
          </p:nvSpPr>
          <p:spPr>
            <a:xfrm>
              <a:off x="5077865" y="502728"/>
              <a:ext cx="99202" cy="79504"/>
            </a:xfrm>
            <a:custGeom>
              <a:avLst/>
              <a:gdLst>
                <a:gd name="connsiteX0" fmla="*/ 94917 w 99202"/>
                <a:gd name="connsiteY0" fmla="*/ 31908 h 79504"/>
                <a:gd name="connsiteX1" fmla="*/ 49331 w 99202"/>
                <a:gd name="connsiteY1" fmla="*/ 147 h 79504"/>
                <a:gd name="connsiteX2" fmla="*/ 34311 w 99202"/>
                <a:gd name="connsiteY2" fmla="*/ 1499 h 79504"/>
                <a:gd name="connsiteX3" fmla="*/ 6449 w 99202"/>
                <a:gd name="connsiteY3" fmla="*/ 30631 h 79504"/>
                <a:gd name="connsiteX4" fmla="*/ 66 w 99202"/>
                <a:gd name="connsiteY4" fmla="*/ 71628 h 79504"/>
                <a:gd name="connsiteX5" fmla="*/ 817 w 99202"/>
                <a:gd name="connsiteY5" fmla="*/ 77259 h 79504"/>
                <a:gd name="connsiteX6" fmla="*/ 5623 w 99202"/>
                <a:gd name="connsiteY6" fmla="*/ 79211 h 79504"/>
                <a:gd name="connsiteX7" fmla="*/ 16137 w 99202"/>
                <a:gd name="connsiteY7" fmla="*/ 41669 h 79504"/>
                <a:gd name="connsiteX8" fmla="*/ 46177 w 99202"/>
                <a:gd name="connsiteY8" fmla="*/ 18693 h 79504"/>
                <a:gd name="connsiteX9" fmla="*/ 78094 w 99202"/>
                <a:gd name="connsiteY9" fmla="*/ 31908 h 79504"/>
                <a:gd name="connsiteX10" fmla="*/ 90636 w 99202"/>
                <a:gd name="connsiteY10" fmla="*/ 61491 h 79504"/>
                <a:gd name="connsiteX11" fmla="*/ 98146 w 99202"/>
                <a:gd name="connsiteY11" fmla="*/ 65170 h 79504"/>
                <a:gd name="connsiteX12" fmla="*/ 94917 w 99202"/>
                <a:gd name="connsiteY12" fmla="*/ 31908 h 79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9202" h="79504">
                  <a:moveTo>
                    <a:pt x="94917" y="31908"/>
                  </a:moveTo>
                  <a:cubicBezTo>
                    <a:pt x="87016" y="13502"/>
                    <a:pt x="69338" y="1185"/>
                    <a:pt x="49331" y="147"/>
                  </a:cubicBezTo>
                  <a:cubicBezTo>
                    <a:pt x="44285" y="-319"/>
                    <a:pt x="39193" y="139"/>
                    <a:pt x="34311" y="1499"/>
                  </a:cubicBezTo>
                  <a:cubicBezTo>
                    <a:pt x="21018" y="6382"/>
                    <a:pt x="10737" y="17137"/>
                    <a:pt x="6449" y="30631"/>
                  </a:cubicBezTo>
                  <a:cubicBezTo>
                    <a:pt x="2251" y="43893"/>
                    <a:pt x="96" y="57717"/>
                    <a:pt x="66" y="71628"/>
                  </a:cubicBezTo>
                  <a:cubicBezTo>
                    <a:pt x="-190" y="73538"/>
                    <a:pt x="73" y="75482"/>
                    <a:pt x="817" y="77259"/>
                  </a:cubicBezTo>
                  <a:cubicBezTo>
                    <a:pt x="1643" y="79089"/>
                    <a:pt x="3753" y="79949"/>
                    <a:pt x="5623" y="79211"/>
                  </a:cubicBezTo>
                  <a:cubicBezTo>
                    <a:pt x="7065" y="66209"/>
                    <a:pt x="10617" y="53530"/>
                    <a:pt x="16137" y="41669"/>
                  </a:cubicBezTo>
                  <a:cubicBezTo>
                    <a:pt x="21822" y="29583"/>
                    <a:pt x="33020" y="21013"/>
                    <a:pt x="46177" y="18693"/>
                  </a:cubicBezTo>
                  <a:cubicBezTo>
                    <a:pt x="58313" y="17778"/>
                    <a:pt x="70156" y="22684"/>
                    <a:pt x="78094" y="31908"/>
                  </a:cubicBezTo>
                  <a:cubicBezTo>
                    <a:pt x="85642" y="39976"/>
                    <a:pt x="90088" y="50457"/>
                    <a:pt x="90636" y="61491"/>
                  </a:cubicBezTo>
                  <a:cubicBezTo>
                    <a:pt x="91162" y="68474"/>
                    <a:pt x="94541" y="77484"/>
                    <a:pt x="98146" y="65170"/>
                  </a:cubicBezTo>
                  <a:cubicBezTo>
                    <a:pt x="100241" y="54001"/>
                    <a:pt x="99115" y="42467"/>
                    <a:pt x="94917" y="31908"/>
                  </a:cubicBezTo>
                  <a:close/>
                </a:path>
              </a:pathLst>
            </a:custGeom>
            <a:solidFill>
              <a:srgbClr val="FBAE1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Content Placeholder 4">
              <a:extLst>
                <a:ext uri="{FF2B5EF4-FFF2-40B4-BE49-F238E27FC236}">
                  <a16:creationId xmlns:a16="http://schemas.microsoft.com/office/drawing/2014/main" id="{B71D4760-BF17-8014-6963-35252C381344}"/>
                </a:ext>
              </a:extLst>
            </p:cNvPr>
            <p:cNvSpPr/>
            <p:nvPr/>
          </p:nvSpPr>
          <p:spPr>
            <a:xfrm>
              <a:off x="5094031" y="465756"/>
              <a:ext cx="66128" cy="39567"/>
            </a:xfrm>
            <a:custGeom>
              <a:avLst/>
              <a:gdLst>
                <a:gd name="connsiteX0" fmla="*/ 58399 w 66128"/>
                <a:gd name="connsiteY0" fmla="*/ 37044 h 39567"/>
                <a:gd name="connsiteX1" fmla="*/ 45106 w 66128"/>
                <a:gd name="connsiteY1" fmla="*/ 39446 h 39567"/>
                <a:gd name="connsiteX2" fmla="*/ 19647 w 66128"/>
                <a:gd name="connsiteY2" fmla="*/ 37044 h 39567"/>
                <a:gd name="connsiteX3" fmla="*/ 6805 w 66128"/>
                <a:gd name="connsiteY3" fmla="*/ 32839 h 39567"/>
                <a:gd name="connsiteX4" fmla="*/ -29 w 66128"/>
                <a:gd name="connsiteY4" fmla="*/ 21801 h 39567"/>
                <a:gd name="connsiteX5" fmla="*/ 5603 w 66128"/>
                <a:gd name="connsiteY5" fmla="*/ 10839 h 39567"/>
                <a:gd name="connsiteX6" fmla="*/ 36094 w 66128"/>
                <a:gd name="connsiteY6" fmla="*/ 27 h 39567"/>
                <a:gd name="connsiteX7" fmla="*/ 54719 w 66128"/>
                <a:gd name="connsiteY7" fmla="*/ 4832 h 39567"/>
                <a:gd name="connsiteX8" fmla="*/ 65758 w 66128"/>
                <a:gd name="connsiteY8" fmla="*/ 19849 h 39567"/>
                <a:gd name="connsiteX9" fmla="*/ 58399 w 66128"/>
                <a:gd name="connsiteY9" fmla="*/ 37044 h 3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6128" h="39567">
                  <a:moveTo>
                    <a:pt x="58399" y="37044"/>
                  </a:moveTo>
                  <a:cubicBezTo>
                    <a:pt x="54261" y="39002"/>
                    <a:pt x="49672" y="39831"/>
                    <a:pt x="45106" y="39446"/>
                  </a:cubicBezTo>
                  <a:cubicBezTo>
                    <a:pt x="36567" y="39323"/>
                    <a:pt x="28058" y="38520"/>
                    <a:pt x="19647" y="37044"/>
                  </a:cubicBezTo>
                  <a:cubicBezTo>
                    <a:pt x="15134" y="36489"/>
                    <a:pt x="10770" y="35061"/>
                    <a:pt x="6805" y="32839"/>
                  </a:cubicBezTo>
                  <a:cubicBezTo>
                    <a:pt x="2810" y="30545"/>
                    <a:pt x="241" y="26397"/>
                    <a:pt x="-29" y="21801"/>
                  </a:cubicBezTo>
                  <a:cubicBezTo>
                    <a:pt x="294" y="17537"/>
                    <a:pt x="2322" y="13583"/>
                    <a:pt x="5603" y="10839"/>
                  </a:cubicBezTo>
                  <a:cubicBezTo>
                    <a:pt x="13932" y="3337"/>
                    <a:pt x="24896" y="-553"/>
                    <a:pt x="36094" y="27"/>
                  </a:cubicBezTo>
                  <a:cubicBezTo>
                    <a:pt x="42613" y="16"/>
                    <a:pt x="49019" y="1670"/>
                    <a:pt x="54719" y="4832"/>
                  </a:cubicBezTo>
                  <a:cubicBezTo>
                    <a:pt x="60396" y="8010"/>
                    <a:pt x="64422" y="13485"/>
                    <a:pt x="65758" y="19849"/>
                  </a:cubicBezTo>
                  <a:cubicBezTo>
                    <a:pt x="67148" y="26556"/>
                    <a:pt x="64211" y="33415"/>
                    <a:pt x="58399" y="37044"/>
                  </a:cubicBezTo>
                  <a:close/>
                </a:path>
              </a:pathLst>
            </a:custGeom>
            <a:solidFill>
              <a:srgbClr val="FBAE1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Content Placeholder 4">
              <a:extLst>
                <a:ext uri="{FF2B5EF4-FFF2-40B4-BE49-F238E27FC236}">
                  <a16:creationId xmlns:a16="http://schemas.microsoft.com/office/drawing/2014/main" id="{E54495AD-99FD-6842-44E0-5BEED70069A9}"/>
                </a:ext>
              </a:extLst>
            </p:cNvPr>
            <p:cNvSpPr/>
            <p:nvPr/>
          </p:nvSpPr>
          <p:spPr>
            <a:xfrm>
              <a:off x="5058133" y="860232"/>
              <a:ext cx="146444" cy="436246"/>
            </a:xfrm>
            <a:custGeom>
              <a:avLst/>
              <a:gdLst>
                <a:gd name="connsiteX0" fmla="*/ 138530 w 146444"/>
                <a:gd name="connsiteY0" fmla="*/ 243770 h 436246"/>
                <a:gd name="connsiteX1" fmla="*/ 140858 w 146444"/>
                <a:gd name="connsiteY1" fmla="*/ 71075 h 436246"/>
                <a:gd name="connsiteX2" fmla="*/ 132823 w 146444"/>
                <a:gd name="connsiteY2" fmla="*/ 12284 h 436246"/>
                <a:gd name="connsiteX3" fmla="*/ 131095 w 146444"/>
                <a:gd name="connsiteY3" fmla="*/ 9055 h 436246"/>
                <a:gd name="connsiteX4" fmla="*/ 120281 w 146444"/>
                <a:gd name="connsiteY4" fmla="*/ 9055 h 436246"/>
                <a:gd name="connsiteX5" fmla="*/ 15141 w 146444"/>
                <a:gd name="connsiteY5" fmla="*/ -30 h 436246"/>
                <a:gd name="connsiteX6" fmla="*/ 5754 w 146444"/>
                <a:gd name="connsiteY6" fmla="*/ 31881 h 436246"/>
                <a:gd name="connsiteX7" fmla="*/ -29 w 146444"/>
                <a:gd name="connsiteY7" fmla="*/ 85642 h 436246"/>
                <a:gd name="connsiteX8" fmla="*/ -29 w 146444"/>
                <a:gd name="connsiteY8" fmla="*/ 85642 h 436246"/>
                <a:gd name="connsiteX9" fmla="*/ -29 w 146444"/>
                <a:gd name="connsiteY9" fmla="*/ 97280 h 436246"/>
                <a:gd name="connsiteX10" fmla="*/ 8082 w 146444"/>
                <a:gd name="connsiteY10" fmla="*/ 163880 h 436246"/>
                <a:gd name="connsiteX11" fmla="*/ 12437 w 146444"/>
                <a:gd name="connsiteY11" fmla="*/ 207429 h 436246"/>
                <a:gd name="connsiteX12" fmla="*/ 13564 w 146444"/>
                <a:gd name="connsiteY12" fmla="*/ 242043 h 436246"/>
                <a:gd name="connsiteX13" fmla="*/ 22951 w 146444"/>
                <a:gd name="connsiteY13" fmla="*/ 331694 h 436246"/>
                <a:gd name="connsiteX14" fmla="*/ 31362 w 146444"/>
                <a:gd name="connsiteY14" fmla="*/ 426375 h 436246"/>
                <a:gd name="connsiteX15" fmla="*/ 31362 w 146444"/>
                <a:gd name="connsiteY15" fmla="*/ 430130 h 436246"/>
                <a:gd name="connsiteX16" fmla="*/ 57272 w 146444"/>
                <a:gd name="connsiteY16" fmla="*/ 430130 h 436246"/>
                <a:gd name="connsiteX17" fmla="*/ 63130 w 146444"/>
                <a:gd name="connsiteY17" fmla="*/ 246248 h 436246"/>
                <a:gd name="connsiteX18" fmla="*/ 71391 w 146444"/>
                <a:gd name="connsiteY18" fmla="*/ 169661 h 436246"/>
                <a:gd name="connsiteX19" fmla="*/ 79427 w 146444"/>
                <a:gd name="connsiteY19" fmla="*/ 170487 h 436246"/>
                <a:gd name="connsiteX20" fmla="*/ 123886 w 146444"/>
                <a:gd name="connsiteY20" fmla="*/ 413836 h 436246"/>
                <a:gd name="connsiteX21" fmla="*/ 131396 w 146444"/>
                <a:gd name="connsiteY21" fmla="*/ 433358 h 436246"/>
                <a:gd name="connsiteX22" fmla="*/ 143810 w 146444"/>
                <a:gd name="connsiteY22" fmla="*/ 433921 h 436246"/>
                <a:gd name="connsiteX23" fmla="*/ 146416 w 146444"/>
                <a:gd name="connsiteY23" fmla="*/ 429529 h 436246"/>
                <a:gd name="connsiteX24" fmla="*/ 138530 w 146444"/>
                <a:gd name="connsiteY24" fmla="*/ 243770 h 436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46444" h="436246">
                  <a:moveTo>
                    <a:pt x="138530" y="243770"/>
                  </a:moveTo>
                  <a:cubicBezTo>
                    <a:pt x="135977" y="186781"/>
                    <a:pt x="141384" y="128665"/>
                    <a:pt x="140858" y="71075"/>
                  </a:cubicBezTo>
                  <a:cubicBezTo>
                    <a:pt x="142571" y="51125"/>
                    <a:pt x="139822" y="31044"/>
                    <a:pt x="132823" y="12284"/>
                  </a:cubicBezTo>
                  <a:cubicBezTo>
                    <a:pt x="132462" y="11107"/>
                    <a:pt x="131876" y="10010"/>
                    <a:pt x="131095" y="9055"/>
                  </a:cubicBezTo>
                  <a:cubicBezTo>
                    <a:pt x="128392" y="6277"/>
                    <a:pt x="123585" y="7779"/>
                    <a:pt x="120281" y="9055"/>
                  </a:cubicBezTo>
                  <a:cubicBezTo>
                    <a:pt x="85803" y="23034"/>
                    <a:pt x="46713" y="19656"/>
                    <a:pt x="15141" y="-30"/>
                  </a:cubicBezTo>
                  <a:cubicBezTo>
                    <a:pt x="9666" y="9772"/>
                    <a:pt x="6460" y="20676"/>
                    <a:pt x="5754" y="31881"/>
                  </a:cubicBezTo>
                  <a:cubicBezTo>
                    <a:pt x="2892" y="49688"/>
                    <a:pt x="962" y="67633"/>
                    <a:pt x="-29" y="85642"/>
                  </a:cubicBezTo>
                  <a:lnTo>
                    <a:pt x="-29" y="85642"/>
                  </a:lnTo>
                  <a:cubicBezTo>
                    <a:pt x="-29" y="89546"/>
                    <a:pt x="-29" y="93150"/>
                    <a:pt x="-29" y="97280"/>
                  </a:cubicBezTo>
                  <a:cubicBezTo>
                    <a:pt x="1172" y="119640"/>
                    <a:pt x="3876" y="141888"/>
                    <a:pt x="8082" y="163880"/>
                  </a:cubicBezTo>
                  <a:cubicBezTo>
                    <a:pt x="10545" y="178274"/>
                    <a:pt x="12002" y="192832"/>
                    <a:pt x="12437" y="207429"/>
                  </a:cubicBezTo>
                  <a:cubicBezTo>
                    <a:pt x="11574" y="218977"/>
                    <a:pt x="11949" y="230577"/>
                    <a:pt x="13564" y="242043"/>
                  </a:cubicBezTo>
                  <a:cubicBezTo>
                    <a:pt x="20173" y="270875"/>
                    <a:pt x="20173" y="302110"/>
                    <a:pt x="22951" y="331694"/>
                  </a:cubicBezTo>
                  <a:cubicBezTo>
                    <a:pt x="25955" y="363229"/>
                    <a:pt x="28884" y="394765"/>
                    <a:pt x="31362" y="426375"/>
                  </a:cubicBezTo>
                  <a:lnTo>
                    <a:pt x="31362" y="430130"/>
                  </a:lnTo>
                  <a:cubicBezTo>
                    <a:pt x="33015" y="430580"/>
                    <a:pt x="57272" y="436136"/>
                    <a:pt x="57272" y="430130"/>
                  </a:cubicBezTo>
                  <a:lnTo>
                    <a:pt x="63130" y="246248"/>
                  </a:lnTo>
                  <a:cubicBezTo>
                    <a:pt x="62987" y="220486"/>
                    <a:pt x="65758" y="194800"/>
                    <a:pt x="71391" y="169661"/>
                  </a:cubicBezTo>
                  <a:lnTo>
                    <a:pt x="79427" y="170487"/>
                  </a:lnTo>
                  <a:cubicBezTo>
                    <a:pt x="94447" y="251676"/>
                    <a:pt x="109264" y="332797"/>
                    <a:pt x="123886" y="413836"/>
                  </a:cubicBezTo>
                  <a:cubicBezTo>
                    <a:pt x="124487" y="420924"/>
                    <a:pt x="127092" y="427697"/>
                    <a:pt x="131396" y="433358"/>
                  </a:cubicBezTo>
                  <a:cubicBezTo>
                    <a:pt x="134670" y="436940"/>
                    <a:pt x="140227" y="437187"/>
                    <a:pt x="143810" y="433921"/>
                  </a:cubicBezTo>
                  <a:cubicBezTo>
                    <a:pt x="145094" y="432742"/>
                    <a:pt x="146003" y="431218"/>
                    <a:pt x="146416" y="429529"/>
                  </a:cubicBezTo>
                  <a:cubicBezTo>
                    <a:pt x="141835" y="367509"/>
                    <a:pt x="141309" y="305564"/>
                    <a:pt x="138530" y="243770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Content Placeholder 4">
              <a:extLst>
                <a:ext uri="{FF2B5EF4-FFF2-40B4-BE49-F238E27FC236}">
                  <a16:creationId xmlns:a16="http://schemas.microsoft.com/office/drawing/2014/main" id="{5AD28B11-46EA-3064-2B04-3FD28A3D76CC}"/>
                </a:ext>
              </a:extLst>
            </p:cNvPr>
            <p:cNvSpPr/>
            <p:nvPr/>
          </p:nvSpPr>
          <p:spPr>
            <a:xfrm>
              <a:off x="5053443" y="636931"/>
              <a:ext cx="151675" cy="205886"/>
            </a:xfrm>
            <a:custGeom>
              <a:avLst/>
              <a:gdLst>
                <a:gd name="connsiteX0" fmla="*/ 39357 w 151675"/>
                <a:gd name="connsiteY0" fmla="*/ 1021 h 205886"/>
                <a:gd name="connsiteX1" fmla="*/ 52575 w 151675"/>
                <a:gd name="connsiteY1" fmla="*/ 6728 h 205886"/>
                <a:gd name="connsiteX2" fmla="*/ 108750 w 151675"/>
                <a:gd name="connsiteY2" fmla="*/ -30 h 205886"/>
                <a:gd name="connsiteX3" fmla="*/ 134509 w 151675"/>
                <a:gd name="connsiteY3" fmla="*/ 21144 h 205886"/>
                <a:gd name="connsiteX4" fmla="*/ 140592 w 151675"/>
                <a:gd name="connsiteY4" fmla="*/ 51178 h 205886"/>
                <a:gd name="connsiteX5" fmla="*/ 151481 w 151675"/>
                <a:gd name="connsiteY5" fmla="*/ 192487 h 205886"/>
                <a:gd name="connsiteX6" fmla="*/ 150430 w 151675"/>
                <a:gd name="connsiteY6" fmla="*/ 199470 h 205886"/>
                <a:gd name="connsiteX7" fmla="*/ 134208 w 151675"/>
                <a:gd name="connsiteY7" fmla="*/ 204876 h 205886"/>
                <a:gd name="connsiteX8" fmla="*/ 8792 w 151675"/>
                <a:gd name="connsiteY8" fmla="*/ 202698 h 205886"/>
                <a:gd name="connsiteX9" fmla="*/ 3835 w 151675"/>
                <a:gd name="connsiteY9" fmla="*/ 201722 h 205886"/>
                <a:gd name="connsiteX10" fmla="*/ 155 w 151675"/>
                <a:gd name="connsiteY10" fmla="*/ 193763 h 205886"/>
                <a:gd name="connsiteX11" fmla="*/ 9017 w 151675"/>
                <a:gd name="connsiteY11" fmla="*/ 59813 h 205886"/>
                <a:gd name="connsiteX12" fmla="*/ 23661 w 151675"/>
                <a:gd name="connsiteY12" fmla="*/ 12209 h 205886"/>
                <a:gd name="connsiteX13" fmla="*/ 31171 w 151675"/>
                <a:gd name="connsiteY13" fmla="*/ 4250 h 205886"/>
                <a:gd name="connsiteX14" fmla="*/ 39357 w 151675"/>
                <a:gd name="connsiteY14" fmla="*/ 1021 h 205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1675" h="205886">
                  <a:moveTo>
                    <a:pt x="39357" y="1021"/>
                  </a:moveTo>
                  <a:cubicBezTo>
                    <a:pt x="43570" y="3345"/>
                    <a:pt x="47994" y="5256"/>
                    <a:pt x="52575" y="6728"/>
                  </a:cubicBezTo>
                  <a:cubicBezTo>
                    <a:pt x="71410" y="12537"/>
                    <a:pt x="91829" y="10081"/>
                    <a:pt x="108750" y="-30"/>
                  </a:cubicBezTo>
                  <a:cubicBezTo>
                    <a:pt x="120029" y="2900"/>
                    <a:pt x="129454" y="10644"/>
                    <a:pt x="134509" y="21144"/>
                  </a:cubicBezTo>
                  <a:cubicBezTo>
                    <a:pt x="138414" y="30681"/>
                    <a:pt x="140479" y="40873"/>
                    <a:pt x="140592" y="51178"/>
                  </a:cubicBezTo>
                  <a:cubicBezTo>
                    <a:pt x="144197" y="98331"/>
                    <a:pt x="147824" y="145434"/>
                    <a:pt x="151481" y="192487"/>
                  </a:cubicBezTo>
                  <a:cubicBezTo>
                    <a:pt x="151894" y="194867"/>
                    <a:pt x="151526" y="197316"/>
                    <a:pt x="150430" y="199470"/>
                  </a:cubicBezTo>
                  <a:cubicBezTo>
                    <a:pt x="147726" y="203750"/>
                    <a:pt x="140442" y="204651"/>
                    <a:pt x="134208" y="204876"/>
                  </a:cubicBezTo>
                  <a:cubicBezTo>
                    <a:pt x="92400" y="206704"/>
                    <a:pt x="50517" y="205976"/>
                    <a:pt x="8792" y="202698"/>
                  </a:cubicBezTo>
                  <a:cubicBezTo>
                    <a:pt x="7094" y="202655"/>
                    <a:pt x="5420" y="202325"/>
                    <a:pt x="3835" y="201722"/>
                  </a:cubicBezTo>
                  <a:cubicBezTo>
                    <a:pt x="1124" y="200045"/>
                    <a:pt x="-326" y="196914"/>
                    <a:pt x="155" y="193763"/>
                  </a:cubicBezTo>
                  <a:cubicBezTo>
                    <a:pt x="-829" y="148939"/>
                    <a:pt x="2130" y="104116"/>
                    <a:pt x="9017" y="59813"/>
                  </a:cubicBezTo>
                  <a:cubicBezTo>
                    <a:pt x="10654" y="43123"/>
                    <a:pt x="15633" y="26934"/>
                    <a:pt x="23661" y="12209"/>
                  </a:cubicBezTo>
                  <a:cubicBezTo>
                    <a:pt x="25389" y="8918"/>
                    <a:pt x="27987" y="6165"/>
                    <a:pt x="31171" y="4250"/>
                  </a:cubicBezTo>
                  <a:cubicBezTo>
                    <a:pt x="34851" y="2073"/>
                    <a:pt x="35827" y="-931"/>
                    <a:pt x="39357" y="1021"/>
                  </a:cubicBezTo>
                  <a:close/>
                </a:path>
              </a:pathLst>
            </a:custGeom>
            <a:solidFill>
              <a:srgbClr val="AFD9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Content Placeholder 4">
              <a:extLst>
                <a:ext uri="{FF2B5EF4-FFF2-40B4-BE49-F238E27FC236}">
                  <a16:creationId xmlns:a16="http://schemas.microsoft.com/office/drawing/2014/main" id="{EBFD0DFE-66FC-2B02-46C3-2A7B9434667B}"/>
                </a:ext>
              </a:extLst>
            </p:cNvPr>
            <p:cNvSpPr/>
            <p:nvPr/>
          </p:nvSpPr>
          <p:spPr>
            <a:xfrm>
              <a:off x="5046759" y="668454"/>
              <a:ext cx="137016" cy="97321"/>
            </a:xfrm>
            <a:custGeom>
              <a:avLst/>
              <a:gdLst>
                <a:gd name="connsiteX0" fmla="*/ 89299 w 137016"/>
                <a:gd name="connsiteY0" fmla="*/ 1784 h 97321"/>
                <a:gd name="connsiteX1" fmla="*/ 1056 w 137016"/>
                <a:gd name="connsiteY1" fmla="*/ 2836 h 97321"/>
                <a:gd name="connsiteX2" fmla="*/ 1807 w 137016"/>
                <a:gd name="connsiteY2" fmla="*/ 97292 h 97321"/>
                <a:gd name="connsiteX3" fmla="*/ 136987 w 137016"/>
                <a:gd name="connsiteY3" fmla="*/ 93237 h 97321"/>
                <a:gd name="connsiteX4" fmla="*/ 134809 w 137016"/>
                <a:gd name="connsiteY4" fmla="*/ 4337 h 97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016" h="97321">
                  <a:moveTo>
                    <a:pt x="89299" y="1784"/>
                  </a:moveTo>
                  <a:cubicBezTo>
                    <a:pt x="59927" y="-946"/>
                    <a:pt x="30353" y="-594"/>
                    <a:pt x="1056" y="2836"/>
                  </a:cubicBezTo>
                  <a:cubicBezTo>
                    <a:pt x="-611" y="34307"/>
                    <a:pt x="-356" y="65851"/>
                    <a:pt x="1807" y="97292"/>
                  </a:cubicBezTo>
                  <a:cubicBezTo>
                    <a:pt x="45966" y="93162"/>
                    <a:pt x="92303" y="93162"/>
                    <a:pt x="136987" y="93237"/>
                  </a:cubicBezTo>
                  <a:cubicBezTo>
                    <a:pt x="136987" y="65006"/>
                    <a:pt x="134809" y="32569"/>
                    <a:pt x="134809" y="4337"/>
                  </a:cubicBezTo>
                  <a:close/>
                </a:path>
              </a:pathLst>
            </a:custGeom>
            <a:solidFill>
              <a:srgbClr val="B3B3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Content Placeholder 4">
              <a:extLst>
                <a:ext uri="{FF2B5EF4-FFF2-40B4-BE49-F238E27FC236}">
                  <a16:creationId xmlns:a16="http://schemas.microsoft.com/office/drawing/2014/main" id="{9F093BA7-455B-AF96-0337-1D5F50533F7D}"/>
                </a:ext>
              </a:extLst>
            </p:cNvPr>
            <p:cNvSpPr/>
            <p:nvPr/>
          </p:nvSpPr>
          <p:spPr>
            <a:xfrm>
              <a:off x="5033010" y="694355"/>
              <a:ext cx="51525" cy="97937"/>
            </a:xfrm>
            <a:custGeom>
              <a:avLst/>
              <a:gdLst>
                <a:gd name="connsiteX0" fmla="*/ 20438 w 51525"/>
                <a:gd name="connsiteY0" fmla="*/ 86783 h 97937"/>
                <a:gd name="connsiteX1" fmla="*/ 12928 w 51525"/>
                <a:gd name="connsiteY1" fmla="*/ 96544 h 97937"/>
                <a:gd name="connsiteX2" fmla="*/ 2038 w 51525"/>
                <a:gd name="connsiteY2" fmla="*/ 95193 h 97937"/>
                <a:gd name="connsiteX3" fmla="*/ 10900 w 51525"/>
                <a:gd name="connsiteY3" fmla="*/ 54046 h 97937"/>
                <a:gd name="connsiteX4" fmla="*/ 30501 w 51525"/>
                <a:gd name="connsiteY4" fmla="*/ 10272 h 97937"/>
                <a:gd name="connsiteX5" fmla="*/ 42592 w 51525"/>
                <a:gd name="connsiteY5" fmla="*/ 61 h 97937"/>
                <a:gd name="connsiteX6" fmla="*/ 46422 w 51525"/>
                <a:gd name="connsiteY6" fmla="*/ 1938 h 97937"/>
                <a:gd name="connsiteX7" fmla="*/ 50027 w 51525"/>
                <a:gd name="connsiteY7" fmla="*/ 24989 h 97937"/>
                <a:gd name="connsiteX8" fmla="*/ 31853 w 51525"/>
                <a:gd name="connsiteY8" fmla="*/ 66661 h 97937"/>
                <a:gd name="connsiteX9" fmla="*/ 20438 w 51525"/>
                <a:gd name="connsiteY9" fmla="*/ 86783 h 97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25" h="97937">
                  <a:moveTo>
                    <a:pt x="20438" y="86783"/>
                  </a:moveTo>
                  <a:cubicBezTo>
                    <a:pt x="18538" y="90458"/>
                    <a:pt x="15992" y="93763"/>
                    <a:pt x="12928" y="96544"/>
                  </a:cubicBezTo>
                  <a:cubicBezTo>
                    <a:pt x="9451" y="98784"/>
                    <a:pt x="4862" y="98216"/>
                    <a:pt x="2038" y="95193"/>
                  </a:cubicBezTo>
                  <a:cubicBezTo>
                    <a:pt x="-4946" y="87234"/>
                    <a:pt x="7746" y="62156"/>
                    <a:pt x="10900" y="54046"/>
                  </a:cubicBezTo>
                  <a:cubicBezTo>
                    <a:pt x="16608" y="39030"/>
                    <a:pt x="23592" y="24688"/>
                    <a:pt x="30501" y="10272"/>
                  </a:cubicBezTo>
                  <a:cubicBezTo>
                    <a:pt x="32980" y="5166"/>
                    <a:pt x="36960" y="-840"/>
                    <a:pt x="42592" y="61"/>
                  </a:cubicBezTo>
                  <a:cubicBezTo>
                    <a:pt x="43997" y="377"/>
                    <a:pt x="45311" y="1020"/>
                    <a:pt x="46422" y="1938"/>
                  </a:cubicBezTo>
                  <a:cubicBezTo>
                    <a:pt x="52881" y="7044"/>
                    <a:pt x="52055" y="16955"/>
                    <a:pt x="50027" y="24989"/>
                  </a:cubicBezTo>
                  <a:cubicBezTo>
                    <a:pt x="46182" y="39742"/>
                    <a:pt x="40046" y="53802"/>
                    <a:pt x="31853" y="66661"/>
                  </a:cubicBezTo>
                  <a:cubicBezTo>
                    <a:pt x="28699" y="71316"/>
                    <a:pt x="24643" y="79951"/>
                    <a:pt x="20438" y="86783"/>
                  </a:cubicBezTo>
                  <a:close/>
                </a:path>
              </a:pathLst>
            </a:custGeom>
            <a:solidFill>
              <a:srgbClr val="A08B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Content Placeholder 4">
              <a:extLst>
                <a:ext uri="{FF2B5EF4-FFF2-40B4-BE49-F238E27FC236}">
                  <a16:creationId xmlns:a16="http://schemas.microsoft.com/office/drawing/2014/main" id="{F0D36474-5760-4BCD-FF14-A6FD6F708049}"/>
                </a:ext>
              </a:extLst>
            </p:cNvPr>
            <p:cNvSpPr/>
            <p:nvPr/>
          </p:nvSpPr>
          <p:spPr>
            <a:xfrm>
              <a:off x="5182605" y="654443"/>
              <a:ext cx="65080" cy="136561"/>
            </a:xfrm>
            <a:custGeom>
              <a:avLst/>
              <a:gdLst>
                <a:gd name="connsiteX0" fmla="*/ 65051 w 65080"/>
                <a:gd name="connsiteY0" fmla="*/ 64901 h 136561"/>
                <a:gd name="connsiteX1" fmla="*/ 63550 w 65080"/>
                <a:gd name="connsiteY1" fmla="*/ 59495 h 136561"/>
                <a:gd name="connsiteX2" fmla="*/ 26901 w 65080"/>
                <a:gd name="connsiteY2" fmla="*/ 8437 h 136561"/>
                <a:gd name="connsiteX3" fmla="*/ 4746 w 65080"/>
                <a:gd name="connsiteY3" fmla="*/ 929 h 136561"/>
                <a:gd name="connsiteX4" fmla="*/ 1367 w 65080"/>
                <a:gd name="connsiteY4" fmla="*/ 3482 h 136561"/>
                <a:gd name="connsiteX5" fmla="*/ 4897 w 65080"/>
                <a:gd name="connsiteY5" fmla="*/ 18874 h 136561"/>
                <a:gd name="connsiteX6" fmla="*/ 41320 w 65080"/>
                <a:gd name="connsiteY6" fmla="*/ 63399 h 136561"/>
                <a:gd name="connsiteX7" fmla="*/ 38016 w 65080"/>
                <a:gd name="connsiteY7" fmla="*/ 67754 h 136561"/>
                <a:gd name="connsiteX8" fmla="*/ 6173 w 65080"/>
                <a:gd name="connsiteY8" fmla="*/ 120313 h 136561"/>
                <a:gd name="connsiteX9" fmla="*/ 4070 w 65080"/>
                <a:gd name="connsiteY9" fmla="*/ 130149 h 136561"/>
                <a:gd name="connsiteX10" fmla="*/ 10830 w 65080"/>
                <a:gd name="connsiteY10" fmla="*/ 136531 h 136561"/>
                <a:gd name="connsiteX11" fmla="*/ 17513 w 65080"/>
                <a:gd name="connsiteY11" fmla="*/ 132101 h 136561"/>
                <a:gd name="connsiteX12" fmla="*/ 42221 w 65080"/>
                <a:gd name="connsiteY12" fmla="*/ 104170 h 136561"/>
                <a:gd name="connsiteX13" fmla="*/ 60846 w 65080"/>
                <a:gd name="connsiteY13" fmla="*/ 74812 h 136561"/>
                <a:gd name="connsiteX14" fmla="*/ 65051 w 65080"/>
                <a:gd name="connsiteY14" fmla="*/ 64901 h 13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5080" h="136561">
                  <a:moveTo>
                    <a:pt x="65051" y="64901"/>
                  </a:moveTo>
                  <a:cubicBezTo>
                    <a:pt x="64856" y="63028"/>
                    <a:pt x="64346" y="61201"/>
                    <a:pt x="63550" y="59495"/>
                  </a:cubicBezTo>
                  <a:cubicBezTo>
                    <a:pt x="55191" y="40012"/>
                    <a:pt x="42687" y="22588"/>
                    <a:pt x="26901" y="8437"/>
                  </a:cubicBezTo>
                  <a:cubicBezTo>
                    <a:pt x="20743" y="2956"/>
                    <a:pt x="12256" y="-2225"/>
                    <a:pt x="4746" y="929"/>
                  </a:cubicBezTo>
                  <a:cubicBezTo>
                    <a:pt x="3395" y="1438"/>
                    <a:pt x="2223" y="2324"/>
                    <a:pt x="1367" y="3482"/>
                  </a:cubicBezTo>
                  <a:cubicBezTo>
                    <a:pt x="-2013" y="7987"/>
                    <a:pt x="1367" y="14369"/>
                    <a:pt x="4897" y="18874"/>
                  </a:cubicBezTo>
                  <a:cubicBezTo>
                    <a:pt x="16184" y="34394"/>
                    <a:pt x="28343" y="49260"/>
                    <a:pt x="41320" y="63399"/>
                  </a:cubicBezTo>
                  <a:cubicBezTo>
                    <a:pt x="39953" y="64629"/>
                    <a:pt x="38834" y="66107"/>
                    <a:pt x="38016" y="67754"/>
                  </a:cubicBezTo>
                  <a:cubicBezTo>
                    <a:pt x="27727" y="85474"/>
                    <a:pt x="14359" y="101617"/>
                    <a:pt x="6173" y="120313"/>
                  </a:cubicBezTo>
                  <a:cubicBezTo>
                    <a:pt x="4596" y="123341"/>
                    <a:pt x="3868" y="126740"/>
                    <a:pt x="4070" y="130149"/>
                  </a:cubicBezTo>
                  <a:cubicBezTo>
                    <a:pt x="4408" y="133669"/>
                    <a:pt x="7292" y="136397"/>
                    <a:pt x="10830" y="136531"/>
                  </a:cubicBezTo>
                  <a:cubicBezTo>
                    <a:pt x="13556" y="136004"/>
                    <a:pt x="15966" y="134409"/>
                    <a:pt x="17513" y="132101"/>
                  </a:cubicBezTo>
                  <a:lnTo>
                    <a:pt x="42221" y="104170"/>
                  </a:lnTo>
                  <a:cubicBezTo>
                    <a:pt x="50602" y="95946"/>
                    <a:pt x="56978" y="85900"/>
                    <a:pt x="60846" y="74812"/>
                  </a:cubicBezTo>
                  <a:cubicBezTo>
                    <a:pt x="63189" y="71990"/>
                    <a:pt x="64646" y="68544"/>
                    <a:pt x="65051" y="64901"/>
                  </a:cubicBezTo>
                  <a:close/>
                </a:path>
              </a:pathLst>
            </a:custGeom>
            <a:solidFill>
              <a:srgbClr val="A08B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Content Placeholder 4">
              <a:extLst>
                <a:ext uri="{FF2B5EF4-FFF2-40B4-BE49-F238E27FC236}">
                  <a16:creationId xmlns:a16="http://schemas.microsoft.com/office/drawing/2014/main" id="{850164CF-BE1E-2660-FD3F-6521B7E5151B}"/>
                </a:ext>
              </a:extLst>
            </p:cNvPr>
            <p:cNvSpPr/>
            <p:nvPr/>
          </p:nvSpPr>
          <p:spPr>
            <a:xfrm>
              <a:off x="5056622" y="484638"/>
              <a:ext cx="146214" cy="121794"/>
            </a:xfrm>
            <a:custGeom>
              <a:avLst/>
              <a:gdLst>
                <a:gd name="connsiteX0" fmla="*/ 139516 w 146214"/>
                <a:gd name="connsiteY0" fmla="*/ 76653 h 121794"/>
                <a:gd name="connsiteX1" fmla="*/ 132006 w 146214"/>
                <a:gd name="connsiteY1" fmla="*/ 67117 h 121794"/>
                <a:gd name="connsiteX2" fmla="*/ 128927 w 146214"/>
                <a:gd name="connsiteY2" fmla="*/ 65466 h 121794"/>
                <a:gd name="connsiteX3" fmla="*/ 115709 w 146214"/>
                <a:gd name="connsiteY3" fmla="*/ 25070 h 121794"/>
                <a:gd name="connsiteX4" fmla="*/ 106547 w 146214"/>
                <a:gd name="connsiteY4" fmla="*/ 11855 h 121794"/>
                <a:gd name="connsiteX5" fmla="*/ 73578 w 146214"/>
                <a:gd name="connsiteY5" fmla="*/ 292 h 121794"/>
                <a:gd name="connsiteX6" fmla="*/ 29044 w 146214"/>
                <a:gd name="connsiteY6" fmla="*/ 10203 h 121794"/>
                <a:gd name="connsiteX7" fmla="*/ 14850 w 146214"/>
                <a:gd name="connsiteY7" fmla="*/ 27998 h 121794"/>
                <a:gd name="connsiteX8" fmla="*/ 13648 w 146214"/>
                <a:gd name="connsiteY8" fmla="*/ 41439 h 121794"/>
                <a:gd name="connsiteX9" fmla="*/ 13648 w 146214"/>
                <a:gd name="connsiteY9" fmla="*/ 63964 h 121794"/>
                <a:gd name="connsiteX10" fmla="*/ 6739 w 146214"/>
                <a:gd name="connsiteY10" fmla="*/ 73124 h 121794"/>
                <a:gd name="connsiteX11" fmla="*/ 55 w 146214"/>
                <a:gd name="connsiteY11" fmla="*/ 93848 h 121794"/>
                <a:gd name="connsiteX12" fmla="*/ 8316 w 146214"/>
                <a:gd name="connsiteY12" fmla="*/ 113294 h 121794"/>
                <a:gd name="connsiteX13" fmla="*/ 16277 w 146214"/>
                <a:gd name="connsiteY13" fmla="*/ 117049 h 121794"/>
                <a:gd name="connsiteX14" fmla="*/ 28593 w 146214"/>
                <a:gd name="connsiteY14" fmla="*/ 117049 h 121794"/>
                <a:gd name="connsiteX15" fmla="*/ 32724 w 146214"/>
                <a:gd name="connsiteY15" fmla="*/ 102557 h 121794"/>
                <a:gd name="connsiteX16" fmla="*/ 31447 w 146214"/>
                <a:gd name="connsiteY16" fmla="*/ 80032 h 121794"/>
                <a:gd name="connsiteX17" fmla="*/ 30846 w 146214"/>
                <a:gd name="connsiteY17" fmla="*/ 70346 h 121794"/>
                <a:gd name="connsiteX18" fmla="*/ 25514 w 146214"/>
                <a:gd name="connsiteY18" fmla="*/ 62838 h 121794"/>
                <a:gd name="connsiteX19" fmla="*/ 18980 w 146214"/>
                <a:gd name="connsiteY19" fmla="*/ 62087 h 121794"/>
                <a:gd name="connsiteX20" fmla="*/ 21383 w 146214"/>
                <a:gd name="connsiteY20" fmla="*/ 42039 h 121794"/>
                <a:gd name="connsiteX21" fmla="*/ 53076 w 146214"/>
                <a:gd name="connsiteY21" fmla="*/ 16135 h 121794"/>
                <a:gd name="connsiteX22" fmla="*/ 93705 w 146214"/>
                <a:gd name="connsiteY22" fmla="*/ 25370 h 121794"/>
                <a:gd name="connsiteX23" fmla="*/ 120591 w 146214"/>
                <a:gd name="connsiteY23" fmla="*/ 66216 h 121794"/>
                <a:gd name="connsiteX24" fmla="*/ 120591 w 146214"/>
                <a:gd name="connsiteY24" fmla="*/ 66216 h 121794"/>
                <a:gd name="connsiteX25" fmla="*/ 115334 w 146214"/>
                <a:gd name="connsiteY25" fmla="*/ 73725 h 121794"/>
                <a:gd name="connsiteX26" fmla="*/ 114733 w 146214"/>
                <a:gd name="connsiteY26" fmla="*/ 83336 h 121794"/>
                <a:gd name="connsiteX27" fmla="*/ 113456 w 146214"/>
                <a:gd name="connsiteY27" fmla="*/ 105861 h 121794"/>
                <a:gd name="connsiteX28" fmla="*/ 117586 w 146214"/>
                <a:gd name="connsiteY28" fmla="*/ 120352 h 121794"/>
                <a:gd name="connsiteX29" fmla="*/ 129828 w 146214"/>
                <a:gd name="connsiteY29" fmla="*/ 120352 h 121794"/>
                <a:gd name="connsiteX30" fmla="*/ 137863 w 146214"/>
                <a:gd name="connsiteY30" fmla="*/ 116523 h 121794"/>
                <a:gd name="connsiteX31" fmla="*/ 146125 w 146214"/>
                <a:gd name="connsiteY31" fmla="*/ 97151 h 121794"/>
                <a:gd name="connsiteX32" fmla="*/ 139516 w 146214"/>
                <a:gd name="connsiteY32" fmla="*/ 76653 h 121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6214" h="121794">
                  <a:moveTo>
                    <a:pt x="139516" y="76653"/>
                  </a:moveTo>
                  <a:cubicBezTo>
                    <a:pt x="137736" y="72965"/>
                    <a:pt x="135175" y="69711"/>
                    <a:pt x="132006" y="67117"/>
                  </a:cubicBezTo>
                  <a:cubicBezTo>
                    <a:pt x="131044" y="66449"/>
                    <a:pt x="130015" y="65894"/>
                    <a:pt x="128927" y="65466"/>
                  </a:cubicBezTo>
                  <a:cubicBezTo>
                    <a:pt x="130128" y="51425"/>
                    <a:pt x="122844" y="37609"/>
                    <a:pt x="115709" y="25070"/>
                  </a:cubicBezTo>
                  <a:cubicBezTo>
                    <a:pt x="113283" y="20259"/>
                    <a:pt x="110204" y="15811"/>
                    <a:pt x="106547" y="11855"/>
                  </a:cubicBezTo>
                  <a:cubicBezTo>
                    <a:pt x="97340" y="4103"/>
                    <a:pt x="85609" y="-10"/>
                    <a:pt x="73578" y="292"/>
                  </a:cubicBezTo>
                  <a:cubicBezTo>
                    <a:pt x="58062" y="-1157"/>
                    <a:pt x="42479" y="2310"/>
                    <a:pt x="29044" y="10203"/>
                  </a:cubicBezTo>
                  <a:cubicBezTo>
                    <a:pt x="22360" y="14277"/>
                    <a:pt x="17336" y="20579"/>
                    <a:pt x="14850" y="27998"/>
                  </a:cubicBezTo>
                  <a:cubicBezTo>
                    <a:pt x="13851" y="32404"/>
                    <a:pt x="13446" y="36925"/>
                    <a:pt x="13648" y="41439"/>
                  </a:cubicBezTo>
                  <a:cubicBezTo>
                    <a:pt x="13648" y="48947"/>
                    <a:pt x="13648" y="56455"/>
                    <a:pt x="13648" y="63964"/>
                  </a:cubicBezTo>
                  <a:cubicBezTo>
                    <a:pt x="10749" y="66521"/>
                    <a:pt x="8399" y="69637"/>
                    <a:pt x="6739" y="73124"/>
                  </a:cubicBezTo>
                  <a:cubicBezTo>
                    <a:pt x="2954" y="79431"/>
                    <a:pt x="671" y="86520"/>
                    <a:pt x="55" y="93848"/>
                  </a:cubicBezTo>
                  <a:cubicBezTo>
                    <a:pt x="-591" y="101299"/>
                    <a:pt x="2503" y="108585"/>
                    <a:pt x="8316" y="113294"/>
                  </a:cubicBezTo>
                  <a:cubicBezTo>
                    <a:pt x="10757" y="114949"/>
                    <a:pt x="13446" y="116215"/>
                    <a:pt x="16277" y="117049"/>
                  </a:cubicBezTo>
                  <a:cubicBezTo>
                    <a:pt x="20159" y="118967"/>
                    <a:pt x="24711" y="118967"/>
                    <a:pt x="28593" y="117049"/>
                  </a:cubicBezTo>
                  <a:cubicBezTo>
                    <a:pt x="32949" y="114120"/>
                    <a:pt x="33099" y="107813"/>
                    <a:pt x="32724" y="102557"/>
                  </a:cubicBezTo>
                  <a:cubicBezTo>
                    <a:pt x="32123" y="95049"/>
                    <a:pt x="31447" y="87540"/>
                    <a:pt x="31447" y="80032"/>
                  </a:cubicBezTo>
                  <a:cubicBezTo>
                    <a:pt x="31627" y="76791"/>
                    <a:pt x="31424" y="73540"/>
                    <a:pt x="30846" y="70346"/>
                  </a:cubicBezTo>
                  <a:cubicBezTo>
                    <a:pt x="30193" y="67209"/>
                    <a:pt x="28263" y="64487"/>
                    <a:pt x="25514" y="62838"/>
                  </a:cubicBezTo>
                  <a:cubicBezTo>
                    <a:pt x="23486" y="61840"/>
                    <a:pt x="21181" y="61574"/>
                    <a:pt x="18980" y="62087"/>
                  </a:cubicBezTo>
                  <a:cubicBezTo>
                    <a:pt x="18379" y="55310"/>
                    <a:pt x="19198" y="48481"/>
                    <a:pt x="21383" y="42039"/>
                  </a:cubicBezTo>
                  <a:cubicBezTo>
                    <a:pt x="26866" y="28587"/>
                    <a:pt x="38799" y="18833"/>
                    <a:pt x="53076" y="16135"/>
                  </a:cubicBezTo>
                  <a:cubicBezTo>
                    <a:pt x="67307" y="13747"/>
                    <a:pt x="81907" y="17066"/>
                    <a:pt x="93705" y="25370"/>
                  </a:cubicBezTo>
                  <a:cubicBezTo>
                    <a:pt x="107643" y="34964"/>
                    <a:pt x="117294" y="49619"/>
                    <a:pt x="120591" y="66216"/>
                  </a:cubicBezTo>
                  <a:lnTo>
                    <a:pt x="120591" y="66216"/>
                  </a:lnTo>
                  <a:cubicBezTo>
                    <a:pt x="117872" y="67882"/>
                    <a:pt x="115972" y="70601"/>
                    <a:pt x="115334" y="73725"/>
                  </a:cubicBezTo>
                  <a:cubicBezTo>
                    <a:pt x="114755" y="76894"/>
                    <a:pt x="114552" y="80120"/>
                    <a:pt x="114733" y="83336"/>
                  </a:cubicBezTo>
                  <a:cubicBezTo>
                    <a:pt x="114733" y="90844"/>
                    <a:pt x="113982" y="98353"/>
                    <a:pt x="113456" y="105861"/>
                  </a:cubicBezTo>
                  <a:cubicBezTo>
                    <a:pt x="113081" y="111117"/>
                    <a:pt x="113456" y="117349"/>
                    <a:pt x="117586" y="120352"/>
                  </a:cubicBezTo>
                  <a:cubicBezTo>
                    <a:pt x="121447" y="122235"/>
                    <a:pt x="125968" y="122235"/>
                    <a:pt x="129828" y="120352"/>
                  </a:cubicBezTo>
                  <a:cubicBezTo>
                    <a:pt x="132704" y="119539"/>
                    <a:pt x="135423" y="118245"/>
                    <a:pt x="137863" y="116523"/>
                  </a:cubicBezTo>
                  <a:cubicBezTo>
                    <a:pt x="143586" y="111782"/>
                    <a:pt x="146665" y="104564"/>
                    <a:pt x="146125" y="97151"/>
                  </a:cubicBezTo>
                  <a:cubicBezTo>
                    <a:pt x="145486" y="89910"/>
                    <a:pt x="143226" y="82905"/>
                    <a:pt x="139516" y="76653"/>
                  </a:cubicBezTo>
                  <a:close/>
                </a:path>
              </a:pathLst>
            </a:custGeom>
            <a:solidFill>
              <a:srgbClr val="1A5E7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6D492567-C837-5226-0DA8-EEF389B519E3}"/>
              </a:ext>
            </a:extLst>
          </p:cNvPr>
          <p:cNvGrpSpPr/>
          <p:nvPr userDrawn="1"/>
        </p:nvGrpSpPr>
        <p:grpSpPr>
          <a:xfrm>
            <a:off x="626803" y="4032901"/>
            <a:ext cx="309477" cy="878793"/>
            <a:chOff x="3283147" y="3746527"/>
            <a:chExt cx="309477" cy="878793"/>
          </a:xfrm>
        </p:grpSpPr>
        <p:sp>
          <p:nvSpPr>
            <p:cNvPr id="155" name="Content Placeholder 4">
              <a:extLst>
                <a:ext uri="{FF2B5EF4-FFF2-40B4-BE49-F238E27FC236}">
                  <a16:creationId xmlns:a16="http://schemas.microsoft.com/office/drawing/2014/main" id="{D6F28E95-558D-5371-A61B-8C8604D0167E}"/>
                </a:ext>
              </a:extLst>
            </p:cNvPr>
            <p:cNvSpPr/>
            <p:nvPr/>
          </p:nvSpPr>
          <p:spPr>
            <a:xfrm>
              <a:off x="3365839" y="4604952"/>
              <a:ext cx="226785" cy="20368"/>
            </a:xfrm>
            <a:custGeom>
              <a:avLst/>
              <a:gdLst>
                <a:gd name="connsiteX0" fmla="*/ 193722 w 226785"/>
                <a:gd name="connsiteY0" fmla="*/ 14057 h 20368"/>
                <a:gd name="connsiteX1" fmla="*/ 223161 w 226785"/>
                <a:gd name="connsiteY1" fmla="*/ 11204 h 20368"/>
                <a:gd name="connsiteX2" fmla="*/ 226390 w 226785"/>
                <a:gd name="connsiteY2" fmla="*/ 9552 h 20368"/>
                <a:gd name="connsiteX3" fmla="*/ 225414 w 226785"/>
                <a:gd name="connsiteY3" fmla="*/ 5497 h 20368"/>
                <a:gd name="connsiteX4" fmla="*/ 221133 w 226785"/>
                <a:gd name="connsiteY4" fmla="*/ 3995 h 20368"/>
                <a:gd name="connsiteX5" fmla="*/ 58617 w 226785"/>
                <a:gd name="connsiteY5" fmla="*/ 3995 h 20368"/>
                <a:gd name="connsiteX6" fmla="*/ 3193 w 226785"/>
                <a:gd name="connsiteY6" fmla="*/ 6774 h 20368"/>
                <a:gd name="connsiteX7" fmla="*/ 16486 w 226785"/>
                <a:gd name="connsiteY7" fmla="*/ 18036 h 20368"/>
                <a:gd name="connsiteX8" fmla="*/ 68455 w 226785"/>
                <a:gd name="connsiteY8" fmla="*/ 19463 h 20368"/>
                <a:gd name="connsiteX9" fmla="*/ 126958 w 226785"/>
                <a:gd name="connsiteY9" fmla="*/ 17511 h 20368"/>
                <a:gd name="connsiteX10" fmla="*/ 193722 w 226785"/>
                <a:gd name="connsiteY10" fmla="*/ 14057 h 20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6785" h="20368">
                  <a:moveTo>
                    <a:pt x="193722" y="14057"/>
                  </a:moveTo>
                  <a:cubicBezTo>
                    <a:pt x="203584" y="13711"/>
                    <a:pt x="213415" y="12758"/>
                    <a:pt x="223161" y="11204"/>
                  </a:cubicBezTo>
                  <a:cubicBezTo>
                    <a:pt x="224417" y="11113"/>
                    <a:pt x="225582" y="10513"/>
                    <a:pt x="226390" y="9552"/>
                  </a:cubicBezTo>
                  <a:cubicBezTo>
                    <a:pt x="227133" y="8148"/>
                    <a:pt x="226715" y="6413"/>
                    <a:pt x="225414" y="5497"/>
                  </a:cubicBezTo>
                  <a:cubicBezTo>
                    <a:pt x="224146" y="4626"/>
                    <a:pt x="222668" y="4108"/>
                    <a:pt x="221133" y="3995"/>
                  </a:cubicBezTo>
                  <a:cubicBezTo>
                    <a:pt x="167662" y="-5390"/>
                    <a:pt x="112914" y="4671"/>
                    <a:pt x="58617" y="3995"/>
                  </a:cubicBezTo>
                  <a:cubicBezTo>
                    <a:pt x="41795" y="3995"/>
                    <a:pt x="19115" y="91"/>
                    <a:pt x="3193" y="6774"/>
                  </a:cubicBezTo>
                  <a:cubicBezTo>
                    <a:pt x="-7771" y="11354"/>
                    <a:pt x="12431" y="17060"/>
                    <a:pt x="16486" y="18036"/>
                  </a:cubicBezTo>
                  <a:cubicBezTo>
                    <a:pt x="33008" y="21941"/>
                    <a:pt x="51633" y="19763"/>
                    <a:pt x="68455" y="19463"/>
                  </a:cubicBezTo>
                  <a:cubicBezTo>
                    <a:pt x="87981" y="19463"/>
                    <a:pt x="107432" y="18412"/>
                    <a:pt x="126958" y="17511"/>
                  </a:cubicBezTo>
                  <a:cubicBezTo>
                    <a:pt x="149188" y="16685"/>
                    <a:pt x="171417" y="15408"/>
                    <a:pt x="193722" y="14057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Content Placeholder 4">
              <a:extLst>
                <a:ext uri="{FF2B5EF4-FFF2-40B4-BE49-F238E27FC236}">
                  <a16:creationId xmlns:a16="http://schemas.microsoft.com/office/drawing/2014/main" id="{B2B7EB41-8DE1-19E8-8AD5-7CFCF4D70500}"/>
                </a:ext>
              </a:extLst>
            </p:cNvPr>
            <p:cNvSpPr/>
            <p:nvPr/>
          </p:nvSpPr>
          <p:spPr>
            <a:xfrm>
              <a:off x="3315684" y="3846944"/>
              <a:ext cx="92654" cy="170746"/>
            </a:xfrm>
            <a:custGeom>
              <a:avLst/>
              <a:gdLst>
                <a:gd name="connsiteX0" fmla="*/ 4683 w 92654"/>
                <a:gd name="connsiteY0" fmla="*/ -30 h 170746"/>
                <a:gd name="connsiteX1" fmla="*/ 20454 w 92654"/>
                <a:gd name="connsiteY1" fmla="*/ 14987 h 170746"/>
                <a:gd name="connsiteX2" fmla="*/ 26462 w 92654"/>
                <a:gd name="connsiteY2" fmla="*/ 12735 h 170746"/>
                <a:gd name="connsiteX3" fmla="*/ 27739 w 92654"/>
                <a:gd name="connsiteY3" fmla="*/ 16489 h 170746"/>
                <a:gd name="connsiteX4" fmla="*/ 31644 w 92654"/>
                <a:gd name="connsiteY4" fmla="*/ 33233 h 170746"/>
                <a:gd name="connsiteX5" fmla="*/ 32395 w 92654"/>
                <a:gd name="connsiteY5" fmla="*/ 34659 h 170746"/>
                <a:gd name="connsiteX6" fmla="*/ 53648 w 92654"/>
                <a:gd name="connsiteY6" fmla="*/ 75881 h 170746"/>
                <a:gd name="connsiteX7" fmla="*/ 76178 w 92654"/>
                <a:gd name="connsiteY7" fmla="*/ 116126 h 170746"/>
                <a:gd name="connsiteX8" fmla="*/ 81735 w 92654"/>
                <a:gd name="connsiteY8" fmla="*/ 128440 h 170746"/>
                <a:gd name="connsiteX9" fmla="*/ 87218 w 92654"/>
                <a:gd name="connsiteY9" fmla="*/ 141355 h 170746"/>
                <a:gd name="connsiteX10" fmla="*/ 92625 w 92654"/>
                <a:gd name="connsiteY10" fmla="*/ 160276 h 170746"/>
                <a:gd name="connsiteX11" fmla="*/ 76779 w 92654"/>
                <a:gd name="connsiteY11" fmla="*/ 170637 h 170746"/>
                <a:gd name="connsiteX12" fmla="*/ 61759 w 92654"/>
                <a:gd name="connsiteY12" fmla="*/ 149238 h 170746"/>
                <a:gd name="connsiteX13" fmla="*/ 48316 w 92654"/>
                <a:gd name="connsiteY13" fmla="*/ 119805 h 170746"/>
                <a:gd name="connsiteX14" fmla="*/ 30818 w 92654"/>
                <a:gd name="connsiteY14" fmla="*/ 81512 h 170746"/>
                <a:gd name="connsiteX15" fmla="*/ 16173 w 92654"/>
                <a:gd name="connsiteY15" fmla="*/ 45171 h 170746"/>
                <a:gd name="connsiteX16" fmla="*/ 9189 w 92654"/>
                <a:gd name="connsiteY16" fmla="*/ 25799 h 170746"/>
                <a:gd name="connsiteX17" fmla="*/ 1679 w 92654"/>
                <a:gd name="connsiteY17" fmla="*/ 12735 h 170746"/>
                <a:gd name="connsiteX18" fmla="*/ 4683 w 92654"/>
                <a:gd name="connsiteY18" fmla="*/ -30 h 170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2654" h="170746">
                  <a:moveTo>
                    <a:pt x="4683" y="-30"/>
                  </a:moveTo>
                  <a:cubicBezTo>
                    <a:pt x="12193" y="-30"/>
                    <a:pt x="25110" y="9957"/>
                    <a:pt x="20454" y="14987"/>
                  </a:cubicBezTo>
                  <a:cubicBezTo>
                    <a:pt x="21956" y="13260"/>
                    <a:pt x="24509" y="11458"/>
                    <a:pt x="26462" y="12735"/>
                  </a:cubicBezTo>
                  <a:cubicBezTo>
                    <a:pt x="28414" y="14011"/>
                    <a:pt x="27663" y="15137"/>
                    <a:pt x="27739" y="16489"/>
                  </a:cubicBezTo>
                  <a:cubicBezTo>
                    <a:pt x="27762" y="22293"/>
                    <a:pt x="29097" y="28014"/>
                    <a:pt x="31644" y="33233"/>
                  </a:cubicBezTo>
                  <a:cubicBezTo>
                    <a:pt x="31849" y="33728"/>
                    <a:pt x="32100" y="34209"/>
                    <a:pt x="32395" y="34659"/>
                  </a:cubicBezTo>
                  <a:cubicBezTo>
                    <a:pt x="39905" y="48250"/>
                    <a:pt x="46288" y="62290"/>
                    <a:pt x="53648" y="75881"/>
                  </a:cubicBezTo>
                  <a:cubicBezTo>
                    <a:pt x="61008" y="89471"/>
                    <a:pt x="69719" y="102085"/>
                    <a:pt x="76178" y="116126"/>
                  </a:cubicBezTo>
                  <a:lnTo>
                    <a:pt x="81735" y="128440"/>
                  </a:lnTo>
                  <a:cubicBezTo>
                    <a:pt x="83613" y="132720"/>
                    <a:pt x="85415" y="137000"/>
                    <a:pt x="87218" y="141355"/>
                  </a:cubicBezTo>
                  <a:cubicBezTo>
                    <a:pt x="90513" y="147136"/>
                    <a:pt x="92368" y="153623"/>
                    <a:pt x="92625" y="160276"/>
                  </a:cubicBezTo>
                  <a:cubicBezTo>
                    <a:pt x="90460" y="167041"/>
                    <a:pt x="83847" y="171366"/>
                    <a:pt x="76779" y="170637"/>
                  </a:cubicBezTo>
                  <a:cubicBezTo>
                    <a:pt x="66565" y="168910"/>
                    <a:pt x="64613" y="156296"/>
                    <a:pt x="61759" y="149238"/>
                  </a:cubicBezTo>
                  <a:cubicBezTo>
                    <a:pt x="57328" y="139402"/>
                    <a:pt x="52822" y="129641"/>
                    <a:pt x="48316" y="119805"/>
                  </a:cubicBezTo>
                  <a:cubicBezTo>
                    <a:pt x="40055" y="109969"/>
                    <a:pt x="36000" y="92925"/>
                    <a:pt x="30818" y="81512"/>
                  </a:cubicBezTo>
                  <a:cubicBezTo>
                    <a:pt x="24917" y="69836"/>
                    <a:pt x="20018" y="57680"/>
                    <a:pt x="16173" y="45171"/>
                  </a:cubicBezTo>
                  <a:cubicBezTo>
                    <a:pt x="14635" y="38459"/>
                    <a:pt x="12290" y="31949"/>
                    <a:pt x="9189" y="25799"/>
                  </a:cubicBezTo>
                  <a:cubicBezTo>
                    <a:pt x="6310" y="21670"/>
                    <a:pt x="3797" y="17300"/>
                    <a:pt x="1679" y="12735"/>
                  </a:cubicBezTo>
                  <a:cubicBezTo>
                    <a:pt x="-1851" y="3499"/>
                    <a:pt x="552" y="120"/>
                    <a:pt x="4683" y="-30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Content Placeholder 4">
              <a:extLst>
                <a:ext uri="{FF2B5EF4-FFF2-40B4-BE49-F238E27FC236}">
                  <a16:creationId xmlns:a16="http://schemas.microsoft.com/office/drawing/2014/main" id="{6B28A826-C6F5-22E1-B077-02C81F490ABF}"/>
                </a:ext>
              </a:extLst>
            </p:cNvPr>
            <p:cNvSpPr/>
            <p:nvPr/>
          </p:nvSpPr>
          <p:spPr>
            <a:xfrm>
              <a:off x="3289070" y="3933066"/>
              <a:ext cx="41614" cy="66703"/>
            </a:xfrm>
            <a:custGeom>
              <a:avLst/>
              <a:gdLst>
                <a:gd name="connsiteX0" fmla="*/ 4486 w 41614"/>
                <a:gd name="connsiteY0" fmla="*/ 65369 h 66703"/>
                <a:gd name="connsiteX1" fmla="*/ 3660 w 41614"/>
                <a:gd name="connsiteY1" fmla="*/ 63116 h 66703"/>
                <a:gd name="connsiteX2" fmla="*/ -20 w 41614"/>
                <a:gd name="connsiteY2" fmla="*/ -30 h 66703"/>
                <a:gd name="connsiteX3" fmla="*/ 41586 w 41614"/>
                <a:gd name="connsiteY3" fmla="*/ 2899 h 66703"/>
                <a:gd name="connsiteX4" fmla="*/ 32874 w 41614"/>
                <a:gd name="connsiteY4" fmla="*/ 65970 h 66703"/>
                <a:gd name="connsiteX5" fmla="*/ 6289 w 41614"/>
                <a:gd name="connsiteY5" fmla="*/ 65970 h 66703"/>
                <a:gd name="connsiteX6" fmla="*/ 4486 w 41614"/>
                <a:gd name="connsiteY6" fmla="*/ 65369 h 66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614" h="66703">
                  <a:moveTo>
                    <a:pt x="4486" y="65369"/>
                  </a:moveTo>
                  <a:cubicBezTo>
                    <a:pt x="3938" y="64746"/>
                    <a:pt x="3644" y="63942"/>
                    <a:pt x="3660" y="63116"/>
                  </a:cubicBezTo>
                  <a:cubicBezTo>
                    <a:pt x="1079" y="42168"/>
                    <a:pt x="-150" y="21077"/>
                    <a:pt x="-20" y="-30"/>
                  </a:cubicBezTo>
                  <a:cubicBezTo>
                    <a:pt x="13799" y="1547"/>
                    <a:pt x="27692" y="2523"/>
                    <a:pt x="41586" y="2899"/>
                  </a:cubicBezTo>
                  <a:cubicBezTo>
                    <a:pt x="40925" y="24170"/>
                    <a:pt x="38005" y="45314"/>
                    <a:pt x="32874" y="65970"/>
                  </a:cubicBezTo>
                  <a:cubicBezTo>
                    <a:pt x="24037" y="66908"/>
                    <a:pt x="15126" y="66908"/>
                    <a:pt x="6289" y="65970"/>
                  </a:cubicBezTo>
                  <a:cubicBezTo>
                    <a:pt x="5637" y="65977"/>
                    <a:pt x="5004" y="65767"/>
                    <a:pt x="4486" y="65369"/>
                  </a:cubicBezTo>
                  <a:close/>
                </a:path>
              </a:pathLst>
            </a:custGeom>
            <a:solidFill>
              <a:srgbClr val="C7B29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Content Placeholder 4">
              <a:extLst>
                <a:ext uri="{FF2B5EF4-FFF2-40B4-BE49-F238E27FC236}">
                  <a16:creationId xmlns:a16="http://schemas.microsoft.com/office/drawing/2014/main" id="{01DAA3EC-104A-B35A-9206-A805FB1ED909}"/>
                </a:ext>
              </a:extLst>
            </p:cNvPr>
            <p:cNvSpPr/>
            <p:nvPr/>
          </p:nvSpPr>
          <p:spPr>
            <a:xfrm>
              <a:off x="3292600" y="3958445"/>
              <a:ext cx="33517" cy="14716"/>
            </a:xfrm>
            <a:custGeom>
              <a:avLst/>
              <a:gdLst>
                <a:gd name="connsiteX0" fmla="*/ 32649 w 33517"/>
                <a:gd name="connsiteY0" fmla="*/ 4025 h 14716"/>
                <a:gd name="connsiteX1" fmla="*/ 33400 w 33517"/>
                <a:gd name="connsiteY1" fmla="*/ 4701 h 14716"/>
                <a:gd name="connsiteX2" fmla="*/ 33400 w 33517"/>
                <a:gd name="connsiteY2" fmla="*/ 5602 h 14716"/>
                <a:gd name="connsiteX3" fmla="*/ 32424 w 33517"/>
                <a:gd name="connsiteY3" fmla="*/ 14687 h 14716"/>
                <a:gd name="connsiteX4" fmla="*/ 281 w 33517"/>
                <a:gd name="connsiteY4" fmla="*/ 13786 h 14716"/>
                <a:gd name="connsiteX5" fmla="*/ 281 w 33517"/>
                <a:gd name="connsiteY5" fmla="*/ -30 h 14716"/>
                <a:gd name="connsiteX6" fmla="*/ 25289 w 33517"/>
                <a:gd name="connsiteY6" fmla="*/ 2974 h 14716"/>
                <a:gd name="connsiteX7" fmla="*/ 32649 w 33517"/>
                <a:gd name="connsiteY7" fmla="*/ 4025 h 1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517" h="14716">
                  <a:moveTo>
                    <a:pt x="32649" y="4025"/>
                  </a:moveTo>
                  <a:cubicBezTo>
                    <a:pt x="32964" y="4167"/>
                    <a:pt x="33227" y="4400"/>
                    <a:pt x="33400" y="4701"/>
                  </a:cubicBezTo>
                  <a:cubicBezTo>
                    <a:pt x="33517" y="4986"/>
                    <a:pt x="33517" y="5316"/>
                    <a:pt x="33400" y="5602"/>
                  </a:cubicBezTo>
                  <a:cubicBezTo>
                    <a:pt x="33400" y="8605"/>
                    <a:pt x="32724" y="11608"/>
                    <a:pt x="32424" y="14687"/>
                  </a:cubicBezTo>
                  <a:lnTo>
                    <a:pt x="281" y="13786"/>
                  </a:lnTo>
                  <a:cubicBezTo>
                    <a:pt x="-133" y="9191"/>
                    <a:pt x="-133" y="4565"/>
                    <a:pt x="281" y="-30"/>
                  </a:cubicBezTo>
                  <a:cubicBezTo>
                    <a:pt x="8422" y="2208"/>
                    <a:pt x="16850" y="3214"/>
                    <a:pt x="25289" y="2974"/>
                  </a:cubicBezTo>
                  <a:cubicBezTo>
                    <a:pt x="27788" y="2831"/>
                    <a:pt x="30291" y="3184"/>
                    <a:pt x="32649" y="4025"/>
                  </a:cubicBezTo>
                  <a:close/>
                </a:path>
              </a:pathLst>
            </a:custGeom>
            <a:solidFill>
              <a:srgbClr val="51726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Content Placeholder 4">
              <a:extLst>
                <a:ext uri="{FF2B5EF4-FFF2-40B4-BE49-F238E27FC236}">
                  <a16:creationId xmlns:a16="http://schemas.microsoft.com/office/drawing/2014/main" id="{9C590F57-CB5C-F3CE-D6BB-1E7A4F326F3D}"/>
                </a:ext>
              </a:extLst>
            </p:cNvPr>
            <p:cNvSpPr/>
            <p:nvPr/>
          </p:nvSpPr>
          <p:spPr>
            <a:xfrm>
              <a:off x="3284799" y="3930739"/>
              <a:ext cx="49490" cy="9758"/>
            </a:xfrm>
            <a:custGeom>
              <a:avLst/>
              <a:gdLst>
                <a:gd name="connsiteX0" fmla="*/ -29 w 49490"/>
                <a:gd name="connsiteY0" fmla="*/ 7929 h 9758"/>
                <a:gd name="connsiteX1" fmla="*/ -29 w 49490"/>
                <a:gd name="connsiteY1" fmla="*/ -30 h 9758"/>
                <a:gd name="connsiteX2" fmla="*/ 49462 w 49490"/>
                <a:gd name="connsiteY2" fmla="*/ 1472 h 9758"/>
                <a:gd name="connsiteX3" fmla="*/ 48786 w 49490"/>
                <a:gd name="connsiteY3" fmla="*/ 7779 h 9758"/>
                <a:gd name="connsiteX4" fmla="*/ 48786 w 49490"/>
                <a:gd name="connsiteY4" fmla="*/ 8680 h 9758"/>
                <a:gd name="connsiteX5" fmla="*/ 47960 w 49490"/>
                <a:gd name="connsiteY5" fmla="*/ 8680 h 9758"/>
                <a:gd name="connsiteX6" fmla="*/ -29 w 49490"/>
                <a:gd name="connsiteY6" fmla="*/ 7929 h 9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490" h="9758">
                  <a:moveTo>
                    <a:pt x="-29" y="7929"/>
                  </a:moveTo>
                  <a:cubicBezTo>
                    <a:pt x="-29" y="5301"/>
                    <a:pt x="-29" y="2673"/>
                    <a:pt x="-29" y="-30"/>
                  </a:cubicBezTo>
                  <a:cubicBezTo>
                    <a:pt x="16493" y="-30"/>
                    <a:pt x="32990" y="473"/>
                    <a:pt x="49462" y="1472"/>
                  </a:cubicBezTo>
                  <a:lnTo>
                    <a:pt x="48786" y="7779"/>
                  </a:lnTo>
                  <a:cubicBezTo>
                    <a:pt x="48786" y="7779"/>
                    <a:pt x="48786" y="8455"/>
                    <a:pt x="48786" y="8680"/>
                  </a:cubicBezTo>
                  <a:cubicBezTo>
                    <a:pt x="48522" y="8793"/>
                    <a:pt x="48223" y="8793"/>
                    <a:pt x="47960" y="8680"/>
                  </a:cubicBezTo>
                  <a:cubicBezTo>
                    <a:pt x="31989" y="10294"/>
                    <a:pt x="15884" y="10047"/>
                    <a:pt x="-29" y="7929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Content Placeholder 4">
              <a:extLst>
                <a:ext uri="{FF2B5EF4-FFF2-40B4-BE49-F238E27FC236}">
                  <a16:creationId xmlns:a16="http://schemas.microsoft.com/office/drawing/2014/main" id="{F6ADB7A0-14C1-1BF9-1A0A-4DD683D61B0B}"/>
                </a:ext>
              </a:extLst>
            </p:cNvPr>
            <p:cNvSpPr/>
            <p:nvPr/>
          </p:nvSpPr>
          <p:spPr>
            <a:xfrm>
              <a:off x="3383330" y="4117699"/>
              <a:ext cx="2553" cy="2553"/>
            </a:xfrm>
            <a:custGeom>
              <a:avLst/>
              <a:gdLst>
                <a:gd name="connsiteX0" fmla="*/ 1247 w 2553"/>
                <a:gd name="connsiteY0" fmla="*/ -30 h 2553"/>
                <a:gd name="connsiteX1" fmla="*/ -29 w 2553"/>
                <a:gd name="connsiteY1" fmla="*/ 1247 h 2553"/>
                <a:gd name="connsiteX2" fmla="*/ 1247 w 2553"/>
                <a:gd name="connsiteY2" fmla="*/ 2523 h 2553"/>
                <a:gd name="connsiteX3" fmla="*/ 2524 w 2553"/>
                <a:gd name="connsiteY3" fmla="*/ 1247 h 2553"/>
                <a:gd name="connsiteX4" fmla="*/ 1247 w 2553"/>
                <a:gd name="connsiteY4" fmla="*/ -30 h 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53" h="2553">
                  <a:moveTo>
                    <a:pt x="1247" y="-30"/>
                  </a:moveTo>
                  <a:cubicBezTo>
                    <a:pt x="542" y="-30"/>
                    <a:pt x="-29" y="541"/>
                    <a:pt x="-29" y="1247"/>
                  </a:cubicBezTo>
                  <a:cubicBezTo>
                    <a:pt x="-29" y="1952"/>
                    <a:pt x="542" y="2523"/>
                    <a:pt x="1247" y="2523"/>
                  </a:cubicBezTo>
                  <a:cubicBezTo>
                    <a:pt x="1953" y="2523"/>
                    <a:pt x="2524" y="1952"/>
                    <a:pt x="2524" y="1247"/>
                  </a:cubicBezTo>
                  <a:cubicBezTo>
                    <a:pt x="2524" y="541"/>
                    <a:pt x="1953" y="-30"/>
                    <a:pt x="1247" y="-30"/>
                  </a:cubicBezTo>
                  <a:close/>
                </a:path>
              </a:pathLst>
            </a:custGeom>
            <a:solidFill>
              <a:srgbClr val="2D2C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Content Placeholder 4">
              <a:extLst>
                <a:ext uri="{FF2B5EF4-FFF2-40B4-BE49-F238E27FC236}">
                  <a16:creationId xmlns:a16="http://schemas.microsoft.com/office/drawing/2014/main" id="{2D962064-38A1-C9CE-6A52-EC2BFEA23E0D}"/>
                </a:ext>
              </a:extLst>
            </p:cNvPr>
            <p:cNvSpPr/>
            <p:nvPr/>
          </p:nvSpPr>
          <p:spPr>
            <a:xfrm>
              <a:off x="3376786" y="4056580"/>
              <a:ext cx="138054" cy="90388"/>
            </a:xfrm>
            <a:custGeom>
              <a:avLst/>
              <a:gdLst>
                <a:gd name="connsiteX0" fmla="*/ -18 w 138054"/>
                <a:gd name="connsiteY0" fmla="*/ 12209 h 90388"/>
                <a:gd name="connsiteX1" fmla="*/ 883 w 138054"/>
                <a:gd name="connsiteY1" fmla="*/ 68372 h 90388"/>
                <a:gd name="connsiteX2" fmla="*/ -18 w 138054"/>
                <a:gd name="connsiteY2" fmla="*/ 73703 h 90388"/>
                <a:gd name="connsiteX3" fmla="*/ 6515 w 138054"/>
                <a:gd name="connsiteY3" fmla="*/ 81212 h 90388"/>
                <a:gd name="connsiteX4" fmla="*/ 55631 w 138054"/>
                <a:gd name="connsiteY4" fmla="*/ 90147 h 90388"/>
                <a:gd name="connsiteX5" fmla="*/ 136438 w 138054"/>
                <a:gd name="connsiteY5" fmla="*/ 85416 h 90388"/>
                <a:gd name="connsiteX6" fmla="*/ 135988 w 138054"/>
                <a:gd name="connsiteY6" fmla="*/ 71151 h 90388"/>
                <a:gd name="connsiteX7" fmla="*/ 136438 w 138054"/>
                <a:gd name="connsiteY7" fmla="*/ 26100 h 90388"/>
                <a:gd name="connsiteX8" fmla="*/ 135988 w 138054"/>
                <a:gd name="connsiteY8" fmla="*/ 21069 h 90388"/>
                <a:gd name="connsiteX9" fmla="*/ 132683 w 138054"/>
                <a:gd name="connsiteY9" fmla="*/ 17991 h 90388"/>
                <a:gd name="connsiteX10" fmla="*/ 69524 w 138054"/>
                <a:gd name="connsiteY10" fmla="*/ -30 h 90388"/>
                <a:gd name="connsiteX11" fmla="*/ 42789 w 138054"/>
                <a:gd name="connsiteY11" fmla="*/ 2373 h 90388"/>
                <a:gd name="connsiteX12" fmla="*/ -18 w 138054"/>
                <a:gd name="connsiteY12" fmla="*/ 12209 h 90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054" h="90388">
                  <a:moveTo>
                    <a:pt x="-18" y="12209"/>
                  </a:moveTo>
                  <a:cubicBezTo>
                    <a:pt x="6058" y="30387"/>
                    <a:pt x="6373" y="50006"/>
                    <a:pt x="883" y="68372"/>
                  </a:cubicBezTo>
                  <a:cubicBezTo>
                    <a:pt x="214" y="70069"/>
                    <a:pt x="-93" y="71879"/>
                    <a:pt x="-18" y="73703"/>
                  </a:cubicBezTo>
                  <a:cubicBezTo>
                    <a:pt x="798" y="77127"/>
                    <a:pt x="3239" y="79928"/>
                    <a:pt x="6515" y="81212"/>
                  </a:cubicBezTo>
                  <a:cubicBezTo>
                    <a:pt x="21910" y="88165"/>
                    <a:pt x="38775" y="91228"/>
                    <a:pt x="55631" y="90147"/>
                  </a:cubicBezTo>
                  <a:cubicBezTo>
                    <a:pt x="82637" y="90184"/>
                    <a:pt x="109621" y="88607"/>
                    <a:pt x="136438" y="85416"/>
                  </a:cubicBezTo>
                  <a:cubicBezTo>
                    <a:pt x="139517" y="81662"/>
                    <a:pt x="137415" y="75956"/>
                    <a:pt x="135988" y="71151"/>
                  </a:cubicBezTo>
                  <a:cubicBezTo>
                    <a:pt x="131707" y="56884"/>
                    <a:pt x="134936" y="41117"/>
                    <a:pt x="136438" y="26100"/>
                  </a:cubicBezTo>
                  <a:cubicBezTo>
                    <a:pt x="136779" y="24418"/>
                    <a:pt x="136623" y="22668"/>
                    <a:pt x="135988" y="21069"/>
                  </a:cubicBezTo>
                  <a:cubicBezTo>
                    <a:pt x="135176" y="19770"/>
                    <a:pt x="134037" y="18711"/>
                    <a:pt x="132683" y="17991"/>
                  </a:cubicBezTo>
                  <a:cubicBezTo>
                    <a:pt x="113733" y="6195"/>
                    <a:pt x="91849" y="-52"/>
                    <a:pt x="69524" y="-30"/>
                  </a:cubicBezTo>
                  <a:cubicBezTo>
                    <a:pt x="60565" y="98"/>
                    <a:pt x="51627" y="901"/>
                    <a:pt x="42789" y="2373"/>
                  </a:cubicBezTo>
                  <a:cubicBezTo>
                    <a:pt x="28322" y="4723"/>
                    <a:pt x="14022" y="8012"/>
                    <a:pt x="-18" y="12209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Content Placeholder 4">
              <a:extLst>
                <a:ext uri="{FF2B5EF4-FFF2-40B4-BE49-F238E27FC236}">
                  <a16:creationId xmlns:a16="http://schemas.microsoft.com/office/drawing/2014/main" id="{7913A3E0-06AC-6430-30F5-A0A11DAA9937}"/>
                </a:ext>
              </a:extLst>
            </p:cNvPr>
            <p:cNvSpPr/>
            <p:nvPr/>
          </p:nvSpPr>
          <p:spPr>
            <a:xfrm>
              <a:off x="3362227" y="4097426"/>
              <a:ext cx="168899" cy="504375"/>
            </a:xfrm>
            <a:custGeom>
              <a:avLst/>
              <a:gdLst>
                <a:gd name="connsiteX0" fmla="*/ 160534 w 168899"/>
                <a:gd name="connsiteY0" fmla="*/ 281462 h 504375"/>
                <a:gd name="connsiteX1" fmla="*/ 163238 w 168899"/>
                <a:gd name="connsiteY1" fmla="*/ 82113 h 504375"/>
                <a:gd name="connsiteX2" fmla="*/ 153926 w 168899"/>
                <a:gd name="connsiteY2" fmla="*/ 14161 h 504375"/>
                <a:gd name="connsiteX3" fmla="*/ 151898 w 168899"/>
                <a:gd name="connsiteY3" fmla="*/ 10482 h 504375"/>
                <a:gd name="connsiteX4" fmla="*/ 139431 w 168899"/>
                <a:gd name="connsiteY4" fmla="*/ 10482 h 504375"/>
                <a:gd name="connsiteX5" fmla="*/ 17544 w 168899"/>
                <a:gd name="connsiteY5" fmla="*/ -30 h 504375"/>
                <a:gd name="connsiteX6" fmla="*/ 6655 w 168899"/>
                <a:gd name="connsiteY6" fmla="*/ 36837 h 504375"/>
                <a:gd name="connsiteX7" fmla="*/ -29 w 168899"/>
                <a:gd name="connsiteY7" fmla="*/ 99007 h 504375"/>
                <a:gd name="connsiteX8" fmla="*/ -29 w 168899"/>
                <a:gd name="connsiteY8" fmla="*/ 99007 h 504375"/>
                <a:gd name="connsiteX9" fmla="*/ -29 w 168899"/>
                <a:gd name="connsiteY9" fmla="*/ 99007 h 504375"/>
                <a:gd name="connsiteX10" fmla="*/ -29 w 168899"/>
                <a:gd name="connsiteY10" fmla="*/ 112372 h 504375"/>
                <a:gd name="connsiteX11" fmla="*/ 8983 w 168899"/>
                <a:gd name="connsiteY11" fmla="*/ 189709 h 504375"/>
                <a:gd name="connsiteX12" fmla="*/ 14014 w 168899"/>
                <a:gd name="connsiteY12" fmla="*/ 240016 h 504375"/>
                <a:gd name="connsiteX13" fmla="*/ 15291 w 168899"/>
                <a:gd name="connsiteY13" fmla="*/ 280035 h 504375"/>
                <a:gd name="connsiteX14" fmla="*/ 26181 w 168899"/>
                <a:gd name="connsiteY14" fmla="*/ 383652 h 504375"/>
                <a:gd name="connsiteX15" fmla="*/ 35869 w 168899"/>
                <a:gd name="connsiteY15" fmla="*/ 493125 h 504375"/>
                <a:gd name="connsiteX16" fmla="*/ 35869 w 168899"/>
                <a:gd name="connsiteY16" fmla="*/ 497480 h 504375"/>
                <a:gd name="connsiteX17" fmla="*/ 65909 w 168899"/>
                <a:gd name="connsiteY17" fmla="*/ 497480 h 504375"/>
                <a:gd name="connsiteX18" fmla="*/ 72667 w 168899"/>
                <a:gd name="connsiteY18" fmla="*/ 284841 h 504375"/>
                <a:gd name="connsiteX19" fmla="*/ 82130 w 168899"/>
                <a:gd name="connsiteY19" fmla="*/ 196392 h 504375"/>
                <a:gd name="connsiteX20" fmla="*/ 91518 w 168899"/>
                <a:gd name="connsiteY20" fmla="*/ 197293 h 504375"/>
                <a:gd name="connsiteX21" fmla="*/ 142886 w 168899"/>
                <a:gd name="connsiteY21" fmla="*/ 478634 h 504375"/>
                <a:gd name="connsiteX22" fmla="*/ 151673 w 168899"/>
                <a:gd name="connsiteY22" fmla="*/ 501159 h 504375"/>
                <a:gd name="connsiteX23" fmla="*/ 166005 w 168899"/>
                <a:gd name="connsiteY23" fmla="*/ 501588 h 504375"/>
                <a:gd name="connsiteX24" fmla="*/ 168871 w 168899"/>
                <a:gd name="connsiteY24" fmla="*/ 496730 h 504375"/>
                <a:gd name="connsiteX25" fmla="*/ 160534 w 168899"/>
                <a:gd name="connsiteY25" fmla="*/ 281462 h 504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68899" h="504375">
                  <a:moveTo>
                    <a:pt x="160534" y="281462"/>
                  </a:moveTo>
                  <a:cubicBezTo>
                    <a:pt x="157530" y="215613"/>
                    <a:pt x="163764" y="148413"/>
                    <a:pt x="163238" y="82113"/>
                  </a:cubicBezTo>
                  <a:cubicBezTo>
                    <a:pt x="165196" y="59054"/>
                    <a:pt x="162015" y="35846"/>
                    <a:pt x="153926" y="14161"/>
                  </a:cubicBezTo>
                  <a:cubicBezTo>
                    <a:pt x="153539" y="12795"/>
                    <a:pt x="152846" y="11541"/>
                    <a:pt x="151898" y="10482"/>
                  </a:cubicBezTo>
                  <a:cubicBezTo>
                    <a:pt x="148819" y="7254"/>
                    <a:pt x="143487" y="8980"/>
                    <a:pt x="139431" y="10482"/>
                  </a:cubicBezTo>
                  <a:cubicBezTo>
                    <a:pt x="99477" y="26783"/>
                    <a:pt x="54116" y="22871"/>
                    <a:pt x="17544" y="-30"/>
                  </a:cubicBezTo>
                  <a:cubicBezTo>
                    <a:pt x="11241" y="11308"/>
                    <a:pt x="7523" y="23892"/>
                    <a:pt x="6655" y="36837"/>
                  </a:cubicBezTo>
                  <a:cubicBezTo>
                    <a:pt x="3385" y="57433"/>
                    <a:pt x="1154" y="78186"/>
                    <a:pt x="-29" y="99007"/>
                  </a:cubicBezTo>
                  <a:lnTo>
                    <a:pt x="-29" y="99007"/>
                  </a:lnTo>
                  <a:lnTo>
                    <a:pt x="-29" y="99007"/>
                  </a:lnTo>
                  <a:cubicBezTo>
                    <a:pt x="-29" y="103437"/>
                    <a:pt x="-29" y="107942"/>
                    <a:pt x="-29" y="112372"/>
                  </a:cubicBezTo>
                  <a:cubicBezTo>
                    <a:pt x="1229" y="138321"/>
                    <a:pt x="4241" y="164165"/>
                    <a:pt x="8983" y="189709"/>
                  </a:cubicBezTo>
                  <a:cubicBezTo>
                    <a:pt x="11822" y="206340"/>
                    <a:pt x="13503" y="223152"/>
                    <a:pt x="14014" y="240016"/>
                  </a:cubicBezTo>
                  <a:cubicBezTo>
                    <a:pt x="12971" y="253366"/>
                    <a:pt x="13399" y="266783"/>
                    <a:pt x="15291" y="280035"/>
                  </a:cubicBezTo>
                  <a:cubicBezTo>
                    <a:pt x="22801" y="313373"/>
                    <a:pt x="22801" y="349639"/>
                    <a:pt x="26181" y="383652"/>
                  </a:cubicBezTo>
                  <a:cubicBezTo>
                    <a:pt x="29635" y="420143"/>
                    <a:pt x="33015" y="456634"/>
                    <a:pt x="35869" y="493125"/>
                  </a:cubicBezTo>
                  <a:cubicBezTo>
                    <a:pt x="35869" y="494552"/>
                    <a:pt x="35869" y="496054"/>
                    <a:pt x="35869" y="497480"/>
                  </a:cubicBezTo>
                  <a:cubicBezTo>
                    <a:pt x="37746" y="497931"/>
                    <a:pt x="65909" y="504463"/>
                    <a:pt x="65909" y="497480"/>
                  </a:cubicBezTo>
                  <a:lnTo>
                    <a:pt x="72667" y="284841"/>
                  </a:lnTo>
                  <a:cubicBezTo>
                    <a:pt x="72469" y="255093"/>
                    <a:pt x="75644" y="225419"/>
                    <a:pt x="82130" y="196392"/>
                  </a:cubicBezTo>
                  <a:lnTo>
                    <a:pt x="91518" y="197293"/>
                  </a:lnTo>
                  <a:lnTo>
                    <a:pt x="142886" y="478634"/>
                  </a:lnTo>
                  <a:cubicBezTo>
                    <a:pt x="143559" y="486841"/>
                    <a:pt x="146612" y="494665"/>
                    <a:pt x="151673" y="501159"/>
                  </a:cubicBezTo>
                  <a:cubicBezTo>
                    <a:pt x="155513" y="505237"/>
                    <a:pt x="161930" y="505424"/>
                    <a:pt x="166005" y="501588"/>
                  </a:cubicBezTo>
                  <a:cubicBezTo>
                    <a:pt x="167399" y="500266"/>
                    <a:pt x="168394" y="498584"/>
                    <a:pt x="168871" y="496730"/>
                  </a:cubicBezTo>
                  <a:cubicBezTo>
                    <a:pt x="164289" y="424799"/>
                    <a:pt x="163764" y="353168"/>
                    <a:pt x="160534" y="281462"/>
                  </a:cubicBezTo>
                  <a:close/>
                </a:path>
              </a:pathLst>
            </a:custGeom>
            <a:solidFill>
              <a:srgbClr val="537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Content Placeholder 4">
              <a:extLst>
                <a:ext uri="{FF2B5EF4-FFF2-40B4-BE49-F238E27FC236}">
                  <a16:creationId xmlns:a16="http://schemas.microsoft.com/office/drawing/2014/main" id="{731AC0F6-9E58-6B9E-8B2A-6ABBF5DCF955}"/>
                </a:ext>
              </a:extLst>
            </p:cNvPr>
            <p:cNvSpPr/>
            <p:nvPr/>
          </p:nvSpPr>
          <p:spPr>
            <a:xfrm>
              <a:off x="3508738" y="4153010"/>
              <a:ext cx="5272" cy="14019"/>
            </a:xfrm>
            <a:custGeom>
              <a:avLst/>
              <a:gdLst>
                <a:gd name="connsiteX0" fmla="*/ 2157 w 5272"/>
                <a:gd name="connsiteY0" fmla="*/ 699 h 14019"/>
                <a:gd name="connsiteX1" fmla="*/ 54 w 5272"/>
                <a:gd name="connsiteY1" fmla="*/ 1300 h 14019"/>
                <a:gd name="connsiteX2" fmla="*/ 2908 w 5272"/>
                <a:gd name="connsiteY2" fmla="*/ 12863 h 14019"/>
                <a:gd name="connsiteX3" fmla="*/ 5236 w 5272"/>
                <a:gd name="connsiteY3" fmla="*/ 12863 h 14019"/>
                <a:gd name="connsiteX4" fmla="*/ 2157 w 5272"/>
                <a:gd name="connsiteY4" fmla="*/ 699 h 14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2" h="14019">
                  <a:moveTo>
                    <a:pt x="2157" y="699"/>
                  </a:moveTo>
                  <a:cubicBezTo>
                    <a:pt x="1632" y="-577"/>
                    <a:pt x="-471" y="-51"/>
                    <a:pt x="54" y="1300"/>
                  </a:cubicBezTo>
                  <a:cubicBezTo>
                    <a:pt x="1497" y="5017"/>
                    <a:pt x="2456" y="8906"/>
                    <a:pt x="2908" y="12863"/>
                  </a:cubicBezTo>
                  <a:cubicBezTo>
                    <a:pt x="2908" y="14365"/>
                    <a:pt x="5387" y="14365"/>
                    <a:pt x="5236" y="12863"/>
                  </a:cubicBezTo>
                  <a:cubicBezTo>
                    <a:pt x="4817" y="8681"/>
                    <a:pt x="3779" y="4581"/>
                    <a:pt x="2157" y="699"/>
                  </a:cubicBezTo>
                  <a:close/>
                </a:path>
              </a:pathLst>
            </a:custGeom>
            <a:solidFill>
              <a:srgbClr val="2D2C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Content Placeholder 4">
              <a:extLst>
                <a:ext uri="{FF2B5EF4-FFF2-40B4-BE49-F238E27FC236}">
                  <a16:creationId xmlns:a16="http://schemas.microsoft.com/office/drawing/2014/main" id="{5142E8B8-E936-335F-C467-0F204AA4C32F}"/>
                </a:ext>
              </a:extLst>
            </p:cNvPr>
            <p:cNvSpPr/>
            <p:nvPr/>
          </p:nvSpPr>
          <p:spPr>
            <a:xfrm>
              <a:off x="3515048" y="4195675"/>
              <a:ext cx="2943" cy="10492"/>
            </a:xfrm>
            <a:custGeom>
              <a:avLst/>
              <a:gdLst>
                <a:gd name="connsiteX0" fmla="*/ 2081 w 2943"/>
                <a:gd name="connsiteY0" fmla="*/ 984 h 10492"/>
                <a:gd name="connsiteX1" fmla="*/ -22 w 2943"/>
                <a:gd name="connsiteY1" fmla="*/ 984 h 10492"/>
                <a:gd name="connsiteX2" fmla="*/ 729 w 2943"/>
                <a:gd name="connsiteY2" fmla="*/ 9393 h 10492"/>
                <a:gd name="connsiteX3" fmla="*/ 2907 w 2943"/>
                <a:gd name="connsiteY3" fmla="*/ 9393 h 10492"/>
                <a:gd name="connsiteX4" fmla="*/ 2081 w 2943"/>
                <a:gd name="connsiteY4" fmla="*/ 984 h 10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3" h="10492">
                  <a:moveTo>
                    <a:pt x="2081" y="984"/>
                  </a:moveTo>
                  <a:cubicBezTo>
                    <a:pt x="2081" y="-368"/>
                    <a:pt x="-172" y="-368"/>
                    <a:pt x="-22" y="984"/>
                  </a:cubicBezTo>
                  <a:cubicBezTo>
                    <a:pt x="-22" y="3837"/>
                    <a:pt x="504" y="6615"/>
                    <a:pt x="729" y="9393"/>
                  </a:cubicBezTo>
                  <a:cubicBezTo>
                    <a:pt x="729" y="10820"/>
                    <a:pt x="3057" y="10820"/>
                    <a:pt x="2907" y="9393"/>
                  </a:cubicBezTo>
                  <a:cubicBezTo>
                    <a:pt x="2682" y="6615"/>
                    <a:pt x="2381" y="3837"/>
                    <a:pt x="2081" y="984"/>
                  </a:cubicBezTo>
                  <a:close/>
                </a:path>
              </a:pathLst>
            </a:custGeom>
            <a:solidFill>
              <a:srgbClr val="2D2C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Content Placeholder 4">
              <a:extLst>
                <a:ext uri="{FF2B5EF4-FFF2-40B4-BE49-F238E27FC236}">
                  <a16:creationId xmlns:a16="http://schemas.microsoft.com/office/drawing/2014/main" id="{D1F49810-9193-70D0-8166-7074A5157F7C}"/>
                </a:ext>
              </a:extLst>
            </p:cNvPr>
            <p:cNvSpPr/>
            <p:nvPr/>
          </p:nvSpPr>
          <p:spPr>
            <a:xfrm>
              <a:off x="3514455" y="4241438"/>
              <a:ext cx="2328" cy="11113"/>
            </a:xfrm>
            <a:custGeom>
              <a:avLst/>
              <a:gdLst>
                <a:gd name="connsiteX0" fmla="*/ 2224 w 2328"/>
                <a:gd name="connsiteY0" fmla="*/ 1097 h 11113"/>
                <a:gd name="connsiteX1" fmla="*/ 1097 w 2328"/>
                <a:gd name="connsiteY1" fmla="*/ -30 h 11113"/>
                <a:gd name="connsiteX2" fmla="*/ -29 w 2328"/>
                <a:gd name="connsiteY2" fmla="*/ 1097 h 11113"/>
                <a:gd name="connsiteX3" fmla="*/ -29 w 2328"/>
                <a:gd name="connsiteY3" fmla="*/ 10182 h 11113"/>
                <a:gd name="connsiteX4" fmla="*/ 1433 w 2328"/>
                <a:gd name="connsiteY4" fmla="*/ 11046 h 11113"/>
                <a:gd name="connsiteX5" fmla="*/ 2299 w 2328"/>
                <a:gd name="connsiteY5" fmla="*/ 10182 h 11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28" h="11113">
                  <a:moveTo>
                    <a:pt x="2224" y="1097"/>
                  </a:moveTo>
                  <a:cubicBezTo>
                    <a:pt x="2224" y="473"/>
                    <a:pt x="1719" y="-30"/>
                    <a:pt x="1097" y="-30"/>
                  </a:cubicBezTo>
                  <a:cubicBezTo>
                    <a:pt x="475" y="-30"/>
                    <a:pt x="-29" y="473"/>
                    <a:pt x="-29" y="1097"/>
                  </a:cubicBezTo>
                  <a:cubicBezTo>
                    <a:pt x="-29" y="4175"/>
                    <a:pt x="-29" y="7179"/>
                    <a:pt x="-29" y="10182"/>
                  </a:cubicBezTo>
                  <a:cubicBezTo>
                    <a:pt x="135" y="10828"/>
                    <a:pt x="790" y="11210"/>
                    <a:pt x="1433" y="11046"/>
                  </a:cubicBezTo>
                  <a:cubicBezTo>
                    <a:pt x="1858" y="10940"/>
                    <a:pt x="2190" y="10610"/>
                    <a:pt x="2299" y="10182"/>
                  </a:cubicBezTo>
                  <a:close/>
                </a:path>
              </a:pathLst>
            </a:custGeom>
            <a:solidFill>
              <a:srgbClr val="2D2C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Content Placeholder 4">
              <a:extLst>
                <a:ext uri="{FF2B5EF4-FFF2-40B4-BE49-F238E27FC236}">
                  <a16:creationId xmlns:a16="http://schemas.microsoft.com/office/drawing/2014/main" id="{7C170478-3382-5C08-EA03-E9746A82F9B6}"/>
                </a:ext>
              </a:extLst>
            </p:cNvPr>
            <p:cNvSpPr/>
            <p:nvPr/>
          </p:nvSpPr>
          <p:spPr>
            <a:xfrm>
              <a:off x="3515806" y="4292195"/>
              <a:ext cx="2252" cy="12013"/>
            </a:xfrm>
            <a:custGeom>
              <a:avLst/>
              <a:gdLst>
                <a:gd name="connsiteX0" fmla="*/ 2224 w 2252"/>
                <a:gd name="connsiteY0" fmla="*/ 1097 h 12013"/>
                <a:gd name="connsiteX1" fmla="*/ 1097 w 2252"/>
                <a:gd name="connsiteY1" fmla="*/ -30 h 12013"/>
                <a:gd name="connsiteX2" fmla="*/ -29 w 2252"/>
                <a:gd name="connsiteY2" fmla="*/ 1097 h 12013"/>
                <a:gd name="connsiteX3" fmla="*/ -29 w 2252"/>
                <a:gd name="connsiteY3" fmla="*/ 10858 h 12013"/>
                <a:gd name="connsiteX4" fmla="*/ 1097 w 2252"/>
                <a:gd name="connsiteY4" fmla="*/ 11984 h 12013"/>
                <a:gd name="connsiteX5" fmla="*/ 2224 w 2252"/>
                <a:gd name="connsiteY5" fmla="*/ 10858 h 1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52" h="12013">
                  <a:moveTo>
                    <a:pt x="2224" y="1097"/>
                  </a:moveTo>
                  <a:cubicBezTo>
                    <a:pt x="2224" y="473"/>
                    <a:pt x="1719" y="-30"/>
                    <a:pt x="1097" y="-30"/>
                  </a:cubicBezTo>
                  <a:cubicBezTo>
                    <a:pt x="475" y="-30"/>
                    <a:pt x="-29" y="473"/>
                    <a:pt x="-29" y="1097"/>
                  </a:cubicBezTo>
                  <a:lnTo>
                    <a:pt x="-29" y="10858"/>
                  </a:lnTo>
                  <a:cubicBezTo>
                    <a:pt x="-29" y="11481"/>
                    <a:pt x="475" y="11984"/>
                    <a:pt x="1097" y="11984"/>
                  </a:cubicBezTo>
                  <a:cubicBezTo>
                    <a:pt x="1719" y="11984"/>
                    <a:pt x="2224" y="11481"/>
                    <a:pt x="2224" y="10858"/>
                  </a:cubicBezTo>
                  <a:close/>
                </a:path>
              </a:pathLst>
            </a:custGeom>
            <a:solidFill>
              <a:srgbClr val="2D2C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Content Placeholder 4">
              <a:extLst>
                <a:ext uri="{FF2B5EF4-FFF2-40B4-BE49-F238E27FC236}">
                  <a16:creationId xmlns:a16="http://schemas.microsoft.com/office/drawing/2014/main" id="{AF666635-8B20-1D60-F8B1-2FFF68E8E742}"/>
                </a:ext>
              </a:extLst>
            </p:cNvPr>
            <p:cNvSpPr/>
            <p:nvPr/>
          </p:nvSpPr>
          <p:spPr>
            <a:xfrm>
              <a:off x="3512877" y="4332119"/>
              <a:ext cx="2779" cy="14438"/>
            </a:xfrm>
            <a:custGeom>
              <a:avLst/>
              <a:gdLst>
                <a:gd name="connsiteX0" fmla="*/ 2750 w 2779"/>
                <a:gd name="connsiteY0" fmla="*/ 1043 h 14438"/>
                <a:gd name="connsiteX1" fmla="*/ 572 w 2779"/>
                <a:gd name="connsiteY1" fmla="*/ 1043 h 14438"/>
                <a:gd name="connsiteX2" fmla="*/ 121 w 2779"/>
                <a:gd name="connsiteY2" fmla="*/ 13282 h 14438"/>
                <a:gd name="connsiteX3" fmla="*/ 2449 w 2779"/>
                <a:gd name="connsiteY3" fmla="*/ 13282 h 14438"/>
                <a:gd name="connsiteX4" fmla="*/ 2750 w 2779"/>
                <a:gd name="connsiteY4" fmla="*/ 1043 h 14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79" h="14438">
                  <a:moveTo>
                    <a:pt x="2750" y="1043"/>
                  </a:moveTo>
                  <a:cubicBezTo>
                    <a:pt x="2750" y="-233"/>
                    <a:pt x="722" y="-534"/>
                    <a:pt x="572" y="1043"/>
                  </a:cubicBezTo>
                  <a:cubicBezTo>
                    <a:pt x="-29" y="5090"/>
                    <a:pt x="-180" y="9197"/>
                    <a:pt x="121" y="13282"/>
                  </a:cubicBezTo>
                  <a:cubicBezTo>
                    <a:pt x="121" y="14784"/>
                    <a:pt x="2600" y="14784"/>
                    <a:pt x="2449" y="13282"/>
                  </a:cubicBezTo>
                  <a:cubicBezTo>
                    <a:pt x="2114" y="9205"/>
                    <a:pt x="2215" y="5098"/>
                    <a:pt x="2750" y="1043"/>
                  </a:cubicBezTo>
                  <a:close/>
                </a:path>
              </a:pathLst>
            </a:custGeom>
            <a:solidFill>
              <a:srgbClr val="2D2C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Content Placeholder 4">
              <a:extLst>
                <a:ext uri="{FF2B5EF4-FFF2-40B4-BE49-F238E27FC236}">
                  <a16:creationId xmlns:a16="http://schemas.microsoft.com/office/drawing/2014/main" id="{4B32B999-0B99-40CE-3EB1-3D39EF20CF8B}"/>
                </a:ext>
              </a:extLst>
            </p:cNvPr>
            <p:cNvSpPr/>
            <p:nvPr/>
          </p:nvSpPr>
          <p:spPr>
            <a:xfrm>
              <a:off x="3513081" y="4380401"/>
              <a:ext cx="2576" cy="17156"/>
            </a:xfrm>
            <a:custGeom>
              <a:avLst/>
              <a:gdLst>
                <a:gd name="connsiteX0" fmla="*/ 2546 w 2576"/>
                <a:gd name="connsiteY0" fmla="*/ 1040 h 17156"/>
                <a:gd name="connsiteX1" fmla="*/ 293 w 2576"/>
                <a:gd name="connsiteY1" fmla="*/ 1040 h 17156"/>
                <a:gd name="connsiteX2" fmla="*/ 293 w 2576"/>
                <a:gd name="connsiteY2" fmla="*/ 16057 h 17156"/>
                <a:gd name="connsiteX3" fmla="*/ 2546 w 2576"/>
                <a:gd name="connsiteY3" fmla="*/ 16057 h 17156"/>
                <a:gd name="connsiteX4" fmla="*/ 2546 w 2576"/>
                <a:gd name="connsiteY4" fmla="*/ 1040 h 1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76" h="17156">
                  <a:moveTo>
                    <a:pt x="2546" y="1040"/>
                  </a:moveTo>
                  <a:cubicBezTo>
                    <a:pt x="2546" y="-386"/>
                    <a:pt x="443" y="-386"/>
                    <a:pt x="293" y="1040"/>
                  </a:cubicBezTo>
                  <a:cubicBezTo>
                    <a:pt x="-137" y="6033"/>
                    <a:pt x="-137" y="11064"/>
                    <a:pt x="293" y="16057"/>
                  </a:cubicBezTo>
                  <a:cubicBezTo>
                    <a:pt x="293" y="17484"/>
                    <a:pt x="2621" y="17484"/>
                    <a:pt x="2546" y="16057"/>
                  </a:cubicBezTo>
                  <a:cubicBezTo>
                    <a:pt x="2116" y="11064"/>
                    <a:pt x="2116" y="6033"/>
                    <a:pt x="2546" y="1040"/>
                  </a:cubicBezTo>
                  <a:close/>
                </a:path>
              </a:pathLst>
            </a:custGeom>
            <a:solidFill>
              <a:srgbClr val="2D2C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Content Placeholder 4">
              <a:extLst>
                <a:ext uri="{FF2B5EF4-FFF2-40B4-BE49-F238E27FC236}">
                  <a16:creationId xmlns:a16="http://schemas.microsoft.com/office/drawing/2014/main" id="{CAB43580-F77D-2FE9-48DC-305298F86F8A}"/>
                </a:ext>
              </a:extLst>
            </p:cNvPr>
            <p:cNvSpPr/>
            <p:nvPr/>
          </p:nvSpPr>
          <p:spPr>
            <a:xfrm>
              <a:off x="3388812" y="4360635"/>
              <a:ext cx="3086" cy="14396"/>
            </a:xfrm>
            <a:custGeom>
              <a:avLst/>
              <a:gdLst>
                <a:gd name="connsiteX0" fmla="*/ 2750 w 3086"/>
                <a:gd name="connsiteY0" fmla="*/ 1209 h 14396"/>
                <a:gd name="connsiteX1" fmla="*/ 121 w 3086"/>
                <a:gd name="connsiteY1" fmla="*/ 1209 h 14396"/>
                <a:gd name="connsiteX2" fmla="*/ 722 w 3086"/>
                <a:gd name="connsiteY2" fmla="*/ 13523 h 14396"/>
                <a:gd name="connsiteX3" fmla="*/ 3050 w 3086"/>
                <a:gd name="connsiteY3" fmla="*/ 12847 h 14396"/>
                <a:gd name="connsiteX4" fmla="*/ 2750 w 3086"/>
                <a:gd name="connsiteY4" fmla="*/ 1209 h 14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86" h="14396">
                  <a:moveTo>
                    <a:pt x="2750" y="1209"/>
                  </a:moveTo>
                  <a:cubicBezTo>
                    <a:pt x="2750" y="-443"/>
                    <a:pt x="272" y="-443"/>
                    <a:pt x="121" y="1209"/>
                  </a:cubicBezTo>
                  <a:cubicBezTo>
                    <a:pt x="-204" y="5324"/>
                    <a:pt x="-2" y="9461"/>
                    <a:pt x="722" y="13523"/>
                  </a:cubicBezTo>
                  <a:cubicBezTo>
                    <a:pt x="722" y="15025"/>
                    <a:pt x="3200" y="14349"/>
                    <a:pt x="3050" y="12847"/>
                  </a:cubicBezTo>
                  <a:cubicBezTo>
                    <a:pt x="2537" y="8988"/>
                    <a:pt x="2436" y="5091"/>
                    <a:pt x="2750" y="1209"/>
                  </a:cubicBezTo>
                  <a:close/>
                </a:path>
              </a:pathLst>
            </a:custGeom>
            <a:solidFill>
              <a:srgbClr val="2D2C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Content Placeholder 4">
              <a:extLst>
                <a:ext uri="{FF2B5EF4-FFF2-40B4-BE49-F238E27FC236}">
                  <a16:creationId xmlns:a16="http://schemas.microsoft.com/office/drawing/2014/main" id="{36DC7049-7F31-4B63-9FC6-A0DB7F330F11}"/>
                </a:ext>
              </a:extLst>
            </p:cNvPr>
            <p:cNvSpPr/>
            <p:nvPr/>
          </p:nvSpPr>
          <p:spPr>
            <a:xfrm>
              <a:off x="3382857" y="4324206"/>
              <a:ext cx="3150" cy="12946"/>
            </a:xfrm>
            <a:custGeom>
              <a:avLst/>
              <a:gdLst>
                <a:gd name="connsiteX0" fmla="*/ 2472 w 3150"/>
                <a:gd name="connsiteY0" fmla="*/ 922 h 12946"/>
                <a:gd name="connsiteX1" fmla="*/ -7 w 3150"/>
                <a:gd name="connsiteY1" fmla="*/ 1598 h 12946"/>
                <a:gd name="connsiteX2" fmla="*/ 444 w 3150"/>
                <a:gd name="connsiteY2" fmla="*/ 11734 h 12946"/>
                <a:gd name="connsiteX3" fmla="*/ 2922 w 3150"/>
                <a:gd name="connsiteY3" fmla="*/ 11734 h 12946"/>
                <a:gd name="connsiteX4" fmla="*/ 2472 w 3150"/>
                <a:gd name="connsiteY4" fmla="*/ 922 h 12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50" h="12946">
                  <a:moveTo>
                    <a:pt x="2472" y="922"/>
                  </a:moveTo>
                  <a:cubicBezTo>
                    <a:pt x="2472" y="-730"/>
                    <a:pt x="-307" y="-54"/>
                    <a:pt x="-7" y="1598"/>
                  </a:cubicBezTo>
                  <a:cubicBezTo>
                    <a:pt x="518" y="4946"/>
                    <a:pt x="669" y="8348"/>
                    <a:pt x="444" y="11734"/>
                  </a:cubicBezTo>
                  <a:cubicBezTo>
                    <a:pt x="444" y="13311"/>
                    <a:pt x="2697" y="13311"/>
                    <a:pt x="2922" y="11734"/>
                  </a:cubicBezTo>
                  <a:cubicBezTo>
                    <a:pt x="3295" y="8130"/>
                    <a:pt x="3143" y="4488"/>
                    <a:pt x="2472" y="922"/>
                  </a:cubicBezTo>
                  <a:close/>
                </a:path>
              </a:pathLst>
            </a:custGeom>
            <a:solidFill>
              <a:srgbClr val="2D2C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Content Placeholder 4">
              <a:extLst>
                <a:ext uri="{FF2B5EF4-FFF2-40B4-BE49-F238E27FC236}">
                  <a16:creationId xmlns:a16="http://schemas.microsoft.com/office/drawing/2014/main" id="{C9929196-E479-1489-14BC-D74E6DE7FA15}"/>
                </a:ext>
              </a:extLst>
            </p:cNvPr>
            <p:cNvSpPr/>
            <p:nvPr/>
          </p:nvSpPr>
          <p:spPr>
            <a:xfrm>
              <a:off x="3381826" y="4280895"/>
              <a:ext cx="3020" cy="14250"/>
            </a:xfrm>
            <a:custGeom>
              <a:avLst/>
              <a:gdLst>
                <a:gd name="connsiteX0" fmla="*/ 2676 w 3020"/>
                <a:gd name="connsiteY0" fmla="*/ 1209 h 14250"/>
                <a:gd name="connsiteX1" fmla="*/ 123 w 3020"/>
                <a:gd name="connsiteY1" fmla="*/ 1209 h 14250"/>
                <a:gd name="connsiteX2" fmla="*/ 799 w 3020"/>
                <a:gd name="connsiteY2" fmla="*/ 13373 h 14250"/>
                <a:gd name="connsiteX3" fmla="*/ 2977 w 3020"/>
                <a:gd name="connsiteY3" fmla="*/ 12772 h 14250"/>
                <a:gd name="connsiteX4" fmla="*/ 2676 w 3020"/>
                <a:gd name="connsiteY4" fmla="*/ 1209 h 1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20" h="14250">
                  <a:moveTo>
                    <a:pt x="2676" y="1209"/>
                  </a:moveTo>
                  <a:cubicBezTo>
                    <a:pt x="2676" y="-443"/>
                    <a:pt x="348" y="-443"/>
                    <a:pt x="123" y="1209"/>
                  </a:cubicBezTo>
                  <a:cubicBezTo>
                    <a:pt x="-216" y="5279"/>
                    <a:pt x="12" y="9371"/>
                    <a:pt x="799" y="13373"/>
                  </a:cubicBezTo>
                  <a:cubicBezTo>
                    <a:pt x="799" y="14875"/>
                    <a:pt x="3202" y="14199"/>
                    <a:pt x="2977" y="12772"/>
                  </a:cubicBezTo>
                  <a:cubicBezTo>
                    <a:pt x="2463" y="8943"/>
                    <a:pt x="2362" y="5061"/>
                    <a:pt x="2676" y="1209"/>
                  </a:cubicBezTo>
                  <a:close/>
                </a:path>
              </a:pathLst>
            </a:custGeom>
            <a:solidFill>
              <a:srgbClr val="2D2C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Content Placeholder 4">
              <a:extLst>
                <a:ext uri="{FF2B5EF4-FFF2-40B4-BE49-F238E27FC236}">
                  <a16:creationId xmlns:a16="http://schemas.microsoft.com/office/drawing/2014/main" id="{A70127D6-B0F9-F83A-7B33-5DCB0851DCED}"/>
                </a:ext>
              </a:extLst>
            </p:cNvPr>
            <p:cNvSpPr/>
            <p:nvPr/>
          </p:nvSpPr>
          <p:spPr>
            <a:xfrm>
              <a:off x="3375745" y="4232202"/>
              <a:ext cx="2328" cy="14417"/>
            </a:xfrm>
            <a:custGeom>
              <a:avLst/>
              <a:gdLst>
                <a:gd name="connsiteX0" fmla="*/ -29 w 2328"/>
                <a:gd name="connsiteY0" fmla="*/ 872 h 14417"/>
                <a:gd name="connsiteX1" fmla="*/ -29 w 2328"/>
                <a:gd name="connsiteY1" fmla="*/ 13486 h 14417"/>
                <a:gd name="connsiteX2" fmla="*/ 1433 w 2328"/>
                <a:gd name="connsiteY2" fmla="*/ 14350 h 14417"/>
                <a:gd name="connsiteX3" fmla="*/ 2299 w 2328"/>
                <a:gd name="connsiteY3" fmla="*/ 13486 h 14417"/>
                <a:gd name="connsiteX4" fmla="*/ 2299 w 2328"/>
                <a:gd name="connsiteY4" fmla="*/ 872 h 14417"/>
                <a:gd name="connsiteX5" fmla="*/ 837 w 2328"/>
                <a:gd name="connsiteY5" fmla="*/ 9 h 14417"/>
                <a:gd name="connsiteX6" fmla="*/ -29 w 2328"/>
                <a:gd name="connsiteY6" fmla="*/ 872 h 14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28" h="14417">
                  <a:moveTo>
                    <a:pt x="-29" y="872"/>
                  </a:moveTo>
                  <a:lnTo>
                    <a:pt x="-29" y="13486"/>
                  </a:lnTo>
                  <a:cubicBezTo>
                    <a:pt x="135" y="14132"/>
                    <a:pt x="790" y="14515"/>
                    <a:pt x="1433" y="14350"/>
                  </a:cubicBezTo>
                  <a:cubicBezTo>
                    <a:pt x="1858" y="14245"/>
                    <a:pt x="2190" y="13914"/>
                    <a:pt x="2299" y="13486"/>
                  </a:cubicBezTo>
                  <a:lnTo>
                    <a:pt x="2299" y="872"/>
                  </a:lnTo>
                  <a:cubicBezTo>
                    <a:pt x="2134" y="226"/>
                    <a:pt x="1480" y="-156"/>
                    <a:pt x="837" y="9"/>
                  </a:cubicBezTo>
                  <a:cubicBezTo>
                    <a:pt x="412" y="114"/>
                    <a:pt x="80" y="444"/>
                    <a:pt x="-29" y="872"/>
                  </a:cubicBezTo>
                  <a:close/>
                </a:path>
              </a:pathLst>
            </a:custGeom>
            <a:solidFill>
              <a:srgbClr val="2D2C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Content Placeholder 4">
              <a:extLst>
                <a:ext uri="{FF2B5EF4-FFF2-40B4-BE49-F238E27FC236}">
                  <a16:creationId xmlns:a16="http://schemas.microsoft.com/office/drawing/2014/main" id="{26B5525F-77DE-0AA3-9AAE-AD751971B380}"/>
                </a:ext>
              </a:extLst>
            </p:cNvPr>
            <p:cNvSpPr/>
            <p:nvPr/>
          </p:nvSpPr>
          <p:spPr>
            <a:xfrm>
              <a:off x="3374243" y="4186081"/>
              <a:ext cx="2403" cy="15337"/>
            </a:xfrm>
            <a:custGeom>
              <a:avLst/>
              <a:gdLst>
                <a:gd name="connsiteX0" fmla="*/ -29 w 2403"/>
                <a:gd name="connsiteY0" fmla="*/ 816 h 15337"/>
                <a:gd name="connsiteX1" fmla="*/ -29 w 2403"/>
                <a:gd name="connsiteY1" fmla="*/ 14106 h 15337"/>
                <a:gd name="connsiteX2" fmla="*/ 1172 w 2403"/>
                <a:gd name="connsiteY2" fmla="*/ 15308 h 15337"/>
                <a:gd name="connsiteX3" fmla="*/ 2374 w 2403"/>
                <a:gd name="connsiteY3" fmla="*/ 14106 h 15337"/>
                <a:gd name="connsiteX4" fmla="*/ 2374 w 2403"/>
                <a:gd name="connsiteY4" fmla="*/ 816 h 15337"/>
                <a:gd name="connsiteX5" fmla="*/ 741 w 2403"/>
                <a:gd name="connsiteY5" fmla="*/ 43 h 15337"/>
                <a:gd name="connsiteX6" fmla="*/ -29 w 2403"/>
                <a:gd name="connsiteY6" fmla="*/ 816 h 15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03" h="15337">
                  <a:moveTo>
                    <a:pt x="-29" y="816"/>
                  </a:moveTo>
                  <a:cubicBezTo>
                    <a:pt x="-29" y="5246"/>
                    <a:pt x="-29" y="9676"/>
                    <a:pt x="-29" y="14106"/>
                  </a:cubicBezTo>
                  <a:cubicBezTo>
                    <a:pt x="-29" y="14767"/>
                    <a:pt x="508" y="15308"/>
                    <a:pt x="1172" y="15308"/>
                  </a:cubicBezTo>
                  <a:cubicBezTo>
                    <a:pt x="1836" y="15308"/>
                    <a:pt x="2374" y="14767"/>
                    <a:pt x="2374" y="14106"/>
                  </a:cubicBezTo>
                  <a:cubicBezTo>
                    <a:pt x="2374" y="9676"/>
                    <a:pt x="2374" y="5246"/>
                    <a:pt x="2374" y="816"/>
                  </a:cubicBezTo>
                  <a:cubicBezTo>
                    <a:pt x="2136" y="156"/>
                    <a:pt x="1404" y="-190"/>
                    <a:pt x="741" y="43"/>
                  </a:cubicBezTo>
                  <a:cubicBezTo>
                    <a:pt x="382" y="178"/>
                    <a:pt x="100" y="456"/>
                    <a:pt x="-29" y="816"/>
                  </a:cubicBezTo>
                  <a:close/>
                </a:path>
              </a:pathLst>
            </a:custGeom>
            <a:solidFill>
              <a:srgbClr val="2D2C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Content Placeholder 4">
              <a:extLst>
                <a:ext uri="{FF2B5EF4-FFF2-40B4-BE49-F238E27FC236}">
                  <a16:creationId xmlns:a16="http://schemas.microsoft.com/office/drawing/2014/main" id="{C42CE0EB-24EB-07AD-7BF8-79AF3CF546EA}"/>
                </a:ext>
              </a:extLst>
            </p:cNvPr>
            <p:cNvSpPr/>
            <p:nvPr/>
          </p:nvSpPr>
          <p:spPr>
            <a:xfrm>
              <a:off x="3375724" y="4134585"/>
              <a:ext cx="4536" cy="11449"/>
            </a:xfrm>
            <a:custGeom>
              <a:avLst/>
              <a:gdLst>
                <a:gd name="connsiteX0" fmla="*/ 2244 w 4536"/>
                <a:gd name="connsiteY0" fmla="*/ 579 h 11449"/>
                <a:gd name="connsiteX1" fmla="*/ -9 w 4536"/>
                <a:gd name="connsiteY1" fmla="*/ 10265 h 11449"/>
                <a:gd name="connsiteX2" fmla="*/ 2320 w 4536"/>
                <a:gd name="connsiteY2" fmla="*/ 10265 h 11449"/>
                <a:gd name="connsiteX3" fmla="*/ 4347 w 4536"/>
                <a:gd name="connsiteY3" fmla="*/ 1781 h 11449"/>
                <a:gd name="connsiteX4" fmla="*/ 3897 w 4536"/>
                <a:gd name="connsiteY4" fmla="*/ 129 h 11449"/>
                <a:gd name="connsiteX5" fmla="*/ 2244 w 4536"/>
                <a:gd name="connsiteY5" fmla="*/ 579 h 1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36" h="11449">
                  <a:moveTo>
                    <a:pt x="2244" y="579"/>
                  </a:moveTo>
                  <a:cubicBezTo>
                    <a:pt x="611" y="3538"/>
                    <a:pt x="-169" y="6894"/>
                    <a:pt x="-9" y="10265"/>
                  </a:cubicBezTo>
                  <a:cubicBezTo>
                    <a:pt x="-9" y="11767"/>
                    <a:pt x="2395" y="11842"/>
                    <a:pt x="2320" y="10265"/>
                  </a:cubicBezTo>
                  <a:cubicBezTo>
                    <a:pt x="2241" y="7307"/>
                    <a:pt x="2940" y="4386"/>
                    <a:pt x="4347" y="1781"/>
                  </a:cubicBezTo>
                  <a:cubicBezTo>
                    <a:pt x="4679" y="1203"/>
                    <a:pt x="4477" y="459"/>
                    <a:pt x="3897" y="129"/>
                  </a:cubicBezTo>
                  <a:cubicBezTo>
                    <a:pt x="3316" y="-201"/>
                    <a:pt x="2576" y="1"/>
                    <a:pt x="2244" y="579"/>
                  </a:cubicBezTo>
                  <a:close/>
                </a:path>
              </a:pathLst>
            </a:custGeom>
            <a:solidFill>
              <a:srgbClr val="2D2C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Content Placeholder 4">
              <a:extLst>
                <a:ext uri="{FF2B5EF4-FFF2-40B4-BE49-F238E27FC236}">
                  <a16:creationId xmlns:a16="http://schemas.microsoft.com/office/drawing/2014/main" id="{DC92F9AA-5DCA-F732-5B64-B81365F42C9A}"/>
                </a:ext>
              </a:extLst>
            </p:cNvPr>
            <p:cNvSpPr/>
            <p:nvPr/>
          </p:nvSpPr>
          <p:spPr>
            <a:xfrm>
              <a:off x="3487134" y="4588168"/>
              <a:ext cx="47467" cy="28878"/>
            </a:xfrm>
            <a:custGeom>
              <a:avLst/>
              <a:gdLst>
                <a:gd name="connsiteX0" fmla="*/ 42612 w 47467"/>
                <a:gd name="connsiteY0" fmla="*/ 957 h 28878"/>
                <a:gd name="connsiteX1" fmla="*/ 45541 w 47467"/>
                <a:gd name="connsiteY1" fmla="*/ 5763 h 28878"/>
                <a:gd name="connsiteX2" fmla="*/ 47343 w 47467"/>
                <a:gd name="connsiteY2" fmla="*/ 16650 h 28878"/>
                <a:gd name="connsiteX3" fmla="*/ 45841 w 47467"/>
                <a:gd name="connsiteY3" fmla="*/ 23107 h 28878"/>
                <a:gd name="connsiteX4" fmla="*/ 39007 w 47467"/>
                <a:gd name="connsiteY4" fmla="*/ 25585 h 28878"/>
                <a:gd name="connsiteX5" fmla="*/ 9418 w 47467"/>
                <a:gd name="connsiteY5" fmla="*/ 28589 h 28878"/>
                <a:gd name="connsiteX6" fmla="*/ 1457 w 47467"/>
                <a:gd name="connsiteY6" fmla="*/ 26862 h 28878"/>
                <a:gd name="connsiteX7" fmla="*/ 330 w 47467"/>
                <a:gd name="connsiteY7" fmla="*/ 19353 h 28878"/>
                <a:gd name="connsiteX8" fmla="*/ 2058 w 47467"/>
                <a:gd name="connsiteY8" fmla="*/ 15148 h 28878"/>
                <a:gd name="connsiteX9" fmla="*/ 5287 w 47467"/>
                <a:gd name="connsiteY9" fmla="*/ 14248 h 28878"/>
                <a:gd name="connsiteX10" fmla="*/ 20307 w 47467"/>
                <a:gd name="connsiteY10" fmla="*/ 10869 h 28878"/>
                <a:gd name="connsiteX11" fmla="*/ 27817 w 47467"/>
                <a:gd name="connsiteY11" fmla="*/ 2309 h 28878"/>
                <a:gd name="connsiteX12" fmla="*/ 37280 w 47467"/>
                <a:gd name="connsiteY12" fmla="*/ 56 h 28878"/>
                <a:gd name="connsiteX13" fmla="*/ 42612 w 47467"/>
                <a:gd name="connsiteY13" fmla="*/ 957 h 28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467" h="28878">
                  <a:moveTo>
                    <a:pt x="42612" y="957"/>
                  </a:moveTo>
                  <a:cubicBezTo>
                    <a:pt x="44084" y="2197"/>
                    <a:pt x="45113" y="3886"/>
                    <a:pt x="45541" y="5763"/>
                  </a:cubicBezTo>
                  <a:cubicBezTo>
                    <a:pt x="46518" y="9322"/>
                    <a:pt x="47121" y="12971"/>
                    <a:pt x="47343" y="16650"/>
                  </a:cubicBezTo>
                  <a:cubicBezTo>
                    <a:pt x="47673" y="18918"/>
                    <a:pt x="47137" y="21223"/>
                    <a:pt x="45841" y="23107"/>
                  </a:cubicBezTo>
                  <a:cubicBezTo>
                    <a:pt x="43959" y="24767"/>
                    <a:pt x="41517" y="25653"/>
                    <a:pt x="39007" y="25585"/>
                  </a:cubicBezTo>
                  <a:lnTo>
                    <a:pt x="9418" y="28589"/>
                  </a:lnTo>
                  <a:cubicBezTo>
                    <a:pt x="6640" y="29257"/>
                    <a:pt x="3709" y="28619"/>
                    <a:pt x="1457" y="26862"/>
                  </a:cubicBezTo>
                  <a:cubicBezTo>
                    <a:pt x="3" y="24647"/>
                    <a:pt x="-409" y="21898"/>
                    <a:pt x="330" y="19353"/>
                  </a:cubicBezTo>
                  <a:cubicBezTo>
                    <a:pt x="363" y="17784"/>
                    <a:pt x="979" y="16290"/>
                    <a:pt x="2058" y="15148"/>
                  </a:cubicBezTo>
                  <a:cubicBezTo>
                    <a:pt x="3027" y="14548"/>
                    <a:pt x="4147" y="14232"/>
                    <a:pt x="5287" y="14248"/>
                  </a:cubicBezTo>
                  <a:cubicBezTo>
                    <a:pt x="10521" y="14683"/>
                    <a:pt x="15763" y="13504"/>
                    <a:pt x="20307" y="10869"/>
                  </a:cubicBezTo>
                  <a:cubicBezTo>
                    <a:pt x="23236" y="8466"/>
                    <a:pt x="24663" y="4487"/>
                    <a:pt x="27817" y="2309"/>
                  </a:cubicBezTo>
                  <a:cubicBezTo>
                    <a:pt x="30695" y="680"/>
                    <a:pt x="33976" y="-101"/>
                    <a:pt x="37280" y="56"/>
                  </a:cubicBezTo>
                  <a:cubicBezTo>
                    <a:pt x="39108" y="-199"/>
                    <a:pt x="40968" y="116"/>
                    <a:pt x="42612" y="957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Content Placeholder 4">
              <a:extLst>
                <a:ext uri="{FF2B5EF4-FFF2-40B4-BE49-F238E27FC236}">
                  <a16:creationId xmlns:a16="http://schemas.microsoft.com/office/drawing/2014/main" id="{4D61CC0C-F0BD-5A2F-02EE-645E9AD676C9}"/>
                </a:ext>
              </a:extLst>
            </p:cNvPr>
            <p:cNvSpPr/>
            <p:nvPr/>
          </p:nvSpPr>
          <p:spPr>
            <a:xfrm>
              <a:off x="3376798" y="4588159"/>
              <a:ext cx="50810" cy="30735"/>
            </a:xfrm>
            <a:custGeom>
              <a:avLst/>
              <a:gdLst>
                <a:gd name="connsiteX0" fmla="*/ 45630 w 50810"/>
                <a:gd name="connsiteY0" fmla="*/ 966 h 30735"/>
                <a:gd name="connsiteX1" fmla="*/ 48784 w 50810"/>
                <a:gd name="connsiteY1" fmla="*/ 6147 h 30735"/>
                <a:gd name="connsiteX2" fmla="*/ 50662 w 50810"/>
                <a:gd name="connsiteY2" fmla="*/ 17710 h 30735"/>
                <a:gd name="connsiteX3" fmla="*/ 49085 w 50810"/>
                <a:gd name="connsiteY3" fmla="*/ 24618 h 30735"/>
                <a:gd name="connsiteX4" fmla="*/ 41575 w 50810"/>
                <a:gd name="connsiteY4" fmla="*/ 27246 h 30735"/>
                <a:gd name="connsiteX5" fmla="*/ 10033 w 50810"/>
                <a:gd name="connsiteY5" fmla="*/ 30399 h 30735"/>
                <a:gd name="connsiteX6" fmla="*/ 1546 w 50810"/>
                <a:gd name="connsiteY6" fmla="*/ 28597 h 30735"/>
                <a:gd name="connsiteX7" fmla="*/ 345 w 50810"/>
                <a:gd name="connsiteY7" fmla="*/ 20639 h 30735"/>
                <a:gd name="connsiteX8" fmla="*/ 2222 w 50810"/>
                <a:gd name="connsiteY8" fmla="*/ 16208 h 30735"/>
                <a:gd name="connsiteX9" fmla="*/ 5677 w 50810"/>
                <a:gd name="connsiteY9" fmla="*/ 15232 h 30735"/>
                <a:gd name="connsiteX10" fmla="*/ 21823 w 50810"/>
                <a:gd name="connsiteY10" fmla="*/ 11703 h 30735"/>
                <a:gd name="connsiteX11" fmla="*/ 29333 w 50810"/>
                <a:gd name="connsiteY11" fmla="*/ 2543 h 30735"/>
                <a:gd name="connsiteX12" fmla="*/ 39472 w 50810"/>
                <a:gd name="connsiteY12" fmla="*/ 140 h 30735"/>
                <a:gd name="connsiteX13" fmla="*/ 45630 w 50810"/>
                <a:gd name="connsiteY13" fmla="*/ 966 h 30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810" h="30735">
                  <a:moveTo>
                    <a:pt x="45630" y="966"/>
                  </a:moveTo>
                  <a:cubicBezTo>
                    <a:pt x="47244" y="2280"/>
                    <a:pt x="48358" y="4112"/>
                    <a:pt x="48784" y="6147"/>
                  </a:cubicBezTo>
                  <a:cubicBezTo>
                    <a:pt x="49859" y="9916"/>
                    <a:pt x="50489" y="13798"/>
                    <a:pt x="50662" y="17710"/>
                  </a:cubicBezTo>
                  <a:cubicBezTo>
                    <a:pt x="51051" y="20128"/>
                    <a:pt x="50485" y="22605"/>
                    <a:pt x="49085" y="24618"/>
                  </a:cubicBezTo>
                  <a:cubicBezTo>
                    <a:pt x="47044" y="26480"/>
                    <a:pt x="44332" y="27426"/>
                    <a:pt x="41575" y="27246"/>
                  </a:cubicBezTo>
                  <a:lnTo>
                    <a:pt x="10033" y="30399"/>
                  </a:lnTo>
                  <a:cubicBezTo>
                    <a:pt x="7078" y="31158"/>
                    <a:pt x="3938" y="30489"/>
                    <a:pt x="1546" y="28597"/>
                  </a:cubicBezTo>
                  <a:cubicBezTo>
                    <a:pt x="10" y="26247"/>
                    <a:pt x="-429" y="23341"/>
                    <a:pt x="345" y="20639"/>
                  </a:cubicBezTo>
                  <a:cubicBezTo>
                    <a:pt x="412" y="18986"/>
                    <a:pt x="1080" y="17410"/>
                    <a:pt x="2222" y="16208"/>
                  </a:cubicBezTo>
                  <a:cubicBezTo>
                    <a:pt x="3247" y="15540"/>
                    <a:pt x="4453" y="15195"/>
                    <a:pt x="5677" y="15232"/>
                  </a:cubicBezTo>
                  <a:cubicBezTo>
                    <a:pt x="11294" y="15751"/>
                    <a:pt x="16934" y="14519"/>
                    <a:pt x="21823" y="11703"/>
                  </a:cubicBezTo>
                  <a:cubicBezTo>
                    <a:pt x="24902" y="9075"/>
                    <a:pt x="26404" y="4871"/>
                    <a:pt x="29333" y="2543"/>
                  </a:cubicBezTo>
                  <a:cubicBezTo>
                    <a:pt x="32418" y="801"/>
                    <a:pt x="35933" y="-33"/>
                    <a:pt x="39472" y="140"/>
                  </a:cubicBezTo>
                  <a:cubicBezTo>
                    <a:pt x="41560" y="-250"/>
                    <a:pt x="43719" y="35"/>
                    <a:pt x="45630" y="966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Content Placeholder 4">
              <a:extLst>
                <a:ext uri="{FF2B5EF4-FFF2-40B4-BE49-F238E27FC236}">
                  <a16:creationId xmlns:a16="http://schemas.microsoft.com/office/drawing/2014/main" id="{E941F33B-B40F-8E2D-37DD-8F9B683EEED7}"/>
                </a:ext>
              </a:extLst>
            </p:cNvPr>
            <p:cNvSpPr/>
            <p:nvPr/>
          </p:nvSpPr>
          <p:spPr>
            <a:xfrm>
              <a:off x="3358395" y="3897852"/>
              <a:ext cx="175348" cy="317513"/>
            </a:xfrm>
            <a:custGeom>
              <a:avLst/>
              <a:gdLst>
                <a:gd name="connsiteX0" fmla="*/ 45333 w 175348"/>
                <a:gd name="connsiteY0" fmla="*/ 1622 h 317513"/>
                <a:gd name="connsiteX1" fmla="*/ 60353 w 175348"/>
                <a:gd name="connsiteY1" fmla="*/ 10407 h 317513"/>
                <a:gd name="connsiteX2" fmla="*/ 125465 w 175348"/>
                <a:gd name="connsiteY2" fmla="*/ -30 h 317513"/>
                <a:gd name="connsiteX3" fmla="*/ 155505 w 175348"/>
                <a:gd name="connsiteY3" fmla="*/ 32707 h 317513"/>
                <a:gd name="connsiteX4" fmla="*/ 162564 w 175348"/>
                <a:gd name="connsiteY4" fmla="*/ 78659 h 317513"/>
                <a:gd name="connsiteX5" fmla="*/ 175106 w 175348"/>
                <a:gd name="connsiteY5" fmla="*/ 296855 h 317513"/>
                <a:gd name="connsiteX6" fmla="*/ 173905 w 175348"/>
                <a:gd name="connsiteY6" fmla="*/ 307592 h 317513"/>
                <a:gd name="connsiteX7" fmla="*/ 155205 w 175348"/>
                <a:gd name="connsiteY7" fmla="*/ 316001 h 317513"/>
                <a:gd name="connsiteX8" fmla="*/ 10187 w 175348"/>
                <a:gd name="connsiteY8" fmla="*/ 312622 h 317513"/>
                <a:gd name="connsiteX9" fmla="*/ 4479 w 175348"/>
                <a:gd name="connsiteY9" fmla="*/ 311046 h 317513"/>
                <a:gd name="connsiteX10" fmla="*/ 198 w 175348"/>
                <a:gd name="connsiteY10" fmla="*/ 298807 h 317513"/>
                <a:gd name="connsiteX11" fmla="*/ 10412 w 175348"/>
                <a:gd name="connsiteY11" fmla="*/ 91949 h 317513"/>
                <a:gd name="connsiteX12" fmla="*/ 27385 w 175348"/>
                <a:gd name="connsiteY12" fmla="*/ 18366 h 317513"/>
                <a:gd name="connsiteX13" fmla="*/ 36171 w 175348"/>
                <a:gd name="connsiteY13" fmla="*/ 6127 h 317513"/>
                <a:gd name="connsiteX14" fmla="*/ 45333 w 175348"/>
                <a:gd name="connsiteY14" fmla="*/ 1622 h 317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5348" h="317513">
                  <a:moveTo>
                    <a:pt x="45333" y="1622"/>
                  </a:moveTo>
                  <a:cubicBezTo>
                    <a:pt x="49983" y="5121"/>
                    <a:pt x="55024" y="8072"/>
                    <a:pt x="60353" y="10407"/>
                  </a:cubicBezTo>
                  <a:cubicBezTo>
                    <a:pt x="82304" y="19357"/>
                    <a:pt x="107415" y="15332"/>
                    <a:pt x="125465" y="-30"/>
                  </a:cubicBezTo>
                  <a:cubicBezTo>
                    <a:pt x="139881" y="5827"/>
                    <a:pt x="150907" y="17840"/>
                    <a:pt x="155505" y="32707"/>
                  </a:cubicBezTo>
                  <a:cubicBezTo>
                    <a:pt x="160047" y="47604"/>
                    <a:pt x="162425" y="63079"/>
                    <a:pt x="162564" y="78659"/>
                  </a:cubicBezTo>
                  <a:cubicBezTo>
                    <a:pt x="166770" y="151438"/>
                    <a:pt x="170951" y="224173"/>
                    <a:pt x="175106" y="296855"/>
                  </a:cubicBezTo>
                  <a:cubicBezTo>
                    <a:pt x="175618" y="300481"/>
                    <a:pt x="175204" y="304168"/>
                    <a:pt x="173905" y="307592"/>
                  </a:cubicBezTo>
                  <a:cubicBezTo>
                    <a:pt x="170750" y="314199"/>
                    <a:pt x="162339" y="315551"/>
                    <a:pt x="155205" y="316001"/>
                  </a:cubicBezTo>
                  <a:cubicBezTo>
                    <a:pt x="106853" y="318779"/>
                    <a:pt x="58356" y="317653"/>
                    <a:pt x="10187" y="312622"/>
                  </a:cubicBezTo>
                  <a:cubicBezTo>
                    <a:pt x="8185" y="312562"/>
                    <a:pt x="6227" y="312022"/>
                    <a:pt x="4479" y="311046"/>
                  </a:cubicBezTo>
                  <a:cubicBezTo>
                    <a:pt x="724" y="308643"/>
                    <a:pt x="274" y="303537"/>
                    <a:pt x="198" y="298807"/>
                  </a:cubicBezTo>
                  <a:cubicBezTo>
                    <a:pt x="-982" y="229707"/>
                    <a:pt x="2430" y="160599"/>
                    <a:pt x="10412" y="91949"/>
                  </a:cubicBezTo>
                  <a:cubicBezTo>
                    <a:pt x="12223" y="66691"/>
                    <a:pt x="17950" y="41868"/>
                    <a:pt x="27385" y="18366"/>
                  </a:cubicBezTo>
                  <a:cubicBezTo>
                    <a:pt x="29164" y="13576"/>
                    <a:pt x="32198" y="9348"/>
                    <a:pt x="36171" y="6127"/>
                  </a:cubicBezTo>
                  <a:cubicBezTo>
                    <a:pt x="40076" y="3274"/>
                    <a:pt x="41203" y="-1381"/>
                    <a:pt x="45333" y="1622"/>
                  </a:cubicBezTo>
                  <a:close/>
                </a:path>
              </a:pathLst>
            </a:custGeom>
            <a:solidFill>
              <a:srgbClr val="FF8FA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Content Placeholder 4">
              <a:extLst>
                <a:ext uri="{FF2B5EF4-FFF2-40B4-BE49-F238E27FC236}">
                  <a16:creationId xmlns:a16="http://schemas.microsoft.com/office/drawing/2014/main" id="{26A595FE-7FEF-A91D-2E54-0BA6A6270BD7}"/>
                </a:ext>
              </a:extLst>
            </p:cNvPr>
            <p:cNvSpPr/>
            <p:nvPr/>
          </p:nvSpPr>
          <p:spPr>
            <a:xfrm>
              <a:off x="3400077" y="3770035"/>
              <a:ext cx="75222" cy="102943"/>
            </a:xfrm>
            <a:custGeom>
              <a:avLst/>
              <a:gdLst>
                <a:gd name="connsiteX0" fmla="*/ 74395 w 75222"/>
                <a:gd name="connsiteY0" fmla="*/ 45495 h 102943"/>
                <a:gd name="connsiteX1" fmla="*/ 71691 w 75222"/>
                <a:gd name="connsiteY1" fmla="*/ 31529 h 102943"/>
                <a:gd name="connsiteX2" fmla="*/ 29410 w 75222"/>
                <a:gd name="connsiteY2" fmla="*/ 1495 h 102943"/>
                <a:gd name="connsiteX3" fmla="*/ 18070 w 75222"/>
                <a:gd name="connsiteY3" fmla="*/ 10055 h 102943"/>
                <a:gd name="connsiteX4" fmla="*/ 8682 w 75222"/>
                <a:gd name="connsiteY4" fmla="*/ 21317 h 102943"/>
                <a:gd name="connsiteX5" fmla="*/ -29 w 75222"/>
                <a:gd name="connsiteY5" fmla="*/ 47747 h 102943"/>
                <a:gd name="connsiteX6" fmla="*/ 5904 w 75222"/>
                <a:gd name="connsiteY6" fmla="*/ 73426 h 102943"/>
                <a:gd name="connsiteX7" fmla="*/ 25355 w 75222"/>
                <a:gd name="connsiteY7" fmla="*/ 100381 h 102943"/>
                <a:gd name="connsiteX8" fmla="*/ 65383 w 75222"/>
                <a:gd name="connsiteY8" fmla="*/ 88743 h 102943"/>
                <a:gd name="connsiteX9" fmla="*/ 74395 w 75222"/>
                <a:gd name="connsiteY9" fmla="*/ 45495 h 102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5222" h="102943">
                  <a:moveTo>
                    <a:pt x="74395" y="45495"/>
                  </a:moveTo>
                  <a:cubicBezTo>
                    <a:pt x="73988" y="40757"/>
                    <a:pt x="73081" y="36079"/>
                    <a:pt x="71691" y="31529"/>
                  </a:cubicBezTo>
                  <a:cubicBezTo>
                    <a:pt x="66735" y="15836"/>
                    <a:pt x="48260" y="-6013"/>
                    <a:pt x="29410" y="1495"/>
                  </a:cubicBezTo>
                  <a:cubicBezTo>
                    <a:pt x="25125" y="3612"/>
                    <a:pt x="21278" y="6511"/>
                    <a:pt x="18070" y="10055"/>
                  </a:cubicBezTo>
                  <a:cubicBezTo>
                    <a:pt x="14581" y="13494"/>
                    <a:pt x="11436" y="17263"/>
                    <a:pt x="8682" y="21317"/>
                  </a:cubicBezTo>
                  <a:cubicBezTo>
                    <a:pt x="3247" y="29081"/>
                    <a:pt x="217" y="38271"/>
                    <a:pt x="-29" y="47747"/>
                  </a:cubicBezTo>
                  <a:cubicBezTo>
                    <a:pt x="449" y="56585"/>
                    <a:pt x="2457" y="65272"/>
                    <a:pt x="5904" y="73426"/>
                  </a:cubicBezTo>
                  <a:cubicBezTo>
                    <a:pt x="8881" y="84486"/>
                    <a:pt x="15799" y="94067"/>
                    <a:pt x="25355" y="100381"/>
                  </a:cubicBezTo>
                  <a:cubicBezTo>
                    <a:pt x="39777" y="106343"/>
                    <a:pt x="56409" y="101508"/>
                    <a:pt x="65383" y="88743"/>
                  </a:cubicBezTo>
                  <a:cubicBezTo>
                    <a:pt x="73628" y="75934"/>
                    <a:pt x="76838" y="60526"/>
                    <a:pt x="74395" y="45495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Content Placeholder 4">
              <a:extLst>
                <a:ext uri="{FF2B5EF4-FFF2-40B4-BE49-F238E27FC236}">
                  <a16:creationId xmlns:a16="http://schemas.microsoft.com/office/drawing/2014/main" id="{E68BDBD5-D101-86E1-6A1E-32E00FA4A308}"/>
                </a:ext>
              </a:extLst>
            </p:cNvPr>
            <p:cNvSpPr/>
            <p:nvPr/>
          </p:nvSpPr>
          <p:spPr>
            <a:xfrm>
              <a:off x="3283177" y="3920406"/>
              <a:ext cx="213981" cy="117477"/>
            </a:xfrm>
            <a:custGeom>
              <a:avLst/>
              <a:gdLst>
                <a:gd name="connsiteX0" fmla="*/ 208193 w 213981"/>
                <a:gd name="connsiteY0" fmla="*/ 3395 h 117477"/>
                <a:gd name="connsiteX1" fmla="*/ 203011 w 213981"/>
                <a:gd name="connsiteY1" fmla="*/ 316 h 117477"/>
                <a:gd name="connsiteX2" fmla="*/ 184537 w 213981"/>
                <a:gd name="connsiteY2" fmla="*/ 13005 h 117477"/>
                <a:gd name="connsiteX3" fmla="*/ 144809 w 213981"/>
                <a:gd name="connsiteY3" fmla="*/ 84186 h 117477"/>
                <a:gd name="connsiteX4" fmla="*/ 137299 w 213981"/>
                <a:gd name="connsiteY4" fmla="*/ 82158 h 117477"/>
                <a:gd name="connsiteX5" fmla="*/ 52661 w 213981"/>
                <a:gd name="connsiteY5" fmla="*/ 71346 h 117477"/>
                <a:gd name="connsiteX6" fmla="*/ 49131 w 213981"/>
                <a:gd name="connsiteY6" fmla="*/ 70670 h 117477"/>
                <a:gd name="connsiteX7" fmla="*/ 29831 w 213981"/>
                <a:gd name="connsiteY7" fmla="*/ 60008 h 117477"/>
                <a:gd name="connsiteX8" fmla="*/ 25775 w 213981"/>
                <a:gd name="connsiteY8" fmla="*/ 57155 h 117477"/>
                <a:gd name="connsiteX9" fmla="*/ 20969 w 213981"/>
                <a:gd name="connsiteY9" fmla="*/ 57155 h 117477"/>
                <a:gd name="connsiteX10" fmla="*/ 20301 w 213981"/>
                <a:gd name="connsiteY10" fmla="*/ 61240 h 117477"/>
                <a:gd name="connsiteX11" fmla="*/ 20518 w 213981"/>
                <a:gd name="connsiteY11" fmla="*/ 61510 h 117477"/>
                <a:gd name="connsiteX12" fmla="*/ 9178 w 213981"/>
                <a:gd name="connsiteY12" fmla="*/ 59633 h 117477"/>
                <a:gd name="connsiteX13" fmla="*/ 166 w 213981"/>
                <a:gd name="connsiteY13" fmla="*/ 65715 h 117477"/>
                <a:gd name="connsiteX14" fmla="*/ 6249 w 213981"/>
                <a:gd name="connsiteY14" fmla="*/ 78930 h 117477"/>
                <a:gd name="connsiteX15" fmla="*/ 43274 w 213981"/>
                <a:gd name="connsiteY15" fmla="*/ 90493 h 117477"/>
                <a:gd name="connsiteX16" fmla="*/ 59946 w 213981"/>
                <a:gd name="connsiteY16" fmla="*/ 95899 h 117477"/>
                <a:gd name="connsiteX17" fmla="*/ 114393 w 213981"/>
                <a:gd name="connsiteY17" fmla="*/ 112417 h 117477"/>
                <a:gd name="connsiteX18" fmla="*/ 140678 w 213981"/>
                <a:gd name="connsiteY18" fmla="*/ 117448 h 117477"/>
                <a:gd name="connsiteX19" fmla="*/ 154722 w 213981"/>
                <a:gd name="connsiteY19" fmla="*/ 114295 h 117477"/>
                <a:gd name="connsiteX20" fmla="*/ 209845 w 213981"/>
                <a:gd name="connsiteY20" fmla="*/ 36207 h 117477"/>
                <a:gd name="connsiteX21" fmla="*/ 208193 w 213981"/>
                <a:gd name="connsiteY21" fmla="*/ 3395 h 117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13981" h="117477">
                  <a:moveTo>
                    <a:pt x="208193" y="3395"/>
                  </a:moveTo>
                  <a:cubicBezTo>
                    <a:pt x="206729" y="1976"/>
                    <a:pt x="204955" y="924"/>
                    <a:pt x="203011" y="316"/>
                  </a:cubicBezTo>
                  <a:cubicBezTo>
                    <a:pt x="195501" y="-1786"/>
                    <a:pt x="188742" y="6098"/>
                    <a:pt x="184537" y="13005"/>
                  </a:cubicBezTo>
                  <a:cubicBezTo>
                    <a:pt x="170015" y="35996"/>
                    <a:pt x="156753" y="59761"/>
                    <a:pt x="144809" y="84186"/>
                  </a:cubicBezTo>
                  <a:cubicBezTo>
                    <a:pt x="142447" y="83067"/>
                    <a:pt x="139903" y="82376"/>
                    <a:pt x="137299" y="82158"/>
                  </a:cubicBezTo>
                  <a:cubicBezTo>
                    <a:pt x="108535" y="77728"/>
                    <a:pt x="84729" y="74650"/>
                    <a:pt x="52661" y="71346"/>
                  </a:cubicBezTo>
                  <a:lnTo>
                    <a:pt x="49131" y="70670"/>
                  </a:lnTo>
                  <a:cubicBezTo>
                    <a:pt x="42187" y="68133"/>
                    <a:pt x="35676" y="64536"/>
                    <a:pt x="29831" y="60008"/>
                  </a:cubicBezTo>
                  <a:cubicBezTo>
                    <a:pt x="28610" y="58882"/>
                    <a:pt x="27247" y="57921"/>
                    <a:pt x="25775" y="57155"/>
                  </a:cubicBezTo>
                  <a:cubicBezTo>
                    <a:pt x="24280" y="56329"/>
                    <a:pt x="22464" y="56329"/>
                    <a:pt x="20969" y="57155"/>
                  </a:cubicBezTo>
                  <a:cubicBezTo>
                    <a:pt x="19655" y="58101"/>
                    <a:pt x="19357" y="59926"/>
                    <a:pt x="20301" y="61240"/>
                  </a:cubicBezTo>
                  <a:cubicBezTo>
                    <a:pt x="20368" y="61337"/>
                    <a:pt x="20440" y="61427"/>
                    <a:pt x="20518" y="61510"/>
                  </a:cubicBezTo>
                  <a:cubicBezTo>
                    <a:pt x="16898" y="60144"/>
                    <a:pt x="13045" y="59513"/>
                    <a:pt x="9178" y="59633"/>
                  </a:cubicBezTo>
                  <a:cubicBezTo>
                    <a:pt x="5255" y="59761"/>
                    <a:pt x="1752" y="62126"/>
                    <a:pt x="166" y="65715"/>
                  </a:cubicBezTo>
                  <a:cubicBezTo>
                    <a:pt x="-760" y="70956"/>
                    <a:pt x="1664" y="76227"/>
                    <a:pt x="6249" y="78930"/>
                  </a:cubicBezTo>
                  <a:cubicBezTo>
                    <a:pt x="17252" y="86198"/>
                    <a:pt x="30088" y="90207"/>
                    <a:pt x="43274" y="90493"/>
                  </a:cubicBezTo>
                  <a:cubicBezTo>
                    <a:pt x="48728" y="92595"/>
                    <a:pt x="54294" y="94405"/>
                    <a:pt x="59946" y="95899"/>
                  </a:cubicBezTo>
                  <a:lnTo>
                    <a:pt x="114393" y="112417"/>
                  </a:lnTo>
                  <a:cubicBezTo>
                    <a:pt x="122847" y="115421"/>
                    <a:pt x="131711" y="117118"/>
                    <a:pt x="140678" y="117448"/>
                  </a:cubicBezTo>
                  <a:cubicBezTo>
                    <a:pt x="145524" y="117350"/>
                    <a:pt x="150299" y="116277"/>
                    <a:pt x="154722" y="114295"/>
                  </a:cubicBezTo>
                  <a:cubicBezTo>
                    <a:pt x="182058" y="102431"/>
                    <a:pt x="201209" y="59783"/>
                    <a:pt x="209845" y="36207"/>
                  </a:cubicBezTo>
                  <a:cubicBezTo>
                    <a:pt x="214351" y="25469"/>
                    <a:pt x="216830" y="11579"/>
                    <a:pt x="208193" y="3395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Content Placeholder 4">
              <a:extLst>
                <a:ext uri="{FF2B5EF4-FFF2-40B4-BE49-F238E27FC236}">
                  <a16:creationId xmlns:a16="http://schemas.microsoft.com/office/drawing/2014/main" id="{5CEA17F5-865A-F4BF-6A15-177337C6B6D3}"/>
                </a:ext>
              </a:extLst>
            </p:cNvPr>
            <p:cNvSpPr/>
            <p:nvPr/>
          </p:nvSpPr>
          <p:spPr>
            <a:xfrm>
              <a:off x="3386924" y="3746527"/>
              <a:ext cx="142175" cy="131652"/>
            </a:xfrm>
            <a:custGeom>
              <a:avLst/>
              <a:gdLst>
                <a:gd name="connsiteX0" fmla="*/ 135462 w 142175"/>
                <a:gd name="connsiteY0" fmla="*/ 93254 h 131652"/>
                <a:gd name="connsiteX1" fmla="*/ 125850 w 142175"/>
                <a:gd name="connsiteY1" fmla="*/ 61869 h 131652"/>
                <a:gd name="connsiteX2" fmla="*/ 105047 w 142175"/>
                <a:gd name="connsiteY2" fmla="*/ 17945 h 131652"/>
                <a:gd name="connsiteX3" fmla="*/ 23488 w 142175"/>
                <a:gd name="connsiteY3" fmla="*/ 10436 h 131652"/>
                <a:gd name="connsiteX4" fmla="*/ 5089 w 142175"/>
                <a:gd name="connsiteY4" fmla="*/ 27931 h 131652"/>
                <a:gd name="connsiteX5" fmla="*/ 4338 w 142175"/>
                <a:gd name="connsiteY5" fmla="*/ 77186 h 131652"/>
                <a:gd name="connsiteX6" fmla="*/ 10121 w 142175"/>
                <a:gd name="connsiteY6" fmla="*/ 126742 h 131652"/>
                <a:gd name="connsiteX7" fmla="*/ 19884 w 142175"/>
                <a:gd name="connsiteY7" fmla="*/ 118483 h 131652"/>
                <a:gd name="connsiteX8" fmla="*/ 21611 w 142175"/>
                <a:gd name="connsiteY8" fmla="*/ 104667 h 131652"/>
                <a:gd name="connsiteX9" fmla="*/ 25591 w 142175"/>
                <a:gd name="connsiteY9" fmla="*/ 66074 h 131652"/>
                <a:gd name="connsiteX10" fmla="*/ 48947 w 142175"/>
                <a:gd name="connsiteY10" fmla="*/ 37317 h 131652"/>
                <a:gd name="connsiteX11" fmla="*/ 84920 w 142175"/>
                <a:gd name="connsiteY11" fmla="*/ 130121 h 131652"/>
                <a:gd name="connsiteX12" fmla="*/ 110229 w 142175"/>
                <a:gd name="connsiteY12" fmla="*/ 129670 h 131652"/>
                <a:gd name="connsiteX13" fmla="*/ 120593 w 142175"/>
                <a:gd name="connsiteY13" fmla="*/ 131623 h 131652"/>
                <a:gd name="connsiteX14" fmla="*/ 142146 w 142175"/>
                <a:gd name="connsiteY14" fmla="*/ 129445 h 131652"/>
                <a:gd name="connsiteX15" fmla="*/ 135462 w 142175"/>
                <a:gd name="connsiteY15" fmla="*/ 93254 h 13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175" h="131652">
                  <a:moveTo>
                    <a:pt x="135462" y="93254"/>
                  </a:moveTo>
                  <a:lnTo>
                    <a:pt x="125850" y="61869"/>
                  </a:lnTo>
                  <a:cubicBezTo>
                    <a:pt x="122209" y="45884"/>
                    <a:pt x="115108" y="30889"/>
                    <a:pt x="105047" y="17945"/>
                  </a:cubicBezTo>
                  <a:cubicBezTo>
                    <a:pt x="84845" y="-4581"/>
                    <a:pt x="49098" y="-4581"/>
                    <a:pt x="23488" y="10436"/>
                  </a:cubicBezTo>
                  <a:cubicBezTo>
                    <a:pt x="15940" y="14573"/>
                    <a:pt x="9599" y="20603"/>
                    <a:pt x="5089" y="27931"/>
                  </a:cubicBezTo>
                  <a:cubicBezTo>
                    <a:pt x="-3097" y="42497"/>
                    <a:pt x="-18" y="60893"/>
                    <a:pt x="4338" y="77186"/>
                  </a:cubicBezTo>
                  <a:cubicBezTo>
                    <a:pt x="8694" y="93480"/>
                    <a:pt x="14176" y="110449"/>
                    <a:pt x="10121" y="126742"/>
                  </a:cubicBezTo>
                  <a:cubicBezTo>
                    <a:pt x="14708" y="126127"/>
                    <a:pt x="18518" y="122905"/>
                    <a:pt x="19884" y="118483"/>
                  </a:cubicBezTo>
                  <a:cubicBezTo>
                    <a:pt x="21250" y="114008"/>
                    <a:pt x="21835" y="109338"/>
                    <a:pt x="21611" y="104667"/>
                  </a:cubicBezTo>
                  <a:cubicBezTo>
                    <a:pt x="21005" y="91678"/>
                    <a:pt x="22346" y="78665"/>
                    <a:pt x="25591" y="66074"/>
                  </a:cubicBezTo>
                  <a:cubicBezTo>
                    <a:pt x="28892" y="53580"/>
                    <a:pt x="37398" y="43113"/>
                    <a:pt x="48947" y="37317"/>
                  </a:cubicBezTo>
                  <a:cubicBezTo>
                    <a:pt x="71858" y="62830"/>
                    <a:pt x="84652" y="95837"/>
                    <a:pt x="84920" y="130121"/>
                  </a:cubicBezTo>
                  <a:cubicBezTo>
                    <a:pt x="93165" y="127718"/>
                    <a:pt x="101903" y="127568"/>
                    <a:pt x="110229" y="129670"/>
                  </a:cubicBezTo>
                  <a:cubicBezTo>
                    <a:pt x="113575" y="130804"/>
                    <a:pt x="117064" y="131465"/>
                    <a:pt x="120593" y="131623"/>
                  </a:cubicBezTo>
                  <a:cubicBezTo>
                    <a:pt x="128103" y="131247"/>
                    <a:pt x="136063" y="124940"/>
                    <a:pt x="142146" y="129445"/>
                  </a:cubicBezTo>
                  <a:cubicBezTo>
                    <a:pt x="142050" y="117086"/>
                    <a:pt x="139788" y="104833"/>
                    <a:pt x="135462" y="93254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Content Placeholder 4">
              <a:extLst>
                <a:ext uri="{FF2B5EF4-FFF2-40B4-BE49-F238E27FC236}">
                  <a16:creationId xmlns:a16="http://schemas.microsoft.com/office/drawing/2014/main" id="{2F51988A-4780-600F-5DA5-4CE87D1D089A}"/>
                </a:ext>
              </a:extLst>
            </p:cNvPr>
            <p:cNvSpPr/>
            <p:nvPr/>
          </p:nvSpPr>
          <p:spPr>
            <a:xfrm>
              <a:off x="3461960" y="3836959"/>
              <a:ext cx="72170" cy="60737"/>
            </a:xfrm>
            <a:custGeom>
              <a:avLst/>
              <a:gdLst>
                <a:gd name="connsiteX0" fmla="*/ -29 w 72170"/>
                <a:gd name="connsiteY0" fmla="*/ 42467 h 60737"/>
                <a:gd name="connsiteX1" fmla="*/ 3500 w 72170"/>
                <a:gd name="connsiteY1" fmla="*/ 20768 h 60737"/>
                <a:gd name="connsiteX2" fmla="*/ 8682 w 72170"/>
                <a:gd name="connsiteY2" fmla="*/ 3498 h 60737"/>
                <a:gd name="connsiteX3" fmla="*/ 25805 w 72170"/>
                <a:gd name="connsiteY3" fmla="*/ 2297 h 60737"/>
                <a:gd name="connsiteX4" fmla="*/ 57948 w 72170"/>
                <a:gd name="connsiteY4" fmla="*/ 44 h 60737"/>
                <a:gd name="connsiteX5" fmla="*/ 62304 w 72170"/>
                <a:gd name="connsiteY5" fmla="*/ 870 h 60737"/>
                <a:gd name="connsiteX6" fmla="*/ 65157 w 72170"/>
                <a:gd name="connsiteY6" fmla="*/ 8003 h 60737"/>
                <a:gd name="connsiteX7" fmla="*/ 72142 w 72170"/>
                <a:gd name="connsiteY7" fmla="*/ 57259 h 60737"/>
                <a:gd name="connsiteX8" fmla="*/ 64385 w 72170"/>
                <a:gd name="connsiteY8" fmla="*/ 60172 h 60737"/>
                <a:gd name="connsiteX9" fmla="*/ 63280 w 72170"/>
                <a:gd name="connsiteY9" fmla="*/ 59511 h 60737"/>
                <a:gd name="connsiteX10" fmla="*/ 54043 w 72170"/>
                <a:gd name="connsiteY10" fmla="*/ 54781 h 60737"/>
                <a:gd name="connsiteX11" fmla="*/ 39023 w 72170"/>
                <a:gd name="connsiteY11" fmla="*/ 60638 h 60737"/>
                <a:gd name="connsiteX12" fmla="*/ 31513 w 72170"/>
                <a:gd name="connsiteY12" fmla="*/ 57634 h 60737"/>
                <a:gd name="connsiteX13" fmla="*/ 16493 w 72170"/>
                <a:gd name="connsiteY13" fmla="*/ 58310 h 60737"/>
                <a:gd name="connsiteX14" fmla="*/ 12738 w 72170"/>
                <a:gd name="connsiteY14" fmla="*/ 55607 h 60737"/>
                <a:gd name="connsiteX15" fmla="*/ 5228 w 72170"/>
                <a:gd name="connsiteY15" fmla="*/ 56583 h 60737"/>
                <a:gd name="connsiteX16" fmla="*/ -29 w 72170"/>
                <a:gd name="connsiteY16" fmla="*/ 42467 h 60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170" h="60737">
                  <a:moveTo>
                    <a:pt x="-29" y="42467"/>
                  </a:moveTo>
                  <a:cubicBezTo>
                    <a:pt x="6586" y="37234"/>
                    <a:pt x="8118" y="27826"/>
                    <a:pt x="3500" y="20768"/>
                  </a:cubicBezTo>
                  <a:cubicBezTo>
                    <a:pt x="461" y="14543"/>
                    <a:pt x="2716" y="7027"/>
                    <a:pt x="8682" y="3498"/>
                  </a:cubicBezTo>
                  <a:cubicBezTo>
                    <a:pt x="14152" y="1441"/>
                    <a:pt x="20102" y="1020"/>
                    <a:pt x="25805" y="2297"/>
                  </a:cubicBezTo>
                  <a:cubicBezTo>
                    <a:pt x="36557" y="2259"/>
                    <a:pt x="47295" y="1501"/>
                    <a:pt x="57948" y="44"/>
                  </a:cubicBezTo>
                  <a:cubicBezTo>
                    <a:pt x="59451" y="-181"/>
                    <a:pt x="60986" y="112"/>
                    <a:pt x="62304" y="870"/>
                  </a:cubicBezTo>
                  <a:cubicBezTo>
                    <a:pt x="64062" y="2837"/>
                    <a:pt x="65072" y="5368"/>
                    <a:pt x="65157" y="8003"/>
                  </a:cubicBezTo>
                  <a:lnTo>
                    <a:pt x="72142" y="57259"/>
                  </a:lnTo>
                  <a:cubicBezTo>
                    <a:pt x="70803" y="60202"/>
                    <a:pt x="67331" y="61508"/>
                    <a:pt x="64385" y="60172"/>
                  </a:cubicBezTo>
                  <a:cubicBezTo>
                    <a:pt x="63994" y="59992"/>
                    <a:pt x="63623" y="59767"/>
                    <a:pt x="63280" y="59511"/>
                  </a:cubicBezTo>
                  <a:cubicBezTo>
                    <a:pt x="60201" y="57859"/>
                    <a:pt x="57422" y="54931"/>
                    <a:pt x="54043" y="54781"/>
                  </a:cubicBezTo>
                  <a:cubicBezTo>
                    <a:pt x="48636" y="54781"/>
                    <a:pt x="44130" y="61464"/>
                    <a:pt x="39023" y="60638"/>
                  </a:cubicBezTo>
                  <a:cubicBezTo>
                    <a:pt x="36469" y="60262"/>
                    <a:pt x="34291" y="58235"/>
                    <a:pt x="31513" y="57634"/>
                  </a:cubicBezTo>
                  <a:cubicBezTo>
                    <a:pt x="26481" y="56358"/>
                    <a:pt x="20999" y="61013"/>
                    <a:pt x="16493" y="58310"/>
                  </a:cubicBezTo>
                  <a:cubicBezTo>
                    <a:pt x="15141" y="57559"/>
                    <a:pt x="14090" y="56208"/>
                    <a:pt x="12738" y="55607"/>
                  </a:cubicBezTo>
                  <a:cubicBezTo>
                    <a:pt x="10219" y="54751"/>
                    <a:pt x="7443" y="55111"/>
                    <a:pt x="5228" y="56583"/>
                  </a:cubicBezTo>
                  <a:cubicBezTo>
                    <a:pt x="3120" y="52018"/>
                    <a:pt x="1363" y="47303"/>
                    <a:pt x="-29" y="42467"/>
                  </a:cubicBezTo>
                  <a:close/>
                </a:path>
              </a:pathLst>
            </a:custGeom>
            <a:solidFill>
              <a:srgbClr val="98B9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Content Placeholder 4">
              <a:extLst>
                <a:ext uri="{FF2B5EF4-FFF2-40B4-BE49-F238E27FC236}">
                  <a16:creationId xmlns:a16="http://schemas.microsoft.com/office/drawing/2014/main" id="{A9556195-8337-0D3E-6D05-1474404C5F9B}"/>
                </a:ext>
              </a:extLst>
            </p:cNvPr>
            <p:cNvSpPr/>
            <p:nvPr/>
          </p:nvSpPr>
          <p:spPr>
            <a:xfrm>
              <a:off x="3378427" y="3841683"/>
              <a:ext cx="31000" cy="49661"/>
            </a:xfrm>
            <a:custGeom>
              <a:avLst/>
              <a:gdLst>
                <a:gd name="connsiteX0" fmla="*/ 969 w 31000"/>
                <a:gd name="connsiteY0" fmla="*/ 46002 h 49661"/>
                <a:gd name="connsiteX1" fmla="*/ -7 w 31000"/>
                <a:gd name="connsiteY1" fmla="*/ 42473 h 49661"/>
                <a:gd name="connsiteX2" fmla="*/ 13360 w 31000"/>
                <a:gd name="connsiteY2" fmla="*/ 10637 h 49661"/>
                <a:gd name="connsiteX3" fmla="*/ 15989 w 31000"/>
                <a:gd name="connsiteY3" fmla="*/ 1777 h 49661"/>
                <a:gd name="connsiteX4" fmla="*/ 26579 w 31000"/>
                <a:gd name="connsiteY4" fmla="*/ 2588 h 49661"/>
                <a:gd name="connsiteX5" fmla="*/ 27104 w 31000"/>
                <a:gd name="connsiteY5" fmla="*/ 3279 h 49661"/>
                <a:gd name="connsiteX6" fmla="*/ 30558 w 31000"/>
                <a:gd name="connsiteY6" fmla="*/ 15293 h 49661"/>
                <a:gd name="connsiteX7" fmla="*/ 26052 w 31000"/>
                <a:gd name="connsiteY7" fmla="*/ 40972 h 49661"/>
                <a:gd name="connsiteX8" fmla="*/ 3522 w 31000"/>
                <a:gd name="connsiteY8" fmla="*/ 48030 h 49661"/>
                <a:gd name="connsiteX9" fmla="*/ 969 w 31000"/>
                <a:gd name="connsiteY9" fmla="*/ 46002 h 4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000" h="49661">
                  <a:moveTo>
                    <a:pt x="969" y="46002"/>
                  </a:moveTo>
                  <a:cubicBezTo>
                    <a:pt x="357" y="44921"/>
                    <a:pt x="22" y="43712"/>
                    <a:pt x="-7" y="42473"/>
                  </a:cubicBezTo>
                  <a:cubicBezTo>
                    <a:pt x="-608" y="30835"/>
                    <a:pt x="11333" y="22125"/>
                    <a:pt x="13360" y="10637"/>
                  </a:cubicBezTo>
                  <a:cubicBezTo>
                    <a:pt x="13345" y="7491"/>
                    <a:pt x="14260" y="4405"/>
                    <a:pt x="15989" y="1777"/>
                  </a:cubicBezTo>
                  <a:cubicBezTo>
                    <a:pt x="19138" y="-918"/>
                    <a:pt x="23879" y="-558"/>
                    <a:pt x="26579" y="2588"/>
                  </a:cubicBezTo>
                  <a:cubicBezTo>
                    <a:pt x="26767" y="2806"/>
                    <a:pt x="26942" y="3039"/>
                    <a:pt x="27104" y="3279"/>
                  </a:cubicBezTo>
                  <a:cubicBezTo>
                    <a:pt x="29492" y="6823"/>
                    <a:pt x="30701" y="11028"/>
                    <a:pt x="30558" y="15293"/>
                  </a:cubicBezTo>
                  <a:cubicBezTo>
                    <a:pt x="31800" y="24115"/>
                    <a:pt x="30223" y="33103"/>
                    <a:pt x="26052" y="40972"/>
                  </a:cubicBezTo>
                  <a:cubicBezTo>
                    <a:pt x="21454" y="48743"/>
                    <a:pt x="11732" y="51784"/>
                    <a:pt x="3522" y="48030"/>
                  </a:cubicBezTo>
                  <a:cubicBezTo>
                    <a:pt x="2524" y="47564"/>
                    <a:pt x="1650" y="46866"/>
                    <a:pt x="969" y="46002"/>
                  </a:cubicBezTo>
                  <a:close/>
                </a:path>
              </a:pathLst>
            </a:custGeom>
            <a:solidFill>
              <a:srgbClr val="98B9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Content Placeholder 4">
              <a:extLst>
                <a:ext uri="{FF2B5EF4-FFF2-40B4-BE49-F238E27FC236}">
                  <a16:creationId xmlns:a16="http://schemas.microsoft.com/office/drawing/2014/main" id="{77EEDF32-2EF0-8B0F-7949-25053E392116}"/>
                </a:ext>
              </a:extLst>
            </p:cNvPr>
            <p:cNvSpPr/>
            <p:nvPr/>
          </p:nvSpPr>
          <p:spPr>
            <a:xfrm>
              <a:off x="3384982" y="3912193"/>
              <a:ext cx="123507" cy="147165"/>
            </a:xfrm>
            <a:custGeom>
              <a:avLst/>
              <a:gdLst>
                <a:gd name="connsiteX0" fmla="*/ 87763 w 123507"/>
                <a:gd name="connsiteY0" fmla="*/ -30 h 147165"/>
                <a:gd name="connsiteX1" fmla="*/ 51039 w 123507"/>
                <a:gd name="connsiteY1" fmla="*/ 60789 h 147165"/>
                <a:gd name="connsiteX2" fmla="*/ 37596 w 123507"/>
                <a:gd name="connsiteY2" fmla="*/ 78208 h 147165"/>
                <a:gd name="connsiteX3" fmla="*/ 16943 w 123507"/>
                <a:gd name="connsiteY3" fmla="*/ 83164 h 147165"/>
                <a:gd name="connsiteX4" fmla="*/ 7030 w 123507"/>
                <a:gd name="connsiteY4" fmla="*/ 82338 h 147165"/>
                <a:gd name="connsiteX5" fmla="*/ 5453 w 123507"/>
                <a:gd name="connsiteY5" fmla="*/ 87068 h 147165"/>
                <a:gd name="connsiteX6" fmla="*/ -29 w 123507"/>
                <a:gd name="connsiteY6" fmla="*/ 147136 h 147165"/>
                <a:gd name="connsiteX7" fmla="*/ 63355 w 123507"/>
                <a:gd name="connsiteY7" fmla="*/ 139628 h 147165"/>
                <a:gd name="connsiteX8" fmla="*/ 71766 w 123507"/>
                <a:gd name="connsiteY8" fmla="*/ 136924 h 147165"/>
                <a:gd name="connsiteX9" fmla="*/ 75446 w 123507"/>
                <a:gd name="connsiteY9" fmla="*/ 131293 h 147165"/>
                <a:gd name="connsiteX10" fmla="*/ 117953 w 123507"/>
                <a:gd name="connsiteY10" fmla="*/ 38263 h 147165"/>
                <a:gd name="connsiteX11" fmla="*/ 119680 w 123507"/>
                <a:gd name="connsiteY11" fmla="*/ 7178 h 147165"/>
                <a:gd name="connsiteX12" fmla="*/ 87763 w 123507"/>
                <a:gd name="connsiteY12" fmla="*/ -30 h 14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3507" h="147165">
                  <a:moveTo>
                    <a:pt x="87763" y="-30"/>
                  </a:moveTo>
                  <a:lnTo>
                    <a:pt x="51039" y="60789"/>
                  </a:lnTo>
                  <a:cubicBezTo>
                    <a:pt x="47579" y="67314"/>
                    <a:pt x="43033" y="73208"/>
                    <a:pt x="37596" y="78208"/>
                  </a:cubicBezTo>
                  <a:cubicBezTo>
                    <a:pt x="31971" y="83201"/>
                    <a:pt x="24224" y="85064"/>
                    <a:pt x="16943" y="83164"/>
                  </a:cubicBezTo>
                  <a:cubicBezTo>
                    <a:pt x="13564" y="81963"/>
                    <a:pt x="9433" y="79860"/>
                    <a:pt x="7030" y="82338"/>
                  </a:cubicBezTo>
                  <a:cubicBezTo>
                    <a:pt x="5981" y="83689"/>
                    <a:pt x="5424" y="85356"/>
                    <a:pt x="5453" y="87068"/>
                  </a:cubicBezTo>
                  <a:cubicBezTo>
                    <a:pt x="3600" y="107093"/>
                    <a:pt x="1773" y="127111"/>
                    <a:pt x="-29" y="147136"/>
                  </a:cubicBezTo>
                  <a:lnTo>
                    <a:pt x="63355" y="139628"/>
                  </a:lnTo>
                  <a:cubicBezTo>
                    <a:pt x="66361" y="139560"/>
                    <a:pt x="69283" y="138621"/>
                    <a:pt x="71766" y="136924"/>
                  </a:cubicBezTo>
                  <a:cubicBezTo>
                    <a:pt x="73380" y="135333"/>
                    <a:pt x="74635" y="133411"/>
                    <a:pt x="75446" y="131293"/>
                  </a:cubicBezTo>
                  <a:cubicBezTo>
                    <a:pt x="89665" y="100306"/>
                    <a:pt x="103834" y="69296"/>
                    <a:pt x="117953" y="38263"/>
                  </a:cubicBezTo>
                  <a:cubicBezTo>
                    <a:pt x="122534" y="28277"/>
                    <a:pt x="126815" y="15738"/>
                    <a:pt x="119680" y="7178"/>
                  </a:cubicBezTo>
                  <a:cubicBezTo>
                    <a:pt x="112546" y="-1381"/>
                    <a:pt x="98877" y="1622"/>
                    <a:pt x="87763" y="-30"/>
                  </a:cubicBezTo>
                  <a:close/>
                </a:path>
              </a:pathLst>
            </a:custGeom>
            <a:solidFill>
              <a:srgbClr val="FF8FA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Content Placeholder 4">
              <a:extLst>
                <a:ext uri="{FF2B5EF4-FFF2-40B4-BE49-F238E27FC236}">
                  <a16:creationId xmlns:a16="http://schemas.microsoft.com/office/drawing/2014/main" id="{3D8BB09B-50A4-5541-FCD1-6A0AF1699167}"/>
                </a:ext>
              </a:extLst>
            </p:cNvPr>
            <p:cNvSpPr/>
            <p:nvPr/>
          </p:nvSpPr>
          <p:spPr>
            <a:xfrm>
              <a:off x="3406559" y="3912396"/>
              <a:ext cx="137409" cy="311041"/>
            </a:xfrm>
            <a:custGeom>
              <a:avLst/>
              <a:gdLst>
                <a:gd name="connsiteX0" fmla="*/ 137380 w 137409"/>
                <a:gd name="connsiteY0" fmla="*/ 242440 h 311041"/>
                <a:gd name="connsiteX1" fmla="*/ 127993 w 137409"/>
                <a:gd name="connsiteY1" fmla="*/ 174864 h 311041"/>
                <a:gd name="connsiteX2" fmla="*/ 119056 w 137409"/>
                <a:gd name="connsiteY2" fmla="*/ 168107 h 311041"/>
                <a:gd name="connsiteX3" fmla="*/ 117103 w 137409"/>
                <a:gd name="connsiteY3" fmla="*/ 168107 h 311041"/>
                <a:gd name="connsiteX4" fmla="*/ 118305 w 137409"/>
                <a:gd name="connsiteY4" fmla="*/ 152489 h 311041"/>
                <a:gd name="connsiteX5" fmla="*/ 110344 w 137409"/>
                <a:gd name="connsiteY5" fmla="*/ 63364 h 311041"/>
                <a:gd name="connsiteX6" fmla="*/ 87364 w 137409"/>
                <a:gd name="connsiteY6" fmla="*/ 5173 h 311041"/>
                <a:gd name="connsiteX7" fmla="*/ 54771 w 137409"/>
                <a:gd name="connsiteY7" fmla="*/ 7276 h 311041"/>
                <a:gd name="connsiteX8" fmla="*/ 24731 w 137409"/>
                <a:gd name="connsiteY8" fmla="*/ 70872 h 311041"/>
                <a:gd name="connsiteX9" fmla="*/ 36071 w 137409"/>
                <a:gd name="connsiteY9" fmla="*/ 62688 h 311041"/>
                <a:gd name="connsiteX10" fmla="*/ 39826 w 137409"/>
                <a:gd name="connsiteY10" fmla="*/ 61712 h 311041"/>
                <a:gd name="connsiteX11" fmla="*/ 43581 w 137409"/>
                <a:gd name="connsiteY11" fmla="*/ 60811 h 311041"/>
                <a:gd name="connsiteX12" fmla="*/ 58601 w 137409"/>
                <a:gd name="connsiteY12" fmla="*/ 26723 h 311041"/>
                <a:gd name="connsiteX13" fmla="*/ 83384 w 137409"/>
                <a:gd name="connsiteY13" fmla="*/ 23569 h 311041"/>
                <a:gd name="connsiteX14" fmla="*/ 89241 w 137409"/>
                <a:gd name="connsiteY14" fmla="*/ 39262 h 311041"/>
                <a:gd name="connsiteX15" fmla="*/ 96751 w 137409"/>
                <a:gd name="connsiteY15" fmla="*/ 77405 h 311041"/>
                <a:gd name="connsiteX16" fmla="*/ 102083 w 137409"/>
                <a:gd name="connsiteY16" fmla="*/ 152489 h 311041"/>
                <a:gd name="connsiteX17" fmla="*/ 34494 w 137409"/>
                <a:gd name="connsiteY17" fmla="*/ 159472 h 311041"/>
                <a:gd name="connsiteX18" fmla="*/ 31565 w 137409"/>
                <a:gd name="connsiteY18" fmla="*/ 159472 h 311041"/>
                <a:gd name="connsiteX19" fmla="*/ 25632 w 137409"/>
                <a:gd name="connsiteY19" fmla="*/ 159472 h 311041"/>
                <a:gd name="connsiteX20" fmla="*/ 26157 w 137409"/>
                <a:gd name="connsiteY20" fmla="*/ 151964 h 311041"/>
                <a:gd name="connsiteX21" fmla="*/ 14817 w 137409"/>
                <a:gd name="connsiteY21" fmla="*/ 148284 h 311041"/>
                <a:gd name="connsiteX22" fmla="*/ 14442 w 137409"/>
                <a:gd name="connsiteY22" fmla="*/ 163302 h 311041"/>
                <a:gd name="connsiteX23" fmla="*/ 14442 w 137409"/>
                <a:gd name="connsiteY23" fmla="*/ 164653 h 311041"/>
                <a:gd name="connsiteX24" fmla="*/ 12339 w 137409"/>
                <a:gd name="connsiteY24" fmla="*/ 167281 h 311041"/>
                <a:gd name="connsiteX25" fmla="*/ 3627 w 137409"/>
                <a:gd name="connsiteY25" fmla="*/ 218639 h 311041"/>
                <a:gd name="connsiteX26" fmla="*/ 23 w 137409"/>
                <a:gd name="connsiteY26" fmla="*/ 301232 h 311041"/>
                <a:gd name="connsiteX27" fmla="*/ 9260 w 137409"/>
                <a:gd name="connsiteY27" fmla="*/ 310467 h 311041"/>
                <a:gd name="connsiteX28" fmla="*/ 128519 w 137409"/>
                <a:gd name="connsiteY28" fmla="*/ 291846 h 311041"/>
                <a:gd name="connsiteX29" fmla="*/ 137380 w 137409"/>
                <a:gd name="connsiteY29" fmla="*/ 242440 h 311041"/>
                <a:gd name="connsiteX30" fmla="*/ 120708 w 137409"/>
                <a:gd name="connsiteY30" fmla="*/ 248673 h 311041"/>
                <a:gd name="connsiteX31" fmla="*/ 119507 w 137409"/>
                <a:gd name="connsiteY31" fmla="*/ 245369 h 311041"/>
                <a:gd name="connsiteX32" fmla="*/ 120783 w 137409"/>
                <a:gd name="connsiteY32" fmla="*/ 243792 h 311041"/>
                <a:gd name="connsiteX33" fmla="*/ 120783 w 137409"/>
                <a:gd name="connsiteY33" fmla="*/ 248673 h 311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37409" h="311041">
                  <a:moveTo>
                    <a:pt x="137380" y="242440"/>
                  </a:moveTo>
                  <a:cubicBezTo>
                    <a:pt x="137290" y="219600"/>
                    <a:pt x="134132" y="196871"/>
                    <a:pt x="127993" y="174864"/>
                  </a:cubicBezTo>
                  <a:cubicBezTo>
                    <a:pt x="126791" y="170915"/>
                    <a:pt x="123184" y="168190"/>
                    <a:pt x="119056" y="168107"/>
                  </a:cubicBezTo>
                  <a:lnTo>
                    <a:pt x="117103" y="168107"/>
                  </a:lnTo>
                  <a:cubicBezTo>
                    <a:pt x="118032" y="162956"/>
                    <a:pt x="118435" y="157722"/>
                    <a:pt x="118305" y="152489"/>
                  </a:cubicBezTo>
                  <a:cubicBezTo>
                    <a:pt x="118397" y="122598"/>
                    <a:pt x="115732" y="92767"/>
                    <a:pt x="110344" y="63364"/>
                  </a:cubicBezTo>
                  <a:cubicBezTo>
                    <a:pt x="106815" y="42941"/>
                    <a:pt x="103661" y="19665"/>
                    <a:pt x="87364" y="5173"/>
                  </a:cubicBezTo>
                  <a:cubicBezTo>
                    <a:pt x="77540" y="-2500"/>
                    <a:pt x="63527" y="-1592"/>
                    <a:pt x="54771" y="7276"/>
                  </a:cubicBezTo>
                  <a:cubicBezTo>
                    <a:pt x="39996" y="25882"/>
                    <a:pt x="29716" y="47641"/>
                    <a:pt x="24731" y="70872"/>
                  </a:cubicBezTo>
                  <a:cubicBezTo>
                    <a:pt x="28410" y="68019"/>
                    <a:pt x="32241" y="65316"/>
                    <a:pt x="36071" y="62688"/>
                  </a:cubicBezTo>
                  <a:cubicBezTo>
                    <a:pt x="37189" y="61975"/>
                    <a:pt x="38502" y="61637"/>
                    <a:pt x="39826" y="61712"/>
                  </a:cubicBezTo>
                  <a:cubicBezTo>
                    <a:pt x="40956" y="61036"/>
                    <a:pt x="42266" y="60721"/>
                    <a:pt x="43581" y="60811"/>
                  </a:cubicBezTo>
                  <a:cubicBezTo>
                    <a:pt x="47758" y="49098"/>
                    <a:pt x="52778" y="37708"/>
                    <a:pt x="58601" y="26723"/>
                  </a:cubicBezTo>
                  <a:lnTo>
                    <a:pt x="83384" y="23569"/>
                  </a:lnTo>
                  <a:cubicBezTo>
                    <a:pt x="86071" y="28494"/>
                    <a:pt x="88044" y="33781"/>
                    <a:pt x="89241" y="39262"/>
                  </a:cubicBezTo>
                  <a:cubicBezTo>
                    <a:pt x="92459" y="51823"/>
                    <a:pt x="94966" y="64558"/>
                    <a:pt x="96751" y="77405"/>
                  </a:cubicBezTo>
                  <a:cubicBezTo>
                    <a:pt x="100477" y="102258"/>
                    <a:pt x="102260" y="127358"/>
                    <a:pt x="102083" y="152489"/>
                  </a:cubicBezTo>
                  <a:cubicBezTo>
                    <a:pt x="102083" y="179069"/>
                    <a:pt x="62055" y="161049"/>
                    <a:pt x="34494" y="159472"/>
                  </a:cubicBezTo>
                  <a:cubicBezTo>
                    <a:pt x="33535" y="159209"/>
                    <a:pt x="32524" y="159209"/>
                    <a:pt x="31565" y="159472"/>
                  </a:cubicBezTo>
                  <a:cubicBezTo>
                    <a:pt x="29590" y="159315"/>
                    <a:pt x="27606" y="159315"/>
                    <a:pt x="25632" y="159472"/>
                  </a:cubicBezTo>
                  <a:cubicBezTo>
                    <a:pt x="25632" y="156844"/>
                    <a:pt x="25632" y="154216"/>
                    <a:pt x="26157" y="151964"/>
                  </a:cubicBezTo>
                  <a:cubicBezTo>
                    <a:pt x="22257" y="151145"/>
                    <a:pt x="18454" y="149914"/>
                    <a:pt x="14817" y="148284"/>
                  </a:cubicBezTo>
                  <a:cubicBezTo>
                    <a:pt x="14817" y="153465"/>
                    <a:pt x="14817" y="158496"/>
                    <a:pt x="14442" y="163302"/>
                  </a:cubicBezTo>
                  <a:cubicBezTo>
                    <a:pt x="14401" y="163752"/>
                    <a:pt x="14401" y="164203"/>
                    <a:pt x="14442" y="164653"/>
                  </a:cubicBezTo>
                  <a:cubicBezTo>
                    <a:pt x="13626" y="165426"/>
                    <a:pt x="12918" y="166312"/>
                    <a:pt x="12339" y="167281"/>
                  </a:cubicBezTo>
                  <a:cubicBezTo>
                    <a:pt x="4829" y="180721"/>
                    <a:pt x="5280" y="203396"/>
                    <a:pt x="3627" y="218639"/>
                  </a:cubicBezTo>
                  <a:cubicBezTo>
                    <a:pt x="901" y="246082"/>
                    <a:pt x="-303" y="273653"/>
                    <a:pt x="23" y="301232"/>
                  </a:cubicBezTo>
                  <a:cubicBezTo>
                    <a:pt x="103" y="306300"/>
                    <a:pt x="4192" y="310385"/>
                    <a:pt x="9260" y="310467"/>
                  </a:cubicBezTo>
                  <a:cubicBezTo>
                    <a:pt x="43430" y="310842"/>
                    <a:pt x="100581" y="315122"/>
                    <a:pt x="128519" y="291846"/>
                  </a:cubicBezTo>
                  <a:cubicBezTo>
                    <a:pt x="139483" y="282611"/>
                    <a:pt x="136855" y="255055"/>
                    <a:pt x="137380" y="242440"/>
                  </a:cubicBezTo>
                  <a:close/>
                  <a:moveTo>
                    <a:pt x="120708" y="248673"/>
                  </a:moveTo>
                  <a:cubicBezTo>
                    <a:pt x="120708" y="247546"/>
                    <a:pt x="119882" y="246495"/>
                    <a:pt x="119507" y="245369"/>
                  </a:cubicBezTo>
                  <a:lnTo>
                    <a:pt x="120783" y="243792"/>
                  </a:lnTo>
                  <a:cubicBezTo>
                    <a:pt x="120783" y="245444"/>
                    <a:pt x="120783" y="247096"/>
                    <a:pt x="120783" y="248673"/>
                  </a:cubicBezTo>
                  <a:close/>
                </a:path>
              </a:pathLst>
            </a:custGeom>
            <a:solidFill>
              <a:srgbClr val="E6E6E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Content Placeholder 4">
              <a:extLst>
                <a:ext uri="{FF2B5EF4-FFF2-40B4-BE49-F238E27FC236}">
                  <a16:creationId xmlns:a16="http://schemas.microsoft.com/office/drawing/2014/main" id="{7BF35805-E920-40BA-2422-A8B4FEC1AC4F}"/>
                </a:ext>
              </a:extLst>
            </p:cNvPr>
            <p:cNvSpPr/>
            <p:nvPr/>
          </p:nvSpPr>
          <p:spPr>
            <a:xfrm>
              <a:off x="3283147" y="3807104"/>
              <a:ext cx="61657" cy="79663"/>
            </a:xfrm>
            <a:custGeom>
              <a:avLst/>
              <a:gdLst>
                <a:gd name="connsiteX0" fmla="*/ 27983 w 61657"/>
                <a:gd name="connsiteY0" fmla="*/ 617 h 79663"/>
                <a:gd name="connsiteX1" fmla="*/ -29 w 61657"/>
                <a:gd name="connsiteY1" fmla="*/ 11054 h 79663"/>
                <a:gd name="connsiteX2" fmla="*/ 5002 w 61657"/>
                <a:gd name="connsiteY2" fmla="*/ 23292 h 79663"/>
                <a:gd name="connsiteX3" fmla="*/ 29560 w 61657"/>
                <a:gd name="connsiteY3" fmla="*/ 79606 h 79663"/>
                <a:gd name="connsiteX4" fmla="*/ 61628 w 61657"/>
                <a:gd name="connsiteY4" fmla="*/ 62261 h 79663"/>
                <a:gd name="connsiteX5" fmla="*/ 48786 w 61657"/>
                <a:gd name="connsiteY5" fmla="*/ 27122 h 79663"/>
                <a:gd name="connsiteX6" fmla="*/ 37746 w 61657"/>
                <a:gd name="connsiteY6" fmla="*/ 5272 h 79663"/>
                <a:gd name="connsiteX7" fmla="*/ 33165 w 61657"/>
                <a:gd name="connsiteY7" fmla="*/ 166 h 79663"/>
                <a:gd name="connsiteX8" fmla="*/ 27983 w 61657"/>
                <a:gd name="connsiteY8" fmla="*/ 617 h 7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657" h="79663">
                  <a:moveTo>
                    <a:pt x="27983" y="617"/>
                  </a:moveTo>
                  <a:cubicBezTo>
                    <a:pt x="18431" y="3492"/>
                    <a:pt x="9074" y="6977"/>
                    <a:pt x="-29" y="11054"/>
                  </a:cubicBezTo>
                  <a:cubicBezTo>
                    <a:pt x="1036" y="15356"/>
                    <a:pt x="2732" y="19485"/>
                    <a:pt x="5002" y="23292"/>
                  </a:cubicBezTo>
                  <a:cubicBezTo>
                    <a:pt x="13864" y="42214"/>
                    <a:pt x="20623" y="62411"/>
                    <a:pt x="29560" y="79606"/>
                  </a:cubicBezTo>
                  <a:cubicBezTo>
                    <a:pt x="41952" y="80356"/>
                    <a:pt x="49762" y="65790"/>
                    <a:pt x="61628" y="62261"/>
                  </a:cubicBezTo>
                  <a:cubicBezTo>
                    <a:pt x="59483" y="49872"/>
                    <a:pt x="55133" y="37971"/>
                    <a:pt x="48786" y="27122"/>
                  </a:cubicBezTo>
                  <a:lnTo>
                    <a:pt x="37746" y="5272"/>
                  </a:lnTo>
                  <a:cubicBezTo>
                    <a:pt x="36695" y="3170"/>
                    <a:pt x="35418" y="842"/>
                    <a:pt x="33165" y="166"/>
                  </a:cubicBezTo>
                  <a:cubicBezTo>
                    <a:pt x="31432" y="-202"/>
                    <a:pt x="29626" y="-51"/>
                    <a:pt x="27983" y="617"/>
                  </a:cubicBezTo>
                  <a:close/>
                </a:path>
              </a:pathLst>
            </a:custGeom>
            <a:solidFill>
              <a:srgbClr val="4E4E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Content Placeholder 4">
              <a:extLst>
                <a:ext uri="{FF2B5EF4-FFF2-40B4-BE49-F238E27FC236}">
                  <a16:creationId xmlns:a16="http://schemas.microsoft.com/office/drawing/2014/main" id="{CC4968BD-7E44-EA56-958B-EEF835C4A250}"/>
                </a:ext>
              </a:extLst>
            </p:cNvPr>
            <p:cNvSpPr/>
            <p:nvPr/>
          </p:nvSpPr>
          <p:spPr>
            <a:xfrm>
              <a:off x="3296064" y="3819446"/>
              <a:ext cx="39127" cy="55218"/>
            </a:xfrm>
            <a:custGeom>
              <a:avLst/>
              <a:gdLst>
                <a:gd name="connsiteX0" fmla="*/ 17769 w 39127"/>
                <a:gd name="connsiteY0" fmla="*/ 288 h 55218"/>
                <a:gd name="connsiteX1" fmla="*/ -29 w 39127"/>
                <a:gd name="connsiteY1" fmla="*/ 7796 h 55218"/>
                <a:gd name="connsiteX2" fmla="*/ 3200 w 39127"/>
                <a:gd name="connsiteY2" fmla="*/ 16281 h 55218"/>
                <a:gd name="connsiteX3" fmla="*/ 18746 w 39127"/>
                <a:gd name="connsiteY3" fmla="*/ 55175 h 55218"/>
                <a:gd name="connsiteX4" fmla="*/ 39098 w 39127"/>
                <a:gd name="connsiteY4" fmla="*/ 43086 h 55218"/>
                <a:gd name="connsiteX5" fmla="*/ 30987 w 39127"/>
                <a:gd name="connsiteY5" fmla="*/ 18759 h 55218"/>
                <a:gd name="connsiteX6" fmla="*/ 24003 w 39127"/>
                <a:gd name="connsiteY6" fmla="*/ 3742 h 55218"/>
                <a:gd name="connsiteX7" fmla="*/ 21074 w 39127"/>
                <a:gd name="connsiteY7" fmla="*/ 213 h 55218"/>
                <a:gd name="connsiteX8" fmla="*/ 17769 w 39127"/>
                <a:gd name="connsiteY8" fmla="*/ 288 h 55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127" h="55218">
                  <a:moveTo>
                    <a:pt x="17769" y="288"/>
                  </a:moveTo>
                  <a:cubicBezTo>
                    <a:pt x="11676" y="2390"/>
                    <a:pt x="5729" y="4898"/>
                    <a:pt x="-29" y="7796"/>
                  </a:cubicBezTo>
                  <a:cubicBezTo>
                    <a:pt x="744" y="10732"/>
                    <a:pt x="1826" y="13578"/>
                    <a:pt x="3200" y="16281"/>
                  </a:cubicBezTo>
                  <a:cubicBezTo>
                    <a:pt x="7355" y="29631"/>
                    <a:pt x="12553" y="42635"/>
                    <a:pt x="18746" y="55175"/>
                  </a:cubicBezTo>
                  <a:cubicBezTo>
                    <a:pt x="26256" y="55625"/>
                    <a:pt x="31588" y="45564"/>
                    <a:pt x="39098" y="43086"/>
                  </a:cubicBezTo>
                  <a:cubicBezTo>
                    <a:pt x="37764" y="34586"/>
                    <a:pt x="35023" y="26365"/>
                    <a:pt x="30987" y="18759"/>
                  </a:cubicBezTo>
                  <a:lnTo>
                    <a:pt x="24003" y="3742"/>
                  </a:lnTo>
                  <a:cubicBezTo>
                    <a:pt x="23327" y="2315"/>
                    <a:pt x="22501" y="663"/>
                    <a:pt x="21074" y="213"/>
                  </a:cubicBezTo>
                  <a:cubicBezTo>
                    <a:pt x="19995" y="-133"/>
                    <a:pt x="18831" y="-110"/>
                    <a:pt x="17769" y="288"/>
                  </a:cubicBezTo>
                  <a:close/>
                </a:path>
              </a:pathLst>
            </a:custGeom>
            <a:solidFill>
              <a:srgbClr val="E6E6E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Content Placeholder 4">
              <a:extLst>
                <a:ext uri="{FF2B5EF4-FFF2-40B4-BE49-F238E27FC236}">
                  <a16:creationId xmlns:a16="http://schemas.microsoft.com/office/drawing/2014/main" id="{CE54BB85-DCBE-F41E-F265-18F9AE61F0A0}"/>
                </a:ext>
              </a:extLst>
            </p:cNvPr>
            <p:cNvSpPr/>
            <p:nvPr/>
          </p:nvSpPr>
          <p:spPr>
            <a:xfrm>
              <a:off x="3305706" y="3831796"/>
              <a:ext cx="17157" cy="17330"/>
            </a:xfrm>
            <a:custGeom>
              <a:avLst/>
              <a:gdLst>
                <a:gd name="connsiteX0" fmla="*/ 1820 w 17157"/>
                <a:gd name="connsiteY0" fmla="*/ 3180 h 17330"/>
                <a:gd name="connsiteX1" fmla="*/ 3268 w 17157"/>
                <a:gd name="connsiteY1" fmla="*/ 15307 h 17330"/>
                <a:gd name="connsiteX2" fmla="*/ 5424 w 17157"/>
                <a:gd name="connsiteY2" fmla="*/ 16546 h 17330"/>
                <a:gd name="connsiteX3" fmla="*/ 8579 w 17157"/>
                <a:gd name="connsiteY3" fmla="*/ 17296 h 17330"/>
                <a:gd name="connsiteX4" fmla="*/ 11207 w 17157"/>
                <a:gd name="connsiteY4" fmla="*/ 16921 h 17330"/>
                <a:gd name="connsiteX5" fmla="*/ 13310 w 17157"/>
                <a:gd name="connsiteY5" fmla="*/ 15494 h 17330"/>
                <a:gd name="connsiteX6" fmla="*/ 16614 w 17157"/>
                <a:gd name="connsiteY6" fmla="*/ 11064 h 17330"/>
                <a:gd name="connsiteX7" fmla="*/ 14962 w 17157"/>
                <a:gd name="connsiteY7" fmla="*/ 2580 h 17330"/>
                <a:gd name="connsiteX8" fmla="*/ 6551 w 17157"/>
                <a:gd name="connsiteY8" fmla="*/ 252 h 17330"/>
                <a:gd name="connsiteX9" fmla="*/ 1820 w 17157"/>
                <a:gd name="connsiteY9" fmla="*/ 3180 h 17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157" h="17330">
                  <a:moveTo>
                    <a:pt x="1820" y="3180"/>
                  </a:moveTo>
                  <a:cubicBezTo>
                    <a:pt x="-1130" y="6927"/>
                    <a:pt x="-481" y="12356"/>
                    <a:pt x="3268" y="15307"/>
                  </a:cubicBezTo>
                  <a:cubicBezTo>
                    <a:pt x="3923" y="15817"/>
                    <a:pt x="4649" y="16238"/>
                    <a:pt x="5424" y="16546"/>
                  </a:cubicBezTo>
                  <a:cubicBezTo>
                    <a:pt x="6421" y="16988"/>
                    <a:pt x="7490" y="17244"/>
                    <a:pt x="8579" y="17296"/>
                  </a:cubicBezTo>
                  <a:cubicBezTo>
                    <a:pt x="9470" y="17326"/>
                    <a:pt x="10360" y="17199"/>
                    <a:pt x="11207" y="16921"/>
                  </a:cubicBezTo>
                  <a:cubicBezTo>
                    <a:pt x="11964" y="16530"/>
                    <a:pt x="12670" y="16057"/>
                    <a:pt x="13310" y="15494"/>
                  </a:cubicBezTo>
                  <a:cubicBezTo>
                    <a:pt x="14745" y="14300"/>
                    <a:pt x="15877" y="12784"/>
                    <a:pt x="16614" y="11064"/>
                  </a:cubicBezTo>
                  <a:cubicBezTo>
                    <a:pt x="17688" y="8151"/>
                    <a:pt x="17051" y="4877"/>
                    <a:pt x="14962" y="2580"/>
                  </a:cubicBezTo>
                  <a:cubicBezTo>
                    <a:pt x="12777" y="357"/>
                    <a:pt x="9569" y="-536"/>
                    <a:pt x="6551" y="252"/>
                  </a:cubicBezTo>
                  <a:cubicBezTo>
                    <a:pt x="4687" y="665"/>
                    <a:pt x="3019" y="1694"/>
                    <a:pt x="1820" y="3180"/>
                  </a:cubicBezTo>
                  <a:close/>
                </a:path>
              </a:pathLst>
            </a:custGeom>
            <a:solidFill>
              <a:srgbClr val="7C7B9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Content Placeholder 4">
              <a:extLst>
                <a:ext uri="{FF2B5EF4-FFF2-40B4-BE49-F238E27FC236}">
                  <a16:creationId xmlns:a16="http://schemas.microsoft.com/office/drawing/2014/main" id="{088FCAD9-4BF4-28C6-0801-D06461A375F3}"/>
                </a:ext>
              </a:extLst>
            </p:cNvPr>
            <p:cNvSpPr/>
            <p:nvPr/>
          </p:nvSpPr>
          <p:spPr>
            <a:xfrm>
              <a:off x="3314729" y="3850815"/>
              <a:ext cx="12571" cy="7221"/>
            </a:xfrm>
            <a:custGeom>
              <a:avLst/>
              <a:gdLst>
                <a:gd name="connsiteX0" fmla="*/ 9693 w 12571"/>
                <a:gd name="connsiteY0" fmla="*/ 304 h 7221"/>
                <a:gd name="connsiteX1" fmla="*/ 381 w 12571"/>
                <a:gd name="connsiteY1" fmla="*/ 5335 h 7221"/>
                <a:gd name="connsiteX2" fmla="*/ 1132 w 12571"/>
                <a:gd name="connsiteY2" fmla="*/ 7137 h 7221"/>
                <a:gd name="connsiteX3" fmla="*/ 11120 w 12571"/>
                <a:gd name="connsiteY3" fmla="*/ 3533 h 7221"/>
                <a:gd name="connsiteX4" fmla="*/ 12501 w 12571"/>
                <a:gd name="connsiteY4" fmla="*/ 1393 h 7221"/>
                <a:gd name="connsiteX5" fmla="*/ 10360 w 12571"/>
                <a:gd name="connsiteY5" fmla="*/ 11 h 7221"/>
                <a:gd name="connsiteX6" fmla="*/ 9693 w 12571"/>
                <a:gd name="connsiteY6" fmla="*/ 304 h 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571" h="7221">
                  <a:moveTo>
                    <a:pt x="9693" y="304"/>
                  </a:moveTo>
                  <a:cubicBezTo>
                    <a:pt x="6539" y="1881"/>
                    <a:pt x="3385" y="3533"/>
                    <a:pt x="381" y="5335"/>
                  </a:cubicBezTo>
                  <a:cubicBezTo>
                    <a:pt x="-595" y="5860"/>
                    <a:pt x="381" y="7512"/>
                    <a:pt x="1132" y="7137"/>
                  </a:cubicBezTo>
                  <a:cubicBezTo>
                    <a:pt x="4512" y="6086"/>
                    <a:pt x="7816" y="4809"/>
                    <a:pt x="11120" y="3533"/>
                  </a:cubicBezTo>
                  <a:cubicBezTo>
                    <a:pt x="12094" y="3323"/>
                    <a:pt x="12712" y="2362"/>
                    <a:pt x="12501" y="1393"/>
                  </a:cubicBezTo>
                  <a:cubicBezTo>
                    <a:pt x="12292" y="417"/>
                    <a:pt x="11332" y="-199"/>
                    <a:pt x="10360" y="11"/>
                  </a:cubicBezTo>
                  <a:cubicBezTo>
                    <a:pt x="10120" y="64"/>
                    <a:pt x="9893" y="162"/>
                    <a:pt x="9693" y="304"/>
                  </a:cubicBezTo>
                  <a:close/>
                </a:path>
              </a:pathLst>
            </a:custGeom>
            <a:solidFill>
              <a:srgbClr val="998A8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Content Placeholder 4">
              <a:extLst>
                <a:ext uri="{FF2B5EF4-FFF2-40B4-BE49-F238E27FC236}">
                  <a16:creationId xmlns:a16="http://schemas.microsoft.com/office/drawing/2014/main" id="{AF6DF27C-FA4D-0DB6-1027-FD7B9FA133D2}"/>
                </a:ext>
              </a:extLst>
            </p:cNvPr>
            <p:cNvSpPr/>
            <p:nvPr/>
          </p:nvSpPr>
          <p:spPr>
            <a:xfrm>
              <a:off x="3317317" y="3858832"/>
              <a:ext cx="10461" cy="7407"/>
            </a:xfrm>
            <a:custGeom>
              <a:avLst/>
              <a:gdLst>
                <a:gd name="connsiteX0" fmla="*/ 7781 w 10461"/>
                <a:gd name="connsiteY0" fmla="*/ 171 h 7407"/>
                <a:gd name="connsiteX1" fmla="*/ 271 w 10461"/>
                <a:gd name="connsiteY1" fmla="*/ 5652 h 7407"/>
                <a:gd name="connsiteX2" fmla="*/ 1473 w 10461"/>
                <a:gd name="connsiteY2" fmla="*/ 7229 h 7407"/>
                <a:gd name="connsiteX3" fmla="*/ 8983 w 10461"/>
                <a:gd name="connsiteY3" fmla="*/ 3399 h 7407"/>
                <a:gd name="connsiteX4" fmla="*/ 7781 w 10461"/>
                <a:gd name="connsiteY4" fmla="*/ 171 h 7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61" h="7407">
                  <a:moveTo>
                    <a:pt x="7781" y="171"/>
                  </a:moveTo>
                  <a:cubicBezTo>
                    <a:pt x="4967" y="1530"/>
                    <a:pt x="2422" y="3384"/>
                    <a:pt x="271" y="5652"/>
                  </a:cubicBezTo>
                  <a:cubicBezTo>
                    <a:pt x="-480" y="6478"/>
                    <a:pt x="271" y="7829"/>
                    <a:pt x="1473" y="7229"/>
                  </a:cubicBezTo>
                  <a:cubicBezTo>
                    <a:pt x="3904" y="5817"/>
                    <a:pt x="6411" y="4533"/>
                    <a:pt x="8983" y="3399"/>
                  </a:cubicBezTo>
                  <a:cubicBezTo>
                    <a:pt x="11837" y="2498"/>
                    <a:pt x="9959" y="-880"/>
                    <a:pt x="7781" y="171"/>
                  </a:cubicBezTo>
                  <a:close/>
                </a:path>
              </a:pathLst>
            </a:custGeom>
            <a:solidFill>
              <a:srgbClr val="998A8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80F530B2-81F5-F0EF-0E2B-B01A356411FA}"/>
              </a:ext>
            </a:extLst>
          </p:cNvPr>
          <p:cNvGrpSpPr/>
          <p:nvPr userDrawn="1"/>
        </p:nvGrpSpPr>
        <p:grpSpPr>
          <a:xfrm>
            <a:off x="4246492" y="1913551"/>
            <a:ext cx="286109" cy="851983"/>
            <a:chOff x="5524503" y="475563"/>
            <a:chExt cx="286109" cy="851983"/>
          </a:xfrm>
        </p:grpSpPr>
        <p:sp>
          <p:nvSpPr>
            <p:cNvPr id="191" name="Content Placeholder 4">
              <a:extLst>
                <a:ext uri="{FF2B5EF4-FFF2-40B4-BE49-F238E27FC236}">
                  <a16:creationId xmlns:a16="http://schemas.microsoft.com/office/drawing/2014/main" id="{BED4AF57-21D6-3A3D-E599-57529C0937DD}"/>
                </a:ext>
              </a:extLst>
            </p:cNvPr>
            <p:cNvSpPr/>
            <p:nvPr/>
          </p:nvSpPr>
          <p:spPr>
            <a:xfrm>
              <a:off x="5532408" y="1303591"/>
              <a:ext cx="225358" cy="23955"/>
            </a:xfrm>
            <a:custGeom>
              <a:avLst/>
              <a:gdLst>
                <a:gd name="connsiteX0" fmla="*/ 216690 w 225358"/>
                <a:gd name="connsiteY0" fmla="*/ 15002 h 23955"/>
                <a:gd name="connsiteX1" fmla="*/ 225327 w 225358"/>
                <a:gd name="connsiteY1" fmla="*/ 9596 h 23955"/>
                <a:gd name="connsiteX2" fmla="*/ 221872 w 225358"/>
                <a:gd name="connsiteY2" fmla="*/ 4190 h 23955"/>
                <a:gd name="connsiteX3" fmla="*/ 215113 w 225358"/>
                <a:gd name="connsiteY3" fmla="*/ 2989 h 23955"/>
                <a:gd name="connsiteX4" fmla="*/ 15422 w 225358"/>
                <a:gd name="connsiteY4" fmla="*/ 5016 h 23955"/>
                <a:gd name="connsiteX5" fmla="*/ 27 w 225358"/>
                <a:gd name="connsiteY5" fmla="*/ 14702 h 23955"/>
                <a:gd name="connsiteX6" fmla="*/ 6568 w 225358"/>
                <a:gd name="connsiteY6" fmla="*/ 23067 h 23955"/>
                <a:gd name="connsiteX7" fmla="*/ 7086 w 225358"/>
                <a:gd name="connsiteY7" fmla="*/ 23112 h 23955"/>
                <a:gd name="connsiteX8" fmla="*/ 24134 w 225358"/>
                <a:gd name="connsiteY8" fmla="*/ 23112 h 23955"/>
                <a:gd name="connsiteX9" fmla="*/ 50644 w 225358"/>
                <a:gd name="connsiteY9" fmla="*/ 23787 h 23955"/>
                <a:gd name="connsiteX10" fmla="*/ 156310 w 225358"/>
                <a:gd name="connsiteY10" fmla="*/ 20859 h 23955"/>
                <a:gd name="connsiteX11" fmla="*/ 216690 w 225358"/>
                <a:gd name="connsiteY11" fmla="*/ 15002 h 23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5358" h="23955">
                  <a:moveTo>
                    <a:pt x="216690" y="15002"/>
                  </a:moveTo>
                  <a:cubicBezTo>
                    <a:pt x="220295" y="14552"/>
                    <a:pt x="224876" y="13276"/>
                    <a:pt x="225327" y="9596"/>
                  </a:cubicBezTo>
                  <a:cubicBezTo>
                    <a:pt x="225394" y="7254"/>
                    <a:pt x="224028" y="5114"/>
                    <a:pt x="221872" y="4190"/>
                  </a:cubicBezTo>
                  <a:cubicBezTo>
                    <a:pt x="219732" y="3297"/>
                    <a:pt x="217426" y="2884"/>
                    <a:pt x="215113" y="2989"/>
                  </a:cubicBezTo>
                  <a:cubicBezTo>
                    <a:pt x="148575" y="61"/>
                    <a:pt x="81661" y="-2793"/>
                    <a:pt x="15422" y="5016"/>
                  </a:cubicBezTo>
                  <a:cubicBezTo>
                    <a:pt x="9339" y="5692"/>
                    <a:pt x="402" y="7194"/>
                    <a:pt x="27" y="14702"/>
                  </a:cubicBezTo>
                  <a:cubicBezTo>
                    <a:pt x="-476" y="18817"/>
                    <a:pt x="2453" y="22563"/>
                    <a:pt x="6568" y="23067"/>
                  </a:cubicBezTo>
                  <a:cubicBezTo>
                    <a:pt x="6741" y="23089"/>
                    <a:pt x="6914" y="23104"/>
                    <a:pt x="7086" y="23112"/>
                  </a:cubicBezTo>
                  <a:cubicBezTo>
                    <a:pt x="12756" y="23600"/>
                    <a:pt x="18464" y="23600"/>
                    <a:pt x="24134" y="23112"/>
                  </a:cubicBezTo>
                  <a:cubicBezTo>
                    <a:pt x="32921" y="23112"/>
                    <a:pt x="41783" y="23637"/>
                    <a:pt x="50644" y="23787"/>
                  </a:cubicBezTo>
                  <a:cubicBezTo>
                    <a:pt x="85866" y="24313"/>
                    <a:pt x="121163" y="23337"/>
                    <a:pt x="156310" y="20859"/>
                  </a:cubicBezTo>
                  <a:cubicBezTo>
                    <a:pt x="176534" y="19357"/>
                    <a:pt x="196661" y="17405"/>
                    <a:pt x="216690" y="15002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Content Placeholder 4">
              <a:extLst>
                <a:ext uri="{FF2B5EF4-FFF2-40B4-BE49-F238E27FC236}">
                  <a16:creationId xmlns:a16="http://schemas.microsoft.com/office/drawing/2014/main" id="{4FB0A2F8-7D29-2B53-D1C4-6DDF1A2A2699}"/>
                </a:ext>
              </a:extLst>
            </p:cNvPr>
            <p:cNvSpPr/>
            <p:nvPr/>
          </p:nvSpPr>
          <p:spPr>
            <a:xfrm>
              <a:off x="5658013" y="682828"/>
              <a:ext cx="127811" cy="96636"/>
            </a:xfrm>
            <a:custGeom>
              <a:avLst/>
              <a:gdLst>
                <a:gd name="connsiteX0" fmla="*/ 139 w 127811"/>
                <a:gd name="connsiteY0" fmla="*/ 21199 h 96636"/>
                <a:gd name="connsiteX1" fmla="*/ 3744 w 127811"/>
                <a:gd name="connsiteY1" fmla="*/ 3329 h 96636"/>
                <a:gd name="connsiteX2" fmla="*/ 7574 w 127811"/>
                <a:gd name="connsiteY2" fmla="*/ 25 h 96636"/>
                <a:gd name="connsiteX3" fmla="*/ 10803 w 127811"/>
                <a:gd name="connsiteY3" fmla="*/ 400 h 96636"/>
                <a:gd name="connsiteX4" fmla="*/ 25823 w 127811"/>
                <a:gd name="connsiteY4" fmla="*/ 16994 h 96636"/>
                <a:gd name="connsiteX5" fmla="*/ 34159 w 127811"/>
                <a:gd name="connsiteY5" fmla="*/ 36966 h 96636"/>
                <a:gd name="connsiteX6" fmla="*/ 46626 w 127811"/>
                <a:gd name="connsiteY6" fmla="*/ 62495 h 96636"/>
                <a:gd name="connsiteX7" fmla="*/ 65176 w 127811"/>
                <a:gd name="connsiteY7" fmla="*/ 71881 h 96636"/>
                <a:gd name="connsiteX8" fmla="*/ 88457 w 127811"/>
                <a:gd name="connsiteY8" fmla="*/ 68502 h 96636"/>
                <a:gd name="connsiteX9" fmla="*/ 98145 w 127811"/>
                <a:gd name="connsiteY9" fmla="*/ 56338 h 96636"/>
                <a:gd name="connsiteX10" fmla="*/ 113690 w 127811"/>
                <a:gd name="connsiteY10" fmla="*/ 27506 h 96636"/>
                <a:gd name="connsiteX11" fmla="*/ 117370 w 127811"/>
                <a:gd name="connsiteY11" fmla="*/ 21649 h 96636"/>
                <a:gd name="connsiteX12" fmla="*/ 118947 w 127811"/>
                <a:gd name="connsiteY12" fmla="*/ 22175 h 96636"/>
                <a:gd name="connsiteX13" fmla="*/ 120600 w 127811"/>
                <a:gd name="connsiteY13" fmla="*/ 23301 h 96636"/>
                <a:gd name="connsiteX14" fmla="*/ 127434 w 127811"/>
                <a:gd name="connsiteY14" fmla="*/ 24878 h 96636"/>
                <a:gd name="connsiteX15" fmla="*/ 107382 w 127811"/>
                <a:gd name="connsiteY15" fmla="*/ 73908 h 96636"/>
                <a:gd name="connsiteX16" fmla="*/ 55638 w 127811"/>
                <a:gd name="connsiteY16" fmla="*/ 96433 h 96636"/>
                <a:gd name="connsiteX17" fmla="*/ 36413 w 127811"/>
                <a:gd name="connsiteY17" fmla="*/ 94481 h 96636"/>
                <a:gd name="connsiteX18" fmla="*/ 6373 w 127811"/>
                <a:gd name="connsiteY18" fmla="*/ 64447 h 96636"/>
                <a:gd name="connsiteX19" fmla="*/ 139 w 127811"/>
                <a:gd name="connsiteY19" fmla="*/ 21199 h 96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7811" h="96636">
                  <a:moveTo>
                    <a:pt x="139" y="21199"/>
                  </a:moveTo>
                  <a:cubicBezTo>
                    <a:pt x="-289" y="15027"/>
                    <a:pt x="958" y="8854"/>
                    <a:pt x="3744" y="3329"/>
                  </a:cubicBezTo>
                  <a:cubicBezTo>
                    <a:pt x="4533" y="1763"/>
                    <a:pt x="5907" y="575"/>
                    <a:pt x="7574" y="25"/>
                  </a:cubicBezTo>
                  <a:cubicBezTo>
                    <a:pt x="8663" y="-115"/>
                    <a:pt x="9775" y="14"/>
                    <a:pt x="10803" y="400"/>
                  </a:cubicBezTo>
                  <a:cubicBezTo>
                    <a:pt x="17758" y="3790"/>
                    <a:pt x="23142" y="9735"/>
                    <a:pt x="25823" y="16994"/>
                  </a:cubicBezTo>
                  <a:cubicBezTo>
                    <a:pt x="28985" y="23484"/>
                    <a:pt x="31771" y="30153"/>
                    <a:pt x="34159" y="36966"/>
                  </a:cubicBezTo>
                  <a:cubicBezTo>
                    <a:pt x="36413" y="46281"/>
                    <a:pt x="40663" y="54993"/>
                    <a:pt x="46626" y="62495"/>
                  </a:cubicBezTo>
                  <a:cubicBezTo>
                    <a:pt x="51800" y="67307"/>
                    <a:pt x="58229" y="70560"/>
                    <a:pt x="65176" y="71881"/>
                  </a:cubicBezTo>
                  <a:cubicBezTo>
                    <a:pt x="73069" y="74029"/>
                    <a:pt x="81503" y="72805"/>
                    <a:pt x="88457" y="68502"/>
                  </a:cubicBezTo>
                  <a:cubicBezTo>
                    <a:pt x="92482" y="65151"/>
                    <a:pt x="95779" y="61012"/>
                    <a:pt x="98145" y="56338"/>
                  </a:cubicBezTo>
                  <a:cubicBezTo>
                    <a:pt x="103882" y="47038"/>
                    <a:pt x="109072" y="37411"/>
                    <a:pt x="113690" y="27506"/>
                  </a:cubicBezTo>
                  <a:cubicBezTo>
                    <a:pt x="114682" y="25413"/>
                    <a:pt x="115913" y="23448"/>
                    <a:pt x="117370" y="21649"/>
                  </a:cubicBezTo>
                  <a:lnTo>
                    <a:pt x="118947" y="22175"/>
                  </a:lnTo>
                  <a:lnTo>
                    <a:pt x="120600" y="23301"/>
                  </a:lnTo>
                  <a:cubicBezTo>
                    <a:pt x="122650" y="24541"/>
                    <a:pt x="125046" y="25093"/>
                    <a:pt x="127434" y="24878"/>
                  </a:cubicBezTo>
                  <a:cubicBezTo>
                    <a:pt x="129987" y="41622"/>
                    <a:pt x="118046" y="63021"/>
                    <a:pt x="107382" y="73908"/>
                  </a:cubicBezTo>
                  <a:cubicBezTo>
                    <a:pt x="93466" y="87483"/>
                    <a:pt x="75059" y="95495"/>
                    <a:pt x="55638" y="96433"/>
                  </a:cubicBezTo>
                  <a:cubicBezTo>
                    <a:pt x="49165" y="96955"/>
                    <a:pt x="42646" y="96294"/>
                    <a:pt x="36413" y="94481"/>
                  </a:cubicBezTo>
                  <a:cubicBezTo>
                    <a:pt x="22481" y="89359"/>
                    <a:pt x="11494" y="78379"/>
                    <a:pt x="6373" y="64447"/>
                  </a:cubicBezTo>
                  <a:cubicBezTo>
                    <a:pt x="1454" y="50586"/>
                    <a:pt x="-672" y="35885"/>
                    <a:pt x="139" y="2119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Content Placeholder 4">
              <a:extLst>
                <a:ext uri="{FF2B5EF4-FFF2-40B4-BE49-F238E27FC236}">
                  <a16:creationId xmlns:a16="http://schemas.microsoft.com/office/drawing/2014/main" id="{660E1DD9-8A6D-F6D3-9460-59A586A02323}"/>
                </a:ext>
              </a:extLst>
            </p:cNvPr>
            <p:cNvSpPr/>
            <p:nvPr/>
          </p:nvSpPr>
          <p:spPr>
            <a:xfrm>
              <a:off x="5621599" y="914032"/>
              <a:ext cx="77343" cy="381314"/>
            </a:xfrm>
            <a:custGeom>
              <a:avLst/>
              <a:gdLst>
                <a:gd name="connsiteX0" fmla="*/ 29794 w 77343"/>
                <a:gd name="connsiteY0" fmla="*/ 5261 h 381314"/>
                <a:gd name="connsiteX1" fmla="*/ 39107 w 77343"/>
                <a:gd name="connsiteY1" fmla="*/ 5 h 381314"/>
                <a:gd name="connsiteX2" fmla="*/ 48870 w 77343"/>
                <a:gd name="connsiteY2" fmla="*/ 2258 h 381314"/>
                <a:gd name="connsiteX3" fmla="*/ 76582 w 77343"/>
                <a:gd name="connsiteY3" fmla="*/ 39800 h 381314"/>
                <a:gd name="connsiteX4" fmla="*/ 76582 w 77343"/>
                <a:gd name="connsiteY4" fmla="*/ 65104 h 381314"/>
                <a:gd name="connsiteX5" fmla="*/ 74028 w 77343"/>
                <a:gd name="connsiteY5" fmla="*/ 206037 h 381314"/>
                <a:gd name="connsiteX6" fmla="*/ 73503 w 77343"/>
                <a:gd name="connsiteY6" fmla="*/ 213546 h 381314"/>
                <a:gd name="connsiteX7" fmla="*/ 55554 w 77343"/>
                <a:gd name="connsiteY7" fmla="*/ 331128 h 381314"/>
                <a:gd name="connsiteX8" fmla="*/ 48044 w 77343"/>
                <a:gd name="connsiteY8" fmla="*/ 381285 h 381314"/>
                <a:gd name="connsiteX9" fmla="*/ 46016 w 77343"/>
                <a:gd name="connsiteY9" fmla="*/ 381285 h 381314"/>
                <a:gd name="connsiteX10" fmla="*/ 38957 w 77343"/>
                <a:gd name="connsiteY10" fmla="*/ 379182 h 381314"/>
                <a:gd name="connsiteX11" fmla="*/ 38957 w 77343"/>
                <a:gd name="connsiteY11" fmla="*/ 379182 h 381314"/>
                <a:gd name="connsiteX12" fmla="*/ 31447 w 77343"/>
                <a:gd name="connsiteY12" fmla="*/ 333306 h 381314"/>
                <a:gd name="connsiteX13" fmla="*/ 19881 w 77343"/>
                <a:gd name="connsiteY13" fmla="*/ 211894 h 381314"/>
                <a:gd name="connsiteX14" fmla="*/ 581 w 77343"/>
                <a:gd name="connsiteY14" fmla="*/ 76216 h 381314"/>
                <a:gd name="connsiteX15" fmla="*/ 29794 w 77343"/>
                <a:gd name="connsiteY15" fmla="*/ 5261 h 38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7343" h="381314">
                  <a:moveTo>
                    <a:pt x="29794" y="5261"/>
                  </a:moveTo>
                  <a:cubicBezTo>
                    <a:pt x="32310" y="2626"/>
                    <a:pt x="35547" y="797"/>
                    <a:pt x="39107" y="5"/>
                  </a:cubicBezTo>
                  <a:cubicBezTo>
                    <a:pt x="42509" y="-211"/>
                    <a:pt x="45903" y="572"/>
                    <a:pt x="48870" y="2258"/>
                  </a:cubicBezTo>
                  <a:cubicBezTo>
                    <a:pt x="63462" y="9763"/>
                    <a:pt x="73713" y="23648"/>
                    <a:pt x="76582" y="39800"/>
                  </a:cubicBezTo>
                  <a:cubicBezTo>
                    <a:pt x="77558" y="48207"/>
                    <a:pt x="77558" y="56694"/>
                    <a:pt x="76582" y="65104"/>
                  </a:cubicBezTo>
                  <a:lnTo>
                    <a:pt x="74028" y="206037"/>
                  </a:lnTo>
                  <a:cubicBezTo>
                    <a:pt x="74028" y="208590"/>
                    <a:pt x="73653" y="211068"/>
                    <a:pt x="73503" y="213546"/>
                  </a:cubicBezTo>
                  <a:cubicBezTo>
                    <a:pt x="70724" y="254016"/>
                    <a:pt x="60961" y="290958"/>
                    <a:pt x="55554" y="331128"/>
                  </a:cubicBezTo>
                  <a:cubicBezTo>
                    <a:pt x="53301" y="347647"/>
                    <a:pt x="51423" y="364766"/>
                    <a:pt x="48044" y="381285"/>
                  </a:cubicBezTo>
                  <a:lnTo>
                    <a:pt x="46016" y="381285"/>
                  </a:lnTo>
                  <a:cubicBezTo>
                    <a:pt x="43838" y="380083"/>
                    <a:pt x="41435" y="379370"/>
                    <a:pt x="38957" y="379182"/>
                  </a:cubicBezTo>
                  <a:lnTo>
                    <a:pt x="38957" y="379182"/>
                  </a:lnTo>
                  <a:cubicBezTo>
                    <a:pt x="35307" y="364098"/>
                    <a:pt x="32798" y="348766"/>
                    <a:pt x="31447" y="333306"/>
                  </a:cubicBezTo>
                  <a:cubicBezTo>
                    <a:pt x="26490" y="291484"/>
                    <a:pt x="27241" y="254467"/>
                    <a:pt x="19881" y="211894"/>
                  </a:cubicBezTo>
                  <a:cubicBezTo>
                    <a:pt x="12521" y="169321"/>
                    <a:pt x="-3325" y="119765"/>
                    <a:pt x="581" y="76216"/>
                  </a:cubicBezTo>
                  <a:cubicBezTo>
                    <a:pt x="2984" y="50162"/>
                    <a:pt x="10118" y="22831"/>
                    <a:pt x="29794" y="526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Content Placeholder 4">
              <a:extLst>
                <a:ext uri="{FF2B5EF4-FFF2-40B4-BE49-F238E27FC236}">
                  <a16:creationId xmlns:a16="http://schemas.microsoft.com/office/drawing/2014/main" id="{32D1692A-025B-71D6-EE7A-C52EF3896856}"/>
                </a:ext>
              </a:extLst>
            </p:cNvPr>
            <p:cNvSpPr/>
            <p:nvPr/>
          </p:nvSpPr>
          <p:spPr>
            <a:xfrm>
              <a:off x="5555881" y="950861"/>
              <a:ext cx="80558" cy="334090"/>
            </a:xfrm>
            <a:custGeom>
              <a:avLst/>
              <a:gdLst>
                <a:gd name="connsiteX0" fmla="*/ 65923 w 80558"/>
                <a:gd name="connsiteY0" fmla="*/ 206301 h 334090"/>
                <a:gd name="connsiteX1" fmla="*/ 39864 w 80558"/>
                <a:gd name="connsiteY1" fmla="*/ 285815 h 334090"/>
                <a:gd name="connsiteX2" fmla="*/ 24093 w 80558"/>
                <a:gd name="connsiteY2" fmla="*/ 329289 h 334090"/>
                <a:gd name="connsiteX3" fmla="*/ 21014 w 80558"/>
                <a:gd name="connsiteY3" fmla="*/ 333644 h 334090"/>
                <a:gd name="connsiteX4" fmla="*/ 16283 w 80558"/>
                <a:gd name="connsiteY4" fmla="*/ 333644 h 334090"/>
                <a:gd name="connsiteX5" fmla="*/ 4342 w 80558"/>
                <a:gd name="connsiteY5" fmla="*/ 330040 h 334090"/>
                <a:gd name="connsiteX6" fmla="*/ 11025 w 80558"/>
                <a:gd name="connsiteY6" fmla="*/ 104787 h 334090"/>
                <a:gd name="connsiteX7" fmla="*/ 136 w 80558"/>
                <a:gd name="connsiteY7" fmla="*/ 53654 h 334090"/>
                <a:gd name="connsiteX8" fmla="*/ 19812 w 80558"/>
                <a:gd name="connsiteY8" fmla="*/ 7402 h 334090"/>
                <a:gd name="connsiteX9" fmla="*/ 61417 w 80558"/>
                <a:gd name="connsiteY9" fmla="*/ 3122 h 334090"/>
                <a:gd name="connsiteX10" fmla="*/ 76963 w 80558"/>
                <a:gd name="connsiteY10" fmla="*/ 36009 h 334090"/>
                <a:gd name="connsiteX11" fmla="*/ 77489 w 80558"/>
                <a:gd name="connsiteY11" fmla="*/ 144807 h 334090"/>
                <a:gd name="connsiteX12" fmla="*/ 65923 w 80558"/>
                <a:gd name="connsiteY12" fmla="*/ 206301 h 334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0558" h="334090">
                  <a:moveTo>
                    <a:pt x="65923" y="206301"/>
                  </a:moveTo>
                  <a:cubicBezTo>
                    <a:pt x="58939" y="233331"/>
                    <a:pt x="49402" y="259611"/>
                    <a:pt x="39864" y="285815"/>
                  </a:cubicBezTo>
                  <a:lnTo>
                    <a:pt x="24093" y="329289"/>
                  </a:lnTo>
                  <a:cubicBezTo>
                    <a:pt x="23635" y="331069"/>
                    <a:pt x="22538" y="332616"/>
                    <a:pt x="21014" y="333644"/>
                  </a:cubicBezTo>
                  <a:cubicBezTo>
                    <a:pt x="19489" y="334200"/>
                    <a:pt x="17807" y="334200"/>
                    <a:pt x="16283" y="333644"/>
                  </a:cubicBezTo>
                  <a:lnTo>
                    <a:pt x="4342" y="330040"/>
                  </a:lnTo>
                  <a:cubicBezTo>
                    <a:pt x="33555" y="259386"/>
                    <a:pt x="31753" y="178670"/>
                    <a:pt x="11025" y="104787"/>
                  </a:cubicBezTo>
                  <a:cubicBezTo>
                    <a:pt x="5258" y="88268"/>
                    <a:pt x="1600" y="71089"/>
                    <a:pt x="136" y="53654"/>
                  </a:cubicBezTo>
                  <a:cubicBezTo>
                    <a:pt x="-1246" y="35949"/>
                    <a:pt x="6099" y="18687"/>
                    <a:pt x="19812" y="7402"/>
                  </a:cubicBezTo>
                  <a:cubicBezTo>
                    <a:pt x="32166" y="-676"/>
                    <a:pt x="47674" y="-2272"/>
                    <a:pt x="61417" y="3122"/>
                  </a:cubicBezTo>
                  <a:cubicBezTo>
                    <a:pt x="76963" y="8603"/>
                    <a:pt x="75086" y="21142"/>
                    <a:pt x="76963" y="36009"/>
                  </a:cubicBezTo>
                  <a:cubicBezTo>
                    <a:pt x="81537" y="72117"/>
                    <a:pt x="81710" y="108653"/>
                    <a:pt x="77489" y="144807"/>
                  </a:cubicBezTo>
                  <a:cubicBezTo>
                    <a:pt x="75101" y="165552"/>
                    <a:pt x="71233" y="186103"/>
                    <a:pt x="65923" y="20630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Content Placeholder 4">
              <a:extLst>
                <a:ext uri="{FF2B5EF4-FFF2-40B4-BE49-F238E27FC236}">
                  <a16:creationId xmlns:a16="http://schemas.microsoft.com/office/drawing/2014/main" id="{C5B7D751-4A8A-0330-2631-8E2DB9109983}"/>
                </a:ext>
              </a:extLst>
            </p:cNvPr>
            <p:cNvSpPr/>
            <p:nvPr/>
          </p:nvSpPr>
          <p:spPr>
            <a:xfrm>
              <a:off x="5629918" y="545037"/>
              <a:ext cx="94370" cy="112227"/>
            </a:xfrm>
            <a:custGeom>
              <a:avLst/>
              <a:gdLst>
                <a:gd name="connsiteX0" fmla="*/ 1800 w 94370"/>
                <a:gd name="connsiteY0" fmla="*/ 76472 h 112227"/>
                <a:gd name="connsiteX1" fmla="*/ 28986 w 94370"/>
                <a:gd name="connsiteY1" fmla="*/ 110260 h 112227"/>
                <a:gd name="connsiteX2" fmla="*/ 63757 w 94370"/>
                <a:gd name="connsiteY2" fmla="*/ 106130 h 112227"/>
                <a:gd name="connsiteX3" fmla="*/ 75623 w 94370"/>
                <a:gd name="connsiteY3" fmla="*/ 96069 h 112227"/>
                <a:gd name="connsiteX4" fmla="*/ 82006 w 94370"/>
                <a:gd name="connsiteY4" fmla="*/ 79776 h 112227"/>
                <a:gd name="connsiteX5" fmla="*/ 91920 w 94370"/>
                <a:gd name="connsiteY5" fmla="*/ 42233 h 112227"/>
                <a:gd name="connsiteX6" fmla="*/ 93797 w 94370"/>
                <a:gd name="connsiteY6" fmla="*/ 21210 h 112227"/>
                <a:gd name="connsiteX7" fmla="*/ 79153 w 94370"/>
                <a:gd name="connsiteY7" fmla="*/ 4616 h 112227"/>
                <a:gd name="connsiteX8" fmla="*/ 56623 w 94370"/>
                <a:gd name="connsiteY8" fmla="*/ 36 h 112227"/>
                <a:gd name="connsiteX9" fmla="*/ 26583 w 94370"/>
                <a:gd name="connsiteY9" fmla="*/ 3114 h 112227"/>
                <a:gd name="connsiteX10" fmla="*/ 9310 w 94370"/>
                <a:gd name="connsiteY10" fmla="*/ 10848 h 112227"/>
                <a:gd name="connsiteX11" fmla="*/ 748 w 94370"/>
                <a:gd name="connsiteY11" fmla="*/ 36602 h 112227"/>
                <a:gd name="connsiteX12" fmla="*/ 1800 w 94370"/>
                <a:gd name="connsiteY12" fmla="*/ 76472 h 112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370" h="112227">
                  <a:moveTo>
                    <a:pt x="1800" y="76472"/>
                  </a:moveTo>
                  <a:cubicBezTo>
                    <a:pt x="4714" y="91536"/>
                    <a:pt x="14897" y="104184"/>
                    <a:pt x="28986" y="110260"/>
                  </a:cubicBezTo>
                  <a:cubicBezTo>
                    <a:pt x="40634" y="113883"/>
                    <a:pt x="53281" y="112382"/>
                    <a:pt x="63757" y="106130"/>
                  </a:cubicBezTo>
                  <a:cubicBezTo>
                    <a:pt x="68421" y="103711"/>
                    <a:pt x="72476" y="100272"/>
                    <a:pt x="75623" y="96069"/>
                  </a:cubicBezTo>
                  <a:cubicBezTo>
                    <a:pt x="78679" y="91047"/>
                    <a:pt x="80835" y="85535"/>
                    <a:pt x="82006" y="79776"/>
                  </a:cubicBezTo>
                  <a:lnTo>
                    <a:pt x="91920" y="42233"/>
                  </a:lnTo>
                  <a:cubicBezTo>
                    <a:pt x="94285" y="35492"/>
                    <a:pt x="94931" y="28265"/>
                    <a:pt x="93797" y="21210"/>
                  </a:cubicBezTo>
                  <a:cubicBezTo>
                    <a:pt x="91514" y="13838"/>
                    <a:pt x="86182" y="7797"/>
                    <a:pt x="79153" y="4616"/>
                  </a:cubicBezTo>
                  <a:cubicBezTo>
                    <a:pt x="72048" y="1514"/>
                    <a:pt x="64373" y="-47"/>
                    <a:pt x="56623" y="36"/>
                  </a:cubicBezTo>
                  <a:cubicBezTo>
                    <a:pt x="46514" y="-312"/>
                    <a:pt x="36406" y="724"/>
                    <a:pt x="26583" y="3114"/>
                  </a:cubicBezTo>
                  <a:cubicBezTo>
                    <a:pt x="20319" y="4374"/>
                    <a:pt x="14416" y="7016"/>
                    <a:pt x="9310" y="10848"/>
                  </a:cubicBezTo>
                  <a:cubicBezTo>
                    <a:pt x="823" y="17831"/>
                    <a:pt x="823" y="26691"/>
                    <a:pt x="748" y="36602"/>
                  </a:cubicBezTo>
                  <a:cubicBezTo>
                    <a:pt x="-566" y="49884"/>
                    <a:pt x="-213" y="63278"/>
                    <a:pt x="1800" y="76472"/>
                  </a:cubicBezTo>
                  <a:close/>
                </a:path>
              </a:pathLst>
            </a:custGeom>
            <a:solidFill>
              <a:srgbClr val="E2CFC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Content Placeholder 4">
              <a:extLst>
                <a:ext uri="{FF2B5EF4-FFF2-40B4-BE49-F238E27FC236}">
                  <a16:creationId xmlns:a16="http://schemas.microsoft.com/office/drawing/2014/main" id="{3671C75E-0782-F156-EAB7-BB6911F7AFE5}"/>
                </a:ext>
              </a:extLst>
            </p:cNvPr>
            <p:cNvSpPr/>
            <p:nvPr/>
          </p:nvSpPr>
          <p:spPr>
            <a:xfrm>
              <a:off x="5599665" y="511778"/>
              <a:ext cx="143976" cy="126084"/>
            </a:xfrm>
            <a:custGeom>
              <a:avLst/>
              <a:gdLst>
                <a:gd name="connsiteX0" fmla="*/ 143501 w 143976"/>
                <a:gd name="connsiteY0" fmla="*/ 48762 h 126084"/>
                <a:gd name="connsiteX1" fmla="*/ 128481 w 143976"/>
                <a:gd name="connsiteY1" fmla="*/ 21131 h 126084"/>
                <a:gd name="connsiteX2" fmla="*/ 111208 w 143976"/>
                <a:gd name="connsiteY2" fmla="*/ 16551 h 126084"/>
                <a:gd name="connsiteX3" fmla="*/ 91682 w 143976"/>
                <a:gd name="connsiteY3" fmla="*/ 708 h 126084"/>
                <a:gd name="connsiteX4" fmla="*/ 87476 w 143976"/>
                <a:gd name="connsiteY4" fmla="*/ 32 h 126084"/>
                <a:gd name="connsiteX5" fmla="*/ 83271 w 143976"/>
                <a:gd name="connsiteY5" fmla="*/ 2360 h 126084"/>
                <a:gd name="connsiteX6" fmla="*/ 38211 w 143976"/>
                <a:gd name="connsiteY6" fmla="*/ 2885 h 126084"/>
                <a:gd name="connsiteX7" fmla="*/ 25293 w 143976"/>
                <a:gd name="connsiteY7" fmla="*/ 18878 h 126084"/>
                <a:gd name="connsiteX8" fmla="*/ 16357 w 143976"/>
                <a:gd name="connsiteY8" fmla="*/ 39601 h 126084"/>
                <a:gd name="connsiteX9" fmla="*/ 9222 w 143976"/>
                <a:gd name="connsiteY9" fmla="*/ 61001 h 126084"/>
                <a:gd name="connsiteX10" fmla="*/ 2763 w 143976"/>
                <a:gd name="connsiteY10" fmla="*/ 70161 h 126084"/>
                <a:gd name="connsiteX11" fmla="*/ 11175 w 143976"/>
                <a:gd name="connsiteY11" fmla="*/ 101771 h 126084"/>
                <a:gd name="connsiteX12" fmla="*/ 19210 w 143976"/>
                <a:gd name="connsiteY12" fmla="*/ 106577 h 126084"/>
                <a:gd name="connsiteX13" fmla="*/ 25669 w 143976"/>
                <a:gd name="connsiteY13" fmla="*/ 119642 h 126084"/>
                <a:gd name="connsiteX14" fmla="*/ 37310 w 143976"/>
                <a:gd name="connsiteY14" fmla="*/ 125123 h 126084"/>
                <a:gd name="connsiteX15" fmla="*/ 40989 w 143976"/>
                <a:gd name="connsiteY15" fmla="*/ 101546 h 126084"/>
                <a:gd name="connsiteX16" fmla="*/ 44894 w 143976"/>
                <a:gd name="connsiteY16" fmla="*/ 95314 h 126084"/>
                <a:gd name="connsiteX17" fmla="*/ 43092 w 143976"/>
                <a:gd name="connsiteY17" fmla="*/ 81198 h 126084"/>
                <a:gd name="connsiteX18" fmla="*/ 58112 w 143976"/>
                <a:gd name="connsiteY18" fmla="*/ 83826 h 126084"/>
                <a:gd name="connsiteX19" fmla="*/ 65622 w 143976"/>
                <a:gd name="connsiteY19" fmla="*/ 63929 h 126084"/>
                <a:gd name="connsiteX20" fmla="*/ 79966 w 143976"/>
                <a:gd name="connsiteY20" fmla="*/ 62427 h 126084"/>
                <a:gd name="connsiteX21" fmla="*/ 143501 w 143976"/>
                <a:gd name="connsiteY21" fmla="*/ 48762 h 126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3976" h="126084">
                  <a:moveTo>
                    <a:pt x="143501" y="48762"/>
                  </a:moveTo>
                  <a:cubicBezTo>
                    <a:pt x="145731" y="37148"/>
                    <a:pt x="139438" y="25577"/>
                    <a:pt x="128481" y="21131"/>
                  </a:cubicBezTo>
                  <a:cubicBezTo>
                    <a:pt x="122645" y="19923"/>
                    <a:pt x="116878" y="18394"/>
                    <a:pt x="111208" y="16551"/>
                  </a:cubicBezTo>
                  <a:cubicBezTo>
                    <a:pt x="103698" y="12721"/>
                    <a:pt x="99417" y="4086"/>
                    <a:pt x="91682" y="708"/>
                  </a:cubicBezTo>
                  <a:cubicBezTo>
                    <a:pt x="90375" y="81"/>
                    <a:pt x="88911" y="-154"/>
                    <a:pt x="87476" y="32"/>
                  </a:cubicBezTo>
                  <a:cubicBezTo>
                    <a:pt x="85937" y="522"/>
                    <a:pt x="84502" y="1314"/>
                    <a:pt x="83271" y="2360"/>
                  </a:cubicBezTo>
                  <a:cubicBezTo>
                    <a:pt x="70278" y="10694"/>
                    <a:pt x="52029" y="-3872"/>
                    <a:pt x="38211" y="2885"/>
                  </a:cubicBezTo>
                  <a:cubicBezTo>
                    <a:pt x="32293" y="6683"/>
                    <a:pt x="27764" y="12293"/>
                    <a:pt x="25293" y="18878"/>
                  </a:cubicBezTo>
                  <a:cubicBezTo>
                    <a:pt x="21734" y="25519"/>
                    <a:pt x="18745" y="32453"/>
                    <a:pt x="16357" y="39601"/>
                  </a:cubicBezTo>
                  <a:cubicBezTo>
                    <a:pt x="14915" y="47012"/>
                    <a:pt x="12511" y="54205"/>
                    <a:pt x="9222" y="61001"/>
                  </a:cubicBezTo>
                  <a:cubicBezTo>
                    <a:pt x="7270" y="64154"/>
                    <a:pt x="4641" y="66932"/>
                    <a:pt x="2763" y="70161"/>
                  </a:cubicBezTo>
                  <a:cubicBezTo>
                    <a:pt x="-3109" y="81279"/>
                    <a:pt x="556" y="95041"/>
                    <a:pt x="11175" y="101771"/>
                  </a:cubicBezTo>
                  <a:cubicBezTo>
                    <a:pt x="14036" y="103047"/>
                    <a:pt x="16732" y="104661"/>
                    <a:pt x="19210" y="106577"/>
                  </a:cubicBezTo>
                  <a:cubicBezTo>
                    <a:pt x="22102" y="110528"/>
                    <a:pt x="24287" y="114947"/>
                    <a:pt x="25669" y="119642"/>
                  </a:cubicBezTo>
                  <a:cubicBezTo>
                    <a:pt x="27772" y="123996"/>
                    <a:pt x="33179" y="127901"/>
                    <a:pt x="37310" y="125123"/>
                  </a:cubicBezTo>
                  <a:cubicBezTo>
                    <a:pt x="36228" y="117074"/>
                    <a:pt x="37505" y="108882"/>
                    <a:pt x="40989" y="101546"/>
                  </a:cubicBezTo>
                  <a:cubicBezTo>
                    <a:pt x="42266" y="99444"/>
                    <a:pt x="43843" y="97492"/>
                    <a:pt x="44894" y="95314"/>
                  </a:cubicBezTo>
                  <a:cubicBezTo>
                    <a:pt x="47057" y="90654"/>
                    <a:pt x="46359" y="85166"/>
                    <a:pt x="43092" y="81198"/>
                  </a:cubicBezTo>
                  <a:lnTo>
                    <a:pt x="58112" y="83826"/>
                  </a:lnTo>
                  <a:cubicBezTo>
                    <a:pt x="58112" y="76318"/>
                    <a:pt x="59314" y="67758"/>
                    <a:pt x="65622" y="63929"/>
                  </a:cubicBezTo>
                  <a:cubicBezTo>
                    <a:pt x="70113" y="61870"/>
                    <a:pt x="75152" y="61343"/>
                    <a:pt x="79966" y="62427"/>
                  </a:cubicBezTo>
                  <a:cubicBezTo>
                    <a:pt x="101745" y="64905"/>
                    <a:pt x="134263" y="76543"/>
                    <a:pt x="143501" y="48762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Content Placeholder 4">
              <a:extLst>
                <a:ext uri="{FF2B5EF4-FFF2-40B4-BE49-F238E27FC236}">
                  <a16:creationId xmlns:a16="http://schemas.microsoft.com/office/drawing/2014/main" id="{8D8EC975-78FD-7FD2-6E2C-E939B080A00F}"/>
                </a:ext>
              </a:extLst>
            </p:cNvPr>
            <p:cNvSpPr/>
            <p:nvPr/>
          </p:nvSpPr>
          <p:spPr>
            <a:xfrm>
              <a:off x="5541168" y="651962"/>
              <a:ext cx="183627" cy="415053"/>
            </a:xfrm>
            <a:custGeom>
              <a:avLst/>
              <a:gdLst>
                <a:gd name="connsiteX0" fmla="*/ 140641 w 183627"/>
                <a:gd name="connsiteY0" fmla="*/ 175879 h 415053"/>
                <a:gd name="connsiteX1" fmla="*/ 141918 w 183627"/>
                <a:gd name="connsiteY1" fmla="*/ 10693 h 415053"/>
                <a:gd name="connsiteX2" fmla="*/ 119388 w 183627"/>
                <a:gd name="connsiteY2" fmla="*/ 9116 h 415053"/>
                <a:gd name="connsiteX3" fmla="*/ 100913 w 183627"/>
                <a:gd name="connsiteY3" fmla="*/ 331 h 415053"/>
                <a:gd name="connsiteX4" fmla="*/ 88972 w 183627"/>
                <a:gd name="connsiteY4" fmla="*/ 21130 h 415053"/>
                <a:gd name="connsiteX5" fmla="*/ 76881 w 183627"/>
                <a:gd name="connsiteY5" fmla="*/ 44556 h 415053"/>
                <a:gd name="connsiteX6" fmla="*/ 279 w 183627"/>
                <a:gd name="connsiteY6" fmla="*/ 395952 h 415053"/>
                <a:gd name="connsiteX7" fmla="*/ 1706 w 183627"/>
                <a:gd name="connsiteY7" fmla="*/ 405563 h 415053"/>
                <a:gd name="connsiteX8" fmla="*/ 8691 w 183627"/>
                <a:gd name="connsiteY8" fmla="*/ 415023 h 415053"/>
                <a:gd name="connsiteX9" fmla="*/ 183598 w 183627"/>
                <a:gd name="connsiteY9" fmla="*/ 337086 h 415053"/>
                <a:gd name="connsiteX10" fmla="*/ 140641 w 183627"/>
                <a:gd name="connsiteY10" fmla="*/ 175879 h 41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3627" h="415053">
                  <a:moveTo>
                    <a:pt x="140641" y="175879"/>
                  </a:moveTo>
                  <a:cubicBezTo>
                    <a:pt x="130893" y="121208"/>
                    <a:pt x="131329" y="65208"/>
                    <a:pt x="141918" y="10693"/>
                  </a:cubicBezTo>
                  <a:cubicBezTo>
                    <a:pt x="134423" y="12491"/>
                    <a:pt x="126560" y="11941"/>
                    <a:pt x="119388" y="9116"/>
                  </a:cubicBezTo>
                  <a:cubicBezTo>
                    <a:pt x="114131" y="7014"/>
                    <a:pt x="106245" y="-1921"/>
                    <a:pt x="100913" y="331"/>
                  </a:cubicBezTo>
                  <a:cubicBezTo>
                    <a:pt x="95581" y="2584"/>
                    <a:pt x="91451" y="16550"/>
                    <a:pt x="88972" y="21130"/>
                  </a:cubicBezTo>
                  <a:cubicBezTo>
                    <a:pt x="84842" y="28638"/>
                    <a:pt x="80787" y="36672"/>
                    <a:pt x="76881" y="44556"/>
                  </a:cubicBezTo>
                  <a:cubicBezTo>
                    <a:pt x="23080" y="153694"/>
                    <a:pt x="-3220" y="274328"/>
                    <a:pt x="279" y="395952"/>
                  </a:cubicBezTo>
                  <a:cubicBezTo>
                    <a:pt x="189" y="399211"/>
                    <a:pt x="670" y="402469"/>
                    <a:pt x="1706" y="405563"/>
                  </a:cubicBezTo>
                  <a:cubicBezTo>
                    <a:pt x="3351" y="409167"/>
                    <a:pt x="5732" y="412388"/>
                    <a:pt x="8691" y="415023"/>
                  </a:cubicBezTo>
                  <a:lnTo>
                    <a:pt x="183598" y="337086"/>
                  </a:lnTo>
                  <a:cubicBezTo>
                    <a:pt x="164838" y="284633"/>
                    <a:pt x="150464" y="230712"/>
                    <a:pt x="140641" y="175879"/>
                  </a:cubicBezTo>
                  <a:close/>
                </a:path>
              </a:pathLst>
            </a:custGeom>
            <a:solidFill>
              <a:srgbClr val="AA6A6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Content Placeholder 4">
              <a:extLst>
                <a:ext uri="{FF2B5EF4-FFF2-40B4-BE49-F238E27FC236}">
                  <a16:creationId xmlns:a16="http://schemas.microsoft.com/office/drawing/2014/main" id="{385B15A8-C6CE-7973-D7FF-479F4F722B6D}"/>
                </a:ext>
              </a:extLst>
            </p:cNvPr>
            <p:cNvSpPr/>
            <p:nvPr/>
          </p:nvSpPr>
          <p:spPr>
            <a:xfrm>
              <a:off x="5549287" y="1280881"/>
              <a:ext cx="69210" cy="34738"/>
            </a:xfrm>
            <a:custGeom>
              <a:avLst/>
              <a:gdLst>
                <a:gd name="connsiteX0" fmla="*/ 26106 w 69210"/>
                <a:gd name="connsiteY0" fmla="*/ 4525 h 34738"/>
                <a:gd name="connsiteX1" fmla="*/ 33616 w 69210"/>
                <a:gd name="connsiteY1" fmla="*/ 8204 h 34738"/>
                <a:gd name="connsiteX2" fmla="*/ 40149 w 69210"/>
                <a:gd name="connsiteY2" fmla="*/ 15712 h 34738"/>
                <a:gd name="connsiteX3" fmla="*/ 63205 w 69210"/>
                <a:gd name="connsiteY3" fmla="*/ 20893 h 34738"/>
                <a:gd name="connsiteX4" fmla="*/ 69063 w 69210"/>
                <a:gd name="connsiteY4" fmla="*/ 23296 h 34738"/>
                <a:gd name="connsiteX5" fmla="*/ 69063 w 69210"/>
                <a:gd name="connsiteY5" fmla="*/ 25623 h 34738"/>
                <a:gd name="connsiteX6" fmla="*/ 69063 w 69210"/>
                <a:gd name="connsiteY6" fmla="*/ 29603 h 34738"/>
                <a:gd name="connsiteX7" fmla="*/ 68612 w 69210"/>
                <a:gd name="connsiteY7" fmla="*/ 32081 h 34738"/>
                <a:gd name="connsiteX8" fmla="*/ 64482 w 69210"/>
                <a:gd name="connsiteY8" fmla="*/ 33883 h 34738"/>
                <a:gd name="connsiteX9" fmla="*/ 35418 w 69210"/>
                <a:gd name="connsiteY9" fmla="*/ 34483 h 34738"/>
                <a:gd name="connsiteX10" fmla="*/ 16868 w 69210"/>
                <a:gd name="connsiteY10" fmla="*/ 31855 h 34738"/>
                <a:gd name="connsiteX11" fmla="*/ 1097 w 69210"/>
                <a:gd name="connsiteY11" fmla="*/ 22169 h 34738"/>
                <a:gd name="connsiteX12" fmla="*/ -29 w 69210"/>
                <a:gd name="connsiteY12" fmla="*/ 19992 h 34738"/>
                <a:gd name="connsiteX13" fmla="*/ 1022 w 69210"/>
                <a:gd name="connsiteY13" fmla="*/ 17589 h 34738"/>
                <a:gd name="connsiteX14" fmla="*/ 5378 w 69210"/>
                <a:gd name="connsiteY14" fmla="*/ 9330 h 34738"/>
                <a:gd name="connsiteX15" fmla="*/ 8082 w 69210"/>
                <a:gd name="connsiteY15" fmla="*/ 996 h 34738"/>
                <a:gd name="connsiteX16" fmla="*/ 26106 w 69210"/>
                <a:gd name="connsiteY16" fmla="*/ 4525 h 34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9210" h="34738">
                  <a:moveTo>
                    <a:pt x="26106" y="4525"/>
                  </a:moveTo>
                  <a:cubicBezTo>
                    <a:pt x="28802" y="5306"/>
                    <a:pt x="31348" y="6552"/>
                    <a:pt x="33616" y="8204"/>
                  </a:cubicBezTo>
                  <a:cubicBezTo>
                    <a:pt x="36169" y="10231"/>
                    <a:pt x="37746" y="13235"/>
                    <a:pt x="40149" y="15712"/>
                  </a:cubicBezTo>
                  <a:cubicBezTo>
                    <a:pt x="46886" y="20330"/>
                    <a:pt x="55139" y="22184"/>
                    <a:pt x="63205" y="20893"/>
                  </a:cubicBezTo>
                  <a:cubicBezTo>
                    <a:pt x="65458" y="20893"/>
                    <a:pt x="68237" y="20893"/>
                    <a:pt x="69063" y="23296"/>
                  </a:cubicBezTo>
                  <a:cubicBezTo>
                    <a:pt x="69220" y="24062"/>
                    <a:pt x="69220" y="24858"/>
                    <a:pt x="69063" y="25623"/>
                  </a:cubicBezTo>
                  <a:lnTo>
                    <a:pt x="69063" y="29603"/>
                  </a:lnTo>
                  <a:cubicBezTo>
                    <a:pt x="69138" y="30451"/>
                    <a:pt x="68980" y="31307"/>
                    <a:pt x="68612" y="32081"/>
                  </a:cubicBezTo>
                  <a:cubicBezTo>
                    <a:pt x="67861" y="33432"/>
                    <a:pt x="66059" y="33733"/>
                    <a:pt x="64482" y="33883"/>
                  </a:cubicBezTo>
                  <a:cubicBezTo>
                    <a:pt x="54816" y="34724"/>
                    <a:pt x="45106" y="34919"/>
                    <a:pt x="35418" y="34483"/>
                  </a:cubicBezTo>
                  <a:cubicBezTo>
                    <a:pt x="29155" y="34363"/>
                    <a:pt x="22921" y="33477"/>
                    <a:pt x="16868" y="31855"/>
                  </a:cubicBezTo>
                  <a:cubicBezTo>
                    <a:pt x="10808" y="30174"/>
                    <a:pt x="5340" y="26817"/>
                    <a:pt x="1097" y="22169"/>
                  </a:cubicBezTo>
                  <a:cubicBezTo>
                    <a:pt x="504" y="21576"/>
                    <a:pt x="114" y="20818"/>
                    <a:pt x="-29" y="19992"/>
                  </a:cubicBezTo>
                  <a:cubicBezTo>
                    <a:pt x="54" y="19099"/>
                    <a:pt x="421" y="18258"/>
                    <a:pt x="1022" y="17589"/>
                  </a:cubicBezTo>
                  <a:cubicBezTo>
                    <a:pt x="2697" y="14961"/>
                    <a:pt x="4154" y="12198"/>
                    <a:pt x="5378" y="9330"/>
                  </a:cubicBezTo>
                  <a:cubicBezTo>
                    <a:pt x="6204" y="7153"/>
                    <a:pt x="6505" y="2648"/>
                    <a:pt x="8082" y="996"/>
                  </a:cubicBezTo>
                  <a:cubicBezTo>
                    <a:pt x="11386" y="-2308"/>
                    <a:pt x="22351" y="3323"/>
                    <a:pt x="26106" y="4525"/>
                  </a:cubicBezTo>
                  <a:close/>
                </a:path>
              </a:pathLst>
            </a:custGeom>
            <a:solidFill>
              <a:srgbClr val="49494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Content Placeholder 4">
              <a:extLst>
                <a:ext uri="{FF2B5EF4-FFF2-40B4-BE49-F238E27FC236}">
                  <a16:creationId xmlns:a16="http://schemas.microsoft.com/office/drawing/2014/main" id="{7CBEB68E-F41C-61FB-3DA7-85D1BE9DC724}"/>
                </a:ext>
              </a:extLst>
            </p:cNvPr>
            <p:cNvSpPr/>
            <p:nvPr/>
          </p:nvSpPr>
          <p:spPr>
            <a:xfrm>
              <a:off x="5649771" y="1287441"/>
              <a:ext cx="55229" cy="34430"/>
            </a:xfrm>
            <a:custGeom>
              <a:avLst/>
              <a:gdLst>
                <a:gd name="connsiteX0" fmla="*/ 27007 w 55229"/>
                <a:gd name="connsiteY0" fmla="*/ 11781 h 34430"/>
                <a:gd name="connsiteX1" fmla="*/ 49537 w 55229"/>
                <a:gd name="connsiteY1" fmla="*/ 19965 h 34430"/>
                <a:gd name="connsiteX2" fmla="*/ 54644 w 55229"/>
                <a:gd name="connsiteY2" fmla="*/ 23194 h 34430"/>
                <a:gd name="connsiteX3" fmla="*/ 53742 w 55229"/>
                <a:gd name="connsiteY3" fmla="*/ 29501 h 34430"/>
                <a:gd name="connsiteX4" fmla="*/ 48035 w 55229"/>
                <a:gd name="connsiteY4" fmla="*/ 32955 h 34430"/>
                <a:gd name="connsiteX5" fmla="*/ 39248 w 55229"/>
                <a:gd name="connsiteY5" fmla="*/ 34306 h 34430"/>
                <a:gd name="connsiteX6" fmla="*/ 30386 w 55229"/>
                <a:gd name="connsiteY6" fmla="*/ 33405 h 34430"/>
                <a:gd name="connsiteX7" fmla="*/ 25430 w 55229"/>
                <a:gd name="connsiteY7" fmla="*/ 30777 h 34430"/>
                <a:gd name="connsiteX8" fmla="*/ 3425 w 55229"/>
                <a:gd name="connsiteY8" fmla="*/ 14859 h 34430"/>
                <a:gd name="connsiteX9" fmla="*/ -29 w 55229"/>
                <a:gd name="connsiteY9" fmla="*/ 9228 h 34430"/>
                <a:gd name="connsiteX10" fmla="*/ 1848 w 55229"/>
                <a:gd name="connsiteY10" fmla="*/ 5624 h 34430"/>
                <a:gd name="connsiteX11" fmla="*/ 14165 w 55229"/>
                <a:gd name="connsiteY11" fmla="*/ 893 h 34430"/>
                <a:gd name="connsiteX12" fmla="*/ 27007 w 55229"/>
                <a:gd name="connsiteY12" fmla="*/ 11781 h 34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229" h="34430">
                  <a:moveTo>
                    <a:pt x="27007" y="11781"/>
                  </a:moveTo>
                  <a:cubicBezTo>
                    <a:pt x="34104" y="15542"/>
                    <a:pt x="41681" y="18298"/>
                    <a:pt x="49537" y="19965"/>
                  </a:cubicBezTo>
                  <a:cubicBezTo>
                    <a:pt x="51580" y="20370"/>
                    <a:pt x="53397" y="21519"/>
                    <a:pt x="54644" y="23194"/>
                  </a:cubicBezTo>
                  <a:cubicBezTo>
                    <a:pt x="55635" y="25288"/>
                    <a:pt x="55282" y="27766"/>
                    <a:pt x="53742" y="29501"/>
                  </a:cubicBezTo>
                  <a:cubicBezTo>
                    <a:pt x="52218" y="31190"/>
                    <a:pt x="50235" y="32391"/>
                    <a:pt x="48035" y="32955"/>
                  </a:cubicBezTo>
                  <a:cubicBezTo>
                    <a:pt x="45174" y="33773"/>
                    <a:pt x="42222" y="34231"/>
                    <a:pt x="39248" y="34306"/>
                  </a:cubicBezTo>
                  <a:cubicBezTo>
                    <a:pt x="36267" y="34576"/>
                    <a:pt x="33255" y="34268"/>
                    <a:pt x="30386" y="33405"/>
                  </a:cubicBezTo>
                  <a:cubicBezTo>
                    <a:pt x="28629" y="32737"/>
                    <a:pt x="26969" y="31858"/>
                    <a:pt x="25430" y="30777"/>
                  </a:cubicBezTo>
                  <a:cubicBezTo>
                    <a:pt x="17755" y="25957"/>
                    <a:pt x="10402" y="20641"/>
                    <a:pt x="3425" y="14859"/>
                  </a:cubicBezTo>
                  <a:cubicBezTo>
                    <a:pt x="1465" y="13613"/>
                    <a:pt x="188" y="11540"/>
                    <a:pt x="-29" y="9228"/>
                  </a:cubicBezTo>
                  <a:cubicBezTo>
                    <a:pt x="196" y="7854"/>
                    <a:pt x="849" y="6592"/>
                    <a:pt x="1848" y="5624"/>
                  </a:cubicBezTo>
                  <a:cubicBezTo>
                    <a:pt x="4927" y="2170"/>
                    <a:pt x="9734" y="-1885"/>
                    <a:pt x="14165" y="893"/>
                  </a:cubicBezTo>
                  <a:cubicBezTo>
                    <a:pt x="18596" y="3672"/>
                    <a:pt x="21975" y="8552"/>
                    <a:pt x="27007" y="11781"/>
                  </a:cubicBezTo>
                  <a:close/>
                </a:path>
              </a:pathLst>
            </a:custGeom>
            <a:solidFill>
              <a:srgbClr val="49494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Content Placeholder 4">
              <a:extLst>
                <a:ext uri="{FF2B5EF4-FFF2-40B4-BE49-F238E27FC236}">
                  <a16:creationId xmlns:a16="http://schemas.microsoft.com/office/drawing/2014/main" id="{0915F600-965F-A65F-8AE0-6D060C25E81C}"/>
                </a:ext>
              </a:extLst>
            </p:cNvPr>
            <p:cNvSpPr/>
            <p:nvPr/>
          </p:nvSpPr>
          <p:spPr>
            <a:xfrm>
              <a:off x="5621670" y="912396"/>
              <a:ext cx="64377" cy="62549"/>
            </a:xfrm>
            <a:custGeom>
              <a:avLst/>
              <a:gdLst>
                <a:gd name="connsiteX0" fmla="*/ 3739 w 64377"/>
                <a:gd name="connsiteY0" fmla="*/ 14106 h 62549"/>
                <a:gd name="connsiteX1" fmla="*/ 885 w 64377"/>
                <a:gd name="connsiteY1" fmla="*/ 15007 h 62549"/>
                <a:gd name="connsiteX2" fmla="*/ 209 w 64377"/>
                <a:gd name="connsiteY2" fmla="*/ 19512 h 62549"/>
                <a:gd name="connsiteX3" fmla="*/ 13878 w 64377"/>
                <a:gd name="connsiteY3" fmla="*/ 61184 h 62549"/>
                <a:gd name="connsiteX4" fmla="*/ 60740 w 64377"/>
                <a:gd name="connsiteY4" fmla="*/ 54351 h 62549"/>
                <a:gd name="connsiteX5" fmla="*/ 64059 w 64377"/>
                <a:gd name="connsiteY5" fmla="*/ 47582 h 62549"/>
                <a:gd name="connsiteX6" fmla="*/ 63744 w 64377"/>
                <a:gd name="connsiteY6" fmla="*/ 46842 h 62549"/>
                <a:gd name="connsiteX7" fmla="*/ 57436 w 64377"/>
                <a:gd name="connsiteY7" fmla="*/ 23116 h 62549"/>
                <a:gd name="connsiteX8" fmla="*/ 48349 w 64377"/>
                <a:gd name="connsiteY8" fmla="*/ 590 h 62549"/>
                <a:gd name="connsiteX9" fmla="*/ 28447 w 64377"/>
                <a:gd name="connsiteY9" fmla="*/ 7498 h 62549"/>
                <a:gd name="connsiteX10" fmla="*/ 3739 w 64377"/>
                <a:gd name="connsiteY10" fmla="*/ 14106 h 62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4377" h="62549">
                  <a:moveTo>
                    <a:pt x="3739" y="14106"/>
                  </a:moveTo>
                  <a:cubicBezTo>
                    <a:pt x="2718" y="14094"/>
                    <a:pt x="1719" y="14410"/>
                    <a:pt x="885" y="15007"/>
                  </a:cubicBezTo>
                  <a:cubicBezTo>
                    <a:pt x="-316" y="16058"/>
                    <a:pt x="-91" y="17935"/>
                    <a:pt x="209" y="19512"/>
                  </a:cubicBezTo>
                  <a:cubicBezTo>
                    <a:pt x="3424" y="33807"/>
                    <a:pt x="7997" y="47761"/>
                    <a:pt x="13878" y="61184"/>
                  </a:cubicBezTo>
                  <a:cubicBezTo>
                    <a:pt x="29821" y="64315"/>
                    <a:pt x="46358" y="61904"/>
                    <a:pt x="60740" y="54351"/>
                  </a:cubicBezTo>
                  <a:cubicBezTo>
                    <a:pt x="63526" y="53399"/>
                    <a:pt x="65013" y="50368"/>
                    <a:pt x="64059" y="47582"/>
                  </a:cubicBezTo>
                  <a:cubicBezTo>
                    <a:pt x="63977" y="47328"/>
                    <a:pt x="63872" y="47080"/>
                    <a:pt x="63744" y="46842"/>
                  </a:cubicBezTo>
                  <a:cubicBezTo>
                    <a:pt x="62017" y="38883"/>
                    <a:pt x="59914" y="30924"/>
                    <a:pt x="57436" y="23116"/>
                  </a:cubicBezTo>
                  <a:cubicBezTo>
                    <a:pt x="55783" y="18010"/>
                    <a:pt x="53380" y="3444"/>
                    <a:pt x="48349" y="590"/>
                  </a:cubicBezTo>
                  <a:cubicBezTo>
                    <a:pt x="43317" y="-2263"/>
                    <a:pt x="33329" y="5546"/>
                    <a:pt x="28447" y="7498"/>
                  </a:cubicBezTo>
                  <a:cubicBezTo>
                    <a:pt x="20607" y="10970"/>
                    <a:pt x="12270" y="13199"/>
                    <a:pt x="3739" y="14106"/>
                  </a:cubicBezTo>
                  <a:close/>
                </a:path>
              </a:pathLst>
            </a:custGeom>
            <a:solidFill>
              <a:srgbClr val="2D241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Content Placeholder 4">
              <a:extLst>
                <a:ext uri="{FF2B5EF4-FFF2-40B4-BE49-F238E27FC236}">
                  <a16:creationId xmlns:a16="http://schemas.microsoft.com/office/drawing/2014/main" id="{B156593D-A6CF-1C73-FC43-480F0D425C65}"/>
                </a:ext>
              </a:extLst>
            </p:cNvPr>
            <p:cNvSpPr/>
            <p:nvPr/>
          </p:nvSpPr>
          <p:spPr>
            <a:xfrm>
              <a:off x="5773045" y="677026"/>
              <a:ext cx="19060" cy="31883"/>
            </a:xfrm>
            <a:custGeom>
              <a:avLst/>
              <a:gdLst>
                <a:gd name="connsiteX0" fmla="*/ 9924 w 19060"/>
                <a:gd name="connsiteY0" fmla="*/ 30830 h 31883"/>
                <a:gd name="connsiteX1" fmla="*/ 12702 w 19060"/>
                <a:gd name="connsiteY1" fmla="*/ 25274 h 31883"/>
                <a:gd name="connsiteX2" fmla="*/ 17434 w 19060"/>
                <a:gd name="connsiteY2" fmla="*/ 15663 h 31883"/>
                <a:gd name="connsiteX3" fmla="*/ 19011 w 19060"/>
                <a:gd name="connsiteY3" fmla="*/ 8154 h 31883"/>
                <a:gd name="connsiteX4" fmla="*/ 18110 w 19060"/>
                <a:gd name="connsiteY4" fmla="*/ 4475 h 31883"/>
                <a:gd name="connsiteX5" fmla="*/ 16607 w 19060"/>
                <a:gd name="connsiteY5" fmla="*/ 1622 h 31883"/>
                <a:gd name="connsiteX6" fmla="*/ 12777 w 19060"/>
                <a:gd name="connsiteY6" fmla="*/ -30 h 31883"/>
                <a:gd name="connsiteX7" fmla="*/ 12177 w 19060"/>
                <a:gd name="connsiteY7" fmla="*/ -30 h 31883"/>
                <a:gd name="connsiteX8" fmla="*/ 11726 w 19060"/>
                <a:gd name="connsiteY8" fmla="*/ 346 h 31883"/>
                <a:gd name="connsiteX9" fmla="*/ 10074 w 19060"/>
                <a:gd name="connsiteY9" fmla="*/ 2148 h 31883"/>
                <a:gd name="connsiteX10" fmla="*/ 3465 w 19060"/>
                <a:gd name="connsiteY10" fmla="*/ 10858 h 31883"/>
                <a:gd name="connsiteX11" fmla="*/ 2263 w 19060"/>
                <a:gd name="connsiteY11" fmla="*/ 13861 h 31883"/>
                <a:gd name="connsiteX12" fmla="*/ 10 w 19060"/>
                <a:gd name="connsiteY12" fmla="*/ 21369 h 31883"/>
                <a:gd name="connsiteX13" fmla="*/ 1963 w 19060"/>
                <a:gd name="connsiteY13" fmla="*/ 29704 h 31883"/>
                <a:gd name="connsiteX14" fmla="*/ 9924 w 19060"/>
                <a:gd name="connsiteY14" fmla="*/ 30830 h 31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060" h="31883">
                  <a:moveTo>
                    <a:pt x="9924" y="30830"/>
                  </a:moveTo>
                  <a:cubicBezTo>
                    <a:pt x="11373" y="29287"/>
                    <a:pt x="12334" y="27357"/>
                    <a:pt x="12702" y="25274"/>
                  </a:cubicBezTo>
                  <a:cubicBezTo>
                    <a:pt x="14099" y="21984"/>
                    <a:pt x="15676" y="18775"/>
                    <a:pt x="17434" y="15663"/>
                  </a:cubicBezTo>
                  <a:cubicBezTo>
                    <a:pt x="18598" y="13339"/>
                    <a:pt x="19146" y="10752"/>
                    <a:pt x="19011" y="8154"/>
                  </a:cubicBezTo>
                  <a:cubicBezTo>
                    <a:pt x="18823" y="6903"/>
                    <a:pt x="18523" y="5671"/>
                    <a:pt x="18110" y="4475"/>
                  </a:cubicBezTo>
                  <a:cubicBezTo>
                    <a:pt x="17809" y="3432"/>
                    <a:pt x="17298" y="2462"/>
                    <a:pt x="16607" y="1622"/>
                  </a:cubicBezTo>
                  <a:cubicBezTo>
                    <a:pt x="15571" y="626"/>
                    <a:pt x="14212" y="39"/>
                    <a:pt x="12777" y="-30"/>
                  </a:cubicBezTo>
                  <a:lnTo>
                    <a:pt x="12177" y="-30"/>
                  </a:lnTo>
                  <a:cubicBezTo>
                    <a:pt x="12177" y="-30"/>
                    <a:pt x="12177" y="-30"/>
                    <a:pt x="11726" y="346"/>
                  </a:cubicBezTo>
                  <a:lnTo>
                    <a:pt x="10074" y="2148"/>
                  </a:lnTo>
                  <a:cubicBezTo>
                    <a:pt x="7438" y="4693"/>
                    <a:pt x="5207" y="7631"/>
                    <a:pt x="3465" y="10858"/>
                  </a:cubicBezTo>
                  <a:cubicBezTo>
                    <a:pt x="3014" y="11834"/>
                    <a:pt x="2639" y="12810"/>
                    <a:pt x="2263" y="13861"/>
                  </a:cubicBezTo>
                  <a:cubicBezTo>
                    <a:pt x="1189" y="16255"/>
                    <a:pt x="431" y="18779"/>
                    <a:pt x="10" y="21369"/>
                  </a:cubicBezTo>
                  <a:cubicBezTo>
                    <a:pt x="-207" y="24282"/>
                    <a:pt x="476" y="27191"/>
                    <a:pt x="1963" y="29704"/>
                  </a:cubicBezTo>
                  <a:cubicBezTo>
                    <a:pt x="3938" y="32061"/>
                    <a:pt x="7370" y="32546"/>
                    <a:pt x="9924" y="30830"/>
                  </a:cubicBezTo>
                  <a:close/>
                </a:path>
              </a:pathLst>
            </a:custGeom>
            <a:solidFill>
              <a:srgbClr val="E2CFC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Content Placeholder 4">
              <a:extLst>
                <a:ext uri="{FF2B5EF4-FFF2-40B4-BE49-F238E27FC236}">
                  <a16:creationId xmlns:a16="http://schemas.microsoft.com/office/drawing/2014/main" id="{AB928940-8942-E8B9-9F7F-AE752C5650FE}"/>
                </a:ext>
              </a:extLst>
            </p:cNvPr>
            <p:cNvSpPr/>
            <p:nvPr/>
          </p:nvSpPr>
          <p:spPr>
            <a:xfrm>
              <a:off x="5773535" y="652099"/>
              <a:ext cx="37077" cy="51239"/>
            </a:xfrm>
            <a:custGeom>
              <a:avLst/>
              <a:gdLst>
                <a:gd name="connsiteX0" fmla="*/ 2149 w 37077"/>
                <a:gd name="connsiteY0" fmla="*/ 32706 h 51239"/>
                <a:gd name="connsiteX1" fmla="*/ 7180 w 37077"/>
                <a:gd name="connsiteY1" fmla="*/ 18665 h 51239"/>
                <a:gd name="connsiteX2" fmla="*/ 10184 w 37077"/>
                <a:gd name="connsiteY2" fmla="*/ 11157 h 51239"/>
                <a:gd name="connsiteX3" fmla="*/ 19572 w 37077"/>
                <a:gd name="connsiteY3" fmla="*/ 1396 h 51239"/>
                <a:gd name="connsiteX4" fmla="*/ 25955 w 37077"/>
                <a:gd name="connsiteY4" fmla="*/ 495 h 51239"/>
                <a:gd name="connsiteX5" fmla="*/ 25955 w 37077"/>
                <a:gd name="connsiteY5" fmla="*/ 495 h 51239"/>
                <a:gd name="connsiteX6" fmla="*/ 28734 w 37077"/>
                <a:gd name="connsiteY6" fmla="*/ 1921 h 51239"/>
                <a:gd name="connsiteX7" fmla="*/ 33916 w 37077"/>
                <a:gd name="connsiteY7" fmla="*/ 5300 h 51239"/>
                <a:gd name="connsiteX8" fmla="*/ 35944 w 37077"/>
                <a:gd name="connsiteY8" fmla="*/ 6877 h 51239"/>
                <a:gd name="connsiteX9" fmla="*/ 36995 w 37077"/>
                <a:gd name="connsiteY9" fmla="*/ 11082 h 51239"/>
                <a:gd name="connsiteX10" fmla="*/ 35643 w 37077"/>
                <a:gd name="connsiteY10" fmla="*/ 15286 h 51239"/>
                <a:gd name="connsiteX11" fmla="*/ 22576 w 37077"/>
                <a:gd name="connsiteY11" fmla="*/ 35559 h 51239"/>
                <a:gd name="connsiteX12" fmla="*/ 18145 w 37077"/>
                <a:gd name="connsiteY12" fmla="*/ 43068 h 51239"/>
                <a:gd name="connsiteX13" fmla="*/ 11311 w 37077"/>
                <a:gd name="connsiteY13" fmla="*/ 50576 h 51239"/>
                <a:gd name="connsiteX14" fmla="*/ 10485 w 37077"/>
                <a:gd name="connsiteY14" fmla="*/ 51177 h 51239"/>
                <a:gd name="connsiteX15" fmla="*/ 8757 w 37077"/>
                <a:gd name="connsiteY15" fmla="*/ 50651 h 51239"/>
                <a:gd name="connsiteX16" fmla="*/ 2524 w 37077"/>
                <a:gd name="connsiteY16" fmla="*/ 46672 h 51239"/>
                <a:gd name="connsiteX17" fmla="*/ 722 w 37077"/>
                <a:gd name="connsiteY17" fmla="*/ 45020 h 51239"/>
                <a:gd name="connsiteX18" fmla="*/ -29 w 37077"/>
                <a:gd name="connsiteY18" fmla="*/ 42692 h 51239"/>
                <a:gd name="connsiteX19" fmla="*/ 2149 w 37077"/>
                <a:gd name="connsiteY19" fmla="*/ 32706 h 51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077" h="51239">
                  <a:moveTo>
                    <a:pt x="2149" y="32706"/>
                  </a:moveTo>
                  <a:cubicBezTo>
                    <a:pt x="3801" y="28051"/>
                    <a:pt x="5528" y="23395"/>
                    <a:pt x="7180" y="18665"/>
                  </a:cubicBezTo>
                  <a:cubicBezTo>
                    <a:pt x="8029" y="16104"/>
                    <a:pt x="9028" y="13596"/>
                    <a:pt x="10184" y="11157"/>
                  </a:cubicBezTo>
                  <a:cubicBezTo>
                    <a:pt x="12430" y="7153"/>
                    <a:pt x="15659" y="3792"/>
                    <a:pt x="19572" y="1396"/>
                  </a:cubicBezTo>
                  <a:cubicBezTo>
                    <a:pt x="21352" y="-100"/>
                    <a:pt x="23830" y="-450"/>
                    <a:pt x="25955" y="495"/>
                  </a:cubicBezTo>
                  <a:lnTo>
                    <a:pt x="25955" y="495"/>
                  </a:lnTo>
                  <a:cubicBezTo>
                    <a:pt x="26947" y="833"/>
                    <a:pt x="27878" y="1314"/>
                    <a:pt x="28734" y="1921"/>
                  </a:cubicBezTo>
                  <a:lnTo>
                    <a:pt x="33916" y="5300"/>
                  </a:lnTo>
                  <a:cubicBezTo>
                    <a:pt x="34667" y="5716"/>
                    <a:pt x="35358" y="6248"/>
                    <a:pt x="35944" y="6877"/>
                  </a:cubicBezTo>
                  <a:cubicBezTo>
                    <a:pt x="36822" y="8092"/>
                    <a:pt x="37198" y="9597"/>
                    <a:pt x="36995" y="11082"/>
                  </a:cubicBezTo>
                  <a:cubicBezTo>
                    <a:pt x="36762" y="12544"/>
                    <a:pt x="36304" y="13962"/>
                    <a:pt x="35643" y="15286"/>
                  </a:cubicBezTo>
                  <a:cubicBezTo>
                    <a:pt x="32114" y="22795"/>
                    <a:pt x="26556" y="28576"/>
                    <a:pt x="22576" y="35559"/>
                  </a:cubicBezTo>
                  <a:cubicBezTo>
                    <a:pt x="21239" y="38141"/>
                    <a:pt x="19760" y="40647"/>
                    <a:pt x="18145" y="43068"/>
                  </a:cubicBezTo>
                  <a:cubicBezTo>
                    <a:pt x="16117" y="45785"/>
                    <a:pt x="13827" y="48299"/>
                    <a:pt x="11311" y="50576"/>
                  </a:cubicBezTo>
                  <a:cubicBezTo>
                    <a:pt x="11085" y="50841"/>
                    <a:pt x="10808" y="51048"/>
                    <a:pt x="10485" y="51177"/>
                  </a:cubicBezTo>
                  <a:cubicBezTo>
                    <a:pt x="9861" y="51294"/>
                    <a:pt x="9215" y="51098"/>
                    <a:pt x="8757" y="50651"/>
                  </a:cubicBezTo>
                  <a:lnTo>
                    <a:pt x="2524" y="46672"/>
                  </a:lnTo>
                  <a:cubicBezTo>
                    <a:pt x="1818" y="46244"/>
                    <a:pt x="1210" y="45683"/>
                    <a:pt x="722" y="45020"/>
                  </a:cubicBezTo>
                  <a:cubicBezTo>
                    <a:pt x="286" y="44318"/>
                    <a:pt x="23" y="43518"/>
                    <a:pt x="-29" y="42692"/>
                  </a:cubicBezTo>
                  <a:cubicBezTo>
                    <a:pt x="8" y="39250"/>
                    <a:pt x="752" y="35853"/>
                    <a:pt x="2149" y="32706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Content Placeholder 4">
              <a:extLst>
                <a:ext uri="{FF2B5EF4-FFF2-40B4-BE49-F238E27FC236}">
                  <a16:creationId xmlns:a16="http://schemas.microsoft.com/office/drawing/2014/main" id="{5F80CD10-AD52-4C20-FFEB-DB8FA49B59D8}"/>
                </a:ext>
              </a:extLst>
            </p:cNvPr>
            <p:cNvSpPr/>
            <p:nvPr/>
          </p:nvSpPr>
          <p:spPr>
            <a:xfrm>
              <a:off x="5771836" y="653006"/>
              <a:ext cx="37085" cy="48254"/>
            </a:xfrm>
            <a:custGeom>
              <a:avLst/>
              <a:gdLst>
                <a:gd name="connsiteX0" fmla="*/ 19093 w 37085"/>
                <a:gd name="connsiteY0" fmla="*/ 41260 h 48254"/>
                <a:gd name="connsiteX1" fmla="*/ 13536 w 37085"/>
                <a:gd name="connsiteY1" fmla="*/ 48017 h 48254"/>
                <a:gd name="connsiteX2" fmla="*/ 3848 w 37085"/>
                <a:gd name="connsiteY2" fmla="*/ 45164 h 48254"/>
                <a:gd name="connsiteX3" fmla="*/ 618 w 37085"/>
                <a:gd name="connsiteY3" fmla="*/ 42085 h 48254"/>
                <a:gd name="connsiteX4" fmla="*/ 618 w 37085"/>
                <a:gd name="connsiteY4" fmla="*/ 35403 h 48254"/>
                <a:gd name="connsiteX5" fmla="*/ 6627 w 37085"/>
                <a:gd name="connsiteY5" fmla="*/ 19410 h 48254"/>
                <a:gd name="connsiteX6" fmla="*/ 12559 w 37085"/>
                <a:gd name="connsiteY6" fmla="*/ 6345 h 48254"/>
                <a:gd name="connsiteX7" fmla="*/ 14888 w 37085"/>
                <a:gd name="connsiteY7" fmla="*/ 2666 h 48254"/>
                <a:gd name="connsiteX8" fmla="*/ 23674 w 37085"/>
                <a:gd name="connsiteY8" fmla="*/ 188 h 48254"/>
                <a:gd name="connsiteX9" fmla="*/ 32461 w 37085"/>
                <a:gd name="connsiteY9" fmla="*/ 3867 h 48254"/>
                <a:gd name="connsiteX10" fmla="*/ 36591 w 37085"/>
                <a:gd name="connsiteY10" fmla="*/ 7547 h 48254"/>
                <a:gd name="connsiteX11" fmla="*/ 29682 w 37085"/>
                <a:gd name="connsiteY11" fmla="*/ 22563 h 48254"/>
                <a:gd name="connsiteX12" fmla="*/ 19093 w 37085"/>
                <a:gd name="connsiteY12" fmla="*/ 41260 h 48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7085" h="48254">
                  <a:moveTo>
                    <a:pt x="19093" y="41260"/>
                  </a:moveTo>
                  <a:cubicBezTo>
                    <a:pt x="17816" y="43963"/>
                    <a:pt x="16389" y="47041"/>
                    <a:pt x="13536" y="48017"/>
                  </a:cubicBezTo>
                  <a:cubicBezTo>
                    <a:pt x="10036" y="48711"/>
                    <a:pt x="6416" y="47645"/>
                    <a:pt x="3848" y="45164"/>
                  </a:cubicBezTo>
                  <a:cubicBezTo>
                    <a:pt x="2549" y="44401"/>
                    <a:pt x="1445" y="43347"/>
                    <a:pt x="618" y="42085"/>
                  </a:cubicBezTo>
                  <a:cubicBezTo>
                    <a:pt x="-245" y="39942"/>
                    <a:pt x="-245" y="37547"/>
                    <a:pt x="618" y="35403"/>
                  </a:cubicBezTo>
                  <a:cubicBezTo>
                    <a:pt x="2308" y="29959"/>
                    <a:pt x="4313" y="24619"/>
                    <a:pt x="6627" y="19410"/>
                  </a:cubicBezTo>
                  <a:cubicBezTo>
                    <a:pt x="8504" y="14980"/>
                    <a:pt x="10457" y="10625"/>
                    <a:pt x="12559" y="6345"/>
                  </a:cubicBezTo>
                  <a:cubicBezTo>
                    <a:pt x="13130" y="4999"/>
                    <a:pt x="13911" y="3756"/>
                    <a:pt x="14888" y="2666"/>
                  </a:cubicBezTo>
                  <a:cubicBezTo>
                    <a:pt x="17223" y="438"/>
                    <a:pt x="20513" y="-490"/>
                    <a:pt x="23674" y="188"/>
                  </a:cubicBezTo>
                  <a:cubicBezTo>
                    <a:pt x="26798" y="891"/>
                    <a:pt x="29772" y="2136"/>
                    <a:pt x="32461" y="3867"/>
                  </a:cubicBezTo>
                  <a:cubicBezTo>
                    <a:pt x="34128" y="4718"/>
                    <a:pt x="35555" y="5985"/>
                    <a:pt x="36591" y="7547"/>
                  </a:cubicBezTo>
                  <a:cubicBezTo>
                    <a:pt x="38919" y="12052"/>
                    <a:pt x="31860" y="19110"/>
                    <a:pt x="29682" y="22563"/>
                  </a:cubicBezTo>
                  <a:cubicBezTo>
                    <a:pt x="25739" y="28551"/>
                    <a:pt x="22195" y="34797"/>
                    <a:pt x="19093" y="4126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Content Placeholder 4">
              <a:extLst>
                <a:ext uri="{FF2B5EF4-FFF2-40B4-BE49-F238E27FC236}">
                  <a16:creationId xmlns:a16="http://schemas.microsoft.com/office/drawing/2014/main" id="{584E088C-4930-5757-94B7-0199975454F2}"/>
                </a:ext>
              </a:extLst>
            </p:cNvPr>
            <p:cNvSpPr/>
            <p:nvPr/>
          </p:nvSpPr>
          <p:spPr>
            <a:xfrm>
              <a:off x="5774932" y="656227"/>
              <a:ext cx="30971" cy="39033"/>
            </a:xfrm>
            <a:custGeom>
              <a:avLst/>
              <a:gdLst>
                <a:gd name="connsiteX0" fmla="*/ 902 w 30971"/>
                <a:gd name="connsiteY0" fmla="*/ 28728 h 39033"/>
                <a:gd name="connsiteX1" fmla="*/ 8412 w 30971"/>
                <a:gd name="connsiteY1" fmla="*/ 10782 h 39033"/>
                <a:gd name="connsiteX2" fmla="*/ 14495 w 30971"/>
                <a:gd name="connsiteY2" fmla="*/ 1322 h 39033"/>
                <a:gd name="connsiteX3" fmla="*/ 17574 w 30971"/>
                <a:gd name="connsiteY3" fmla="*/ -30 h 39033"/>
                <a:gd name="connsiteX4" fmla="*/ 19752 w 30971"/>
                <a:gd name="connsiteY4" fmla="*/ 496 h 39033"/>
                <a:gd name="connsiteX5" fmla="*/ 30942 w 30971"/>
                <a:gd name="connsiteY5" fmla="*/ 5827 h 39033"/>
                <a:gd name="connsiteX6" fmla="*/ 30942 w 30971"/>
                <a:gd name="connsiteY6" fmla="*/ 5827 h 39033"/>
                <a:gd name="connsiteX7" fmla="*/ 17950 w 30971"/>
                <a:gd name="connsiteY7" fmla="*/ 28352 h 39033"/>
                <a:gd name="connsiteX8" fmla="*/ 11566 w 30971"/>
                <a:gd name="connsiteY8" fmla="*/ 38113 h 39033"/>
                <a:gd name="connsiteX9" fmla="*/ 10290 w 30971"/>
                <a:gd name="connsiteY9" fmla="*/ 38864 h 39033"/>
                <a:gd name="connsiteX10" fmla="*/ 8412 w 30971"/>
                <a:gd name="connsiteY10" fmla="*/ 38864 h 39033"/>
                <a:gd name="connsiteX11" fmla="*/ 4882 w 30971"/>
                <a:gd name="connsiteY11" fmla="*/ 38038 h 39033"/>
                <a:gd name="connsiteX12" fmla="*/ 902 w 30971"/>
                <a:gd name="connsiteY12" fmla="*/ 35710 h 39033"/>
                <a:gd name="connsiteX13" fmla="*/ 1 w 30971"/>
                <a:gd name="connsiteY13" fmla="*/ 32106 h 39033"/>
                <a:gd name="connsiteX14" fmla="*/ 902 w 30971"/>
                <a:gd name="connsiteY14" fmla="*/ 28728 h 39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971" h="39033">
                  <a:moveTo>
                    <a:pt x="902" y="28728"/>
                  </a:moveTo>
                  <a:cubicBezTo>
                    <a:pt x="3005" y="22646"/>
                    <a:pt x="5633" y="16714"/>
                    <a:pt x="8412" y="10782"/>
                  </a:cubicBezTo>
                  <a:cubicBezTo>
                    <a:pt x="9696" y="7209"/>
                    <a:pt x="11777" y="3975"/>
                    <a:pt x="14495" y="1322"/>
                  </a:cubicBezTo>
                  <a:cubicBezTo>
                    <a:pt x="15344" y="546"/>
                    <a:pt x="16425" y="72"/>
                    <a:pt x="17574" y="-30"/>
                  </a:cubicBezTo>
                  <a:cubicBezTo>
                    <a:pt x="18325" y="-6"/>
                    <a:pt x="19069" y="173"/>
                    <a:pt x="19752" y="496"/>
                  </a:cubicBezTo>
                  <a:cubicBezTo>
                    <a:pt x="23642" y="1921"/>
                    <a:pt x="27390" y="3706"/>
                    <a:pt x="30942" y="5827"/>
                  </a:cubicBezTo>
                  <a:lnTo>
                    <a:pt x="30942" y="5827"/>
                  </a:lnTo>
                  <a:cubicBezTo>
                    <a:pt x="26166" y="13071"/>
                    <a:pt x="21832" y="20592"/>
                    <a:pt x="17950" y="28352"/>
                  </a:cubicBezTo>
                  <a:cubicBezTo>
                    <a:pt x="16448" y="31976"/>
                    <a:pt x="14285" y="35287"/>
                    <a:pt x="11566" y="38113"/>
                  </a:cubicBezTo>
                  <a:cubicBezTo>
                    <a:pt x="11183" y="38433"/>
                    <a:pt x="10755" y="38687"/>
                    <a:pt x="10290" y="38864"/>
                  </a:cubicBezTo>
                  <a:cubicBezTo>
                    <a:pt x="9674" y="39050"/>
                    <a:pt x="9020" y="39050"/>
                    <a:pt x="8412" y="38864"/>
                  </a:cubicBezTo>
                  <a:lnTo>
                    <a:pt x="4882" y="38038"/>
                  </a:lnTo>
                  <a:cubicBezTo>
                    <a:pt x="3343" y="37699"/>
                    <a:pt x="1953" y="36885"/>
                    <a:pt x="902" y="35710"/>
                  </a:cubicBezTo>
                  <a:cubicBezTo>
                    <a:pt x="189" y="34653"/>
                    <a:pt x="-134" y="33377"/>
                    <a:pt x="1" y="32106"/>
                  </a:cubicBezTo>
                  <a:cubicBezTo>
                    <a:pt x="143" y="30944"/>
                    <a:pt x="444" y="29807"/>
                    <a:pt x="902" y="28728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Content Placeholder 4">
              <a:extLst>
                <a:ext uri="{FF2B5EF4-FFF2-40B4-BE49-F238E27FC236}">
                  <a16:creationId xmlns:a16="http://schemas.microsoft.com/office/drawing/2014/main" id="{0D43B97A-B85E-E251-DC7D-AB4704235935}"/>
                </a:ext>
              </a:extLst>
            </p:cNvPr>
            <p:cNvSpPr/>
            <p:nvPr/>
          </p:nvSpPr>
          <p:spPr>
            <a:xfrm>
              <a:off x="5776925" y="695239"/>
              <a:ext cx="2852" cy="2176"/>
            </a:xfrm>
            <a:custGeom>
              <a:avLst/>
              <a:gdLst>
                <a:gd name="connsiteX0" fmla="*/ 2589 w 2852"/>
                <a:gd name="connsiteY0" fmla="*/ 678 h 2176"/>
                <a:gd name="connsiteX1" fmla="*/ 111 w 2852"/>
                <a:gd name="connsiteY1" fmla="*/ 1279 h 2176"/>
                <a:gd name="connsiteX2" fmla="*/ 2589 w 2852"/>
                <a:gd name="connsiteY2" fmla="*/ 678 h 2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2" h="2176">
                  <a:moveTo>
                    <a:pt x="2589" y="678"/>
                  </a:moveTo>
                  <a:cubicBezTo>
                    <a:pt x="3641" y="2480"/>
                    <a:pt x="862" y="2556"/>
                    <a:pt x="111" y="1279"/>
                  </a:cubicBezTo>
                  <a:cubicBezTo>
                    <a:pt x="-640" y="3"/>
                    <a:pt x="1838" y="-598"/>
                    <a:pt x="2589" y="678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Content Placeholder 4">
              <a:extLst>
                <a:ext uri="{FF2B5EF4-FFF2-40B4-BE49-F238E27FC236}">
                  <a16:creationId xmlns:a16="http://schemas.microsoft.com/office/drawing/2014/main" id="{DC39E008-3FD9-4581-4D80-C3292193E479}"/>
                </a:ext>
              </a:extLst>
            </p:cNvPr>
            <p:cNvSpPr/>
            <p:nvPr/>
          </p:nvSpPr>
          <p:spPr>
            <a:xfrm>
              <a:off x="5536801" y="813520"/>
              <a:ext cx="179917" cy="137429"/>
            </a:xfrm>
            <a:custGeom>
              <a:avLst/>
              <a:gdLst>
                <a:gd name="connsiteX0" fmla="*/ 7726 w 179917"/>
                <a:gd name="connsiteY0" fmla="*/ 41126 h 137429"/>
                <a:gd name="connsiteX1" fmla="*/ 25599 w 179917"/>
                <a:gd name="connsiteY1" fmla="*/ 33017 h 137429"/>
                <a:gd name="connsiteX2" fmla="*/ 109937 w 179917"/>
                <a:gd name="connsiteY2" fmla="*/ 10041 h 137429"/>
                <a:gd name="connsiteX3" fmla="*/ 144483 w 179917"/>
                <a:gd name="connsiteY3" fmla="*/ 581 h 137429"/>
                <a:gd name="connsiteX4" fmla="*/ 148763 w 179917"/>
                <a:gd name="connsiteY4" fmla="*/ -20 h 137429"/>
                <a:gd name="connsiteX5" fmla="*/ 156273 w 179917"/>
                <a:gd name="connsiteY5" fmla="*/ 7489 h 137429"/>
                <a:gd name="connsiteX6" fmla="*/ 174222 w 179917"/>
                <a:gd name="connsiteY6" fmla="*/ 90757 h 137429"/>
                <a:gd name="connsiteX7" fmla="*/ 138324 w 179917"/>
                <a:gd name="connsiteY7" fmla="*/ 111330 h 137429"/>
                <a:gd name="connsiteX8" fmla="*/ 87932 w 179917"/>
                <a:gd name="connsiteY8" fmla="*/ 128675 h 137429"/>
                <a:gd name="connsiteX9" fmla="*/ 27852 w 179917"/>
                <a:gd name="connsiteY9" fmla="*/ 137385 h 137429"/>
                <a:gd name="connsiteX10" fmla="*/ 24773 w 179917"/>
                <a:gd name="connsiteY10" fmla="*/ 136934 h 137429"/>
                <a:gd name="connsiteX11" fmla="*/ 21995 w 179917"/>
                <a:gd name="connsiteY11" fmla="*/ 133330 h 137429"/>
                <a:gd name="connsiteX12" fmla="*/ 1042 w 179917"/>
                <a:gd name="connsiteY12" fmla="*/ 75140 h 137429"/>
                <a:gd name="connsiteX13" fmla="*/ 7726 w 179917"/>
                <a:gd name="connsiteY13" fmla="*/ 41126 h 137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9917" h="137429">
                  <a:moveTo>
                    <a:pt x="7726" y="41126"/>
                  </a:moveTo>
                  <a:cubicBezTo>
                    <a:pt x="12938" y="37014"/>
                    <a:pt x="19073" y="34231"/>
                    <a:pt x="25599" y="33017"/>
                  </a:cubicBezTo>
                  <a:lnTo>
                    <a:pt x="109937" y="10041"/>
                  </a:lnTo>
                  <a:lnTo>
                    <a:pt x="144483" y="581"/>
                  </a:lnTo>
                  <a:cubicBezTo>
                    <a:pt x="145864" y="125"/>
                    <a:pt x="147314" y="-78"/>
                    <a:pt x="148763" y="-20"/>
                  </a:cubicBezTo>
                  <a:cubicBezTo>
                    <a:pt x="152593" y="431"/>
                    <a:pt x="154921" y="4335"/>
                    <a:pt x="156273" y="7489"/>
                  </a:cubicBezTo>
                  <a:cubicBezTo>
                    <a:pt x="165510" y="26785"/>
                    <a:pt x="191195" y="70710"/>
                    <a:pt x="174222" y="90757"/>
                  </a:cubicBezTo>
                  <a:cubicBezTo>
                    <a:pt x="165736" y="100668"/>
                    <a:pt x="149890" y="106225"/>
                    <a:pt x="138324" y="111330"/>
                  </a:cubicBezTo>
                  <a:cubicBezTo>
                    <a:pt x="122065" y="118572"/>
                    <a:pt x="105205" y="124376"/>
                    <a:pt x="87932" y="128675"/>
                  </a:cubicBezTo>
                  <a:cubicBezTo>
                    <a:pt x="68264" y="133661"/>
                    <a:pt x="48129" y="136581"/>
                    <a:pt x="27852" y="137385"/>
                  </a:cubicBezTo>
                  <a:cubicBezTo>
                    <a:pt x="26808" y="137451"/>
                    <a:pt x="25757" y="137298"/>
                    <a:pt x="24773" y="136934"/>
                  </a:cubicBezTo>
                  <a:cubicBezTo>
                    <a:pt x="23444" y="136110"/>
                    <a:pt x="22453" y="134829"/>
                    <a:pt x="21995" y="133330"/>
                  </a:cubicBezTo>
                  <a:cubicBezTo>
                    <a:pt x="12998" y="114718"/>
                    <a:pt x="5976" y="95215"/>
                    <a:pt x="1042" y="75140"/>
                  </a:cubicBezTo>
                  <a:cubicBezTo>
                    <a:pt x="-836" y="63502"/>
                    <a:pt x="-1136" y="49461"/>
                    <a:pt x="7726" y="41126"/>
                  </a:cubicBezTo>
                  <a:close/>
                </a:path>
              </a:pathLst>
            </a:custGeom>
            <a:solidFill>
              <a:srgbClr val="E6E6E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Content Placeholder 4">
              <a:extLst>
                <a:ext uri="{FF2B5EF4-FFF2-40B4-BE49-F238E27FC236}">
                  <a16:creationId xmlns:a16="http://schemas.microsoft.com/office/drawing/2014/main" id="{F4DC94C1-CD68-6CBD-7B49-D2279922A104}"/>
                </a:ext>
              </a:extLst>
            </p:cNvPr>
            <p:cNvSpPr/>
            <p:nvPr/>
          </p:nvSpPr>
          <p:spPr>
            <a:xfrm>
              <a:off x="5613194" y="694193"/>
              <a:ext cx="41228" cy="213494"/>
            </a:xfrm>
            <a:custGeom>
              <a:avLst/>
              <a:gdLst>
                <a:gd name="connsiteX0" fmla="*/ 41053 w 41228"/>
                <a:gd name="connsiteY0" fmla="*/ 21396 h 213494"/>
                <a:gd name="connsiteX1" fmla="*/ 38725 w 41228"/>
                <a:gd name="connsiteY1" fmla="*/ 6379 h 213494"/>
                <a:gd name="connsiteX2" fmla="*/ 25583 w 41228"/>
                <a:gd name="connsiteY2" fmla="*/ 372 h 213494"/>
                <a:gd name="connsiteX3" fmla="*/ 18448 w 41228"/>
                <a:gd name="connsiteY3" fmla="*/ 8632 h 213494"/>
                <a:gd name="connsiteX4" fmla="*/ 8535 w 41228"/>
                <a:gd name="connsiteY4" fmla="*/ 33410 h 213494"/>
                <a:gd name="connsiteX5" fmla="*/ 1926 w 41228"/>
                <a:gd name="connsiteY5" fmla="*/ 123511 h 213494"/>
                <a:gd name="connsiteX6" fmla="*/ 12515 w 41228"/>
                <a:gd name="connsiteY6" fmla="*/ 181326 h 213494"/>
                <a:gd name="connsiteX7" fmla="*/ 20025 w 41228"/>
                <a:gd name="connsiteY7" fmla="*/ 210609 h 213494"/>
                <a:gd name="connsiteX8" fmla="*/ 28061 w 41228"/>
                <a:gd name="connsiteY8" fmla="*/ 200848 h 213494"/>
                <a:gd name="connsiteX9" fmla="*/ 34745 w 41228"/>
                <a:gd name="connsiteY9" fmla="*/ 85293 h 213494"/>
                <a:gd name="connsiteX10" fmla="*/ 41053 w 41228"/>
                <a:gd name="connsiteY10" fmla="*/ 21396 h 213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228" h="213494">
                  <a:moveTo>
                    <a:pt x="41053" y="21396"/>
                  </a:moveTo>
                  <a:cubicBezTo>
                    <a:pt x="41556" y="16275"/>
                    <a:pt x="40753" y="11109"/>
                    <a:pt x="38725" y="6379"/>
                  </a:cubicBezTo>
                  <a:cubicBezTo>
                    <a:pt x="36375" y="1461"/>
                    <a:pt x="30840" y="-1068"/>
                    <a:pt x="25583" y="372"/>
                  </a:cubicBezTo>
                  <a:cubicBezTo>
                    <a:pt x="22301" y="2189"/>
                    <a:pt x="19770" y="5117"/>
                    <a:pt x="18448" y="8632"/>
                  </a:cubicBezTo>
                  <a:cubicBezTo>
                    <a:pt x="14490" y="16614"/>
                    <a:pt x="11171" y="24900"/>
                    <a:pt x="8535" y="33410"/>
                  </a:cubicBezTo>
                  <a:cubicBezTo>
                    <a:pt x="131" y="62665"/>
                    <a:pt x="-2122" y="93343"/>
                    <a:pt x="1926" y="123511"/>
                  </a:cubicBezTo>
                  <a:cubicBezTo>
                    <a:pt x="4284" y="142979"/>
                    <a:pt x="7822" y="162285"/>
                    <a:pt x="12515" y="181326"/>
                  </a:cubicBezTo>
                  <a:cubicBezTo>
                    <a:pt x="14318" y="188835"/>
                    <a:pt x="15219" y="204677"/>
                    <a:pt x="20025" y="210609"/>
                  </a:cubicBezTo>
                  <a:cubicBezTo>
                    <a:pt x="26859" y="219244"/>
                    <a:pt x="28662" y="206029"/>
                    <a:pt x="28061" y="200848"/>
                  </a:cubicBezTo>
                  <a:cubicBezTo>
                    <a:pt x="23480" y="162029"/>
                    <a:pt x="29262" y="123661"/>
                    <a:pt x="34745" y="85293"/>
                  </a:cubicBezTo>
                  <a:cubicBezTo>
                    <a:pt x="38057" y="64130"/>
                    <a:pt x="40160" y="42797"/>
                    <a:pt x="41053" y="21396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Content Placeholder 4">
              <a:extLst>
                <a:ext uri="{FF2B5EF4-FFF2-40B4-BE49-F238E27FC236}">
                  <a16:creationId xmlns:a16="http://schemas.microsoft.com/office/drawing/2014/main" id="{1E0AFAB7-C2B5-0B7E-35CB-E6513AEB328A}"/>
                </a:ext>
              </a:extLst>
            </p:cNvPr>
            <p:cNvSpPr/>
            <p:nvPr/>
          </p:nvSpPr>
          <p:spPr>
            <a:xfrm>
              <a:off x="5632927" y="901748"/>
              <a:ext cx="26489" cy="38929"/>
            </a:xfrm>
            <a:custGeom>
              <a:avLst/>
              <a:gdLst>
                <a:gd name="connsiteX0" fmla="*/ 1945 w 26489"/>
                <a:gd name="connsiteY0" fmla="*/ 3355 h 38929"/>
                <a:gd name="connsiteX1" fmla="*/ 443 w 26489"/>
                <a:gd name="connsiteY1" fmla="*/ 4556 h 38929"/>
                <a:gd name="connsiteX2" fmla="*/ -8 w 26489"/>
                <a:gd name="connsiteY2" fmla="*/ 6809 h 38929"/>
                <a:gd name="connsiteX3" fmla="*/ 3297 w 26489"/>
                <a:gd name="connsiteY3" fmla="*/ 25279 h 38929"/>
                <a:gd name="connsiteX4" fmla="*/ 6976 w 26489"/>
                <a:gd name="connsiteY4" fmla="*/ 34139 h 38929"/>
                <a:gd name="connsiteX5" fmla="*/ 24550 w 26489"/>
                <a:gd name="connsiteY5" fmla="*/ 36542 h 38929"/>
                <a:gd name="connsiteX6" fmla="*/ 26427 w 26489"/>
                <a:gd name="connsiteY6" fmla="*/ 34064 h 38929"/>
                <a:gd name="connsiteX7" fmla="*/ 25601 w 26489"/>
                <a:gd name="connsiteY7" fmla="*/ 30535 h 38929"/>
                <a:gd name="connsiteX8" fmla="*/ 19894 w 26489"/>
                <a:gd name="connsiteY8" fmla="*/ 22351 h 38929"/>
                <a:gd name="connsiteX9" fmla="*/ 21696 w 26489"/>
                <a:gd name="connsiteY9" fmla="*/ 17771 h 38929"/>
                <a:gd name="connsiteX10" fmla="*/ 17791 w 26489"/>
                <a:gd name="connsiteY10" fmla="*/ 13792 h 38929"/>
                <a:gd name="connsiteX11" fmla="*/ 10807 w 26489"/>
                <a:gd name="connsiteY11" fmla="*/ 3955 h 38929"/>
                <a:gd name="connsiteX12" fmla="*/ 7953 w 26489"/>
                <a:gd name="connsiteY12" fmla="*/ -24 h 38929"/>
                <a:gd name="connsiteX13" fmla="*/ 1945 w 26489"/>
                <a:gd name="connsiteY13" fmla="*/ 3355 h 38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489" h="38929">
                  <a:moveTo>
                    <a:pt x="1945" y="3355"/>
                  </a:moveTo>
                  <a:cubicBezTo>
                    <a:pt x="1382" y="3669"/>
                    <a:pt x="871" y="4076"/>
                    <a:pt x="443" y="4556"/>
                  </a:cubicBezTo>
                  <a:cubicBezTo>
                    <a:pt x="67" y="5245"/>
                    <a:pt x="-91" y="6029"/>
                    <a:pt x="-8" y="6809"/>
                  </a:cubicBezTo>
                  <a:cubicBezTo>
                    <a:pt x="263" y="13086"/>
                    <a:pt x="1374" y="19298"/>
                    <a:pt x="3297" y="25279"/>
                  </a:cubicBezTo>
                  <a:cubicBezTo>
                    <a:pt x="3957" y="28438"/>
                    <a:pt x="5204" y="31442"/>
                    <a:pt x="6976" y="34139"/>
                  </a:cubicBezTo>
                  <a:cubicBezTo>
                    <a:pt x="11310" y="39401"/>
                    <a:pt x="18962" y="40447"/>
                    <a:pt x="24550" y="36542"/>
                  </a:cubicBezTo>
                  <a:cubicBezTo>
                    <a:pt x="25421" y="35932"/>
                    <a:pt x="26074" y="35065"/>
                    <a:pt x="26427" y="34064"/>
                  </a:cubicBezTo>
                  <a:cubicBezTo>
                    <a:pt x="26563" y="32828"/>
                    <a:pt x="26277" y="31581"/>
                    <a:pt x="25601" y="30535"/>
                  </a:cubicBezTo>
                  <a:cubicBezTo>
                    <a:pt x="24032" y="27590"/>
                    <a:pt x="22117" y="24843"/>
                    <a:pt x="19894" y="22351"/>
                  </a:cubicBezTo>
                  <a:cubicBezTo>
                    <a:pt x="21771" y="22351"/>
                    <a:pt x="22522" y="19498"/>
                    <a:pt x="21696" y="17771"/>
                  </a:cubicBezTo>
                  <a:cubicBezTo>
                    <a:pt x="20712" y="16163"/>
                    <a:pt x="19383" y="14802"/>
                    <a:pt x="17791" y="13792"/>
                  </a:cubicBezTo>
                  <a:cubicBezTo>
                    <a:pt x="14644" y="11179"/>
                    <a:pt x="12234" y="7788"/>
                    <a:pt x="10807" y="3955"/>
                  </a:cubicBezTo>
                  <a:cubicBezTo>
                    <a:pt x="10356" y="2679"/>
                    <a:pt x="9605" y="126"/>
                    <a:pt x="7953" y="-24"/>
                  </a:cubicBezTo>
                  <a:cubicBezTo>
                    <a:pt x="6301" y="-174"/>
                    <a:pt x="3146" y="2679"/>
                    <a:pt x="1945" y="3355"/>
                  </a:cubicBezTo>
                  <a:close/>
                </a:path>
              </a:pathLst>
            </a:custGeom>
            <a:solidFill>
              <a:srgbClr val="E2CFC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Content Placeholder 4">
              <a:extLst>
                <a:ext uri="{FF2B5EF4-FFF2-40B4-BE49-F238E27FC236}">
                  <a16:creationId xmlns:a16="http://schemas.microsoft.com/office/drawing/2014/main" id="{5C2E8EC0-76FD-5A48-6D5B-792677067101}"/>
                </a:ext>
              </a:extLst>
            </p:cNvPr>
            <p:cNvSpPr/>
            <p:nvPr/>
          </p:nvSpPr>
          <p:spPr>
            <a:xfrm>
              <a:off x="5524503" y="475563"/>
              <a:ext cx="114910" cy="57750"/>
            </a:xfrm>
            <a:custGeom>
              <a:avLst/>
              <a:gdLst>
                <a:gd name="connsiteX0" fmla="*/ 65158 w 114910"/>
                <a:gd name="connsiteY0" fmla="*/ 5237 h 57750"/>
                <a:gd name="connsiteX1" fmla="*/ 47284 w 114910"/>
                <a:gd name="connsiteY1" fmla="*/ 5763 h 57750"/>
                <a:gd name="connsiteX2" fmla="*/ 4102 w 114910"/>
                <a:gd name="connsiteY2" fmla="*/ 5763 h 57750"/>
                <a:gd name="connsiteX3" fmla="*/ 13940 w 114910"/>
                <a:gd name="connsiteY3" fmla="*/ 43981 h 57750"/>
                <a:gd name="connsiteX4" fmla="*/ 56221 w 114910"/>
                <a:gd name="connsiteY4" fmla="*/ 54342 h 57750"/>
                <a:gd name="connsiteX5" fmla="*/ 112997 w 114910"/>
                <a:gd name="connsiteY5" fmla="*/ 57721 h 57750"/>
                <a:gd name="connsiteX6" fmla="*/ 107890 w 114910"/>
                <a:gd name="connsiteY6" fmla="*/ 18978 h 57750"/>
                <a:gd name="connsiteX7" fmla="*/ 74320 w 114910"/>
                <a:gd name="connsiteY7" fmla="*/ -19 h 57750"/>
                <a:gd name="connsiteX8" fmla="*/ 68838 w 114910"/>
                <a:gd name="connsiteY8" fmla="*/ 1333 h 57750"/>
                <a:gd name="connsiteX9" fmla="*/ 65158 w 114910"/>
                <a:gd name="connsiteY9" fmla="*/ 5237 h 5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4910" h="57750">
                  <a:moveTo>
                    <a:pt x="65158" y="5237"/>
                  </a:moveTo>
                  <a:cubicBezTo>
                    <a:pt x="60652" y="9592"/>
                    <a:pt x="53292" y="7490"/>
                    <a:pt x="47284" y="5763"/>
                  </a:cubicBezTo>
                  <a:cubicBezTo>
                    <a:pt x="33158" y="1858"/>
                    <a:pt x="18228" y="1858"/>
                    <a:pt x="4102" y="5763"/>
                  </a:cubicBezTo>
                  <a:cubicBezTo>
                    <a:pt x="-4835" y="17476"/>
                    <a:pt x="1774" y="35797"/>
                    <a:pt x="13940" y="43981"/>
                  </a:cubicBezTo>
                  <a:cubicBezTo>
                    <a:pt x="26106" y="52165"/>
                    <a:pt x="41577" y="53441"/>
                    <a:pt x="56221" y="54342"/>
                  </a:cubicBezTo>
                  <a:lnTo>
                    <a:pt x="112997" y="57721"/>
                  </a:lnTo>
                  <a:cubicBezTo>
                    <a:pt x="116722" y="44656"/>
                    <a:pt x="114874" y="30633"/>
                    <a:pt x="107890" y="18978"/>
                  </a:cubicBezTo>
                  <a:cubicBezTo>
                    <a:pt x="100680" y="7327"/>
                    <a:pt x="88019" y="164"/>
                    <a:pt x="74320" y="-19"/>
                  </a:cubicBezTo>
                  <a:cubicBezTo>
                    <a:pt x="72398" y="-109"/>
                    <a:pt x="70498" y="360"/>
                    <a:pt x="68838" y="1333"/>
                  </a:cubicBezTo>
                  <a:cubicBezTo>
                    <a:pt x="67501" y="2530"/>
                    <a:pt x="66277" y="3835"/>
                    <a:pt x="65158" y="5237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3673C079-1531-8745-598B-209B08046C1C}"/>
              </a:ext>
            </a:extLst>
          </p:cNvPr>
          <p:cNvGrpSpPr/>
          <p:nvPr userDrawn="1"/>
        </p:nvGrpSpPr>
        <p:grpSpPr>
          <a:xfrm>
            <a:off x="3808869" y="4058141"/>
            <a:ext cx="314454" cy="853043"/>
            <a:chOff x="6465213" y="3771767"/>
            <a:chExt cx="314454" cy="853043"/>
          </a:xfrm>
        </p:grpSpPr>
        <p:sp>
          <p:nvSpPr>
            <p:cNvPr id="211" name="Content Placeholder 4">
              <a:extLst>
                <a:ext uri="{FF2B5EF4-FFF2-40B4-BE49-F238E27FC236}">
                  <a16:creationId xmlns:a16="http://schemas.microsoft.com/office/drawing/2014/main" id="{AA1235EB-EC99-7896-0A73-7C1333680AC5}"/>
                </a:ext>
              </a:extLst>
            </p:cNvPr>
            <p:cNvSpPr/>
            <p:nvPr/>
          </p:nvSpPr>
          <p:spPr>
            <a:xfrm>
              <a:off x="6465213" y="4605499"/>
              <a:ext cx="270167" cy="19311"/>
            </a:xfrm>
            <a:custGeom>
              <a:avLst/>
              <a:gdLst>
                <a:gd name="connsiteX0" fmla="*/ 214224 w 270167"/>
                <a:gd name="connsiteY0" fmla="*/ 16213 h 19311"/>
                <a:gd name="connsiteX1" fmla="*/ 265216 w 270167"/>
                <a:gd name="connsiteY1" fmla="*/ 12609 h 19311"/>
                <a:gd name="connsiteX2" fmla="*/ 270098 w 270167"/>
                <a:gd name="connsiteY2" fmla="*/ 9455 h 19311"/>
                <a:gd name="connsiteX3" fmla="*/ 264390 w 270167"/>
                <a:gd name="connsiteY3" fmla="*/ 4725 h 19311"/>
                <a:gd name="connsiteX4" fmla="*/ 237054 w 270167"/>
                <a:gd name="connsiteY4" fmla="*/ 2848 h 19311"/>
                <a:gd name="connsiteX5" fmla="*/ 56814 w 270167"/>
                <a:gd name="connsiteY5" fmla="*/ 70 h 19311"/>
                <a:gd name="connsiteX6" fmla="*/ 22343 w 270167"/>
                <a:gd name="connsiteY6" fmla="*/ 1872 h 19311"/>
                <a:gd name="connsiteX7" fmla="*/ 1390 w 270167"/>
                <a:gd name="connsiteY7" fmla="*/ 7954 h 19311"/>
                <a:gd name="connsiteX8" fmla="*/ 6647 w 270167"/>
                <a:gd name="connsiteY8" fmla="*/ 16889 h 19311"/>
                <a:gd name="connsiteX9" fmla="*/ 53885 w 270167"/>
                <a:gd name="connsiteY9" fmla="*/ 18240 h 19311"/>
                <a:gd name="connsiteX10" fmla="*/ 156472 w 270167"/>
                <a:gd name="connsiteY10" fmla="*/ 17264 h 19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0167" h="19311">
                  <a:moveTo>
                    <a:pt x="214224" y="16213"/>
                  </a:moveTo>
                  <a:cubicBezTo>
                    <a:pt x="231286" y="16333"/>
                    <a:pt x="248334" y="15124"/>
                    <a:pt x="265216" y="12609"/>
                  </a:cubicBezTo>
                  <a:cubicBezTo>
                    <a:pt x="267244" y="12609"/>
                    <a:pt x="269647" y="11483"/>
                    <a:pt x="270098" y="9455"/>
                  </a:cubicBezTo>
                  <a:cubicBezTo>
                    <a:pt x="270548" y="7428"/>
                    <a:pt x="267094" y="5176"/>
                    <a:pt x="264390" y="4725"/>
                  </a:cubicBezTo>
                  <a:cubicBezTo>
                    <a:pt x="255326" y="3539"/>
                    <a:pt x="246193" y="2915"/>
                    <a:pt x="237054" y="2848"/>
                  </a:cubicBezTo>
                  <a:cubicBezTo>
                    <a:pt x="176974" y="1196"/>
                    <a:pt x="116894" y="-456"/>
                    <a:pt x="56814" y="70"/>
                  </a:cubicBezTo>
                  <a:cubicBezTo>
                    <a:pt x="45301" y="-5"/>
                    <a:pt x="33788" y="595"/>
                    <a:pt x="22343" y="1872"/>
                  </a:cubicBezTo>
                  <a:cubicBezTo>
                    <a:pt x="16711" y="2623"/>
                    <a:pt x="5220" y="3073"/>
                    <a:pt x="1390" y="7954"/>
                  </a:cubicBezTo>
                  <a:cubicBezTo>
                    <a:pt x="-2440" y="12834"/>
                    <a:pt x="2216" y="15462"/>
                    <a:pt x="6647" y="16889"/>
                  </a:cubicBezTo>
                  <a:cubicBezTo>
                    <a:pt x="20616" y="21319"/>
                    <a:pt x="39391" y="18240"/>
                    <a:pt x="53885" y="18240"/>
                  </a:cubicBezTo>
                  <a:cubicBezTo>
                    <a:pt x="88033" y="18240"/>
                    <a:pt x="122226" y="17917"/>
                    <a:pt x="156472" y="17264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Content Placeholder 4">
              <a:extLst>
                <a:ext uri="{FF2B5EF4-FFF2-40B4-BE49-F238E27FC236}">
                  <a16:creationId xmlns:a16="http://schemas.microsoft.com/office/drawing/2014/main" id="{0E36F175-B3AD-9769-1664-5E920C4086B9}"/>
                </a:ext>
              </a:extLst>
            </p:cNvPr>
            <p:cNvSpPr/>
            <p:nvPr/>
          </p:nvSpPr>
          <p:spPr>
            <a:xfrm>
              <a:off x="6547376" y="3924855"/>
              <a:ext cx="68991" cy="77147"/>
            </a:xfrm>
            <a:custGeom>
              <a:avLst/>
              <a:gdLst>
                <a:gd name="connsiteX0" fmla="*/ 68826 w 68991"/>
                <a:gd name="connsiteY0" fmla="*/ 16216 h 77147"/>
                <a:gd name="connsiteX1" fmla="*/ 45057 w 68991"/>
                <a:gd name="connsiteY1" fmla="*/ 365 h 77147"/>
                <a:gd name="connsiteX2" fmla="*/ 44344 w 68991"/>
                <a:gd name="connsiteY2" fmla="*/ 523 h 77147"/>
                <a:gd name="connsiteX3" fmla="*/ 23541 w 68991"/>
                <a:gd name="connsiteY3" fmla="*/ 24175 h 77147"/>
                <a:gd name="connsiteX4" fmla="*/ 6343 w 68991"/>
                <a:gd name="connsiteY4" fmla="*/ 42645 h 77147"/>
                <a:gd name="connsiteX5" fmla="*/ 35 w 68991"/>
                <a:gd name="connsiteY5" fmla="*/ 51956 h 77147"/>
                <a:gd name="connsiteX6" fmla="*/ 2288 w 68991"/>
                <a:gd name="connsiteY6" fmla="*/ 56236 h 77147"/>
                <a:gd name="connsiteX7" fmla="*/ 15505 w 68991"/>
                <a:gd name="connsiteY7" fmla="*/ 70727 h 77147"/>
                <a:gd name="connsiteX8" fmla="*/ 33679 w 68991"/>
                <a:gd name="connsiteY8" fmla="*/ 77109 h 77147"/>
                <a:gd name="connsiteX9" fmla="*/ 59138 w 68991"/>
                <a:gd name="connsiteY9" fmla="*/ 54133 h 77147"/>
                <a:gd name="connsiteX10" fmla="*/ 68826 w 68991"/>
                <a:gd name="connsiteY10" fmla="*/ 16216 h 77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8991" h="77147">
                  <a:moveTo>
                    <a:pt x="68826" y="16216"/>
                  </a:moveTo>
                  <a:cubicBezTo>
                    <a:pt x="66641" y="5276"/>
                    <a:pt x="55999" y="-1820"/>
                    <a:pt x="45057" y="365"/>
                  </a:cubicBezTo>
                  <a:cubicBezTo>
                    <a:pt x="44817" y="418"/>
                    <a:pt x="44584" y="470"/>
                    <a:pt x="44344" y="523"/>
                  </a:cubicBezTo>
                  <a:cubicBezTo>
                    <a:pt x="34130" y="3902"/>
                    <a:pt x="29324" y="15090"/>
                    <a:pt x="23541" y="24175"/>
                  </a:cubicBezTo>
                  <a:cubicBezTo>
                    <a:pt x="18960" y="31315"/>
                    <a:pt x="13140" y="37570"/>
                    <a:pt x="6343" y="42645"/>
                  </a:cubicBezTo>
                  <a:cubicBezTo>
                    <a:pt x="3189" y="45048"/>
                    <a:pt x="-566" y="48052"/>
                    <a:pt x="35" y="51956"/>
                  </a:cubicBezTo>
                  <a:cubicBezTo>
                    <a:pt x="433" y="53540"/>
                    <a:pt x="1206" y="55012"/>
                    <a:pt x="2288" y="56236"/>
                  </a:cubicBezTo>
                  <a:cubicBezTo>
                    <a:pt x="6073" y="61597"/>
                    <a:pt x="10511" y="66470"/>
                    <a:pt x="15505" y="70727"/>
                  </a:cubicBezTo>
                  <a:cubicBezTo>
                    <a:pt x="20582" y="74999"/>
                    <a:pt x="27048" y="77274"/>
                    <a:pt x="33679" y="77109"/>
                  </a:cubicBezTo>
                  <a:cubicBezTo>
                    <a:pt x="45770" y="76433"/>
                    <a:pt x="54783" y="65396"/>
                    <a:pt x="59138" y="54133"/>
                  </a:cubicBezTo>
                  <a:cubicBezTo>
                    <a:pt x="62968" y="44147"/>
                    <a:pt x="70028" y="27253"/>
                    <a:pt x="68826" y="16216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Content Placeholder 4">
              <a:extLst>
                <a:ext uri="{FF2B5EF4-FFF2-40B4-BE49-F238E27FC236}">
                  <a16:creationId xmlns:a16="http://schemas.microsoft.com/office/drawing/2014/main" id="{72012C96-5367-F260-3E0A-189F649DA090}"/>
                </a:ext>
              </a:extLst>
            </p:cNvPr>
            <p:cNvSpPr/>
            <p:nvPr/>
          </p:nvSpPr>
          <p:spPr>
            <a:xfrm>
              <a:off x="6515372" y="4098683"/>
              <a:ext cx="212894" cy="505413"/>
            </a:xfrm>
            <a:custGeom>
              <a:avLst/>
              <a:gdLst>
                <a:gd name="connsiteX0" fmla="*/ 48861 w 212894"/>
                <a:gd name="connsiteY0" fmla="*/ 35955 h 505413"/>
                <a:gd name="connsiteX1" fmla="*/ -29 w 212894"/>
                <a:gd name="connsiteY1" fmla="*/ 493971 h 505413"/>
                <a:gd name="connsiteX2" fmla="*/ 29110 w 212894"/>
                <a:gd name="connsiteY2" fmla="*/ 494797 h 505413"/>
                <a:gd name="connsiteX3" fmla="*/ 122984 w 212894"/>
                <a:gd name="connsiteY3" fmla="*/ 155190 h 505413"/>
                <a:gd name="connsiteX4" fmla="*/ 133198 w 212894"/>
                <a:gd name="connsiteY4" fmla="*/ 155190 h 505413"/>
                <a:gd name="connsiteX5" fmla="*/ 126814 w 212894"/>
                <a:gd name="connsiteY5" fmla="*/ 505384 h 505413"/>
                <a:gd name="connsiteX6" fmla="*/ 150922 w 212894"/>
                <a:gd name="connsiteY6" fmla="*/ 505384 h 505413"/>
                <a:gd name="connsiteX7" fmla="*/ 212804 w 212894"/>
                <a:gd name="connsiteY7" fmla="*/ 38734 h 505413"/>
                <a:gd name="connsiteX8" fmla="*/ 142285 w 212894"/>
                <a:gd name="connsiteY8" fmla="*/ 215 h 505413"/>
                <a:gd name="connsiteX9" fmla="*/ 48861 w 212894"/>
                <a:gd name="connsiteY9" fmla="*/ 35955 h 505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2894" h="505413">
                  <a:moveTo>
                    <a:pt x="48861" y="35955"/>
                  </a:moveTo>
                  <a:cubicBezTo>
                    <a:pt x="48861" y="35955"/>
                    <a:pt x="196" y="434504"/>
                    <a:pt x="-29" y="493971"/>
                  </a:cubicBezTo>
                  <a:lnTo>
                    <a:pt x="29110" y="494797"/>
                  </a:lnTo>
                  <a:cubicBezTo>
                    <a:pt x="29110" y="494797"/>
                    <a:pt x="105111" y="172910"/>
                    <a:pt x="122984" y="155190"/>
                  </a:cubicBezTo>
                  <a:cubicBezTo>
                    <a:pt x="126349" y="154484"/>
                    <a:pt x="129833" y="154484"/>
                    <a:pt x="133198" y="155190"/>
                  </a:cubicBezTo>
                  <a:cubicBezTo>
                    <a:pt x="136127" y="156541"/>
                    <a:pt x="131546" y="483459"/>
                    <a:pt x="126814" y="505384"/>
                  </a:cubicBezTo>
                  <a:lnTo>
                    <a:pt x="150922" y="505384"/>
                  </a:lnTo>
                  <a:cubicBezTo>
                    <a:pt x="150922" y="505384"/>
                    <a:pt x="215132" y="122678"/>
                    <a:pt x="212804" y="38734"/>
                  </a:cubicBezTo>
                  <a:cubicBezTo>
                    <a:pt x="212804" y="38734"/>
                    <a:pt x="199211" y="-3614"/>
                    <a:pt x="142285" y="215"/>
                  </a:cubicBezTo>
                  <a:cubicBezTo>
                    <a:pt x="85359" y="4045"/>
                    <a:pt x="54568" y="-6317"/>
                    <a:pt x="48861" y="35955"/>
                  </a:cubicBezTo>
                  <a:close/>
                </a:path>
              </a:pathLst>
            </a:custGeom>
            <a:solidFill>
              <a:srgbClr val="9986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Content Placeholder 4">
              <a:extLst>
                <a:ext uri="{FF2B5EF4-FFF2-40B4-BE49-F238E27FC236}">
                  <a16:creationId xmlns:a16="http://schemas.microsoft.com/office/drawing/2014/main" id="{C985A271-BB07-34CE-8627-63DCB1AA6C64}"/>
                </a:ext>
              </a:extLst>
            </p:cNvPr>
            <p:cNvSpPr/>
            <p:nvPr/>
          </p:nvSpPr>
          <p:spPr>
            <a:xfrm>
              <a:off x="6553892" y="3926149"/>
              <a:ext cx="180657" cy="286606"/>
            </a:xfrm>
            <a:custGeom>
              <a:avLst/>
              <a:gdLst>
                <a:gd name="connsiteX0" fmla="*/ 179916 w 180657"/>
                <a:gd name="connsiteY0" fmla="*/ 221554 h 286606"/>
                <a:gd name="connsiteX1" fmla="*/ 144619 w 180657"/>
                <a:gd name="connsiteY1" fmla="*/ 11317 h 286606"/>
                <a:gd name="connsiteX2" fmla="*/ 141315 w 180657"/>
                <a:gd name="connsiteY2" fmla="*/ 3809 h 286606"/>
                <a:gd name="connsiteX3" fmla="*/ 130275 w 180657"/>
                <a:gd name="connsiteY3" fmla="*/ 54 h 286606"/>
                <a:gd name="connsiteX4" fmla="*/ 85216 w 180657"/>
                <a:gd name="connsiteY4" fmla="*/ 2007 h 286606"/>
                <a:gd name="connsiteX5" fmla="*/ 51571 w 180657"/>
                <a:gd name="connsiteY5" fmla="*/ 3884 h 286606"/>
                <a:gd name="connsiteX6" fmla="*/ 38653 w 180657"/>
                <a:gd name="connsiteY6" fmla="*/ 21078 h 286606"/>
                <a:gd name="connsiteX7" fmla="*/ 20780 w 180657"/>
                <a:gd name="connsiteY7" fmla="*/ 134230 h 286606"/>
                <a:gd name="connsiteX8" fmla="*/ -23 w 180657"/>
                <a:gd name="connsiteY8" fmla="*/ 242953 h 286606"/>
                <a:gd name="connsiteX9" fmla="*/ 4107 w 180657"/>
                <a:gd name="connsiteY9" fmla="*/ 257970 h 286606"/>
                <a:gd name="connsiteX10" fmla="*/ 54049 w 180657"/>
                <a:gd name="connsiteY10" fmla="*/ 273738 h 286606"/>
                <a:gd name="connsiteX11" fmla="*/ 87243 w 180657"/>
                <a:gd name="connsiteY11" fmla="*/ 286577 h 286606"/>
                <a:gd name="connsiteX12" fmla="*/ 94303 w 180657"/>
                <a:gd name="connsiteY12" fmla="*/ 285826 h 286606"/>
                <a:gd name="connsiteX13" fmla="*/ 148900 w 180657"/>
                <a:gd name="connsiteY13" fmla="*/ 273587 h 286606"/>
                <a:gd name="connsiteX14" fmla="*/ 177063 w 180657"/>
                <a:gd name="connsiteY14" fmla="*/ 262475 h 286606"/>
                <a:gd name="connsiteX15" fmla="*/ 179916 w 180657"/>
                <a:gd name="connsiteY15" fmla="*/ 221554 h 286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657" h="286606">
                  <a:moveTo>
                    <a:pt x="179916" y="221554"/>
                  </a:moveTo>
                  <a:cubicBezTo>
                    <a:pt x="176086" y="168244"/>
                    <a:pt x="160240" y="60948"/>
                    <a:pt x="144619" y="11317"/>
                  </a:cubicBezTo>
                  <a:cubicBezTo>
                    <a:pt x="144026" y="8621"/>
                    <a:pt x="142900" y="6069"/>
                    <a:pt x="141315" y="3809"/>
                  </a:cubicBezTo>
                  <a:cubicBezTo>
                    <a:pt x="138371" y="978"/>
                    <a:pt x="134331" y="-396"/>
                    <a:pt x="130275" y="54"/>
                  </a:cubicBezTo>
                  <a:cubicBezTo>
                    <a:pt x="120588" y="54"/>
                    <a:pt x="95204" y="1181"/>
                    <a:pt x="85216" y="2007"/>
                  </a:cubicBezTo>
                  <a:cubicBezTo>
                    <a:pt x="80109" y="2457"/>
                    <a:pt x="56077" y="880"/>
                    <a:pt x="51571" y="3884"/>
                  </a:cubicBezTo>
                  <a:cubicBezTo>
                    <a:pt x="45855" y="8404"/>
                    <a:pt x="41402" y="14328"/>
                    <a:pt x="38653" y="21078"/>
                  </a:cubicBezTo>
                  <a:cubicBezTo>
                    <a:pt x="21681" y="55242"/>
                    <a:pt x="29867" y="95787"/>
                    <a:pt x="20780" y="134230"/>
                  </a:cubicBezTo>
                  <a:cubicBezTo>
                    <a:pt x="16124" y="153677"/>
                    <a:pt x="-399" y="225233"/>
                    <a:pt x="-23" y="242953"/>
                  </a:cubicBezTo>
                  <a:cubicBezTo>
                    <a:pt x="1749" y="247841"/>
                    <a:pt x="3131" y="252864"/>
                    <a:pt x="4107" y="257970"/>
                  </a:cubicBezTo>
                  <a:cubicBezTo>
                    <a:pt x="14171" y="271936"/>
                    <a:pt x="40606" y="264202"/>
                    <a:pt x="54049" y="273738"/>
                  </a:cubicBezTo>
                  <a:cubicBezTo>
                    <a:pt x="64045" y="280390"/>
                    <a:pt x="75370" y="284775"/>
                    <a:pt x="87243" y="286577"/>
                  </a:cubicBezTo>
                  <a:lnTo>
                    <a:pt x="94303" y="285826"/>
                  </a:lnTo>
                  <a:cubicBezTo>
                    <a:pt x="107820" y="284024"/>
                    <a:pt x="136659" y="280946"/>
                    <a:pt x="148900" y="273587"/>
                  </a:cubicBezTo>
                  <a:cubicBezTo>
                    <a:pt x="161141" y="266229"/>
                    <a:pt x="172331" y="278167"/>
                    <a:pt x="177063" y="262475"/>
                  </a:cubicBezTo>
                  <a:cubicBezTo>
                    <a:pt x="180495" y="249125"/>
                    <a:pt x="181456" y="235257"/>
                    <a:pt x="179916" y="221554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Content Placeholder 4">
              <a:extLst>
                <a:ext uri="{FF2B5EF4-FFF2-40B4-BE49-F238E27FC236}">
                  <a16:creationId xmlns:a16="http://schemas.microsoft.com/office/drawing/2014/main" id="{2EDAB7E3-DB8E-85BB-8846-509A29AA501C}"/>
                </a:ext>
              </a:extLst>
            </p:cNvPr>
            <p:cNvSpPr/>
            <p:nvPr/>
          </p:nvSpPr>
          <p:spPr>
            <a:xfrm>
              <a:off x="6610607" y="3813588"/>
              <a:ext cx="88074" cy="107516"/>
            </a:xfrm>
            <a:custGeom>
              <a:avLst/>
              <a:gdLst>
                <a:gd name="connsiteX0" fmla="*/ 86177 w 88074"/>
                <a:gd name="connsiteY0" fmla="*/ 14180 h 107516"/>
                <a:gd name="connsiteX1" fmla="*/ 71157 w 88074"/>
                <a:gd name="connsiteY1" fmla="*/ 2467 h 107516"/>
                <a:gd name="connsiteX2" fmla="*/ 51556 w 88074"/>
                <a:gd name="connsiteY2" fmla="*/ 364 h 107516"/>
                <a:gd name="connsiteX3" fmla="*/ 29477 w 88074"/>
                <a:gd name="connsiteY3" fmla="*/ 364 h 107516"/>
                <a:gd name="connsiteX4" fmla="*/ 8975 w 88074"/>
                <a:gd name="connsiteY4" fmla="*/ 7873 h 107516"/>
                <a:gd name="connsiteX5" fmla="*/ 564 w 88074"/>
                <a:gd name="connsiteY5" fmla="*/ 27320 h 107516"/>
                <a:gd name="connsiteX6" fmla="*/ 113 w 88074"/>
                <a:gd name="connsiteY6" fmla="*/ 48794 h 107516"/>
                <a:gd name="connsiteX7" fmla="*/ 12730 w 88074"/>
                <a:gd name="connsiteY7" fmla="*/ 94520 h 107516"/>
                <a:gd name="connsiteX8" fmla="*/ 22192 w 88074"/>
                <a:gd name="connsiteY8" fmla="*/ 104131 h 107516"/>
                <a:gd name="connsiteX9" fmla="*/ 38113 w 88074"/>
                <a:gd name="connsiteY9" fmla="*/ 107435 h 107516"/>
                <a:gd name="connsiteX10" fmla="*/ 56137 w 88074"/>
                <a:gd name="connsiteY10" fmla="*/ 104131 h 107516"/>
                <a:gd name="connsiteX11" fmla="*/ 67853 w 88074"/>
                <a:gd name="connsiteY11" fmla="*/ 94671 h 107516"/>
                <a:gd name="connsiteX12" fmla="*/ 81146 w 88074"/>
                <a:gd name="connsiteY12" fmla="*/ 76200 h 107516"/>
                <a:gd name="connsiteX13" fmla="*/ 84675 w 88074"/>
                <a:gd name="connsiteY13" fmla="*/ 43163 h 107516"/>
                <a:gd name="connsiteX14" fmla="*/ 87529 w 88074"/>
                <a:gd name="connsiteY14" fmla="*/ 28821 h 107516"/>
                <a:gd name="connsiteX15" fmla="*/ 86177 w 88074"/>
                <a:gd name="connsiteY15" fmla="*/ 14180 h 10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8074" h="107516">
                  <a:moveTo>
                    <a:pt x="86177" y="14180"/>
                  </a:moveTo>
                  <a:cubicBezTo>
                    <a:pt x="83046" y="8331"/>
                    <a:pt x="77593" y="4074"/>
                    <a:pt x="71157" y="2467"/>
                  </a:cubicBezTo>
                  <a:cubicBezTo>
                    <a:pt x="64729" y="1010"/>
                    <a:pt x="58150" y="304"/>
                    <a:pt x="51556" y="364"/>
                  </a:cubicBezTo>
                  <a:cubicBezTo>
                    <a:pt x="44204" y="-161"/>
                    <a:pt x="36829" y="-161"/>
                    <a:pt x="29477" y="364"/>
                  </a:cubicBezTo>
                  <a:cubicBezTo>
                    <a:pt x="22050" y="785"/>
                    <a:pt x="14915" y="3398"/>
                    <a:pt x="8975" y="7873"/>
                  </a:cubicBezTo>
                  <a:cubicBezTo>
                    <a:pt x="3019" y="12483"/>
                    <a:pt x="-158" y="19826"/>
                    <a:pt x="564" y="27320"/>
                  </a:cubicBezTo>
                  <a:lnTo>
                    <a:pt x="113" y="48794"/>
                  </a:lnTo>
                  <a:cubicBezTo>
                    <a:pt x="-901" y="65020"/>
                    <a:pt x="3537" y="81110"/>
                    <a:pt x="12730" y="94520"/>
                  </a:cubicBezTo>
                  <a:cubicBezTo>
                    <a:pt x="15125" y="98395"/>
                    <a:pt x="18355" y="101676"/>
                    <a:pt x="22192" y="104131"/>
                  </a:cubicBezTo>
                  <a:cubicBezTo>
                    <a:pt x="27141" y="106549"/>
                    <a:pt x="32616" y="107683"/>
                    <a:pt x="38113" y="107435"/>
                  </a:cubicBezTo>
                  <a:cubicBezTo>
                    <a:pt x="44294" y="107750"/>
                    <a:pt x="50467" y="106624"/>
                    <a:pt x="56137" y="104131"/>
                  </a:cubicBezTo>
                  <a:cubicBezTo>
                    <a:pt x="60538" y="101646"/>
                    <a:pt x="64496" y="98447"/>
                    <a:pt x="67853" y="94671"/>
                  </a:cubicBezTo>
                  <a:cubicBezTo>
                    <a:pt x="73470" y="89460"/>
                    <a:pt x="77992" y="83183"/>
                    <a:pt x="81146" y="76200"/>
                  </a:cubicBezTo>
                  <a:cubicBezTo>
                    <a:pt x="85051" y="65838"/>
                    <a:pt x="83023" y="54125"/>
                    <a:pt x="84675" y="43163"/>
                  </a:cubicBezTo>
                  <a:cubicBezTo>
                    <a:pt x="85426" y="38282"/>
                    <a:pt x="86853" y="33627"/>
                    <a:pt x="87529" y="28821"/>
                  </a:cubicBezTo>
                  <a:cubicBezTo>
                    <a:pt x="88535" y="23911"/>
                    <a:pt x="88062" y="18820"/>
                    <a:pt x="86177" y="14180"/>
                  </a:cubicBezTo>
                  <a:close/>
                </a:path>
              </a:pathLst>
            </a:custGeom>
            <a:solidFill>
              <a:srgbClr val="89796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Content Placeholder 4">
              <a:extLst>
                <a:ext uri="{FF2B5EF4-FFF2-40B4-BE49-F238E27FC236}">
                  <a16:creationId xmlns:a16="http://schemas.microsoft.com/office/drawing/2014/main" id="{6F185380-FE18-F057-FF66-34AD92629C4F}"/>
                </a:ext>
              </a:extLst>
            </p:cNvPr>
            <p:cNvSpPr/>
            <p:nvPr/>
          </p:nvSpPr>
          <p:spPr>
            <a:xfrm>
              <a:off x="6467484" y="4587758"/>
              <a:ext cx="85071" cy="29626"/>
            </a:xfrm>
            <a:custGeom>
              <a:avLst/>
              <a:gdLst>
                <a:gd name="connsiteX0" fmla="*/ 81579 w 85071"/>
                <a:gd name="connsiteY0" fmla="*/ 1367 h 29626"/>
                <a:gd name="connsiteX1" fmla="*/ 38171 w 85071"/>
                <a:gd name="connsiteY1" fmla="*/ 616 h 29626"/>
                <a:gd name="connsiteX2" fmla="*/ 10309 w 85071"/>
                <a:gd name="connsiteY2" fmla="*/ 13982 h 29626"/>
                <a:gd name="connsiteX3" fmla="*/ 2274 w 85071"/>
                <a:gd name="connsiteY3" fmla="*/ 17886 h 29626"/>
                <a:gd name="connsiteX4" fmla="*/ 772 w 85071"/>
                <a:gd name="connsiteY4" fmla="*/ 25995 h 29626"/>
                <a:gd name="connsiteX5" fmla="*/ 7906 w 85071"/>
                <a:gd name="connsiteY5" fmla="*/ 28698 h 29626"/>
                <a:gd name="connsiteX6" fmla="*/ 78800 w 85071"/>
                <a:gd name="connsiteY6" fmla="*/ 27497 h 29626"/>
                <a:gd name="connsiteX7" fmla="*/ 82180 w 85071"/>
                <a:gd name="connsiteY7" fmla="*/ 26370 h 29626"/>
                <a:gd name="connsiteX8" fmla="*/ 83607 w 85071"/>
                <a:gd name="connsiteY8" fmla="*/ 23892 h 29626"/>
                <a:gd name="connsiteX9" fmla="*/ 81579 w 85071"/>
                <a:gd name="connsiteY9" fmla="*/ 1367 h 29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5071" h="29626">
                  <a:moveTo>
                    <a:pt x="81579" y="1367"/>
                  </a:moveTo>
                  <a:cubicBezTo>
                    <a:pt x="67160" y="-194"/>
                    <a:pt x="52636" y="-450"/>
                    <a:pt x="38171" y="616"/>
                  </a:cubicBezTo>
                  <a:cubicBezTo>
                    <a:pt x="29505" y="6263"/>
                    <a:pt x="20140" y="10752"/>
                    <a:pt x="10309" y="13982"/>
                  </a:cubicBezTo>
                  <a:cubicBezTo>
                    <a:pt x="7388" y="14710"/>
                    <a:pt x="4654" y="16039"/>
                    <a:pt x="2274" y="17886"/>
                  </a:cubicBezTo>
                  <a:cubicBezTo>
                    <a:pt x="-85" y="19891"/>
                    <a:pt x="-715" y="23277"/>
                    <a:pt x="772" y="25995"/>
                  </a:cubicBezTo>
                  <a:cubicBezTo>
                    <a:pt x="2672" y="27850"/>
                    <a:pt x="5255" y="28826"/>
                    <a:pt x="7906" y="28698"/>
                  </a:cubicBezTo>
                  <a:cubicBezTo>
                    <a:pt x="31532" y="30215"/>
                    <a:pt x="55242" y="29809"/>
                    <a:pt x="78800" y="27497"/>
                  </a:cubicBezTo>
                  <a:cubicBezTo>
                    <a:pt x="80017" y="27482"/>
                    <a:pt x="81196" y="27091"/>
                    <a:pt x="82180" y="26370"/>
                  </a:cubicBezTo>
                  <a:cubicBezTo>
                    <a:pt x="82878" y="25695"/>
                    <a:pt x="83374" y="24839"/>
                    <a:pt x="83607" y="23892"/>
                  </a:cubicBezTo>
                  <a:cubicBezTo>
                    <a:pt x="86070" y="16429"/>
                    <a:pt x="85342" y="8275"/>
                    <a:pt x="81579" y="1367"/>
                  </a:cubicBezTo>
                  <a:close/>
                </a:path>
              </a:pathLst>
            </a:custGeom>
            <a:solidFill>
              <a:srgbClr val="A58C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Content Placeholder 4">
              <a:extLst>
                <a:ext uri="{FF2B5EF4-FFF2-40B4-BE49-F238E27FC236}">
                  <a16:creationId xmlns:a16="http://schemas.microsoft.com/office/drawing/2014/main" id="{A68719B0-DD9C-9F67-4380-2CAE583AD5B8}"/>
                </a:ext>
              </a:extLst>
            </p:cNvPr>
            <p:cNvSpPr/>
            <p:nvPr/>
          </p:nvSpPr>
          <p:spPr>
            <a:xfrm>
              <a:off x="6631984" y="4591032"/>
              <a:ext cx="76220" cy="27744"/>
            </a:xfrm>
            <a:custGeom>
              <a:avLst/>
              <a:gdLst>
                <a:gd name="connsiteX0" fmla="*/ 42871 w 76220"/>
                <a:gd name="connsiteY0" fmla="*/ -30 h 27744"/>
                <a:gd name="connsiteX1" fmla="*/ 4570 w 76220"/>
                <a:gd name="connsiteY1" fmla="*/ 3349 h 27744"/>
                <a:gd name="connsiteX2" fmla="*/ 3143 w 76220"/>
                <a:gd name="connsiteY2" fmla="*/ 27076 h 27744"/>
                <a:gd name="connsiteX3" fmla="*/ 75314 w 76220"/>
                <a:gd name="connsiteY3" fmla="*/ 23021 h 27744"/>
                <a:gd name="connsiteX4" fmla="*/ 64350 w 76220"/>
                <a:gd name="connsiteY4" fmla="*/ 10482 h 27744"/>
                <a:gd name="connsiteX5" fmla="*/ 42871 w 76220"/>
                <a:gd name="connsiteY5" fmla="*/ -30 h 27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220" h="27744">
                  <a:moveTo>
                    <a:pt x="42871" y="-30"/>
                  </a:moveTo>
                  <a:cubicBezTo>
                    <a:pt x="30044" y="203"/>
                    <a:pt x="17240" y="1337"/>
                    <a:pt x="4570" y="3349"/>
                  </a:cubicBezTo>
                  <a:cubicBezTo>
                    <a:pt x="965" y="5452"/>
                    <a:pt x="-2940" y="24373"/>
                    <a:pt x="3143" y="27076"/>
                  </a:cubicBezTo>
                  <a:cubicBezTo>
                    <a:pt x="9226" y="29779"/>
                    <a:pt x="75314" y="23021"/>
                    <a:pt x="75314" y="23021"/>
                  </a:cubicBezTo>
                  <a:cubicBezTo>
                    <a:pt x="75314" y="23021"/>
                    <a:pt x="80797" y="15513"/>
                    <a:pt x="64350" y="10482"/>
                  </a:cubicBezTo>
                  <a:cubicBezTo>
                    <a:pt x="47903" y="5452"/>
                    <a:pt x="45274" y="5752"/>
                    <a:pt x="42871" y="-30"/>
                  </a:cubicBezTo>
                  <a:close/>
                </a:path>
              </a:pathLst>
            </a:custGeom>
            <a:solidFill>
              <a:srgbClr val="A58C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Content Placeholder 4">
              <a:extLst>
                <a:ext uri="{FF2B5EF4-FFF2-40B4-BE49-F238E27FC236}">
                  <a16:creationId xmlns:a16="http://schemas.microsoft.com/office/drawing/2014/main" id="{D5067636-5014-11EA-CB84-9D0E79B07637}"/>
                </a:ext>
              </a:extLst>
            </p:cNvPr>
            <p:cNvSpPr/>
            <p:nvPr/>
          </p:nvSpPr>
          <p:spPr>
            <a:xfrm>
              <a:off x="6648638" y="4052301"/>
              <a:ext cx="65223" cy="48504"/>
            </a:xfrm>
            <a:custGeom>
              <a:avLst/>
              <a:gdLst>
                <a:gd name="connsiteX0" fmla="*/ 47545 w 65223"/>
                <a:gd name="connsiteY0" fmla="*/ 496 h 48504"/>
                <a:gd name="connsiteX1" fmla="*/ 6541 w 65223"/>
                <a:gd name="connsiteY1" fmla="*/ -30 h 48504"/>
                <a:gd name="connsiteX2" fmla="*/ 308 w 65223"/>
                <a:gd name="connsiteY2" fmla="*/ 26550 h 48504"/>
                <a:gd name="connsiteX3" fmla="*/ 758 w 65223"/>
                <a:gd name="connsiteY3" fmla="*/ 36762 h 48504"/>
                <a:gd name="connsiteX4" fmla="*/ 7742 w 65223"/>
                <a:gd name="connsiteY4" fmla="*/ 43744 h 48504"/>
                <a:gd name="connsiteX5" fmla="*/ 15703 w 65223"/>
                <a:gd name="connsiteY5" fmla="*/ 48475 h 48504"/>
                <a:gd name="connsiteX6" fmla="*/ 45743 w 65223"/>
                <a:gd name="connsiteY6" fmla="*/ 22421 h 48504"/>
                <a:gd name="connsiteX7" fmla="*/ 65194 w 65223"/>
                <a:gd name="connsiteY7" fmla="*/ 2898 h 48504"/>
                <a:gd name="connsiteX8" fmla="*/ 47545 w 65223"/>
                <a:gd name="connsiteY8" fmla="*/ 496 h 48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5223" h="48504">
                  <a:moveTo>
                    <a:pt x="47545" y="496"/>
                  </a:moveTo>
                  <a:cubicBezTo>
                    <a:pt x="33885" y="1412"/>
                    <a:pt x="20171" y="1232"/>
                    <a:pt x="6541" y="-30"/>
                  </a:cubicBezTo>
                  <a:cubicBezTo>
                    <a:pt x="3747" y="8650"/>
                    <a:pt x="1667" y="17540"/>
                    <a:pt x="308" y="26550"/>
                  </a:cubicBezTo>
                  <a:cubicBezTo>
                    <a:pt x="-263" y="29952"/>
                    <a:pt x="-106" y="33428"/>
                    <a:pt x="758" y="36762"/>
                  </a:cubicBezTo>
                  <a:cubicBezTo>
                    <a:pt x="1682" y="40163"/>
                    <a:pt x="4340" y="42821"/>
                    <a:pt x="7742" y="43744"/>
                  </a:cubicBezTo>
                  <a:lnTo>
                    <a:pt x="15703" y="48475"/>
                  </a:lnTo>
                  <a:cubicBezTo>
                    <a:pt x="25015" y="39014"/>
                    <a:pt x="35056" y="30304"/>
                    <a:pt x="45743" y="22421"/>
                  </a:cubicBezTo>
                  <a:cubicBezTo>
                    <a:pt x="52600" y="16293"/>
                    <a:pt x="59088" y="9776"/>
                    <a:pt x="65194" y="2898"/>
                  </a:cubicBezTo>
                  <a:cubicBezTo>
                    <a:pt x="59719" y="233"/>
                    <a:pt x="53531" y="-608"/>
                    <a:pt x="47545" y="496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Content Placeholder 4">
              <a:extLst>
                <a:ext uri="{FF2B5EF4-FFF2-40B4-BE49-F238E27FC236}">
                  <a16:creationId xmlns:a16="http://schemas.microsoft.com/office/drawing/2014/main" id="{BBFDF270-5577-BD83-01F4-972A0D4D2CD6}"/>
                </a:ext>
              </a:extLst>
            </p:cNvPr>
            <p:cNvSpPr/>
            <p:nvPr/>
          </p:nvSpPr>
          <p:spPr>
            <a:xfrm>
              <a:off x="6675645" y="3980247"/>
              <a:ext cx="104022" cy="114986"/>
            </a:xfrm>
            <a:custGeom>
              <a:avLst/>
              <a:gdLst>
                <a:gd name="connsiteX0" fmla="*/ 103524 w 104022"/>
                <a:gd name="connsiteY0" fmla="*/ 88843 h 114986"/>
                <a:gd name="connsiteX1" fmla="*/ 101496 w 104022"/>
                <a:gd name="connsiteY1" fmla="*/ 105286 h 114986"/>
                <a:gd name="connsiteX2" fmla="*/ 80769 w 104022"/>
                <a:gd name="connsiteY2" fmla="*/ 114897 h 114986"/>
                <a:gd name="connsiteX3" fmla="*/ 28650 w 104022"/>
                <a:gd name="connsiteY3" fmla="*/ 92372 h 114986"/>
                <a:gd name="connsiteX4" fmla="*/ 18286 w 104022"/>
                <a:gd name="connsiteY4" fmla="*/ 85990 h 114986"/>
                <a:gd name="connsiteX5" fmla="*/ 2515 w 104022"/>
                <a:gd name="connsiteY5" fmla="*/ 83962 h 114986"/>
                <a:gd name="connsiteX6" fmla="*/ 112 w 104022"/>
                <a:gd name="connsiteY6" fmla="*/ 82611 h 114986"/>
                <a:gd name="connsiteX7" fmla="*/ 112 w 104022"/>
                <a:gd name="connsiteY7" fmla="*/ 80583 h 114986"/>
                <a:gd name="connsiteX8" fmla="*/ 1839 w 104022"/>
                <a:gd name="connsiteY8" fmla="*/ 65566 h 114986"/>
                <a:gd name="connsiteX9" fmla="*/ 24369 w 104022"/>
                <a:gd name="connsiteY9" fmla="*/ 70822 h 114986"/>
                <a:gd name="connsiteX10" fmla="*/ 46899 w 104022"/>
                <a:gd name="connsiteY10" fmla="*/ 78331 h 114986"/>
                <a:gd name="connsiteX11" fmla="*/ 58239 w 104022"/>
                <a:gd name="connsiteY11" fmla="*/ 80283 h 114986"/>
                <a:gd name="connsiteX12" fmla="*/ 68528 w 104022"/>
                <a:gd name="connsiteY12" fmla="*/ 75928 h 114986"/>
                <a:gd name="connsiteX13" fmla="*/ 71081 w 104022"/>
                <a:gd name="connsiteY13" fmla="*/ 66017 h 114986"/>
                <a:gd name="connsiteX14" fmla="*/ 68152 w 104022"/>
                <a:gd name="connsiteY14" fmla="*/ 56031 h 114986"/>
                <a:gd name="connsiteX15" fmla="*/ 50203 w 104022"/>
                <a:gd name="connsiteY15" fmla="*/ 22243 h 114986"/>
                <a:gd name="connsiteX16" fmla="*/ 44946 w 104022"/>
                <a:gd name="connsiteY16" fmla="*/ 11355 h 114986"/>
                <a:gd name="connsiteX17" fmla="*/ 49678 w 104022"/>
                <a:gd name="connsiteY17" fmla="*/ 4372 h 114986"/>
                <a:gd name="connsiteX18" fmla="*/ 57939 w 104022"/>
                <a:gd name="connsiteY18" fmla="*/ 1594 h 114986"/>
                <a:gd name="connsiteX19" fmla="*/ 74235 w 104022"/>
                <a:gd name="connsiteY19" fmla="*/ 1594 h 114986"/>
                <a:gd name="connsiteX20" fmla="*/ 83247 w 104022"/>
                <a:gd name="connsiteY20" fmla="*/ 19239 h 114986"/>
                <a:gd name="connsiteX21" fmla="*/ 98868 w 104022"/>
                <a:gd name="connsiteY21" fmla="*/ 63614 h 114986"/>
                <a:gd name="connsiteX22" fmla="*/ 103524 w 104022"/>
                <a:gd name="connsiteY22" fmla="*/ 88843 h 114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04022" h="114986">
                  <a:moveTo>
                    <a:pt x="103524" y="88843"/>
                  </a:moveTo>
                  <a:cubicBezTo>
                    <a:pt x="104568" y="94399"/>
                    <a:pt x="103862" y="100150"/>
                    <a:pt x="101496" y="105286"/>
                  </a:cubicBezTo>
                  <a:cubicBezTo>
                    <a:pt x="96705" y="111848"/>
                    <a:pt x="88872" y="115475"/>
                    <a:pt x="80769" y="114897"/>
                  </a:cubicBezTo>
                  <a:cubicBezTo>
                    <a:pt x="61468" y="114897"/>
                    <a:pt x="43895" y="104310"/>
                    <a:pt x="28650" y="92372"/>
                  </a:cubicBezTo>
                  <a:cubicBezTo>
                    <a:pt x="25563" y="89691"/>
                    <a:pt x="22063" y="87536"/>
                    <a:pt x="18286" y="85990"/>
                  </a:cubicBezTo>
                  <a:cubicBezTo>
                    <a:pt x="13081" y="84931"/>
                    <a:pt x="7817" y="84255"/>
                    <a:pt x="2515" y="83962"/>
                  </a:cubicBezTo>
                  <a:cubicBezTo>
                    <a:pt x="1561" y="83857"/>
                    <a:pt x="697" y="83369"/>
                    <a:pt x="112" y="82611"/>
                  </a:cubicBezTo>
                  <a:cubicBezTo>
                    <a:pt x="-76" y="81950"/>
                    <a:pt x="-76" y="81244"/>
                    <a:pt x="112" y="80583"/>
                  </a:cubicBezTo>
                  <a:cubicBezTo>
                    <a:pt x="637" y="75477"/>
                    <a:pt x="1238" y="70372"/>
                    <a:pt x="1839" y="65566"/>
                  </a:cubicBezTo>
                  <a:cubicBezTo>
                    <a:pt x="9694" y="65123"/>
                    <a:pt x="17520" y="66948"/>
                    <a:pt x="24369" y="70822"/>
                  </a:cubicBezTo>
                  <a:cubicBezTo>
                    <a:pt x="31736" y="73736"/>
                    <a:pt x="39254" y="76243"/>
                    <a:pt x="46899" y="78331"/>
                  </a:cubicBezTo>
                  <a:cubicBezTo>
                    <a:pt x="50564" y="79532"/>
                    <a:pt x="54386" y="80185"/>
                    <a:pt x="58239" y="80283"/>
                  </a:cubicBezTo>
                  <a:cubicBezTo>
                    <a:pt x="62137" y="80403"/>
                    <a:pt x="65899" y="78811"/>
                    <a:pt x="68528" y="75928"/>
                  </a:cubicBezTo>
                  <a:cubicBezTo>
                    <a:pt x="70645" y="73090"/>
                    <a:pt x="71562" y="69531"/>
                    <a:pt x="71081" y="66017"/>
                  </a:cubicBezTo>
                  <a:cubicBezTo>
                    <a:pt x="70555" y="62571"/>
                    <a:pt x="69572" y="59214"/>
                    <a:pt x="68152" y="56031"/>
                  </a:cubicBezTo>
                  <a:cubicBezTo>
                    <a:pt x="63977" y="43897"/>
                    <a:pt x="57916" y="32499"/>
                    <a:pt x="50203" y="22243"/>
                  </a:cubicBezTo>
                  <a:cubicBezTo>
                    <a:pt x="47147" y="19397"/>
                    <a:pt x="45277" y="15515"/>
                    <a:pt x="44946" y="11355"/>
                  </a:cubicBezTo>
                  <a:cubicBezTo>
                    <a:pt x="45329" y="8412"/>
                    <a:pt x="47087" y="5822"/>
                    <a:pt x="49678" y="4372"/>
                  </a:cubicBezTo>
                  <a:cubicBezTo>
                    <a:pt x="52238" y="2961"/>
                    <a:pt x="55040" y="2015"/>
                    <a:pt x="57939" y="1594"/>
                  </a:cubicBezTo>
                  <a:cubicBezTo>
                    <a:pt x="62595" y="693"/>
                    <a:pt x="69955" y="-1559"/>
                    <a:pt x="74235" y="1594"/>
                  </a:cubicBezTo>
                  <a:cubicBezTo>
                    <a:pt x="78516" y="4748"/>
                    <a:pt x="81069" y="14058"/>
                    <a:pt x="83247" y="19239"/>
                  </a:cubicBezTo>
                  <a:cubicBezTo>
                    <a:pt x="89578" y="33610"/>
                    <a:pt x="94798" y="48447"/>
                    <a:pt x="98868" y="63614"/>
                  </a:cubicBezTo>
                  <a:cubicBezTo>
                    <a:pt x="101039" y="71896"/>
                    <a:pt x="102593" y="80328"/>
                    <a:pt x="103524" y="88843"/>
                  </a:cubicBezTo>
                  <a:close/>
                </a:path>
              </a:pathLst>
            </a:custGeom>
            <a:solidFill>
              <a:srgbClr val="89796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Content Placeholder 4">
              <a:extLst>
                <a:ext uri="{FF2B5EF4-FFF2-40B4-BE49-F238E27FC236}">
                  <a16:creationId xmlns:a16="http://schemas.microsoft.com/office/drawing/2014/main" id="{913D438E-D685-0A87-D3DE-94BA6C92370B}"/>
                </a:ext>
              </a:extLst>
            </p:cNvPr>
            <p:cNvSpPr/>
            <p:nvPr/>
          </p:nvSpPr>
          <p:spPr>
            <a:xfrm>
              <a:off x="6642431" y="4043384"/>
              <a:ext cx="42065" cy="30595"/>
            </a:xfrm>
            <a:custGeom>
              <a:avLst/>
              <a:gdLst>
                <a:gd name="connsiteX0" fmla="*/ 42037 w 42065"/>
                <a:gd name="connsiteY0" fmla="*/ 11440 h 30595"/>
                <a:gd name="connsiteX1" fmla="*/ 37531 w 42065"/>
                <a:gd name="connsiteY1" fmla="*/ 19699 h 30595"/>
                <a:gd name="connsiteX2" fmla="*/ 23863 w 42065"/>
                <a:gd name="connsiteY2" fmla="*/ 29160 h 30595"/>
                <a:gd name="connsiteX3" fmla="*/ 7566 w 42065"/>
                <a:gd name="connsiteY3" fmla="*/ 28559 h 30595"/>
                <a:gd name="connsiteX4" fmla="*/ 56 w 42065"/>
                <a:gd name="connsiteY4" fmla="*/ 14743 h 30595"/>
                <a:gd name="connsiteX5" fmla="*/ 8242 w 42065"/>
                <a:gd name="connsiteY5" fmla="*/ 4382 h 30595"/>
                <a:gd name="connsiteX6" fmla="*/ 21309 w 42065"/>
                <a:gd name="connsiteY6" fmla="*/ 477 h 30595"/>
                <a:gd name="connsiteX7" fmla="*/ 42037 w 42065"/>
                <a:gd name="connsiteY7" fmla="*/ 11440 h 30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065" h="30595">
                  <a:moveTo>
                    <a:pt x="42037" y="11440"/>
                  </a:moveTo>
                  <a:cubicBezTo>
                    <a:pt x="41661" y="14676"/>
                    <a:pt x="40047" y="17634"/>
                    <a:pt x="37531" y="19699"/>
                  </a:cubicBezTo>
                  <a:cubicBezTo>
                    <a:pt x="33693" y="23784"/>
                    <a:pt x="29037" y="27005"/>
                    <a:pt x="23863" y="29160"/>
                  </a:cubicBezTo>
                  <a:cubicBezTo>
                    <a:pt x="18583" y="31225"/>
                    <a:pt x="12680" y="31007"/>
                    <a:pt x="7566" y="28559"/>
                  </a:cubicBezTo>
                  <a:cubicBezTo>
                    <a:pt x="2414" y="25984"/>
                    <a:pt x="-582" y="20465"/>
                    <a:pt x="56" y="14743"/>
                  </a:cubicBezTo>
                  <a:cubicBezTo>
                    <a:pt x="1040" y="10208"/>
                    <a:pt x="4059" y="6387"/>
                    <a:pt x="8242" y="4382"/>
                  </a:cubicBezTo>
                  <a:cubicBezTo>
                    <a:pt x="12350" y="2362"/>
                    <a:pt x="16766" y="1040"/>
                    <a:pt x="21309" y="477"/>
                  </a:cubicBezTo>
                  <a:cubicBezTo>
                    <a:pt x="29570" y="-949"/>
                    <a:pt x="42037" y="27"/>
                    <a:pt x="42037" y="11440"/>
                  </a:cubicBezTo>
                  <a:close/>
                </a:path>
              </a:pathLst>
            </a:custGeom>
            <a:solidFill>
              <a:srgbClr val="89796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Content Placeholder 4">
              <a:extLst>
                <a:ext uri="{FF2B5EF4-FFF2-40B4-BE49-F238E27FC236}">
                  <a16:creationId xmlns:a16="http://schemas.microsoft.com/office/drawing/2014/main" id="{8322FB8B-C9F5-194D-E38C-077977A273DC}"/>
                </a:ext>
              </a:extLst>
            </p:cNvPr>
            <p:cNvSpPr/>
            <p:nvPr/>
          </p:nvSpPr>
          <p:spPr>
            <a:xfrm>
              <a:off x="6683517" y="3925906"/>
              <a:ext cx="76227" cy="76399"/>
            </a:xfrm>
            <a:custGeom>
              <a:avLst/>
              <a:gdLst>
                <a:gd name="connsiteX0" fmla="*/ 75751 w 76227"/>
                <a:gd name="connsiteY0" fmla="*/ 56161 h 76399"/>
                <a:gd name="connsiteX1" fmla="*/ 44885 w 76227"/>
                <a:gd name="connsiteY1" fmla="*/ 11486 h 76399"/>
                <a:gd name="connsiteX2" fmla="*/ 1928 w 76227"/>
                <a:gd name="connsiteY2" fmla="*/ 10885 h 76399"/>
                <a:gd name="connsiteX3" fmla="*/ 13268 w 76227"/>
                <a:gd name="connsiteY3" fmla="*/ 65847 h 76399"/>
                <a:gd name="connsiteX4" fmla="*/ 24368 w 76227"/>
                <a:gd name="connsiteY4" fmla="*/ 76366 h 76399"/>
                <a:gd name="connsiteX5" fmla="*/ 25434 w 76227"/>
                <a:gd name="connsiteY5" fmla="*/ 76284 h 76399"/>
                <a:gd name="connsiteX6" fmla="*/ 72372 w 76227"/>
                <a:gd name="connsiteY6" fmla="*/ 63444 h 76399"/>
                <a:gd name="connsiteX7" fmla="*/ 76051 w 76227"/>
                <a:gd name="connsiteY7" fmla="*/ 59915 h 76399"/>
                <a:gd name="connsiteX8" fmla="*/ 75751 w 76227"/>
                <a:gd name="connsiteY8" fmla="*/ 56161 h 76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227" h="76399">
                  <a:moveTo>
                    <a:pt x="75751" y="56161"/>
                  </a:moveTo>
                  <a:cubicBezTo>
                    <a:pt x="70945" y="38516"/>
                    <a:pt x="57727" y="24550"/>
                    <a:pt x="44885" y="11486"/>
                  </a:cubicBezTo>
                  <a:cubicBezTo>
                    <a:pt x="34221" y="598"/>
                    <a:pt x="10564" y="-7511"/>
                    <a:pt x="1928" y="10885"/>
                  </a:cubicBezTo>
                  <a:cubicBezTo>
                    <a:pt x="-5056" y="25902"/>
                    <a:pt x="8537" y="51881"/>
                    <a:pt x="13268" y="65847"/>
                  </a:cubicBezTo>
                  <a:cubicBezTo>
                    <a:pt x="13426" y="71816"/>
                    <a:pt x="18397" y="76524"/>
                    <a:pt x="24368" y="76366"/>
                  </a:cubicBezTo>
                  <a:cubicBezTo>
                    <a:pt x="24728" y="76359"/>
                    <a:pt x="25081" y="76329"/>
                    <a:pt x="25434" y="76284"/>
                  </a:cubicBezTo>
                  <a:cubicBezTo>
                    <a:pt x="41896" y="75901"/>
                    <a:pt x="58005" y="71493"/>
                    <a:pt x="72372" y="63444"/>
                  </a:cubicBezTo>
                  <a:cubicBezTo>
                    <a:pt x="73994" y="62768"/>
                    <a:pt x="75308" y="61507"/>
                    <a:pt x="76051" y="59915"/>
                  </a:cubicBezTo>
                  <a:cubicBezTo>
                    <a:pt x="76322" y="58661"/>
                    <a:pt x="76217" y="57355"/>
                    <a:pt x="75751" y="56161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Content Placeholder 4">
              <a:extLst>
                <a:ext uri="{FF2B5EF4-FFF2-40B4-BE49-F238E27FC236}">
                  <a16:creationId xmlns:a16="http://schemas.microsoft.com/office/drawing/2014/main" id="{716D9E89-C2C2-7F7D-25E7-29358AC55B9E}"/>
                </a:ext>
              </a:extLst>
            </p:cNvPr>
            <p:cNvSpPr/>
            <p:nvPr/>
          </p:nvSpPr>
          <p:spPr>
            <a:xfrm>
              <a:off x="6601772" y="3771767"/>
              <a:ext cx="131499" cy="116259"/>
            </a:xfrm>
            <a:custGeom>
              <a:avLst/>
              <a:gdLst>
                <a:gd name="connsiteX0" fmla="*/ 50028 w 131499"/>
                <a:gd name="connsiteY0" fmla="*/ 49543 h 116259"/>
                <a:gd name="connsiteX1" fmla="*/ 54383 w 131499"/>
                <a:gd name="connsiteY1" fmla="*/ 46615 h 116259"/>
                <a:gd name="connsiteX2" fmla="*/ 61585 w 131499"/>
                <a:gd name="connsiteY2" fmla="*/ 48845 h 116259"/>
                <a:gd name="connsiteX3" fmla="*/ 63395 w 131499"/>
                <a:gd name="connsiteY3" fmla="*/ 47291 h 116259"/>
                <a:gd name="connsiteX4" fmla="*/ 68179 w 131499"/>
                <a:gd name="connsiteY4" fmla="*/ 49333 h 116259"/>
                <a:gd name="connsiteX5" fmla="*/ 69704 w 131499"/>
                <a:gd name="connsiteY5" fmla="*/ 48192 h 116259"/>
                <a:gd name="connsiteX6" fmla="*/ 72107 w 131499"/>
                <a:gd name="connsiteY6" fmla="*/ 51045 h 116259"/>
                <a:gd name="connsiteX7" fmla="*/ 76162 w 131499"/>
                <a:gd name="connsiteY7" fmla="*/ 50069 h 116259"/>
                <a:gd name="connsiteX8" fmla="*/ 79317 w 131499"/>
                <a:gd name="connsiteY8" fmla="*/ 53936 h 116259"/>
                <a:gd name="connsiteX9" fmla="*/ 81494 w 131499"/>
                <a:gd name="connsiteY9" fmla="*/ 53448 h 116259"/>
                <a:gd name="connsiteX10" fmla="*/ 86459 w 131499"/>
                <a:gd name="connsiteY10" fmla="*/ 60859 h 116259"/>
                <a:gd name="connsiteX11" fmla="*/ 87127 w 131499"/>
                <a:gd name="connsiteY11" fmla="*/ 60956 h 116259"/>
                <a:gd name="connsiteX12" fmla="*/ 90131 w 131499"/>
                <a:gd name="connsiteY12" fmla="*/ 71018 h 116259"/>
                <a:gd name="connsiteX13" fmla="*/ 90131 w 131499"/>
                <a:gd name="connsiteY13" fmla="*/ 80028 h 116259"/>
                <a:gd name="connsiteX14" fmla="*/ 89725 w 131499"/>
                <a:gd name="connsiteY14" fmla="*/ 86387 h 116259"/>
                <a:gd name="connsiteX15" fmla="*/ 90506 w 131499"/>
                <a:gd name="connsiteY15" fmla="*/ 87086 h 116259"/>
                <a:gd name="connsiteX16" fmla="*/ 89831 w 131499"/>
                <a:gd name="connsiteY16" fmla="*/ 91290 h 116259"/>
                <a:gd name="connsiteX17" fmla="*/ 90807 w 131499"/>
                <a:gd name="connsiteY17" fmla="*/ 98799 h 116259"/>
                <a:gd name="connsiteX18" fmla="*/ 90206 w 131499"/>
                <a:gd name="connsiteY18" fmla="*/ 102253 h 116259"/>
                <a:gd name="connsiteX19" fmla="*/ 91633 w 131499"/>
                <a:gd name="connsiteY19" fmla="*/ 103229 h 116259"/>
                <a:gd name="connsiteX20" fmla="*/ 91633 w 131499"/>
                <a:gd name="connsiteY20" fmla="*/ 111713 h 116259"/>
                <a:gd name="connsiteX21" fmla="*/ 88929 w 131499"/>
                <a:gd name="connsiteY21" fmla="*/ 115242 h 116259"/>
                <a:gd name="connsiteX22" fmla="*/ 92234 w 131499"/>
                <a:gd name="connsiteY22" fmla="*/ 115693 h 116259"/>
                <a:gd name="connsiteX23" fmla="*/ 106202 w 131499"/>
                <a:gd name="connsiteY23" fmla="*/ 106608 h 116259"/>
                <a:gd name="connsiteX24" fmla="*/ 109056 w 131499"/>
                <a:gd name="connsiteY24" fmla="*/ 103829 h 116259"/>
                <a:gd name="connsiteX25" fmla="*/ 108305 w 131499"/>
                <a:gd name="connsiteY25" fmla="*/ 100225 h 116259"/>
                <a:gd name="connsiteX26" fmla="*/ 113337 w 131499"/>
                <a:gd name="connsiteY26" fmla="*/ 97072 h 116259"/>
                <a:gd name="connsiteX27" fmla="*/ 112796 w 131499"/>
                <a:gd name="connsiteY27" fmla="*/ 91793 h 116259"/>
                <a:gd name="connsiteX28" fmla="*/ 112736 w 131499"/>
                <a:gd name="connsiteY28" fmla="*/ 91741 h 116259"/>
                <a:gd name="connsiteX29" fmla="*/ 117317 w 131499"/>
                <a:gd name="connsiteY29" fmla="*/ 89338 h 116259"/>
                <a:gd name="connsiteX30" fmla="*/ 119795 w 131499"/>
                <a:gd name="connsiteY30" fmla="*/ 84383 h 116259"/>
                <a:gd name="connsiteX31" fmla="*/ 121748 w 131499"/>
                <a:gd name="connsiteY31" fmla="*/ 76198 h 116259"/>
                <a:gd name="connsiteX32" fmla="*/ 124602 w 131499"/>
                <a:gd name="connsiteY32" fmla="*/ 73345 h 116259"/>
                <a:gd name="connsiteX33" fmla="*/ 126705 w 131499"/>
                <a:gd name="connsiteY33" fmla="*/ 70041 h 116259"/>
                <a:gd name="connsiteX34" fmla="*/ 124076 w 131499"/>
                <a:gd name="connsiteY34" fmla="*/ 68089 h 116259"/>
                <a:gd name="connsiteX35" fmla="*/ 128507 w 131499"/>
                <a:gd name="connsiteY35" fmla="*/ 60205 h 116259"/>
                <a:gd name="connsiteX36" fmla="*/ 130385 w 131499"/>
                <a:gd name="connsiteY36" fmla="*/ 54198 h 116259"/>
                <a:gd name="connsiteX37" fmla="*/ 128132 w 131499"/>
                <a:gd name="connsiteY37" fmla="*/ 53373 h 116259"/>
                <a:gd name="connsiteX38" fmla="*/ 128808 w 131499"/>
                <a:gd name="connsiteY38" fmla="*/ 44888 h 116259"/>
                <a:gd name="connsiteX39" fmla="*/ 131308 w 131499"/>
                <a:gd name="connsiteY39" fmla="*/ 40203 h 116259"/>
                <a:gd name="connsiteX40" fmla="*/ 130460 w 131499"/>
                <a:gd name="connsiteY40" fmla="*/ 38731 h 116259"/>
                <a:gd name="connsiteX41" fmla="*/ 129033 w 131499"/>
                <a:gd name="connsiteY41" fmla="*/ 37380 h 116259"/>
                <a:gd name="connsiteX42" fmla="*/ 129859 w 131499"/>
                <a:gd name="connsiteY42" fmla="*/ 32950 h 116259"/>
                <a:gd name="connsiteX43" fmla="*/ 126652 w 131499"/>
                <a:gd name="connsiteY43" fmla="*/ 28715 h 116259"/>
                <a:gd name="connsiteX44" fmla="*/ 125127 w 131499"/>
                <a:gd name="connsiteY44" fmla="*/ 28820 h 116259"/>
                <a:gd name="connsiteX45" fmla="*/ 120667 w 131499"/>
                <a:gd name="connsiteY45" fmla="*/ 21462 h 116259"/>
                <a:gd name="connsiteX46" fmla="*/ 119720 w 131499"/>
                <a:gd name="connsiteY46" fmla="*/ 21312 h 116259"/>
                <a:gd name="connsiteX47" fmla="*/ 117617 w 131499"/>
                <a:gd name="connsiteY47" fmla="*/ 21312 h 116259"/>
                <a:gd name="connsiteX48" fmla="*/ 116341 w 131499"/>
                <a:gd name="connsiteY48" fmla="*/ 19134 h 116259"/>
                <a:gd name="connsiteX49" fmla="*/ 111459 w 131499"/>
                <a:gd name="connsiteY49" fmla="*/ 15080 h 116259"/>
                <a:gd name="connsiteX50" fmla="*/ 108606 w 131499"/>
                <a:gd name="connsiteY50" fmla="*/ 14404 h 116259"/>
                <a:gd name="connsiteX51" fmla="*/ 106578 w 131499"/>
                <a:gd name="connsiteY51" fmla="*/ 11701 h 116259"/>
                <a:gd name="connsiteX52" fmla="*/ 96890 w 131499"/>
                <a:gd name="connsiteY52" fmla="*/ 9673 h 116259"/>
                <a:gd name="connsiteX53" fmla="*/ 94186 w 131499"/>
                <a:gd name="connsiteY53" fmla="*/ 6220 h 116259"/>
                <a:gd name="connsiteX54" fmla="*/ 88028 w 131499"/>
                <a:gd name="connsiteY54" fmla="*/ 6220 h 116259"/>
                <a:gd name="connsiteX55" fmla="*/ 80518 w 131499"/>
                <a:gd name="connsiteY55" fmla="*/ 3592 h 116259"/>
                <a:gd name="connsiteX56" fmla="*/ 77364 w 131499"/>
                <a:gd name="connsiteY56" fmla="*/ 4718 h 116259"/>
                <a:gd name="connsiteX57" fmla="*/ 72182 w 131499"/>
                <a:gd name="connsiteY57" fmla="*/ 2090 h 116259"/>
                <a:gd name="connsiteX58" fmla="*/ 67301 w 131499"/>
                <a:gd name="connsiteY58" fmla="*/ 2991 h 116259"/>
                <a:gd name="connsiteX59" fmla="*/ 57928 w 131499"/>
                <a:gd name="connsiteY59" fmla="*/ 1099 h 116259"/>
                <a:gd name="connsiteX60" fmla="*/ 56486 w 131499"/>
                <a:gd name="connsiteY60" fmla="*/ 2390 h 116259"/>
                <a:gd name="connsiteX61" fmla="*/ 54534 w 131499"/>
                <a:gd name="connsiteY61" fmla="*/ 2390 h 116259"/>
                <a:gd name="connsiteX62" fmla="*/ 48676 w 131499"/>
                <a:gd name="connsiteY62" fmla="*/ 813 h 116259"/>
                <a:gd name="connsiteX63" fmla="*/ 43719 w 131499"/>
                <a:gd name="connsiteY63" fmla="*/ 3742 h 116259"/>
                <a:gd name="connsiteX64" fmla="*/ 36209 w 131499"/>
                <a:gd name="connsiteY64" fmla="*/ 3066 h 116259"/>
                <a:gd name="connsiteX65" fmla="*/ 34031 w 131499"/>
                <a:gd name="connsiteY65" fmla="*/ 5243 h 116259"/>
                <a:gd name="connsiteX66" fmla="*/ 28098 w 131499"/>
                <a:gd name="connsiteY66" fmla="*/ 5919 h 116259"/>
                <a:gd name="connsiteX67" fmla="*/ 24569 w 131499"/>
                <a:gd name="connsiteY67" fmla="*/ 9598 h 116259"/>
                <a:gd name="connsiteX68" fmla="*/ 18861 w 131499"/>
                <a:gd name="connsiteY68" fmla="*/ 9598 h 116259"/>
                <a:gd name="connsiteX69" fmla="*/ 16533 w 131499"/>
                <a:gd name="connsiteY69" fmla="*/ 14179 h 116259"/>
                <a:gd name="connsiteX70" fmla="*/ 11126 w 131499"/>
                <a:gd name="connsiteY70" fmla="*/ 20185 h 116259"/>
                <a:gd name="connsiteX71" fmla="*/ 11126 w 131499"/>
                <a:gd name="connsiteY71" fmla="*/ 22213 h 116259"/>
                <a:gd name="connsiteX72" fmla="*/ 9399 w 131499"/>
                <a:gd name="connsiteY72" fmla="*/ 23639 h 116259"/>
                <a:gd name="connsiteX73" fmla="*/ 6920 w 131499"/>
                <a:gd name="connsiteY73" fmla="*/ 31898 h 116259"/>
                <a:gd name="connsiteX74" fmla="*/ 1738 w 131499"/>
                <a:gd name="connsiteY74" fmla="*/ 34526 h 116259"/>
                <a:gd name="connsiteX75" fmla="*/ 987 w 131499"/>
                <a:gd name="connsiteY75" fmla="*/ 39932 h 116259"/>
                <a:gd name="connsiteX76" fmla="*/ 2264 w 131499"/>
                <a:gd name="connsiteY76" fmla="*/ 41734 h 116259"/>
                <a:gd name="connsiteX77" fmla="*/ 1213 w 131499"/>
                <a:gd name="connsiteY77" fmla="*/ 44513 h 116259"/>
                <a:gd name="connsiteX78" fmla="*/ 3090 w 131499"/>
                <a:gd name="connsiteY78" fmla="*/ 51045 h 116259"/>
                <a:gd name="connsiteX79" fmla="*/ 1265 w 131499"/>
                <a:gd name="connsiteY79" fmla="*/ 59124 h 116259"/>
                <a:gd name="connsiteX80" fmla="*/ 1663 w 131499"/>
                <a:gd name="connsiteY80" fmla="*/ 59680 h 116259"/>
                <a:gd name="connsiteX81" fmla="*/ 987 w 131499"/>
                <a:gd name="connsiteY81" fmla="*/ 71843 h 116259"/>
                <a:gd name="connsiteX82" fmla="*/ 2715 w 131499"/>
                <a:gd name="connsiteY82" fmla="*/ 79352 h 116259"/>
                <a:gd name="connsiteX83" fmla="*/ 3976 w 131499"/>
                <a:gd name="connsiteY83" fmla="*/ 85268 h 116259"/>
                <a:gd name="connsiteX84" fmla="*/ 3991 w 131499"/>
                <a:gd name="connsiteY84" fmla="*/ 85284 h 116259"/>
                <a:gd name="connsiteX85" fmla="*/ 4119 w 131499"/>
                <a:gd name="connsiteY85" fmla="*/ 89744 h 116259"/>
                <a:gd name="connsiteX86" fmla="*/ 4968 w 131499"/>
                <a:gd name="connsiteY86" fmla="*/ 90314 h 116259"/>
                <a:gd name="connsiteX87" fmla="*/ 8122 w 131499"/>
                <a:gd name="connsiteY87" fmla="*/ 99249 h 116259"/>
                <a:gd name="connsiteX88" fmla="*/ 10300 w 131499"/>
                <a:gd name="connsiteY88" fmla="*/ 97973 h 116259"/>
                <a:gd name="connsiteX89" fmla="*/ 14505 w 131499"/>
                <a:gd name="connsiteY89" fmla="*/ 81454 h 116259"/>
                <a:gd name="connsiteX90" fmla="*/ 14505 w 131499"/>
                <a:gd name="connsiteY90" fmla="*/ 72444 h 116259"/>
                <a:gd name="connsiteX91" fmla="*/ 18411 w 131499"/>
                <a:gd name="connsiteY91" fmla="*/ 64936 h 116259"/>
                <a:gd name="connsiteX92" fmla="*/ 23968 w 131499"/>
                <a:gd name="connsiteY92" fmla="*/ 60844 h 116259"/>
                <a:gd name="connsiteX93" fmla="*/ 23818 w 131499"/>
                <a:gd name="connsiteY93" fmla="*/ 58704 h 116259"/>
                <a:gd name="connsiteX94" fmla="*/ 30126 w 131499"/>
                <a:gd name="connsiteY94" fmla="*/ 53838 h 116259"/>
                <a:gd name="connsiteX95" fmla="*/ 30126 w 131499"/>
                <a:gd name="connsiteY95" fmla="*/ 52397 h 116259"/>
                <a:gd name="connsiteX96" fmla="*/ 37050 w 131499"/>
                <a:gd name="connsiteY96" fmla="*/ 48680 h 116259"/>
                <a:gd name="connsiteX97" fmla="*/ 37261 w 131499"/>
                <a:gd name="connsiteY97" fmla="*/ 47591 h 116259"/>
                <a:gd name="connsiteX98" fmla="*/ 42067 w 131499"/>
                <a:gd name="connsiteY98" fmla="*/ 46690 h 116259"/>
                <a:gd name="connsiteX99" fmla="*/ 46423 w 131499"/>
                <a:gd name="connsiteY99" fmla="*/ 47291 h 116259"/>
                <a:gd name="connsiteX100" fmla="*/ 50028 w 131499"/>
                <a:gd name="connsiteY100" fmla="*/ 49543 h 116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</a:cxnLst>
              <a:rect l="l" t="t" r="r" b="b"/>
              <a:pathLst>
                <a:path w="131499" h="116259">
                  <a:moveTo>
                    <a:pt x="50028" y="49543"/>
                  </a:moveTo>
                  <a:cubicBezTo>
                    <a:pt x="51815" y="49190"/>
                    <a:pt x="53385" y="48139"/>
                    <a:pt x="54383" y="46615"/>
                  </a:cubicBezTo>
                  <a:cubicBezTo>
                    <a:pt x="55758" y="49220"/>
                    <a:pt x="58980" y="50219"/>
                    <a:pt x="61585" y="48845"/>
                  </a:cubicBezTo>
                  <a:cubicBezTo>
                    <a:pt x="62299" y="48470"/>
                    <a:pt x="62915" y="47937"/>
                    <a:pt x="63395" y="47291"/>
                  </a:cubicBezTo>
                  <a:cubicBezTo>
                    <a:pt x="64154" y="49176"/>
                    <a:pt x="66294" y="50091"/>
                    <a:pt x="68179" y="49333"/>
                  </a:cubicBezTo>
                  <a:cubicBezTo>
                    <a:pt x="68780" y="49093"/>
                    <a:pt x="69306" y="48702"/>
                    <a:pt x="69704" y="48192"/>
                  </a:cubicBezTo>
                  <a:cubicBezTo>
                    <a:pt x="69704" y="49543"/>
                    <a:pt x="70755" y="50820"/>
                    <a:pt x="72107" y="51045"/>
                  </a:cubicBezTo>
                  <a:cubicBezTo>
                    <a:pt x="73527" y="51113"/>
                    <a:pt x="74931" y="50767"/>
                    <a:pt x="76162" y="50069"/>
                  </a:cubicBezTo>
                  <a:cubicBezTo>
                    <a:pt x="75967" y="52006"/>
                    <a:pt x="77379" y="53741"/>
                    <a:pt x="79317" y="53936"/>
                  </a:cubicBezTo>
                  <a:cubicBezTo>
                    <a:pt x="80075" y="54011"/>
                    <a:pt x="80841" y="53838"/>
                    <a:pt x="81494" y="53448"/>
                  </a:cubicBezTo>
                  <a:cubicBezTo>
                    <a:pt x="80819" y="56864"/>
                    <a:pt x="83042" y="60183"/>
                    <a:pt x="86459" y="60859"/>
                  </a:cubicBezTo>
                  <a:cubicBezTo>
                    <a:pt x="86676" y="60904"/>
                    <a:pt x="86902" y="60934"/>
                    <a:pt x="87127" y="60956"/>
                  </a:cubicBezTo>
                  <a:cubicBezTo>
                    <a:pt x="85227" y="64568"/>
                    <a:pt x="86564" y="69035"/>
                    <a:pt x="90131" y="71018"/>
                  </a:cubicBezTo>
                  <a:cubicBezTo>
                    <a:pt x="87690" y="73525"/>
                    <a:pt x="87690" y="77520"/>
                    <a:pt x="90131" y="80028"/>
                  </a:cubicBezTo>
                  <a:cubicBezTo>
                    <a:pt x="88261" y="81672"/>
                    <a:pt x="88081" y="84518"/>
                    <a:pt x="89725" y="86387"/>
                  </a:cubicBezTo>
                  <a:cubicBezTo>
                    <a:pt x="89958" y="86650"/>
                    <a:pt x="90221" y="86883"/>
                    <a:pt x="90506" y="87086"/>
                  </a:cubicBezTo>
                  <a:cubicBezTo>
                    <a:pt x="89680" y="88325"/>
                    <a:pt x="89433" y="89856"/>
                    <a:pt x="89831" y="91290"/>
                  </a:cubicBezTo>
                  <a:lnTo>
                    <a:pt x="90807" y="98799"/>
                  </a:lnTo>
                  <a:cubicBezTo>
                    <a:pt x="89688" y="99587"/>
                    <a:pt x="89418" y="101134"/>
                    <a:pt x="90206" y="102253"/>
                  </a:cubicBezTo>
                  <a:cubicBezTo>
                    <a:pt x="90552" y="102741"/>
                    <a:pt x="91055" y="103086"/>
                    <a:pt x="91633" y="103229"/>
                  </a:cubicBezTo>
                  <a:cubicBezTo>
                    <a:pt x="89410" y="105617"/>
                    <a:pt x="89410" y="109318"/>
                    <a:pt x="91633" y="111713"/>
                  </a:cubicBezTo>
                  <a:cubicBezTo>
                    <a:pt x="90349" y="112539"/>
                    <a:pt x="89395" y="113786"/>
                    <a:pt x="88929" y="115242"/>
                  </a:cubicBezTo>
                  <a:cubicBezTo>
                    <a:pt x="88929" y="116594"/>
                    <a:pt x="91107" y="116368"/>
                    <a:pt x="92234" y="115693"/>
                  </a:cubicBezTo>
                  <a:cubicBezTo>
                    <a:pt x="96965" y="112839"/>
                    <a:pt x="101621" y="109761"/>
                    <a:pt x="106202" y="106608"/>
                  </a:cubicBezTo>
                  <a:cubicBezTo>
                    <a:pt x="107389" y="105954"/>
                    <a:pt x="108373" y="104993"/>
                    <a:pt x="109056" y="103829"/>
                  </a:cubicBezTo>
                  <a:cubicBezTo>
                    <a:pt x="109717" y="102606"/>
                    <a:pt x="109402" y="101081"/>
                    <a:pt x="108305" y="100225"/>
                  </a:cubicBezTo>
                  <a:cubicBezTo>
                    <a:pt x="110235" y="99640"/>
                    <a:pt x="111970" y="98551"/>
                    <a:pt x="113337" y="97072"/>
                  </a:cubicBezTo>
                  <a:cubicBezTo>
                    <a:pt x="114644" y="95465"/>
                    <a:pt x="114403" y="93100"/>
                    <a:pt x="112796" y="91793"/>
                  </a:cubicBezTo>
                  <a:cubicBezTo>
                    <a:pt x="112781" y="91771"/>
                    <a:pt x="112759" y="91756"/>
                    <a:pt x="112736" y="91741"/>
                  </a:cubicBezTo>
                  <a:cubicBezTo>
                    <a:pt x="114591" y="91861"/>
                    <a:pt x="116363" y="90937"/>
                    <a:pt x="117317" y="89338"/>
                  </a:cubicBezTo>
                  <a:cubicBezTo>
                    <a:pt x="118369" y="87761"/>
                    <a:pt x="118894" y="86034"/>
                    <a:pt x="119795" y="84383"/>
                  </a:cubicBezTo>
                  <a:cubicBezTo>
                    <a:pt x="120697" y="82731"/>
                    <a:pt x="123550" y="78601"/>
                    <a:pt x="121748" y="76198"/>
                  </a:cubicBezTo>
                  <a:cubicBezTo>
                    <a:pt x="122522" y="75087"/>
                    <a:pt x="123490" y="74119"/>
                    <a:pt x="124602" y="73345"/>
                  </a:cubicBezTo>
                  <a:cubicBezTo>
                    <a:pt x="125758" y="72617"/>
                    <a:pt x="126532" y="71400"/>
                    <a:pt x="126705" y="70041"/>
                  </a:cubicBezTo>
                  <a:cubicBezTo>
                    <a:pt x="126705" y="68690"/>
                    <a:pt x="125203" y="67338"/>
                    <a:pt x="124076" y="68089"/>
                  </a:cubicBezTo>
                  <a:cubicBezTo>
                    <a:pt x="126900" y="66482"/>
                    <a:pt x="128597" y="63449"/>
                    <a:pt x="128507" y="60205"/>
                  </a:cubicBezTo>
                  <a:cubicBezTo>
                    <a:pt x="129281" y="58253"/>
                    <a:pt x="129904" y="56241"/>
                    <a:pt x="130385" y="54198"/>
                  </a:cubicBezTo>
                  <a:lnTo>
                    <a:pt x="128132" y="53373"/>
                  </a:lnTo>
                  <a:cubicBezTo>
                    <a:pt x="129859" y="50745"/>
                    <a:pt x="131361" y="46765"/>
                    <a:pt x="128808" y="44888"/>
                  </a:cubicBezTo>
                  <a:cubicBezTo>
                    <a:pt x="130790" y="44287"/>
                    <a:pt x="131909" y="42192"/>
                    <a:pt x="131308" y="40203"/>
                  </a:cubicBezTo>
                  <a:cubicBezTo>
                    <a:pt x="131143" y="39655"/>
                    <a:pt x="130850" y="39152"/>
                    <a:pt x="130460" y="38731"/>
                  </a:cubicBezTo>
                  <a:cubicBezTo>
                    <a:pt x="130009" y="38281"/>
                    <a:pt x="129333" y="37980"/>
                    <a:pt x="129033" y="37380"/>
                  </a:cubicBezTo>
                  <a:cubicBezTo>
                    <a:pt x="128732" y="36779"/>
                    <a:pt x="129559" y="34451"/>
                    <a:pt x="129859" y="32950"/>
                  </a:cubicBezTo>
                  <a:cubicBezTo>
                    <a:pt x="130144" y="30892"/>
                    <a:pt x="128710" y="29000"/>
                    <a:pt x="126652" y="28715"/>
                  </a:cubicBezTo>
                  <a:cubicBezTo>
                    <a:pt x="126141" y="28647"/>
                    <a:pt x="125623" y="28685"/>
                    <a:pt x="125127" y="28820"/>
                  </a:cubicBezTo>
                  <a:cubicBezTo>
                    <a:pt x="125924" y="25554"/>
                    <a:pt x="123933" y="22265"/>
                    <a:pt x="120667" y="21462"/>
                  </a:cubicBezTo>
                  <a:cubicBezTo>
                    <a:pt x="120359" y="21387"/>
                    <a:pt x="120036" y="21334"/>
                    <a:pt x="119720" y="21312"/>
                  </a:cubicBezTo>
                  <a:cubicBezTo>
                    <a:pt x="119029" y="21507"/>
                    <a:pt x="118308" y="21507"/>
                    <a:pt x="117617" y="21312"/>
                  </a:cubicBezTo>
                  <a:cubicBezTo>
                    <a:pt x="116942" y="20861"/>
                    <a:pt x="116716" y="19885"/>
                    <a:pt x="116341" y="19134"/>
                  </a:cubicBezTo>
                  <a:cubicBezTo>
                    <a:pt x="115552" y="17009"/>
                    <a:pt x="113690" y="15470"/>
                    <a:pt x="111459" y="15080"/>
                  </a:cubicBezTo>
                  <a:cubicBezTo>
                    <a:pt x="110468" y="15087"/>
                    <a:pt x="109492" y="14854"/>
                    <a:pt x="108606" y="14404"/>
                  </a:cubicBezTo>
                  <a:cubicBezTo>
                    <a:pt x="107704" y="13803"/>
                    <a:pt x="107329" y="12527"/>
                    <a:pt x="106578" y="11701"/>
                  </a:cubicBezTo>
                  <a:cubicBezTo>
                    <a:pt x="104175" y="9298"/>
                    <a:pt x="99443" y="11701"/>
                    <a:pt x="96890" y="9673"/>
                  </a:cubicBezTo>
                  <a:cubicBezTo>
                    <a:pt x="95764" y="8697"/>
                    <a:pt x="95463" y="7045"/>
                    <a:pt x="94186" y="6220"/>
                  </a:cubicBezTo>
                  <a:cubicBezTo>
                    <a:pt x="92910" y="5394"/>
                    <a:pt x="90131" y="6220"/>
                    <a:pt x="88028" y="6220"/>
                  </a:cubicBezTo>
                  <a:cubicBezTo>
                    <a:pt x="85925" y="6220"/>
                    <a:pt x="82997" y="3066"/>
                    <a:pt x="80518" y="3592"/>
                  </a:cubicBezTo>
                  <a:cubicBezTo>
                    <a:pt x="79392" y="3592"/>
                    <a:pt x="78415" y="4643"/>
                    <a:pt x="77364" y="4718"/>
                  </a:cubicBezTo>
                  <a:cubicBezTo>
                    <a:pt x="76313" y="4793"/>
                    <a:pt x="73834" y="3216"/>
                    <a:pt x="72182" y="2090"/>
                  </a:cubicBezTo>
                  <a:cubicBezTo>
                    <a:pt x="70530" y="964"/>
                    <a:pt x="67526" y="964"/>
                    <a:pt x="67301" y="2991"/>
                  </a:cubicBezTo>
                  <a:cubicBezTo>
                    <a:pt x="65235" y="-118"/>
                    <a:pt x="61045" y="-966"/>
                    <a:pt x="57928" y="1099"/>
                  </a:cubicBezTo>
                  <a:cubicBezTo>
                    <a:pt x="57387" y="1459"/>
                    <a:pt x="56907" y="1895"/>
                    <a:pt x="56486" y="2390"/>
                  </a:cubicBezTo>
                  <a:cubicBezTo>
                    <a:pt x="56486" y="1264"/>
                    <a:pt x="54459" y="1039"/>
                    <a:pt x="54534" y="2390"/>
                  </a:cubicBezTo>
                  <a:cubicBezTo>
                    <a:pt x="52701" y="1504"/>
                    <a:pt x="50711" y="964"/>
                    <a:pt x="48676" y="813"/>
                  </a:cubicBezTo>
                  <a:cubicBezTo>
                    <a:pt x="46595" y="753"/>
                    <a:pt x="44673" y="1895"/>
                    <a:pt x="43719" y="3742"/>
                  </a:cubicBezTo>
                  <a:cubicBezTo>
                    <a:pt x="41316" y="2541"/>
                    <a:pt x="38237" y="1339"/>
                    <a:pt x="36209" y="3066"/>
                  </a:cubicBezTo>
                  <a:cubicBezTo>
                    <a:pt x="35383" y="3667"/>
                    <a:pt x="34857" y="4643"/>
                    <a:pt x="34031" y="5243"/>
                  </a:cubicBezTo>
                  <a:cubicBezTo>
                    <a:pt x="33205" y="5844"/>
                    <a:pt x="30126" y="5844"/>
                    <a:pt x="28098" y="5919"/>
                  </a:cubicBezTo>
                  <a:cubicBezTo>
                    <a:pt x="26071" y="5994"/>
                    <a:pt x="23592" y="7871"/>
                    <a:pt x="24569" y="9598"/>
                  </a:cubicBezTo>
                  <a:cubicBezTo>
                    <a:pt x="22699" y="9110"/>
                    <a:pt x="20731" y="9110"/>
                    <a:pt x="18861" y="9598"/>
                  </a:cubicBezTo>
                  <a:cubicBezTo>
                    <a:pt x="16969" y="10244"/>
                    <a:pt x="15940" y="12271"/>
                    <a:pt x="16533" y="14179"/>
                  </a:cubicBezTo>
                  <a:cubicBezTo>
                    <a:pt x="13431" y="14456"/>
                    <a:pt x="11073" y="17077"/>
                    <a:pt x="11126" y="20185"/>
                  </a:cubicBezTo>
                  <a:cubicBezTo>
                    <a:pt x="11276" y="20854"/>
                    <a:pt x="11276" y="21544"/>
                    <a:pt x="11126" y="22213"/>
                  </a:cubicBezTo>
                  <a:cubicBezTo>
                    <a:pt x="10698" y="22843"/>
                    <a:pt x="10097" y="23339"/>
                    <a:pt x="9399" y="23639"/>
                  </a:cubicBezTo>
                  <a:cubicBezTo>
                    <a:pt x="6665" y="25419"/>
                    <a:pt x="5621" y="28910"/>
                    <a:pt x="6920" y="31898"/>
                  </a:cubicBezTo>
                  <a:cubicBezTo>
                    <a:pt x="4968" y="32229"/>
                    <a:pt x="3158" y="33145"/>
                    <a:pt x="1738" y="34526"/>
                  </a:cubicBezTo>
                  <a:cubicBezTo>
                    <a:pt x="304" y="35953"/>
                    <a:pt x="-4" y="38168"/>
                    <a:pt x="987" y="39932"/>
                  </a:cubicBezTo>
                  <a:cubicBezTo>
                    <a:pt x="1438" y="40533"/>
                    <a:pt x="2114" y="40984"/>
                    <a:pt x="2264" y="41734"/>
                  </a:cubicBezTo>
                  <a:cubicBezTo>
                    <a:pt x="2414" y="42485"/>
                    <a:pt x="1663" y="43612"/>
                    <a:pt x="1213" y="44513"/>
                  </a:cubicBezTo>
                  <a:cubicBezTo>
                    <a:pt x="86" y="46848"/>
                    <a:pt x="897" y="49663"/>
                    <a:pt x="3090" y="51045"/>
                  </a:cubicBezTo>
                  <a:cubicBezTo>
                    <a:pt x="357" y="52772"/>
                    <a:pt x="-462" y="56391"/>
                    <a:pt x="1265" y="59124"/>
                  </a:cubicBezTo>
                  <a:cubicBezTo>
                    <a:pt x="1385" y="59319"/>
                    <a:pt x="1521" y="59500"/>
                    <a:pt x="1663" y="59680"/>
                  </a:cubicBezTo>
                  <a:cubicBezTo>
                    <a:pt x="-327" y="63442"/>
                    <a:pt x="-575" y="67886"/>
                    <a:pt x="987" y="71843"/>
                  </a:cubicBezTo>
                  <a:cubicBezTo>
                    <a:pt x="1588" y="74246"/>
                    <a:pt x="2189" y="76649"/>
                    <a:pt x="2715" y="79352"/>
                  </a:cubicBezTo>
                  <a:cubicBezTo>
                    <a:pt x="1431" y="81334"/>
                    <a:pt x="1994" y="83985"/>
                    <a:pt x="3976" y="85268"/>
                  </a:cubicBezTo>
                  <a:cubicBezTo>
                    <a:pt x="3976" y="85276"/>
                    <a:pt x="3984" y="85276"/>
                    <a:pt x="3991" y="85284"/>
                  </a:cubicBezTo>
                  <a:cubicBezTo>
                    <a:pt x="2797" y="86553"/>
                    <a:pt x="2850" y="88542"/>
                    <a:pt x="4119" y="89744"/>
                  </a:cubicBezTo>
                  <a:cubicBezTo>
                    <a:pt x="4367" y="89976"/>
                    <a:pt x="4652" y="90172"/>
                    <a:pt x="4968" y="90314"/>
                  </a:cubicBezTo>
                  <a:cubicBezTo>
                    <a:pt x="5125" y="93535"/>
                    <a:pt x="6222" y="96644"/>
                    <a:pt x="8122" y="99249"/>
                  </a:cubicBezTo>
                  <a:cubicBezTo>
                    <a:pt x="8572" y="100300"/>
                    <a:pt x="9999" y="99249"/>
                    <a:pt x="10300" y="97973"/>
                  </a:cubicBezTo>
                  <a:cubicBezTo>
                    <a:pt x="11727" y="92492"/>
                    <a:pt x="13154" y="86935"/>
                    <a:pt x="14505" y="81454"/>
                  </a:cubicBezTo>
                  <a:cubicBezTo>
                    <a:pt x="15790" y="78586"/>
                    <a:pt x="15790" y="75312"/>
                    <a:pt x="14505" y="72444"/>
                  </a:cubicBezTo>
                  <a:cubicBezTo>
                    <a:pt x="16894" y="70672"/>
                    <a:pt x="18328" y="67902"/>
                    <a:pt x="18411" y="64936"/>
                  </a:cubicBezTo>
                  <a:cubicBezTo>
                    <a:pt x="21077" y="65341"/>
                    <a:pt x="23562" y="63509"/>
                    <a:pt x="23968" y="60844"/>
                  </a:cubicBezTo>
                  <a:cubicBezTo>
                    <a:pt x="24081" y="60130"/>
                    <a:pt x="24028" y="59394"/>
                    <a:pt x="23818" y="58704"/>
                  </a:cubicBezTo>
                  <a:cubicBezTo>
                    <a:pt x="26904" y="59102"/>
                    <a:pt x="29728" y="56924"/>
                    <a:pt x="30126" y="53838"/>
                  </a:cubicBezTo>
                  <a:cubicBezTo>
                    <a:pt x="30186" y="53358"/>
                    <a:pt x="30186" y="52877"/>
                    <a:pt x="30126" y="52397"/>
                  </a:cubicBezTo>
                  <a:cubicBezTo>
                    <a:pt x="33063" y="53283"/>
                    <a:pt x="36164" y="51616"/>
                    <a:pt x="37050" y="48680"/>
                  </a:cubicBezTo>
                  <a:cubicBezTo>
                    <a:pt x="37155" y="48319"/>
                    <a:pt x="37223" y="47959"/>
                    <a:pt x="37261" y="47591"/>
                  </a:cubicBezTo>
                  <a:cubicBezTo>
                    <a:pt x="38087" y="49769"/>
                    <a:pt x="42067" y="48943"/>
                    <a:pt x="42067" y="46690"/>
                  </a:cubicBezTo>
                  <a:cubicBezTo>
                    <a:pt x="42067" y="47816"/>
                    <a:pt x="45897" y="46690"/>
                    <a:pt x="46423" y="47291"/>
                  </a:cubicBezTo>
                  <a:cubicBezTo>
                    <a:pt x="46949" y="47891"/>
                    <a:pt x="47625" y="49769"/>
                    <a:pt x="50028" y="49543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Content Placeholder 4">
              <a:extLst>
                <a:ext uri="{FF2B5EF4-FFF2-40B4-BE49-F238E27FC236}">
                  <a16:creationId xmlns:a16="http://schemas.microsoft.com/office/drawing/2014/main" id="{45D6D11C-52D5-45D7-EF8B-F26BEA543A6A}"/>
                </a:ext>
              </a:extLst>
            </p:cNvPr>
            <p:cNvSpPr/>
            <p:nvPr/>
          </p:nvSpPr>
          <p:spPr>
            <a:xfrm>
              <a:off x="6516718" y="4092275"/>
              <a:ext cx="147881" cy="13792"/>
            </a:xfrm>
            <a:custGeom>
              <a:avLst/>
              <a:gdLst>
                <a:gd name="connsiteX0" fmla="*/ 146947 w 147881"/>
                <a:gd name="connsiteY0" fmla="*/ 466 h 13792"/>
                <a:gd name="connsiteX1" fmla="*/ 147699 w 147881"/>
                <a:gd name="connsiteY1" fmla="*/ 8951 h 13792"/>
                <a:gd name="connsiteX2" fmla="*/ 653 w 147881"/>
                <a:gd name="connsiteY2" fmla="*/ 13606 h 13792"/>
                <a:gd name="connsiteX3" fmla="*/ 21230 w 147881"/>
                <a:gd name="connsiteY3" fmla="*/ 1292 h 13792"/>
                <a:gd name="connsiteX4" fmla="*/ 63737 w 147881"/>
                <a:gd name="connsiteY4" fmla="*/ 3395 h 13792"/>
                <a:gd name="connsiteX5" fmla="*/ 146947 w 147881"/>
                <a:gd name="connsiteY5" fmla="*/ 466 h 13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881" h="13792">
                  <a:moveTo>
                    <a:pt x="146947" y="466"/>
                  </a:moveTo>
                  <a:cubicBezTo>
                    <a:pt x="147796" y="3207"/>
                    <a:pt x="148051" y="6098"/>
                    <a:pt x="147699" y="8951"/>
                  </a:cubicBezTo>
                  <a:cubicBezTo>
                    <a:pt x="98808" y="12780"/>
                    <a:pt x="49693" y="14282"/>
                    <a:pt x="653" y="13606"/>
                  </a:cubicBezTo>
                  <a:cubicBezTo>
                    <a:pt x="-3252" y="-4790"/>
                    <a:pt x="10416" y="466"/>
                    <a:pt x="21230" y="1292"/>
                  </a:cubicBezTo>
                  <a:cubicBezTo>
                    <a:pt x="35349" y="2419"/>
                    <a:pt x="49543" y="3095"/>
                    <a:pt x="63737" y="3395"/>
                  </a:cubicBezTo>
                  <a:cubicBezTo>
                    <a:pt x="71247" y="3545"/>
                    <a:pt x="146422" y="-1486"/>
                    <a:pt x="146947" y="466"/>
                  </a:cubicBezTo>
                  <a:close/>
                </a:path>
              </a:pathLst>
            </a:custGeom>
            <a:solidFill>
              <a:srgbClr val="F7F7F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Content Placeholder 4">
              <a:extLst>
                <a:ext uri="{FF2B5EF4-FFF2-40B4-BE49-F238E27FC236}">
                  <a16:creationId xmlns:a16="http://schemas.microsoft.com/office/drawing/2014/main" id="{FC955007-2832-0737-9DBD-E4E27C465ACB}"/>
                </a:ext>
              </a:extLst>
            </p:cNvPr>
            <p:cNvSpPr/>
            <p:nvPr/>
          </p:nvSpPr>
          <p:spPr>
            <a:xfrm>
              <a:off x="6512218" y="3957844"/>
              <a:ext cx="152373" cy="142585"/>
            </a:xfrm>
            <a:custGeom>
              <a:avLst/>
              <a:gdLst>
                <a:gd name="connsiteX0" fmla="*/ -29 w 152373"/>
                <a:gd name="connsiteY0" fmla="*/ 6878 h 142585"/>
                <a:gd name="connsiteX1" fmla="*/ 148969 w 152373"/>
                <a:gd name="connsiteY1" fmla="*/ -30 h 142585"/>
                <a:gd name="connsiteX2" fmla="*/ 150021 w 152373"/>
                <a:gd name="connsiteY2" fmla="*/ 139252 h 142585"/>
                <a:gd name="connsiteX3" fmla="*/ 43003 w 152373"/>
                <a:gd name="connsiteY3" fmla="*/ 141129 h 142585"/>
                <a:gd name="connsiteX4" fmla="*/ 17469 w 152373"/>
                <a:gd name="connsiteY4" fmla="*/ 142556 h 142585"/>
                <a:gd name="connsiteX5" fmla="*/ 6279 w 152373"/>
                <a:gd name="connsiteY5" fmla="*/ 125812 h 142585"/>
                <a:gd name="connsiteX6" fmla="*/ 3651 w 152373"/>
                <a:gd name="connsiteY6" fmla="*/ 65744 h 142585"/>
                <a:gd name="connsiteX7" fmla="*/ -29 w 152373"/>
                <a:gd name="connsiteY7" fmla="*/ 6878 h 142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373" h="142585">
                  <a:moveTo>
                    <a:pt x="-29" y="6878"/>
                  </a:moveTo>
                  <a:cubicBezTo>
                    <a:pt x="51564" y="5452"/>
                    <a:pt x="98953" y="5001"/>
                    <a:pt x="148969" y="-30"/>
                  </a:cubicBezTo>
                  <a:cubicBezTo>
                    <a:pt x="151147" y="42018"/>
                    <a:pt x="154752" y="97580"/>
                    <a:pt x="150021" y="139252"/>
                  </a:cubicBezTo>
                  <a:cubicBezTo>
                    <a:pt x="115700" y="143231"/>
                    <a:pt x="77399" y="139252"/>
                    <a:pt x="43003" y="141129"/>
                  </a:cubicBezTo>
                  <a:cubicBezTo>
                    <a:pt x="34524" y="142053"/>
                    <a:pt x="26000" y="142533"/>
                    <a:pt x="17469" y="142556"/>
                  </a:cubicBezTo>
                  <a:cubicBezTo>
                    <a:pt x="9058" y="142556"/>
                    <a:pt x="7331" y="135498"/>
                    <a:pt x="6279" y="125812"/>
                  </a:cubicBezTo>
                  <a:cubicBezTo>
                    <a:pt x="4176" y="106065"/>
                    <a:pt x="4852" y="85342"/>
                    <a:pt x="3651" y="65744"/>
                  </a:cubicBezTo>
                  <a:cubicBezTo>
                    <a:pt x="3350" y="59813"/>
                    <a:pt x="2224" y="7479"/>
                    <a:pt x="-29" y="6878"/>
                  </a:cubicBezTo>
                  <a:close/>
                </a:path>
              </a:pathLst>
            </a:custGeom>
            <a:solidFill>
              <a:srgbClr val="E6E6E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Content Placeholder 4">
              <a:extLst>
                <a:ext uri="{FF2B5EF4-FFF2-40B4-BE49-F238E27FC236}">
                  <a16:creationId xmlns:a16="http://schemas.microsoft.com/office/drawing/2014/main" id="{F974B376-B75E-4C2E-5F8E-20515906EB71}"/>
                </a:ext>
              </a:extLst>
            </p:cNvPr>
            <p:cNvSpPr/>
            <p:nvPr/>
          </p:nvSpPr>
          <p:spPr>
            <a:xfrm>
              <a:off x="6569391" y="4015708"/>
              <a:ext cx="32620" cy="32262"/>
            </a:xfrm>
            <a:custGeom>
              <a:avLst/>
              <a:gdLst>
                <a:gd name="connsiteX0" fmla="*/ 32092 w 32620"/>
                <a:gd name="connsiteY0" fmla="*/ 28528 h 32262"/>
                <a:gd name="connsiteX1" fmla="*/ 18724 w 32620"/>
                <a:gd name="connsiteY1" fmla="*/ 1348 h 32262"/>
                <a:gd name="connsiteX2" fmla="*/ 16284 w 32620"/>
                <a:gd name="connsiteY2" fmla="*/ 56 h 32262"/>
                <a:gd name="connsiteX3" fmla="*/ 15195 w 32620"/>
                <a:gd name="connsiteY3" fmla="*/ 897 h 32262"/>
                <a:gd name="connsiteX4" fmla="*/ 175 w 32620"/>
                <a:gd name="connsiteY4" fmla="*/ 29354 h 32262"/>
                <a:gd name="connsiteX5" fmla="*/ 3479 w 32620"/>
                <a:gd name="connsiteY5" fmla="*/ 31231 h 32262"/>
                <a:gd name="connsiteX6" fmla="*/ 3479 w 32620"/>
                <a:gd name="connsiteY6" fmla="*/ 31231 h 32262"/>
                <a:gd name="connsiteX7" fmla="*/ 31116 w 32620"/>
                <a:gd name="connsiteY7" fmla="*/ 31607 h 32262"/>
                <a:gd name="connsiteX8" fmla="*/ 32092 w 32620"/>
                <a:gd name="connsiteY8" fmla="*/ 28528 h 32262"/>
                <a:gd name="connsiteX9" fmla="*/ 5281 w 32620"/>
                <a:gd name="connsiteY9" fmla="*/ 27402 h 32262"/>
                <a:gd name="connsiteX10" fmla="*/ 16546 w 32620"/>
                <a:gd name="connsiteY10" fmla="*/ 6228 h 32262"/>
                <a:gd name="connsiteX11" fmla="*/ 26760 w 32620"/>
                <a:gd name="connsiteY11" fmla="*/ 27777 h 32262"/>
                <a:gd name="connsiteX12" fmla="*/ 5281 w 32620"/>
                <a:gd name="connsiteY12" fmla="*/ 27402 h 3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620" h="32262">
                  <a:moveTo>
                    <a:pt x="32092" y="28528"/>
                  </a:moveTo>
                  <a:cubicBezTo>
                    <a:pt x="26234" y="20231"/>
                    <a:pt x="21721" y="11056"/>
                    <a:pt x="18724" y="1348"/>
                  </a:cubicBezTo>
                  <a:cubicBezTo>
                    <a:pt x="18409" y="319"/>
                    <a:pt x="17312" y="-259"/>
                    <a:pt x="16284" y="56"/>
                  </a:cubicBezTo>
                  <a:cubicBezTo>
                    <a:pt x="15833" y="192"/>
                    <a:pt x="15442" y="492"/>
                    <a:pt x="15195" y="897"/>
                  </a:cubicBezTo>
                  <a:cubicBezTo>
                    <a:pt x="9645" y="10088"/>
                    <a:pt x="4628" y="19586"/>
                    <a:pt x="175" y="29354"/>
                  </a:cubicBezTo>
                  <a:cubicBezTo>
                    <a:pt x="-877" y="31532"/>
                    <a:pt x="2428" y="33484"/>
                    <a:pt x="3479" y="31231"/>
                  </a:cubicBezTo>
                  <a:lnTo>
                    <a:pt x="3479" y="31231"/>
                  </a:lnTo>
                  <a:cubicBezTo>
                    <a:pt x="12694" y="30781"/>
                    <a:pt x="21924" y="30909"/>
                    <a:pt x="31116" y="31607"/>
                  </a:cubicBezTo>
                  <a:cubicBezTo>
                    <a:pt x="32543" y="31607"/>
                    <a:pt x="33069" y="29655"/>
                    <a:pt x="32092" y="28528"/>
                  </a:cubicBezTo>
                  <a:close/>
                  <a:moveTo>
                    <a:pt x="5281" y="27402"/>
                  </a:moveTo>
                  <a:cubicBezTo>
                    <a:pt x="8736" y="20194"/>
                    <a:pt x="12491" y="13136"/>
                    <a:pt x="16546" y="6228"/>
                  </a:cubicBezTo>
                  <a:cubicBezTo>
                    <a:pt x="19123" y="13774"/>
                    <a:pt x="22547" y="21005"/>
                    <a:pt x="26760" y="27777"/>
                  </a:cubicBezTo>
                  <a:cubicBezTo>
                    <a:pt x="19618" y="27109"/>
                    <a:pt x="12439" y="26982"/>
                    <a:pt x="5281" y="27402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Content Placeholder 4">
              <a:extLst>
                <a:ext uri="{FF2B5EF4-FFF2-40B4-BE49-F238E27FC236}">
                  <a16:creationId xmlns:a16="http://schemas.microsoft.com/office/drawing/2014/main" id="{988BFAAC-D859-884A-7B3C-5178C73D0C0F}"/>
                </a:ext>
              </a:extLst>
            </p:cNvPr>
            <p:cNvSpPr/>
            <p:nvPr/>
          </p:nvSpPr>
          <p:spPr>
            <a:xfrm>
              <a:off x="6526844" y="4070922"/>
              <a:ext cx="44139" cy="45373"/>
            </a:xfrm>
            <a:custGeom>
              <a:avLst/>
              <a:gdLst>
                <a:gd name="connsiteX0" fmla="*/ 38365 w 44139"/>
                <a:gd name="connsiteY0" fmla="*/ 32256 h 45373"/>
                <a:gd name="connsiteX1" fmla="*/ 43998 w 44139"/>
                <a:gd name="connsiteY1" fmla="*/ 24747 h 45373"/>
                <a:gd name="connsiteX2" fmla="*/ 41294 w 44139"/>
                <a:gd name="connsiteY2" fmla="*/ 16263 h 45373"/>
                <a:gd name="connsiteX3" fmla="*/ 34310 w 44139"/>
                <a:gd name="connsiteY3" fmla="*/ 10331 h 45373"/>
                <a:gd name="connsiteX4" fmla="*/ 22369 w 44139"/>
                <a:gd name="connsiteY4" fmla="*/ 1621 h 45373"/>
                <a:gd name="connsiteX5" fmla="*/ 8400 w 44139"/>
                <a:gd name="connsiteY5" fmla="*/ 2447 h 45373"/>
                <a:gd name="connsiteX6" fmla="*/ 4045 w 44139"/>
                <a:gd name="connsiteY6" fmla="*/ 9956 h 45373"/>
                <a:gd name="connsiteX7" fmla="*/ 139 w 44139"/>
                <a:gd name="connsiteY7" fmla="*/ 31505 h 45373"/>
                <a:gd name="connsiteX8" fmla="*/ 1266 w 44139"/>
                <a:gd name="connsiteY8" fmla="*/ 39539 h 45373"/>
                <a:gd name="connsiteX9" fmla="*/ 8325 w 44139"/>
                <a:gd name="connsiteY9" fmla="*/ 44570 h 45373"/>
                <a:gd name="connsiteX10" fmla="*/ 38365 w 44139"/>
                <a:gd name="connsiteY10" fmla="*/ 32256 h 4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139" h="45373">
                  <a:moveTo>
                    <a:pt x="38365" y="32256"/>
                  </a:moveTo>
                  <a:cubicBezTo>
                    <a:pt x="41031" y="30454"/>
                    <a:pt x="43014" y="27811"/>
                    <a:pt x="43998" y="24747"/>
                  </a:cubicBezTo>
                  <a:cubicBezTo>
                    <a:pt x="44463" y="21654"/>
                    <a:pt x="43465" y="18515"/>
                    <a:pt x="41294" y="16263"/>
                  </a:cubicBezTo>
                  <a:cubicBezTo>
                    <a:pt x="39176" y="14048"/>
                    <a:pt x="36841" y="12058"/>
                    <a:pt x="34310" y="10331"/>
                  </a:cubicBezTo>
                  <a:cubicBezTo>
                    <a:pt x="30668" y="6990"/>
                    <a:pt x="26657" y="4069"/>
                    <a:pt x="22369" y="1621"/>
                  </a:cubicBezTo>
                  <a:cubicBezTo>
                    <a:pt x="17953" y="-849"/>
                    <a:pt x="12501" y="-526"/>
                    <a:pt x="8400" y="2447"/>
                  </a:cubicBezTo>
                  <a:cubicBezTo>
                    <a:pt x="6290" y="4505"/>
                    <a:pt x="4781" y="7103"/>
                    <a:pt x="4045" y="9956"/>
                  </a:cubicBezTo>
                  <a:cubicBezTo>
                    <a:pt x="1844" y="16946"/>
                    <a:pt x="530" y="24184"/>
                    <a:pt x="139" y="31505"/>
                  </a:cubicBezTo>
                  <a:cubicBezTo>
                    <a:pt x="-288" y="34238"/>
                    <a:pt x="102" y="37031"/>
                    <a:pt x="1266" y="39539"/>
                  </a:cubicBezTo>
                  <a:cubicBezTo>
                    <a:pt x="2836" y="42107"/>
                    <a:pt x="5381" y="43924"/>
                    <a:pt x="8325" y="44570"/>
                  </a:cubicBezTo>
                  <a:cubicBezTo>
                    <a:pt x="19365" y="48099"/>
                    <a:pt x="30405" y="38788"/>
                    <a:pt x="38365" y="32256"/>
                  </a:cubicBezTo>
                  <a:close/>
                </a:path>
              </a:pathLst>
            </a:custGeom>
            <a:solidFill>
              <a:srgbClr val="89796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4D240ACA-14BF-2F7A-5062-59A2E0251726}"/>
              </a:ext>
            </a:extLst>
          </p:cNvPr>
          <p:cNvGrpSpPr/>
          <p:nvPr userDrawn="1"/>
        </p:nvGrpSpPr>
        <p:grpSpPr>
          <a:xfrm>
            <a:off x="4958416" y="4080534"/>
            <a:ext cx="879233" cy="834733"/>
            <a:chOff x="7614760" y="3794160"/>
            <a:chExt cx="879233" cy="834733"/>
          </a:xfrm>
        </p:grpSpPr>
        <p:sp>
          <p:nvSpPr>
            <p:cNvPr id="228" name="Content Placeholder 4">
              <a:extLst>
                <a:ext uri="{FF2B5EF4-FFF2-40B4-BE49-F238E27FC236}">
                  <a16:creationId xmlns:a16="http://schemas.microsoft.com/office/drawing/2014/main" id="{57EA2A94-6165-03F3-B541-7E46C22B5CFE}"/>
                </a:ext>
              </a:extLst>
            </p:cNvPr>
            <p:cNvSpPr/>
            <p:nvPr/>
          </p:nvSpPr>
          <p:spPr>
            <a:xfrm>
              <a:off x="7949976" y="4582168"/>
              <a:ext cx="228813" cy="33791"/>
            </a:xfrm>
            <a:custGeom>
              <a:avLst/>
              <a:gdLst>
                <a:gd name="connsiteX0" fmla="*/ 111074 w 228813"/>
                <a:gd name="connsiteY0" fmla="*/ 33236 h 33791"/>
                <a:gd name="connsiteX1" fmla="*/ 175810 w 228813"/>
                <a:gd name="connsiteY1" fmla="*/ 30609 h 33791"/>
                <a:gd name="connsiteX2" fmla="*/ 207652 w 228813"/>
                <a:gd name="connsiteY2" fmla="*/ 25128 h 33791"/>
                <a:gd name="connsiteX3" fmla="*/ 228004 w 228813"/>
                <a:gd name="connsiteY3" fmla="*/ 11087 h 33791"/>
                <a:gd name="connsiteX4" fmla="*/ 228755 w 228813"/>
                <a:gd name="connsiteY4" fmla="*/ 7558 h 33791"/>
                <a:gd name="connsiteX5" fmla="*/ 227028 w 228813"/>
                <a:gd name="connsiteY5" fmla="*/ 4554 h 33791"/>
                <a:gd name="connsiteX6" fmla="*/ 209755 w 228813"/>
                <a:gd name="connsiteY6" fmla="*/ 199 h 33791"/>
                <a:gd name="connsiteX7" fmla="*/ 31317 w 228813"/>
                <a:gd name="connsiteY7" fmla="*/ 6957 h 33791"/>
                <a:gd name="connsiteX8" fmla="*/ 2404 w 228813"/>
                <a:gd name="connsiteY8" fmla="*/ 18370 h 33791"/>
                <a:gd name="connsiteX9" fmla="*/ 43484 w 228813"/>
                <a:gd name="connsiteY9" fmla="*/ 33387 h 33791"/>
                <a:gd name="connsiteX10" fmla="*/ 111074 w 228813"/>
                <a:gd name="connsiteY10" fmla="*/ 33236 h 33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8813" h="33791">
                  <a:moveTo>
                    <a:pt x="111074" y="33236"/>
                  </a:moveTo>
                  <a:cubicBezTo>
                    <a:pt x="132702" y="33236"/>
                    <a:pt x="154256" y="32561"/>
                    <a:pt x="175810" y="30609"/>
                  </a:cubicBezTo>
                  <a:cubicBezTo>
                    <a:pt x="186579" y="29835"/>
                    <a:pt x="197243" y="28003"/>
                    <a:pt x="207652" y="25128"/>
                  </a:cubicBezTo>
                  <a:cubicBezTo>
                    <a:pt x="216071" y="23423"/>
                    <a:pt x="223423" y="18347"/>
                    <a:pt x="228004" y="11087"/>
                  </a:cubicBezTo>
                  <a:cubicBezTo>
                    <a:pt x="228612" y="10020"/>
                    <a:pt x="228876" y="8782"/>
                    <a:pt x="228755" y="7558"/>
                  </a:cubicBezTo>
                  <a:cubicBezTo>
                    <a:pt x="228515" y="6401"/>
                    <a:pt x="227907" y="5343"/>
                    <a:pt x="227028" y="4554"/>
                  </a:cubicBezTo>
                  <a:cubicBezTo>
                    <a:pt x="222056" y="905"/>
                    <a:pt x="215860" y="-657"/>
                    <a:pt x="209755" y="199"/>
                  </a:cubicBezTo>
                  <a:cubicBezTo>
                    <a:pt x="150201" y="1025"/>
                    <a:pt x="90647" y="2152"/>
                    <a:pt x="31317" y="6957"/>
                  </a:cubicBezTo>
                  <a:cubicBezTo>
                    <a:pt x="20578" y="7858"/>
                    <a:pt x="8787" y="9660"/>
                    <a:pt x="2404" y="18370"/>
                  </a:cubicBezTo>
                  <a:cubicBezTo>
                    <a:pt x="-11039" y="37516"/>
                    <a:pt x="35223" y="33387"/>
                    <a:pt x="43484" y="33387"/>
                  </a:cubicBezTo>
                  <a:cubicBezTo>
                    <a:pt x="66014" y="33987"/>
                    <a:pt x="88544" y="33612"/>
                    <a:pt x="111074" y="33236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Content Placeholder 4">
              <a:extLst>
                <a:ext uri="{FF2B5EF4-FFF2-40B4-BE49-F238E27FC236}">
                  <a16:creationId xmlns:a16="http://schemas.microsoft.com/office/drawing/2014/main" id="{83D93169-70A1-5D58-1870-53493F0FE7F6}"/>
                </a:ext>
              </a:extLst>
            </p:cNvPr>
            <p:cNvSpPr/>
            <p:nvPr/>
          </p:nvSpPr>
          <p:spPr>
            <a:xfrm>
              <a:off x="7900914" y="4185403"/>
              <a:ext cx="262679" cy="397327"/>
            </a:xfrm>
            <a:custGeom>
              <a:avLst/>
              <a:gdLst>
                <a:gd name="connsiteX0" fmla="*/ 8434 w 262679"/>
                <a:gd name="connsiteY0" fmla="*/ 147233 h 397327"/>
                <a:gd name="connsiteX1" fmla="*/ 86163 w 262679"/>
                <a:gd name="connsiteY1" fmla="*/ 375866 h 397327"/>
                <a:gd name="connsiteX2" fmla="*/ 91119 w 262679"/>
                <a:gd name="connsiteY2" fmla="*/ 390883 h 397327"/>
                <a:gd name="connsiteX3" fmla="*/ 104487 w 262679"/>
                <a:gd name="connsiteY3" fmla="*/ 397115 h 397327"/>
                <a:gd name="connsiteX4" fmla="*/ 111997 w 262679"/>
                <a:gd name="connsiteY4" fmla="*/ 372412 h 397327"/>
                <a:gd name="connsiteX5" fmla="*/ 114776 w 262679"/>
                <a:gd name="connsiteY5" fmla="*/ 287867 h 397327"/>
                <a:gd name="connsiteX6" fmla="*/ 129796 w 262679"/>
                <a:gd name="connsiteY6" fmla="*/ 156469 h 397327"/>
                <a:gd name="connsiteX7" fmla="*/ 144816 w 262679"/>
                <a:gd name="connsiteY7" fmla="*/ 156994 h 397327"/>
                <a:gd name="connsiteX8" fmla="*/ 152326 w 262679"/>
                <a:gd name="connsiteY8" fmla="*/ 171185 h 397327"/>
                <a:gd name="connsiteX9" fmla="*/ 165994 w 262679"/>
                <a:gd name="connsiteY9" fmla="*/ 243192 h 397327"/>
                <a:gd name="connsiteX10" fmla="*/ 179136 w 262679"/>
                <a:gd name="connsiteY10" fmla="*/ 389381 h 397327"/>
                <a:gd name="connsiteX11" fmla="*/ 192429 w 262679"/>
                <a:gd name="connsiteY11" fmla="*/ 390207 h 397327"/>
                <a:gd name="connsiteX12" fmla="*/ 237489 w 262679"/>
                <a:gd name="connsiteY12" fmla="*/ 241615 h 397327"/>
                <a:gd name="connsiteX13" fmla="*/ 254387 w 262679"/>
                <a:gd name="connsiteY13" fmla="*/ 164878 h 397327"/>
                <a:gd name="connsiteX14" fmla="*/ 262347 w 262679"/>
                <a:gd name="connsiteY14" fmla="*/ 61938 h 397327"/>
                <a:gd name="connsiteX15" fmla="*/ 258742 w 262679"/>
                <a:gd name="connsiteY15" fmla="*/ 41740 h 397327"/>
                <a:gd name="connsiteX16" fmla="*/ 243271 w 262679"/>
                <a:gd name="connsiteY16" fmla="*/ 31753 h 397327"/>
                <a:gd name="connsiteX17" fmla="*/ 85562 w 262679"/>
                <a:gd name="connsiteY17" fmla="*/ 1119 h 397327"/>
                <a:gd name="connsiteX18" fmla="*/ 40502 w 262679"/>
                <a:gd name="connsiteY18" fmla="*/ 1720 h 397327"/>
                <a:gd name="connsiteX19" fmla="*/ 7157 w 262679"/>
                <a:gd name="connsiteY19" fmla="*/ 16736 h 397327"/>
                <a:gd name="connsiteX20" fmla="*/ 473 w 262679"/>
                <a:gd name="connsiteY20" fmla="*/ 54279 h 397327"/>
                <a:gd name="connsiteX21" fmla="*/ 8434 w 262679"/>
                <a:gd name="connsiteY21" fmla="*/ 147233 h 397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62679" h="397327">
                  <a:moveTo>
                    <a:pt x="8434" y="147233"/>
                  </a:moveTo>
                  <a:cubicBezTo>
                    <a:pt x="24430" y="226298"/>
                    <a:pt x="70166" y="296802"/>
                    <a:pt x="86163" y="375866"/>
                  </a:cubicBezTo>
                  <a:cubicBezTo>
                    <a:pt x="86824" y="381144"/>
                    <a:pt x="88506" y="386250"/>
                    <a:pt x="91119" y="390883"/>
                  </a:cubicBezTo>
                  <a:cubicBezTo>
                    <a:pt x="93853" y="395530"/>
                    <a:pt x="99170" y="398016"/>
                    <a:pt x="104487" y="397115"/>
                  </a:cubicBezTo>
                  <a:cubicBezTo>
                    <a:pt x="113574" y="394562"/>
                    <a:pt x="113574" y="382098"/>
                    <a:pt x="111997" y="372412"/>
                  </a:cubicBezTo>
                  <a:cubicBezTo>
                    <a:pt x="109391" y="344225"/>
                    <a:pt x="110330" y="315821"/>
                    <a:pt x="114776" y="287867"/>
                  </a:cubicBezTo>
                  <a:lnTo>
                    <a:pt x="129796" y="156469"/>
                  </a:lnTo>
                  <a:cubicBezTo>
                    <a:pt x="134219" y="152827"/>
                    <a:pt x="140663" y="153053"/>
                    <a:pt x="144816" y="156994"/>
                  </a:cubicBezTo>
                  <a:cubicBezTo>
                    <a:pt x="148593" y="160929"/>
                    <a:pt x="151199" y="165847"/>
                    <a:pt x="152326" y="171185"/>
                  </a:cubicBezTo>
                  <a:cubicBezTo>
                    <a:pt x="159024" y="194732"/>
                    <a:pt x="163598" y="218826"/>
                    <a:pt x="165994" y="243192"/>
                  </a:cubicBezTo>
                  <a:cubicBezTo>
                    <a:pt x="173068" y="291643"/>
                    <a:pt x="177454" y="340448"/>
                    <a:pt x="179136" y="389381"/>
                  </a:cubicBezTo>
                  <a:lnTo>
                    <a:pt x="192429" y="390207"/>
                  </a:lnTo>
                  <a:cubicBezTo>
                    <a:pt x="210077" y="341515"/>
                    <a:pt x="225120" y="291914"/>
                    <a:pt x="237489" y="241615"/>
                  </a:cubicBezTo>
                  <a:cubicBezTo>
                    <a:pt x="244023" y="216236"/>
                    <a:pt x="250331" y="190782"/>
                    <a:pt x="254387" y="164878"/>
                  </a:cubicBezTo>
                  <a:cubicBezTo>
                    <a:pt x="259178" y="130760"/>
                    <a:pt x="261836" y="96386"/>
                    <a:pt x="262347" y="61938"/>
                  </a:cubicBezTo>
                  <a:cubicBezTo>
                    <a:pt x="263286" y="54992"/>
                    <a:pt x="262031" y="47927"/>
                    <a:pt x="258742" y="41740"/>
                  </a:cubicBezTo>
                  <a:cubicBezTo>
                    <a:pt x="254664" y="36979"/>
                    <a:pt x="249295" y="33503"/>
                    <a:pt x="243271" y="31753"/>
                  </a:cubicBezTo>
                  <a:cubicBezTo>
                    <a:pt x="193030" y="12457"/>
                    <a:pt x="139033" y="5324"/>
                    <a:pt x="85562" y="1119"/>
                  </a:cubicBezTo>
                  <a:cubicBezTo>
                    <a:pt x="70579" y="-593"/>
                    <a:pt x="55439" y="-390"/>
                    <a:pt x="40502" y="1720"/>
                  </a:cubicBezTo>
                  <a:cubicBezTo>
                    <a:pt x="28185" y="3446"/>
                    <a:pt x="16613" y="8657"/>
                    <a:pt x="7157" y="16736"/>
                  </a:cubicBezTo>
                  <a:cubicBezTo>
                    <a:pt x="-2756" y="26272"/>
                    <a:pt x="473" y="41364"/>
                    <a:pt x="473" y="54279"/>
                  </a:cubicBezTo>
                  <a:cubicBezTo>
                    <a:pt x="-90" y="85454"/>
                    <a:pt x="2576" y="116607"/>
                    <a:pt x="8434" y="147233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Content Placeholder 4">
              <a:extLst>
                <a:ext uri="{FF2B5EF4-FFF2-40B4-BE49-F238E27FC236}">
                  <a16:creationId xmlns:a16="http://schemas.microsoft.com/office/drawing/2014/main" id="{59FFC073-593C-1799-CAB2-BC8D4CD7DA40}"/>
                </a:ext>
              </a:extLst>
            </p:cNvPr>
            <p:cNvSpPr/>
            <p:nvPr/>
          </p:nvSpPr>
          <p:spPr>
            <a:xfrm>
              <a:off x="7872328" y="3937766"/>
              <a:ext cx="332780" cy="312067"/>
            </a:xfrm>
            <a:custGeom>
              <a:avLst/>
              <a:gdLst>
                <a:gd name="connsiteX0" fmla="*/ 5252 w 332780"/>
                <a:gd name="connsiteY0" fmla="*/ 219849 h 312067"/>
                <a:gd name="connsiteX1" fmla="*/ 5252 w 332780"/>
                <a:gd name="connsiteY1" fmla="*/ 265575 h 312067"/>
                <a:gd name="connsiteX2" fmla="*/ 22826 w 332780"/>
                <a:gd name="connsiteY2" fmla="*/ 279015 h 312067"/>
                <a:gd name="connsiteX3" fmla="*/ 145239 w 332780"/>
                <a:gd name="connsiteY3" fmla="*/ 306421 h 312067"/>
                <a:gd name="connsiteX4" fmla="*/ 258639 w 332780"/>
                <a:gd name="connsiteY4" fmla="*/ 311752 h 312067"/>
                <a:gd name="connsiteX5" fmla="*/ 309782 w 332780"/>
                <a:gd name="connsiteY5" fmla="*/ 296735 h 312067"/>
                <a:gd name="connsiteX6" fmla="*/ 332312 w 332780"/>
                <a:gd name="connsiteY6" fmla="*/ 251684 h 312067"/>
                <a:gd name="connsiteX7" fmla="*/ 329008 w 332780"/>
                <a:gd name="connsiteY7" fmla="*/ 200477 h 312067"/>
                <a:gd name="connsiteX8" fmla="*/ 318419 w 332780"/>
                <a:gd name="connsiteY8" fmla="*/ 145064 h 312067"/>
                <a:gd name="connsiteX9" fmla="*/ 275237 w 332780"/>
                <a:gd name="connsiteY9" fmla="*/ 57741 h 312067"/>
                <a:gd name="connsiteX10" fmla="*/ 219588 w 332780"/>
                <a:gd name="connsiteY10" fmla="*/ 9912 h 312067"/>
                <a:gd name="connsiteX11" fmla="*/ 144488 w 332780"/>
                <a:gd name="connsiteY11" fmla="*/ 6083 h 312067"/>
                <a:gd name="connsiteX12" fmla="*/ 87562 w 332780"/>
                <a:gd name="connsiteY12" fmla="*/ 66151 h 312067"/>
                <a:gd name="connsiteX13" fmla="*/ 5252 w 332780"/>
                <a:gd name="connsiteY13" fmla="*/ 219849 h 312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2780" h="312067">
                  <a:moveTo>
                    <a:pt x="5252" y="219849"/>
                  </a:moveTo>
                  <a:cubicBezTo>
                    <a:pt x="296" y="234866"/>
                    <a:pt x="-3609" y="252661"/>
                    <a:pt x="5252" y="265575"/>
                  </a:cubicBezTo>
                  <a:cubicBezTo>
                    <a:pt x="9961" y="271387"/>
                    <a:pt x="15984" y="275997"/>
                    <a:pt x="22826" y="279015"/>
                  </a:cubicBezTo>
                  <a:cubicBezTo>
                    <a:pt x="60376" y="297937"/>
                    <a:pt x="103408" y="302366"/>
                    <a:pt x="145239" y="306421"/>
                  </a:cubicBezTo>
                  <a:cubicBezTo>
                    <a:pt x="182856" y="311009"/>
                    <a:pt x="220759" y="312788"/>
                    <a:pt x="258639" y="311752"/>
                  </a:cubicBezTo>
                  <a:cubicBezTo>
                    <a:pt x="276663" y="310776"/>
                    <a:pt x="295664" y="308073"/>
                    <a:pt x="309782" y="296735"/>
                  </a:cubicBezTo>
                  <a:cubicBezTo>
                    <a:pt x="322917" y="285255"/>
                    <a:pt x="331006" y="269074"/>
                    <a:pt x="332312" y="251684"/>
                  </a:cubicBezTo>
                  <a:cubicBezTo>
                    <a:pt x="333461" y="234542"/>
                    <a:pt x="332350" y="217326"/>
                    <a:pt x="329008" y="200477"/>
                  </a:cubicBezTo>
                  <a:cubicBezTo>
                    <a:pt x="326500" y="181826"/>
                    <a:pt x="322962" y="163325"/>
                    <a:pt x="318419" y="145064"/>
                  </a:cubicBezTo>
                  <a:cubicBezTo>
                    <a:pt x="309828" y="113431"/>
                    <a:pt x="295161" y="83773"/>
                    <a:pt x="275237" y="57741"/>
                  </a:cubicBezTo>
                  <a:cubicBezTo>
                    <a:pt x="260765" y="37596"/>
                    <a:pt x="241682" y="21197"/>
                    <a:pt x="219588" y="9912"/>
                  </a:cubicBezTo>
                  <a:cubicBezTo>
                    <a:pt x="198409" y="1"/>
                    <a:pt x="166342" y="-4579"/>
                    <a:pt x="144488" y="6083"/>
                  </a:cubicBezTo>
                  <a:cubicBezTo>
                    <a:pt x="122633" y="16745"/>
                    <a:pt x="102281" y="47455"/>
                    <a:pt x="87562" y="66151"/>
                  </a:cubicBezTo>
                  <a:cubicBezTo>
                    <a:pt x="51529" y="112298"/>
                    <a:pt x="23689" y="164286"/>
                    <a:pt x="5252" y="219849"/>
                  </a:cubicBezTo>
                  <a:close/>
                </a:path>
              </a:pathLst>
            </a:custGeom>
            <a:solidFill>
              <a:srgbClr val="FCEE9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Content Placeholder 4">
              <a:extLst>
                <a:ext uri="{FF2B5EF4-FFF2-40B4-BE49-F238E27FC236}">
                  <a16:creationId xmlns:a16="http://schemas.microsoft.com/office/drawing/2014/main" id="{EB3EBA40-2223-0CFE-0410-175CA880AFF4}"/>
                </a:ext>
              </a:extLst>
            </p:cNvPr>
            <p:cNvSpPr/>
            <p:nvPr/>
          </p:nvSpPr>
          <p:spPr>
            <a:xfrm>
              <a:off x="7978139" y="3832644"/>
              <a:ext cx="112782" cy="98080"/>
            </a:xfrm>
            <a:custGeom>
              <a:avLst/>
              <a:gdLst>
                <a:gd name="connsiteX0" fmla="*/ 109346 w 112782"/>
                <a:gd name="connsiteY0" fmla="*/ 60373 h 98080"/>
                <a:gd name="connsiteX1" fmla="*/ 107769 w 112782"/>
                <a:gd name="connsiteY1" fmla="*/ 72311 h 98080"/>
                <a:gd name="connsiteX2" fmla="*/ 85239 w 112782"/>
                <a:gd name="connsiteY2" fmla="*/ 94311 h 98080"/>
                <a:gd name="connsiteX3" fmla="*/ 47689 w 112782"/>
                <a:gd name="connsiteY3" fmla="*/ 95437 h 98080"/>
                <a:gd name="connsiteX4" fmla="*/ 20653 w 112782"/>
                <a:gd name="connsiteY4" fmla="*/ 76216 h 98080"/>
                <a:gd name="connsiteX5" fmla="*/ 75 w 112782"/>
                <a:gd name="connsiteY5" fmla="*/ 20503 h 98080"/>
                <a:gd name="connsiteX6" fmla="*/ 3380 w 112782"/>
                <a:gd name="connsiteY6" fmla="*/ 12244 h 98080"/>
                <a:gd name="connsiteX7" fmla="*/ 18850 w 112782"/>
                <a:gd name="connsiteY7" fmla="*/ 7738 h 98080"/>
                <a:gd name="connsiteX8" fmla="*/ 104089 w 112782"/>
                <a:gd name="connsiteY8" fmla="*/ 3308 h 98080"/>
                <a:gd name="connsiteX9" fmla="*/ 109346 w 112782"/>
                <a:gd name="connsiteY9" fmla="*/ 60373 h 98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782" h="98080">
                  <a:moveTo>
                    <a:pt x="109346" y="60373"/>
                  </a:moveTo>
                  <a:cubicBezTo>
                    <a:pt x="109271" y="64397"/>
                    <a:pt x="108738" y="68407"/>
                    <a:pt x="107769" y="72311"/>
                  </a:cubicBezTo>
                  <a:cubicBezTo>
                    <a:pt x="103924" y="82643"/>
                    <a:pt x="95662" y="90714"/>
                    <a:pt x="85239" y="94311"/>
                  </a:cubicBezTo>
                  <a:cubicBezTo>
                    <a:pt x="73200" y="98876"/>
                    <a:pt x="59975" y="99274"/>
                    <a:pt x="47689" y="95437"/>
                  </a:cubicBezTo>
                  <a:cubicBezTo>
                    <a:pt x="37092" y="91615"/>
                    <a:pt x="27742" y="84970"/>
                    <a:pt x="20653" y="76216"/>
                  </a:cubicBezTo>
                  <a:cubicBezTo>
                    <a:pt x="6429" y="61259"/>
                    <a:pt x="-1014" y="41114"/>
                    <a:pt x="75" y="20503"/>
                  </a:cubicBezTo>
                  <a:cubicBezTo>
                    <a:pt x="113" y="17432"/>
                    <a:pt x="1292" y="14496"/>
                    <a:pt x="3380" y="12244"/>
                  </a:cubicBezTo>
                  <a:cubicBezTo>
                    <a:pt x="7954" y="9188"/>
                    <a:pt x="13353" y="7611"/>
                    <a:pt x="18850" y="7738"/>
                  </a:cubicBezTo>
                  <a:cubicBezTo>
                    <a:pt x="37400" y="6011"/>
                    <a:pt x="88844" y="-5627"/>
                    <a:pt x="104089" y="3308"/>
                  </a:cubicBezTo>
                  <a:cubicBezTo>
                    <a:pt x="119334" y="12244"/>
                    <a:pt x="109947" y="47984"/>
                    <a:pt x="109346" y="60373"/>
                  </a:cubicBezTo>
                  <a:close/>
                </a:path>
              </a:pathLst>
            </a:custGeom>
            <a:solidFill>
              <a:srgbClr val="F2D6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Content Placeholder 4">
              <a:extLst>
                <a:ext uri="{FF2B5EF4-FFF2-40B4-BE49-F238E27FC236}">
                  <a16:creationId xmlns:a16="http://schemas.microsoft.com/office/drawing/2014/main" id="{64F6A8D6-A70D-3474-783E-225CF9BD52F9}"/>
                </a:ext>
              </a:extLst>
            </p:cNvPr>
            <p:cNvSpPr/>
            <p:nvPr/>
          </p:nvSpPr>
          <p:spPr>
            <a:xfrm>
              <a:off x="7936821" y="3798997"/>
              <a:ext cx="166751" cy="83987"/>
            </a:xfrm>
            <a:custGeom>
              <a:avLst/>
              <a:gdLst>
                <a:gd name="connsiteX0" fmla="*/ 464 w 166751"/>
                <a:gd name="connsiteY0" fmla="*/ 38082 h 83987"/>
                <a:gd name="connsiteX1" fmla="*/ 33509 w 166751"/>
                <a:gd name="connsiteY1" fmla="*/ 60607 h 83987"/>
                <a:gd name="connsiteX2" fmla="*/ 79019 w 166751"/>
                <a:gd name="connsiteY2" fmla="*/ 53099 h 83987"/>
                <a:gd name="connsiteX3" fmla="*/ 124079 w 166751"/>
                <a:gd name="connsiteY3" fmla="*/ 36655 h 83987"/>
                <a:gd name="connsiteX4" fmla="*/ 133166 w 166751"/>
                <a:gd name="connsiteY4" fmla="*/ 37932 h 83987"/>
                <a:gd name="connsiteX5" fmla="*/ 140075 w 166751"/>
                <a:gd name="connsiteY5" fmla="*/ 43413 h 83987"/>
                <a:gd name="connsiteX6" fmla="*/ 152391 w 166751"/>
                <a:gd name="connsiteY6" fmla="*/ 83958 h 83987"/>
                <a:gd name="connsiteX7" fmla="*/ 164708 w 166751"/>
                <a:gd name="connsiteY7" fmla="*/ 47017 h 83987"/>
                <a:gd name="connsiteX8" fmla="*/ 155245 w 166751"/>
                <a:gd name="connsiteY8" fmla="*/ 7823 h 83987"/>
                <a:gd name="connsiteX9" fmla="*/ 114841 w 166751"/>
                <a:gd name="connsiteY9" fmla="*/ 314 h 83987"/>
                <a:gd name="connsiteX10" fmla="*/ 59943 w 166751"/>
                <a:gd name="connsiteY10" fmla="*/ 17659 h 83987"/>
                <a:gd name="connsiteX11" fmla="*/ 41469 w 166751"/>
                <a:gd name="connsiteY11" fmla="*/ 28997 h 83987"/>
                <a:gd name="connsiteX12" fmla="*/ 18939 w 166751"/>
                <a:gd name="connsiteY12" fmla="*/ 33427 h 83987"/>
                <a:gd name="connsiteX13" fmla="*/ 2417 w 166751"/>
                <a:gd name="connsiteY13" fmla="*/ 23891 h 83987"/>
                <a:gd name="connsiteX14" fmla="*/ 464 w 166751"/>
                <a:gd name="connsiteY14" fmla="*/ 38082 h 8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6751" h="83987">
                  <a:moveTo>
                    <a:pt x="464" y="38082"/>
                  </a:moveTo>
                  <a:cubicBezTo>
                    <a:pt x="3168" y="49570"/>
                    <a:pt x="17812" y="58279"/>
                    <a:pt x="33509" y="60607"/>
                  </a:cubicBezTo>
                  <a:cubicBezTo>
                    <a:pt x="49077" y="62176"/>
                    <a:pt x="64780" y="59586"/>
                    <a:pt x="79019" y="53099"/>
                  </a:cubicBezTo>
                  <a:cubicBezTo>
                    <a:pt x="93588" y="46566"/>
                    <a:pt x="107182" y="37181"/>
                    <a:pt x="124079" y="36655"/>
                  </a:cubicBezTo>
                  <a:cubicBezTo>
                    <a:pt x="127165" y="36467"/>
                    <a:pt x="130252" y="36903"/>
                    <a:pt x="133166" y="37932"/>
                  </a:cubicBezTo>
                  <a:cubicBezTo>
                    <a:pt x="135915" y="39118"/>
                    <a:pt x="138295" y="41010"/>
                    <a:pt x="140075" y="43413"/>
                  </a:cubicBezTo>
                  <a:cubicBezTo>
                    <a:pt x="149838" y="55426"/>
                    <a:pt x="151265" y="69993"/>
                    <a:pt x="152391" y="83958"/>
                  </a:cubicBezTo>
                  <a:cubicBezTo>
                    <a:pt x="157559" y="72027"/>
                    <a:pt x="161681" y="59661"/>
                    <a:pt x="164708" y="47017"/>
                  </a:cubicBezTo>
                  <a:cubicBezTo>
                    <a:pt x="167937" y="33351"/>
                    <a:pt x="168838" y="17433"/>
                    <a:pt x="155245" y="7823"/>
                  </a:cubicBezTo>
                  <a:cubicBezTo>
                    <a:pt x="144957" y="314"/>
                    <a:pt x="129111" y="-737"/>
                    <a:pt x="114841" y="314"/>
                  </a:cubicBezTo>
                  <a:cubicBezTo>
                    <a:pt x="95473" y="1891"/>
                    <a:pt x="76706" y="7823"/>
                    <a:pt x="59943" y="17659"/>
                  </a:cubicBezTo>
                  <a:cubicBezTo>
                    <a:pt x="53996" y="21773"/>
                    <a:pt x="47830" y="25558"/>
                    <a:pt x="41469" y="28997"/>
                  </a:cubicBezTo>
                  <a:cubicBezTo>
                    <a:pt x="34530" y="32570"/>
                    <a:pt x="26719" y="34102"/>
                    <a:pt x="18939" y="33427"/>
                  </a:cubicBezTo>
                  <a:cubicBezTo>
                    <a:pt x="10227" y="32225"/>
                    <a:pt x="8575" y="26894"/>
                    <a:pt x="2417" y="23891"/>
                  </a:cubicBezTo>
                  <a:cubicBezTo>
                    <a:pt x="81" y="28231"/>
                    <a:pt x="-610" y="33269"/>
                    <a:pt x="464" y="38082"/>
                  </a:cubicBezTo>
                  <a:close/>
                </a:path>
              </a:pathLst>
            </a:custGeom>
            <a:solidFill>
              <a:srgbClr val="D1B38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Content Placeholder 4">
              <a:extLst>
                <a:ext uri="{FF2B5EF4-FFF2-40B4-BE49-F238E27FC236}">
                  <a16:creationId xmlns:a16="http://schemas.microsoft.com/office/drawing/2014/main" id="{C4A3A106-AA67-CAC6-D672-629F26DC1D14}"/>
                </a:ext>
              </a:extLst>
            </p:cNvPr>
            <p:cNvSpPr/>
            <p:nvPr/>
          </p:nvSpPr>
          <p:spPr>
            <a:xfrm>
              <a:off x="8085561" y="3949810"/>
              <a:ext cx="90129" cy="173731"/>
            </a:xfrm>
            <a:custGeom>
              <a:avLst/>
              <a:gdLst>
                <a:gd name="connsiteX0" fmla="*/ 32789 w 90129"/>
                <a:gd name="connsiteY0" fmla="*/ 82863 h 173731"/>
                <a:gd name="connsiteX1" fmla="*/ 12137 w 90129"/>
                <a:gd name="connsiteY1" fmla="*/ 55007 h 173731"/>
                <a:gd name="connsiteX2" fmla="*/ -29 w 90129"/>
                <a:gd name="connsiteY2" fmla="*/ 23171 h 173731"/>
                <a:gd name="connsiteX3" fmla="*/ 21299 w 90129"/>
                <a:gd name="connsiteY3" fmla="*/ -30 h 173731"/>
                <a:gd name="connsiteX4" fmla="*/ 34892 w 90129"/>
                <a:gd name="connsiteY4" fmla="*/ 4100 h 173731"/>
                <a:gd name="connsiteX5" fmla="*/ 71917 w 90129"/>
                <a:gd name="connsiteY5" fmla="*/ 32181 h 173731"/>
                <a:gd name="connsiteX6" fmla="*/ 82356 w 90129"/>
                <a:gd name="connsiteY6" fmla="*/ 47198 h 173731"/>
                <a:gd name="connsiteX7" fmla="*/ 88213 w 90129"/>
                <a:gd name="connsiteY7" fmla="*/ 73178 h 173731"/>
                <a:gd name="connsiteX8" fmla="*/ 88213 w 90129"/>
                <a:gd name="connsiteY8" fmla="*/ 119955 h 173731"/>
                <a:gd name="connsiteX9" fmla="*/ 46983 w 90129"/>
                <a:gd name="connsiteY9" fmla="*/ 170112 h 173731"/>
                <a:gd name="connsiteX10" fmla="*/ 31588 w 90129"/>
                <a:gd name="connsiteY10" fmla="*/ 172890 h 173731"/>
                <a:gd name="connsiteX11" fmla="*/ 27157 w 90129"/>
                <a:gd name="connsiteY11" fmla="*/ 160051 h 173731"/>
                <a:gd name="connsiteX12" fmla="*/ 39924 w 90129"/>
                <a:gd name="connsiteY12" fmla="*/ 124911 h 173731"/>
                <a:gd name="connsiteX13" fmla="*/ 32789 w 90129"/>
                <a:gd name="connsiteY13" fmla="*/ 82863 h 17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0129" h="173731">
                  <a:moveTo>
                    <a:pt x="32789" y="82863"/>
                  </a:moveTo>
                  <a:cubicBezTo>
                    <a:pt x="26549" y="73118"/>
                    <a:pt x="19647" y="63815"/>
                    <a:pt x="12137" y="55007"/>
                  </a:cubicBezTo>
                  <a:cubicBezTo>
                    <a:pt x="4552" y="46102"/>
                    <a:pt x="256" y="34862"/>
                    <a:pt x="-29" y="23171"/>
                  </a:cubicBezTo>
                  <a:cubicBezTo>
                    <a:pt x="241" y="11180"/>
                    <a:pt x="9373" y="1247"/>
                    <a:pt x="21299" y="-30"/>
                  </a:cubicBezTo>
                  <a:cubicBezTo>
                    <a:pt x="26076" y="338"/>
                    <a:pt x="30717" y="1750"/>
                    <a:pt x="34892" y="4100"/>
                  </a:cubicBezTo>
                  <a:cubicBezTo>
                    <a:pt x="48846" y="11120"/>
                    <a:pt x="61395" y="20633"/>
                    <a:pt x="71917" y="32181"/>
                  </a:cubicBezTo>
                  <a:cubicBezTo>
                    <a:pt x="76100" y="36656"/>
                    <a:pt x="79622" y="41717"/>
                    <a:pt x="82356" y="47198"/>
                  </a:cubicBezTo>
                  <a:cubicBezTo>
                    <a:pt x="85735" y="55473"/>
                    <a:pt x="87710" y="64250"/>
                    <a:pt x="88213" y="73178"/>
                  </a:cubicBezTo>
                  <a:cubicBezTo>
                    <a:pt x="90729" y="88668"/>
                    <a:pt x="90729" y="104465"/>
                    <a:pt x="88213" y="119955"/>
                  </a:cubicBezTo>
                  <a:cubicBezTo>
                    <a:pt x="83197" y="142263"/>
                    <a:pt x="67899" y="160869"/>
                    <a:pt x="46983" y="170112"/>
                  </a:cubicBezTo>
                  <a:cubicBezTo>
                    <a:pt x="42552" y="171989"/>
                    <a:pt x="35794" y="175217"/>
                    <a:pt x="31588" y="172890"/>
                  </a:cubicBezTo>
                  <a:cubicBezTo>
                    <a:pt x="27563" y="169962"/>
                    <a:pt x="25798" y="164833"/>
                    <a:pt x="27157" y="160051"/>
                  </a:cubicBezTo>
                  <a:cubicBezTo>
                    <a:pt x="29786" y="147887"/>
                    <a:pt x="38046" y="137525"/>
                    <a:pt x="39924" y="124911"/>
                  </a:cubicBezTo>
                  <a:cubicBezTo>
                    <a:pt x="42147" y="110495"/>
                    <a:pt x="39646" y="95741"/>
                    <a:pt x="32789" y="82863"/>
                  </a:cubicBezTo>
                  <a:close/>
                </a:path>
              </a:pathLst>
            </a:custGeom>
            <a:solidFill>
              <a:srgbClr val="F2D6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Content Placeholder 4">
              <a:extLst>
                <a:ext uri="{FF2B5EF4-FFF2-40B4-BE49-F238E27FC236}">
                  <a16:creationId xmlns:a16="http://schemas.microsoft.com/office/drawing/2014/main" id="{C8F51502-FF5E-6518-9C6F-C5A463FA60D9}"/>
                </a:ext>
              </a:extLst>
            </p:cNvPr>
            <p:cNvSpPr/>
            <p:nvPr/>
          </p:nvSpPr>
          <p:spPr>
            <a:xfrm>
              <a:off x="8090014" y="4110700"/>
              <a:ext cx="31248" cy="30227"/>
            </a:xfrm>
            <a:custGeom>
              <a:avLst/>
              <a:gdLst>
                <a:gd name="connsiteX0" fmla="*/ 4231 w 31248"/>
                <a:gd name="connsiteY0" fmla="*/ 7420 h 30227"/>
                <a:gd name="connsiteX1" fmla="*/ 1752 w 31248"/>
                <a:gd name="connsiteY1" fmla="*/ 9522 h 30227"/>
                <a:gd name="connsiteX2" fmla="*/ 25 w 31248"/>
                <a:gd name="connsiteY2" fmla="*/ 17031 h 30227"/>
                <a:gd name="connsiteX3" fmla="*/ 4155 w 31248"/>
                <a:gd name="connsiteY3" fmla="*/ 28518 h 30227"/>
                <a:gd name="connsiteX4" fmla="*/ 9788 w 31248"/>
                <a:gd name="connsiteY4" fmla="*/ 29720 h 30227"/>
                <a:gd name="connsiteX5" fmla="*/ 15796 w 31248"/>
                <a:gd name="connsiteY5" fmla="*/ 30095 h 30227"/>
                <a:gd name="connsiteX6" fmla="*/ 22179 w 31248"/>
                <a:gd name="connsiteY6" fmla="*/ 29119 h 30227"/>
                <a:gd name="connsiteX7" fmla="*/ 25559 w 31248"/>
                <a:gd name="connsiteY7" fmla="*/ 23488 h 30227"/>
                <a:gd name="connsiteX8" fmla="*/ 30966 w 31248"/>
                <a:gd name="connsiteY8" fmla="*/ 8020 h 30227"/>
                <a:gd name="connsiteX9" fmla="*/ 30966 w 31248"/>
                <a:gd name="connsiteY9" fmla="*/ 5317 h 30227"/>
                <a:gd name="connsiteX10" fmla="*/ 29764 w 31248"/>
                <a:gd name="connsiteY10" fmla="*/ 4116 h 30227"/>
                <a:gd name="connsiteX11" fmla="*/ 17973 w 31248"/>
                <a:gd name="connsiteY11" fmla="*/ 362 h 30227"/>
                <a:gd name="connsiteX12" fmla="*/ 4231 w 31248"/>
                <a:gd name="connsiteY12" fmla="*/ 7420 h 30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248" h="30227">
                  <a:moveTo>
                    <a:pt x="4231" y="7420"/>
                  </a:moveTo>
                  <a:cubicBezTo>
                    <a:pt x="3306" y="7998"/>
                    <a:pt x="2473" y="8704"/>
                    <a:pt x="1752" y="9522"/>
                  </a:cubicBezTo>
                  <a:cubicBezTo>
                    <a:pt x="385" y="11775"/>
                    <a:pt x="-223" y="14410"/>
                    <a:pt x="25" y="17031"/>
                  </a:cubicBezTo>
                  <a:cubicBezTo>
                    <a:pt x="25" y="21310"/>
                    <a:pt x="476" y="26341"/>
                    <a:pt x="4155" y="28518"/>
                  </a:cubicBezTo>
                  <a:cubicBezTo>
                    <a:pt x="5905" y="29374"/>
                    <a:pt x="7842" y="29787"/>
                    <a:pt x="9788" y="29720"/>
                  </a:cubicBezTo>
                  <a:lnTo>
                    <a:pt x="15796" y="30095"/>
                  </a:lnTo>
                  <a:cubicBezTo>
                    <a:pt x="17973" y="30388"/>
                    <a:pt x="20189" y="30050"/>
                    <a:pt x="22179" y="29119"/>
                  </a:cubicBezTo>
                  <a:cubicBezTo>
                    <a:pt x="23876" y="27648"/>
                    <a:pt x="25055" y="25673"/>
                    <a:pt x="25559" y="23488"/>
                  </a:cubicBezTo>
                  <a:lnTo>
                    <a:pt x="30966" y="8020"/>
                  </a:lnTo>
                  <a:cubicBezTo>
                    <a:pt x="31304" y="7149"/>
                    <a:pt x="31304" y="6188"/>
                    <a:pt x="30966" y="5317"/>
                  </a:cubicBezTo>
                  <a:cubicBezTo>
                    <a:pt x="30620" y="4859"/>
                    <a:pt x="30223" y="4461"/>
                    <a:pt x="29764" y="4116"/>
                  </a:cubicBezTo>
                  <a:cubicBezTo>
                    <a:pt x="25483" y="812"/>
                    <a:pt x="23456" y="-840"/>
                    <a:pt x="17973" y="362"/>
                  </a:cubicBezTo>
                  <a:cubicBezTo>
                    <a:pt x="12875" y="1533"/>
                    <a:pt x="8151" y="3958"/>
                    <a:pt x="4231" y="7420"/>
                  </a:cubicBezTo>
                  <a:close/>
                </a:path>
              </a:pathLst>
            </a:custGeom>
            <a:solidFill>
              <a:srgbClr val="F2D6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Content Placeholder 4">
              <a:extLst>
                <a:ext uri="{FF2B5EF4-FFF2-40B4-BE49-F238E27FC236}">
                  <a16:creationId xmlns:a16="http://schemas.microsoft.com/office/drawing/2014/main" id="{8D519A33-D7F4-1B6A-5AFE-F27B44452D6A}"/>
                </a:ext>
              </a:extLst>
            </p:cNvPr>
            <p:cNvSpPr/>
            <p:nvPr/>
          </p:nvSpPr>
          <p:spPr>
            <a:xfrm>
              <a:off x="8076099" y="4571210"/>
              <a:ext cx="62547" cy="23724"/>
            </a:xfrm>
            <a:custGeom>
              <a:avLst/>
              <a:gdLst>
                <a:gd name="connsiteX0" fmla="*/ 58624 w 62547"/>
                <a:gd name="connsiteY0" fmla="*/ 8154 h 23724"/>
                <a:gd name="connsiteX1" fmla="*/ 48335 w 62547"/>
                <a:gd name="connsiteY1" fmla="*/ 5001 h 23724"/>
                <a:gd name="connsiteX2" fmla="*/ 32114 w 62547"/>
                <a:gd name="connsiteY2" fmla="*/ 3800 h 23724"/>
                <a:gd name="connsiteX3" fmla="*/ 25430 w 62547"/>
                <a:gd name="connsiteY3" fmla="*/ 1997 h 23724"/>
                <a:gd name="connsiteX4" fmla="*/ 23552 w 62547"/>
                <a:gd name="connsiteY4" fmla="*/ -30 h 23724"/>
                <a:gd name="connsiteX5" fmla="*/ 18521 w 62547"/>
                <a:gd name="connsiteY5" fmla="*/ -30 h 23724"/>
                <a:gd name="connsiteX6" fmla="*/ -29 w 62547"/>
                <a:gd name="connsiteY6" fmla="*/ 4025 h 23724"/>
                <a:gd name="connsiteX7" fmla="*/ 3726 w 62547"/>
                <a:gd name="connsiteY7" fmla="*/ 19943 h 23724"/>
                <a:gd name="connsiteX8" fmla="*/ 5078 w 62547"/>
                <a:gd name="connsiteY8" fmla="*/ 22796 h 23724"/>
                <a:gd name="connsiteX9" fmla="*/ 8232 w 62547"/>
                <a:gd name="connsiteY9" fmla="*/ 23546 h 23724"/>
                <a:gd name="connsiteX10" fmla="*/ 62304 w 62547"/>
                <a:gd name="connsiteY10" fmla="*/ 21669 h 23724"/>
                <a:gd name="connsiteX11" fmla="*/ 58624 w 62547"/>
                <a:gd name="connsiteY11" fmla="*/ 8154 h 23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547" h="23724">
                  <a:moveTo>
                    <a:pt x="58624" y="8154"/>
                  </a:moveTo>
                  <a:cubicBezTo>
                    <a:pt x="55635" y="5999"/>
                    <a:pt x="52015" y="4888"/>
                    <a:pt x="48335" y="5001"/>
                  </a:cubicBezTo>
                  <a:lnTo>
                    <a:pt x="32114" y="3800"/>
                  </a:lnTo>
                  <a:cubicBezTo>
                    <a:pt x="29763" y="3792"/>
                    <a:pt x="27465" y="3169"/>
                    <a:pt x="25430" y="1997"/>
                  </a:cubicBezTo>
                  <a:cubicBezTo>
                    <a:pt x="24679" y="1457"/>
                    <a:pt x="24040" y="766"/>
                    <a:pt x="23552" y="-30"/>
                  </a:cubicBezTo>
                  <a:cubicBezTo>
                    <a:pt x="21900" y="-30"/>
                    <a:pt x="20173" y="-30"/>
                    <a:pt x="18521" y="-30"/>
                  </a:cubicBezTo>
                  <a:cubicBezTo>
                    <a:pt x="12160" y="323"/>
                    <a:pt x="5896" y="1690"/>
                    <a:pt x="-29" y="4025"/>
                  </a:cubicBezTo>
                  <a:cubicBezTo>
                    <a:pt x="1248" y="9281"/>
                    <a:pt x="2449" y="14611"/>
                    <a:pt x="3726" y="19943"/>
                  </a:cubicBezTo>
                  <a:cubicBezTo>
                    <a:pt x="3846" y="21016"/>
                    <a:pt x="4327" y="22022"/>
                    <a:pt x="5078" y="22796"/>
                  </a:cubicBezTo>
                  <a:cubicBezTo>
                    <a:pt x="6016" y="23389"/>
                    <a:pt x="7128" y="23659"/>
                    <a:pt x="8232" y="23546"/>
                  </a:cubicBezTo>
                  <a:cubicBezTo>
                    <a:pt x="26278" y="24012"/>
                    <a:pt x="44333" y="23381"/>
                    <a:pt x="62304" y="21669"/>
                  </a:cubicBezTo>
                  <a:cubicBezTo>
                    <a:pt x="63077" y="16842"/>
                    <a:pt x="61741" y="11916"/>
                    <a:pt x="58624" y="8154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Content Placeholder 4">
              <a:extLst>
                <a:ext uri="{FF2B5EF4-FFF2-40B4-BE49-F238E27FC236}">
                  <a16:creationId xmlns:a16="http://schemas.microsoft.com/office/drawing/2014/main" id="{A58B7305-6061-442E-CEA4-089E439250E3}"/>
                </a:ext>
              </a:extLst>
            </p:cNvPr>
            <p:cNvSpPr/>
            <p:nvPr/>
          </p:nvSpPr>
          <p:spPr>
            <a:xfrm>
              <a:off x="7965646" y="4574410"/>
              <a:ext cx="45095" cy="38987"/>
            </a:xfrm>
            <a:custGeom>
              <a:avLst/>
              <a:gdLst>
                <a:gd name="connsiteX0" fmla="*/ 44711 w 45095"/>
                <a:gd name="connsiteY0" fmla="*/ 148 h 38987"/>
                <a:gd name="connsiteX1" fmla="*/ 41932 w 45095"/>
                <a:gd name="connsiteY1" fmla="*/ 21172 h 38987"/>
                <a:gd name="connsiteX2" fmla="*/ 31944 w 45095"/>
                <a:gd name="connsiteY2" fmla="*/ 32435 h 38987"/>
                <a:gd name="connsiteX3" fmla="*/ 25936 w 45095"/>
                <a:gd name="connsiteY3" fmla="*/ 37616 h 38987"/>
                <a:gd name="connsiteX4" fmla="*/ 24134 w 45095"/>
                <a:gd name="connsiteY4" fmla="*/ 38817 h 38987"/>
                <a:gd name="connsiteX5" fmla="*/ 21730 w 45095"/>
                <a:gd name="connsiteY5" fmla="*/ 38817 h 38987"/>
                <a:gd name="connsiteX6" fmla="*/ 11517 w 45095"/>
                <a:gd name="connsiteY6" fmla="*/ 38817 h 38987"/>
                <a:gd name="connsiteX7" fmla="*/ 2205 w 45095"/>
                <a:gd name="connsiteY7" fmla="*/ 35063 h 38987"/>
                <a:gd name="connsiteX8" fmla="*/ 1153 w 45095"/>
                <a:gd name="connsiteY8" fmla="*/ 25677 h 38987"/>
                <a:gd name="connsiteX9" fmla="*/ 6710 w 45095"/>
                <a:gd name="connsiteY9" fmla="*/ 22223 h 38987"/>
                <a:gd name="connsiteX10" fmla="*/ 21280 w 45095"/>
                <a:gd name="connsiteY10" fmla="*/ 9609 h 38987"/>
                <a:gd name="connsiteX11" fmla="*/ 29466 w 45095"/>
                <a:gd name="connsiteY11" fmla="*/ 1050 h 38987"/>
                <a:gd name="connsiteX12" fmla="*/ 44711 w 45095"/>
                <a:gd name="connsiteY12" fmla="*/ 148 h 38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5095" h="38987">
                  <a:moveTo>
                    <a:pt x="44711" y="148"/>
                  </a:moveTo>
                  <a:cubicBezTo>
                    <a:pt x="45658" y="7281"/>
                    <a:pt x="44704" y="14534"/>
                    <a:pt x="41932" y="21172"/>
                  </a:cubicBezTo>
                  <a:cubicBezTo>
                    <a:pt x="39311" y="25497"/>
                    <a:pt x="35924" y="29311"/>
                    <a:pt x="31944" y="32435"/>
                  </a:cubicBezTo>
                  <a:lnTo>
                    <a:pt x="25936" y="37616"/>
                  </a:lnTo>
                  <a:cubicBezTo>
                    <a:pt x="25433" y="38149"/>
                    <a:pt x="24817" y="38562"/>
                    <a:pt x="24134" y="38817"/>
                  </a:cubicBezTo>
                  <a:cubicBezTo>
                    <a:pt x="23345" y="39005"/>
                    <a:pt x="22519" y="39005"/>
                    <a:pt x="21730" y="38817"/>
                  </a:cubicBezTo>
                  <a:cubicBezTo>
                    <a:pt x="18351" y="38817"/>
                    <a:pt x="14897" y="38817"/>
                    <a:pt x="11517" y="38817"/>
                  </a:cubicBezTo>
                  <a:cubicBezTo>
                    <a:pt x="8062" y="38742"/>
                    <a:pt x="4750" y="37405"/>
                    <a:pt x="2205" y="35063"/>
                  </a:cubicBezTo>
                  <a:cubicBezTo>
                    <a:pt x="-319" y="32577"/>
                    <a:pt x="-754" y="28666"/>
                    <a:pt x="1153" y="25677"/>
                  </a:cubicBezTo>
                  <a:cubicBezTo>
                    <a:pt x="2700" y="24093"/>
                    <a:pt x="4608" y="22906"/>
                    <a:pt x="6710" y="22223"/>
                  </a:cubicBezTo>
                  <a:cubicBezTo>
                    <a:pt x="12651" y="19468"/>
                    <a:pt x="17705" y="15098"/>
                    <a:pt x="21280" y="9609"/>
                  </a:cubicBezTo>
                  <a:cubicBezTo>
                    <a:pt x="22955" y="5907"/>
                    <a:pt x="25838" y="2881"/>
                    <a:pt x="29466" y="1050"/>
                  </a:cubicBezTo>
                  <a:cubicBezTo>
                    <a:pt x="34482" y="43"/>
                    <a:pt x="39612" y="-265"/>
                    <a:pt x="44711" y="148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Content Placeholder 4">
              <a:extLst>
                <a:ext uri="{FF2B5EF4-FFF2-40B4-BE49-F238E27FC236}">
                  <a16:creationId xmlns:a16="http://schemas.microsoft.com/office/drawing/2014/main" id="{9258AAA5-E8CD-17DC-9DA5-34BD19675A84}"/>
                </a:ext>
              </a:extLst>
            </p:cNvPr>
            <p:cNvSpPr/>
            <p:nvPr/>
          </p:nvSpPr>
          <p:spPr>
            <a:xfrm>
              <a:off x="7968242" y="4092396"/>
              <a:ext cx="180636" cy="59663"/>
            </a:xfrm>
            <a:custGeom>
              <a:avLst/>
              <a:gdLst>
                <a:gd name="connsiteX0" fmla="*/ 163402 w 180636"/>
                <a:gd name="connsiteY0" fmla="*/ 10782 h 59663"/>
                <a:gd name="connsiteX1" fmla="*/ 160172 w 180636"/>
                <a:gd name="connsiteY1" fmla="*/ 6127 h 59663"/>
                <a:gd name="connsiteX2" fmla="*/ 153413 w 180636"/>
                <a:gd name="connsiteY2" fmla="*/ 4475 h 59663"/>
                <a:gd name="connsiteX3" fmla="*/ 27846 w 180636"/>
                <a:gd name="connsiteY3" fmla="*/ -30 h 59663"/>
                <a:gd name="connsiteX4" fmla="*/ 19961 w 180636"/>
                <a:gd name="connsiteY4" fmla="*/ 5301 h 59663"/>
                <a:gd name="connsiteX5" fmla="*/ 134 w 180636"/>
                <a:gd name="connsiteY5" fmla="*/ 51178 h 59663"/>
                <a:gd name="connsiteX6" fmla="*/ 2447 w 180636"/>
                <a:gd name="connsiteY6" fmla="*/ 55600 h 59663"/>
                <a:gd name="connsiteX7" fmla="*/ 3289 w 180636"/>
                <a:gd name="connsiteY7" fmla="*/ 55758 h 59663"/>
                <a:gd name="connsiteX8" fmla="*/ 175493 w 180636"/>
                <a:gd name="connsiteY8" fmla="*/ 57861 h 59663"/>
                <a:gd name="connsiteX9" fmla="*/ 180539 w 180636"/>
                <a:gd name="connsiteY9" fmla="*/ 51028 h 59663"/>
                <a:gd name="connsiteX10" fmla="*/ 180074 w 180636"/>
                <a:gd name="connsiteY10" fmla="*/ 49451 h 59663"/>
                <a:gd name="connsiteX11" fmla="*/ 163402 w 180636"/>
                <a:gd name="connsiteY11" fmla="*/ 10782 h 5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636" h="59663">
                  <a:moveTo>
                    <a:pt x="163402" y="10782"/>
                  </a:moveTo>
                  <a:cubicBezTo>
                    <a:pt x="162711" y="8996"/>
                    <a:pt x="161599" y="7404"/>
                    <a:pt x="160172" y="6127"/>
                  </a:cubicBezTo>
                  <a:cubicBezTo>
                    <a:pt x="158137" y="4903"/>
                    <a:pt x="155779" y="4325"/>
                    <a:pt x="153413" y="4475"/>
                  </a:cubicBezTo>
                  <a:lnTo>
                    <a:pt x="27846" y="-30"/>
                  </a:lnTo>
                  <a:cubicBezTo>
                    <a:pt x="24376" y="-30"/>
                    <a:pt x="21253" y="2080"/>
                    <a:pt x="19961" y="5301"/>
                  </a:cubicBezTo>
                  <a:cubicBezTo>
                    <a:pt x="12496" y="20206"/>
                    <a:pt x="5872" y="35523"/>
                    <a:pt x="134" y="51178"/>
                  </a:cubicBezTo>
                  <a:cubicBezTo>
                    <a:pt x="-451" y="53040"/>
                    <a:pt x="585" y="55015"/>
                    <a:pt x="2447" y="55600"/>
                  </a:cubicBezTo>
                  <a:cubicBezTo>
                    <a:pt x="2718" y="55691"/>
                    <a:pt x="3003" y="55743"/>
                    <a:pt x="3289" y="55758"/>
                  </a:cubicBezTo>
                  <a:cubicBezTo>
                    <a:pt x="59764" y="56434"/>
                    <a:pt x="119168" y="62591"/>
                    <a:pt x="175493" y="57861"/>
                  </a:cubicBezTo>
                  <a:cubicBezTo>
                    <a:pt x="178775" y="57365"/>
                    <a:pt x="181035" y="54309"/>
                    <a:pt x="180539" y="51028"/>
                  </a:cubicBezTo>
                  <a:cubicBezTo>
                    <a:pt x="180457" y="50480"/>
                    <a:pt x="180299" y="49954"/>
                    <a:pt x="180074" y="49451"/>
                  </a:cubicBezTo>
                  <a:cubicBezTo>
                    <a:pt x="174441" y="37513"/>
                    <a:pt x="168959" y="22496"/>
                    <a:pt x="163402" y="10782"/>
                  </a:cubicBezTo>
                  <a:close/>
                </a:path>
              </a:pathLst>
            </a:custGeom>
            <a:solidFill>
              <a:srgbClr val="7F7F7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Content Placeholder 4">
              <a:extLst>
                <a:ext uri="{FF2B5EF4-FFF2-40B4-BE49-F238E27FC236}">
                  <a16:creationId xmlns:a16="http://schemas.microsoft.com/office/drawing/2014/main" id="{9585DA3E-2FC5-8CF6-2F84-5BB6E6D42357}"/>
                </a:ext>
              </a:extLst>
            </p:cNvPr>
            <p:cNvSpPr/>
            <p:nvPr/>
          </p:nvSpPr>
          <p:spPr>
            <a:xfrm>
              <a:off x="7970195" y="4089017"/>
              <a:ext cx="177299" cy="59663"/>
            </a:xfrm>
            <a:custGeom>
              <a:avLst/>
              <a:gdLst>
                <a:gd name="connsiteX0" fmla="*/ 160322 w 177299"/>
                <a:gd name="connsiteY0" fmla="*/ 10858 h 59663"/>
                <a:gd name="connsiteX1" fmla="*/ 157168 w 177299"/>
                <a:gd name="connsiteY1" fmla="*/ 6202 h 59663"/>
                <a:gd name="connsiteX2" fmla="*/ 150559 w 177299"/>
                <a:gd name="connsiteY2" fmla="*/ 4550 h 59663"/>
                <a:gd name="connsiteX3" fmla="*/ 27170 w 177299"/>
                <a:gd name="connsiteY3" fmla="*/ -30 h 59663"/>
                <a:gd name="connsiteX4" fmla="*/ 19660 w 177299"/>
                <a:gd name="connsiteY4" fmla="*/ 5301 h 59663"/>
                <a:gd name="connsiteX5" fmla="*/ 134 w 177299"/>
                <a:gd name="connsiteY5" fmla="*/ 51178 h 59663"/>
                <a:gd name="connsiteX6" fmla="*/ 2447 w 177299"/>
                <a:gd name="connsiteY6" fmla="*/ 55600 h 59663"/>
                <a:gd name="connsiteX7" fmla="*/ 3289 w 177299"/>
                <a:gd name="connsiteY7" fmla="*/ 55758 h 59663"/>
                <a:gd name="connsiteX8" fmla="*/ 172263 w 177299"/>
                <a:gd name="connsiteY8" fmla="*/ 57861 h 59663"/>
                <a:gd name="connsiteX9" fmla="*/ 177197 w 177299"/>
                <a:gd name="connsiteY9" fmla="*/ 51073 h 59663"/>
                <a:gd name="connsiteX10" fmla="*/ 176694 w 177299"/>
                <a:gd name="connsiteY10" fmla="*/ 49451 h 59663"/>
                <a:gd name="connsiteX11" fmla="*/ 160322 w 177299"/>
                <a:gd name="connsiteY11" fmla="*/ 10858 h 5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7299" h="59663">
                  <a:moveTo>
                    <a:pt x="160322" y="10858"/>
                  </a:moveTo>
                  <a:cubicBezTo>
                    <a:pt x="159609" y="9101"/>
                    <a:pt x="158535" y="7516"/>
                    <a:pt x="157168" y="6202"/>
                  </a:cubicBezTo>
                  <a:cubicBezTo>
                    <a:pt x="155186" y="4986"/>
                    <a:pt x="152880" y="4408"/>
                    <a:pt x="150559" y="4550"/>
                  </a:cubicBezTo>
                  <a:lnTo>
                    <a:pt x="27170" y="-30"/>
                  </a:lnTo>
                  <a:cubicBezTo>
                    <a:pt x="23821" y="76"/>
                    <a:pt x="20862" y="2178"/>
                    <a:pt x="19660" y="5301"/>
                  </a:cubicBezTo>
                  <a:cubicBezTo>
                    <a:pt x="12368" y="20251"/>
                    <a:pt x="5849" y="35560"/>
                    <a:pt x="134" y="51178"/>
                  </a:cubicBezTo>
                  <a:cubicBezTo>
                    <a:pt x="-451" y="53040"/>
                    <a:pt x="585" y="55015"/>
                    <a:pt x="2447" y="55600"/>
                  </a:cubicBezTo>
                  <a:cubicBezTo>
                    <a:pt x="2718" y="55691"/>
                    <a:pt x="3003" y="55743"/>
                    <a:pt x="3289" y="55758"/>
                  </a:cubicBezTo>
                  <a:cubicBezTo>
                    <a:pt x="58712" y="56434"/>
                    <a:pt x="116990" y="62591"/>
                    <a:pt x="172263" y="57861"/>
                  </a:cubicBezTo>
                  <a:cubicBezTo>
                    <a:pt x="175500" y="57350"/>
                    <a:pt x="177708" y="54309"/>
                    <a:pt x="177197" y="51073"/>
                  </a:cubicBezTo>
                  <a:cubicBezTo>
                    <a:pt x="177107" y="50510"/>
                    <a:pt x="176942" y="49969"/>
                    <a:pt x="176694" y="49451"/>
                  </a:cubicBezTo>
                  <a:cubicBezTo>
                    <a:pt x="171212" y="36837"/>
                    <a:pt x="165805" y="21895"/>
                    <a:pt x="160322" y="10858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Content Placeholder 4">
              <a:extLst>
                <a:ext uri="{FF2B5EF4-FFF2-40B4-BE49-F238E27FC236}">
                  <a16:creationId xmlns:a16="http://schemas.microsoft.com/office/drawing/2014/main" id="{F2178B47-EFAD-927D-016B-3752E02A3614}"/>
                </a:ext>
              </a:extLst>
            </p:cNvPr>
            <p:cNvSpPr/>
            <p:nvPr/>
          </p:nvSpPr>
          <p:spPr>
            <a:xfrm>
              <a:off x="7979424" y="4095312"/>
              <a:ext cx="159718" cy="42868"/>
            </a:xfrm>
            <a:custGeom>
              <a:avLst/>
              <a:gdLst>
                <a:gd name="connsiteX0" fmla="*/ 144560 w 159718"/>
                <a:gd name="connsiteY0" fmla="*/ 7491 h 42868"/>
                <a:gd name="connsiteX1" fmla="*/ 141706 w 159718"/>
                <a:gd name="connsiteY1" fmla="*/ 4187 h 42868"/>
                <a:gd name="connsiteX2" fmla="*/ 135773 w 159718"/>
                <a:gd name="connsiteY2" fmla="*/ 2986 h 42868"/>
                <a:gd name="connsiteX3" fmla="*/ 24625 w 159718"/>
                <a:gd name="connsiteY3" fmla="*/ -17 h 42868"/>
                <a:gd name="connsiteX4" fmla="*/ 17641 w 159718"/>
                <a:gd name="connsiteY4" fmla="*/ 3812 h 42868"/>
                <a:gd name="connsiteX5" fmla="*/ 68 w 159718"/>
                <a:gd name="connsiteY5" fmla="*/ 36774 h 42868"/>
                <a:gd name="connsiteX6" fmla="*/ 1825 w 159718"/>
                <a:gd name="connsiteY6" fmla="*/ 39928 h 42868"/>
                <a:gd name="connsiteX7" fmla="*/ 2846 w 159718"/>
                <a:gd name="connsiteY7" fmla="*/ 40002 h 42868"/>
                <a:gd name="connsiteX8" fmla="*/ 155299 w 159718"/>
                <a:gd name="connsiteY8" fmla="*/ 41579 h 42868"/>
                <a:gd name="connsiteX9" fmla="*/ 159685 w 159718"/>
                <a:gd name="connsiteY9" fmla="*/ 37563 h 42868"/>
                <a:gd name="connsiteX10" fmla="*/ 159280 w 159718"/>
                <a:gd name="connsiteY10" fmla="*/ 35573 h 42868"/>
                <a:gd name="connsiteX11" fmla="*/ 144560 w 159718"/>
                <a:gd name="connsiteY11" fmla="*/ 7491 h 42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9718" h="42868">
                  <a:moveTo>
                    <a:pt x="144560" y="7491"/>
                  </a:moveTo>
                  <a:cubicBezTo>
                    <a:pt x="143884" y="6177"/>
                    <a:pt x="142908" y="5044"/>
                    <a:pt x="141706" y="4187"/>
                  </a:cubicBezTo>
                  <a:cubicBezTo>
                    <a:pt x="139866" y="3287"/>
                    <a:pt x="137824" y="2874"/>
                    <a:pt x="135773" y="2986"/>
                  </a:cubicBezTo>
                  <a:lnTo>
                    <a:pt x="24625" y="-17"/>
                  </a:lnTo>
                  <a:cubicBezTo>
                    <a:pt x="21756" y="-183"/>
                    <a:pt x="19045" y="1304"/>
                    <a:pt x="17641" y="3812"/>
                  </a:cubicBezTo>
                  <a:cubicBezTo>
                    <a:pt x="11122" y="14436"/>
                    <a:pt x="5257" y="25444"/>
                    <a:pt x="68" y="36774"/>
                  </a:cubicBezTo>
                  <a:cubicBezTo>
                    <a:pt x="-316" y="38133"/>
                    <a:pt x="473" y="39545"/>
                    <a:pt x="1825" y="39928"/>
                  </a:cubicBezTo>
                  <a:cubicBezTo>
                    <a:pt x="2155" y="40018"/>
                    <a:pt x="2508" y="40048"/>
                    <a:pt x="2846" y="40002"/>
                  </a:cubicBezTo>
                  <a:cubicBezTo>
                    <a:pt x="52863" y="40528"/>
                    <a:pt x="105433" y="44958"/>
                    <a:pt x="155299" y="41579"/>
                  </a:cubicBezTo>
                  <a:cubicBezTo>
                    <a:pt x="157620" y="41677"/>
                    <a:pt x="159580" y="39882"/>
                    <a:pt x="159685" y="37563"/>
                  </a:cubicBezTo>
                  <a:cubicBezTo>
                    <a:pt x="159715" y="36872"/>
                    <a:pt x="159572" y="36196"/>
                    <a:pt x="159280" y="35573"/>
                  </a:cubicBezTo>
                  <a:cubicBezTo>
                    <a:pt x="154398" y="26487"/>
                    <a:pt x="149517" y="15750"/>
                    <a:pt x="144560" y="7491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Content Placeholder 4">
              <a:extLst>
                <a:ext uri="{FF2B5EF4-FFF2-40B4-BE49-F238E27FC236}">
                  <a16:creationId xmlns:a16="http://schemas.microsoft.com/office/drawing/2014/main" id="{41C53E36-F72E-3EF2-F23D-577FC7D4BCCB}"/>
                </a:ext>
              </a:extLst>
            </p:cNvPr>
            <p:cNvSpPr/>
            <p:nvPr/>
          </p:nvSpPr>
          <p:spPr>
            <a:xfrm>
              <a:off x="8075160" y="4105761"/>
              <a:ext cx="45773" cy="27057"/>
            </a:xfrm>
            <a:custGeom>
              <a:avLst/>
              <a:gdLst>
                <a:gd name="connsiteX0" fmla="*/ 84 w 45773"/>
                <a:gd name="connsiteY0" fmla="*/ 421 h 27057"/>
                <a:gd name="connsiteX1" fmla="*/ 84 w 45773"/>
                <a:gd name="connsiteY1" fmla="*/ 1472 h 27057"/>
                <a:gd name="connsiteX2" fmla="*/ 6392 w 45773"/>
                <a:gd name="connsiteY2" fmla="*/ 27001 h 27057"/>
                <a:gd name="connsiteX3" fmla="*/ 36432 w 45773"/>
                <a:gd name="connsiteY3" fmla="*/ 27001 h 27057"/>
                <a:gd name="connsiteX4" fmla="*/ 45744 w 45773"/>
                <a:gd name="connsiteY4" fmla="*/ 26400 h 27057"/>
                <a:gd name="connsiteX5" fmla="*/ 35756 w 45773"/>
                <a:gd name="connsiteY5" fmla="*/ 646 h 27057"/>
                <a:gd name="connsiteX6" fmla="*/ 1811 w 45773"/>
                <a:gd name="connsiteY6" fmla="*/ -30 h 27057"/>
                <a:gd name="connsiteX7" fmla="*/ 84 w 45773"/>
                <a:gd name="connsiteY7" fmla="*/ 421 h 27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773" h="27057">
                  <a:moveTo>
                    <a:pt x="84" y="421"/>
                  </a:moveTo>
                  <a:cubicBezTo>
                    <a:pt x="-67" y="759"/>
                    <a:pt x="-67" y="1141"/>
                    <a:pt x="84" y="1472"/>
                  </a:cubicBezTo>
                  <a:cubicBezTo>
                    <a:pt x="1262" y="10182"/>
                    <a:pt x="3373" y="18741"/>
                    <a:pt x="6392" y="27001"/>
                  </a:cubicBezTo>
                  <a:lnTo>
                    <a:pt x="36432" y="27001"/>
                  </a:lnTo>
                  <a:cubicBezTo>
                    <a:pt x="39549" y="27105"/>
                    <a:pt x="42665" y="26903"/>
                    <a:pt x="45744" y="26400"/>
                  </a:cubicBezTo>
                  <a:lnTo>
                    <a:pt x="35756" y="646"/>
                  </a:lnTo>
                  <a:cubicBezTo>
                    <a:pt x="24416" y="646"/>
                    <a:pt x="13226" y="646"/>
                    <a:pt x="1811" y="-30"/>
                  </a:cubicBezTo>
                  <a:cubicBezTo>
                    <a:pt x="910" y="45"/>
                    <a:pt x="384" y="45"/>
                    <a:pt x="84" y="421"/>
                  </a:cubicBezTo>
                  <a:close/>
                </a:path>
              </a:pathLst>
            </a:custGeom>
            <a:solidFill>
              <a:srgbClr val="E0C7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Content Placeholder 4">
              <a:extLst>
                <a:ext uri="{FF2B5EF4-FFF2-40B4-BE49-F238E27FC236}">
                  <a16:creationId xmlns:a16="http://schemas.microsoft.com/office/drawing/2014/main" id="{57C11E3C-6848-DF24-A233-80F8C8D2AE72}"/>
                </a:ext>
              </a:extLst>
            </p:cNvPr>
            <p:cNvSpPr/>
            <p:nvPr/>
          </p:nvSpPr>
          <p:spPr>
            <a:xfrm>
              <a:off x="8007166" y="4105308"/>
              <a:ext cx="56850" cy="3099"/>
            </a:xfrm>
            <a:custGeom>
              <a:avLst/>
              <a:gdLst>
                <a:gd name="connsiteX0" fmla="*/ 55611 w 56850"/>
                <a:gd name="connsiteY0" fmla="*/ -28 h 3099"/>
                <a:gd name="connsiteX1" fmla="*/ 1013 w 56850"/>
                <a:gd name="connsiteY1" fmla="*/ -28 h 3099"/>
                <a:gd name="connsiteX2" fmla="*/ 1013 w 56850"/>
                <a:gd name="connsiteY2" fmla="*/ 2225 h 3099"/>
                <a:gd name="connsiteX3" fmla="*/ 55611 w 56850"/>
                <a:gd name="connsiteY3" fmla="*/ 2225 h 3099"/>
                <a:gd name="connsiteX4" fmla="*/ 55611 w 56850"/>
                <a:gd name="connsiteY4" fmla="*/ -28 h 3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850" h="3099">
                  <a:moveTo>
                    <a:pt x="55611" y="-28"/>
                  </a:moveTo>
                  <a:cubicBezTo>
                    <a:pt x="37436" y="948"/>
                    <a:pt x="19262" y="648"/>
                    <a:pt x="1013" y="-28"/>
                  </a:cubicBezTo>
                  <a:cubicBezTo>
                    <a:pt x="-414" y="-28"/>
                    <a:pt x="-339" y="2150"/>
                    <a:pt x="1013" y="2225"/>
                  </a:cubicBezTo>
                  <a:cubicBezTo>
                    <a:pt x="19195" y="3351"/>
                    <a:pt x="37429" y="3351"/>
                    <a:pt x="55611" y="2225"/>
                  </a:cubicBezTo>
                  <a:cubicBezTo>
                    <a:pt x="57188" y="2075"/>
                    <a:pt x="57263" y="-103"/>
                    <a:pt x="55611" y="-28"/>
                  </a:cubicBezTo>
                  <a:close/>
                </a:path>
              </a:pathLst>
            </a:custGeom>
            <a:solidFill>
              <a:srgbClr val="CACAC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Content Placeholder 4">
              <a:extLst>
                <a:ext uri="{FF2B5EF4-FFF2-40B4-BE49-F238E27FC236}">
                  <a16:creationId xmlns:a16="http://schemas.microsoft.com/office/drawing/2014/main" id="{DB71FCB8-D08A-895F-1CC2-2C31025BF29B}"/>
                </a:ext>
              </a:extLst>
            </p:cNvPr>
            <p:cNvSpPr/>
            <p:nvPr/>
          </p:nvSpPr>
          <p:spPr>
            <a:xfrm>
              <a:off x="8010424" y="4112293"/>
              <a:ext cx="55836" cy="3530"/>
            </a:xfrm>
            <a:custGeom>
              <a:avLst/>
              <a:gdLst>
                <a:gd name="connsiteX0" fmla="*/ 54531 w 55836"/>
                <a:gd name="connsiteY0" fmla="*/ -30 h 3530"/>
                <a:gd name="connsiteX1" fmla="*/ 985 w 55836"/>
                <a:gd name="connsiteY1" fmla="*/ 1397 h 3530"/>
                <a:gd name="connsiteX2" fmla="*/ 985 w 55836"/>
                <a:gd name="connsiteY2" fmla="*/ 3499 h 3530"/>
                <a:gd name="connsiteX3" fmla="*/ 54531 w 55836"/>
                <a:gd name="connsiteY3" fmla="*/ 2523 h 3530"/>
                <a:gd name="connsiteX4" fmla="*/ 55807 w 55836"/>
                <a:gd name="connsiteY4" fmla="*/ 1247 h 3530"/>
                <a:gd name="connsiteX5" fmla="*/ 54531 w 55836"/>
                <a:gd name="connsiteY5" fmla="*/ -30 h 3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5836" h="3530">
                  <a:moveTo>
                    <a:pt x="54531" y="-30"/>
                  </a:moveTo>
                  <a:cubicBezTo>
                    <a:pt x="36657" y="-30"/>
                    <a:pt x="18783" y="421"/>
                    <a:pt x="985" y="1397"/>
                  </a:cubicBezTo>
                  <a:cubicBezTo>
                    <a:pt x="-367" y="1397"/>
                    <a:pt x="-367" y="3574"/>
                    <a:pt x="985" y="3499"/>
                  </a:cubicBezTo>
                  <a:cubicBezTo>
                    <a:pt x="18858" y="2673"/>
                    <a:pt x="36657" y="2448"/>
                    <a:pt x="54531" y="2523"/>
                  </a:cubicBezTo>
                  <a:cubicBezTo>
                    <a:pt x="55237" y="2523"/>
                    <a:pt x="55807" y="1952"/>
                    <a:pt x="55807" y="1247"/>
                  </a:cubicBezTo>
                  <a:cubicBezTo>
                    <a:pt x="55807" y="541"/>
                    <a:pt x="55237" y="-30"/>
                    <a:pt x="54531" y="-30"/>
                  </a:cubicBezTo>
                  <a:close/>
                </a:path>
              </a:pathLst>
            </a:custGeom>
            <a:solidFill>
              <a:srgbClr val="CACAC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Content Placeholder 4">
              <a:extLst>
                <a:ext uri="{FF2B5EF4-FFF2-40B4-BE49-F238E27FC236}">
                  <a16:creationId xmlns:a16="http://schemas.microsoft.com/office/drawing/2014/main" id="{E2832FB1-1F7B-52A8-13E8-D19C58E21B8D}"/>
                </a:ext>
              </a:extLst>
            </p:cNvPr>
            <p:cNvSpPr/>
            <p:nvPr/>
          </p:nvSpPr>
          <p:spPr>
            <a:xfrm>
              <a:off x="8007668" y="4120160"/>
              <a:ext cx="58351" cy="3545"/>
            </a:xfrm>
            <a:custGeom>
              <a:avLst/>
              <a:gdLst>
                <a:gd name="connsiteX0" fmla="*/ 57287 w 58351"/>
                <a:gd name="connsiteY0" fmla="*/ 888 h 3545"/>
                <a:gd name="connsiteX1" fmla="*/ 811 w 58351"/>
                <a:gd name="connsiteY1" fmla="*/ -13 h 3545"/>
                <a:gd name="connsiteX2" fmla="*/ 8 w 58351"/>
                <a:gd name="connsiteY2" fmla="*/ 1361 h 3545"/>
                <a:gd name="connsiteX3" fmla="*/ 811 w 58351"/>
                <a:gd name="connsiteY3" fmla="*/ 2165 h 3545"/>
                <a:gd name="connsiteX4" fmla="*/ 57287 w 58351"/>
                <a:gd name="connsiteY4" fmla="*/ 3516 h 3545"/>
                <a:gd name="connsiteX5" fmla="*/ 58285 w 58351"/>
                <a:gd name="connsiteY5" fmla="*/ 1887 h 3545"/>
                <a:gd name="connsiteX6" fmla="*/ 57287 w 58351"/>
                <a:gd name="connsiteY6" fmla="*/ 888 h 3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351" h="3545">
                  <a:moveTo>
                    <a:pt x="57287" y="888"/>
                  </a:moveTo>
                  <a:cubicBezTo>
                    <a:pt x="38512" y="63"/>
                    <a:pt x="19737" y="-88"/>
                    <a:pt x="811" y="-13"/>
                  </a:cubicBezTo>
                  <a:cubicBezTo>
                    <a:pt x="211" y="145"/>
                    <a:pt x="-150" y="760"/>
                    <a:pt x="8" y="1361"/>
                  </a:cubicBezTo>
                  <a:cubicBezTo>
                    <a:pt x="113" y="1759"/>
                    <a:pt x="421" y="2060"/>
                    <a:pt x="811" y="2165"/>
                  </a:cubicBezTo>
                  <a:cubicBezTo>
                    <a:pt x="19661" y="2165"/>
                    <a:pt x="38361" y="3066"/>
                    <a:pt x="57287" y="3516"/>
                  </a:cubicBezTo>
                  <a:cubicBezTo>
                    <a:pt x="58015" y="3343"/>
                    <a:pt x="58458" y="2608"/>
                    <a:pt x="58285" y="1887"/>
                  </a:cubicBezTo>
                  <a:cubicBezTo>
                    <a:pt x="58165" y="1392"/>
                    <a:pt x="57782" y="1008"/>
                    <a:pt x="57287" y="888"/>
                  </a:cubicBezTo>
                  <a:close/>
                </a:path>
              </a:pathLst>
            </a:custGeom>
            <a:solidFill>
              <a:srgbClr val="CACAC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Content Placeholder 4">
              <a:extLst>
                <a:ext uri="{FF2B5EF4-FFF2-40B4-BE49-F238E27FC236}">
                  <a16:creationId xmlns:a16="http://schemas.microsoft.com/office/drawing/2014/main" id="{31434AC4-A7B3-B519-F301-6B2F0D4FCB23}"/>
                </a:ext>
              </a:extLst>
            </p:cNvPr>
            <p:cNvSpPr/>
            <p:nvPr/>
          </p:nvSpPr>
          <p:spPr>
            <a:xfrm>
              <a:off x="8008720" y="4127761"/>
              <a:ext cx="51436" cy="2377"/>
            </a:xfrm>
            <a:custGeom>
              <a:avLst/>
              <a:gdLst>
                <a:gd name="connsiteX0" fmla="*/ 50903 w 51436"/>
                <a:gd name="connsiteY0" fmla="*/ -30 h 2377"/>
                <a:gd name="connsiteX1" fmla="*/ 811 w 51436"/>
                <a:gd name="connsiteY1" fmla="*/ -30 h 2377"/>
                <a:gd name="connsiteX2" fmla="*/ 8 w 51436"/>
                <a:gd name="connsiteY2" fmla="*/ 1344 h 2377"/>
                <a:gd name="connsiteX3" fmla="*/ 811 w 51436"/>
                <a:gd name="connsiteY3" fmla="*/ 2148 h 2377"/>
                <a:gd name="connsiteX4" fmla="*/ 50903 w 51436"/>
                <a:gd name="connsiteY4" fmla="*/ 2148 h 2377"/>
                <a:gd name="connsiteX5" fmla="*/ 51068 w 51436"/>
                <a:gd name="connsiteY5" fmla="*/ 135 h 2377"/>
                <a:gd name="connsiteX6" fmla="*/ 50903 w 51436"/>
                <a:gd name="connsiteY6" fmla="*/ -30 h 2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436" h="2377">
                  <a:moveTo>
                    <a:pt x="50903" y="-30"/>
                  </a:moveTo>
                  <a:cubicBezTo>
                    <a:pt x="34231" y="-30"/>
                    <a:pt x="17484" y="-30"/>
                    <a:pt x="811" y="-30"/>
                  </a:cubicBezTo>
                  <a:cubicBezTo>
                    <a:pt x="210" y="128"/>
                    <a:pt x="-150" y="743"/>
                    <a:pt x="8" y="1344"/>
                  </a:cubicBezTo>
                  <a:cubicBezTo>
                    <a:pt x="113" y="1742"/>
                    <a:pt x="421" y="2043"/>
                    <a:pt x="811" y="2148"/>
                  </a:cubicBezTo>
                  <a:cubicBezTo>
                    <a:pt x="17484" y="2148"/>
                    <a:pt x="34231" y="2598"/>
                    <a:pt x="50903" y="2148"/>
                  </a:cubicBezTo>
                  <a:cubicBezTo>
                    <a:pt x="51504" y="1637"/>
                    <a:pt x="51579" y="736"/>
                    <a:pt x="51068" y="135"/>
                  </a:cubicBezTo>
                  <a:cubicBezTo>
                    <a:pt x="51016" y="75"/>
                    <a:pt x="50963" y="23"/>
                    <a:pt x="50903" y="-30"/>
                  </a:cubicBezTo>
                  <a:close/>
                </a:path>
              </a:pathLst>
            </a:custGeom>
            <a:solidFill>
              <a:srgbClr val="CACAC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Content Placeholder 4">
              <a:extLst>
                <a:ext uri="{FF2B5EF4-FFF2-40B4-BE49-F238E27FC236}">
                  <a16:creationId xmlns:a16="http://schemas.microsoft.com/office/drawing/2014/main" id="{5E91DF39-D3E3-236B-F7DC-3C495C0B34F7}"/>
                </a:ext>
              </a:extLst>
            </p:cNvPr>
            <p:cNvSpPr/>
            <p:nvPr/>
          </p:nvSpPr>
          <p:spPr>
            <a:xfrm>
              <a:off x="7965923" y="4095737"/>
              <a:ext cx="47031" cy="23125"/>
            </a:xfrm>
            <a:custGeom>
              <a:avLst/>
              <a:gdLst>
                <a:gd name="connsiteX0" fmla="*/ 24608 w 47031"/>
                <a:gd name="connsiteY0" fmla="*/ 22758 h 23125"/>
                <a:gd name="connsiteX1" fmla="*/ 33921 w 47031"/>
                <a:gd name="connsiteY1" fmla="*/ 22758 h 23125"/>
                <a:gd name="connsiteX2" fmla="*/ 40980 w 47031"/>
                <a:gd name="connsiteY2" fmla="*/ 19830 h 23125"/>
                <a:gd name="connsiteX3" fmla="*/ 46988 w 47031"/>
                <a:gd name="connsiteY3" fmla="*/ 9694 h 23125"/>
                <a:gd name="connsiteX4" fmla="*/ 40679 w 47031"/>
                <a:gd name="connsiteY4" fmla="*/ 308 h 23125"/>
                <a:gd name="connsiteX5" fmla="*/ 35197 w 47031"/>
                <a:gd name="connsiteY5" fmla="*/ 308 h 23125"/>
                <a:gd name="connsiteX6" fmla="*/ 11090 w 47031"/>
                <a:gd name="connsiteY6" fmla="*/ 6991 h 23125"/>
                <a:gd name="connsiteX7" fmla="*/ 2303 w 47031"/>
                <a:gd name="connsiteY7" fmla="*/ 9093 h 23125"/>
                <a:gd name="connsiteX8" fmla="*/ 201 w 47031"/>
                <a:gd name="connsiteY8" fmla="*/ 13673 h 23125"/>
                <a:gd name="connsiteX9" fmla="*/ 726 w 47031"/>
                <a:gd name="connsiteY9" fmla="*/ 19079 h 23125"/>
                <a:gd name="connsiteX10" fmla="*/ 10490 w 47031"/>
                <a:gd name="connsiteY10" fmla="*/ 21482 h 23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031" h="23125">
                  <a:moveTo>
                    <a:pt x="24608" y="22758"/>
                  </a:moveTo>
                  <a:cubicBezTo>
                    <a:pt x="27695" y="23209"/>
                    <a:pt x="30834" y="23209"/>
                    <a:pt x="33921" y="22758"/>
                  </a:cubicBezTo>
                  <a:cubicBezTo>
                    <a:pt x="36466" y="22323"/>
                    <a:pt x="38877" y="21324"/>
                    <a:pt x="40980" y="19830"/>
                  </a:cubicBezTo>
                  <a:cubicBezTo>
                    <a:pt x="44412" y="17533"/>
                    <a:pt x="46620" y="13809"/>
                    <a:pt x="46988" y="9694"/>
                  </a:cubicBezTo>
                  <a:cubicBezTo>
                    <a:pt x="47221" y="5504"/>
                    <a:pt x="44645" y="1675"/>
                    <a:pt x="40679" y="308"/>
                  </a:cubicBezTo>
                  <a:cubicBezTo>
                    <a:pt x="38877" y="-142"/>
                    <a:pt x="37000" y="-142"/>
                    <a:pt x="35197" y="308"/>
                  </a:cubicBezTo>
                  <a:cubicBezTo>
                    <a:pt x="27289" y="2959"/>
                    <a:pt x="19239" y="5196"/>
                    <a:pt x="11090" y="6991"/>
                  </a:cubicBezTo>
                  <a:cubicBezTo>
                    <a:pt x="8011" y="6691"/>
                    <a:pt x="4917" y="7426"/>
                    <a:pt x="2303" y="9093"/>
                  </a:cubicBezTo>
                  <a:cubicBezTo>
                    <a:pt x="1162" y="10377"/>
                    <a:pt x="433" y="11969"/>
                    <a:pt x="201" y="13673"/>
                  </a:cubicBezTo>
                  <a:cubicBezTo>
                    <a:pt x="-235" y="15483"/>
                    <a:pt x="-47" y="17390"/>
                    <a:pt x="726" y="19079"/>
                  </a:cubicBezTo>
                  <a:cubicBezTo>
                    <a:pt x="2454" y="22233"/>
                    <a:pt x="7485" y="21182"/>
                    <a:pt x="10490" y="21482"/>
                  </a:cubicBezTo>
                  <a:close/>
                </a:path>
              </a:pathLst>
            </a:custGeom>
            <a:solidFill>
              <a:srgbClr val="F2D6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Content Placeholder 4">
              <a:extLst>
                <a:ext uri="{FF2B5EF4-FFF2-40B4-BE49-F238E27FC236}">
                  <a16:creationId xmlns:a16="http://schemas.microsoft.com/office/drawing/2014/main" id="{07B92E62-EB47-0E6E-71D9-AF9730437032}"/>
                </a:ext>
              </a:extLst>
            </p:cNvPr>
            <p:cNvSpPr/>
            <p:nvPr/>
          </p:nvSpPr>
          <p:spPr>
            <a:xfrm>
              <a:off x="7872220" y="3943640"/>
              <a:ext cx="151098" cy="177386"/>
            </a:xfrm>
            <a:custGeom>
              <a:avLst/>
              <a:gdLst>
                <a:gd name="connsiteX0" fmla="*/ 63487 w 151098"/>
                <a:gd name="connsiteY0" fmla="*/ 30693 h 177386"/>
                <a:gd name="connsiteX1" fmla="*/ 27665 w 151098"/>
                <a:gd name="connsiteY1" fmla="*/ 68236 h 177386"/>
                <a:gd name="connsiteX2" fmla="*/ 3032 w 151098"/>
                <a:gd name="connsiteY2" fmla="*/ 109157 h 177386"/>
                <a:gd name="connsiteX3" fmla="*/ 8890 w 151098"/>
                <a:gd name="connsiteY3" fmla="*/ 154808 h 177386"/>
                <a:gd name="connsiteX4" fmla="*/ 51697 w 151098"/>
                <a:gd name="connsiteY4" fmla="*/ 175306 h 177386"/>
                <a:gd name="connsiteX5" fmla="*/ 70848 w 151098"/>
                <a:gd name="connsiteY5" fmla="*/ 177183 h 177386"/>
                <a:gd name="connsiteX6" fmla="*/ 96306 w 151098"/>
                <a:gd name="connsiteY6" fmla="*/ 175832 h 177386"/>
                <a:gd name="connsiteX7" fmla="*/ 102690 w 151098"/>
                <a:gd name="connsiteY7" fmla="*/ 168323 h 177386"/>
                <a:gd name="connsiteX8" fmla="*/ 104117 w 151098"/>
                <a:gd name="connsiteY8" fmla="*/ 156460 h 177386"/>
                <a:gd name="connsiteX9" fmla="*/ 69496 w 151098"/>
                <a:gd name="connsiteY9" fmla="*/ 152856 h 177386"/>
                <a:gd name="connsiteX10" fmla="*/ 43436 w 151098"/>
                <a:gd name="connsiteY10" fmla="*/ 141968 h 177386"/>
                <a:gd name="connsiteX11" fmla="*/ 42159 w 151098"/>
                <a:gd name="connsiteY11" fmla="*/ 112611 h 177386"/>
                <a:gd name="connsiteX12" fmla="*/ 64689 w 151098"/>
                <a:gd name="connsiteY12" fmla="*/ 91587 h 177386"/>
                <a:gd name="connsiteX13" fmla="*/ 91425 w 151098"/>
                <a:gd name="connsiteY13" fmla="*/ 75519 h 177386"/>
                <a:gd name="connsiteX14" fmla="*/ 148050 w 151098"/>
                <a:gd name="connsiteY14" fmla="*/ 3588 h 177386"/>
                <a:gd name="connsiteX15" fmla="*/ 63487 w 151098"/>
                <a:gd name="connsiteY15" fmla="*/ 30693 h 17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1098" h="177386">
                  <a:moveTo>
                    <a:pt x="63487" y="30693"/>
                  </a:moveTo>
                  <a:cubicBezTo>
                    <a:pt x="50007" y="41648"/>
                    <a:pt x="37976" y="54262"/>
                    <a:pt x="27665" y="68236"/>
                  </a:cubicBezTo>
                  <a:cubicBezTo>
                    <a:pt x="17076" y="80294"/>
                    <a:pt x="8732" y="94155"/>
                    <a:pt x="3032" y="109157"/>
                  </a:cubicBezTo>
                  <a:cubicBezTo>
                    <a:pt x="-2578" y="124421"/>
                    <a:pt x="-392" y="141458"/>
                    <a:pt x="8890" y="154808"/>
                  </a:cubicBezTo>
                  <a:cubicBezTo>
                    <a:pt x="18953" y="167497"/>
                    <a:pt x="35851" y="172228"/>
                    <a:pt x="51697" y="175306"/>
                  </a:cubicBezTo>
                  <a:cubicBezTo>
                    <a:pt x="57983" y="176710"/>
                    <a:pt x="64411" y="177341"/>
                    <a:pt x="70848" y="177183"/>
                  </a:cubicBezTo>
                  <a:cubicBezTo>
                    <a:pt x="79356" y="177641"/>
                    <a:pt x="87895" y="177191"/>
                    <a:pt x="96306" y="175832"/>
                  </a:cubicBezTo>
                  <a:cubicBezTo>
                    <a:pt x="99911" y="174630"/>
                    <a:pt x="99986" y="171101"/>
                    <a:pt x="102690" y="168323"/>
                  </a:cubicBezTo>
                  <a:cubicBezTo>
                    <a:pt x="105529" y="165019"/>
                    <a:pt x="106092" y="160342"/>
                    <a:pt x="104117" y="156460"/>
                  </a:cubicBezTo>
                  <a:cubicBezTo>
                    <a:pt x="92551" y="155709"/>
                    <a:pt x="80986" y="154508"/>
                    <a:pt x="69496" y="152856"/>
                  </a:cubicBezTo>
                  <a:cubicBezTo>
                    <a:pt x="59770" y="152540"/>
                    <a:pt x="50495" y="148666"/>
                    <a:pt x="43436" y="141968"/>
                  </a:cubicBezTo>
                  <a:cubicBezTo>
                    <a:pt x="37202" y="133312"/>
                    <a:pt x="36707" y="121778"/>
                    <a:pt x="42159" y="112611"/>
                  </a:cubicBezTo>
                  <a:cubicBezTo>
                    <a:pt x="47649" y="103713"/>
                    <a:pt x="55437" y="96452"/>
                    <a:pt x="64689" y="91587"/>
                  </a:cubicBezTo>
                  <a:cubicBezTo>
                    <a:pt x="73897" y="86744"/>
                    <a:pt x="82826" y="81375"/>
                    <a:pt x="91425" y="75519"/>
                  </a:cubicBezTo>
                  <a:cubicBezTo>
                    <a:pt x="105544" y="64707"/>
                    <a:pt x="165023" y="21758"/>
                    <a:pt x="148050" y="3588"/>
                  </a:cubicBezTo>
                  <a:cubicBezTo>
                    <a:pt x="134758" y="-10828"/>
                    <a:pt x="75128" y="21908"/>
                    <a:pt x="63487" y="30693"/>
                  </a:cubicBezTo>
                  <a:close/>
                </a:path>
              </a:pathLst>
            </a:custGeom>
            <a:solidFill>
              <a:srgbClr val="F2D6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Content Placeholder 4">
              <a:extLst>
                <a:ext uri="{FF2B5EF4-FFF2-40B4-BE49-F238E27FC236}">
                  <a16:creationId xmlns:a16="http://schemas.microsoft.com/office/drawing/2014/main" id="{8C27DDC3-1131-EEFF-3B13-924822FC31E1}"/>
                </a:ext>
              </a:extLst>
            </p:cNvPr>
            <p:cNvSpPr/>
            <p:nvPr/>
          </p:nvSpPr>
          <p:spPr>
            <a:xfrm>
              <a:off x="8080734" y="3945429"/>
              <a:ext cx="95098" cy="78571"/>
            </a:xfrm>
            <a:custGeom>
              <a:avLst/>
              <a:gdLst>
                <a:gd name="connsiteX0" fmla="*/ 95069 w 95098"/>
                <a:gd name="connsiteY0" fmla="*/ 58112 h 78571"/>
                <a:gd name="connsiteX1" fmla="*/ 90112 w 95098"/>
                <a:gd name="connsiteY1" fmla="*/ 46398 h 78571"/>
                <a:gd name="connsiteX2" fmla="*/ 72313 w 95098"/>
                <a:gd name="connsiteY2" fmla="*/ 24249 h 78571"/>
                <a:gd name="connsiteX3" fmla="*/ 63076 w 95098"/>
                <a:gd name="connsiteY3" fmla="*/ 14187 h 78571"/>
                <a:gd name="connsiteX4" fmla="*/ 38368 w 95098"/>
                <a:gd name="connsiteY4" fmla="*/ 3075 h 78571"/>
                <a:gd name="connsiteX5" fmla="*/ 8328 w 95098"/>
                <a:gd name="connsiteY5" fmla="*/ 3750 h 78571"/>
                <a:gd name="connsiteX6" fmla="*/ -8 w 95098"/>
                <a:gd name="connsiteY6" fmla="*/ 22521 h 78571"/>
                <a:gd name="connsiteX7" fmla="*/ 4873 w 95098"/>
                <a:gd name="connsiteY7" fmla="*/ 43170 h 78571"/>
                <a:gd name="connsiteX8" fmla="*/ 17941 w 95098"/>
                <a:gd name="connsiteY8" fmla="*/ 72528 h 78571"/>
                <a:gd name="connsiteX9" fmla="*/ 34838 w 95098"/>
                <a:gd name="connsiteY9" fmla="*/ 76207 h 78571"/>
                <a:gd name="connsiteX10" fmla="*/ 95069 w 95098"/>
                <a:gd name="connsiteY10" fmla="*/ 58112 h 78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5098" h="78571">
                  <a:moveTo>
                    <a:pt x="95069" y="58112"/>
                  </a:moveTo>
                  <a:cubicBezTo>
                    <a:pt x="95113" y="53689"/>
                    <a:pt x="93318" y="49447"/>
                    <a:pt x="90112" y="46398"/>
                  </a:cubicBezTo>
                  <a:lnTo>
                    <a:pt x="72313" y="24249"/>
                  </a:lnTo>
                  <a:cubicBezTo>
                    <a:pt x="69549" y="20614"/>
                    <a:pt x="66463" y="17243"/>
                    <a:pt x="63076" y="14187"/>
                  </a:cubicBezTo>
                  <a:cubicBezTo>
                    <a:pt x="55671" y="8856"/>
                    <a:pt x="47267" y="5072"/>
                    <a:pt x="38368" y="3075"/>
                  </a:cubicBezTo>
                  <a:cubicBezTo>
                    <a:pt x="28380" y="146"/>
                    <a:pt x="16739" y="-2407"/>
                    <a:pt x="8328" y="3750"/>
                  </a:cubicBezTo>
                  <a:cubicBezTo>
                    <a:pt x="2770" y="8361"/>
                    <a:pt x="-316" y="15306"/>
                    <a:pt x="-8" y="22521"/>
                  </a:cubicBezTo>
                  <a:cubicBezTo>
                    <a:pt x="353" y="29639"/>
                    <a:pt x="2012" y="36637"/>
                    <a:pt x="4873" y="43170"/>
                  </a:cubicBezTo>
                  <a:cubicBezTo>
                    <a:pt x="8486" y="53269"/>
                    <a:pt x="12856" y="63082"/>
                    <a:pt x="17941" y="72528"/>
                  </a:cubicBezTo>
                  <a:cubicBezTo>
                    <a:pt x="22447" y="80036"/>
                    <a:pt x="27328" y="79586"/>
                    <a:pt x="34838" y="76207"/>
                  </a:cubicBezTo>
                  <a:cubicBezTo>
                    <a:pt x="53876" y="67137"/>
                    <a:pt x="74183" y="61032"/>
                    <a:pt x="95069" y="58112"/>
                  </a:cubicBezTo>
                  <a:close/>
                </a:path>
              </a:pathLst>
            </a:custGeom>
            <a:solidFill>
              <a:srgbClr val="FCEE9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Content Placeholder 4">
              <a:extLst>
                <a:ext uri="{FF2B5EF4-FFF2-40B4-BE49-F238E27FC236}">
                  <a16:creationId xmlns:a16="http://schemas.microsoft.com/office/drawing/2014/main" id="{0436E81F-B3C1-FA48-EB3F-6FB358540546}"/>
                </a:ext>
              </a:extLst>
            </p:cNvPr>
            <p:cNvSpPr/>
            <p:nvPr/>
          </p:nvSpPr>
          <p:spPr>
            <a:xfrm>
              <a:off x="7931189" y="3937101"/>
              <a:ext cx="98418" cy="87868"/>
            </a:xfrm>
            <a:custGeom>
              <a:avLst/>
              <a:gdLst>
                <a:gd name="connsiteX0" fmla="*/ 14882 w 98418"/>
                <a:gd name="connsiteY0" fmla="*/ 57655 h 87868"/>
                <a:gd name="connsiteX1" fmla="*/ 37412 w 98418"/>
                <a:gd name="connsiteY1" fmla="*/ 86262 h 87868"/>
                <a:gd name="connsiteX2" fmla="*/ 39665 w 98418"/>
                <a:gd name="connsiteY2" fmla="*/ 87839 h 87868"/>
                <a:gd name="connsiteX3" fmla="*/ 41693 w 98418"/>
                <a:gd name="connsiteY3" fmla="*/ 86938 h 87868"/>
                <a:gd name="connsiteX4" fmla="*/ 57539 w 98418"/>
                <a:gd name="connsiteY4" fmla="*/ 69593 h 87868"/>
                <a:gd name="connsiteX5" fmla="*/ 92235 w 98418"/>
                <a:gd name="connsiteY5" fmla="*/ 38658 h 87868"/>
                <a:gd name="connsiteX6" fmla="*/ 98093 w 98418"/>
                <a:gd name="connsiteY6" fmla="*/ 13355 h 87868"/>
                <a:gd name="connsiteX7" fmla="*/ 94939 w 98418"/>
                <a:gd name="connsiteY7" fmla="*/ 4720 h 87868"/>
                <a:gd name="connsiteX8" fmla="*/ 83223 w 98418"/>
                <a:gd name="connsiteY8" fmla="*/ -10 h 87868"/>
                <a:gd name="connsiteX9" fmla="*/ 65199 w 98418"/>
                <a:gd name="connsiteY9" fmla="*/ 4420 h 87868"/>
                <a:gd name="connsiteX10" fmla="*/ 16610 w 98418"/>
                <a:gd name="connsiteY10" fmla="*/ 25518 h 87868"/>
                <a:gd name="connsiteX11" fmla="*/ 4894 w 98418"/>
                <a:gd name="connsiteY11" fmla="*/ 31300 h 87868"/>
                <a:gd name="connsiteX12" fmla="*/ 1815 w 98418"/>
                <a:gd name="connsiteY12" fmla="*/ 38283 h 87868"/>
                <a:gd name="connsiteX13" fmla="*/ 14882 w 98418"/>
                <a:gd name="connsiteY13" fmla="*/ 57655 h 87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8418" h="87868">
                  <a:moveTo>
                    <a:pt x="14882" y="57655"/>
                  </a:moveTo>
                  <a:cubicBezTo>
                    <a:pt x="21657" y="67746"/>
                    <a:pt x="29189" y="77312"/>
                    <a:pt x="37412" y="86262"/>
                  </a:cubicBezTo>
                  <a:cubicBezTo>
                    <a:pt x="37923" y="87065"/>
                    <a:pt x="38734" y="87628"/>
                    <a:pt x="39665" y="87839"/>
                  </a:cubicBezTo>
                  <a:cubicBezTo>
                    <a:pt x="40424" y="87764"/>
                    <a:pt x="41130" y="87448"/>
                    <a:pt x="41693" y="86938"/>
                  </a:cubicBezTo>
                  <a:cubicBezTo>
                    <a:pt x="47401" y="81561"/>
                    <a:pt x="52695" y="75758"/>
                    <a:pt x="57539" y="69593"/>
                  </a:cubicBezTo>
                  <a:cubicBezTo>
                    <a:pt x="68279" y="58330"/>
                    <a:pt x="83749" y="51723"/>
                    <a:pt x="92235" y="38658"/>
                  </a:cubicBezTo>
                  <a:cubicBezTo>
                    <a:pt x="97139" y="31187"/>
                    <a:pt x="99212" y="22215"/>
                    <a:pt x="98093" y="13355"/>
                  </a:cubicBezTo>
                  <a:cubicBezTo>
                    <a:pt x="97868" y="10239"/>
                    <a:pt x="96779" y="7250"/>
                    <a:pt x="94939" y="4720"/>
                  </a:cubicBezTo>
                  <a:cubicBezTo>
                    <a:pt x="91920" y="1499"/>
                    <a:pt x="87632" y="-235"/>
                    <a:pt x="83223" y="-10"/>
                  </a:cubicBezTo>
                  <a:cubicBezTo>
                    <a:pt x="76990" y="343"/>
                    <a:pt x="70884" y="1844"/>
                    <a:pt x="65199" y="4420"/>
                  </a:cubicBezTo>
                  <a:cubicBezTo>
                    <a:pt x="48752" y="10877"/>
                    <a:pt x="32531" y="17860"/>
                    <a:pt x="16610" y="25518"/>
                  </a:cubicBezTo>
                  <a:cubicBezTo>
                    <a:pt x="12704" y="27396"/>
                    <a:pt x="9100" y="29273"/>
                    <a:pt x="4894" y="31300"/>
                  </a:cubicBezTo>
                  <a:cubicBezTo>
                    <a:pt x="-288" y="33928"/>
                    <a:pt x="-1490" y="33853"/>
                    <a:pt x="1815" y="38283"/>
                  </a:cubicBezTo>
                  <a:cubicBezTo>
                    <a:pt x="6096" y="44665"/>
                    <a:pt x="10677" y="50897"/>
                    <a:pt x="14882" y="57655"/>
                  </a:cubicBezTo>
                  <a:close/>
                </a:path>
              </a:pathLst>
            </a:custGeom>
            <a:solidFill>
              <a:srgbClr val="FCEE9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Content Placeholder 4">
              <a:extLst>
                <a:ext uri="{FF2B5EF4-FFF2-40B4-BE49-F238E27FC236}">
                  <a16:creationId xmlns:a16="http://schemas.microsoft.com/office/drawing/2014/main" id="{0F62CB32-5AF9-95B7-40B1-9B00B1DB7834}"/>
                </a:ext>
              </a:extLst>
            </p:cNvPr>
            <p:cNvSpPr/>
            <p:nvPr/>
          </p:nvSpPr>
          <p:spPr>
            <a:xfrm>
              <a:off x="8275119" y="4607100"/>
              <a:ext cx="208822" cy="21793"/>
            </a:xfrm>
            <a:custGeom>
              <a:avLst/>
              <a:gdLst>
                <a:gd name="connsiteX0" fmla="*/ 165711 w 208822"/>
                <a:gd name="connsiteY0" fmla="*/ 21595 h 21793"/>
                <a:gd name="connsiteX1" fmla="*/ 208593 w 208822"/>
                <a:gd name="connsiteY1" fmla="*/ 17015 h 21793"/>
                <a:gd name="connsiteX2" fmla="*/ 204913 w 208822"/>
                <a:gd name="connsiteY2" fmla="*/ 8155 h 21793"/>
                <a:gd name="connsiteX3" fmla="*/ 195150 w 208822"/>
                <a:gd name="connsiteY3" fmla="*/ 5226 h 21793"/>
                <a:gd name="connsiteX4" fmla="*/ 160153 w 208822"/>
                <a:gd name="connsiteY4" fmla="*/ 2974 h 21793"/>
                <a:gd name="connsiteX5" fmla="*/ 23772 w 208822"/>
                <a:gd name="connsiteY5" fmla="*/ -30 h 21793"/>
                <a:gd name="connsiteX6" fmla="*/ 1242 w 208822"/>
                <a:gd name="connsiteY6" fmla="*/ 13035 h 21793"/>
                <a:gd name="connsiteX7" fmla="*/ 34136 w 208822"/>
                <a:gd name="connsiteY7" fmla="*/ 18441 h 21793"/>
                <a:gd name="connsiteX8" fmla="*/ 118248 w 208822"/>
                <a:gd name="connsiteY8" fmla="*/ 21144 h 21793"/>
                <a:gd name="connsiteX9" fmla="*/ 165711 w 208822"/>
                <a:gd name="connsiteY9" fmla="*/ 21595 h 21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8822" h="21793">
                  <a:moveTo>
                    <a:pt x="165711" y="21595"/>
                  </a:moveTo>
                  <a:cubicBezTo>
                    <a:pt x="180153" y="22308"/>
                    <a:pt x="194625" y="20761"/>
                    <a:pt x="208593" y="17015"/>
                  </a:cubicBezTo>
                  <a:cubicBezTo>
                    <a:pt x="209359" y="13583"/>
                    <a:pt x="207887" y="10039"/>
                    <a:pt x="204913" y="8155"/>
                  </a:cubicBezTo>
                  <a:cubicBezTo>
                    <a:pt x="201916" y="6465"/>
                    <a:pt x="198582" y="5466"/>
                    <a:pt x="195150" y="5226"/>
                  </a:cubicBezTo>
                  <a:cubicBezTo>
                    <a:pt x="183532" y="3875"/>
                    <a:pt x="171847" y="3124"/>
                    <a:pt x="160153" y="2974"/>
                  </a:cubicBezTo>
                  <a:cubicBezTo>
                    <a:pt x="115094" y="1622"/>
                    <a:pt x="69208" y="196"/>
                    <a:pt x="23772" y="-30"/>
                  </a:cubicBezTo>
                  <a:cubicBezTo>
                    <a:pt x="18065" y="-30"/>
                    <a:pt x="-5742" y="1472"/>
                    <a:pt x="1242" y="13035"/>
                  </a:cubicBezTo>
                  <a:cubicBezTo>
                    <a:pt x="5748" y="20543"/>
                    <a:pt x="26776" y="18066"/>
                    <a:pt x="34136" y="18441"/>
                  </a:cubicBezTo>
                  <a:cubicBezTo>
                    <a:pt x="62148" y="19718"/>
                    <a:pt x="90160" y="20694"/>
                    <a:pt x="118248" y="21144"/>
                  </a:cubicBezTo>
                  <a:cubicBezTo>
                    <a:pt x="133921" y="21444"/>
                    <a:pt x="149737" y="21595"/>
                    <a:pt x="165711" y="21595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Content Placeholder 4">
              <a:extLst>
                <a:ext uri="{FF2B5EF4-FFF2-40B4-BE49-F238E27FC236}">
                  <a16:creationId xmlns:a16="http://schemas.microsoft.com/office/drawing/2014/main" id="{34011392-7BDA-D6AA-7E6E-BB98296296D7}"/>
                </a:ext>
              </a:extLst>
            </p:cNvPr>
            <p:cNvSpPr/>
            <p:nvPr/>
          </p:nvSpPr>
          <p:spPr>
            <a:xfrm>
              <a:off x="8387914" y="4131159"/>
              <a:ext cx="90185" cy="459947"/>
            </a:xfrm>
            <a:custGeom>
              <a:avLst/>
              <a:gdLst>
                <a:gd name="connsiteX0" fmla="*/ 90091 w 90185"/>
                <a:gd name="connsiteY0" fmla="*/ 37643 h 459947"/>
                <a:gd name="connsiteX1" fmla="*/ 19722 w 90185"/>
                <a:gd name="connsiteY1" fmla="*/ 101 h 459947"/>
                <a:gd name="connsiteX2" fmla="*/ 15517 w 90185"/>
                <a:gd name="connsiteY2" fmla="*/ 101 h 459947"/>
                <a:gd name="connsiteX3" fmla="*/ 14090 w 90185"/>
                <a:gd name="connsiteY3" fmla="*/ 926 h 459947"/>
                <a:gd name="connsiteX4" fmla="*/ 11386 w 90185"/>
                <a:gd name="connsiteY4" fmla="*/ 9111 h 459947"/>
                <a:gd name="connsiteX5" fmla="*/ 10860 w 90185"/>
                <a:gd name="connsiteY5" fmla="*/ 12189 h 459947"/>
                <a:gd name="connsiteX6" fmla="*/ 10860 w 90185"/>
                <a:gd name="connsiteY6" fmla="*/ 12189 h 459947"/>
                <a:gd name="connsiteX7" fmla="*/ 11236 w 90185"/>
                <a:gd name="connsiteY7" fmla="*/ 8735 h 459947"/>
                <a:gd name="connsiteX8" fmla="*/ 10335 w 90185"/>
                <a:gd name="connsiteY8" fmla="*/ 14066 h 459947"/>
                <a:gd name="connsiteX9" fmla="*/ 7255 w 90185"/>
                <a:gd name="connsiteY9" fmla="*/ 62421 h 459947"/>
                <a:gd name="connsiteX10" fmla="*/ -29 w 90185"/>
                <a:gd name="connsiteY10" fmla="*/ 103867 h 459947"/>
                <a:gd name="connsiteX11" fmla="*/ 7856 w 90185"/>
                <a:gd name="connsiteY11" fmla="*/ 104393 h 459947"/>
                <a:gd name="connsiteX12" fmla="*/ 6955 w 90185"/>
                <a:gd name="connsiteY12" fmla="*/ 459918 h 459947"/>
                <a:gd name="connsiteX13" fmla="*/ 36019 w 90185"/>
                <a:gd name="connsiteY13" fmla="*/ 459918 h 459947"/>
                <a:gd name="connsiteX14" fmla="*/ 90091 w 90185"/>
                <a:gd name="connsiteY14" fmla="*/ 37643 h 459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185" h="459947">
                  <a:moveTo>
                    <a:pt x="90091" y="37643"/>
                  </a:moveTo>
                  <a:cubicBezTo>
                    <a:pt x="90091" y="37643"/>
                    <a:pt x="92569" y="-2602"/>
                    <a:pt x="19722" y="101"/>
                  </a:cubicBezTo>
                  <a:lnTo>
                    <a:pt x="15517" y="101"/>
                  </a:lnTo>
                  <a:lnTo>
                    <a:pt x="14090" y="926"/>
                  </a:lnTo>
                  <a:cubicBezTo>
                    <a:pt x="13046" y="3607"/>
                    <a:pt x="12137" y="6333"/>
                    <a:pt x="11386" y="9111"/>
                  </a:cubicBezTo>
                  <a:cubicBezTo>
                    <a:pt x="11145" y="10125"/>
                    <a:pt x="10965" y="11153"/>
                    <a:pt x="10860" y="12189"/>
                  </a:cubicBezTo>
                  <a:cubicBezTo>
                    <a:pt x="10335" y="16544"/>
                    <a:pt x="10860" y="14592"/>
                    <a:pt x="10860" y="12189"/>
                  </a:cubicBezTo>
                  <a:cubicBezTo>
                    <a:pt x="10860" y="11288"/>
                    <a:pt x="10860" y="10162"/>
                    <a:pt x="11236" y="8735"/>
                  </a:cubicBezTo>
                  <a:cubicBezTo>
                    <a:pt x="11236" y="10462"/>
                    <a:pt x="10635" y="12264"/>
                    <a:pt x="10335" y="14066"/>
                  </a:cubicBezTo>
                  <a:cubicBezTo>
                    <a:pt x="8157" y="30134"/>
                    <a:pt x="8607" y="46353"/>
                    <a:pt x="7255" y="62421"/>
                  </a:cubicBezTo>
                  <a:cubicBezTo>
                    <a:pt x="5723" y="76379"/>
                    <a:pt x="3290" y="90224"/>
                    <a:pt x="-29" y="103867"/>
                  </a:cubicBezTo>
                  <a:cubicBezTo>
                    <a:pt x="2607" y="103597"/>
                    <a:pt x="5273" y="103770"/>
                    <a:pt x="7856" y="104393"/>
                  </a:cubicBezTo>
                  <a:cubicBezTo>
                    <a:pt x="11536" y="105745"/>
                    <a:pt x="13264" y="439120"/>
                    <a:pt x="6955" y="459918"/>
                  </a:cubicBezTo>
                  <a:lnTo>
                    <a:pt x="36019" y="459918"/>
                  </a:lnTo>
                  <a:cubicBezTo>
                    <a:pt x="36019" y="459918"/>
                    <a:pt x="92344" y="117833"/>
                    <a:pt x="90091" y="37643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Content Placeholder 4">
              <a:extLst>
                <a:ext uri="{FF2B5EF4-FFF2-40B4-BE49-F238E27FC236}">
                  <a16:creationId xmlns:a16="http://schemas.microsoft.com/office/drawing/2014/main" id="{5E44E268-5828-B388-878E-98550443B891}"/>
                </a:ext>
              </a:extLst>
            </p:cNvPr>
            <p:cNvSpPr/>
            <p:nvPr/>
          </p:nvSpPr>
          <p:spPr>
            <a:xfrm>
              <a:off x="8235531" y="3981470"/>
              <a:ext cx="180063" cy="153819"/>
            </a:xfrm>
            <a:custGeom>
              <a:avLst/>
              <a:gdLst>
                <a:gd name="connsiteX0" fmla="*/ 162717 w 180063"/>
                <a:gd name="connsiteY0" fmla="*/ 146 h 153819"/>
                <a:gd name="connsiteX1" fmla="*/ 141088 w 180063"/>
                <a:gd name="connsiteY1" fmla="*/ 10883 h 153819"/>
                <a:gd name="connsiteX2" fmla="*/ 137033 w 180063"/>
                <a:gd name="connsiteY2" fmla="*/ 26801 h 153819"/>
                <a:gd name="connsiteX3" fmla="*/ 127871 w 180063"/>
                <a:gd name="connsiteY3" fmla="*/ 84916 h 153819"/>
                <a:gd name="connsiteX4" fmla="*/ 106693 w 180063"/>
                <a:gd name="connsiteY4" fmla="*/ 125236 h 153819"/>
                <a:gd name="connsiteX5" fmla="*/ 85815 w 180063"/>
                <a:gd name="connsiteY5" fmla="*/ 119455 h 153819"/>
                <a:gd name="connsiteX6" fmla="*/ 53297 w 180063"/>
                <a:gd name="connsiteY6" fmla="*/ 113148 h 153819"/>
                <a:gd name="connsiteX7" fmla="*/ 32269 w 180063"/>
                <a:gd name="connsiteY7" fmla="*/ 99032 h 153819"/>
                <a:gd name="connsiteX8" fmla="*/ 17699 w 180063"/>
                <a:gd name="connsiteY8" fmla="*/ 86193 h 153819"/>
                <a:gd name="connsiteX9" fmla="*/ 11541 w 180063"/>
                <a:gd name="connsiteY9" fmla="*/ 92650 h 153819"/>
                <a:gd name="connsiteX10" fmla="*/ 659 w 180063"/>
                <a:gd name="connsiteY10" fmla="*/ 96900 h 153819"/>
                <a:gd name="connsiteX11" fmla="*/ -24 w 180063"/>
                <a:gd name="connsiteY11" fmla="*/ 99783 h 153819"/>
                <a:gd name="connsiteX12" fmla="*/ 27462 w 180063"/>
                <a:gd name="connsiteY12" fmla="*/ 120581 h 153819"/>
                <a:gd name="connsiteX13" fmla="*/ 62008 w 180063"/>
                <a:gd name="connsiteY13" fmla="*/ 140328 h 153819"/>
                <a:gd name="connsiteX14" fmla="*/ 123139 w 180063"/>
                <a:gd name="connsiteY14" fmla="*/ 153694 h 153819"/>
                <a:gd name="connsiteX15" fmla="*/ 133954 w 180063"/>
                <a:gd name="connsiteY15" fmla="*/ 151666 h 153819"/>
                <a:gd name="connsiteX16" fmla="*/ 149424 w 180063"/>
                <a:gd name="connsiteY16" fmla="*/ 131919 h 153819"/>
                <a:gd name="connsiteX17" fmla="*/ 158887 w 180063"/>
                <a:gd name="connsiteY17" fmla="*/ 115476 h 153819"/>
                <a:gd name="connsiteX18" fmla="*/ 173907 w 180063"/>
                <a:gd name="connsiteY18" fmla="*/ 54957 h 153819"/>
                <a:gd name="connsiteX19" fmla="*/ 162717 w 180063"/>
                <a:gd name="connsiteY19" fmla="*/ 146 h 153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80063" h="153819">
                  <a:moveTo>
                    <a:pt x="162717" y="146"/>
                  </a:moveTo>
                  <a:cubicBezTo>
                    <a:pt x="153998" y="-966"/>
                    <a:pt x="145474" y="3269"/>
                    <a:pt x="141088" y="10883"/>
                  </a:cubicBezTo>
                  <a:cubicBezTo>
                    <a:pt x="138715" y="15876"/>
                    <a:pt x="137341" y="21282"/>
                    <a:pt x="137033" y="26801"/>
                  </a:cubicBezTo>
                  <a:cubicBezTo>
                    <a:pt x="134630" y="46248"/>
                    <a:pt x="131626" y="65695"/>
                    <a:pt x="127871" y="84916"/>
                  </a:cubicBezTo>
                  <a:cubicBezTo>
                    <a:pt x="125392" y="97981"/>
                    <a:pt x="125167" y="123960"/>
                    <a:pt x="106693" y="125236"/>
                  </a:cubicBezTo>
                  <a:cubicBezTo>
                    <a:pt x="99783" y="125762"/>
                    <a:pt x="92649" y="120581"/>
                    <a:pt x="85815" y="119455"/>
                  </a:cubicBezTo>
                  <a:cubicBezTo>
                    <a:pt x="74790" y="118434"/>
                    <a:pt x="63901" y="116324"/>
                    <a:pt x="53297" y="113148"/>
                  </a:cubicBezTo>
                  <a:cubicBezTo>
                    <a:pt x="45321" y="110062"/>
                    <a:pt x="38141" y="105242"/>
                    <a:pt x="32269" y="99032"/>
                  </a:cubicBezTo>
                  <a:cubicBezTo>
                    <a:pt x="28363" y="95203"/>
                    <a:pt x="22956" y="87619"/>
                    <a:pt x="17699" y="86193"/>
                  </a:cubicBezTo>
                  <a:cubicBezTo>
                    <a:pt x="13944" y="85217"/>
                    <a:pt x="9138" y="89571"/>
                    <a:pt x="11541" y="92650"/>
                  </a:cubicBezTo>
                  <a:cubicBezTo>
                    <a:pt x="7365" y="90818"/>
                    <a:pt x="2491" y="92725"/>
                    <a:pt x="659" y="96900"/>
                  </a:cubicBezTo>
                  <a:cubicBezTo>
                    <a:pt x="261" y="97808"/>
                    <a:pt x="28" y="98792"/>
                    <a:pt x="-24" y="99783"/>
                  </a:cubicBezTo>
                  <a:cubicBezTo>
                    <a:pt x="-400" y="110145"/>
                    <a:pt x="20178" y="116076"/>
                    <a:pt x="27462" y="120581"/>
                  </a:cubicBezTo>
                  <a:cubicBezTo>
                    <a:pt x="38449" y="128045"/>
                    <a:pt x="50000" y="134645"/>
                    <a:pt x="62008" y="140328"/>
                  </a:cubicBezTo>
                  <a:cubicBezTo>
                    <a:pt x="81332" y="148678"/>
                    <a:pt x="102089" y="153213"/>
                    <a:pt x="123139" y="153694"/>
                  </a:cubicBezTo>
                  <a:cubicBezTo>
                    <a:pt x="126865" y="154062"/>
                    <a:pt x="130620" y="153363"/>
                    <a:pt x="133954" y="151666"/>
                  </a:cubicBezTo>
                  <a:cubicBezTo>
                    <a:pt x="140713" y="147537"/>
                    <a:pt x="144318" y="137851"/>
                    <a:pt x="149424" y="131919"/>
                  </a:cubicBezTo>
                  <a:cubicBezTo>
                    <a:pt x="153848" y="127272"/>
                    <a:pt x="157092" y="121633"/>
                    <a:pt x="158887" y="115476"/>
                  </a:cubicBezTo>
                  <a:cubicBezTo>
                    <a:pt x="164910" y="95571"/>
                    <a:pt x="169919" y="75373"/>
                    <a:pt x="173907" y="54957"/>
                  </a:cubicBezTo>
                  <a:cubicBezTo>
                    <a:pt x="177587" y="37763"/>
                    <a:pt x="190279" y="4200"/>
                    <a:pt x="162717" y="146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Content Placeholder 4">
              <a:extLst>
                <a:ext uri="{FF2B5EF4-FFF2-40B4-BE49-F238E27FC236}">
                  <a16:creationId xmlns:a16="http://schemas.microsoft.com/office/drawing/2014/main" id="{E3CF9018-A22E-6D36-795D-53292B7147CD}"/>
                </a:ext>
              </a:extLst>
            </p:cNvPr>
            <p:cNvSpPr/>
            <p:nvPr/>
          </p:nvSpPr>
          <p:spPr>
            <a:xfrm>
              <a:off x="8312916" y="4159402"/>
              <a:ext cx="164023" cy="244202"/>
            </a:xfrm>
            <a:custGeom>
              <a:avLst/>
              <a:gdLst>
                <a:gd name="connsiteX0" fmla="*/ 319 w 164023"/>
                <a:gd name="connsiteY0" fmla="*/ 129084 h 244202"/>
                <a:gd name="connsiteX1" fmla="*/ 2496 w 164023"/>
                <a:gd name="connsiteY1" fmla="*/ 167603 h 244202"/>
                <a:gd name="connsiteX2" fmla="*/ 6251 w 164023"/>
                <a:gd name="connsiteY2" fmla="*/ 225192 h 244202"/>
                <a:gd name="connsiteX3" fmla="*/ 10983 w 164023"/>
                <a:gd name="connsiteY3" fmla="*/ 242762 h 244202"/>
                <a:gd name="connsiteX4" fmla="*/ 12410 w 164023"/>
                <a:gd name="connsiteY4" fmla="*/ 244039 h 244202"/>
                <a:gd name="connsiteX5" fmla="*/ 16690 w 164023"/>
                <a:gd name="connsiteY5" fmla="*/ 240209 h 244202"/>
                <a:gd name="connsiteX6" fmla="*/ 51837 w 164023"/>
                <a:gd name="connsiteY6" fmla="*/ 172633 h 244202"/>
                <a:gd name="connsiteX7" fmla="*/ 65581 w 164023"/>
                <a:gd name="connsiteY7" fmla="*/ 159043 h 244202"/>
                <a:gd name="connsiteX8" fmla="*/ 79324 w 164023"/>
                <a:gd name="connsiteY8" fmla="*/ 154163 h 244202"/>
                <a:gd name="connsiteX9" fmla="*/ 107787 w 164023"/>
                <a:gd name="connsiteY9" fmla="*/ 146654 h 244202"/>
                <a:gd name="connsiteX10" fmla="*/ 123558 w 164023"/>
                <a:gd name="connsiteY10" fmla="*/ 140047 h 244202"/>
                <a:gd name="connsiteX11" fmla="*/ 131068 w 164023"/>
                <a:gd name="connsiteY11" fmla="*/ 129084 h 244202"/>
                <a:gd name="connsiteX12" fmla="*/ 159005 w 164023"/>
                <a:gd name="connsiteY12" fmla="*/ 66539 h 244202"/>
                <a:gd name="connsiteX13" fmla="*/ 163887 w 164023"/>
                <a:gd name="connsiteY13" fmla="*/ 16833 h 244202"/>
                <a:gd name="connsiteX14" fmla="*/ 163210 w 164023"/>
                <a:gd name="connsiteY14" fmla="*/ 11953 h 244202"/>
                <a:gd name="connsiteX15" fmla="*/ 158705 w 164023"/>
                <a:gd name="connsiteY15" fmla="*/ 6922 h 244202"/>
                <a:gd name="connsiteX16" fmla="*/ 133921 w 164023"/>
                <a:gd name="connsiteY16" fmla="*/ 1216 h 244202"/>
                <a:gd name="connsiteX17" fmla="*/ 36291 w 164023"/>
                <a:gd name="connsiteY17" fmla="*/ 6697 h 244202"/>
                <a:gd name="connsiteX18" fmla="*/ 4975 w 164023"/>
                <a:gd name="connsiteY18" fmla="*/ 21713 h 244202"/>
                <a:gd name="connsiteX19" fmla="*/ 244 w 164023"/>
                <a:gd name="connsiteY19" fmla="*/ 68116 h 244202"/>
                <a:gd name="connsiteX20" fmla="*/ 319 w 164023"/>
                <a:gd name="connsiteY20" fmla="*/ 129084 h 244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4023" h="244202">
                  <a:moveTo>
                    <a:pt x="319" y="129084"/>
                  </a:moveTo>
                  <a:cubicBezTo>
                    <a:pt x="769" y="141924"/>
                    <a:pt x="1595" y="154763"/>
                    <a:pt x="2496" y="167603"/>
                  </a:cubicBezTo>
                  <a:cubicBezTo>
                    <a:pt x="3698" y="186824"/>
                    <a:pt x="4952" y="206023"/>
                    <a:pt x="6251" y="225192"/>
                  </a:cubicBezTo>
                  <a:cubicBezTo>
                    <a:pt x="6049" y="231387"/>
                    <a:pt x="7694" y="237506"/>
                    <a:pt x="10983" y="242762"/>
                  </a:cubicBezTo>
                  <a:cubicBezTo>
                    <a:pt x="11321" y="243318"/>
                    <a:pt x="11817" y="243761"/>
                    <a:pt x="12410" y="244039"/>
                  </a:cubicBezTo>
                  <a:cubicBezTo>
                    <a:pt x="14438" y="244790"/>
                    <a:pt x="16015" y="242237"/>
                    <a:pt x="16690" y="240209"/>
                  </a:cubicBezTo>
                  <a:cubicBezTo>
                    <a:pt x="24681" y="215935"/>
                    <a:pt x="36547" y="193116"/>
                    <a:pt x="51837" y="172633"/>
                  </a:cubicBezTo>
                  <a:cubicBezTo>
                    <a:pt x="55434" y="167205"/>
                    <a:pt x="60113" y="162579"/>
                    <a:pt x="65581" y="159043"/>
                  </a:cubicBezTo>
                  <a:cubicBezTo>
                    <a:pt x="69906" y="156775"/>
                    <a:pt x="74533" y="155131"/>
                    <a:pt x="79324" y="154163"/>
                  </a:cubicBezTo>
                  <a:lnTo>
                    <a:pt x="107787" y="146654"/>
                  </a:lnTo>
                  <a:cubicBezTo>
                    <a:pt x="113479" y="145693"/>
                    <a:pt x="118879" y="143433"/>
                    <a:pt x="123558" y="140047"/>
                  </a:cubicBezTo>
                  <a:cubicBezTo>
                    <a:pt x="126690" y="136870"/>
                    <a:pt x="129235" y="133154"/>
                    <a:pt x="131068" y="129084"/>
                  </a:cubicBezTo>
                  <a:cubicBezTo>
                    <a:pt x="142971" y="109495"/>
                    <a:pt x="152359" y="88478"/>
                    <a:pt x="159005" y="66539"/>
                  </a:cubicBezTo>
                  <a:cubicBezTo>
                    <a:pt x="162813" y="50261"/>
                    <a:pt x="164449" y="33547"/>
                    <a:pt x="163887" y="16833"/>
                  </a:cubicBezTo>
                  <a:cubicBezTo>
                    <a:pt x="163969" y="15181"/>
                    <a:pt x="163736" y="13522"/>
                    <a:pt x="163210" y="11953"/>
                  </a:cubicBezTo>
                  <a:cubicBezTo>
                    <a:pt x="162257" y="9858"/>
                    <a:pt x="160687" y="8101"/>
                    <a:pt x="158705" y="6922"/>
                  </a:cubicBezTo>
                  <a:cubicBezTo>
                    <a:pt x="151104" y="2830"/>
                    <a:pt x="142543" y="855"/>
                    <a:pt x="133921" y="1216"/>
                  </a:cubicBezTo>
                  <a:cubicBezTo>
                    <a:pt x="101283" y="-1548"/>
                    <a:pt x="68419" y="292"/>
                    <a:pt x="36291" y="6697"/>
                  </a:cubicBezTo>
                  <a:cubicBezTo>
                    <a:pt x="26453" y="9024"/>
                    <a:pt x="9781" y="11427"/>
                    <a:pt x="4975" y="21713"/>
                  </a:cubicBezTo>
                  <a:cubicBezTo>
                    <a:pt x="-808" y="34478"/>
                    <a:pt x="920" y="54300"/>
                    <a:pt x="244" y="68116"/>
                  </a:cubicBezTo>
                  <a:cubicBezTo>
                    <a:pt x="-132" y="88764"/>
                    <a:pt x="-132" y="108962"/>
                    <a:pt x="319" y="129084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Content Placeholder 4">
              <a:extLst>
                <a:ext uri="{FF2B5EF4-FFF2-40B4-BE49-F238E27FC236}">
                  <a16:creationId xmlns:a16="http://schemas.microsoft.com/office/drawing/2014/main" id="{AEC343DF-B53D-D88B-35D5-B5DBB2116505}"/>
                </a:ext>
              </a:extLst>
            </p:cNvPr>
            <p:cNvSpPr/>
            <p:nvPr/>
          </p:nvSpPr>
          <p:spPr>
            <a:xfrm>
              <a:off x="8322678" y="4257748"/>
              <a:ext cx="71983" cy="335011"/>
            </a:xfrm>
            <a:custGeom>
              <a:avLst/>
              <a:gdLst>
                <a:gd name="connsiteX0" fmla="*/ 57020 w 71983"/>
                <a:gd name="connsiteY0" fmla="*/ 8439 h 335011"/>
                <a:gd name="connsiteX1" fmla="*/ 2348 w 71983"/>
                <a:gd name="connsiteY1" fmla="*/ 931 h 335011"/>
                <a:gd name="connsiteX2" fmla="*/ 5652 w 71983"/>
                <a:gd name="connsiteY2" fmla="*/ 3408 h 335011"/>
                <a:gd name="connsiteX3" fmla="*/ 7380 w 71983"/>
                <a:gd name="connsiteY3" fmla="*/ 233242 h 335011"/>
                <a:gd name="connsiteX4" fmla="*/ 7380 w 71983"/>
                <a:gd name="connsiteY4" fmla="*/ 332204 h 335011"/>
                <a:gd name="connsiteX5" fmla="*/ 35317 w 71983"/>
                <a:gd name="connsiteY5" fmla="*/ 334982 h 335011"/>
                <a:gd name="connsiteX6" fmla="*/ 71290 w 71983"/>
                <a:gd name="connsiteY6" fmla="*/ 27135 h 335011"/>
                <a:gd name="connsiteX7" fmla="*/ 68436 w 71983"/>
                <a:gd name="connsiteY7" fmla="*/ 12118 h 335011"/>
                <a:gd name="connsiteX8" fmla="*/ 57020 w 71983"/>
                <a:gd name="connsiteY8" fmla="*/ 8439 h 335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1983" h="335011">
                  <a:moveTo>
                    <a:pt x="57020" y="8439"/>
                  </a:moveTo>
                  <a:lnTo>
                    <a:pt x="2348" y="931"/>
                  </a:lnTo>
                  <a:cubicBezTo>
                    <a:pt x="1447" y="-1397"/>
                    <a:pt x="5953" y="931"/>
                    <a:pt x="5652" y="3408"/>
                  </a:cubicBezTo>
                  <a:cubicBezTo>
                    <a:pt x="-3810" y="79544"/>
                    <a:pt x="-206" y="156731"/>
                    <a:pt x="7380" y="233242"/>
                  </a:cubicBezTo>
                  <a:cubicBezTo>
                    <a:pt x="10759" y="266144"/>
                    <a:pt x="10759" y="299301"/>
                    <a:pt x="7380" y="332204"/>
                  </a:cubicBezTo>
                  <a:cubicBezTo>
                    <a:pt x="14890" y="333029"/>
                    <a:pt x="27807" y="334231"/>
                    <a:pt x="35317" y="334982"/>
                  </a:cubicBezTo>
                  <a:cubicBezTo>
                    <a:pt x="49135" y="232566"/>
                    <a:pt x="57847" y="129700"/>
                    <a:pt x="71290" y="27135"/>
                  </a:cubicBezTo>
                  <a:cubicBezTo>
                    <a:pt x="72784" y="21962"/>
                    <a:pt x="71725" y="16383"/>
                    <a:pt x="68436" y="12118"/>
                  </a:cubicBezTo>
                  <a:cubicBezTo>
                    <a:pt x="65094" y="9753"/>
                    <a:pt x="61114" y="8469"/>
                    <a:pt x="57020" y="8439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Content Placeholder 4">
              <a:extLst>
                <a:ext uri="{FF2B5EF4-FFF2-40B4-BE49-F238E27FC236}">
                  <a16:creationId xmlns:a16="http://schemas.microsoft.com/office/drawing/2014/main" id="{C207740D-E9EF-46E7-D1E8-8CDB4DDF17D7}"/>
                </a:ext>
              </a:extLst>
            </p:cNvPr>
            <p:cNvSpPr/>
            <p:nvPr/>
          </p:nvSpPr>
          <p:spPr>
            <a:xfrm>
              <a:off x="8307209" y="3818309"/>
              <a:ext cx="84227" cy="112293"/>
            </a:xfrm>
            <a:custGeom>
              <a:avLst/>
              <a:gdLst>
                <a:gd name="connsiteX0" fmla="*/ 48833 w 84227"/>
                <a:gd name="connsiteY0" fmla="*/ 112250 h 112293"/>
                <a:gd name="connsiteX1" fmla="*/ 82553 w 84227"/>
                <a:gd name="connsiteY1" fmla="*/ 102114 h 112293"/>
                <a:gd name="connsiteX2" fmla="*/ 84131 w 84227"/>
                <a:gd name="connsiteY2" fmla="*/ 72530 h 112293"/>
                <a:gd name="connsiteX3" fmla="*/ 77822 w 84227"/>
                <a:gd name="connsiteY3" fmla="*/ 32886 h 112293"/>
                <a:gd name="connsiteX4" fmla="*/ 63628 w 84227"/>
                <a:gd name="connsiteY4" fmla="*/ 3828 h 112293"/>
                <a:gd name="connsiteX5" fmla="*/ 58371 w 84227"/>
                <a:gd name="connsiteY5" fmla="*/ 224 h 112293"/>
                <a:gd name="connsiteX6" fmla="*/ 52889 w 84227"/>
                <a:gd name="connsiteY6" fmla="*/ 224 h 112293"/>
                <a:gd name="connsiteX7" fmla="*/ 920 w 84227"/>
                <a:gd name="connsiteY7" fmla="*/ 18094 h 112293"/>
                <a:gd name="connsiteX8" fmla="*/ 17517 w 84227"/>
                <a:gd name="connsiteY8" fmla="*/ 81540 h 112293"/>
                <a:gd name="connsiteX9" fmla="*/ 31110 w 84227"/>
                <a:gd name="connsiteY9" fmla="*/ 104591 h 112293"/>
                <a:gd name="connsiteX10" fmla="*/ 48833 w 84227"/>
                <a:gd name="connsiteY10" fmla="*/ 112250 h 112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4227" h="112293">
                  <a:moveTo>
                    <a:pt x="48833" y="112250"/>
                  </a:moveTo>
                  <a:cubicBezTo>
                    <a:pt x="59648" y="111874"/>
                    <a:pt x="70838" y="104742"/>
                    <a:pt x="82553" y="102114"/>
                  </a:cubicBezTo>
                  <a:cubicBezTo>
                    <a:pt x="79474" y="92653"/>
                    <a:pt x="83154" y="82441"/>
                    <a:pt x="84131" y="72530"/>
                  </a:cubicBezTo>
                  <a:cubicBezTo>
                    <a:pt x="84619" y="59030"/>
                    <a:pt x="82471" y="45567"/>
                    <a:pt x="77822" y="32886"/>
                  </a:cubicBezTo>
                  <a:cubicBezTo>
                    <a:pt x="75419" y="22231"/>
                    <a:pt x="70560" y="12275"/>
                    <a:pt x="63628" y="3828"/>
                  </a:cubicBezTo>
                  <a:cubicBezTo>
                    <a:pt x="62254" y="2153"/>
                    <a:pt x="60429" y="899"/>
                    <a:pt x="58371" y="224"/>
                  </a:cubicBezTo>
                  <a:cubicBezTo>
                    <a:pt x="56561" y="-114"/>
                    <a:pt x="54699" y="-114"/>
                    <a:pt x="52889" y="224"/>
                  </a:cubicBezTo>
                  <a:cubicBezTo>
                    <a:pt x="39972" y="2251"/>
                    <a:pt x="4299" y="3678"/>
                    <a:pt x="920" y="18094"/>
                  </a:cubicBezTo>
                  <a:cubicBezTo>
                    <a:pt x="-3736" y="37916"/>
                    <a:pt x="9857" y="64121"/>
                    <a:pt x="17517" y="81540"/>
                  </a:cubicBezTo>
                  <a:cubicBezTo>
                    <a:pt x="20596" y="89995"/>
                    <a:pt x="25207" y="97804"/>
                    <a:pt x="31110" y="104591"/>
                  </a:cubicBezTo>
                  <a:cubicBezTo>
                    <a:pt x="35571" y="109674"/>
                    <a:pt x="42074" y="112483"/>
                    <a:pt x="48833" y="112250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Content Placeholder 4">
              <a:extLst>
                <a:ext uri="{FF2B5EF4-FFF2-40B4-BE49-F238E27FC236}">
                  <a16:creationId xmlns:a16="http://schemas.microsoft.com/office/drawing/2014/main" id="{6EC3FF69-7DDF-AB67-F2F8-83FCF1C75DD0}"/>
                </a:ext>
              </a:extLst>
            </p:cNvPr>
            <p:cNvSpPr/>
            <p:nvPr/>
          </p:nvSpPr>
          <p:spPr>
            <a:xfrm>
              <a:off x="8306656" y="3918262"/>
              <a:ext cx="187337" cy="310261"/>
            </a:xfrm>
            <a:custGeom>
              <a:avLst/>
              <a:gdLst>
                <a:gd name="connsiteX0" fmla="*/ 173902 w 187337"/>
                <a:gd name="connsiteY0" fmla="*/ 294915 h 310261"/>
                <a:gd name="connsiteX1" fmla="*/ 173902 w 187337"/>
                <a:gd name="connsiteY1" fmla="*/ 294915 h 310261"/>
                <a:gd name="connsiteX2" fmla="*/ 173902 w 187337"/>
                <a:gd name="connsiteY2" fmla="*/ 294915 h 310261"/>
                <a:gd name="connsiteX3" fmla="*/ 174804 w 187337"/>
                <a:gd name="connsiteY3" fmla="*/ 293638 h 310261"/>
                <a:gd name="connsiteX4" fmla="*/ 185242 w 187337"/>
                <a:gd name="connsiteY4" fmla="*/ 275543 h 310261"/>
                <a:gd name="connsiteX5" fmla="*/ 161285 w 187337"/>
                <a:gd name="connsiteY5" fmla="*/ 62979 h 310261"/>
                <a:gd name="connsiteX6" fmla="*/ 121182 w 187337"/>
                <a:gd name="connsiteY6" fmla="*/ 1860 h 310261"/>
                <a:gd name="connsiteX7" fmla="*/ 116751 w 187337"/>
                <a:gd name="connsiteY7" fmla="*/ 58 h 310261"/>
                <a:gd name="connsiteX8" fmla="*/ 110217 w 187337"/>
                <a:gd name="connsiteY8" fmla="*/ 734 h 310261"/>
                <a:gd name="connsiteX9" fmla="*/ 67786 w 187337"/>
                <a:gd name="connsiteY9" fmla="*/ 11621 h 310261"/>
                <a:gd name="connsiteX10" fmla="*/ 59300 w 187337"/>
                <a:gd name="connsiteY10" fmla="*/ 13723 h 310261"/>
                <a:gd name="connsiteX11" fmla="*/ 50137 w 187337"/>
                <a:gd name="connsiteY11" fmla="*/ 15450 h 310261"/>
                <a:gd name="connsiteX12" fmla="*/ 23552 w 187337"/>
                <a:gd name="connsiteY12" fmla="*/ 26112 h 310261"/>
                <a:gd name="connsiteX13" fmla="*/ 18595 w 187337"/>
                <a:gd name="connsiteY13" fmla="*/ 64180 h 310261"/>
                <a:gd name="connsiteX14" fmla="*/ 12438 w 187337"/>
                <a:gd name="connsiteY14" fmla="*/ 158561 h 310261"/>
                <a:gd name="connsiteX15" fmla="*/ 4477 w 187337"/>
                <a:gd name="connsiteY15" fmla="*/ 252567 h 310261"/>
                <a:gd name="connsiteX16" fmla="*/ -29 w 187337"/>
                <a:gd name="connsiteY16" fmla="*/ 280649 h 310261"/>
                <a:gd name="connsiteX17" fmla="*/ -29 w 187337"/>
                <a:gd name="connsiteY17" fmla="*/ 281325 h 310261"/>
                <a:gd name="connsiteX18" fmla="*/ 5903 w 187337"/>
                <a:gd name="connsiteY18" fmla="*/ 291311 h 310261"/>
                <a:gd name="connsiteX19" fmla="*/ 6880 w 187337"/>
                <a:gd name="connsiteY19" fmla="*/ 292737 h 310261"/>
                <a:gd name="connsiteX20" fmla="*/ 7406 w 187337"/>
                <a:gd name="connsiteY20" fmla="*/ 293338 h 310261"/>
                <a:gd name="connsiteX21" fmla="*/ 15291 w 187337"/>
                <a:gd name="connsiteY21" fmla="*/ 301222 h 310261"/>
                <a:gd name="connsiteX22" fmla="*/ 16342 w 187337"/>
                <a:gd name="connsiteY22" fmla="*/ 302198 h 310261"/>
                <a:gd name="connsiteX23" fmla="*/ 17694 w 187337"/>
                <a:gd name="connsiteY23" fmla="*/ 302949 h 310261"/>
                <a:gd name="connsiteX24" fmla="*/ 26706 w 187337"/>
                <a:gd name="connsiteY24" fmla="*/ 308280 h 310261"/>
                <a:gd name="connsiteX25" fmla="*/ 30912 w 187337"/>
                <a:gd name="connsiteY25" fmla="*/ 310232 h 310261"/>
                <a:gd name="connsiteX26" fmla="*/ 31888 w 187337"/>
                <a:gd name="connsiteY26" fmla="*/ 310232 h 310261"/>
                <a:gd name="connsiteX27" fmla="*/ 164365 w 187337"/>
                <a:gd name="connsiteY27" fmla="*/ 300847 h 310261"/>
                <a:gd name="connsiteX28" fmla="*/ 173902 w 187337"/>
                <a:gd name="connsiteY28" fmla="*/ 294915 h 310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87337" h="310261">
                  <a:moveTo>
                    <a:pt x="173902" y="294915"/>
                  </a:moveTo>
                  <a:lnTo>
                    <a:pt x="173902" y="294915"/>
                  </a:lnTo>
                  <a:lnTo>
                    <a:pt x="173902" y="294915"/>
                  </a:lnTo>
                  <a:lnTo>
                    <a:pt x="174804" y="293638"/>
                  </a:lnTo>
                  <a:cubicBezTo>
                    <a:pt x="178633" y="287782"/>
                    <a:pt x="182314" y="281625"/>
                    <a:pt x="185242" y="275543"/>
                  </a:cubicBezTo>
                  <a:cubicBezTo>
                    <a:pt x="191543" y="203800"/>
                    <a:pt x="183395" y="131523"/>
                    <a:pt x="161285" y="62979"/>
                  </a:cubicBezTo>
                  <a:cubicBezTo>
                    <a:pt x="154301" y="40979"/>
                    <a:pt x="147392" y="16877"/>
                    <a:pt x="121182" y="1860"/>
                  </a:cubicBezTo>
                  <a:cubicBezTo>
                    <a:pt x="119846" y="951"/>
                    <a:pt x="118336" y="343"/>
                    <a:pt x="116751" y="58"/>
                  </a:cubicBezTo>
                  <a:cubicBezTo>
                    <a:pt x="114551" y="-175"/>
                    <a:pt x="112328" y="58"/>
                    <a:pt x="110217" y="734"/>
                  </a:cubicBezTo>
                  <a:lnTo>
                    <a:pt x="67786" y="11621"/>
                  </a:lnTo>
                  <a:lnTo>
                    <a:pt x="59300" y="13723"/>
                  </a:lnTo>
                  <a:cubicBezTo>
                    <a:pt x="56296" y="14399"/>
                    <a:pt x="53217" y="15000"/>
                    <a:pt x="50137" y="15450"/>
                  </a:cubicBezTo>
                  <a:cubicBezTo>
                    <a:pt x="44956" y="16201"/>
                    <a:pt x="24228" y="21081"/>
                    <a:pt x="23552" y="26112"/>
                  </a:cubicBezTo>
                  <a:cubicBezTo>
                    <a:pt x="21750" y="38824"/>
                    <a:pt x="20097" y="51513"/>
                    <a:pt x="18595" y="64180"/>
                  </a:cubicBezTo>
                  <a:cubicBezTo>
                    <a:pt x="14675" y="95490"/>
                    <a:pt x="12618" y="127003"/>
                    <a:pt x="12438" y="158561"/>
                  </a:cubicBezTo>
                  <a:cubicBezTo>
                    <a:pt x="12370" y="190059"/>
                    <a:pt x="9711" y="221505"/>
                    <a:pt x="4477" y="252567"/>
                  </a:cubicBezTo>
                  <a:cubicBezTo>
                    <a:pt x="4026" y="254970"/>
                    <a:pt x="2224" y="267584"/>
                    <a:pt x="-29" y="280649"/>
                  </a:cubicBezTo>
                  <a:lnTo>
                    <a:pt x="-29" y="281325"/>
                  </a:lnTo>
                  <a:cubicBezTo>
                    <a:pt x="1848" y="284703"/>
                    <a:pt x="3801" y="288082"/>
                    <a:pt x="5903" y="291311"/>
                  </a:cubicBezTo>
                  <a:lnTo>
                    <a:pt x="6880" y="292737"/>
                  </a:lnTo>
                  <a:lnTo>
                    <a:pt x="7406" y="293338"/>
                  </a:lnTo>
                  <a:cubicBezTo>
                    <a:pt x="9862" y="296131"/>
                    <a:pt x="12498" y="298767"/>
                    <a:pt x="15291" y="301222"/>
                  </a:cubicBezTo>
                  <a:lnTo>
                    <a:pt x="16342" y="302198"/>
                  </a:lnTo>
                  <a:cubicBezTo>
                    <a:pt x="12512" y="298519"/>
                    <a:pt x="16342" y="302198"/>
                    <a:pt x="17694" y="302949"/>
                  </a:cubicBezTo>
                  <a:cubicBezTo>
                    <a:pt x="20571" y="304931"/>
                    <a:pt x="23582" y="306711"/>
                    <a:pt x="26706" y="308280"/>
                  </a:cubicBezTo>
                  <a:cubicBezTo>
                    <a:pt x="27458" y="308730"/>
                    <a:pt x="30612" y="310007"/>
                    <a:pt x="30912" y="310232"/>
                  </a:cubicBezTo>
                  <a:lnTo>
                    <a:pt x="31888" y="310232"/>
                  </a:lnTo>
                  <a:cubicBezTo>
                    <a:pt x="76197" y="308430"/>
                    <a:pt x="120356" y="305299"/>
                    <a:pt x="164365" y="300847"/>
                  </a:cubicBezTo>
                  <a:cubicBezTo>
                    <a:pt x="167399" y="298639"/>
                    <a:pt x="170583" y="296657"/>
                    <a:pt x="173902" y="294915"/>
                  </a:cubicBezTo>
                  <a:close/>
                </a:path>
              </a:pathLst>
            </a:custGeom>
            <a:solidFill>
              <a:srgbClr val="E8E8E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Content Placeholder 4">
              <a:extLst>
                <a:ext uri="{FF2B5EF4-FFF2-40B4-BE49-F238E27FC236}">
                  <a16:creationId xmlns:a16="http://schemas.microsoft.com/office/drawing/2014/main" id="{1912E5EE-CAE0-2498-BB74-382884B08A1F}"/>
                </a:ext>
              </a:extLst>
            </p:cNvPr>
            <p:cNvSpPr/>
            <p:nvPr/>
          </p:nvSpPr>
          <p:spPr>
            <a:xfrm>
              <a:off x="8285628" y="4587278"/>
              <a:ext cx="74618" cy="30897"/>
            </a:xfrm>
            <a:custGeom>
              <a:avLst/>
              <a:gdLst>
                <a:gd name="connsiteX0" fmla="*/ 46533 w 74618"/>
                <a:gd name="connsiteY0" fmla="*/ -30 h 30897"/>
                <a:gd name="connsiteX1" fmla="*/ 45181 w 74618"/>
                <a:gd name="connsiteY1" fmla="*/ -30 h 30897"/>
                <a:gd name="connsiteX2" fmla="*/ 43904 w 74618"/>
                <a:gd name="connsiteY2" fmla="*/ 797 h 30897"/>
                <a:gd name="connsiteX3" fmla="*/ 40450 w 74618"/>
                <a:gd name="connsiteY3" fmla="*/ 6052 h 30897"/>
                <a:gd name="connsiteX4" fmla="*/ 38422 w 74618"/>
                <a:gd name="connsiteY4" fmla="*/ 11158 h 30897"/>
                <a:gd name="connsiteX5" fmla="*/ 31738 w 74618"/>
                <a:gd name="connsiteY5" fmla="*/ 14762 h 30897"/>
                <a:gd name="connsiteX6" fmla="*/ 10485 w 74618"/>
                <a:gd name="connsiteY6" fmla="*/ 19117 h 30897"/>
                <a:gd name="connsiteX7" fmla="*/ 5754 w 74618"/>
                <a:gd name="connsiteY7" fmla="*/ 19868 h 30897"/>
                <a:gd name="connsiteX8" fmla="*/ -29 w 74618"/>
                <a:gd name="connsiteY8" fmla="*/ 28202 h 30897"/>
                <a:gd name="connsiteX9" fmla="*/ 872 w 74618"/>
                <a:gd name="connsiteY9" fmla="*/ 30755 h 30897"/>
                <a:gd name="connsiteX10" fmla="*/ 3050 w 74618"/>
                <a:gd name="connsiteY10" fmla="*/ 30755 h 30897"/>
                <a:gd name="connsiteX11" fmla="*/ 53968 w 74618"/>
                <a:gd name="connsiteY11" fmla="*/ 30755 h 30897"/>
                <a:gd name="connsiteX12" fmla="*/ 68988 w 74618"/>
                <a:gd name="connsiteY12" fmla="*/ 29704 h 30897"/>
                <a:gd name="connsiteX13" fmla="*/ 70790 w 74618"/>
                <a:gd name="connsiteY13" fmla="*/ 29103 h 30897"/>
                <a:gd name="connsiteX14" fmla="*/ 71766 w 74618"/>
                <a:gd name="connsiteY14" fmla="*/ 27752 h 30897"/>
                <a:gd name="connsiteX15" fmla="*/ 74245 w 74618"/>
                <a:gd name="connsiteY15" fmla="*/ 5226 h 30897"/>
                <a:gd name="connsiteX16" fmla="*/ 69964 w 74618"/>
                <a:gd name="connsiteY16" fmla="*/ 496 h 30897"/>
                <a:gd name="connsiteX17" fmla="*/ 65157 w 74618"/>
                <a:gd name="connsiteY17" fmla="*/ 496 h 30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8" h="30897">
                  <a:moveTo>
                    <a:pt x="46533" y="-30"/>
                  </a:moveTo>
                  <a:lnTo>
                    <a:pt x="45181" y="-30"/>
                  </a:lnTo>
                  <a:cubicBezTo>
                    <a:pt x="44693" y="136"/>
                    <a:pt x="44257" y="421"/>
                    <a:pt x="43904" y="797"/>
                  </a:cubicBezTo>
                  <a:cubicBezTo>
                    <a:pt x="42357" y="2253"/>
                    <a:pt x="41178" y="4055"/>
                    <a:pt x="40450" y="6052"/>
                  </a:cubicBezTo>
                  <a:cubicBezTo>
                    <a:pt x="40111" y="7869"/>
                    <a:pt x="39421" y="9604"/>
                    <a:pt x="38422" y="11158"/>
                  </a:cubicBezTo>
                  <a:cubicBezTo>
                    <a:pt x="36537" y="12915"/>
                    <a:pt x="34239" y="14154"/>
                    <a:pt x="31738" y="14762"/>
                  </a:cubicBezTo>
                  <a:cubicBezTo>
                    <a:pt x="24836" y="16999"/>
                    <a:pt x="17709" y="18456"/>
                    <a:pt x="10485" y="19117"/>
                  </a:cubicBezTo>
                  <a:cubicBezTo>
                    <a:pt x="8885" y="19169"/>
                    <a:pt x="7293" y="19425"/>
                    <a:pt x="5754" y="19868"/>
                  </a:cubicBezTo>
                  <a:cubicBezTo>
                    <a:pt x="2336" y="21242"/>
                    <a:pt x="61" y="24523"/>
                    <a:pt x="-29" y="28202"/>
                  </a:cubicBezTo>
                  <a:cubicBezTo>
                    <a:pt x="-29" y="29103"/>
                    <a:pt x="-29" y="30305"/>
                    <a:pt x="872" y="30755"/>
                  </a:cubicBezTo>
                  <a:cubicBezTo>
                    <a:pt x="1593" y="30906"/>
                    <a:pt x="2329" y="30906"/>
                    <a:pt x="3050" y="30755"/>
                  </a:cubicBezTo>
                  <a:lnTo>
                    <a:pt x="53968" y="30755"/>
                  </a:lnTo>
                  <a:cubicBezTo>
                    <a:pt x="58992" y="30838"/>
                    <a:pt x="64023" y="30485"/>
                    <a:pt x="68988" y="29704"/>
                  </a:cubicBezTo>
                  <a:cubicBezTo>
                    <a:pt x="69633" y="29674"/>
                    <a:pt x="70257" y="29471"/>
                    <a:pt x="70790" y="29103"/>
                  </a:cubicBezTo>
                  <a:cubicBezTo>
                    <a:pt x="71271" y="28788"/>
                    <a:pt x="71616" y="28308"/>
                    <a:pt x="71766" y="27752"/>
                  </a:cubicBezTo>
                  <a:cubicBezTo>
                    <a:pt x="74290" y="20529"/>
                    <a:pt x="75138" y="12825"/>
                    <a:pt x="74245" y="5226"/>
                  </a:cubicBezTo>
                  <a:cubicBezTo>
                    <a:pt x="74245" y="2899"/>
                    <a:pt x="73644" y="1022"/>
                    <a:pt x="69964" y="496"/>
                  </a:cubicBezTo>
                  <a:cubicBezTo>
                    <a:pt x="64707" y="-255"/>
                    <a:pt x="70490" y="496"/>
                    <a:pt x="65157" y="496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Content Placeholder 4">
              <a:extLst>
                <a:ext uri="{FF2B5EF4-FFF2-40B4-BE49-F238E27FC236}">
                  <a16:creationId xmlns:a16="http://schemas.microsoft.com/office/drawing/2014/main" id="{17FDD4BB-1FE2-D686-FE25-08E0E40612D1}"/>
                </a:ext>
              </a:extLst>
            </p:cNvPr>
            <p:cNvSpPr/>
            <p:nvPr/>
          </p:nvSpPr>
          <p:spPr>
            <a:xfrm>
              <a:off x="8296489" y="3794160"/>
              <a:ext cx="126496" cy="129896"/>
            </a:xfrm>
            <a:custGeom>
              <a:avLst/>
              <a:gdLst>
                <a:gd name="connsiteX0" fmla="*/ 126467 w 126496"/>
                <a:gd name="connsiteY0" fmla="*/ 62215 h 129896"/>
                <a:gd name="connsiteX1" fmla="*/ 119633 w 126496"/>
                <a:gd name="connsiteY1" fmla="*/ 44270 h 129896"/>
                <a:gd name="connsiteX2" fmla="*/ 103712 w 126496"/>
                <a:gd name="connsiteY2" fmla="*/ 16113 h 129896"/>
                <a:gd name="connsiteX3" fmla="*/ 76976 w 126496"/>
                <a:gd name="connsiteY3" fmla="*/ -30 h 129896"/>
                <a:gd name="connsiteX4" fmla="*/ 63684 w 126496"/>
                <a:gd name="connsiteY4" fmla="*/ 1923 h 129896"/>
                <a:gd name="connsiteX5" fmla="*/ 9311 w 126496"/>
                <a:gd name="connsiteY5" fmla="*/ 19868 h 129896"/>
                <a:gd name="connsiteX6" fmla="*/ 3754 w 126496"/>
                <a:gd name="connsiteY6" fmla="*/ 24223 h 129896"/>
                <a:gd name="connsiteX7" fmla="*/ 1801 w 126496"/>
                <a:gd name="connsiteY7" fmla="*/ 30229 h 129896"/>
                <a:gd name="connsiteX8" fmla="*/ 224 w 126496"/>
                <a:gd name="connsiteY8" fmla="*/ 39089 h 129896"/>
                <a:gd name="connsiteX9" fmla="*/ 224 w 126496"/>
                <a:gd name="connsiteY9" fmla="*/ 44721 h 129896"/>
                <a:gd name="connsiteX10" fmla="*/ 13742 w 126496"/>
                <a:gd name="connsiteY10" fmla="*/ 53205 h 129896"/>
                <a:gd name="connsiteX11" fmla="*/ 30715 w 126496"/>
                <a:gd name="connsiteY11" fmla="*/ 51854 h 129896"/>
                <a:gd name="connsiteX12" fmla="*/ 53245 w 126496"/>
                <a:gd name="connsiteY12" fmla="*/ 51854 h 129896"/>
                <a:gd name="connsiteX13" fmla="*/ 56249 w 126496"/>
                <a:gd name="connsiteY13" fmla="*/ 61164 h 129896"/>
                <a:gd name="connsiteX14" fmla="*/ 63759 w 126496"/>
                <a:gd name="connsiteY14" fmla="*/ 69874 h 129896"/>
                <a:gd name="connsiteX15" fmla="*/ 66012 w 126496"/>
                <a:gd name="connsiteY15" fmla="*/ 80236 h 129896"/>
                <a:gd name="connsiteX16" fmla="*/ 76751 w 126496"/>
                <a:gd name="connsiteY16" fmla="*/ 78659 h 129896"/>
                <a:gd name="connsiteX17" fmla="*/ 80055 w 126496"/>
                <a:gd name="connsiteY17" fmla="*/ 80461 h 129896"/>
                <a:gd name="connsiteX18" fmla="*/ 79229 w 126496"/>
                <a:gd name="connsiteY18" fmla="*/ 87218 h 129896"/>
                <a:gd name="connsiteX19" fmla="*/ 72696 w 126496"/>
                <a:gd name="connsiteY19" fmla="*/ 90597 h 129896"/>
                <a:gd name="connsiteX20" fmla="*/ 81858 w 126496"/>
                <a:gd name="connsiteY20" fmla="*/ 129866 h 129896"/>
                <a:gd name="connsiteX21" fmla="*/ 101609 w 126496"/>
                <a:gd name="connsiteY21" fmla="*/ 117928 h 129896"/>
                <a:gd name="connsiteX22" fmla="*/ 114076 w 126496"/>
                <a:gd name="connsiteY22" fmla="*/ 100659 h 129896"/>
                <a:gd name="connsiteX23" fmla="*/ 117756 w 126496"/>
                <a:gd name="connsiteY23" fmla="*/ 91498 h 129896"/>
                <a:gd name="connsiteX24" fmla="*/ 124365 w 126496"/>
                <a:gd name="connsiteY24" fmla="*/ 72877 h 129896"/>
                <a:gd name="connsiteX25" fmla="*/ 126467 w 126496"/>
                <a:gd name="connsiteY25" fmla="*/ 62215 h 129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26496" h="129896">
                  <a:moveTo>
                    <a:pt x="126467" y="62215"/>
                  </a:moveTo>
                  <a:cubicBezTo>
                    <a:pt x="125784" y="55743"/>
                    <a:pt x="123426" y="49556"/>
                    <a:pt x="119633" y="44270"/>
                  </a:cubicBezTo>
                  <a:cubicBezTo>
                    <a:pt x="114962" y="34539"/>
                    <a:pt x="109645" y="25131"/>
                    <a:pt x="103712" y="16113"/>
                  </a:cubicBezTo>
                  <a:cubicBezTo>
                    <a:pt x="97667" y="6998"/>
                    <a:pt x="87858" y="1074"/>
                    <a:pt x="76976" y="-30"/>
                  </a:cubicBezTo>
                  <a:cubicBezTo>
                    <a:pt x="72478" y="23"/>
                    <a:pt x="68009" y="676"/>
                    <a:pt x="63684" y="1923"/>
                  </a:cubicBezTo>
                  <a:cubicBezTo>
                    <a:pt x="44894" y="5669"/>
                    <a:pt x="26637" y="11699"/>
                    <a:pt x="9311" y="19868"/>
                  </a:cubicBezTo>
                  <a:cubicBezTo>
                    <a:pt x="7134" y="20844"/>
                    <a:pt x="5219" y="22338"/>
                    <a:pt x="3754" y="24223"/>
                  </a:cubicBezTo>
                  <a:cubicBezTo>
                    <a:pt x="2687" y="26062"/>
                    <a:pt x="2019" y="28112"/>
                    <a:pt x="1801" y="30229"/>
                  </a:cubicBezTo>
                  <a:lnTo>
                    <a:pt x="224" y="39089"/>
                  </a:lnTo>
                  <a:cubicBezTo>
                    <a:pt x="-114" y="40951"/>
                    <a:pt x="-114" y="42859"/>
                    <a:pt x="224" y="44721"/>
                  </a:cubicBezTo>
                  <a:cubicBezTo>
                    <a:pt x="1276" y="50352"/>
                    <a:pt x="7734" y="52830"/>
                    <a:pt x="13742" y="53205"/>
                  </a:cubicBezTo>
                  <a:cubicBezTo>
                    <a:pt x="19427" y="53318"/>
                    <a:pt x="25112" y="52860"/>
                    <a:pt x="30715" y="51854"/>
                  </a:cubicBezTo>
                  <a:cubicBezTo>
                    <a:pt x="36047" y="51103"/>
                    <a:pt x="48814" y="46598"/>
                    <a:pt x="53245" y="51854"/>
                  </a:cubicBezTo>
                  <a:cubicBezTo>
                    <a:pt x="55423" y="54256"/>
                    <a:pt x="54747" y="58311"/>
                    <a:pt x="56249" y="61164"/>
                  </a:cubicBezTo>
                  <a:cubicBezTo>
                    <a:pt x="58524" y="64258"/>
                    <a:pt x="61032" y="67171"/>
                    <a:pt x="63759" y="69874"/>
                  </a:cubicBezTo>
                  <a:cubicBezTo>
                    <a:pt x="66470" y="72592"/>
                    <a:pt x="67348" y="76639"/>
                    <a:pt x="66012" y="80236"/>
                  </a:cubicBezTo>
                  <a:cubicBezTo>
                    <a:pt x="69256" y="78343"/>
                    <a:pt x="73101" y="77780"/>
                    <a:pt x="76751" y="78659"/>
                  </a:cubicBezTo>
                  <a:cubicBezTo>
                    <a:pt x="78013" y="78907"/>
                    <a:pt x="79169" y="79537"/>
                    <a:pt x="80055" y="80461"/>
                  </a:cubicBezTo>
                  <a:cubicBezTo>
                    <a:pt x="81505" y="82601"/>
                    <a:pt x="81152" y="85492"/>
                    <a:pt x="79229" y="87218"/>
                  </a:cubicBezTo>
                  <a:cubicBezTo>
                    <a:pt x="77367" y="88870"/>
                    <a:pt x="75121" y="90027"/>
                    <a:pt x="72696" y="90597"/>
                  </a:cubicBezTo>
                  <a:cubicBezTo>
                    <a:pt x="82939" y="100899"/>
                    <a:pt x="86484" y="116096"/>
                    <a:pt x="81858" y="129866"/>
                  </a:cubicBezTo>
                  <a:cubicBezTo>
                    <a:pt x="89653" y="128357"/>
                    <a:pt x="96653" y="124130"/>
                    <a:pt x="101609" y="117928"/>
                  </a:cubicBezTo>
                  <a:cubicBezTo>
                    <a:pt x="106633" y="112852"/>
                    <a:pt x="110839" y="107026"/>
                    <a:pt x="114076" y="100659"/>
                  </a:cubicBezTo>
                  <a:cubicBezTo>
                    <a:pt x="115457" y="97670"/>
                    <a:pt x="116682" y="94614"/>
                    <a:pt x="117756" y="91498"/>
                  </a:cubicBezTo>
                  <a:lnTo>
                    <a:pt x="124365" y="72877"/>
                  </a:lnTo>
                  <a:cubicBezTo>
                    <a:pt x="125641" y="69461"/>
                    <a:pt x="126347" y="65857"/>
                    <a:pt x="126467" y="62215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Content Placeholder 4">
              <a:extLst>
                <a:ext uri="{FF2B5EF4-FFF2-40B4-BE49-F238E27FC236}">
                  <a16:creationId xmlns:a16="http://schemas.microsoft.com/office/drawing/2014/main" id="{FD4323C0-1D56-7176-8D28-F1E1D6D0F0EB}"/>
                </a:ext>
              </a:extLst>
            </p:cNvPr>
            <p:cNvSpPr/>
            <p:nvPr/>
          </p:nvSpPr>
          <p:spPr>
            <a:xfrm>
              <a:off x="8350890" y="4587954"/>
              <a:ext cx="74680" cy="30897"/>
            </a:xfrm>
            <a:custGeom>
              <a:avLst/>
              <a:gdLst>
                <a:gd name="connsiteX0" fmla="*/ 46533 w 74680"/>
                <a:gd name="connsiteY0" fmla="*/ -30 h 30897"/>
                <a:gd name="connsiteX1" fmla="*/ 45181 w 74680"/>
                <a:gd name="connsiteY1" fmla="*/ -30 h 30897"/>
                <a:gd name="connsiteX2" fmla="*/ 43829 w 74680"/>
                <a:gd name="connsiteY2" fmla="*/ 796 h 30897"/>
                <a:gd name="connsiteX3" fmla="*/ 40450 w 74680"/>
                <a:gd name="connsiteY3" fmla="*/ 6052 h 30897"/>
                <a:gd name="connsiteX4" fmla="*/ 38347 w 74680"/>
                <a:gd name="connsiteY4" fmla="*/ 11158 h 30897"/>
                <a:gd name="connsiteX5" fmla="*/ 31738 w 74680"/>
                <a:gd name="connsiteY5" fmla="*/ 14762 h 30897"/>
                <a:gd name="connsiteX6" fmla="*/ 10484 w 74680"/>
                <a:gd name="connsiteY6" fmla="*/ 19117 h 30897"/>
                <a:gd name="connsiteX7" fmla="*/ 5754 w 74680"/>
                <a:gd name="connsiteY7" fmla="*/ 19868 h 30897"/>
                <a:gd name="connsiteX8" fmla="*/ -29 w 74680"/>
                <a:gd name="connsiteY8" fmla="*/ 28202 h 30897"/>
                <a:gd name="connsiteX9" fmla="*/ 872 w 74680"/>
                <a:gd name="connsiteY9" fmla="*/ 30755 h 30897"/>
                <a:gd name="connsiteX10" fmla="*/ 2974 w 74680"/>
                <a:gd name="connsiteY10" fmla="*/ 30755 h 30897"/>
                <a:gd name="connsiteX11" fmla="*/ 53968 w 74680"/>
                <a:gd name="connsiteY11" fmla="*/ 30755 h 30897"/>
                <a:gd name="connsiteX12" fmla="*/ 68988 w 74680"/>
                <a:gd name="connsiteY12" fmla="*/ 29704 h 30897"/>
                <a:gd name="connsiteX13" fmla="*/ 70865 w 74680"/>
                <a:gd name="connsiteY13" fmla="*/ 29103 h 30897"/>
                <a:gd name="connsiteX14" fmla="*/ 71841 w 74680"/>
                <a:gd name="connsiteY14" fmla="*/ 27676 h 30897"/>
                <a:gd name="connsiteX15" fmla="*/ 74319 w 74680"/>
                <a:gd name="connsiteY15" fmla="*/ 5151 h 30897"/>
                <a:gd name="connsiteX16" fmla="*/ 70039 w 74680"/>
                <a:gd name="connsiteY16" fmla="*/ 421 h 30897"/>
                <a:gd name="connsiteX17" fmla="*/ 65233 w 74680"/>
                <a:gd name="connsiteY17" fmla="*/ 421 h 30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80" h="30897">
                  <a:moveTo>
                    <a:pt x="46533" y="-30"/>
                  </a:moveTo>
                  <a:lnTo>
                    <a:pt x="45181" y="-30"/>
                  </a:lnTo>
                  <a:cubicBezTo>
                    <a:pt x="44678" y="150"/>
                    <a:pt x="44219" y="436"/>
                    <a:pt x="43829" y="796"/>
                  </a:cubicBezTo>
                  <a:cubicBezTo>
                    <a:pt x="42304" y="2260"/>
                    <a:pt x="41148" y="4055"/>
                    <a:pt x="40450" y="6052"/>
                  </a:cubicBezTo>
                  <a:cubicBezTo>
                    <a:pt x="40119" y="7884"/>
                    <a:pt x="39398" y="9626"/>
                    <a:pt x="38347" y="11158"/>
                  </a:cubicBezTo>
                  <a:cubicBezTo>
                    <a:pt x="36499" y="12922"/>
                    <a:pt x="34224" y="14169"/>
                    <a:pt x="31738" y="14762"/>
                  </a:cubicBezTo>
                  <a:cubicBezTo>
                    <a:pt x="24836" y="16999"/>
                    <a:pt x="17709" y="18456"/>
                    <a:pt x="10484" y="19117"/>
                  </a:cubicBezTo>
                  <a:cubicBezTo>
                    <a:pt x="8885" y="19169"/>
                    <a:pt x="7293" y="19417"/>
                    <a:pt x="5754" y="19868"/>
                  </a:cubicBezTo>
                  <a:cubicBezTo>
                    <a:pt x="2336" y="21242"/>
                    <a:pt x="61" y="24523"/>
                    <a:pt x="-29" y="28202"/>
                  </a:cubicBezTo>
                  <a:cubicBezTo>
                    <a:pt x="-29" y="29103"/>
                    <a:pt x="-29" y="30230"/>
                    <a:pt x="872" y="30755"/>
                  </a:cubicBezTo>
                  <a:cubicBezTo>
                    <a:pt x="1563" y="30905"/>
                    <a:pt x="2284" y="30905"/>
                    <a:pt x="2974" y="30755"/>
                  </a:cubicBezTo>
                  <a:lnTo>
                    <a:pt x="53968" y="30755"/>
                  </a:lnTo>
                  <a:cubicBezTo>
                    <a:pt x="58999" y="30838"/>
                    <a:pt x="64023" y="30492"/>
                    <a:pt x="68988" y="29704"/>
                  </a:cubicBezTo>
                  <a:cubicBezTo>
                    <a:pt x="69649" y="29629"/>
                    <a:pt x="70287" y="29426"/>
                    <a:pt x="70865" y="29103"/>
                  </a:cubicBezTo>
                  <a:cubicBezTo>
                    <a:pt x="71323" y="28728"/>
                    <a:pt x="71661" y="28232"/>
                    <a:pt x="71841" y="27676"/>
                  </a:cubicBezTo>
                  <a:cubicBezTo>
                    <a:pt x="74342" y="20446"/>
                    <a:pt x="75191" y="12750"/>
                    <a:pt x="74319" y="5151"/>
                  </a:cubicBezTo>
                  <a:cubicBezTo>
                    <a:pt x="74319" y="2824"/>
                    <a:pt x="73719" y="946"/>
                    <a:pt x="70039" y="421"/>
                  </a:cubicBezTo>
                  <a:cubicBezTo>
                    <a:pt x="64782" y="-330"/>
                    <a:pt x="70564" y="421"/>
                    <a:pt x="65233" y="421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Content Placeholder 4">
              <a:extLst>
                <a:ext uri="{FF2B5EF4-FFF2-40B4-BE49-F238E27FC236}">
                  <a16:creationId xmlns:a16="http://schemas.microsoft.com/office/drawing/2014/main" id="{F99AFC8D-C0D6-3EE4-290F-14BB28F0E58F}"/>
                </a:ext>
              </a:extLst>
            </p:cNvPr>
            <p:cNvSpPr/>
            <p:nvPr/>
          </p:nvSpPr>
          <p:spPr>
            <a:xfrm>
              <a:off x="8218413" y="4035509"/>
              <a:ext cx="45047" cy="65860"/>
            </a:xfrm>
            <a:custGeom>
              <a:avLst/>
              <a:gdLst>
                <a:gd name="connsiteX0" fmla="*/ 32789 w 45047"/>
                <a:gd name="connsiteY0" fmla="*/ 51751 h 65860"/>
                <a:gd name="connsiteX1" fmla="*/ 25279 w 45047"/>
                <a:gd name="connsiteY1" fmla="*/ 64440 h 65860"/>
                <a:gd name="connsiteX2" fmla="*/ 23777 w 45047"/>
                <a:gd name="connsiteY2" fmla="*/ 65792 h 65860"/>
                <a:gd name="connsiteX3" fmla="*/ 21750 w 45047"/>
                <a:gd name="connsiteY3" fmla="*/ 65341 h 65860"/>
                <a:gd name="connsiteX4" fmla="*/ -29 w 45047"/>
                <a:gd name="connsiteY4" fmla="*/ 54604 h 65860"/>
                <a:gd name="connsiteX5" fmla="*/ 5678 w 45047"/>
                <a:gd name="connsiteY5" fmla="*/ 468 h 65860"/>
                <a:gd name="connsiteX6" fmla="*/ 44505 w 45047"/>
                <a:gd name="connsiteY6" fmla="*/ 10830 h 65860"/>
                <a:gd name="connsiteX7" fmla="*/ 37971 w 45047"/>
                <a:gd name="connsiteY7" fmla="*/ 39062 h 65860"/>
                <a:gd name="connsiteX8" fmla="*/ 32789 w 45047"/>
                <a:gd name="connsiteY8" fmla="*/ 51751 h 65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047" h="65860">
                  <a:moveTo>
                    <a:pt x="32789" y="51751"/>
                  </a:moveTo>
                  <a:cubicBezTo>
                    <a:pt x="30552" y="56136"/>
                    <a:pt x="28043" y="60371"/>
                    <a:pt x="25279" y="64440"/>
                  </a:cubicBezTo>
                  <a:cubicBezTo>
                    <a:pt x="24979" y="65071"/>
                    <a:pt x="24438" y="65559"/>
                    <a:pt x="23777" y="65792"/>
                  </a:cubicBezTo>
                  <a:cubicBezTo>
                    <a:pt x="23071" y="65912"/>
                    <a:pt x="22343" y="65747"/>
                    <a:pt x="21750" y="65341"/>
                  </a:cubicBezTo>
                  <a:lnTo>
                    <a:pt x="-29" y="54604"/>
                  </a:lnTo>
                  <a:cubicBezTo>
                    <a:pt x="1698" y="37485"/>
                    <a:pt x="797" y="17062"/>
                    <a:pt x="5678" y="468"/>
                  </a:cubicBezTo>
                  <a:cubicBezTo>
                    <a:pt x="6355" y="-1859"/>
                    <a:pt x="42102" y="4373"/>
                    <a:pt x="44505" y="10830"/>
                  </a:cubicBezTo>
                  <a:cubicBezTo>
                    <a:pt x="46908" y="17287"/>
                    <a:pt x="40224" y="32905"/>
                    <a:pt x="37971" y="39062"/>
                  </a:cubicBezTo>
                  <a:cubicBezTo>
                    <a:pt x="36537" y="43409"/>
                    <a:pt x="34809" y="47644"/>
                    <a:pt x="32789" y="51751"/>
                  </a:cubicBezTo>
                  <a:close/>
                </a:path>
              </a:pathLst>
            </a:custGeom>
            <a:solidFill>
              <a:srgbClr val="C7B29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Content Placeholder 4">
              <a:extLst>
                <a:ext uri="{FF2B5EF4-FFF2-40B4-BE49-F238E27FC236}">
                  <a16:creationId xmlns:a16="http://schemas.microsoft.com/office/drawing/2014/main" id="{2E2089B9-0D96-6C98-7E13-F950F7E71350}"/>
                </a:ext>
              </a:extLst>
            </p:cNvPr>
            <p:cNvSpPr/>
            <p:nvPr/>
          </p:nvSpPr>
          <p:spPr>
            <a:xfrm>
              <a:off x="8221422" y="4031633"/>
              <a:ext cx="46247" cy="17744"/>
            </a:xfrm>
            <a:custGeom>
              <a:avLst/>
              <a:gdLst>
                <a:gd name="connsiteX0" fmla="*/ 492 w 46247"/>
                <a:gd name="connsiteY0" fmla="*/ 6146 h 17744"/>
                <a:gd name="connsiteX1" fmla="*/ 3571 w 46247"/>
                <a:gd name="connsiteY1" fmla="*/ 6146 h 17744"/>
                <a:gd name="connsiteX2" fmla="*/ 10180 w 46247"/>
                <a:gd name="connsiteY2" fmla="*/ 7272 h 17744"/>
                <a:gd name="connsiteX3" fmla="*/ 41722 w 46247"/>
                <a:gd name="connsiteY3" fmla="*/ 17258 h 17744"/>
                <a:gd name="connsiteX4" fmla="*/ 43824 w 46247"/>
                <a:gd name="connsiteY4" fmla="*/ 17709 h 17744"/>
                <a:gd name="connsiteX5" fmla="*/ 46077 w 46247"/>
                <a:gd name="connsiteY5" fmla="*/ 15381 h 17744"/>
                <a:gd name="connsiteX6" fmla="*/ 46077 w 46247"/>
                <a:gd name="connsiteY6" fmla="*/ 12078 h 17744"/>
                <a:gd name="connsiteX7" fmla="*/ 46077 w 46247"/>
                <a:gd name="connsiteY7" fmla="*/ 11402 h 17744"/>
                <a:gd name="connsiteX8" fmla="*/ 45552 w 46247"/>
                <a:gd name="connsiteY8" fmla="*/ 11402 h 17744"/>
                <a:gd name="connsiteX9" fmla="*/ 43975 w 46247"/>
                <a:gd name="connsiteY9" fmla="*/ 10726 h 17744"/>
                <a:gd name="connsiteX10" fmla="*/ 36465 w 46247"/>
                <a:gd name="connsiteY10" fmla="*/ 8474 h 17744"/>
                <a:gd name="connsiteX11" fmla="*/ 4097 w 46247"/>
                <a:gd name="connsiteY11" fmla="*/ 139 h 17744"/>
                <a:gd name="connsiteX12" fmla="*/ 2444 w 46247"/>
                <a:gd name="connsiteY12" fmla="*/ 139 h 17744"/>
                <a:gd name="connsiteX13" fmla="*/ 867 w 46247"/>
                <a:gd name="connsiteY13" fmla="*/ 3143 h 17744"/>
                <a:gd name="connsiteX14" fmla="*/ 492 w 46247"/>
                <a:gd name="connsiteY14" fmla="*/ 6146 h 17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6247" h="17744">
                  <a:moveTo>
                    <a:pt x="492" y="6146"/>
                  </a:moveTo>
                  <a:cubicBezTo>
                    <a:pt x="1513" y="6221"/>
                    <a:pt x="2550" y="6221"/>
                    <a:pt x="3571" y="6146"/>
                  </a:cubicBezTo>
                  <a:cubicBezTo>
                    <a:pt x="5794" y="6409"/>
                    <a:pt x="7994" y="6784"/>
                    <a:pt x="10180" y="7272"/>
                  </a:cubicBezTo>
                  <a:cubicBezTo>
                    <a:pt x="20904" y="9885"/>
                    <a:pt x="31448" y="13219"/>
                    <a:pt x="41722" y="17258"/>
                  </a:cubicBezTo>
                  <a:cubicBezTo>
                    <a:pt x="42368" y="17589"/>
                    <a:pt x="43096" y="17747"/>
                    <a:pt x="43824" y="17709"/>
                  </a:cubicBezTo>
                  <a:cubicBezTo>
                    <a:pt x="44966" y="17439"/>
                    <a:pt x="45845" y="16530"/>
                    <a:pt x="46077" y="15381"/>
                  </a:cubicBezTo>
                  <a:cubicBezTo>
                    <a:pt x="46265" y="14285"/>
                    <a:pt x="46265" y="13174"/>
                    <a:pt x="46077" y="12078"/>
                  </a:cubicBezTo>
                  <a:cubicBezTo>
                    <a:pt x="46152" y="11860"/>
                    <a:pt x="46152" y="11620"/>
                    <a:pt x="46077" y="11402"/>
                  </a:cubicBezTo>
                  <a:cubicBezTo>
                    <a:pt x="46077" y="11402"/>
                    <a:pt x="46077" y="11402"/>
                    <a:pt x="45552" y="11402"/>
                  </a:cubicBezTo>
                  <a:lnTo>
                    <a:pt x="43975" y="10726"/>
                  </a:lnTo>
                  <a:cubicBezTo>
                    <a:pt x="41571" y="9825"/>
                    <a:pt x="39093" y="9149"/>
                    <a:pt x="36465" y="8474"/>
                  </a:cubicBezTo>
                  <a:cubicBezTo>
                    <a:pt x="25725" y="5470"/>
                    <a:pt x="14911" y="2692"/>
                    <a:pt x="4097" y="139"/>
                  </a:cubicBezTo>
                  <a:cubicBezTo>
                    <a:pt x="3571" y="-86"/>
                    <a:pt x="2970" y="-86"/>
                    <a:pt x="2444" y="139"/>
                  </a:cubicBezTo>
                  <a:cubicBezTo>
                    <a:pt x="1633" y="965"/>
                    <a:pt x="1085" y="2009"/>
                    <a:pt x="867" y="3143"/>
                  </a:cubicBezTo>
                  <a:cubicBezTo>
                    <a:pt x="492" y="4119"/>
                    <a:pt x="-710" y="5921"/>
                    <a:pt x="492" y="6146"/>
                  </a:cubicBezTo>
                  <a:close/>
                </a:path>
              </a:pathLst>
            </a:custGeom>
            <a:solidFill>
              <a:srgbClr val="5347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Content Placeholder 4">
              <a:extLst>
                <a:ext uri="{FF2B5EF4-FFF2-40B4-BE49-F238E27FC236}">
                  <a16:creationId xmlns:a16="http://schemas.microsoft.com/office/drawing/2014/main" id="{6D042930-C8EE-64F1-E86A-4F33B9770E99}"/>
                </a:ext>
              </a:extLst>
            </p:cNvPr>
            <p:cNvSpPr/>
            <p:nvPr/>
          </p:nvSpPr>
          <p:spPr>
            <a:xfrm>
              <a:off x="8221417" y="4049748"/>
              <a:ext cx="38601" cy="32661"/>
            </a:xfrm>
            <a:custGeom>
              <a:avLst/>
              <a:gdLst>
                <a:gd name="connsiteX0" fmla="*/ 0 w 38601"/>
                <a:gd name="connsiteY0" fmla="*/ 18696 h 32661"/>
                <a:gd name="connsiteX1" fmla="*/ 32143 w 38601"/>
                <a:gd name="connsiteY1" fmla="*/ 32662 h 32661"/>
                <a:gd name="connsiteX2" fmla="*/ 38601 w 38601"/>
                <a:gd name="connsiteY2" fmla="*/ 15693 h 32661"/>
                <a:gd name="connsiteX3" fmla="*/ 0 w 38601"/>
                <a:gd name="connsiteY3" fmla="*/ 0 h 32661"/>
                <a:gd name="connsiteX4" fmla="*/ 0 w 38601"/>
                <a:gd name="connsiteY4" fmla="*/ 18696 h 32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01" h="32661">
                  <a:moveTo>
                    <a:pt x="0" y="18696"/>
                  </a:moveTo>
                  <a:lnTo>
                    <a:pt x="32143" y="32662"/>
                  </a:lnTo>
                  <a:lnTo>
                    <a:pt x="38601" y="15693"/>
                  </a:lnTo>
                  <a:lnTo>
                    <a:pt x="0" y="0"/>
                  </a:lnTo>
                  <a:lnTo>
                    <a:pt x="0" y="18696"/>
                  </a:lnTo>
                  <a:close/>
                </a:path>
              </a:pathLst>
            </a:custGeom>
            <a:solidFill>
              <a:srgbClr val="5B8C8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Content Placeholder 4">
              <a:extLst>
                <a:ext uri="{FF2B5EF4-FFF2-40B4-BE49-F238E27FC236}">
                  <a16:creationId xmlns:a16="http://schemas.microsoft.com/office/drawing/2014/main" id="{B615B738-8703-FDB8-0C5F-340B218667EB}"/>
                </a:ext>
              </a:extLst>
            </p:cNvPr>
            <p:cNvSpPr/>
            <p:nvPr/>
          </p:nvSpPr>
          <p:spPr>
            <a:xfrm>
              <a:off x="8314951" y="3874724"/>
              <a:ext cx="29253" cy="27658"/>
            </a:xfrm>
            <a:custGeom>
              <a:avLst/>
              <a:gdLst>
                <a:gd name="connsiteX0" fmla="*/ 27048 w 29253"/>
                <a:gd name="connsiteY0" fmla="*/ 1248 h 27658"/>
                <a:gd name="connsiteX1" fmla="*/ 25246 w 29253"/>
                <a:gd name="connsiteY1" fmla="*/ -28 h 27658"/>
                <a:gd name="connsiteX2" fmla="*/ 1589 w 29253"/>
                <a:gd name="connsiteY2" fmla="*/ 4552 h 27658"/>
                <a:gd name="connsiteX3" fmla="*/ 628 w 29253"/>
                <a:gd name="connsiteY3" fmla="*/ 7368 h 27658"/>
                <a:gd name="connsiteX4" fmla="*/ 2716 w 29253"/>
                <a:gd name="connsiteY4" fmla="*/ 8532 h 27658"/>
                <a:gd name="connsiteX5" fmla="*/ 23893 w 29253"/>
                <a:gd name="connsiteY5" fmla="*/ 3801 h 27658"/>
                <a:gd name="connsiteX6" fmla="*/ 25996 w 29253"/>
                <a:gd name="connsiteY6" fmla="*/ 14839 h 27658"/>
                <a:gd name="connsiteX7" fmla="*/ 25996 w 29253"/>
                <a:gd name="connsiteY7" fmla="*/ 19794 h 27658"/>
                <a:gd name="connsiteX8" fmla="*/ 19613 w 29253"/>
                <a:gd name="connsiteY8" fmla="*/ 23474 h 27658"/>
                <a:gd name="connsiteX9" fmla="*/ 12103 w 29253"/>
                <a:gd name="connsiteY9" fmla="*/ 24149 h 27658"/>
                <a:gd name="connsiteX10" fmla="*/ 6996 w 29253"/>
                <a:gd name="connsiteY10" fmla="*/ 20395 h 27658"/>
                <a:gd name="connsiteX11" fmla="*/ 1964 w 29253"/>
                <a:gd name="connsiteY11" fmla="*/ 9358 h 27658"/>
                <a:gd name="connsiteX12" fmla="*/ 12 w 29253"/>
                <a:gd name="connsiteY12" fmla="*/ 9883 h 27658"/>
                <a:gd name="connsiteX13" fmla="*/ 6621 w 29253"/>
                <a:gd name="connsiteY13" fmla="*/ 25651 h 27658"/>
                <a:gd name="connsiteX14" fmla="*/ 20214 w 29253"/>
                <a:gd name="connsiteY14" fmla="*/ 26552 h 27658"/>
                <a:gd name="connsiteX15" fmla="*/ 29075 w 29253"/>
                <a:gd name="connsiteY15" fmla="*/ 20996 h 27658"/>
                <a:gd name="connsiteX16" fmla="*/ 27048 w 29253"/>
                <a:gd name="connsiteY16" fmla="*/ 1248 h 27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253" h="27658">
                  <a:moveTo>
                    <a:pt x="27048" y="1248"/>
                  </a:moveTo>
                  <a:cubicBezTo>
                    <a:pt x="26807" y="460"/>
                    <a:pt x="26064" y="-65"/>
                    <a:pt x="25246" y="-28"/>
                  </a:cubicBezTo>
                  <a:cubicBezTo>
                    <a:pt x="17262" y="933"/>
                    <a:pt x="9354" y="2465"/>
                    <a:pt x="1589" y="4552"/>
                  </a:cubicBezTo>
                  <a:cubicBezTo>
                    <a:pt x="545" y="5063"/>
                    <a:pt x="117" y="6324"/>
                    <a:pt x="628" y="7368"/>
                  </a:cubicBezTo>
                  <a:cubicBezTo>
                    <a:pt x="1018" y="8149"/>
                    <a:pt x="1844" y="8614"/>
                    <a:pt x="2716" y="8532"/>
                  </a:cubicBezTo>
                  <a:cubicBezTo>
                    <a:pt x="9700" y="6655"/>
                    <a:pt x="16835" y="5378"/>
                    <a:pt x="23893" y="3801"/>
                  </a:cubicBezTo>
                  <a:cubicBezTo>
                    <a:pt x="24818" y="7435"/>
                    <a:pt x="25523" y="11122"/>
                    <a:pt x="25996" y="14839"/>
                  </a:cubicBezTo>
                  <a:cubicBezTo>
                    <a:pt x="25996" y="16491"/>
                    <a:pt x="25996" y="18142"/>
                    <a:pt x="25996" y="19794"/>
                  </a:cubicBezTo>
                  <a:cubicBezTo>
                    <a:pt x="25996" y="22798"/>
                    <a:pt x="21565" y="23098"/>
                    <a:pt x="19613" y="23474"/>
                  </a:cubicBezTo>
                  <a:cubicBezTo>
                    <a:pt x="17660" y="23849"/>
                    <a:pt x="14807" y="23999"/>
                    <a:pt x="12103" y="24149"/>
                  </a:cubicBezTo>
                  <a:cubicBezTo>
                    <a:pt x="8573" y="24149"/>
                    <a:pt x="8348" y="22648"/>
                    <a:pt x="6996" y="20395"/>
                  </a:cubicBezTo>
                  <a:cubicBezTo>
                    <a:pt x="5029" y="16851"/>
                    <a:pt x="3346" y="13164"/>
                    <a:pt x="1964" y="9358"/>
                  </a:cubicBezTo>
                  <a:cubicBezTo>
                    <a:pt x="1964" y="8231"/>
                    <a:pt x="-364" y="8682"/>
                    <a:pt x="12" y="9883"/>
                  </a:cubicBezTo>
                  <a:cubicBezTo>
                    <a:pt x="1506" y="15410"/>
                    <a:pt x="3729" y="20710"/>
                    <a:pt x="6621" y="25651"/>
                  </a:cubicBezTo>
                  <a:cubicBezTo>
                    <a:pt x="8799" y="29180"/>
                    <a:pt x="16909" y="27002"/>
                    <a:pt x="20214" y="26552"/>
                  </a:cubicBezTo>
                  <a:cubicBezTo>
                    <a:pt x="23518" y="26101"/>
                    <a:pt x="28550" y="25200"/>
                    <a:pt x="29075" y="20996"/>
                  </a:cubicBezTo>
                  <a:cubicBezTo>
                    <a:pt x="29556" y="14343"/>
                    <a:pt x="28873" y="7661"/>
                    <a:pt x="27048" y="124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Content Placeholder 4">
              <a:extLst>
                <a:ext uri="{FF2B5EF4-FFF2-40B4-BE49-F238E27FC236}">
                  <a16:creationId xmlns:a16="http://schemas.microsoft.com/office/drawing/2014/main" id="{A031A46E-7AA3-F66D-674D-8E61A6A093E2}"/>
                </a:ext>
              </a:extLst>
            </p:cNvPr>
            <p:cNvSpPr/>
            <p:nvPr/>
          </p:nvSpPr>
          <p:spPr>
            <a:xfrm>
              <a:off x="8340364" y="3868791"/>
              <a:ext cx="24210" cy="12403"/>
            </a:xfrm>
            <a:custGeom>
              <a:avLst/>
              <a:gdLst>
                <a:gd name="connsiteX0" fmla="*/ 20860 w 24210"/>
                <a:gd name="connsiteY0" fmla="*/ 124 h 12403"/>
                <a:gd name="connsiteX1" fmla="*/ 734 w 24210"/>
                <a:gd name="connsiteY1" fmla="*/ 10035 h 12403"/>
                <a:gd name="connsiteX2" fmla="*/ 58 w 24210"/>
                <a:gd name="connsiteY2" fmla="*/ 11612 h 12403"/>
                <a:gd name="connsiteX3" fmla="*/ 1635 w 24210"/>
                <a:gd name="connsiteY3" fmla="*/ 12287 h 12403"/>
                <a:gd name="connsiteX4" fmla="*/ 22888 w 24210"/>
                <a:gd name="connsiteY4" fmla="*/ 4779 h 12403"/>
                <a:gd name="connsiteX5" fmla="*/ 20860 w 24210"/>
                <a:gd name="connsiteY5" fmla="*/ 124 h 12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10" h="12403">
                  <a:moveTo>
                    <a:pt x="20860" y="124"/>
                  </a:moveTo>
                  <a:cubicBezTo>
                    <a:pt x="13989" y="3082"/>
                    <a:pt x="7267" y="6386"/>
                    <a:pt x="734" y="10035"/>
                  </a:cubicBezTo>
                  <a:cubicBezTo>
                    <a:pt x="110" y="10283"/>
                    <a:pt x="-190" y="10989"/>
                    <a:pt x="58" y="11612"/>
                  </a:cubicBezTo>
                  <a:cubicBezTo>
                    <a:pt x="306" y="12235"/>
                    <a:pt x="1012" y="12535"/>
                    <a:pt x="1635" y="12287"/>
                  </a:cubicBezTo>
                  <a:cubicBezTo>
                    <a:pt x="8852" y="10170"/>
                    <a:pt x="15941" y="7662"/>
                    <a:pt x="22888" y="4779"/>
                  </a:cubicBezTo>
                  <a:cubicBezTo>
                    <a:pt x="25592" y="3728"/>
                    <a:pt x="23639" y="-927"/>
                    <a:pt x="20860" y="124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Content Placeholder 4">
              <a:extLst>
                <a:ext uri="{FF2B5EF4-FFF2-40B4-BE49-F238E27FC236}">
                  <a16:creationId xmlns:a16="http://schemas.microsoft.com/office/drawing/2014/main" id="{707E2148-F071-6547-851A-524580FF381A}"/>
                </a:ext>
              </a:extLst>
            </p:cNvPr>
            <p:cNvSpPr/>
            <p:nvPr/>
          </p:nvSpPr>
          <p:spPr>
            <a:xfrm>
              <a:off x="8347292" y="3960283"/>
              <a:ext cx="76525" cy="275847"/>
            </a:xfrm>
            <a:custGeom>
              <a:avLst/>
              <a:gdLst>
                <a:gd name="connsiteX0" fmla="*/ 73712 w 76525"/>
                <a:gd name="connsiteY0" fmla="*/ 21859 h 275847"/>
                <a:gd name="connsiteX1" fmla="*/ 47802 w 76525"/>
                <a:gd name="connsiteY1" fmla="*/ 5415 h 275847"/>
                <a:gd name="connsiteX2" fmla="*/ 42620 w 76525"/>
                <a:gd name="connsiteY2" fmla="*/ 22384 h 275847"/>
                <a:gd name="connsiteX3" fmla="*/ 25197 w 76525"/>
                <a:gd name="connsiteY3" fmla="*/ 165796 h 275847"/>
                <a:gd name="connsiteX4" fmla="*/ 5972 w 76525"/>
                <a:gd name="connsiteY4" fmla="*/ 237952 h 275847"/>
                <a:gd name="connsiteX5" fmla="*/ 564 w 76525"/>
                <a:gd name="connsiteY5" fmla="*/ 248689 h 275847"/>
                <a:gd name="connsiteX6" fmla="*/ 3043 w 76525"/>
                <a:gd name="connsiteY6" fmla="*/ 259726 h 275847"/>
                <a:gd name="connsiteX7" fmla="*/ 10027 w 76525"/>
                <a:gd name="connsiteY7" fmla="*/ 275795 h 275847"/>
                <a:gd name="connsiteX8" fmla="*/ 14533 w 76525"/>
                <a:gd name="connsiteY8" fmla="*/ 273993 h 275847"/>
                <a:gd name="connsiteX9" fmla="*/ 22043 w 76525"/>
                <a:gd name="connsiteY9" fmla="*/ 250491 h 275847"/>
                <a:gd name="connsiteX10" fmla="*/ 31356 w 76525"/>
                <a:gd name="connsiteY10" fmla="*/ 217379 h 275847"/>
                <a:gd name="connsiteX11" fmla="*/ 70032 w 76525"/>
                <a:gd name="connsiteY11" fmla="*/ 91161 h 275847"/>
                <a:gd name="connsiteX12" fmla="*/ 73712 w 76525"/>
                <a:gd name="connsiteY12" fmla="*/ 21859 h 275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6525" h="275847">
                  <a:moveTo>
                    <a:pt x="73712" y="21859"/>
                  </a:moveTo>
                  <a:cubicBezTo>
                    <a:pt x="71008" y="11497"/>
                    <a:pt x="59743" y="-10127"/>
                    <a:pt x="47802" y="5415"/>
                  </a:cubicBezTo>
                  <a:cubicBezTo>
                    <a:pt x="44633" y="10528"/>
                    <a:pt x="42846" y="16377"/>
                    <a:pt x="42620" y="22384"/>
                  </a:cubicBezTo>
                  <a:cubicBezTo>
                    <a:pt x="36860" y="70236"/>
                    <a:pt x="31055" y="118042"/>
                    <a:pt x="25197" y="165796"/>
                  </a:cubicBezTo>
                  <a:cubicBezTo>
                    <a:pt x="22193" y="190724"/>
                    <a:pt x="18889" y="216478"/>
                    <a:pt x="5972" y="237952"/>
                  </a:cubicBezTo>
                  <a:cubicBezTo>
                    <a:pt x="3644" y="241241"/>
                    <a:pt x="1818" y="244860"/>
                    <a:pt x="564" y="248689"/>
                  </a:cubicBezTo>
                  <a:cubicBezTo>
                    <a:pt x="-772" y="252541"/>
                    <a:pt x="189" y="256813"/>
                    <a:pt x="3043" y="259726"/>
                  </a:cubicBezTo>
                  <a:cubicBezTo>
                    <a:pt x="-1163" y="265058"/>
                    <a:pt x="2292" y="276395"/>
                    <a:pt x="10027" y="275795"/>
                  </a:cubicBezTo>
                  <a:cubicBezTo>
                    <a:pt x="11664" y="275614"/>
                    <a:pt x="13219" y="274991"/>
                    <a:pt x="14533" y="273993"/>
                  </a:cubicBezTo>
                  <a:cubicBezTo>
                    <a:pt x="22043" y="268661"/>
                    <a:pt x="20316" y="258976"/>
                    <a:pt x="22043" y="250491"/>
                  </a:cubicBezTo>
                  <a:cubicBezTo>
                    <a:pt x="24446" y="239304"/>
                    <a:pt x="27976" y="228341"/>
                    <a:pt x="31356" y="217379"/>
                  </a:cubicBezTo>
                  <a:cubicBezTo>
                    <a:pt x="44573" y="175256"/>
                    <a:pt x="61395" y="134185"/>
                    <a:pt x="70032" y="91161"/>
                  </a:cubicBezTo>
                  <a:cubicBezTo>
                    <a:pt x="74989" y="68261"/>
                    <a:pt x="79645" y="44459"/>
                    <a:pt x="73712" y="21859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Content Placeholder 4">
              <a:extLst>
                <a:ext uri="{FF2B5EF4-FFF2-40B4-BE49-F238E27FC236}">
                  <a16:creationId xmlns:a16="http://schemas.microsoft.com/office/drawing/2014/main" id="{892D4AEF-C737-DFFE-558B-0A1A00CE8F89}"/>
                </a:ext>
              </a:extLst>
            </p:cNvPr>
            <p:cNvSpPr/>
            <p:nvPr/>
          </p:nvSpPr>
          <p:spPr>
            <a:xfrm>
              <a:off x="8357348" y="3954343"/>
              <a:ext cx="70050" cy="158250"/>
            </a:xfrm>
            <a:custGeom>
              <a:avLst/>
              <a:gdLst>
                <a:gd name="connsiteX0" fmla="*/ 33615 w 70050"/>
                <a:gd name="connsiteY0" fmla="*/ 1970 h 158250"/>
                <a:gd name="connsiteX1" fmla="*/ 25204 w 70050"/>
                <a:gd name="connsiteY1" fmla="*/ 5424 h 158250"/>
                <a:gd name="connsiteX2" fmla="*/ 20473 w 70050"/>
                <a:gd name="connsiteY2" fmla="*/ 16011 h 158250"/>
                <a:gd name="connsiteX3" fmla="*/ -29 w 70050"/>
                <a:gd name="connsiteY3" fmla="*/ 146958 h 158250"/>
                <a:gd name="connsiteX4" fmla="*/ 45031 w 70050"/>
                <a:gd name="connsiteY4" fmla="*/ 158221 h 158250"/>
                <a:gd name="connsiteX5" fmla="*/ 69438 w 70050"/>
                <a:gd name="connsiteY5" fmla="*/ 26072 h 158250"/>
                <a:gd name="connsiteX6" fmla="*/ 61253 w 70050"/>
                <a:gd name="connsiteY6" fmla="*/ 3997 h 158250"/>
                <a:gd name="connsiteX7" fmla="*/ 33615 w 70050"/>
                <a:gd name="connsiteY7" fmla="*/ 1970 h 158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0050" h="158250">
                  <a:moveTo>
                    <a:pt x="33615" y="1970"/>
                  </a:moveTo>
                  <a:cubicBezTo>
                    <a:pt x="30581" y="2443"/>
                    <a:pt x="27698" y="3622"/>
                    <a:pt x="25204" y="5424"/>
                  </a:cubicBezTo>
                  <a:cubicBezTo>
                    <a:pt x="22569" y="8375"/>
                    <a:pt x="20916" y="12076"/>
                    <a:pt x="20473" y="16011"/>
                  </a:cubicBezTo>
                  <a:cubicBezTo>
                    <a:pt x="11461" y="59312"/>
                    <a:pt x="4627" y="102959"/>
                    <a:pt x="-29" y="146958"/>
                  </a:cubicBezTo>
                  <a:lnTo>
                    <a:pt x="45031" y="158221"/>
                  </a:lnTo>
                  <a:cubicBezTo>
                    <a:pt x="64016" y="116880"/>
                    <a:pt x="72405" y="71461"/>
                    <a:pt x="69438" y="26072"/>
                  </a:cubicBezTo>
                  <a:cubicBezTo>
                    <a:pt x="69829" y="17910"/>
                    <a:pt x="66870" y="9937"/>
                    <a:pt x="61253" y="3997"/>
                  </a:cubicBezTo>
                  <a:cubicBezTo>
                    <a:pt x="53517" y="-1935"/>
                    <a:pt x="42853" y="-132"/>
                    <a:pt x="33615" y="1970"/>
                  </a:cubicBezTo>
                  <a:close/>
                </a:path>
              </a:pathLst>
            </a:custGeom>
            <a:solidFill>
              <a:srgbClr val="6087A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Content Placeholder 4">
              <a:extLst>
                <a:ext uri="{FF2B5EF4-FFF2-40B4-BE49-F238E27FC236}">
                  <a16:creationId xmlns:a16="http://schemas.microsoft.com/office/drawing/2014/main" id="{8C141197-22AB-5030-BCB4-476C3D44B50A}"/>
                </a:ext>
              </a:extLst>
            </p:cNvPr>
            <p:cNvSpPr/>
            <p:nvPr/>
          </p:nvSpPr>
          <p:spPr>
            <a:xfrm>
              <a:off x="7647580" y="4603270"/>
              <a:ext cx="200627" cy="21464"/>
            </a:xfrm>
            <a:custGeom>
              <a:avLst/>
              <a:gdLst>
                <a:gd name="connsiteX0" fmla="*/ 128015 w 200627"/>
                <a:gd name="connsiteY0" fmla="*/ 19043 h 21464"/>
                <a:gd name="connsiteX1" fmla="*/ 173075 w 200627"/>
                <a:gd name="connsiteY1" fmla="*/ 17015 h 21464"/>
                <a:gd name="connsiteX2" fmla="*/ 194478 w 200627"/>
                <a:gd name="connsiteY2" fmla="*/ 12585 h 21464"/>
                <a:gd name="connsiteX3" fmla="*/ 200111 w 200627"/>
                <a:gd name="connsiteY3" fmla="*/ 3425 h 21464"/>
                <a:gd name="connsiteX4" fmla="*/ 191324 w 200627"/>
                <a:gd name="connsiteY4" fmla="*/ -29 h 21464"/>
                <a:gd name="connsiteX5" fmla="*/ 27982 w 200627"/>
                <a:gd name="connsiteY5" fmla="*/ 3425 h 21464"/>
                <a:gd name="connsiteX6" fmla="*/ 1396 w 200627"/>
                <a:gd name="connsiteY6" fmla="*/ 13637 h 21464"/>
                <a:gd name="connsiteX7" fmla="*/ 19345 w 200627"/>
                <a:gd name="connsiteY7" fmla="*/ 21145 h 21464"/>
                <a:gd name="connsiteX8" fmla="*/ 55168 w 200627"/>
                <a:gd name="connsiteY8" fmla="*/ 21145 h 21464"/>
                <a:gd name="connsiteX9" fmla="*/ 128015 w 200627"/>
                <a:gd name="connsiteY9" fmla="*/ 19043 h 21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0627" h="21464">
                  <a:moveTo>
                    <a:pt x="128015" y="19043"/>
                  </a:moveTo>
                  <a:cubicBezTo>
                    <a:pt x="143035" y="18592"/>
                    <a:pt x="158055" y="18067"/>
                    <a:pt x="173075" y="17015"/>
                  </a:cubicBezTo>
                  <a:cubicBezTo>
                    <a:pt x="180420" y="16850"/>
                    <a:pt x="187674" y="15349"/>
                    <a:pt x="194478" y="12585"/>
                  </a:cubicBezTo>
                  <a:cubicBezTo>
                    <a:pt x="198083" y="10858"/>
                    <a:pt x="201988" y="7029"/>
                    <a:pt x="200111" y="3425"/>
                  </a:cubicBezTo>
                  <a:cubicBezTo>
                    <a:pt x="198233" y="-179"/>
                    <a:pt x="194629" y="-29"/>
                    <a:pt x="191324" y="-29"/>
                  </a:cubicBezTo>
                  <a:cubicBezTo>
                    <a:pt x="136877" y="-29"/>
                    <a:pt x="82354" y="-29"/>
                    <a:pt x="27982" y="3425"/>
                  </a:cubicBezTo>
                  <a:cubicBezTo>
                    <a:pt x="18144" y="4026"/>
                    <a:pt x="7029" y="5528"/>
                    <a:pt x="1396" y="13637"/>
                  </a:cubicBezTo>
                  <a:cubicBezTo>
                    <a:pt x="-5588" y="23698"/>
                    <a:pt x="15140" y="21145"/>
                    <a:pt x="19345" y="21145"/>
                  </a:cubicBezTo>
                  <a:cubicBezTo>
                    <a:pt x="31264" y="21145"/>
                    <a:pt x="43205" y="21145"/>
                    <a:pt x="55168" y="21145"/>
                  </a:cubicBezTo>
                  <a:cubicBezTo>
                    <a:pt x="79425" y="20619"/>
                    <a:pt x="103758" y="19869"/>
                    <a:pt x="128015" y="19043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Content Placeholder 4">
              <a:extLst>
                <a:ext uri="{FF2B5EF4-FFF2-40B4-BE49-F238E27FC236}">
                  <a16:creationId xmlns:a16="http://schemas.microsoft.com/office/drawing/2014/main" id="{7028E676-90BE-8E84-FC35-1C0A5DDC08BD}"/>
                </a:ext>
              </a:extLst>
            </p:cNvPr>
            <p:cNvSpPr/>
            <p:nvPr/>
          </p:nvSpPr>
          <p:spPr>
            <a:xfrm>
              <a:off x="7860029" y="4033529"/>
              <a:ext cx="44710" cy="50880"/>
            </a:xfrm>
            <a:custGeom>
              <a:avLst/>
              <a:gdLst>
                <a:gd name="connsiteX0" fmla="*/ 25813 w 44710"/>
                <a:gd name="connsiteY0" fmla="*/ 47649 h 50880"/>
                <a:gd name="connsiteX1" fmla="*/ 30469 w 44710"/>
                <a:gd name="connsiteY1" fmla="*/ 50652 h 50880"/>
                <a:gd name="connsiteX2" fmla="*/ 37979 w 44710"/>
                <a:gd name="connsiteY2" fmla="*/ 49676 h 50880"/>
                <a:gd name="connsiteX3" fmla="*/ 42860 w 44710"/>
                <a:gd name="connsiteY3" fmla="*/ 48024 h 50880"/>
                <a:gd name="connsiteX4" fmla="*/ 44513 w 44710"/>
                <a:gd name="connsiteY4" fmla="*/ 47048 h 50880"/>
                <a:gd name="connsiteX5" fmla="*/ 44513 w 44710"/>
                <a:gd name="connsiteY5" fmla="*/ 45021 h 50880"/>
                <a:gd name="connsiteX6" fmla="*/ 35876 w 44710"/>
                <a:gd name="connsiteY6" fmla="*/ -30 h 50880"/>
                <a:gd name="connsiteX7" fmla="*/ 15975 w 44710"/>
                <a:gd name="connsiteY7" fmla="*/ 9206 h 50880"/>
                <a:gd name="connsiteX8" fmla="*/ -22 w 44710"/>
                <a:gd name="connsiteY8" fmla="*/ 18516 h 50880"/>
                <a:gd name="connsiteX9" fmla="*/ 11093 w 44710"/>
                <a:gd name="connsiteY9" fmla="*/ 33158 h 50880"/>
                <a:gd name="connsiteX10" fmla="*/ 25813 w 44710"/>
                <a:gd name="connsiteY10" fmla="*/ 47649 h 5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710" h="50880">
                  <a:moveTo>
                    <a:pt x="25813" y="47649"/>
                  </a:moveTo>
                  <a:cubicBezTo>
                    <a:pt x="27105" y="49000"/>
                    <a:pt x="28704" y="50029"/>
                    <a:pt x="30469" y="50652"/>
                  </a:cubicBezTo>
                  <a:cubicBezTo>
                    <a:pt x="33015" y="51110"/>
                    <a:pt x="35636" y="50773"/>
                    <a:pt x="37979" y="49676"/>
                  </a:cubicBezTo>
                  <a:lnTo>
                    <a:pt x="42860" y="48024"/>
                  </a:lnTo>
                  <a:cubicBezTo>
                    <a:pt x="43491" y="47867"/>
                    <a:pt x="44069" y="47529"/>
                    <a:pt x="44513" y="47048"/>
                  </a:cubicBezTo>
                  <a:cubicBezTo>
                    <a:pt x="44738" y="46387"/>
                    <a:pt x="44738" y="45682"/>
                    <a:pt x="44513" y="45021"/>
                  </a:cubicBezTo>
                  <a:cubicBezTo>
                    <a:pt x="42966" y="29779"/>
                    <a:pt x="40074" y="14702"/>
                    <a:pt x="35876" y="-30"/>
                  </a:cubicBezTo>
                  <a:lnTo>
                    <a:pt x="15975" y="9206"/>
                  </a:lnTo>
                  <a:cubicBezTo>
                    <a:pt x="12370" y="10857"/>
                    <a:pt x="279" y="14161"/>
                    <a:pt x="-22" y="18516"/>
                  </a:cubicBezTo>
                  <a:cubicBezTo>
                    <a:pt x="-322" y="22871"/>
                    <a:pt x="8314" y="30154"/>
                    <a:pt x="11093" y="33158"/>
                  </a:cubicBezTo>
                  <a:cubicBezTo>
                    <a:pt x="15749" y="38241"/>
                    <a:pt x="20661" y="43076"/>
                    <a:pt x="25813" y="47649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Content Placeholder 4">
              <a:extLst>
                <a:ext uri="{FF2B5EF4-FFF2-40B4-BE49-F238E27FC236}">
                  <a16:creationId xmlns:a16="http://schemas.microsoft.com/office/drawing/2014/main" id="{88B6ADAF-4B5E-B5B7-7B61-5BCDBB9F777B}"/>
                </a:ext>
              </a:extLst>
            </p:cNvPr>
            <p:cNvSpPr/>
            <p:nvPr/>
          </p:nvSpPr>
          <p:spPr>
            <a:xfrm>
              <a:off x="7856331" y="4029535"/>
              <a:ext cx="42757" cy="24042"/>
            </a:xfrm>
            <a:custGeom>
              <a:avLst/>
              <a:gdLst>
                <a:gd name="connsiteX0" fmla="*/ 32590 w 42757"/>
                <a:gd name="connsiteY0" fmla="*/ 1336 h 24042"/>
                <a:gd name="connsiteX1" fmla="*/ 38823 w 42757"/>
                <a:gd name="connsiteY1" fmla="*/ -15 h 24042"/>
                <a:gd name="connsiteX2" fmla="*/ 42728 w 42757"/>
                <a:gd name="connsiteY2" fmla="*/ 4265 h 24042"/>
                <a:gd name="connsiteX3" fmla="*/ 33116 w 42757"/>
                <a:gd name="connsiteY3" fmla="*/ 10271 h 24042"/>
                <a:gd name="connsiteX4" fmla="*/ 22451 w 42757"/>
                <a:gd name="connsiteY4" fmla="*/ 15978 h 24042"/>
                <a:gd name="connsiteX5" fmla="*/ 11487 w 42757"/>
                <a:gd name="connsiteY5" fmla="*/ 21008 h 24042"/>
                <a:gd name="connsiteX6" fmla="*/ 2700 w 42757"/>
                <a:gd name="connsiteY6" fmla="*/ 23862 h 24042"/>
                <a:gd name="connsiteX7" fmla="*/ 11862 w 42757"/>
                <a:gd name="connsiteY7" fmla="*/ 10872 h 24042"/>
                <a:gd name="connsiteX8" fmla="*/ 32590 w 42757"/>
                <a:gd name="connsiteY8" fmla="*/ 1336 h 24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757" h="24042">
                  <a:moveTo>
                    <a:pt x="32590" y="1336"/>
                  </a:moveTo>
                  <a:cubicBezTo>
                    <a:pt x="34512" y="345"/>
                    <a:pt x="36660" y="-120"/>
                    <a:pt x="38823" y="-15"/>
                  </a:cubicBezTo>
                  <a:cubicBezTo>
                    <a:pt x="41038" y="180"/>
                    <a:pt x="42736" y="2042"/>
                    <a:pt x="42728" y="4265"/>
                  </a:cubicBezTo>
                  <a:cubicBezTo>
                    <a:pt x="42728" y="5841"/>
                    <a:pt x="34542" y="9446"/>
                    <a:pt x="33116" y="10271"/>
                  </a:cubicBezTo>
                  <a:cubicBezTo>
                    <a:pt x="29586" y="12299"/>
                    <a:pt x="26056" y="14176"/>
                    <a:pt x="22451" y="15978"/>
                  </a:cubicBezTo>
                  <a:cubicBezTo>
                    <a:pt x="18846" y="17780"/>
                    <a:pt x="14941" y="19432"/>
                    <a:pt x="11487" y="21008"/>
                  </a:cubicBezTo>
                  <a:cubicBezTo>
                    <a:pt x="9459" y="21909"/>
                    <a:pt x="5028" y="24688"/>
                    <a:pt x="2700" y="23862"/>
                  </a:cubicBezTo>
                  <a:cubicBezTo>
                    <a:pt x="-6162" y="20783"/>
                    <a:pt x="9159" y="12374"/>
                    <a:pt x="11862" y="10872"/>
                  </a:cubicBezTo>
                  <a:cubicBezTo>
                    <a:pt x="18591" y="7313"/>
                    <a:pt x="25508" y="4130"/>
                    <a:pt x="32590" y="1336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Content Placeholder 4">
              <a:extLst>
                <a:ext uri="{FF2B5EF4-FFF2-40B4-BE49-F238E27FC236}">
                  <a16:creationId xmlns:a16="http://schemas.microsoft.com/office/drawing/2014/main" id="{631BFFC1-AE5C-35DF-7160-AD5B47522303}"/>
                </a:ext>
              </a:extLst>
            </p:cNvPr>
            <p:cNvSpPr/>
            <p:nvPr/>
          </p:nvSpPr>
          <p:spPr>
            <a:xfrm>
              <a:off x="7651589" y="4151271"/>
              <a:ext cx="160152" cy="464148"/>
            </a:xfrm>
            <a:custGeom>
              <a:avLst/>
              <a:gdLst>
                <a:gd name="connsiteX0" fmla="*/ 159829 w 160152"/>
                <a:gd name="connsiteY0" fmla="*/ 445138 h 464148"/>
                <a:gd name="connsiteX1" fmla="*/ 150141 w 160152"/>
                <a:gd name="connsiteY1" fmla="*/ 445138 h 464148"/>
                <a:gd name="connsiteX2" fmla="*/ 142631 w 160152"/>
                <a:gd name="connsiteY2" fmla="*/ 439056 h 464148"/>
                <a:gd name="connsiteX3" fmla="*/ 139852 w 160152"/>
                <a:gd name="connsiteY3" fmla="*/ 431548 h 464148"/>
                <a:gd name="connsiteX4" fmla="*/ 138125 w 160152"/>
                <a:gd name="connsiteY4" fmla="*/ 430947 h 464148"/>
                <a:gd name="connsiteX5" fmla="*/ 138726 w 160152"/>
                <a:gd name="connsiteY5" fmla="*/ 288286 h 464148"/>
                <a:gd name="connsiteX6" fmla="*/ 139402 w 160152"/>
                <a:gd name="connsiteY6" fmla="*/ 234225 h 464148"/>
                <a:gd name="connsiteX7" fmla="*/ 135421 w 160152"/>
                <a:gd name="connsiteY7" fmla="*/ 62732 h 464148"/>
                <a:gd name="connsiteX8" fmla="*/ 131216 w 160152"/>
                <a:gd name="connsiteY8" fmla="*/ 40207 h 464148"/>
                <a:gd name="connsiteX9" fmla="*/ 98998 w 160152"/>
                <a:gd name="connsiteY9" fmla="*/ 17682 h 464148"/>
                <a:gd name="connsiteX10" fmla="*/ 8202 w 160152"/>
                <a:gd name="connsiteY10" fmla="*/ 29245 h 464148"/>
                <a:gd name="connsiteX11" fmla="*/ 1293 w 160152"/>
                <a:gd name="connsiteY11" fmla="*/ 66787 h 464148"/>
                <a:gd name="connsiteX12" fmla="*/ 2194 w 160152"/>
                <a:gd name="connsiteY12" fmla="*/ 94418 h 464148"/>
                <a:gd name="connsiteX13" fmla="*/ 31558 w 160152"/>
                <a:gd name="connsiteY13" fmla="*/ 158465 h 464148"/>
                <a:gd name="connsiteX14" fmla="*/ 92389 w 160152"/>
                <a:gd name="connsiteY14" fmla="*/ 258628 h 464148"/>
                <a:gd name="connsiteX15" fmla="*/ 94567 w 160152"/>
                <a:gd name="connsiteY15" fmla="*/ 299549 h 464148"/>
                <a:gd name="connsiteX16" fmla="*/ 124607 w 160152"/>
                <a:gd name="connsiteY16" fmla="*/ 438831 h 464148"/>
                <a:gd name="connsiteX17" fmla="*/ 121002 w 160152"/>
                <a:gd name="connsiteY17" fmla="*/ 458127 h 464148"/>
                <a:gd name="connsiteX18" fmla="*/ 122354 w 160152"/>
                <a:gd name="connsiteY18" fmla="*/ 461806 h 464148"/>
                <a:gd name="connsiteX19" fmla="*/ 127686 w 160152"/>
                <a:gd name="connsiteY19" fmla="*/ 463683 h 464148"/>
                <a:gd name="connsiteX20" fmla="*/ 143607 w 160152"/>
                <a:gd name="connsiteY20" fmla="*/ 464059 h 464148"/>
                <a:gd name="connsiteX21" fmla="*/ 155323 w 160152"/>
                <a:gd name="connsiteY21" fmla="*/ 460905 h 464148"/>
                <a:gd name="connsiteX22" fmla="*/ 159829 w 160152"/>
                <a:gd name="connsiteY22" fmla="*/ 445138 h 464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60152" h="464148">
                  <a:moveTo>
                    <a:pt x="159829" y="445138"/>
                  </a:moveTo>
                  <a:cubicBezTo>
                    <a:pt x="156622" y="445701"/>
                    <a:pt x="153348" y="445701"/>
                    <a:pt x="150141" y="445138"/>
                  </a:cubicBezTo>
                  <a:cubicBezTo>
                    <a:pt x="146739" y="444575"/>
                    <a:pt x="143885" y="442269"/>
                    <a:pt x="142631" y="439056"/>
                  </a:cubicBezTo>
                  <a:cubicBezTo>
                    <a:pt x="141805" y="436428"/>
                    <a:pt x="142181" y="433049"/>
                    <a:pt x="139852" y="431548"/>
                  </a:cubicBezTo>
                  <a:cubicBezTo>
                    <a:pt x="139334" y="431202"/>
                    <a:pt x="138741" y="430999"/>
                    <a:pt x="138125" y="430947"/>
                  </a:cubicBezTo>
                  <a:cubicBezTo>
                    <a:pt x="138125" y="375910"/>
                    <a:pt x="139176" y="344074"/>
                    <a:pt x="138726" y="288286"/>
                  </a:cubicBezTo>
                  <a:cubicBezTo>
                    <a:pt x="140596" y="270326"/>
                    <a:pt x="140821" y="252231"/>
                    <a:pt x="139402" y="234225"/>
                  </a:cubicBezTo>
                  <a:cubicBezTo>
                    <a:pt x="138102" y="177108"/>
                    <a:pt x="136773" y="119947"/>
                    <a:pt x="135421" y="62732"/>
                  </a:cubicBezTo>
                  <a:cubicBezTo>
                    <a:pt x="135834" y="54998"/>
                    <a:pt x="134393" y="47272"/>
                    <a:pt x="131216" y="40207"/>
                  </a:cubicBezTo>
                  <a:cubicBezTo>
                    <a:pt x="125208" y="28794"/>
                    <a:pt x="111615" y="22337"/>
                    <a:pt x="98998" y="17682"/>
                  </a:cubicBezTo>
                  <a:cubicBezTo>
                    <a:pt x="61448" y="2665"/>
                    <a:pt x="18641" y="-18059"/>
                    <a:pt x="8202" y="29245"/>
                  </a:cubicBezTo>
                  <a:cubicBezTo>
                    <a:pt x="5499" y="41783"/>
                    <a:pt x="3170" y="54473"/>
                    <a:pt x="1293" y="66787"/>
                  </a:cubicBezTo>
                  <a:cubicBezTo>
                    <a:pt x="-735" y="75924"/>
                    <a:pt x="-427" y="85431"/>
                    <a:pt x="2194" y="94418"/>
                  </a:cubicBezTo>
                  <a:cubicBezTo>
                    <a:pt x="7827" y="109435"/>
                    <a:pt x="18266" y="146977"/>
                    <a:pt x="31558" y="158465"/>
                  </a:cubicBezTo>
                  <a:cubicBezTo>
                    <a:pt x="66029" y="187373"/>
                    <a:pt x="80974" y="220184"/>
                    <a:pt x="92389" y="258628"/>
                  </a:cubicBezTo>
                  <a:cubicBezTo>
                    <a:pt x="88859" y="271467"/>
                    <a:pt x="92990" y="289638"/>
                    <a:pt x="94567" y="299549"/>
                  </a:cubicBezTo>
                  <a:cubicBezTo>
                    <a:pt x="102077" y="347077"/>
                    <a:pt x="117097" y="391302"/>
                    <a:pt x="124607" y="438831"/>
                  </a:cubicBezTo>
                  <a:cubicBezTo>
                    <a:pt x="121408" y="444725"/>
                    <a:pt x="120146" y="451475"/>
                    <a:pt x="121002" y="458127"/>
                  </a:cubicBezTo>
                  <a:cubicBezTo>
                    <a:pt x="121122" y="459449"/>
                    <a:pt x="121588" y="460718"/>
                    <a:pt x="122354" y="461806"/>
                  </a:cubicBezTo>
                  <a:cubicBezTo>
                    <a:pt x="123819" y="463106"/>
                    <a:pt x="125734" y="463774"/>
                    <a:pt x="127686" y="463683"/>
                  </a:cubicBezTo>
                  <a:cubicBezTo>
                    <a:pt x="133018" y="464059"/>
                    <a:pt x="138350" y="464209"/>
                    <a:pt x="143607" y="464059"/>
                  </a:cubicBezTo>
                  <a:cubicBezTo>
                    <a:pt x="147760" y="464397"/>
                    <a:pt x="151906" y="463286"/>
                    <a:pt x="155323" y="460905"/>
                  </a:cubicBezTo>
                  <a:cubicBezTo>
                    <a:pt x="159183" y="456633"/>
                    <a:pt x="160850" y="450807"/>
                    <a:pt x="159829" y="445138"/>
                  </a:cubicBezTo>
                  <a:close/>
                </a:path>
              </a:pathLst>
            </a:custGeom>
            <a:solidFill>
              <a:srgbClr val="9986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Content Placeholder 4">
              <a:extLst>
                <a:ext uri="{FF2B5EF4-FFF2-40B4-BE49-F238E27FC236}">
                  <a16:creationId xmlns:a16="http://schemas.microsoft.com/office/drawing/2014/main" id="{0E11B074-BB06-5E48-95D5-E9701F92AA67}"/>
                </a:ext>
              </a:extLst>
            </p:cNvPr>
            <p:cNvSpPr/>
            <p:nvPr/>
          </p:nvSpPr>
          <p:spPr>
            <a:xfrm>
              <a:off x="7656282" y="4245018"/>
              <a:ext cx="115639" cy="373621"/>
            </a:xfrm>
            <a:custGeom>
              <a:avLst/>
              <a:gdLst>
                <a:gd name="connsiteX0" fmla="*/ 110225 w 115639"/>
                <a:gd name="connsiteY0" fmla="*/ 26350 h 373621"/>
                <a:gd name="connsiteX1" fmla="*/ 24311 w 115639"/>
                <a:gd name="connsiteY1" fmla="*/ 13885 h 373621"/>
                <a:gd name="connsiteX2" fmla="*/ 23936 w 115639"/>
                <a:gd name="connsiteY2" fmla="*/ 63291 h 373621"/>
                <a:gd name="connsiteX3" fmla="*/ 35501 w 115639"/>
                <a:gd name="connsiteY3" fmla="*/ 122232 h 373621"/>
                <a:gd name="connsiteX4" fmla="*/ 23485 w 115639"/>
                <a:gd name="connsiteY4" fmla="*/ 241166 h 373621"/>
                <a:gd name="connsiteX5" fmla="*/ 10343 w 115639"/>
                <a:gd name="connsiteY5" fmla="*/ 323759 h 373621"/>
                <a:gd name="connsiteX6" fmla="*/ 279 w 115639"/>
                <a:gd name="connsiteY6" fmla="*/ 373390 h 373621"/>
                <a:gd name="connsiteX7" fmla="*/ 25062 w 115639"/>
                <a:gd name="connsiteY7" fmla="*/ 373390 h 373621"/>
                <a:gd name="connsiteX8" fmla="*/ 46165 w 115639"/>
                <a:gd name="connsiteY8" fmla="*/ 369411 h 373621"/>
                <a:gd name="connsiteX9" fmla="*/ 50754 w 115639"/>
                <a:gd name="connsiteY9" fmla="*/ 351736 h 373621"/>
                <a:gd name="connsiteX10" fmla="*/ 50145 w 115639"/>
                <a:gd name="connsiteY10" fmla="*/ 350790 h 373621"/>
                <a:gd name="connsiteX11" fmla="*/ 34600 w 115639"/>
                <a:gd name="connsiteY11" fmla="*/ 352892 h 373621"/>
                <a:gd name="connsiteX12" fmla="*/ 45940 w 115639"/>
                <a:gd name="connsiteY12" fmla="*/ 284715 h 373621"/>
                <a:gd name="connsiteX13" fmla="*/ 96482 w 115639"/>
                <a:gd name="connsiteY13" fmla="*/ 139577 h 373621"/>
                <a:gd name="connsiteX14" fmla="*/ 110225 w 115639"/>
                <a:gd name="connsiteY14" fmla="*/ 26350 h 373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5639" h="373621">
                  <a:moveTo>
                    <a:pt x="110225" y="26350"/>
                  </a:moveTo>
                  <a:cubicBezTo>
                    <a:pt x="99636" y="2923"/>
                    <a:pt x="60960" y="-12694"/>
                    <a:pt x="24311" y="13885"/>
                  </a:cubicBezTo>
                  <a:cubicBezTo>
                    <a:pt x="2532" y="29803"/>
                    <a:pt x="19054" y="47598"/>
                    <a:pt x="23936" y="63291"/>
                  </a:cubicBezTo>
                  <a:cubicBezTo>
                    <a:pt x="29816" y="82483"/>
                    <a:pt x="33691" y="102238"/>
                    <a:pt x="35501" y="122232"/>
                  </a:cubicBezTo>
                  <a:cubicBezTo>
                    <a:pt x="38933" y="162282"/>
                    <a:pt x="34862" y="202618"/>
                    <a:pt x="23485" y="241166"/>
                  </a:cubicBezTo>
                  <a:cubicBezTo>
                    <a:pt x="15975" y="267972"/>
                    <a:pt x="15975" y="297179"/>
                    <a:pt x="10343" y="323759"/>
                  </a:cubicBezTo>
                  <a:cubicBezTo>
                    <a:pt x="7414" y="338776"/>
                    <a:pt x="-1824" y="358524"/>
                    <a:pt x="279" y="373390"/>
                  </a:cubicBezTo>
                  <a:lnTo>
                    <a:pt x="25062" y="373390"/>
                  </a:lnTo>
                  <a:cubicBezTo>
                    <a:pt x="32332" y="374149"/>
                    <a:pt x="39669" y="372760"/>
                    <a:pt x="46165" y="369411"/>
                  </a:cubicBezTo>
                  <a:cubicBezTo>
                    <a:pt x="52316" y="365799"/>
                    <a:pt x="54374" y="357885"/>
                    <a:pt x="50754" y="351736"/>
                  </a:cubicBezTo>
                  <a:cubicBezTo>
                    <a:pt x="50566" y="351413"/>
                    <a:pt x="50363" y="351098"/>
                    <a:pt x="50145" y="350790"/>
                  </a:cubicBezTo>
                  <a:cubicBezTo>
                    <a:pt x="45249" y="352884"/>
                    <a:pt x="39879" y="353613"/>
                    <a:pt x="34600" y="352892"/>
                  </a:cubicBezTo>
                  <a:cubicBezTo>
                    <a:pt x="12070" y="347486"/>
                    <a:pt x="41584" y="296053"/>
                    <a:pt x="45940" y="284715"/>
                  </a:cubicBezTo>
                  <a:cubicBezTo>
                    <a:pt x="64565" y="236361"/>
                    <a:pt x="83039" y="188006"/>
                    <a:pt x="96482" y="139577"/>
                  </a:cubicBezTo>
                  <a:cubicBezTo>
                    <a:pt x="106245" y="104663"/>
                    <a:pt x="124795" y="58261"/>
                    <a:pt x="110225" y="26350"/>
                  </a:cubicBezTo>
                  <a:close/>
                </a:path>
              </a:pathLst>
            </a:custGeom>
            <a:solidFill>
              <a:srgbClr val="9986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Content Placeholder 4">
              <a:extLst>
                <a:ext uri="{FF2B5EF4-FFF2-40B4-BE49-F238E27FC236}">
                  <a16:creationId xmlns:a16="http://schemas.microsoft.com/office/drawing/2014/main" id="{35363929-493A-7C2F-0554-5C3249D3F66E}"/>
                </a:ext>
              </a:extLst>
            </p:cNvPr>
            <p:cNvSpPr/>
            <p:nvPr/>
          </p:nvSpPr>
          <p:spPr>
            <a:xfrm>
              <a:off x="7688610" y="3956870"/>
              <a:ext cx="115900" cy="162030"/>
            </a:xfrm>
            <a:custGeom>
              <a:avLst/>
              <a:gdLst>
                <a:gd name="connsiteX0" fmla="*/ 84882 w 115900"/>
                <a:gd name="connsiteY0" fmla="*/ 56732 h 162030"/>
                <a:gd name="connsiteX1" fmla="*/ 111918 w 115900"/>
                <a:gd name="connsiteY1" fmla="*/ 123107 h 162030"/>
                <a:gd name="connsiteX2" fmla="*/ 115748 w 115900"/>
                <a:gd name="connsiteY2" fmla="*/ 142103 h 162030"/>
                <a:gd name="connsiteX3" fmla="*/ 90064 w 115900"/>
                <a:gd name="connsiteY3" fmla="*/ 162001 h 162030"/>
                <a:gd name="connsiteX4" fmla="*/ 20146 w 115900"/>
                <a:gd name="connsiteY4" fmla="*/ 70172 h 162030"/>
                <a:gd name="connsiteX5" fmla="*/ 16466 w 115900"/>
                <a:gd name="connsiteY5" fmla="*/ 2596 h 162030"/>
                <a:gd name="connsiteX6" fmla="*/ 84882 w 115900"/>
                <a:gd name="connsiteY6" fmla="*/ 56732 h 162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900" h="162030">
                  <a:moveTo>
                    <a:pt x="84882" y="56732"/>
                  </a:moveTo>
                  <a:lnTo>
                    <a:pt x="111918" y="123107"/>
                  </a:lnTo>
                  <a:cubicBezTo>
                    <a:pt x="114975" y="128948"/>
                    <a:pt x="116304" y="135533"/>
                    <a:pt x="115748" y="142103"/>
                  </a:cubicBezTo>
                  <a:cubicBezTo>
                    <a:pt x="113645" y="153366"/>
                    <a:pt x="101254" y="159523"/>
                    <a:pt x="90064" y="162001"/>
                  </a:cubicBezTo>
                  <a:cubicBezTo>
                    <a:pt x="67887" y="130563"/>
                    <a:pt x="44576" y="99958"/>
                    <a:pt x="20146" y="70172"/>
                  </a:cubicBezTo>
                  <a:cubicBezTo>
                    <a:pt x="6252" y="53278"/>
                    <a:pt x="-15376" y="14234"/>
                    <a:pt x="16466" y="2596"/>
                  </a:cubicBezTo>
                  <a:cubicBezTo>
                    <a:pt x="52664" y="-10844"/>
                    <a:pt x="74143" y="30377"/>
                    <a:pt x="84882" y="56732"/>
                  </a:cubicBezTo>
                  <a:close/>
                </a:path>
              </a:pathLst>
            </a:custGeom>
            <a:solidFill>
              <a:srgbClr val="ACB18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Content Placeholder 4">
              <a:extLst>
                <a:ext uri="{FF2B5EF4-FFF2-40B4-BE49-F238E27FC236}">
                  <a16:creationId xmlns:a16="http://schemas.microsoft.com/office/drawing/2014/main" id="{3FD7FCBF-E19F-C650-083C-11BEEC7585E4}"/>
                </a:ext>
              </a:extLst>
            </p:cNvPr>
            <p:cNvSpPr/>
            <p:nvPr/>
          </p:nvSpPr>
          <p:spPr>
            <a:xfrm>
              <a:off x="7780117" y="3977304"/>
              <a:ext cx="85401" cy="153599"/>
            </a:xfrm>
            <a:custGeom>
              <a:avLst/>
              <a:gdLst>
                <a:gd name="connsiteX0" fmla="*/ 74558 w 85401"/>
                <a:gd name="connsiteY0" fmla="*/ 2435 h 153599"/>
                <a:gd name="connsiteX1" fmla="*/ 85372 w 85401"/>
                <a:gd name="connsiteY1" fmla="*/ 3787 h 153599"/>
                <a:gd name="connsiteX2" fmla="*/ 57886 w 85401"/>
                <a:gd name="connsiteY2" fmla="*/ 116414 h 153599"/>
                <a:gd name="connsiteX3" fmla="*/ 42265 w 85401"/>
                <a:gd name="connsiteY3" fmla="*/ 147799 h 153599"/>
                <a:gd name="connsiteX4" fmla="*/ 27921 w 85401"/>
                <a:gd name="connsiteY4" fmla="*/ 152905 h 153599"/>
                <a:gd name="connsiteX5" fmla="*/ 2763 w 85401"/>
                <a:gd name="connsiteY5" fmla="*/ 145997 h 153599"/>
                <a:gd name="connsiteX6" fmla="*/ 11699 w 85401"/>
                <a:gd name="connsiteY6" fmla="*/ 116789 h 153599"/>
                <a:gd name="connsiteX7" fmla="*/ 29048 w 85401"/>
                <a:gd name="connsiteY7" fmla="*/ 89909 h 153599"/>
                <a:gd name="connsiteX8" fmla="*/ 74558 w 85401"/>
                <a:gd name="connsiteY8" fmla="*/ 2435 h 153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401" h="153599">
                  <a:moveTo>
                    <a:pt x="74558" y="2435"/>
                  </a:moveTo>
                  <a:cubicBezTo>
                    <a:pt x="77412" y="-1919"/>
                    <a:pt x="82068" y="108"/>
                    <a:pt x="85372" y="3787"/>
                  </a:cubicBezTo>
                  <a:cubicBezTo>
                    <a:pt x="75362" y="41029"/>
                    <a:pt x="66200" y="78571"/>
                    <a:pt x="57886" y="116414"/>
                  </a:cubicBezTo>
                  <a:cubicBezTo>
                    <a:pt x="55408" y="128127"/>
                    <a:pt x="52178" y="141116"/>
                    <a:pt x="42265" y="147799"/>
                  </a:cubicBezTo>
                  <a:cubicBezTo>
                    <a:pt x="37909" y="150510"/>
                    <a:pt x="33013" y="152252"/>
                    <a:pt x="27921" y="152905"/>
                  </a:cubicBezTo>
                  <a:cubicBezTo>
                    <a:pt x="18834" y="154482"/>
                    <a:pt x="7869" y="153656"/>
                    <a:pt x="2763" y="145997"/>
                  </a:cubicBezTo>
                  <a:cubicBezTo>
                    <a:pt x="-4747" y="135034"/>
                    <a:pt x="4490" y="124373"/>
                    <a:pt x="11699" y="116789"/>
                  </a:cubicBezTo>
                  <a:cubicBezTo>
                    <a:pt x="19262" y="109116"/>
                    <a:pt x="25172" y="99963"/>
                    <a:pt x="29048" y="89909"/>
                  </a:cubicBezTo>
                  <a:cubicBezTo>
                    <a:pt x="41702" y="59507"/>
                    <a:pt x="56924" y="30247"/>
                    <a:pt x="74558" y="2435"/>
                  </a:cubicBezTo>
                  <a:close/>
                </a:path>
              </a:pathLst>
            </a:custGeom>
            <a:solidFill>
              <a:srgbClr val="ACB18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Content Placeholder 4">
              <a:extLst>
                <a:ext uri="{FF2B5EF4-FFF2-40B4-BE49-F238E27FC236}">
                  <a16:creationId xmlns:a16="http://schemas.microsoft.com/office/drawing/2014/main" id="{8285B7F5-962B-D370-A94E-56CDCC6D6786}"/>
                </a:ext>
              </a:extLst>
            </p:cNvPr>
            <p:cNvSpPr/>
            <p:nvPr/>
          </p:nvSpPr>
          <p:spPr>
            <a:xfrm>
              <a:off x="7855217" y="3954804"/>
              <a:ext cx="23376" cy="27484"/>
            </a:xfrm>
            <a:custGeom>
              <a:avLst/>
              <a:gdLst>
                <a:gd name="connsiteX0" fmla="*/ 16656 w 23376"/>
                <a:gd name="connsiteY0" fmla="*/ 23433 h 27484"/>
                <a:gd name="connsiteX1" fmla="*/ 18458 w 23376"/>
                <a:gd name="connsiteY1" fmla="*/ 19830 h 27484"/>
                <a:gd name="connsiteX2" fmla="*/ 21988 w 23376"/>
                <a:gd name="connsiteY2" fmla="*/ 9918 h 27484"/>
                <a:gd name="connsiteX3" fmla="*/ 23264 w 23376"/>
                <a:gd name="connsiteY3" fmla="*/ 5338 h 27484"/>
                <a:gd name="connsiteX4" fmla="*/ 19705 w 23376"/>
                <a:gd name="connsiteY4" fmla="*/ 52 h 27484"/>
                <a:gd name="connsiteX5" fmla="*/ 17557 w 23376"/>
                <a:gd name="connsiteY5" fmla="*/ 157 h 27484"/>
                <a:gd name="connsiteX6" fmla="*/ 13652 w 23376"/>
                <a:gd name="connsiteY6" fmla="*/ 2109 h 27484"/>
                <a:gd name="connsiteX7" fmla="*/ 7343 w 23376"/>
                <a:gd name="connsiteY7" fmla="*/ 9618 h 27484"/>
                <a:gd name="connsiteX8" fmla="*/ 3588 w 23376"/>
                <a:gd name="connsiteY8" fmla="*/ 16526 h 27484"/>
                <a:gd name="connsiteX9" fmla="*/ 1035 w 23376"/>
                <a:gd name="connsiteY9" fmla="*/ 19003 h 27484"/>
                <a:gd name="connsiteX10" fmla="*/ 359 w 23376"/>
                <a:gd name="connsiteY10" fmla="*/ 24109 h 27484"/>
                <a:gd name="connsiteX11" fmla="*/ 16656 w 23376"/>
                <a:gd name="connsiteY11" fmla="*/ 23433 h 27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376" h="27484">
                  <a:moveTo>
                    <a:pt x="16656" y="23433"/>
                  </a:moveTo>
                  <a:cubicBezTo>
                    <a:pt x="17414" y="22315"/>
                    <a:pt x="18022" y="21106"/>
                    <a:pt x="18458" y="19830"/>
                  </a:cubicBezTo>
                  <a:lnTo>
                    <a:pt x="21988" y="9918"/>
                  </a:lnTo>
                  <a:cubicBezTo>
                    <a:pt x="22664" y="8469"/>
                    <a:pt x="23092" y="6923"/>
                    <a:pt x="23264" y="5338"/>
                  </a:cubicBezTo>
                  <a:cubicBezTo>
                    <a:pt x="23737" y="2898"/>
                    <a:pt x="22145" y="533"/>
                    <a:pt x="19705" y="52"/>
                  </a:cubicBezTo>
                  <a:cubicBezTo>
                    <a:pt x="18991" y="-83"/>
                    <a:pt x="18255" y="-53"/>
                    <a:pt x="17557" y="157"/>
                  </a:cubicBezTo>
                  <a:cubicBezTo>
                    <a:pt x="16130" y="518"/>
                    <a:pt x="14793" y="1178"/>
                    <a:pt x="13652" y="2109"/>
                  </a:cubicBezTo>
                  <a:cubicBezTo>
                    <a:pt x="11023" y="4122"/>
                    <a:pt x="8868" y="6682"/>
                    <a:pt x="7343" y="9618"/>
                  </a:cubicBezTo>
                  <a:cubicBezTo>
                    <a:pt x="6502" y="12126"/>
                    <a:pt x="5233" y="14461"/>
                    <a:pt x="3588" y="16526"/>
                  </a:cubicBezTo>
                  <a:cubicBezTo>
                    <a:pt x="2680" y="17292"/>
                    <a:pt x="1831" y="18125"/>
                    <a:pt x="1035" y="19003"/>
                  </a:cubicBezTo>
                  <a:cubicBezTo>
                    <a:pt x="-84" y="20468"/>
                    <a:pt x="-340" y="22405"/>
                    <a:pt x="359" y="24109"/>
                  </a:cubicBezTo>
                  <a:cubicBezTo>
                    <a:pt x="2987" y="29891"/>
                    <a:pt x="13802" y="27188"/>
                    <a:pt x="16656" y="23433"/>
                  </a:cubicBezTo>
                  <a:close/>
                </a:path>
              </a:pathLst>
            </a:custGeom>
            <a:solidFill>
              <a:srgbClr val="F2D6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Content Placeholder 4">
              <a:extLst>
                <a:ext uri="{FF2B5EF4-FFF2-40B4-BE49-F238E27FC236}">
                  <a16:creationId xmlns:a16="http://schemas.microsoft.com/office/drawing/2014/main" id="{76EAFF87-3C19-0753-DE4D-ED4AF550EA1B}"/>
                </a:ext>
              </a:extLst>
            </p:cNvPr>
            <p:cNvSpPr/>
            <p:nvPr/>
          </p:nvSpPr>
          <p:spPr>
            <a:xfrm>
              <a:off x="7614760" y="3951792"/>
              <a:ext cx="199697" cy="438672"/>
            </a:xfrm>
            <a:custGeom>
              <a:avLst/>
              <a:gdLst>
                <a:gd name="connsiteX0" fmla="*/ 198460 w 199697"/>
                <a:gd name="connsiteY0" fmla="*/ 327384 h 438672"/>
                <a:gd name="connsiteX1" fmla="*/ 175404 w 199697"/>
                <a:gd name="connsiteY1" fmla="*/ 87114 h 438672"/>
                <a:gd name="connsiteX2" fmla="*/ 135977 w 199697"/>
                <a:gd name="connsiteY2" fmla="*/ 9326 h 438672"/>
                <a:gd name="connsiteX3" fmla="*/ 54118 w 199697"/>
                <a:gd name="connsiteY3" fmla="*/ 21940 h 438672"/>
                <a:gd name="connsiteX4" fmla="*/ 39098 w 199697"/>
                <a:gd name="connsiteY4" fmla="*/ 76001 h 438672"/>
                <a:gd name="connsiteX5" fmla="*/ -29 w 199697"/>
                <a:gd name="connsiteY5" fmla="*/ 420489 h 438672"/>
                <a:gd name="connsiteX6" fmla="*/ 186744 w 199697"/>
                <a:gd name="connsiteY6" fmla="*/ 436031 h 438672"/>
                <a:gd name="connsiteX7" fmla="*/ 186744 w 199697"/>
                <a:gd name="connsiteY7" fmla="*/ 435581 h 438672"/>
                <a:gd name="connsiteX8" fmla="*/ 189899 w 199697"/>
                <a:gd name="connsiteY8" fmla="*/ 434905 h 438672"/>
                <a:gd name="connsiteX9" fmla="*/ 195531 w 199697"/>
                <a:gd name="connsiteY9" fmla="*/ 424543 h 438672"/>
                <a:gd name="connsiteX10" fmla="*/ 198460 w 199697"/>
                <a:gd name="connsiteY10" fmla="*/ 327384 h 438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9697" h="438672">
                  <a:moveTo>
                    <a:pt x="198460" y="327384"/>
                  </a:moveTo>
                  <a:cubicBezTo>
                    <a:pt x="194705" y="247043"/>
                    <a:pt x="186294" y="166928"/>
                    <a:pt x="175404" y="87114"/>
                  </a:cubicBezTo>
                  <a:cubicBezTo>
                    <a:pt x="171424" y="57831"/>
                    <a:pt x="166618" y="22991"/>
                    <a:pt x="135977" y="9326"/>
                  </a:cubicBezTo>
                  <a:cubicBezTo>
                    <a:pt x="107589" y="-3363"/>
                    <a:pt x="72592" y="-6592"/>
                    <a:pt x="54118" y="21940"/>
                  </a:cubicBezTo>
                  <a:cubicBezTo>
                    <a:pt x="43754" y="37933"/>
                    <a:pt x="41426" y="57305"/>
                    <a:pt x="39098" y="76001"/>
                  </a:cubicBezTo>
                  <a:cubicBezTo>
                    <a:pt x="26031" y="190828"/>
                    <a:pt x="12986" y="305662"/>
                    <a:pt x="-29" y="420489"/>
                  </a:cubicBezTo>
                  <a:cubicBezTo>
                    <a:pt x="14315" y="421315"/>
                    <a:pt x="185918" y="446693"/>
                    <a:pt x="186744" y="436031"/>
                  </a:cubicBezTo>
                  <a:lnTo>
                    <a:pt x="186744" y="435581"/>
                  </a:lnTo>
                  <a:cubicBezTo>
                    <a:pt x="187826" y="435513"/>
                    <a:pt x="188885" y="435288"/>
                    <a:pt x="189899" y="434905"/>
                  </a:cubicBezTo>
                  <a:cubicBezTo>
                    <a:pt x="193383" y="432607"/>
                    <a:pt x="195494" y="428718"/>
                    <a:pt x="195531" y="424543"/>
                  </a:cubicBezTo>
                  <a:cubicBezTo>
                    <a:pt x="199774" y="392340"/>
                    <a:pt x="200758" y="359783"/>
                    <a:pt x="198460" y="327384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Content Placeholder 4">
              <a:extLst>
                <a:ext uri="{FF2B5EF4-FFF2-40B4-BE49-F238E27FC236}">
                  <a16:creationId xmlns:a16="http://schemas.microsoft.com/office/drawing/2014/main" id="{7F8D3F5E-7929-E257-6941-40552A9B4673}"/>
                </a:ext>
              </a:extLst>
            </p:cNvPr>
            <p:cNvSpPr/>
            <p:nvPr/>
          </p:nvSpPr>
          <p:spPr>
            <a:xfrm>
              <a:off x="7857280" y="4057386"/>
              <a:ext cx="46473" cy="35692"/>
            </a:xfrm>
            <a:custGeom>
              <a:avLst/>
              <a:gdLst>
                <a:gd name="connsiteX0" fmla="*/ 8811 w 46473"/>
                <a:gd name="connsiteY0" fmla="*/ 11253 h 35692"/>
                <a:gd name="connsiteX1" fmla="*/ 10012 w 46473"/>
                <a:gd name="connsiteY1" fmla="*/ 8850 h 35692"/>
                <a:gd name="connsiteX2" fmla="*/ 15044 w 46473"/>
                <a:gd name="connsiteY2" fmla="*/ 6372 h 35692"/>
                <a:gd name="connsiteX3" fmla="*/ 20751 w 46473"/>
                <a:gd name="connsiteY3" fmla="*/ 5997 h 35692"/>
                <a:gd name="connsiteX4" fmla="*/ 37198 w 46473"/>
                <a:gd name="connsiteY4" fmla="*/ 65 h 35692"/>
                <a:gd name="connsiteX5" fmla="*/ 42155 w 46473"/>
                <a:gd name="connsiteY5" fmla="*/ 2318 h 35692"/>
                <a:gd name="connsiteX6" fmla="*/ 46436 w 46473"/>
                <a:gd name="connsiteY6" fmla="*/ 7949 h 35692"/>
                <a:gd name="connsiteX7" fmla="*/ 42155 w 46473"/>
                <a:gd name="connsiteY7" fmla="*/ 18085 h 35692"/>
                <a:gd name="connsiteX8" fmla="*/ 37499 w 46473"/>
                <a:gd name="connsiteY8" fmla="*/ 22215 h 35692"/>
                <a:gd name="connsiteX9" fmla="*/ 32617 w 46473"/>
                <a:gd name="connsiteY9" fmla="*/ 23792 h 35692"/>
                <a:gd name="connsiteX10" fmla="*/ 21052 w 46473"/>
                <a:gd name="connsiteY10" fmla="*/ 29048 h 35692"/>
                <a:gd name="connsiteX11" fmla="*/ 12716 w 46473"/>
                <a:gd name="connsiteY11" fmla="*/ 35430 h 35692"/>
                <a:gd name="connsiteX12" fmla="*/ 24 w 46473"/>
                <a:gd name="connsiteY12" fmla="*/ 24618 h 35692"/>
                <a:gd name="connsiteX13" fmla="*/ 8811 w 46473"/>
                <a:gd name="connsiteY13" fmla="*/ 11253 h 35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6473" h="35692">
                  <a:moveTo>
                    <a:pt x="8811" y="11253"/>
                  </a:moveTo>
                  <a:cubicBezTo>
                    <a:pt x="9134" y="10419"/>
                    <a:pt x="9539" y="9608"/>
                    <a:pt x="10012" y="8850"/>
                  </a:cubicBezTo>
                  <a:cubicBezTo>
                    <a:pt x="11266" y="7348"/>
                    <a:pt x="13092" y="6447"/>
                    <a:pt x="15044" y="6372"/>
                  </a:cubicBezTo>
                  <a:cubicBezTo>
                    <a:pt x="16952" y="6357"/>
                    <a:pt x="18859" y="6237"/>
                    <a:pt x="20751" y="5997"/>
                  </a:cubicBezTo>
                  <a:cubicBezTo>
                    <a:pt x="26534" y="4946"/>
                    <a:pt x="31341" y="-836"/>
                    <a:pt x="37198" y="65"/>
                  </a:cubicBezTo>
                  <a:cubicBezTo>
                    <a:pt x="39001" y="426"/>
                    <a:pt x="40698" y="1199"/>
                    <a:pt x="42155" y="2318"/>
                  </a:cubicBezTo>
                  <a:cubicBezTo>
                    <a:pt x="44205" y="3624"/>
                    <a:pt x="45722" y="5622"/>
                    <a:pt x="46436" y="7949"/>
                  </a:cubicBezTo>
                  <a:cubicBezTo>
                    <a:pt x="46571" y="11793"/>
                    <a:pt x="45001" y="15503"/>
                    <a:pt x="42155" y="18085"/>
                  </a:cubicBezTo>
                  <a:cubicBezTo>
                    <a:pt x="40886" y="19745"/>
                    <a:pt x="39301" y="21149"/>
                    <a:pt x="37499" y="22215"/>
                  </a:cubicBezTo>
                  <a:cubicBezTo>
                    <a:pt x="35937" y="22929"/>
                    <a:pt x="34300" y="23462"/>
                    <a:pt x="32617" y="23792"/>
                  </a:cubicBezTo>
                  <a:cubicBezTo>
                    <a:pt x="28382" y="24558"/>
                    <a:pt x="24409" y="26360"/>
                    <a:pt x="21052" y="29048"/>
                  </a:cubicBezTo>
                  <a:cubicBezTo>
                    <a:pt x="18348" y="31376"/>
                    <a:pt x="16170" y="34604"/>
                    <a:pt x="12716" y="35430"/>
                  </a:cubicBezTo>
                  <a:cubicBezTo>
                    <a:pt x="6557" y="37007"/>
                    <a:pt x="775" y="30249"/>
                    <a:pt x="24" y="24618"/>
                  </a:cubicBezTo>
                  <a:cubicBezTo>
                    <a:pt x="-727" y="18986"/>
                    <a:pt x="6708" y="15983"/>
                    <a:pt x="8811" y="11253"/>
                  </a:cubicBezTo>
                  <a:close/>
                </a:path>
              </a:pathLst>
            </a:custGeom>
            <a:solidFill>
              <a:srgbClr val="F2D6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Content Placeholder 4">
              <a:extLst>
                <a:ext uri="{FF2B5EF4-FFF2-40B4-BE49-F238E27FC236}">
                  <a16:creationId xmlns:a16="http://schemas.microsoft.com/office/drawing/2014/main" id="{3783C5FE-3C7C-63AA-7952-593D8C63E666}"/>
                </a:ext>
              </a:extLst>
            </p:cNvPr>
            <p:cNvSpPr/>
            <p:nvPr/>
          </p:nvSpPr>
          <p:spPr>
            <a:xfrm>
              <a:off x="7688724" y="4002687"/>
              <a:ext cx="182877" cy="161925"/>
            </a:xfrm>
            <a:custGeom>
              <a:avLst/>
              <a:gdLst>
                <a:gd name="connsiteX0" fmla="*/ 181497 w 182877"/>
                <a:gd name="connsiteY0" fmla="*/ 85699 h 161925"/>
                <a:gd name="connsiteX1" fmla="*/ 173461 w 182877"/>
                <a:gd name="connsiteY1" fmla="*/ 69481 h 161925"/>
                <a:gd name="connsiteX2" fmla="*/ 152508 w 182877"/>
                <a:gd name="connsiteY2" fmla="*/ 83748 h 161925"/>
                <a:gd name="connsiteX3" fmla="*/ 125322 w 182877"/>
                <a:gd name="connsiteY3" fmla="*/ 106273 h 161925"/>
                <a:gd name="connsiteX4" fmla="*/ 106171 w 182877"/>
                <a:gd name="connsiteY4" fmla="*/ 113181 h 161925"/>
                <a:gd name="connsiteX5" fmla="*/ 88072 w 182877"/>
                <a:gd name="connsiteY5" fmla="*/ 96362 h 161925"/>
                <a:gd name="connsiteX6" fmla="*/ 39408 w 182877"/>
                <a:gd name="connsiteY6" fmla="*/ 13093 h 161925"/>
                <a:gd name="connsiteX7" fmla="*/ 2984 w 182877"/>
                <a:gd name="connsiteY7" fmla="*/ 18949 h 161925"/>
                <a:gd name="connsiteX8" fmla="*/ 13648 w 182877"/>
                <a:gd name="connsiteY8" fmla="*/ 73311 h 161925"/>
                <a:gd name="connsiteX9" fmla="*/ 49020 w 182877"/>
                <a:gd name="connsiteY9" fmla="*/ 134355 h 161925"/>
                <a:gd name="connsiteX10" fmla="*/ 79060 w 182877"/>
                <a:gd name="connsiteY10" fmla="*/ 161160 h 161925"/>
                <a:gd name="connsiteX11" fmla="*/ 98736 w 182877"/>
                <a:gd name="connsiteY11" fmla="*/ 159958 h 161925"/>
                <a:gd name="connsiteX12" fmla="*/ 151306 w 182877"/>
                <a:gd name="connsiteY12" fmla="*/ 123542 h 161925"/>
                <a:gd name="connsiteX13" fmla="*/ 180445 w 182877"/>
                <a:gd name="connsiteY13" fmla="*/ 93509 h 161925"/>
                <a:gd name="connsiteX14" fmla="*/ 182848 w 182877"/>
                <a:gd name="connsiteY14" fmla="*/ 89679 h 161925"/>
                <a:gd name="connsiteX15" fmla="*/ 181497 w 182877"/>
                <a:gd name="connsiteY15" fmla="*/ 85699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2877" h="161925">
                  <a:moveTo>
                    <a:pt x="181497" y="85699"/>
                  </a:moveTo>
                  <a:lnTo>
                    <a:pt x="173461" y="69481"/>
                  </a:lnTo>
                  <a:cubicBezTo>
                    <a:pt x="165177" y="71974"/>
                    <a:pt x="157863" y="76952"/>
                    <a:pt x="152508" y="83748"/>
                  </a:cubicBezTo>
                  <a:cubicBezTo>
                    <a:pt x="144067" y="91969"/>
                    <a:pt x="134972" y="99500"/>
                    <a:pt x="125322" y="106273"/>
                  </a:cubicBezTo>
                  <a:cubicBezTo>
                    <a:pt x="120043" y="110906"/>
                    <a:pt x="113201" y="113376"/>
                    <a:pt x="106171" y="113181"/>
                  </a:cubicBezTo>
                  <a:cubicBezTo>
                    <a:pt x="97760" y="111829"/>
                    <a:pt x="92353" y="103720"/>
                    <a:pt x="88072" y="96362"/>
                  </a:cubicBezTo>
                  <a:lnTo>
                    <a:pt x="39408" y="13093"/>
                  </a:lnTo>
                  <a:cubicBezTo>
                    <a:pt x="26566" y="-8832"/>
                    <a:pt x="12147" y="-798"/>
                    <a:pt x="2984" y="18949"/>
                  </a:cubicBezTo>
                  <a:cubicBezTo>
                    <a:pt x="-5352" y="36895"/>
                    <a:pt x="5387" y="57093"/>
                    <a:pt x="13648" y="73311"/>
                  </a:cubicBezTo>
                  <a:cubicBezTo>
                    <a:pt x="24380" y="94252"/>
                    <a:pt x="36186" y="114630"/>
                    <a:pt x="49020" y="134355"/>
                  </a:cubicBezTo>
                  <a:cubicBezTo>
                    <a:pt x="56530" y="145917"/>
                    <a:pt x="65693" y="158081"/>
                    <a:pt x="79060" y="161160"/>
                  </a:cubicBezTo>
                  <a:cubicBezTo>
                    <a:pt x="85616" y="162451"/>
                    <a:pt x="92391" y="162038"/>
                    <a:pt x="98736" y="159958"/>
                  </a:cubicBezTo>
                  <a:cubicBezTo>
                    <a:pt x="119464" y="154102"/>
                    <a:pt x="135836" y="138710"/>
                    <a:pt x="151306" y="123542"/>
                  </a:cubicBezTo>
                  <a:cubicBezTo>
                    <a:pt x="161145" y="113706"/>
                    <a:pt x="170907" y="103645"/>
                    <a:pt x="180445" y="93509"/>
                  </a:cubicBezTo>
                  <a:cubicBezTo>
                    <a:pt x="181624" y="92510"/>
                    <a:pt x="182458" y="91173"/>
                    <a:pt x="182848" y="89679"/>
                  </a:cubicBezTo>
                  <a:cubicBezTo>
                    <a:pt x="182788" y="88253"/>
                    <a:pt x="182315" y="86871"/>
                    <a:pt x="181497" y="85699"/>
                  </a:cubicBezTo>
                  <a:close/>
                </a:path>
              </a:pathLst>
            </a:custGeom>
            <a:solidFill>
              <a:srgbClr val="ACB18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Content Placeholder 4">
              <a:extLst>
                <a:ext uri="{FF2B5EF4-FFF2-40B4-BE49-F238E27FC236}">
                  <a16:creationId xmlns:a16="http://schemas.microsoft.com/office/drawing/2014/main" id="{3DE233F7-23E7-C44A-FB93-0B495D3054CF}"/>
                </a:ext>
              </a:extLst>
            </p:cNvPr>
            <p:cNvSpPr/>
            <p:nvPr/>
          </p:nvSpPr>
          <p:spPr>
            <a:xfrm>
              <a:off x="7697596" y="3825134"/>
              <a:ext cx="84726" cy="115778"/>
            </a:xfrm>
            <a:custGeom>
              <a:avLst/>
              <a:gdLst>
                <a:gd name="connsiteX0" fmla="*/ 80627 w 84726"/>
                <a:gd name="connsiteY0" fmla="*/ 25459 h 115778"/>
                <a:gd name="connsiteX1" fmla="*/ 61026 w 84726"/>
                <a:gd name="connsiteY1" fmla="*/ 456 h 115778"/>
                <a:gd name="connsiteX2" fmla="*/ 24002 w 84726"/>
                <a:gd name="connsiteY2" fmla="*/ 12845 h 115778"/>
                <a:gd name="connsiteX3" fmla="*/ 3124 w 84726"/>
                <a:gd name="connsiteY3" fmla="*/ 48661 h 115778"/>
                <a:gd name="connsiteX4" fmla="*/ 5002 w 84726"/>
                <a:gd name="connsiteY4" fmla="*/ 93711 h 115778"/>
                <a:gd name="connsiteX5" fmla="*/ 41801 w 84726"/>
                <a:gd name="connsiteY5" fmla="*/ 115636 h 115778"/>
                <a:gd name="connsiteX6" fmla="*/ 67185 w 84726"/>
                <a:gd name="connsiteY6" fmla="*/ 99643 h 115778"/>
                <a:gd name="connsiteX7" fmla="*/ 80627 w 84726"/>
                <a:gd name="connsiteY7" fmla="*/ 25459 h 115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726" h="115778">
                  <a:moveTo>
                    <a:pt x="80627" y="25459"/>
                  </a:moveTo>
                  <a:cubicBezTo>
                    <a:pt x="77173" y="15398"/>
                    <a:pt x="71915" y="2934"/>
                    <a:pt x="61026" y="456"/>
                  </a:cubicBezTo>
                  <a:cubicBezTo>
                    <a:pt x="50137" y="-2021"/>
                    <a:pt x="32563" y="5412"/>
                    <a:pt x="24002" y="12845"/>
                  </a:cubicBezTo>
                  <a:cubicBezTo>
                    <a:pt x="13683" y="22479"/>
                    <a:pt x="6421" y="34935"/>
                    <a:pt x="3124" y="48661"/>
                  </a:cubicBezTo>
                  <a:cubicBezTo>
                    <a:pt x="-1652" y="63422"/>
                    <a:pt x="-984" y="79400"/>
                    <a:pt x="5002" y="93711"/>
                  </a:cubicBezTo>
                  <a:cubicBezTo>
                    <a:pt x="11385" y="108075"/>
                    <a:pt x="26127" y="116860"/>
                    <a:pt x="41801" y="115636"/>
                  </a:cubicBezTo>
                  <a:cubicBezTo>
                    <a:pt x="51917" y="113549"/>
                    <a:pt x="60936" y="107865"/>
                    <a:pt x="67185" y="99643"/>
                  </a:cubicBezTo>
                  <a:cubicBezTo>
                    <a:pt x="84089" y="78852"/>
                    <a:pt x="89159" y="50853"/>
                    <a:pt x="80627" y="25459"/>
                  </a:cubicBezTo>
                  <a:close/>
                </a:path>
              </a:pathLst>
            </a:custGeom>
            <a:solidFill>
              <a:srgbClr val="F2D6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Content Placeholder 4">
              <a:extLst>
                <a:ext uri="{FF2B5EF4-FFF2-40B4-BE49-F238E27FC236}">
                  <a16:creationId xmlns:a16="http://schemas.microsoft.com/office/drawing/2014/main" id="{806BE930-19BA-4176-2CC1-0A7DAA483AC2}"/>
                </a:ext>
              </a:extLst>
            </p:cNvPr>
            <p:cNvSpPr/>
            <p:nvPr/>
          </p:nvSpPr>
          <p:spPr>
            <a:xfrm>
              <a:off x="7629098" y="3815099"/>
              <a:ext cx="160122" cy="234022"/>
            </a:xfrm>
            <a:custGeom>
              <a:avLst/>
              <a:gdLst>
                <a:gd name="connsiteX0" fmla="*/ 98433 w 160122"/>
                <a:gd name="connsiteY0" fmla="*/ 73262 h 234022"/>
                <a:gd name="connsiteX1" fmla="*/ 84525 w 160122"/>
                <a:gd name="connsiteY1" fmla="*/ 70799 h 234022"/>
                <a:gd name="connsiteX2" fmla="*/ 81761 w 160122"/>
                <a:gd name="connsiteY2" fmla="*/ 73713 h 234022"/>
                <a:gd name="connsiteX3" fmla="*/ 88820 w 160122"/>
                <a:gd name="connsiteY3" fmla="*/ 102169 h 234022"/>
                <a:gd name="connsiteX4" fmla="*/ 80033 w 160122"/>
                <a:gd name="connsiteY4" fmla="*/ 233868 h 234022"/>
                <a:gd name="connsiteX5" fmla="*/ 8613 w 160122"/>
                <a:gd name="connsiteY5" fmla="*/ 224407 h 234022"/>
                <a:gd name="connsiteX6" fmla="*/ 2230 w 160122"/>
                <a:gd name="connsiteY6" fmla="*/ 220878 h 234022"/>
                <a:gd name="connsiteX7" fmla="*/ 127 w 160122"/>
                <a:gd name="connsiteY7" fmla="*/ 211568 h 234022"/>
                <a:gd name="connsiteX8" fmla="*/ 106544 w 160122"/>
                <a:gd name="connsiteY8" fmla="*/ -21 h 234022"/>
                <a:gd name="connsiteX9" fmla="*/ 128398 w 160122"/>
                <a:gd name="connsiteY9" fmla="*/ 3508 h 234022"/>
                <a:gd name="connsiteX10" fmla="*/ 142066 w 160122"/>
                <a:gd name="connsiteY10" fmla="*/ 8314 h 234022"/>
                <a:gd name="connsiteX11" fmla="*/ 158438 w 160122"/>
                <a:gd name="connsiteY11" fmla="*/ 32716 h 234022"/>
                <a:gd name="connsiteX12" fmla="*/ 159564 w 160122"/>
                <a:gd name="connsiteY12" fmla="*/ 62750 h 234022"/>
                <a:gd name="connsiteX13" fmla="*/ 119987 w 160122"/>
                <a:gd name="connsiteY13" fmla="*/ 62149 h 234022"/>
                <a:gd name="connsiteX14" fmla="*/ 104967 w 160122"/>
                <a:gd name="connsiteY14" fmla="*/ 60122 h 234022"/>
                <a:gd name="connsiteX15" fmla="*/ 98433 w 160122"/>
                <a:gd name="connsiteY15" fmla="*/ 73262 h 234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0122" h="234022">
                  <a:moveTo>
                    <a:pt x="98433" y="73262"/>
                  </a:moveTo>
                  <a:cubicBezTo>
                    <a:pt x="95271" y="68742"/>
                    <a:pt x="89046" y="67638"/>
                    <a:pt x="84525" y="70799"/>
                  </a:cubicBezTo>
                  <a:cubicBezTo>
                    <a:pt x="83413" y="71573"/>
                    <a:pt x="82474" y="72564"/>
                    <a:pt x="81761" y="73713"/>
                  </a:cubicBezTo>
                  <a:cubicBezTo>
                    <a:pt x="79508" y="78217"/>
                    <a:pt x="87619" y="96238"/>
                    <a:pt x="88820" y="102169"/>
                  </a:cubicBezTo>
                  <a:cubicBezTo>
                    <a:pt x="91975" y="117186"/>
                    <a:pt x="75903" y="219076"/>
                    <a:pt x="80033" y="233868"/>
                  </a:cubicBezTo>
                  <a:cubicBezTo>
                    <a:pt x="55866" y="234686"/>
                    <a:pt x="31737" y="231488"/>
                    <a:pt x="8613" y="224407"/>
                  </a:cubicBezTo>
                  <a:cubicBezTo>
                    <a:pt x="6203" y="223844"/>
                    <a:pt x="3987" y="222620"/>
                    <a:pt x="2230" y="220878"/>
                  </a:cubicBezTo>
                  <a:cubicBezTo>
                    <a:pt x="368" y="218160"/>
                    <a:pt x="-384" y="214826"/>
                    <a:pt x="127" y="211568"/>
                  </a:cubicBezTo>
                  <a:cubicBezTo>
                    <a:pt x="1929" y="163138"/>
                    <a:pt x="46539" y="-1447"/>
                    <a:pt x="106544" y="-21"/>
                  </a:cubicBezTo>
                  <a:cubicBezTo>
                    <a:pt x="113926" y="408"/>
                    <a:pt x="121256" y="1594"/>
                    <a:pt x="128398" y="3508"/>
                  </a:cubicBezTo>
                  <a:cubicBezTo>
                    <a:pt x="133152" y="4485"/>
                    <a:pt x="137748" y="6106"/>
                    <a:pt x="142066" y="8314"/>
                  </a:cubicBezTo>
                  <a:cubicBezTo>
                    <a:pt x="150657" y="13840"/>
                    <a:pt x="156583" y="22670"/>
                    <a:pt x="158438" y="32716"/>
                  </a:cubicBezTo>
                  <a:cubicBezTo>
                    <a:pt x="160165" y="42635"/>
                    <a:pt x="160541" y="52734"/>
                    <a:pt x="159564" y="62750"/>
                  </a:cubicBezTo>
                  <a:cubicBezTo>
                    <a:pt x="159564" y="65904"/>
                    <a:pt x="123441" y="62750"/>
                    <a:pt x="119987" y="62149"/>
                  </a:cubicBezTo>
                  <a:cubicBezTo>
                    <a:pt x="116532" y="61549"/>
                    <a:pt x="108872" y="58470"/>
                    <a:pt x="104967" y="60122"/>
                  </a:cubicBezTo>
                  <a:cubicBezTo>
                    <a:pt x="101061" y="61774"/>
                    <a:pt x="99935" y="69207"/>
                    <a:pt x="98433" y="73262"/>
                  </a:cubicBezTo>
                  <a:close/>
                </a:path>
              </a:pathLst>
            </a:custGeom>
            <a:solidFill>
              <a:srgbClr val="5347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Content Placeholder 4">
              <a:extLst>
                <a:ext uri="{FF2B5EF4-FFF2-40B4-BE49-F238E27FC236}">
                  <a16:creationId xmlns:a16="http://schemas.microsoft.com/office/drawing/2014/main" id="{2B0D69D2-20A0-9FD8-7CC2-3F72A3E9202F}"/>
                </a:ext>
              </a:extLst>
            </p:cNvPr>
            <p:cNvSpPr/>
            <p:nvPr/>
          </p:nvSpPr>
          <p:spPr>
            <a:xfrm>
              <a:off x="7646077" y="4175739"/>
              <a:ext cx="138409" cy="30396"/>
            </a:xfrm>
            <a:custGeom>
              <a:avLst/>
              <a:gdLst>
                <a:gd name="connsiteX0" fmla="*/ 29035 w 138409"/>
                <a:gd name="connsiteY0" fmla="*/ 29253 h 30396"/>
                <a:gd name="connsiteX1" fmla="*/ -29 w 138409"/>
                <a:gd name="connsiteY1" fmla="*/ 17165 h 30396"/>
                <a:gd name="connsiteX2" fmla="*/ 4402 w 138409"/>
                <a:gd name="connsiteY2" fmla="*/ 3650 h 30396"/>
                <a:gd name="connsiteX3" fmla="*/ 136428 w 138409"/>
                <a:gd name="connsiteY3" fmla="*/ -30 h 30396"/>
                <a:gd name="connsiteX4" fmla="*/ 138380 w 138409"/>
                <a:gd name="connsiteY4" fmla="*/ 21370 h 30396"/>
                <a:gd name="connsiteX5" fmla="*/ 104209 w 138409"/>
                <a:gd name="connsiteY5" fmla="*/ 25649 h 30396"/>
                <a:gd name="connsiteX6" fmla="*/ 57422 w 138409"/>
                <a:gd name="connsiteY6" fmla="*/ 29554 h 30396"/>
                <a:gd name="connsiteX7" fmla="*/ 29035 w 138409"/>
                <a:gd name="connsiteY7" fmla="*/ 29253 h 30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409" h="30396">
                  <a:moveTo>
                    <a:pt x="29035" y="29253"/>
                  </a:moveTo>
                  <a:cubicBezTo>
                    <a:pt x="18776" y="26761"/>
                    <a:pt x="8968" y="22684"/>
                    <a:pt x="-29" y="17165"/>
                  </a:cubicBezTo>
                  <a:lnTo>
                    <a:pt x="4402" y="3650"/>
                  </a:lnTo>
                  <a:cubicBezTo>
                    <a:pt x="47336" y="18877"/>
                    <a:pt x="94409" y="17563"/>
                    <a:pt x="136428" y="-30"/>
                  </a:cubicBezTo>
                  <a:lnTo>
                    <a:pt x="138380" y="21370"/>
                  </a:lnTo>
                  <a:cubicBezTo>
                    <a:pt x="127092" y="23509"/>
                    <a:pt x="115678" y="24936"/>
                    <a:pt x="104209" y="25649"/>
                  </a:cubicBezTo>
                  <a:lnTo>
                    <a:pt x="57422" y="29554"/>
                  </a:lnTo>
                  <a:cubicBezTo>
                    <a:pt x="47990" y="30733"/>
                    <a:pt x="38437" y="30627"/>
                    <a:pt x="29035" y="29253"/>
                  </a:cubicBezTo>
                  <a:close/>
                </a:path>
              </a:pathLst>
            </a:custGeom>
            <a:solidFill>
              <a:srgbClr val="FFFFFF">
                <a:alpha val="19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FAA91F5F-499F-525A-D1D4-92C683DC7EA3}"/>
              </a:ext>
            </a:extLst>
          </p:cNvPr>
          <p:cNvGrpSpPr/>
          <p:nvPr userDrawn="1"/>
        </p:nvGrpSpPr>
        <p:grpSpPr>
          <a:xfrm>
            <a:off x="1226549" y="4064963"/>
            <a:ext cx="324509" cy="848206"/>
            <a:chOff x="3882893" y="3778589"/>
            <a:chExt cx="324509" cy="848206"/>
          </a:xfrm>
        </p:grpSpPr>
        <p:sp>
          <p:nvSpPr>
            <p:cNvPr id="281" name="Content Placeholder 4">
              <a:extLst>
                <a:ext uri="{FF2B5EF4-FFF2-40B4-BE49-F238E27FC236}">
                  <a16:creationId xmlns:a16="http://schemas.microsoft.com/office/drawing/2014/main" id="{7F85F5BA-E58A-FE55-2F6D-6330226793E8}"/>
                </a:ext>
              </a:extLst>
            </p:cNvPr>
            <p:cNvSpPr/>
            <p:nvPr/>
          </p:nvSpPr>
          <p:spPr>
            <a:xfrm>
              <a:off x="3882893" y="4605387"/>
              <a:ext cx="324509" cy="21408"/>
            </a:xfrm>
            <a:custGeom>
              <a:avLst/>
              <a:gdLst>
                <a:gd name="connsiteX0" fmla="*/ 102859 w 324509"/>
                <a:gd name="connsiteY0" fmla="*/ 12570 h 21408"/>
                <a:gd name="connsiteX1" fmla="*/ 258016 w 324509"/>
                <a:gd name="connsiteY1" fmla="*/ 20980 h 21408"/>
                <a:gd name="connsiteX2" fmla="*/ 318096 w 324509"/>
                <a:gd name="connsiteY2" fmla="*/ 16324 h 21408"/>
                <a:gd name="connsiteX3" fmla="*/ 324479 w 324509"/>
                <a:gd name="connsiteY3" fmla="*/ 11219 h 21408"/>
                <a:gd name="connsiteX4" fmla="*/ 318096 w 324509"/>
                <a:gd name="connsiteY4" fmla="*/ 5888 h 21408"/>
                <a:gd name="connsiteX5" fmla="*/ 214908 w 324509"/>
                <a:gd name="connsiteY5" fmla="*/ 1157 h 21408"/>
                <a:gd name="connsiteX6" fmla="*/ 13115 w 324509"/>
                <a:gd name="connsiteY6" fmla="*/ 6639 h 21408"/>
                <a:gd name="connsiteX7" fmla="*/ 4178 w 324509"/>
                <a:gd name="connsiteY7" fmla="*/ 19103 h 21408"/>
                <a:gd name="connsiteX8" fmla="*/ 35795 w 324509"/>
                <a:gd name="connsiteY8" fmla="*/ 19628 h 21408"/>
                <a:gd name="connsiteX9" fmla="*/ 102859 w 324509"/>
                <a:gd name="connsiteY9" fmla="*/ 12570 h 21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4509" h="21408">
                  <a:moveTo>
                    <a:pt x="102859" y="12570"/>
                  </a:moveTo>
                  <a:cubicBezTo>
                    <a:pt x="154603" y="9191"/>
                    <a:pt x="206272" y="19103"/>
                    <a:pt x="258016" y="20980"/>
                  </a:cubicBezTo>
                  <a:cubicBezTo>
                    <a:pt x="278165" y="22196"/>
                    <a:pt x="298382" y="20627"/>
                    <a:pt x="318096" y="16324"/>
                  </a:cubicBezTo>
                  <a:cubicBezTo>
                    <a:pt x="320949" y="15649"/>
                    <a:pt x="324404" y="14147"/>
                    <a:pt x="324479" y="11219"/>
                  </a:cubicBezTo>
                  <a:cubicBezTo>
                    <a:pt x="324554" y="8290"/>
                    <a:pt x="321025" y="6639"/>
                    <a:pt x="318096" y="5888"/>
                  </a:cubicBezTo>
                  <a:cubicBezTo>
                    <a:pt x="284601" y="-2597"/>
                    <a:pt x="249454" y="482"/>
                    <a:pt x="214908" y="1157"/>
                  </a:cubicBezTo>
                  <a:cubicBezTo>
                    <a:pt x="147318" y="2584"/>
                    <a:pt x="79728" y="-5150"/>
                    <a:pt x="13115" y="6639"/>
                  </a:cubicBezTo>
                  <a:cubicBezTo>
                    <a:pt x="7182" y="7690"/>
                    <a:pt x="-7087" y="13622"/>
                    <a:pt x="4178" y="19103"/>
                  </a:cubicBezTo>
                  <a:cubicBezTo>
                    <a:pt x="12439" y="23157"/>
                    <a:pt x="26708" y="20304"/>
                    <a:pt x="35795" y="19628"/>
                  </a:cubicBezTo>
                  <a:cubicBezTo>
                    <a:pt x="58100" y="18126"/>
                    <a:pt x="80404" y="14222"/>
                    <a:pt x="102859" y="12570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Content Placeholder 4">
              <a:extLst>
                <a:ext uri="{FF2B5EF4-FFF2-40B4-BE49-F238E27FC236}">
                  <a16:creationId xmlns:a16="http://schemas.microsoft.com/office/drawing/2014/main" id="{BBF822A6-A7FE-F9B0-F13C-4E1E8D6F1359}"/>
                </a:ext>
              </a:extLst>
            </p:cNvPr>
            <p:cNvSpPr/>
            <p:nvPr/>
          </p:nvSpPr>
          <p:spPr>
            <a:xfrm>
              <a:off x="4171270" y="4017624"/>
              <a:ext cx="21282" cy="24859"/>
            </a:xfrm>
            <a:custGeom>
              <a:avLst/>
              <a:gdLst>
                <a:gd name="connsiteX0" fmla="*/ 14849 w 21282"/>
                <a:gd name="connsiteY0" fmla="*/ 21131 h 24859"/>
                <a:gd name="connsiteX1" fmla="*/ 16501 w 21282"/>
                <a:gd name="connsiteY1" fmla="*/ 17828 h 24859"/>
                <a:gd name="connsiteX2" fmla="*/ 20031 w 21282"/>
                <a:gd name="connsiteY2" fmla="*/ 8968 h 24859"/>
                <a:gd name="connsiteX3" fmla="*/ 21233 w 21282"/>
                <a:gd name="connsiteY3" fmla="*/ 4838 h 24859"/>
                <a:gd name="connsiteX4" fmla="*/ 19806 w 21282"/>
                <a:gd name="connsiteY4" fmla="*/ 859 h 24859"/>
                <a:gd name="connsiteX5" fmla="*/ 15976 w 21282"/>
                <a:gd name="connsiteY5" fmla="*/ 108 h 24859"/>
                <a:gd name="connsiteX6" fmla="*/ 12446 w 21282"/>
                <a:gd name="connsiteY6" fmla="*/ 1910 h 24859"/>
                <a:gd name="connsiteX7" fmla="*/ 6738 w 21282"/>
                <a:gd name="connsiteY7" fmla="*/ 8893 h 24859"/>
                <a:gd name="connsiteX8" fmla="*/ 3284 w 21282"/>
                <a:gd name="connsiteY8" fmla="*/ 15200 h 24859"/>
                <a:gd name="connsiteX9" fmla="*/ 880 w 21282"/>
                <a:gd name="connsiteY9" fmla="*/ 17377 h 24859"/>
                <a:gd name="connsiteX10" fmla="*/ 355 w 21282"/>
                <a:gd name="connsiteY10" fmla="*/ 22033 h 24859"/>
                <a:gd name="connsiteX11" fmla="*/ 14849 w 21282"/>
                <a:gd name="connsiteY11" fmla="*/ 21131 h 248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282" h="24859">
                  <a:moveTo>
                    <a:pt x="14849" y="21131"/>
                  </a:moveTo>
                  <a:cubicBezTo>
                    <a:pt x="15563" y="20118"/>
                    <a:pt x="16118" y="19007"/>
                    <a:pt x="16501" y="17828"/>
                  </a:cubicBezTo>
                  <a:cubicBezTo>
                    <a:pt x="17703" y="14899"/>
                    <a:pt x="18905" y="11896"/>
                    <a:pt x="20031" y="8968"/>
                  </a:cubicBezTo>
                  <a:cubicBezTo>
                    <a:pt x="20647" y="7661"/>
                    <a:pt x="21052" y="6272"/>
                    <a:pt x="21233" y="4838"/>
                  </a:cubicBezTo>
                  <a:cubicBezTo>
                    <a:pt x="21368" y="3366"/>
                    <a:pt x="20842" y="1910"/>
                    <a:pt x="19806" y="859"/>
                  </a:cubicBezTo>
                  <a:cubicBezTo>
                    <a:pt x="18702" y="48"/>
                    <a:pt x="17297" y="-223"/>
                    <a:pt x="15976" y="108"/>
                  </a:cubicBezTo>
                  <a:cubicBezTo>
                    <a:pt x="14669" y="416"/>
                    <a:pt x="13460" y="1031"/>
                    <a:pt x="12446" y="1910"/>
                  </a:cubicBezTo>
                  <a:cubicBezTo>
                    <a:pt x="9998" y="3727"/>
                    <a:pt x="8038" y="6130"/>
                    <a:pt x="6738" y="8893"/>
                  </a:cubicBezTo>
                  <a:cubicBezTo>
                    <a:pt x="5890" y="11145"/>
                    <a:pt x="4726" y="13270"/>
                    <a:pt x="3284" y="15200"/>
                  </a:cubicBezTo>
                  <a:cubicBezTo>
                    <a:pt x="2435" y="15868"/>
                    <a:pt x="1632" y="16596"/>
                    <a:pt x="880" y="17377"/>
                  </a:cubicBezTo>
                  <a:cubicBezTo>
                    <a:pt x="-103" y="18729"/>
                    <a:pt x="-306" y="20493"/>
                    <a:pt x="355" y="22033"/>
                  </a:cubicBezTo>
                  <a:cubicBezTo>
                    <a:pt x="2458" y="26988"/>
                    <a:pt x="12296" y="24510"/>
                    <a:pt x="14849" y="21131"/>
                  </a:cubicBezTo>
                  <a:close/>
                </a:path>
              </a:pathLst>
            </a:custGeom>
            <a:solidFill>
              <a:srgbClr val="7C6C6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Content Placeholder 4">
              <a:extLst>
                <a:ext uri="{FF2B5EF4-FFF2-40B4-BE49-F238E27FC236}">
                  <a16:creationId xmlns:a16="http://schemas.microsoft.com/office/drawing/2014/main" id="{02F67C97-2C62-C018-62C2-08105F0C82B3}"/>
                </a:ext>
              </a:extLst>
            </p:cNvPr>
            <p:cNvSpPr/>
            <p:nvPr/>
          </p:nvSpPr>
          <p:spPr>
            <a:xfrm>
              <a:off x="4018399" y="4021060"/>
              <a:ext cx="104387" cy="152127"/>
            </a:xfrm>
            <a:custGeom>
              <a:avLst/>
              <a:gdLst>
                <a:gd name="connsiteX0" fmla="*/ 63707 w 104387"/>
                <a:gd name="connsiteY0" fmla="*/ 61320 h 152127"/>
                <a:gd name="connsiteX1" fmla="*/ 94198 w 104387"/>
                <a:gd name="connsiteY1" fmla="*/ 114705 h 152127"/>
                <a:gd name="connsiteX2" fmla="*/ 104261 w 104387"/>
                <a:gd name="connsiteY2" fmla="*/ 138057 h 152127"/>
                <a:gd name="connsiteX3" fmla="*/ 88340 w 104387"/>
                <a:gd name="connsiteY3" fmla="*/ 152097 h 152127"/>
                <a:gd name="connsiteX4" fmla="*/ 19023 w 104387"/>
                <a:gd name="connsiteY4" fmla="*/ 61996 h 152127"/>
                <a:gd name="connsiteX5" fmla="*/ 15718 w 104387"/>
                <a:gd name="connsiteY5" fmla="*/ 276 h 152127"/>
                <a:gd name="connsiteX6" fmla="*/ 63707 w 104387"/>
                <a:gd name="connsiteY6" fmla="*/ 61320 h 152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4387" h="152127">
                  <a:moveTo>
                    <a:pt x="63707" y="61320"/>
                  </a:moveTo>
                  <a:cubicBezTo>
                    <a:pt x="71968" y="81518"/>
                    <a:pt x="86237" y="94508"/>
                    <a:pt x="94198" y="114705"/>
                  </a:cubicBezTo>
                  <a:cubicBezTo>
                    <a:pt x="96375" y="120186"/>
                    <a:pt x="105387" y="132200"/>
                    <a:pt x="104261" y="138057"/>
                  </a:cubicBezTo>
                  <a:cubicBezTo>
                    <a:pt x="102383" y="148343"/>
                    <a:pt x="98553" y="149845"/>
                    <a:pt x="88340" y="152097"/>
                  </a:cubicBezTo>
                  <a:cubicBezTo>
                    <a:pt x="68138" y="123490"/>
                    <a:pt x="41327" y="89327"/>
                    <a:pt x="19023" y="61996"/>
                  </a:cubicBezTo>
                  <a:cubicBezTo>
                    <a:pt x="6406" y="46979"/>
                    <a:pt x="-14923" y="-4454"/>
                    <a:pt x="15718" y="276"/>
                  </a:cubicBezTo>
                  <a:cubicBezTo>
                    <a:pt x="46359" y="5007"/>
                    <a:pt x="53869" y="37218"/>
                    <a:pt x="63707" y="61320"/>
                  </a:cubicBezTo>
                  <a:close/>
                </a:path>
              </a:pathLst>
            </a:custGeom>
            <a:solidFill>
              <a:srgbClr val="7C6C6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Content Placeholder 4">
              <a:extLst>
                <a:ext uri="{FF2B5EF4-FFF2-40B4-BE49-F238E27FC236}">
                  <a16:creationId xmlns:a16="http://schemas.microsoft.com/office/drawing/2014/main" id="{6D660767-35A5-476E-E87D-89EC6383821C}"/>
                </a:ext>
              </a:extLst>
            </p:cNvPr>
            <p:cNvSpPr/>
            <p:nvPr/>
          </p:nvSpPr>
          <p:spPr>
            <a:xfrm>
              <a:off x="4102566" y="4040353"/>
              <a:ext cx="77799" cy="134690"/>
            </a:xfrm>
            <a:custGeom>
              <a:avLst/>
              <a:gdLst>
                <a:gd name="connsiteX0" fmla="*/ 66355 w 77799"/>
                <a:gd name="connsiteY0" fmla="*/ 6137 h 134690"/>
                <a:gd name="connsiteX1" fmla="*/ 77770 w 77799"/>
                <a:gd name="connsiteY1" fmla="*/ 1181 h 134690"/>
                <a:gd name="connsiteX2" fmla="*/ 45628 w 77799"/>
                <a:gd name="connsiteY2" fmla="*/ 99767 h 134690"/>
                <a:gd name="connsiteX3" fmla="*/ 33311 w 77799"/>
                <a:gd name="connsiteY3" fmla="*/ 127398 h 134690"/>
                <a:gd name="connsiteX4" fmla="*/ 20244 w 77799"/>
                <a:gd name="connsiteY4" fmla="*/ 132053 h 134690"/>
                <a:gd name="connsiteX5" fmla="*/ 2445 w 77799"/>
                <a:gd name="connsiteY5" fmla="*/ 130777 h 134690"/>
                <a:gd name="connsiteX6" fmla="*/ 10631 w 77799"/>
                <a:gd name="connsiteY6" fmla="*/ 104122 h 134690"/>
                <a:gd name="connsiteX7" fmla="*/ 26402 w 77799"/>
                <a:gd name="connsiteY7" fmla="*/ 79644 h 134690"/>
                <a:gd name="connsiteX8" fmla="*/ 66355 w 77799"/>
                <a:gd name="connsiteY8" fmla="*/ 6137 h 134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7799" h="134690">
                  <a:moveTo>
                    <a:pt x="66355" y="6137"/>
                  </a:moveTo>
                  <a:cubicBezTo>
                    <a:pt x="68984" y="2157"/>
                    <a:pt x="74391" y="-2198"/>
                    <a:pt x="77770" y="1181"/>
                  </a:cubicBezTo>
                  <a:cubicBezTo>
                    <a:pt x="68458" y="35194"/>
                    <a:pt x="52987" y="65303"/>
                    <a:pt x="45628" y="99767"/>
                  </a:cubicBezTo>
                  <a:cubicBezTo>
                    <a:pt x="43375" y="110429"/>
                    <a:pt x="42323" y="121241"/>
                    <a:pt x="33311" y="127398"/>
                  </a:cubicBezTo>
                  <a:cubicBezTo>
                    <a:pt x="29308" y="129809"/>
                    <a:pt x="24870" y="131393"/>
                    <a:pt x="20244" y="132053"/>
                  </a:cubicBezTo>
                  <a:cubicBezTo>
                    <a:pt x="11908" y="133480"/>
                    <a:pt x="7101" y="137760"/>
                    <a:pt x="2445" y="130777"/>
                  </a:cubicBezTo>
                  <a:cubicBezTo>
                    <a:pt x="-4239" y="120790"/>
                    <a:pt x="4022" y="111030"/>
                    <a:pt x="10631" y="104122"/>
                  </a:cubicBezTo>
                  <a:cubicBezTo>
                    <a:pt x="17540" y="97154"/>
                    <a:pt x="22917" y="88812"/>
                    <a:pt x="26402" y="79644"/>
                  </a:cubicBezTo>
                  <a:cubicBezTo>
                    <a:pt x="37434" y="53966"/>
                    <a:pt x="50809" y="29360"/>
                    <a:pt x="66355" y="6137"/>
                  </a:cubicBezTo>
                  <a:close/>
                </a:path>
              </a:pathLst>
            </a:custGeom>
            <a:solidFill>
              <a:srgbClr val="7C6C6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Content Placeholder 4">
              <a:extLst>
                <a:ext uri="{FF2B5EF4-FFF2-40B4-BE49-F238E27FC236}">
                  <a16:creationId xmlns:a16="http://schemas.microsoft.com/office/drawing/2014/main" id="{8585994E-09BD-42F7-518F-D77AD5EA35CE}"/>
                </a:ext>
              </a:extLst>
            </p:cNvPr>
            <p:cNvSpPr/>
            <p:nvPr/>
          </p:nvSpPr>
          <p:spPr>
            <a:xfrm>
              <a:off x="4016573" y="4025645"/>
              <a:ext cx="124820" cy="238522"/>
            </a:xfrm>
            <a:custGeom>
              <a:avLst/>
              <a:gdLst>
                <a:gd name="connsiteX0" fmla="*/ 23928 w 124820"/>
                <a:gd name="connsiteY0" fmla="*/ 124836 h 238522"/>
                <a:gd name="connsiteX1" fmla="*/ 6730 w 124820"/>
                <a:gd name="connsiteY1" fmla="*/ 95553 h 238522"/>
                <a:gd name="connsiteX2" fmla="*/ 2224 w 124820"/>
                <a:gd name="connsiteY2" fmla="*/ 61990 h 238522"/>
                <a:gd name="connsiteX3" fmla="*/ -29 w 124820"/>
                <a:gd name="connsiteY3" fmla="*/ -30 h 238522"/>
                <a:gd name="connsiteX4" fmla="*/ 48560 w 124820"/>
                <a:gd name="connsiteY4" fmla="*/ 1923 h 238522"/>
                <a:gd name="connsiteX5" fmla="*/ 81079 w 124820"/>
                <a:gd name="connsiteY5" fmla="*/ 78134 h 238522"/>
                <a:gd name="connsiteX6" fmla="*/ 106613 w 124820"/>
                <a:gd name="connsiteY6" fmla="*/ 147587 h 238522"/>
                <a:gd name="connsiteX7" fmla="*/ 123360 w 124820"/>
                <a:gd name="connsiteY7" fmla="*/ 202398 h 238522"/>
                <a:gd name="connsiteX8" fmla="*/ 119905 w 124820"/>
                <a:gd name="connsiteY8" fmla="*/ 228978 h 238522"/>
                <a:gd name="connsiteX9" fmla="*/ 73343 w 124820"/>
                <a:gd name="connsiteY9" fmla="*/ 195491 h 238522"/>
                <a:gd name="connsiteX10" fmla="*/ 23928 w 124820"/>
                <a:gd name="connsiteY10" fmla="*/ 124836 h 238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4820" h="238522">
                  <a:moveTo>
                    <a:pt x="23928" y="124836"/>
                  </a:moveTo>
                  <a:cubicBezTo>
                    <a:pt x="16741" y="116006"/>
                    <a:pt x="10943" y="106133"/>
                    <a:pt x="6730" y="95553"/>
                  </a:cubicBezTo>
                  <a:cubicBezTo>
                    <a:pt x="3576" y="84651"/>
                    <a:pt x="2051" y="73335"/>
                    <a:pt x="2224" y="61990"/>
                  </a:cubicBezTo>
                  <a:lnTo>
                    <a:pt x="-29" y="-30"/>
                  </a:lnTo>
                  <a:lnTo>
                    <a:pt x="48560" y="1923"/>
                  </a:lnTo>
                  <a:cubicBezTo>
                    <a:pt x="61357" y="26445"/>
                    <a:pt x="72232" y="51921"/>
                    <a:pt x="81079" y="78134"/>
                  </a:cubicBezTo>
                  <a:cubicBezTo>
                    <a:pt x="89640" y="101312"/>
                    <a:pt x="98149" y="124461"/>
                    <a:pt x="106613" y="147587"/>
                  </a:cubicBezTo>
                  <a:cubicBezTo>
                    <a:pt x="113710" y="165359"/>
                    <a:pt x="119312" y="183695"/>
                    <a:pt x="123360" y="202398"/>
                  </a:cubicBezTo>
                  <a:cubicBezTo>
                    <a:pt x="126116" y="211341"/>
                    <a:pt x="124854" y="221034"/>
                    <a:pt x="119905" y="228978"/>
                  </a:cubicBezTo>
                  <a:cubicBezTo>
                    <a:pt x="95873" y="258637"/>
                    <a:pt x="82355" y="210883"/>
                    <a:pt x="73343" y="195491"/>
                  </a:cubicBezTo>
                  <a:cubicBezTo>
                    <a:pt x="58549" y="170788"/>
                    <a:pt x="40900" y="147962"/>
                    <a:pt x="23928" y="124836"/>
                  </a:cubicBezTo>
                  <a:close/>
                </a:path>
              </a:pathLst>
            </a:custGeom>
            <a:solidFill>
              <a:srgbClr val="CDCCC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Content Placeholder 4">
              <a:extLst>
                <a:ext uri="{FF2B5EF4-FFF2-40B4-BE49-F238E27FC236}">
                  <a16:creationId xmlns:a16="http://schemas.microsoft.com/office/drawing/2014/main" id="{1744E002-A1E7-7AD9-DD29-FF44FBA42AFE}"/>
                </a:ext>
              </a:extLst>
            </p:cNvPr>
            <p:cNvSpPr/>
            <p:nvPr/>
          </p:nvSpPr>
          <p:spPr>
            <a:xfrm>
              <a:off x="3999876" y="3866089"/>
              <a:ext cx="89291" cy="121985"/>
            </a:xfrm>
            <a:custGeom>
              <a:avLst/>
              <a:gdLst>
                <a:gd name="connsiteX0" fmla="*/ 25304 w 89291"/>
                <a:gd name="connsiteY0" fmla="*/ 13862 h 121985"/>
                <a:gd name="connsiteX1" fmla="*/ 3224 w 89291"/>
                <a:gd name="connsiteY1" fmla="*/ 51405 h 121985"/>
                <a:gd name="connsiteX2" fmla="*/ 5252 w 89291"/>
                <a:gd name="connsiteY2" fmla="*/ 98708 h 121985"/>
                <a:gd name="connsiteX3" fmla="*/ 44154 w 89291"/>
                <a:gd name="connsiteY3" fmla="*/ 121834 h 121985"/>
                <a:gd name="connsiteX4" fmla="*/ 70889 w 89291"/>
                <a:gd name="connsiteY4" fmla="*/ 105015 h 121985"/>
                <a:gd name="connsiteX5" fmla="*/ 85008 w 89291"/>
                <a:gd name="connsiteY5" fmla="*/ 26927 h 121985"/>
                <a:gd name="connsiteX6" fmla="*/ 64356 w 89291"/>
                <a:gd name="connsiteY6" fmla="*/ 497 h 121985"/>
                <a:gd name="connsiteX7" fmla="*/ 25304 w 89291"/>
                <a:gd name="connsiteY7" fmla="*/ 13862 h 12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9291" h="121985">
                  <a:moveTo>
                    <a:pt x="25304" y="13862"/>
                  </a:moveTo>
                  <a:cubicBezTo>
                    <a:pt x="14452" y="23969"/>
                    <a:pt x="6784" y="37011"/>
                    <a:pt x="3224" y="51405"/>
                  </a:cubicBezTo>
                  <a:cubicBezTo>
                    <a:pt x="-1725" y="66917"/>
                    <a:pt x="-1011" y="83676"/>
                    <a:pt x="5252" y="98708"/>
                  </a:cubicBezTo>
                  <a:cubicBezTo>
                    <a:pt x="12011" y="113875"/>
                    <a:pt x="27594" y="123140"/>
                    <a:pt x="44154" y="121834"/>
                  </a:cubicBezTo>
                  <a:cubicBezTo>
                    <a:pt x="54781" y="119589"/>
                    <a:pt x="64266" y="113620"/>
                    <a:pt x="70889" y="105015"/>
                  </a:cubicBezTo>
                  <a:cubicBezTo>
                    <a:pt x="88613" y="83098"/>
                    <a:pt x="93938" y="53657"/>
                    <a:pt x="85008" y="26927"/>
                  </a:cubicBezTo>
                  <a:cubicBezTo>
                    <a:pt x="81478" y="16265"/>
                    <a:pt x="75846" y="3200"/>
                    <a:pt x="64356" y="497"/>
                  </a:cubicBezTo>
                  <a:cubicBezTo>
                    <a:pt x="52865" y="-2206"/>
                    <a:pt x="34316" y="5979"/>
                    <a:pt x="25304" y="13862"/>
                  </a:cubicBezTo>
                  <a:close/>
                </a:path>
              </a:pathLst>
            </a:custGeom>
            <a:solidFill>
              <a:srgbClr val="7C6C6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Content Placeholder 4">
              <a:extLst>
                <a:ext uri="{FF2B5EF4-FFF2-40B4-BE49-F238E27FC236}">
                  <a16:creationId xmlns:a16="http://schemas.microsoft.com/office/drawing/2014/main" id="{8F2A617C-FA61-25C5-F51E-761BB3843FBA}"/>
                </a:ext>
              </a:extLst>
            </p:cNvPr>
            <p:cNvSpPr/>
            <p:nvPr/>
          </p:nvSpPr>
          <p:spPr>
            <a:xfrm>
              <a:off x="3968857" y="4199205"/>
              <a:ext cx="151087" cy="263957"/>
            </a:xfrm>
            <a:custGeom>
              <a:avLst/>
              <a:gdLst>
                <a:gd name="connsiteX0" fmla="*/ 82533 w 151087"/>
                <a:gd name="connsiteY0" fmla="*/ 9166 h 263957"/>
                <a:gd name="connsiteX1" fmla="*/ 114450 w 151087"/>
                <a:gd name="connsiteY1" fmla="*/ 25910 h 263957"/>
                <a:gd name="connsiteX2" fmla="*/ 120909 w 151087"/>
                <a:gd name="connsiteY2" fmla="*/ 45732 h 263957"/>
                <a:gd name="connsiteX3" fmla="*/ 145091 w 151087"/>
                <a:gd name="connsiteY3" fmla="*/ 200181 h 263957"/>
                <a:gd name="connsiteX4" fmla="*/ 149822 w 151087"/>
                <a:gd name="connsiteY4" fmla="*/ 263928 h 263957"/>
                <a:gd name="connsiteX5" fmla="*/ 113624 w 151087"/>
                <a:gd name="connsiteY5" fmla="*/ 247109 h 263957"/>
                <a:gd name="connsiteX6" fmla="*/ 38524 w 151087"/>
                <a:gd name="connsiteY6" fmla="*/ 144844 h 263957"/>
                <a:gd name="connsiteX7" fmla="*/ 4354 w 151087"/>
                <a:gd name="connsiteY7" fmla="*/ 90408 h 263957"/>
                <a:gd name="connsiteX8" fmla="*/ 148 w 151087"/>
                <a:gd name="connsiteY8" fmla="*/ 65629 h 263957"/>
                <a:gd name="connsiteX9" fmla="*/ 1875 w 151087"/>
                <a:gd name="connsiteY9" fmla="*/ 30565 h 263957"/>
                <a:gd name="connsiteX10" fmla="*/ 82533 w 151087"/>
                <a:gd name="connsiteY10" fmla="*/ 9166 h 263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1087" h="263957">
                  <a:moveTo>
                    <a:pt x="82533" y="9166"/>
                  </a:moveTo>
                  <a:cubicBezTo>
                    <a:pt x="94549" y="12095"/>
                    <a:pt x="107541" y="16299"/>
                    <a:pt x="114450" y="25910"/>
                  </a:cubicBezTo>
                  <a:cubicBezTo>
                    <a:pt x="118122" y="31924"/>
                    <a:pt x="120338" y="38712"/>
                    <a:pt x="120909" y="45732"/>
                  </a:cubicBezTo>
                  <a:cubicBezTo>
                    <a:pt x="128922" y="97240"/>
                    <a:pt x="136980" y="148726"/>
                    <a:pt x="145091" y="200181"/>
                  </a:cubicBezTo>
                  <a:cubicBezTo>
                    <a:pt x="148320" y="220979"/>
                    <a:pt x="153427" y="240426"/>
                    <a:pt x="149822" y="263928"/>
                  </a:cubicBezTo>
                  <a:cubicBezTo>
                    <a:pt x="136154" y="259873"/>
                    <a:pt x="118580" y="259273"/>
                    <a:pt x="113624" y="247109"/>
                  </a:cubicBezTo>
                  <a:cubicBezTo>
                    <a:pt x="96501" y="205137"/>
                    <a:pt x="79529" y="170898"/>
                    <a:pt x="38524" y="144844"/>
                  </a:cubicBezTo>
                  <a:cubicBezTo>
                    <a:pt x="25231" y="136359"/>
                    <a:pt x="11263" y="103623"/>
                    <a:pt x="4354" y="90408"/>
                  </a:cubicBezTo>
                  <a:cubicBezTo>
                    <a:pt x="884" y="82636"/>
                    <a:pt x="-566" y="74114"/>
                    <a:pt x="148" y="65629"/>
                  </a:cubicBezTo>
                  <a:cubicBezTo>
                    <a:pt x="148" y="53916"/>
                    <a:pt x="899" y="42203"/>
                    <a:pt x="1875" y="30565"/>
                  </a:cubicBezTo>
                  <a:cubicBezTo>
                    <a:pt x="5630" y="-13510"/>
                    <a:pt x="46710" y="456"/>
                    <a:pt x="82533" y="9166"/>
                  </a:cubicBezTo>
                  <a:close/>
                </a:path>
              </a:pathLst>
            </a:custGeom>
            <a:solidFill>
              <a:srgbClr val="1919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Content Placeholder 4">
              <a:extLst>
                <a:ext uri="{FF2B5EF4-FFF2-40B4-BE49-F238E27FC236}">
                  <a16:creationId xmlns:a16="http://schemas.microsoft.com/office/drawing/2014/main" id="{15D1C831-432E-EEB0-94C0-6162758B020A}"/>
                </a:ext>
              </a:extLst>
            </p:cNvPr>
            <p:cNvSpPr/>
            <p:nvPr/>
          </p:nvSpPr>
          <p:spPr>
            <a:xfrm>
              <a:off x="4074035" y="4412601"/>
              <a:ext cx="58267" cy="163864"/>
            </a:xfrm>
            <a:custGeom>
              <a:avLst/>
              <a:gdLst>
                <a:gd name="connsiteX0" fmla="*/ 11901 w 58267"/>
                <a:gd name="connsiteY0" fmla="*/ 226 h 163864"/>
                <a:gd name="connsiteX1" fmla="*/ 43293 w 58267"/>
                <a:gd name="connsiteY1" fmla="*/ 23577 h 163864"/>
                <a:gd name="connsiteX2" fmla="*/ 45246 w 58267"/>
                <a:gd name="connsiteY2" fmla="*/ 31686 h 163864"/>
                <a:gd name="connsiteX3" fmla="*/ 58238 w 58267"/>
                <a:gd name="connsiteY3" fmla="*/ 161658 h 163864"/>
                <a:gd name="connsiteX4" fmla="*/ 45921 w 58267"/>
                <a:gd name="connsiteY4" fmla="*/ 163009 h 163864"/>
                <a:gd name="connsiteX5" fmla="*/ 7245 w 58267"/>
                <a:gd name="connsiteY5" fmla="*/ 51358 h 163864"/>
                <a:gd name="connsiteX6" fmla="*/ 11901 w 58267"/>
                <a:gd name="connsiteY6" fmla="*/ 226 h 163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267" h="163864">
                  <a:moveTo>
                    <a:pt x="11901" y="226"/>
                  </a:moveTo>
                  <a:cubicBezTo>
                    <a:pt x="20162" y="-2402"/>
                    <a:pt x="39838" y="15919"/>
                    <a:pt x="43293" y="23577"/>
                  </a:cubicBezTo>
                  <a:cubicBezTo>
                    <a:pt x="44307" y="26183"/>
                    <a:pt x="44960" y="28908"/>
                    <a:pt x="45246" y="31686"/>
                  </a:cubicBezTo>
                  <a:cubicBezTo>
                    <a:pt x="52756" y="87549"/>
                    <a:pt x="50277" y="105870"/>
                    <a:pt x="58238" y="161658"/>
                  </a:cubicBezTo>
                  <a:cubicBezTo>
                    <a:pt x="53507" y="162258"/>
                    <a:pt x="50127" y="165262"/>
                    <a:pt x="45921" y="163009"/>
                  </a:cubicBezTo>
                  <a:cubicBezTo>
                    <a:pt x="33455" y="120887"/>
                    <a:pt x="19636" y="93481"/>
                    <a:pt x="7245" y="51358"/>
                  </a:cubicBezTo>
                  <a:cubicBezTo>
                    <a:pt x="3115" y="37768"/>
                    <a:pt x="-9052" y="6909"/>
                    <a:pt x="11901" y="226"/>
                  </a:cubicBezTo>
                  <a:close/>
                </a:path>
              </a:pathLst>
            </a:custGeom>
            <a:solidFill>
              <a:srgbClr val="1919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Content Placeholder 4">
              <a:extLst>
                <a:ext uri="{FF2B5EF4-FFF2-40B4-BE49-F238E27FC236}">
                  <a16:creationId xmlns:a16="http://schemas.microsoft.com/office/drawing/2014/main" id="{5BDCABC2-3328-3E96-D65C-52A95061DE26}"/>
                </a:ext>
              </a:extLst>
            </p:cNvPr>
            <p:cNvSpPr/>
            <p:nvPr/>
          </p:nvSpPr>
          <p:spPr>
            <a:xfrm>
              <a:off x="3920920" y="4279529"/>
              <a:ext cx="157536" cy="289953"/>
            </a:xfrm>
            <a:custGeom>
              <a:avLst/>
              <a:gdLst>
                <a:gd name="connsiteX0" fmla="*/ 43054 w 157536"/>
                <a:gd name="connsiteY0" fmla="*/ 249754 h 289953"/>
                <a:gd name="connsiteX1" fmla="*/ 12338 w 157536"/>
                <a:gd name="connsiteY1" fmla="*/ 289924 h 289953"/>
                <a:gd name="connsiteX2" fmla="*/ 172 w 157536"/>
                <a:gd name="connsiteY2" fmla="*/ 282941 h 289953"/>
                <a:gd name="connsiteX3" fmla="*/ 4903 w 157536"/>
                <a:gd name="connsiteY3" fmla="*/ 261092 h 289953"/>
                <a:gd name="connsiteX4" fmla="*/ 32765 w 157536"/>
                <a:gd name="connsiteY4" fmla="*/ 206130 h 289953"/>
                <a:gd name="connsiteX5" fmla="*/ 69489 w 157536"/>
                <a:gd name="connsiteY5" fmla="*/ 103489 h 289953"/>
                <a:gd name="connsiteX6" fmla="*/ 72192 w 157536"/>
                <a:gd name="connsiteY6" fmla="*/ 48753 h 289953"/>
                <a:gd name="connsiteX7" fmla="*/ 83382 w 157536"/>
                <a:gd name="connsiteY7" fmla="*/ 5128 h 289953"/>
                <a:gd name="connsiteX8" fmla="*/ 156680 w 157536"/>
                <a:gd name="connsiteY8" fmla="*/ 35162 h 289953"/>
                <a:gd name="connsiteX9" fmla="*/ 119580 w 157536"/>
                <a:gd name="connsiteY9" fmla="*/ 132772 h 289953"/>
                <a:gd name="connsiteX10" fmla="*/ 43054 w 157536"/>
                <a:gd name="connsiteY10" fmla="*/ 249754 h 289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536" h="289953">
                  <a:moveTo>
                    <a:pt x="43054" y="249754"/>
                  </a:moveTo>
                  <a:cubicBezTo>
                    <a:pt x="29160" y="269652"/>
                    <a:pt x="19022" y="268525"/>
                    <a:pt x="12338" y="289924"/>
                  </a:cubicBezTo>
                  <a:cubicBezTo>
                    <a:pt x="1448" y="287221"/>
                    <a:pt x="1749" y="290300"/>
                    <a:pt x="172" y="282941"/>
                  </a:cubicBezTo>
                  <a:cubicBezTo>
                    <a:pt x="-640" y="275335"/>
                    <a:pt x="1020" y="267677"/>
                    <a:pt x="4903" y="261092"/>
                  </a:cubicBezTo>
                  <a:cubicBezTo>
                    <a:pt x="13254" y="242313"/>
                    <a:pt x="22559" y="223970"/>
                    <a:pt x="32765" y="206130"/>
                  </a:cubicBezTo>
                  <a:cubicBezTo>
                    <a:pt x="51300" y="174504"/>
                    <a:pt x="63759" y="139695"/>
                    <a:pt x="69489" y="103489"/>
                  </a:cubicBezTo>
                  <a:cubicBezTo>
                    <a:pt x="72260" y="85386"/>
                    <a:pt x="73169" y="67043"/>
                    <a:pt x="72192" y="48753"/>
                  </a:cubicBezTo>
                  <a:cubicBezTo>
                    <a:pt x="71366" y="33736"/>
                    <a:pt x="60552" y="14439"/>
                    <a:pt x="83382" y="5128"/>
                  </a:cubicBezTo>
                  <a:cubicBezTo>
                    <a:pt x="121608" y="-10414"/>
                    <a:pt x="152399" y="11961"/>
                    <a:pt x="156680" y="35162"/>
                  </a:cubicBezTo>
                  <a:cubicBezTo>
                    <a:pt x="162538" y="66548"/>
                    <a:pt x="135952" y="103564"/>
                    <a:pt x="119580" y="132772"/>
                  </a:cubicBezTo>
                  <a:cubicBezTo>
                    <a:pt x="97050" y="172342"/>
                    <a:pt x="70090" y="210785"/>
                    <a:pt x="43054" y="249754"/>
                  </a:cubicBezTo>
                  <a:close/>
                </a:path>
              </a:pathLst>
            </a:custGeom>
            <a:solidFill>
              <a:srgbClr val="1919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Content Placeholder 4">
              <a:extLst>
                <a:ext uri="{FF2B5EF4-FFF2-40B4-BE49-F238E27FC236}">
                  <a16:creationId xmlns:a16="http://schemas.microsoft.com/office/drawing/2014/main" id="{F5FB94AE-4FC8-E54B-B516-2840990E4A6D}"/>
                </a:ext>
              </a:extLst>
            </p:cNvPr>
            <p:cNvSpPr/>
            <p:nvPr/>
          </p:nvSpPr>
          <p:spPr>
            <a:xfrm>
              <a:off x="3957928" y="3829952"/>
              <a:ext cx="122291" cy="117685"/>
            </a:xfrm>
            <a:custGeom>
              <a:avLst/>
              <a:gdLst>
                <a:gd name="connsiteX0" fmla="*/ 118620 w 122291"/>
                <a:gd name="connsiteY0" fmla="*/ 32280 h 117685"/>
                <a:gd name="connsiteX1" fmla="*/ 111110 w 122291"/>
                <a:gd name="connsiteY1" fmla="*/ 21843 h 117685"/>
                <a:gd name="connsiteX2" fmla="*/ 110660 w 122291"/>
                <a:gd name="connsiteY2" fmla="*/ 20792 h 117685"/>
                <a:gd name="connsiteX3" fmla="*/ 110660 w 122291"/>
                <a:gd name="connsiteY3" fmla="*/ 16962 h 117685"/>
                <a:gd name="connsiteX4" fmla="*/ 99770 w 122291"/>
                <a:gd name="connsiteY4" fmla="*/ 12608 h 117685"/>
                <a:gd name="connsiteX5" fmla="*/ 92073 w 122291"/>
                <a:gd name="connsiteY5" fmla="*/ 5294 h 117685"/>
                <a:gd name="connsiteX6" fmla="*/ 88505 w 122291"/>
                <a:gd name="connsiteY6" fmla="*/ 6301 h 117685"/>
                <a:gd name="connsiteX7" fmla="*/ 77991 w 122291"/>
                <a:gd name="connsiteY7" fmla="*/ 68 h 117685"/>
                <a:gd name="connsiteX8" fmla="*/ 70481 w 122291"/>
                <a:gd name="connsiteY8" fmla="*/ 9604 h 117685"/>
                <a:gd name="connsiteX9" fmla="*/ 64999 w 122291"/>
                <a:gd name="connsiteY9" fmla="*/ 4799 h 117685"/>
                <a:gd name="connsiteX10" fmla="*/ 58015 w 122291"/>
                <a:gd name="connsiteY10" fmla="*/ 16662 h 117685"/>
                <a:gd name="connsiteX11" fmla="*/ 46449 w 122291"/>
                <a:gd name="connsiteY11" fmla="*/ 18960 h 117685"/>
                <a:gd name="connsiteX12" fmla="*/ 45173 w 122291"/>
                <a:gd name="connsiteY12" fmla="*/ 22143 h 117685"/>
                <a:gd name="connsiteX13" fmla="*/ 37663 w 122291"/>
                <a:gd name="connsiteY13" fmla="*/ 22819 h 117685"/>
                <a:gd name="connsiteX14" fmla="*/ 34959 w 122291"/>
                <a:gd name="connsiteY14" fmla="*/ 31304 h 117685"/>
                <a:gd name="connsiteX15" fmla="*/ 26037 w 122291"/>
                <a:gd name="connsiteY15" fmla="*/ 31334 h 117685"/>
                <a:gd name="connsiteX16" fmla="*/ 25421 w 122291"/>
                <a:gd name="connsiteY16" fmla="*/ 32055 h 117685"/>
                <a:gd name="connsiteX17" fmla="*/ 24070 w 122291"/>
                <a:gd name="connsiteY17" fmla="*/ 42566 h 117685"/>
                <a:gd name="connsiteX18" fmla="*/ 11903 w 122291"/>
                <a:gd name="connsiteY18" fmla="*/ 51652 h 117685"/>
                <a:gd name="connsiteX19" fmla="*/ 15058 w 122291"/>
                <a:gd name="connsiteY19" fmla="*/ 56007 h 117685"/>
                <a:gd name="connsiteX20" fmla="*/ 1840 w 122291"/>
                <a:gd name="connsiteY20" fmla="*/ 71849 h 117685"/>
                <a:gd name="connsiteX21" fmla="*/ 338 w 122291"/>
                <a:gd name="connsiteY21" fmla="*/ 79358 h 117685"/>
                <a:gd name="connsiteX22" fmla="*/ 8622 w 122291"/>
                <a:gd name="connsiteY22" fmla="*/ 84734 h 117685"/>
                <a:gd name="connsiteX23" fmla="*/ 4619 w 122291"/>
                <a:gd name="connsiteY23" fmla="*/ 92573 h 117685"/>
                <a:gd name="connsiteX24" fmla="*/ 9275 w 122291"/>
                <a:gd name="connsiteY24" fmla="*/ 98204 h 117685"/>
                <a:gd name="connsiteX25" fmla="*/ 7322 w 122291"/>
                <a:gd name="connsiteY25" fmla="*/ 110518 h 117685"/>
                <a:gd name="connsiteX26" fmla="*/ 17911 w 122291"/>
                <a:gd name="connsiteY26" fmla="*/ 116675 h 117685"/>
                <a:gd name="connsiteX27" fmla="*/ 20540 w 122291"/>
                <a:gd name="connsiteY27" fmla="*/ 117651 h 117685"/>
                <a:gd name="connsiteX28" fmla="*/ 24370 w 122291"/>
                <a:gd name="connsiteY28" fmla="*/ 115473 h 117685"/>
                <a:gd name="connsiteX29" fmla="*/ 25572 w 122291"/>
                <a:gd name="connsiteY29" fmla="*/ 114948 h 117685"/>
                <a:gd name="connsiteX30" fmla="*/ 29927 w 122291"/>
                <a:gd name="connsiteY30" fmla="*/ 117200 h 117685"/>
                <a:gd name="connsiteX31" fmla="*/ 32856 w 122291"/>
                <a:gd name="connsiteY31" fmla="*/ 114122 h 117685"/>
                <a:gd name="connsiteX32" fmla="*/ 36086 w 122291"/>
                <a:gd name="connsiteY32" fmla="*/ 115624 h 117685"/>
                <a:gd name="connsiteX33" fmla="*/ 37287 w 122291"/>
                <a:gd name="connsiteY33" fmla="*/ 116374 h 117685"/>
                <a:gd name="connsiteX34" fmla="*/ 38264 w 122291"/>
                <a:gd name="connsiteY34" fmla="*/ 116900 h 117685"/>
                <a:gd name="connsiteX35" fmla="*/ 39991 w 122291"/>
                <a:gd name="connsiteY35" fmla="*/ 113897 h 117685"/>
                <a:gd name="connsiteX36" fmla="*/ 43896 w 122291"/>
                <a:gd name="connsiteY36" fmla="*/ 112245 h 117685"/>
                <a:gd name="connsiteX37" fmla="*/ 43896 w 122291"/>
                <a:gd name="connsiteY37" fmla="*/ 112245 h 117685"/>
                <a:gd name="connsiteX38" fmla="*/ 44722 w 122291"/>
                <a:gd name="connsiteY38" fmla="*/ 111794 h 117685"/>
                <a:gd name="connsiteX39" fmla="*/ 46600 w 122291"/>
                <a:gd name="connsiteY39" fmla="*/ 110368 h 117685"/>
                <a:gd name="connsiteX40" fmla="*/ 45999 w 122291"/>
                <a:gd name="connsiteY40" fmla="*/ 109692 h 117685"/>
                <a:gd name="connsiteX41" fmla="*/ 49078 w 122291"/>
                <a:gd name="connsiteY41" fmla="*/ 108040 h 117685"/>
                <a:gd name="connsiteX42" fmla="*/ 53509 w 122291"/>
                <a:gd name="connsiteY42" fmla="*/ 99255 h 117685"/>
                <a:gd name="connsiteX43" fmla="*/ 54035 w 122291"/>
                <a:gd name="connsiteY43" fmla="*/ 93098 h 117685"/>
                <a:gd name="connsiteX44" fmla="*/ 63722 w 122291"/>
                <a:gd name="connsiteY44" fmla="*/ 83412 h 117685"/>
                <a:gd name="connsiteX45" fmla="*/ 74424 w 122291"/>
                <a:gd name="connsiteY45" fmla="*/ 75566 h 117685"/>
                <a:gd name="connsiteX46" fmla="*/ 74537 w 122291"/>
                <a:gd name="connsiteY46" fmla="*/ 74102 h 117685"/>
                <a:gd name="connsiteX47" fmla="*/ 84225 w 122291"/>
                <a:gd name="connsiteY47" fmla="*/ 63440 h 117685"/>
                <a:gd name="connsiteX48" fmla="*/ 94446 w 122291"/>
                <a:gd name="connsiteY48" fmla="*/ 58477 h 117685"/>
                <a:gd name="connsiteX49" fmla="*/ 94889 w 122291"/>
                <a:gd name="connsiteY49" fmla="*/ 55931 h 117685"/>
                <a:gd name="connsiteX50" fmla="*/ 101648 w 122291"/>
                <a:gd name="connsiteY50" fmla="*/ 59265 h 117685"/>
                <a:gd name="connsiteX51" fmla="*/ 105178 w 122291"/>
                <a:gd name="connsiteY51" fmla="*/ 53228 h 117685"/>
                <a:gd name="connsiteX52" fmla="*/ 105178 w 122291"/>
                <a:gd name="connsiteY52" fmla="*/ 53228 h 117685"/>
                <a:gd name="connsiteX53" fmla="*/ 105553 w 122291"/>
                <a:gd name="connsiteY53" fmla="*/ 53228 h 117685"/>
                <a:gd name="connsiteX54" fmla="*/ 106680 w 122291"/>
                <a:gd name="connsiteY54" fmla="*/ 54580 h 117685"/>
                <a:gd name="connsiteX55" fmla="*/ 112537 w 122291"/>
                <a:gd name="connsiteY55" fmla="*/ 50450 h 117685"/>
                <a:gd name="connsiteX56" fmla="*/ 115241 w 122291"/>
                <a:gd name="connsiteY56" fmla="*/ 50450 h 117685"/>
                <a:gd name="connsiteX57" fmla="*/ 114565 w 122291"/>
                <a:gd name="connsiteY57" fmla="*/ 49324 h 117685"/>
                <a:gd name="connsiteX58" fmla="*/ 115767 w 122291"/>
                <a:gd name="connsiteY58" fmla="*/ 49324 h 117685"/>
                <a:gd name="connsiteX59" fmla="*/ 119597 w 122291"/>
                <a:gd name="connsiteY59" fmla="*/ 45645 h 117685"/>
                <a:gd name="connsiteX60" fmla="*/ 122225 w 122291"/>
                <a:gd name="connsiteY60" fmla="*/ 36560 h 117685"/>
                <a:gd name="connsiteX61" fmla="*/ 118620 w 122291"/>
                <a:gd name="connsiteY61" fmla="*/ 32280 h 117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122291" h="117685">
                  <a:moveTo>
                    <a:pt x="118620" y="32280"/>
                  </a:moveTo>
                  <a:cubicBezTo>
                    <a:pt x="117156" y="28158"/>
                    <a:pt x="114550" y="24539"/>
                    <a:pt x="111110" y="21843"/>
                  </a:cubicBezTo>
                  <a:lnTo>
                    <a:pt x="110660" y="20792"/>
                  </a:lnTo>
                  <a:cubicBezTo>
                    <a:pt x="110660" y="19515"/>
                    <a:pt x="110660" y="18164"/>
                    <a:pt x="110660" y="16962"/>
                  </a:cubicBezTo>
                  <a:cubicBezTo>
                    <a:pt x="109909" y="12608"/>
                    <a:pt x="103976" y="11481"/>
                    <a:pt x="99770" y="12608"/>
                  </a:cubicBezTo>
                  <a:cubicBezTo>
                    <a:pt x="99665" y="8463"/>
                    <a:pt x="96218" y="5189"/>
                    <a:pt x="92073" y="5294"/>
                  </a:cubicBezTo>
                  <a:cubicBezTo>
                    <a:pt x="90818" y="5324"/>
                    <a:pt x="89594" y="5670"/>
                    <a:pt x="88505" y="6301"/>
                  </a:cubicBezTo>
                  <a:cubicBezTo>
                    <a:pt x="86898" y="2013"/>
                    <a:pt x="82527" y="-577"/>
                    <a:pt x="77991" y="68"/>
                  </a:cubicBezTo>
                  <a:cubicBezTo>
                    <a:pt x="73591" y="1142"/>
                    <a:pt x="70489" y="5077"/>
                    <a:pt x="70481" y="9604"/>
                  </a:cubicBezTo>
                  <a:cubicBezTo>
                    <a:pt x="69009" y="7637"/>
                    <a:pt x="67139" y="6000"/>
                    <a:pt x="64999" y="4799"/>
                  </a:cubicBezTo>
                  <a:cubicBezTo>
                    <a:pt x="60966" y="7464"/>
                    <a:pt x="58390" y="11842"/>
                    <a:pt x="58015" y="16662"/>
                  </a:cubicBezTo>
                  <a:cubicBezTo>
                    <a:pt x="54185" y="14102"/>
                    <a:pt x="49010" y="15131"/>
                    <a:pt x="46449" y="18960"/>
                  </a:cubicBezTo>
                  <a:cubicBezTo>
                    <a:pt x="45811" y="19921"/>
                    <a:pt x="45375" y="21002"/>
                    <a:pt x="45173" y="22143"/>
                  </a:cubicBezTo>
                  <a:cubicBezTo>
                    <a:pt x="42912" y="20259"/>
                    <a:pt x="39548" y="20559"/>
                    <a:pt x="37663" y="22819"/>
                  </a:cubicBezTo>
                  <a:cubicBezTo>
                    <a:pt x="35928" y="25312"/>
                    <a:pt x="34982" y="28270"/>
                    <a:pt x="34959" y="31304"/>
                  </a:cubicBezTo>
                  <a:cubicBezTo>
                    <a:pt x="32488" y="28848"/>
                    <a:pt x="28493" y="28863"/>
                    <a:pt x="26037" y="31334"/>
                  </a:cubicBezTo>
                  <a:cubicBezTo>
                    <a:pt x="25812" y="31559"/>
                    <a:pt x="25609" y="31799"/>
                    <a:pt x="25421" y="32055"/>
                  </a:cubicBezTo>
                  <a:cubicBezTo>
                    <a:pt x="23401" y="35170"/>
                    <a:pt x="22898" y="39037"/>
                    <a:pt x="24070" y="42566"/>
                  </a:cubicBezTo>
                  <a:cubicBezTo>
                    <a:pt x="18955" y="43835"/>
                    <a:pt x="14570" y="47109"/>
                    <a:pt x="11903" y="51652"/>
                  </a:cubicBezTo>
                  <a:lnTo>
                    <a:pt x="15058" y="56007"/>
                  </a:lnTo>
                  <a:cubicBezTo>
                    <a:pt x="7240" y="57118"/>
                    <a:pt x="1532" y="63958"/>
                    <a:pt x="1840" y="71849"/>
                  </a:cubicBezTo>
                  <a:cubicBezTo>
                    <a:pt x="90" y="73929"/>
                    <a:pt x="-481" y="76760"/>
                    <a:pt x="338" y="79358"/>
                  </a:cubicBezTo>
                  <a:cubicBezTo>
                    <a:pt x="4108" y="78554"/>
                    <a:pt x="7818" y="80965"/>
                    <a:pt x="8622" y="84734"/>
                  </a:cubicBezTo>
                  <a:cubicBezTo>
                    <a:pt x="9305" y="87962"/>
                    <a:pt x="7638" y="91236"/>
                    <a:pt x="4619" y="92573"/>
                  </a:cubicBezTo>
                  <a:cubicBezTo>
                    <a:pt x="5092" y="95126"/>
                    <a:pt x="6849" y="97258"/>
                    <a:pt x="9275" y="98204"/>
                  </a:cubicBezTo>
                  <a:cubicBezTo>
                    <a:pt x="6526" y="101688"/>
                    <a:pt x="5790" y="106351"/>
                    <a:pt x="7322" y="110518"/>
                  </a:cubicBezTo>
                  <a:cubicBezTo>
                    <a:pt x="9373" y="114437"/>
                    <a:pt x="13488" y="116832"/>
                    <a:pt x="17911" y="116675"/>
                  </a:cubicBezTo>
                  <a:cubicBezTo>
                    <a:pt x="18685" y="117230"/>
                    <a:pt x="19594" y="117568"/>
                    <a:pt x="20540" y="117651"/>
                  </a:cubicBezTo>
                  <a:cubicBezTo>
                    <a:pt x="22132" y="117726"/>
                    <a:pt x="23619" y="116878"/>
                    <a:pt x="24370" y="115473"/>
                  </a:cubicBezTo>
                  <a:lnTo>
                    <a:pt x="25572" y="114948"/>
                  </a:lnTo>
                  <a:cubicBezTo>
                    <a:pt x="26683" y="116224"/>
                    <a:pt x="28245" y="117028"/>
                    <a:pt x="29927" y="117200"/>
                  </a:cubicBezTo>
                  <a:cubicBezTo>
                    <a:pt x="31317" y="116667"/>
                    <a:pt x="32391" y="115533"/>
                    <a:pt x="32856" y="114122"/>
                  </a:cubicBezTo>
                  <a:cubicBezTo>
                    <a:pt x="33750" y="114948"/>
                    <a:pt x="34877" y="115473"/>
                    <a:pt x="36086" y="115624"/>
                  </a:cubicBezTo>
                  <a:lnTo>
                    <a:pt x="37287" y="116374"/>
                  </a:lnTo>
                  <a:lnTo>
                    <a:pt x="38264" y="116900"/>
                  </a:lnTo>
                  <a:cubicBezTo>
                    <a:pt x="38331" y="115684"/>
                    <a:pt x="38969" y="114565"/>
                    <a:pt x="39991" y="113897"/>
                  </a:cubicBezTo>
                  <a:cubicBezTo>
                    <a:pt x="41147" y="113056"/>
                    <a:pt x="42484" y="112485"/>
                    <a:pt x="43896" y="112245"/>
                  </a:cubicBezTo>
                  <a:lnTo>
                    <a:pt x="43896" y="112245"/>
                  </a:lnTo>
                  <a:lnTo>
                    <a:pt x="44722" y="111794"/>
                  </a:lnTo>
                  <a:lnTo>
                    <a:pt x="46600" y="110368"/>
                  </a:lnTo>
                  <a:lnTo>
                    <a:pt x="45999" y="109692"/>
                  </a:lnTo>
                  <a:cubicBezTo>
                    <a:pt x="47178" y="109497"/>
                    <a:pt x="48259" y="108919"/>
                    <a:pt x="49078" y="108040"/>
                  </a:cubicBezTo>
                  <a:cubicBezTo>
                    <a:pt x="51181" y="105562"/>
                    <a:pt x="51631" y="101958"/>
                    <a:pt x="53509" y="99255"/>
                  </a:cubicBezTo>
                  <a:cubicBezTo>
                    <a:pt x="55386" y="96552"/>
                    <a:pt x="56588" y="93324"/>
                    <a:pt x="54035" y="93098"/>
                  </a:cubicBezTo>
                  <a:cubicBezTo>
                    <a:pt x="58323" y="91138"/>
                    <a:pt x="61762" y="87700"/>
                    <a:pt x="63722" y="83412"/>
                  </a:cubicBezTo>
                  <a:cubicBezTo>
                    <a:pt x="68844" y="84201"/>
                    <a:pt x="73643" y="80687"/>
                    <a:pt x="74424" y="75566"/>
                  </a:cubicBezTo>
                  <a:cubicBezTo>
                    <a:pt x="74499" y="75078"/>
                    <a:pt x="74537" y="74590"/>
                    <a:pt x="74537" y="74102"/>
                  </a:cubicBezTo>
                  <a:cubicBezTo>
                    <a:pt x="79561" y="72728"/>
                    <a:pt x="83331" y="68568"/>
                    <a:pt x="84225" y="63440"/>
                  </a:cubicBezTo>
                  <a:cubicBezTo>
                    <a:pt x="88415" y="64889"/>
                    <a:pt x="92996" y="62666"/>
                    <a:pt x="94446" y="58477"/>
                  </a:cubicBezTo>
                  <a:cubicBezTo>
                    <a:pt x="94731" y="57658"/>
                    <a:pt x="94881" y="56795"/>
                    <a:pt x="94889" y="55931"/>
                  </a:cubicBezTo>
                  <a:cubicBezTo>
                    <a:pt x="95835" y="58717"/>
                    <a:pt x="98862" y="60211"/>
                    <a:pt x="101648" y="59265"/>
                  </a:cubicBezTo>
                  <a:cubicBezTo>
                    <a:pt x="104164" y="58417"/>
                    <a:pt x="105673" y="55841"/>
                    <a:pt x="105178" y="53228"/>
                  </a:cubicBezTo>
                  <a:lnTo>
                    <a:pt x="105178" y="53228"/>
                  </a:lnTo>
                  <a:lnTo>
                    <a:pt x="105553" y="53228"/>
                  </a:lnTo>
                  <a:lnTo>
                    <a:pt x="106680" y="54580"/>
                  </a:lnTo>
                  <a:cubicBezTo>
                    <a:pt x="108076" y="52552"/>
                    <a:pt x="110157" y="51089"/>
                    <a:pt x="112537" y="50450"/>
                  </a:cubicBezTo>
                  <a:cubicBezTo>
                    <a:pt x="113416" y="50150"/>
                    <a:pt x="114362" y="50150"/>
                    <a:pt x="115241" y="50450"/>
                  </a:cubicBezTo>
                  <a:lnTo>
                    <a:pt x="114565" y="49324"/>
                  </a:lnTo>
                  <a:lnTo>
                    <a:pt x="115767" y="49324"/>
                  </a:lnTo>
                  <a:cubicBezTo>
                    <a:pt x="117449" y="48603"/>
                    <a:pt x="118808" y="47297"/>
                    <a:pt x="119597" y="45645"/>
                  </a:cubicBezTo>
                  <a:cubicBezTo>
                    <a:pt x="121534" y="43032"/>
                    <a:pt x="122466" y="39803"/>
                    <a:pt x="122225" y="36560"/>
                  </a:cubicBezTo>
                  <a:cubicBezTo>
                    <a:pt x="121790" y="34630"/>
                    <a:pt x="120445" y="33038"/>
                    <a:pt x="118620" y="3228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Content Placeholder 4">
              <a:extLst>
                <a:ext uri="{FF2B5EF4-FFF2-40B4-BE49-F238E27FC236}">
                  <a16:creationId xmlns:a16="http://schemas.microsoft.com/office/drawing/2014/main" id="{B93442C4-EBAE-A8E3-01B4-16D9EA9D9A7E}"/>
                </a:ext>
              </a:extLst>
            </p:cNvPr>
            <p:cNvSpPr/>
            <p:nvPr/>
          </p:nvSpPr>
          <p:spPr>
            <a:xfrm>
              <a:off x="4154902" y="3979412"/>
              <a:ext cx="47172" cy="66079"/>
            </a:xfrm>
            <a:custGeom>
              <a:avLst/>
              <a:gdLst>
                <a:gd name="connsiteX0" fmla="*/ 2754 w 47172"/>
                <a:gd name="connsiteY0" fmla="*/ 41699 h 66079"/>
                <a:gd name="connsiteX1" fmla="*/ 9138 w 47172"/>
                <a:gd name="connsiteY1" fmla="*/ 23828 h 66079"/>
                <a:gd name="connsiteX2" fmla="*/ 12893 w 47172"/>
                <a:gd name="connsiteY2" fmla="*/ 14668 h 66079"/>
                <a:gd name="connsiteX3" fmla="*/ 24834 w 47172"/>
                <a:gd name="connsiteY3" fmla="*/ 1829 h 66079"/>
                <a:gd name="connsiteX4" fmla="*/ 33020 w 47172"/>
                <a:gd name="connsiteY4" fmla="*/ 702 h 66079"/>
                <a:gd name="connsiteX5" fmla="*/ 33020 w 47172"/>
                <a:gd name="connsiteY5" fmla="*/ 702 h 66079"/>
                <a:gd name="connsiteX6" fmla="*/ 36549 w 47172"/>
                <a:gd name="connsiteY6" fmla="*/ 2504 h 66079"/>
                <a:gd name="connsiteX7" fmla="*/ 43083 w 47172"/>
                <a:gd name="connsiteY7" fmla="*/ 6784 h 66079"/>
                <a:gd name="connsiteX8" fmla="*/ 45712 w 47172"/>
                <a:gd name="connsiteY8" fmla="*/ 8811 h 66079"/>
                <a:gd name="connsiteX9" fmla="*/ 47063 w 47172"/>
                <a:gd name="connsiteY9" fmla="*/ 14142 h 66079"/>
                <a:gd name="connsiteX10" fmla="*/ 45261 w 47172"/>
                <a:gd name="connsiteY10" fmla="*/ 19473 h 66079"/>
                <a:gd name="connsiteX11" fmla="*/ 28739 w 47172"/>
                <a:gd name="connsiteY11" fmla="*/ 45228 h 66079"/>
                <a:gd name="connsiteX12" fmla="*/ 23106 w 47172"/>
                <a:gd name="connsiteY12" fmla="*/ 55214 h 66079"/>
                <a:gd name="connsiteX13" fmla="*/ 14395 w 47172"/>
                <a:gd name="connsiteY13" fmla="*/ 65275 h 66079"/>
                <a:gd name="connsiteX14" fmla="*/ 13343 w 47172"/>
                <a:gd name="connsiteY14" fmla="*/ 66026 h 66079"/>
                <a:gd name="connsiteX15" fmla="*/ 11166 w 47172"/>
                <a:gd name="connsiteY15" fmla="*/ 65350 h 66079"/>
                <a:gd name="connsiteX16" fmla="*/ 3280 w 47172"/>
                <a:gd name="connsiteY16" fmla="*/ 60244 h 66079"/>
                <a:gd name="connsiteX17" fmla="*/ 877 w 47172"/>
                <a:gd name="connsiteY17" fmla="*/ 58142 h 66079"/>
                <a:gd name="connsiteX18" fmla="*/ -24 w 47172"/>
                <a:gd name="connsiteY18" fmla="*/ 55214 h 66079"/>
                <a:gd name="connsiteX19" fmla="*/ 2754 w 47172"/>
                <a:gd name="connsiteY19" fmla="*/ 41699 h 66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7172" h="66079">
                  <a:moveTo>
                    <a:pt x="2754" y="41699"/>
                  </a:moveTo>
                  <a:cubicBezTo>
                    <a:pt x="4857" y="35692"/>
                    <a:pt x="6960" y="29760"/>
                    <a:pt x="9138" y="23828"/>
                  </a:cubicBezTo>
                  <a:cubicBezTo>
                    <a:pt x="10189" y="20697"/>
                    <a:pt x="11443" y="17634"/>
                    <a:pt x="12893" y="14668"/>
                  </a:cubicBezTo>
                  <a:cubicBezTo>
                    <a:pt x="15724" y="9450"/>
                    <a:pt x="19832" y="5027"/>
                    <a:pt x="24834" y="1829"/>
                  </a:cubicBezTo>
                  <a:cubicBezTo>
                    <a:pt x="27094" y="-146"/>
                    <a:pt x="30309" y="-589"/>
                    <a:pt x="33020" y="702"/>
                  </a:cubicBezTo>
                  <a:lnTo>
                    <a:pt x="33020" y="702"/>
                  </a:lnTo>
                  <a:cubicBezTo>
                    <a:pt x="34281" y="1123"/>
                    <a:pt x="35468" y="1731"/>
                    <a:pt x="36549" y="2504"/>
                  </a:cubicBezTo>
                  <a:lnTo>
                    <a:pt x="43083" y="6784"/>
                  </a:lnTo>
                  <a:cubicBezTo>
                    <a:pt x="44067" y="7310"/>
                    <a:pt x="44953" y="7993"/>
                    <a:pt x="45712" y="8811"/>
                  </a:cubicBezTo>
                  <a:cubicBezTo>
                    <a:pt x="46868" y="10336"/>
                    <a:pt x="47349" y="12258"/>
                    <a:pt x="47063" y="14142"/>
                  </a:cubicBezTo>
                  <a:cubicBezTo>
                    <a:pt x="46763" y="16005"/>
                    <a:pt x="46147" y="17807"/>
                    <a:pt x="45261" y="19473"/>
                  </a:cubicBezTo>
                  <a:cubicBezTo>
                    <a:pt x="40830" y="28634"/>
                    <a:pt x="33771" y="36367"/>
                    <a:pt x="28739" y="45228"/>
                  </a:cubicBezTo>
                  <a:cubicBezTo>
                    <a:pt x="26861" y="48606"/>
                    <a:pt x="25209" y="52060"/>
                    <a:pt x="23106" y="55214"/>
                  </a:cubicBezTo>
                  <a:cubicBezTo>
                    <a:pt x="20508" y="58825"/>
                    <a:pt x="17594" y="62189"/>
                    <a:pt x="14395" y="65275"/>
                  </a:cubicBezTo>
                  <a:cubicBezTo>
                    <a:pt x="14094" y="65590"/>
                    <a:pt x="13741" y="65846"/>
                    <a:pt x="13343" y="66026"/>
                  </a:cubicBezTo>
                  <a:cubicBezTo>
                    <a:pt x="12555" y="66131"/>
                    <a:pt x="11759" y="65883"/>
                    <a:pt x="11166" y="65350"/>
                  </a:cubicBezTo>
                  <a:lnTo>
                    <a:pt x="3280" y="60244"/>
                  </a:lnTo>
                  <a:cubicBezTo>
                    <a:pt x="2349" y="59711"/>
                    <a:pt x="1530" y="58998"/>
                    <a:pt x="877" y="58142"/>
                  </a:cubicBezTo>
                  <a:cubicBezTo>
                    <a:pt x="344" y="57256"/>
                    <a:pt x="36" y="56250"/>
                    <a:pt x="-24" y="55214"/>
                  </a:cubicBezTo>
                  <a:cubicBezTo>
                    <a:pt x="-107" y="50558"/>
                    <a:pt x="847" y="45941"/>
                    <a:pt x="2754" y="41699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Content Placeholder 4">
              <a:extLst>
                <a:ext uri="{FF2B5EF4-FFF2-40B4-BE49-F238E27FC236}">
                  <a16:creationId xmlns:a16="http://schemas.microsoft.com/office/drawing/2014/main" id="{724E9638-5059-BF92-941F-A705CB835A58}"/>
                </a:ext>
              </a:extLst>
            </p:cNvPr>
            <p:cNvSpPr/>
            <p:nvPr/>
          </p:nvSpPr>
          <p:spPr>
            <a:xfrm>
              <a:off x="4152744" y="3980606"/>
              <a:ext cx="46930" cy="61360"/>
            </a:xfrm>
            <a:custGeom>
              <a:avLst/>
              <a:gdLst>
                <a:gd name="connsiteX0" fmla="*/ 24213 w 46930"/>
                <a:gd name="connsiteY0" fmla="*/ 52443 h 61360"/>
                <a:gd name="connsiteX1" fmla="*/ 17229 w 46930"/>
                <a:gd name="connsiteY1" fmla="*/ 61078 h 61360"/>
                <a:gd name="connsiteX2" fmla="*/ 4912 w 46930"/>
                <a:gd name="connsiteY2" fmla="*/ 57474 h 61360"/>
                <a:gd name="connsiteX3" fmla="*/ 782 w 46930"/>
                <a:gd name="connsiteY3" fmla="*/ 53495 h 61360"/>
                <a:gd name="connsiteX4" fmla="*/ 782 w 46930"/>
                <a:gd name="connsiteY4" fmla="*/ 45010 h 61360"/>
                <a:gd name="connsiteX5" fmla="*/ 8292 w 46930"/>
                <a:gd name="connsiteY5" fmla="*/ 24662 h 61360"/>
                <a:gd name="connsiteX6" fmla="*/ 15802 w 46930"/>
                <a:gd name="connsiteY6" fmla="*/ 7993 h 61360"/>
                <a:gd name="connsiteX7" fmla="*/ 18731 w 46930"/>
                <a:gd name="connsiteY7" fmla="*/ 3338 h 61360"/>
                <a:gd name="connsiteX8" fmla="*/ 29921 w 46930"/>
                <a:gd name="connsiteY8" fmla="*/ 260 h 61360"/>
                <a:gd name="connsiteX9" fmla="*/ 41035 w 46930"/>
                <a:gd name="connsiteY9" fmla="*/ 4990 h 61360"/>
                <a:gd name="connsiteX10" fmla="*/ 46292 w 46930"/>
                <a:gd name="connsiteY10" fmla="*/ 9570 h 61360"/>
                <a:gd name="connsiteX11" fmla="*/ 37581 w 46930"/>
                <a:gd name="connsiteY11" fmla="*/ 28642 h 61360"/>
                <a:gd name="connsiteX12" fmla="*/ 24213 w 46930"/>
                <a:gd name="connsiteY12" fmla="*/ 52443 h 6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6930" h="61360">
                  <a:moveTo>
                    <a:pt x="24213" y="52443"/>
                  </a:moveTo>
                  <a:cubicBezTo>
                    <a:pt x="23072" y="56108"/>
                    <a:pt x="20578" y="59201"/>
                    <a:pt x="17229" y="61078"/>
                  </a:cubicBezTo>
                  <a:cubicBezTo>
                    <a:pt x="12783" y="61934"/>
                    <a:pt x="8194" y="60590"/>
                    <a:pt x="4912" y="57474"/>
                  </a:cubicBezTo>
                  <a:cubicBezTo>
                    <a:pt x="3245" y="56491"/>
                    <a:pt x="1826" y="55124"/>
                    <a:pt x="782" y="53495"/>
                  </a:cubicBezTo>
                  <a:cubicBezTo>
                    <a:pt x="-300" y="50769"/>
                    <a:pt x="-300" y="47736"/>
                    <a:pt x="782" y="45010"/>
                  </a:cubicBezTo>
                  <a:cubicBezTo>
                    <a:pt x="2862" y="38080"/>
                    <a:pt x="5370" y="31285"/>
                    <a:pt x="8292" y="24662"/>
                  </a:cubicBezTo>
                  <a:cubicBezTo>
                    <a:pt x="10695" y="19031"/>
                    <a:pt x="13248" y="13475"/>
                    <a:pt x="15802" y="7993"/>
                  </a:cubicBezTo>
                  <a:cubicBezTo>
                    <a:pt x="16560" y="6319"/>
                    <a:pt x="17544" y="4750"/>
                    <a:pt x="18731" y="3338"/>
                  </a:cubicBezTo>
                  <a:cubicBezTo>
                    <a:pt x="21727" y="530"/>
                    <a:pt x="25910" y="-619"/>
                    <a:pt x="29921" y="260"/>
                  </a:cubicBezTo>
                  <a:cubicBezTo>
                    <a:pt x="33893" y="1123"/>
                    <a:pt x="37663" y="2730"/>
                    <a:pt x="41035" y="4990"/>
                  </a:cubicBezTo>
                  <a:cubicBezTo>
                    <a:pt x="43183" y="5989"/>
                    <a:pt x="45008" y="7580"/>
                    <a:pt x="46292" y="9570"/>
                  </a:cubicBezTo>
                  <a:cubicBezTo>
                    <a:pt x="49296" y="15352"/>
                    <a:pt x="40360" y="24587"/>
                    <a:pt x="37581" y="28642"/>
                  </a:cubicBezTo>
                  <a:cubicBezTo>
                    <a:pt x="32564" y="36248"/>
                    <a:pt x="28096" y="44199"/>
                    <a:pt x="24213" y="52443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Content Placeholder 4">
              <a:extLst>
                <a:ext uri="{FF2B5EF4-FFF2-40B4-BE49-F238E27FC236}">
                  <a16:creationId xmlns:a16="http://schemas.microsoft.com/office/drawing/2014/main" id="{404FF45C-2B9A-C4F4-0C9F-FA147FCAD205}"/>
                </a:ext>
              </a:extLst>
            </p:cNvPr>
            <p:cNvSpPr/>
            <p:nvPr/>
          </p:nvSpPr>
          <p:spPr>
            <a:xfrm>
              <a:off x="4156207" y="3984950"/>
              <a:ext cx="39403" cy="49771"/>
            </a:xfrm>
            <a:custGeom>
              <a:avLst/>
              <a:gdLst>
                <a:gd name="connsiteX0" fmla="*/ 1599 w 39403"/>
                <a:gd name="connsiteY0" fmla="*/ 36236 h 49771"/>
                <a:gd name="connsiteX1" fmla="*/ 10911 w 39403"/>
                <a:gd name="connsiteY1" fmla="*/ 13711 h 49771"/>
                <a:gd name="connsiteX2" fmla="*/ 18421 w 39403"/>
                <a:gd name="connsiteY2" fmla="*/ 1697 h 49771"/>
                <a:gd name="connsiteX3" fmla="*/ 22327 w 39403"/>
                <a:gd name="connsiteY3" fmla="*/ -30 h 49771"/>
                <a:gd name="connsiteX4" fmla="*/ 25180 w 39403"/>
                <a:gd name="connsiteY4" fmla="*/ 571 h 49771"/>
                <a:gd name="connsiteX5" fmla="*/ 39374 w 39403"/>
                <a:gd name="connsiteY5" fmla="*/ 7404 h 49771"/>
                <a:gd name="connsiteX6" fmla="*/ 39374 w 39403"/>
                <a:gd name="connsiteY6" fmla="*/ 7404 h 49771"/>
                <a:gd name="connsiteX7" fmla="*/ 22852 w 39403"/>
                <a:gd name="connsiteY7" fmla="*/ 36161 h 49771"/>
                <a:gd name="connsiteX8" fmla="*/ 14741 w 39403"/>
                <a:gd name="connsiteY8" fmla="*/ 48550 h 49771"/>
                <a:gd name="connsiteX9" fmla="*/ 13089 w 39403"/>
                <a:gd name="connsiteY9" fmla="*/ 49601 h 49771"/>
                <a:gd name="connsiteX10" fmla="*/ 10686 w 39403"/>
                <a:gd name="connsiteY10" fmla="*/ 49601 h 49771"/>
                <a:gd name="connsiteX11" fmla="*/ 6255 w 39403"/>
                <a:gd name="connsiteY11" fmla="*/ 48475 h 49771"/>
                <a:gd name="connsiteX12" fmla="*/ 1148 w 39403"/>
                <a:gd name="connsiteY12" fmla="*/ 45547 h 49771"/>
                <a:gd name="connsiteX13" fmla="*/ 22 w 39403"/>
                <a:gd name="connsiteY13" fmla="*/ 40966 h 49771"/>
                <a:gd name="connsiteX14" fmla="*/ 1599 w 39403"/>
                <a:gd name="connsiteY14" fmla="*/ 36236 h 49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9403" h="49771">
                  <a:moveTo>
                    <a:pt x="1599" y="36236"/>
                  </a:moveTo>
                  <a:cubicBezTo>
                    <a:pt x="4303" y="28728"/>
                    <a:pt x="7607" y="21219"/>
                    <a:pt x="10911" y="13711"/>
                  </a:cubicBezTo>
                  <a:cubicBezTo>
                    <a:pt x="12488" y="9198"/>
                    <a:pt x="15049" y="5091"/>
                    <a:pt x="18421" y="1697"/>
                  </a:cubicBezTo>
                  <a:cubicBezTo>
                    <a:pt x="19495" y="706"/>
                    <a:pt x="20870" y="98"/>
                    <a:pt x="22327" y="-30"/>
                  </a:cubicBezTo>
                  <a:cubicBezTo>
                    <a:pt x="23310" y="-15"/>
                    <a:pt x="24279" y="188"/>
                    <a:pt x="25180" y="571"/>
                  </a:cubicBezTo>
                  <a:cubicBezTo>
                    <a:pt x="30107" y="2418"/>
                    <a:pt x="34853" y="4708"/>
                    <a:pt x="39374" y="7404"/>
                  </a:cubicBezTo>
                  <a:lnTo>
                    <a:pt x="39374" y="7404"/>
                  </a:lnTo>
                  <a:cubicBezTo>
                    <a:pt x="33299" y="16654"/>
                    <a:pt x="27786" y="26257"/>
                    <a:pt x="22852" y="36161"/>
                  </a:cubicBezTo>
                  <a:cubicBezTo>
                    <a:pt x="21020" y="40801"/>
                    <a:pt x="18264" y="45013"/>
                    <a:pt x="14741" y="48550"/>
                  </a:cubicBezTo>
                  <a:cubicBezTo>
                    <a:pt x="14261" y="48993"/>
                    <a:pt x="13698" y="49353"/>
                    <a:pt x="13089" y="49601"/>
                  </a:cubicBezTo>
                  <a:cubicBezTo>
                    <a:pt x="12301" y="49789"/>
                    <a:pt x="11475" y="49789"/>
                    <a:pt x="10686" y="49601"/>
                  </a:cubicBezTo>
                  <a:cubicBezTo>
                    <a:pt x="9192" y="49308"/>
                    <a:pt x="7712" y="48933"/>
                    <a:pt x="6255" y="48475"/>
                  </a:cubicBezTo>
                  <a:cubicBezTo>
                    <a:pt x="4280" y="48069"/>
                    <a:pt x="2493" y="47048"/>
                    <a:pt x="1148" y="45547"/>
                  </a:cubicBezTo>
                  <a:cubicBezTo>
                    <a:pt x="225" y="44210"/>
                    <a:pt x="-181" y="42581"/>
                    <a:pt x="22" y="40966"/>
                  </a:cubicBezTo>
                  <a:cubicBezTo>
                    <a:pt x="322" y="39322"/>
                    <a:pt x="848" y="37730"/>
                    <a:pt x="1599" y="36236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Content Placeholder 4">
              <a:extLst>
                <a:ext uri="{FF2B5EF4-FFF2-40B4-BE49-F238E27FC236}">
                  <a16:creationId xmlns:a16="http://schemas.microsoft.com/office/drawing/2014/main" id="{1B23B0C3-F0CE-8719-105B-C36E3C0046F3}"/>
                </a:ext>
              </a:extLst>
            </p:cNvPr>
            <p:cNvSpPr/>
            <p:nvPr/>
          </p:nvSpPr>
          <p:spPr>
            <a:xfrm>
              <a:off x="4159156" y="4034267"/>
              <a:ext cx="3710" cy="2804"/>
            </a:xfrm>
            <a:custGeom>
              <a:avLst/>
              <a:gdLst>
                <a:gd name="connsiteX0" fmla="*/ 3382 w 3710"/>
                <a:gd name="connsiteY0" fmla="*/ 884 h 2804"/>
                <a:gd name="connsiteX1" fmla="*/ 153 w 3710"/>
                <a:gd name="connsiteY1" fmla="*/ 1635 h 2804"/>
                <a:gd name="connsiteX2" fmla="*/ 3382 w 3710"/>
                <a:gd name="connsiteY2" fmla="*/ 884 h 2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10" h="2804">
                  <a:moveTo>
                    <a:pt x="3382" y="884"/>
                  </a:moveTo>
                  <a:cubicBezTo>
                    <a:pt x="4734" y="3137"/>
                    <a:pt x="1129" y="3362"/>
                    <a:pt x="153" y="1635"/>
                  </a:cubicBezTo>
                  <a:cubicBezTo>
                    <a:pt x="-824" y="-92"/>
                    <a:pt x="2406" y="-692"/>
                    <a:pt x="3382" y="884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Content Placeholder 4">
              <a:extLst>
                <a:ext uri="{FF2B5EF4-FFF2-40B4-BE49-F238E27FC236}">
                  <a16:creationId xmlns:a16="http://schemas.microsoft.com/office/drawing/2014/main" id="{3A6B34D0-2CE7-B586-21AA-AC120A9C5D92}"/>
                </a:ext>
              </a:extLst>
            </p:cNvPr>
            <p:cNvSpPr/>
            <p:nvPr/>
          </p:nvSpPr>
          <p:spPr>
            <a:xfrm>
              <a:off x="3955742" y="4031492"/>
              <a:ext cx="160037" cy="211754"/>
            </a:xfrm>
            <a:custGeom>
              <a:avLst/>
              <a:gdLst>
                <a:gd name="connsiteX0" fmla="*/ 122459 w 160037"/>
                <a:gd name="connsiteY0" fmla="*/ 46984 h 211754"/>
                <a:gd name="connsiteX1" fmla="*/ 160009 w 160037"/>
                <a:gd name="connsiteY1" fmla="*/ 203460 h 211754"/>
                <a:gd name="connsiteX2" fmla="*/ 77399 w 160037"/>
                <a:gd name="connsiteY2" fmla="*/ 206613 h 211754"/>
                <a:gd name="connsiteX3" fmla="*/ -29 w 160037"/>
                <a:gd name="connsiteY3" fmla="*/ 175078 h 211754"/>
                <a:gd name="connsiteX4" fmla="*/ 50438 w 160037"/>
                <a:gd name="connsiteY4" fmla="*/ 31892 h 211754"/>
                <a:gd name="connsiteX5" fmla="*/ 93170 w 160037"/>
                <a:gd name="connsiteY5" fmla="*/ 206 h 211754"/>
                <a:gd name="connsiteX6" fmla="*/ 122459 w 160037"/>
                <a:gd name="connsiteY6" fmla="*/ 46984 h 211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0037" h="211754">
                  <a:moveTo>
                    <a:pt x="122459" y="46984"/>
                  </a:moveTo>
                  <a:cubicBezTo>
                    <a:pt x="137479" y="98544"/>
                    <a:pt x="149998" y="150698"/>
                    <a:pt x="160009" y="203460"/>
                  </a:cubicBezTo>
                  <a:cubicBezTo>
                    <a:pt x="133506" y="213273"/>
                    <a:pt x="104570" y="214377"/>
                    <a:pt x="77399" y="206613"/>
                  </a:cubicBezTo>
                  <a:cubicBezTo>
                    <a:pt x="50551" y="198865"/>
                    <a:pt x="24596" y="188300"/>
                    <a:pt x="-29" y="175078"/>
                  </a:cubicBezTo>
                  <a:cubicBezTo>
                    <a:pt x="4710" y="123915"/>
                    <a:pt x="22043" y="74720"/>
                    <a:pt x="50438" y="31892"/>
                  </a:cubicBezTo>
                  <a:cubicBezTo>
                    <a:pt x="58399" y="19878"/>
                    <a:pt x="75897" y="-2572"/>
                    <a:pt x="93170" y="206"/>
                  </a:cubicBezTo>
                  <a:cubicBezTo>
                    <a:pt x="110443" y="2984"/>
                    <a:pt x="118403" y="33018"/>
                    <a:pt x="122459" y="46984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Content Placeholder 4">
              <a:extLst>
                <a:ext uri="{FF2B5EF4-FFF2-40B4-BE49-F238E27FC236}">
                  <a16:creationId xmlns:a16="http://schemas.microsoft.com/office/drawing/2014/main" id="{6F929EFE-A812-D3F5-1B03-7D91E393E408}"/>
                </a:ext>
              </a:extLst>
            </p:cNvPr>
            <p:cNvSpPr/>
            <p:nvPr/>
          </p:nvSpPr>
          <p:spPr>
            <a:xfrm>
              <a:off x="3904548" y="4017566"/>
              <a:ext cx="158409" cy="253617"/>
            </a:xfrm>
            <a:custGeom>
              <a:avLst/>
              <a:gdLst>
                <a:gd name="connsiteX0" fmla="*/ 157581 w 158409"/>
                <a:gd name="connsiteY0" fmla="*/ 25169 h 253617"/>
                <a:gd name="connsiteX1" fmla="*/ 153300 w 158409"/>
                <a:gd name="connsiteY1" fmla="*/ 3244 h 253617"/>
                <a:gd name="connsiteX2" fmla="*/ 138806 w 158409"/>
                <a:gd name="connsiteY2" fmla="*/ 166 h 253617"/>
                <a:gd name="connsiteX3" fmla="*/ 122584 w 158409"/>
                <a:gd name="connsiteY3" fmla="*/ 166 h 253617"/>
                <a:gd name="connsiteX4" fmla="*/ 109066 w 158409"/>
                <a:gd name="connsiteY4" fmla="*/ 2418 h 253617"/>
                <a:gd name="connsiteX5" fmla="*/ 95323 w 158409"/>
                <a:gd name="connsiteY5" fmla="*/ 20814 h 253617"/>
                <a:gd name="connsiteX6" fmla="*/ 4602 w 158409"/>
                <a:gd name="connsiteY6" fmla="*/ 157393 h 253617"/>
                <a:gd name="connsiteX7" fmla="*/ 172 w 158409"/>
                <a:gd name="connsiteY7" fmla="*/ 163700 h 253617"/>
                <a:gd name="connsiteX8" fmla="*/ 4678 w 158409"/>
                <a:gd name="connsiteY8" fmla="*/ 177666 h 253617"/>
                <a:gd name="connsiteX9" fmla="*/ 114248 w 158409"/>
                <a:gd name="connsiteY9" fmla="*/ 249897 h 253617"/>
                <a:gd name="connsiteX10" fmla="*/ 157806 w 158409"/>
                <a:gd name="connsiteY10" fmla="*/ 238859 h 253617"/>
                <a:gd name="connsiteX11" fmla="*/ 150897 w 158409"/>
                <a:gd name="connsiteY11" fmla="*/ 167905 h 253617"/>
                <a:gd name="connsiteX12" fmla="*/ 157581 w 158409"/>
                <a:gd name="connsiteY12" fmla="*/ 25169 h 253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8409" h="253617">
                  <a:moveTo>
                    <a:pt x="157581" y="25169"/>
                  </a:moveTo>
                  <a:cubicBezTo>
                    <a:pt x="158783" y="17661"/>
                    <a:pt x="159458" y="8125"/>
                    <a:pt x="153300" y="3244"/>
                  </a:cubicBezTo>
                  <a:cubicBezTo>
                    <a:pt x="148967" y="579"/>
                    <a:pt x="143845" y="-510"/>
                    <a:pt x="138806" y="166"/>
                  </a:cubicBezTo>
                  <a:lnTo>
                    <a:pt x="122584" y="166"/>
                  </a:lnTo>
                  <a:cubicBezTo>
                    <a:pt x="117973" y="-37"/>
                    <a:pt x="113362" y="729"/>
                    <a:pt x="109066" y="2418"/>
                  </a:cubicBezTo>
                  <a:cubicBezTo>
                    <a:pt x="102473" y="6751"/>
                    <a:pt x="97614" y="13260"/>
                    <a:pt x="95323" y="20814"/>
                  </a:cubicBezTo>
                  <a:cubicBezTo>
                    <a:pt x="73199" y="71241"/>
                    <a:pt x="42505" y="117448"/>
                    <a:pt x="4602" y="157393"/>
                  </a:cubicBezTo>
                  <a:cubicBezTo>
                    <a:pt x="2650" y="159120"/>
                    <a:pt x="1133" y="161282"/>
                    <a:pt x="172" y="163700"/>
                  </a:cubicBezTo>
                  <a:cubicBezTo>
                    <a:pt x="-640" y="168806"/>
                    <a:pt x="1035" y="173994"/>
                    <a:pt x="4678" y="177666"/>
                  </a:cubicBezTo>
                  <a:cubicBezTo>
                    <a:pt x="31631" y="213811"/>
                    <a:pt x="70405" y="239370"/>
                    <a:pt x="114248" y="249897"/>
                  </a:cubicBezTo>
                  <a:cubicBezTo>
                    <a:pt x="129268" y="253351"/>
                    <a:pt x="155253" y="259733"/>
                    <a:pt x="157806" y="238859"/>
                  </a:cubicBezTo>
                  <a:cubicBezTo>
                    <a:pt x="160360" y="217986"/>
                    <a:pt x="152024" y="189980"/>
                    <a:pt x="150897" y="167905"/>
                  </a:cubicBezTo>
                  <a:cubicBezTo>
                    <a:pt x="148396" y="120218"/>
                    <a:pt x="150634" y="72412"/>
                    <a:pt x="157581" y="25169"/>
                  </a:cubicBezTo>
                  <a:close/>
                </a:path>
              </a:pathLst>
            </a:custGeom>
            <a:solidFill>
              <a:srgbClr val="CDCCC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Content Placeholder 4">
              <a:extLst>
                <a:ext uri="{FF2B5EF4-FFF2-40B4-BE49-F238E27FC236}">
                  <a16:creationId xmlns:a16="http://schemas.microsoft.com/office/drawing/2014/main" id="{5EFA4890-A3AB-4E98-0679-F3C1422A7F08}"/>
                </a:ext>
              </a:extLst>
            </p:cNvPr>
            <p:cNvSpPr/>
            <p:nvPr/>
          </p:nvSpPr>
          <p:spPr>
            <a:xfrm>
              <a:off x="3918743" y="4026075"/>
              <a:ext cx="137358" cy="232792"/>
            </a:xfrm>
            <a:custGeom>
              <a:avLst/>
              <a:gdLst>
                <a:gd name="connsiteX0" fmla="*/ 170 w 137358"/>
                <a:gd name="connsiteY0" fmla="*/ 226896 h 232792"/>
                <a:gd name="connsiteX1" fmla="*/ 2273 w 137358"/>
                <a:gd name="connsiteY1" fmla="*/ 222016 h 232792"/>
                <a:gd name="connsiteX2" fmla="*/ 8206 w 137358"/>
                <a:gd name="connsiteY2" fmla="*/ 216460 h 232792"/>
                <a:gd name="connsiteX3" fmla="*/ 8206 w 137358"/>
                <a:gd name="connsiteY3" fmla="*/ 216460 h 232792"/>
                <a:gd name="connsiteX4" fmla="*/ 9933 w 137358"/>
                <a:gd name="connsiteY4" fmla="*/ 215559 h 232792"/>
                <a:gd name="connsiteX5" fmla="*/ 39973 w 137358"/>
                <a:gd name="connsiteY5" fmla="*/ 163825 h 232792"/>
                <a:gd name="connsiteX6" fmla="*/ 68962 w 137358"/>
                <a:gd name="connsiteY6" fmla="*/ 108413 h 232792"/>
                <a:gd name="connsiteX7" fmla="*/ 91492 w 137358"/>
                <a:gd name="connsiteY7" fmla="*/ 50147 h 232792"/>
                <a:gd name="connsiteX8" fmla="*/ 109140 w 137358"/>
                <a:gd name="connsiteY8" fmla="*/ 6448 h 232792"/>
                <a:gd name="connsiteX9" fmla="*/ 132872 w 137358"/>
                <a:gd name="connsiteY9" fmla="*/ 4946 h 232792"/>
                <a:gd name="connsiteX10" fmla="*/ 136927 w 137358"/>
                <a:gd name="connsiteY10" fmla="*/ 29874 h 232792"/>
                <a:gd name="connsiteX11" fmla="*/ 112520 w 137358"/>
                <a:gd name="connsiteY11" fmla="*/ 75976 h 232792"/>
                <a:gd name="connsiteX12" fmla="*/ 81729 w 137358"/>
                <a:gd name="connsiteY12" fmla="*/ 130413 h 232792"/>
                <a:gd name="connsiteX13" fmla="*/ 14139 w 137358"/>
                <a:gd name="connsiteY13" fmla="*/ 218787 h 232792"/>
                <a:gd name="connsiteX14" fmla="*/ 14139 w 137358"/>
                <a:gd name="connsiteY14" fmla="*/ 218787 h 232792"/>
                <a:gd name="connsiteX15" fmla="*/ 14139 w 137358"/>
                <a:gd name="connsiteY15" fmla="*/ 219763 h 232792"/>
                <a:gd name="connsiteX16" fmla="*/ 11135 w 137358"/>
                <a:gd name="connsiteY16" fmla="*/ 228173 h 232792"/>
                <a:gd name="connsiteX17" fmla="*/ 7004 w 137358"/>
                <a:gd name="connsiteY17" fmla="*/ 232002 h 232792"/>
                <a:gd name="connsiteX18" fmla="*/ 1597 w 137358"/>
                <a:gd name="connsiteY18" fmla="*/ 232002 h 232792"/>
                <a:gd name="connsiteX19" fmla="*/ 170 w 137358"/>
                <a:gd name="connsiteY19" fmla="*/ 226896 h 232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7358" h="232792">
                  <a:moveTo>
                    <a:pt x="170" y="226896"/>
                  </a:moveTo>
                  <a:cubicBezTo>
                    <a:pt x="478" y="225124"/>
                    <a:pt x="1199" y="223457"/>
                    <a:pt x="2273" y="222016"/>
                  </a:cubicBezTo>
                  <a:cubicBezTo>
                    <a:pt x="3895" y="219816"/>
                    <a:pt x="5908" y="217939"/>
                    <a:pt x="8206" y="216460"/>
                  </a:cubicBezTo>
                  <a:lnTo>
                    <a:pt x="8206" y="216460"/>
                  </a:lnTo>
                  <a:cubicBezTo>
                    <a:pt x="8747" y="216099"/>
                    <a:pt x="9325" y="215799"/>
                    <a:pt x="9933" y="215559"/>
                  </a:cubicBezTo>
                  <a:cubicBezTo>
                    <a:pt x="16993" y="208876"/>
                    <a:pt x="37420" y="168405"/>
                    <a:pt x="39973" y="163825"/>
                  </a:cubicBezTo>
                  <a:cubicBezTo>
                    <a:pt x="50713" y="145940"/>
                    <a:pt x="60393" y="127432"/>
                    <a:pt x="68962" y="108413"/>
                  </a:cubicBezTo>
                  <a:cubicBezTo>
                    <a:pt x="77441" y="89379"/>
                    <a:pt x="84966" y="69932"/>
                    <a:pt x="91492" y="50147"/>
                  </a:cubicBezTo>
                  <a:cubicBezTo>
                    <a:pt x="96073" y="36332"/>
                    <a:pt x="95021" y="14783"/>
                    <a:pt x="109140" y="6448"/>
                  </a:cubicBezTo>
                  <a:cubicBezTo>
                    <a:pt x="119204" y="516"/>
                    <a:pt x="125212" y="-3838"/>
                    <a:pt x="132872" y="4946"/>
                  </a:cubicBezTo>
                  <a:cubicBezTo>
                    <a:pt x="140532" y="13731"/>
                    <a:pt x="135726" y="18236"/>
                    <a:pt x="136927" y="29874"/>
                  </a:cubicBezTo>
                  <a:cubicBezTo>
                    <a:pt x="138429" y="43915"/>
                    <a:pt x="117476" y="62687"/>
                    <a:pt x="112520" y="75976"/>
                  </a:cubicBezTo>
                  <a:cubicBezTo>
                    <a:pt x="105543" y="95791"/>
                    <a:pt x="95119" y="114217"/>
                    <a:pt x="81729" y="130413"/>
                  </a:cubicBezTo>
                  <a:cubicBezTo>
                    <a:pt x="56345" y="162924"/>
                    <a:pt x="45155" y="191081"/>
                    <a:pt x="14139" y="218787"/>
                  </a:cubicBezTo>
                  <a:lnTo>
                    <a:pt x="14139" y="218787"/>
                  </a:lnTo>
                  <a:cubicBezTo>
                    <a:pt x="14184" y="219110"/>
                    <a:pt x="14184" y="219440"/>
                    <a:pt x="14139" y="219763"/>
                  </a:cubicBezTo>
                  <a:cubicBezTo>
                    <a:pt x="14259" y="222849"/>
                    <a:pt x="13178" y="225860"/>
                    <a:pt x="11135" y="228173"/>
                  </a:cubicBezTo>
                  <a:cubicBezTo>
                    <a:pt x="10068" y="229750"/>
                    <a:pt x="8657" y="231056"/>
                    <a:pt x="7004" y="232002"/>
                  </a:cubicBezTo>
                  <a:cubicBezTo>
                    <a:pt x="5345" y="233016"/>
                    <a:pt x="3257" y="233016"/>
                    <a:pt x="1597" y="232002"/>
                  </a:cubicBezTo>
                  <a:cubicBezTo>
                    <a:pt x="193" y="230711"/>
                    <a:pt x="-363" y="228728"/>
                    <a:pt x="170" y="226896"/>
                  </a:cubicBezTo>
                  <a:close/>
                </a:path>
              </a:pathLst>
            </a:custGeom>
            <a:solidFill>
              <a:srgbClr val="7C6C6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Content Placeholder 4">
              <a:extLst>
                <a:ext uri="{FF2B5EF4-FFF2-40B4-BE49-F238E27FC236}">
                  <a16:creationId xmlns:a16="http://schemas.microsoft.com/office/drawing/2014/main" id="{3924BB39-7560-7FD5-A2D3-0BCBF743B415}"/>
                </a:ext>
              </a:extLst>
            </p:cNvPr>
            <p:cNvSpPr/>
            <p:nvPr/>
          </p:nvSpPr>
          <p:spPr>
            <a:xfrm>
              <a:off x="4118078" y="4573350"/>
              <a:ext cx="62660" cy="45578"/>
            </a:xfrm>
            <a:custGeom>
              <a:avLst/>
              <a:gdLst>
                <a:gd name="connsiteX0" fmla="*/ 36724 w 62660"/>
                <a:gd name="connsiteY0" fmla="*/ 26513 h 45578"/>
                <a:gd name="connsiteX1" fmla="*/ 13744 w 62660"/>
                <a:gd name="connsiteY1" fmla="*/ 1284 h 45578"/>
                <a:gd name="connsiteX2" fmla="*/ 12317 w 62660"/>
                <a:gd name="connsiteY2" fmla="*/ 83 h 45578"/>
                <a:gd name="connsiteX3" fmla="*/ 10589 w 62660"/>
                <a:gd name="connsiteY3" fmla="*/ 83 h 45578"/>
                <a:gd name="connsiteX4" fmla="*/ 1127 w 62660"/>
                <a:gd name="connsiteY4" fmla="*/ 533 h 45578"/>
                <a:gd name="connsiteX5" fmla="*/ 601 w 62660"/>
                <a:gd name="connsiteY5" fmla="*/ 44233 h 45578"/>
                <a:gd name="connsiteX6" fmla="*/ 7435 w 62660"/>
                <a:gd name="connsiteY6" fmla="*/ 27639 h 45578"/>
                <a:gd name="connsiteX7" fmla="*/ 13593 w 62660"/>
                <a:gd name="connsiteY7" fmla="*/ 38677 h 45578"/>
                <a:gd name="connsiteX8" fmla="*/ 15095 w 62660"/>
                <a:gd name="connsiteY8" fmla="*/ 41755 h 45578"/>
                <a:gd name="connsiteX9" fmla="*/ 19076 w 62660"/>
                <a:gd name="connsiteY9" fmla="*/ 42956 h 45578"/>
                <a:gd name="connsiteX10" fmla="*/ 58278 w 62660"/>
                <a:gd name="connsiteY10" fmla="*/ 45509 h 45578"/>
                <a:gd name="connsiteX11" fmla="*/ 53922 w 62660"/>
                <a:gd name="connsiteY11" fmla="*/ 36349 h 45578"/>
                <a:gd name="connsiteX12" fmla="*/ 36724 w 62660"/>
                <a:gd name="connsiteY12" fmla="*/ 26513 h 45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660" h="45578">
                  <a:moveTo>
                    <a:pt x="36724" y="26513"/>
                  </a:moveTo>
                  <a:cubicBezTo>
                    <a:pt x="28185" y="18944"/>
                    <a:pt x="20480" y="10490"/>
                    <a:pt x="13744" y="1284"/>
                  </a:cubicBezTo>
                  <a:cubicBezTo>
                    <a:pt x="13376" y="766"/>
                    <a:pt x="12887" y="353"/>
                    <a:pt x="12317" y="83"/>
                  </a:cubicBezTo>
                  <a:cubicBezTo>
                    <a:pt x="11753" y="-67"/>
                    <a:pt x="11153" y="-67"/>
                    <a:pt x="10589" y="83"/>
                  </a:cubicBezTo>
                  <a:lnTo>
                    <a:pt x="1127" y="533"/>
                  </a:lnTo>
                  <a:cubicBezTo>
                    <a:pt x="-210" y="15062"/>
                    <a:pt x="-390" y="29674"/>
                    <a:pt x="601" y="44233"/>
                  </a:cubicBezTo>
                  <a:cubicBezTo>
                    <a:pt x="1480" y="38226"/>
                    <a:pt x="3823" y="32527"/>
                    <a:pt x="7435" y="27639"/>
                  </a:cubicBezTo>
                  <a:cubicBezTo>
                    <a:pt x="10251" y="30838"/>
                    <a:pt x="12347" y="34599"/>
                    <a:pt x="13593" y="38677"/>
                  </a:cubicBezTo>
                  <a:cubicBezTo>
                    <a:pt x="13834" y="39810"/>
                    <a:pt x="14344" y="40869"/>
                    <a:pt x="15095" y="41755"/>
                  </a:cubicBezTo>
                  <a:cubicBezTo>
                    <a:pt x="16237" y="42611"/>
                    <a:pt x="17649" y="43039"/>
                    <a:pt x="19076" y="42956"/>
                  </a:cubicBezTo>
                  <a:lnTo>
                    <a:pt x="58278" y="45509"/>
                  </a:lnTo>
                  <a:cubicBezTo>
                    <a:pt x="68867" y="46185"/>
                    <a:pt x="57226" y="38001"/>
                    <a:pt x="53922" y="36349"/>
                  </a:cubicBezTo>
                  <a:cubicBezTo>
                    <a:pt x="48214" y="32895"/>
                    <a:pt x="42056" y="30342"/>
                    <a:pt x="36724" y="26513"/>
                  </a:cubicBezTo>
                  <a:close/>
                </a:path>
              </a:pathLst>
            </a:custGeom>
            <a:solidFill>
              <a:srgbClr val="89405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Content Placeholder 4">
              <a:extLst>
                <a:ext uri="{FF2B5EF4-FFF2-40B4-BE49-F238E27FC236}">
                  <a16:creationId xmlns:a16="http://schemas.microsoft.com/office/drawing/2014/main" id="{4ECD30CE-E929-6688-F1B0-C44C954C7808}"/>
                </a:ext>
              </a:extLst>
            </p:cNvPr>
            <p:cNvSpPr/>
            <p:nvPr/>
          </p:nvSpPr>
          <p:spPr>
            <a:xfrm>
              <a:off x="3896939" y="4558746"/>
              <a:ext cx="61559" cy="55855"/>
            </a:xfrm>
            <a:custGeom>
              <a:avLst/>
              <a:gdLst>
                <a:gd name="connsiteX0" fmla="*/ 59300 w 61559"/>
                <a:gd name="connsiteY0" fmla="*/ 51704 h 55855"/>
                <a:gd name="connsiteX1" fmla="*/ 38272 w 61559"/>
                <a:gd name="connsiteY1" fmla="*/ 40516 h 55855"/>
                <a:gd name="connsiteX2" fmla="*/ 34291 w 61559"/>
                <a:gd name="connsiteY2" fmla="*/ 25499 h 55855"/>
                <a:gd name="connsiteX3" fmla="*/ 36319 w 61559"/>
                <a:gd name="connsiteY3" fmla="*/ 10032 h 55855"/>
                <a:gd name="connsiteX4" fmla="*/ 38046 w 61559"/>
                <a:gd name="connsiteY4" fmla="*/ 8680 h 55855"/>
                <a:gd name="connsiteX5" fmla="*/ 23627 w 61559"/>
                <a:gd name="connsiteY5" fmla="*/ -30 h 55855"/>
                <a:gd name="connsiteX6" fmla="*/ 11837 w 61559"/>
                <a:gd name="connsiteY6" fmla="*/ 21219 h 55855"/>
                <a:gd name="connsiteX7" fmla="*/ -29 w 61559"/>
                <a:gd name="connsiteY7" fmla="*/ 39089 h 55855"/>
                <a:gd name="connsiteX8" fmla="*/ 12512 w 61559"/>
                <a:gd name="connsiteY8" fmla="*/ 29929 h 55855"/>
                <a:gd name="connsiteX9" fmla="*/ 14390 w 61559"/>
                <a:gd name="connsiteY9" fmla="*/ 43895 h 55855"/>
                <a:gd name="connsiteX10" fmla="*/ 32339 w 61559"/>
                <a:gd name="connsiteY10" fmla="*/ 51403 h 55855"/>
                <a:gd name="connsiteX11" fmla="*/ 38722 w 61559"/>
                <a:gd name="connsiteY11" fmla="*/ 55083 h 55855"/>
                <a:gd name="connsiteX12" fmla="*/ 46232 w 61559"/>
                <a:gd name="connsiteY12" fmla="*/ 55758 h 55855"/>
                <a:gd name="connsiteX13" fmla="*/ 57648 w 61559"/>
                <a:gd name="connsiteY13" fmla="*/ 55758 h 55855"/>
                <a:gd name="connsiteX14" fmla="*/ 59300 w 61559"/>
                <a:gd name="connsiteY14" fmla="*/ 51704 h 5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1559" h="55855">
                  <a:moveTo>
                    <a:pt x="59300" y="51704"/>
                  </a:moveTo>
                  <a:cubicBezTo>
                    <a:pt x="52616" y="47273"/>
                    <a:pt x="43379" y="46748"/>
                    <a:pt x="38272" y="40516"/>
                  </a:cubicBezTo>
                  <a:cubicBezTo>
                    <a:pt x="35208" y="36139"/>
                    <a:pt x="33796" y="30815"/>
                    <a:pt x="34291" y="25499"/>
                  </a:cubicBezTo>
                  <a:cubicBezTo>
                    <a:pt x="34359" y="20281"/>
                    <a:pt x="35042" y="15093"/>
                    <a:pt x="36319" y="10032"/>
                  </a:cubicBezTo>
                  <a:cubicBezTo>
                    <a:pt x="36319" y="9131"/>
                    <a:pt x="37371" y="8080"/>
                    <a:pt x="38046" y="8680"/>
                  </a:cubicBezTo>
                  <a:cubicBezTo>
                    <a:pt x="33548" y="5294"/>
                    <a:pt x="28719" y="2373"/>
                    <a:pt x="23627" y="-30"/>
                  </a:cubicBezTo>
                  <a:lnTo>
                    <a:pt x="11837" y="21219"/>
                  </a:lnTo>
                  <a:cubicBezTo>
                    <a:pt x="8615" y="27632"/>
                    <a:pt x="4634" y="33631"/>
                    <a:pt x="-29" y="39089"/>
                  </a:cubicBezTo>
                  <a:lnTo>
                    <a:pt x="12512" y="29929"/>
                  </a:lnTo>
                  <a:cubicBezTo>
                    <a:pt x="12422" y="34652"/>
                    <a:pt x="13053" y="39360"/>
                    <a:pt x="14390" y="43895"/>
                  </a:cubicBezTo>
                  <a:cubicBezTo>
                    <a:pt x="20781" y="45291"/>
                    <a:pt x="26857" y="47837"/>
                    <a:pt x="32339" y="51403"/>
                  </a:cubicBezTo>
                  <a:cubicBezTo>
                    <a:pt x="34321" y="52868"/>
                    <a:pt x="36462" y="54106"/>
                    <a:pt x="38722" y="55083"/>
                  </a:cubicBezTo>
                  <a:cubicBezTo>
                    <a:pt x="41171" y="55728"/>
                    <a:pt x="43709" y="55953"/>
                    <a:pt x="46232" y="55758"/>
                  </a:cubicBezTo>
                  <a:cubicBezTo>
                    <a:pt x="50062" y="55758"/>
                    <a:pt x="53742" y="55758"/>
                    <a:pt x="57648" y="55758"/>
                  </a:cubicBezTo>
                  <a:cubicBezTo>
                    <a:pt x="61553" y="55758"/>
                    <a:pt x="63205" y="54257"/>
                    <a:pt x="59300" y="51704"/>
                  </a:cubicBezTo>
                  <a:close/>
                </a:path>
              </a:pathLst>
            </a:custGeom>
            <a:solidFill>
              <a:srgbClr val="89405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Content Placeholder 4">
              <a:extLst>
                <a:ext uri="{FF2B5EF4-FFF2-40B4-BE49-F238E27FC236}">
                  <a16:creationId xmlns:a16="http://schemas.microsoft.com/office/drawing/2014/main" id="{87C21338-68DB-02F1-EF38-F4634B3436F7}"/>
                </a:ext>
              </a:extLst>
            </p:cNvPr>
            <p:cNvSpPr/>
            <p:nvPr/>
          </p:nvSpPr>
          <p:spPr>
            <a:xfrm>
              <a:off x="3977746" y="3996133"/>
              <a:ext cx="114615" cy="172139"/>
            </a:xfrm>
            <a:custGeom>
              <a:avLst/>
              <a:gdLst>
                <a:gd name="connsiteX0" fmla="*/ 8232 w 114615"/>
                <a:gd name="connsiteY0" fmla="*/ 4855 h 172139"/>
                <a:gd name="connsiteX1" fmla="*/ 23928 w 114615"/>
                <a:gd name="connsiteY1" fmla="*/ 575 h 172139"/>
                <a:gd name="connsiteX2" fmla="*/ 97676 w 114615"/>
                <a:gd name="connsiteY2" fmla="*/ 16043 h 172139"/>
                <a:gd name="connsiteX3" fmla="*/ 111945 w 114615"/>
                <a:gd name="connsiteY3" fmla="*/ 28206 h 172139"/>
                <a:gd name="connsiteX4" fmla="*/ 111945 w 114615"/>
                <a:gd name="connsiteY4" fmla="*/ 46001 h 172139"/>
                <a:gd name="connsiteX5" fmla="*/ 105561 w 114615"/>
                <a:gd name="connsiteY5" fmla="*/ 52459 h 172139"/>
                <a:gd name="connsiteX6" fmla="*/ 105561 w 114615"/>
                <a:gd name="connsiteY6" fmla="*/ 84069 h 172139"/>
                <a:gd name="connsiteX7" fmla="*/ 100304 w 114615"/>
                <a:gd name="connsiteY7" fmla="*/ 107195 h 172139"/>
                <a:gd name="connsiteX8" fmla="*/ 67035 w 114615"/>
                <a:gd name="connsiteY8" fmla="*/ 169065 h 172139"/>
                <a:gd name="connsiteX9" fmla="*/ 63656 w 114615"/>
                <a:gd name="connsiteY9" fmla="*/ 171693 h 172139"/>
                <a:gd name="connsiteX10" fmla="*/ 54794 w 114615"/>
                <a:gd name="connsiteY10" fmla="*/ 170642 h 172139"/>
                <a:gd name="connsiteX11" fmla="*/ 44130 w 114615"/>
                <a:gd name="connsiteY11" fmla="*/ 160055 h 172139"/>
                <a:gd name="connsiteX12" fmla="*/ 46608 w 114615"/>
                <a:gd name="connsiteY12" fmla="*/ 153973 h 172139"/>
                <a:gd name="connsiteX13" fmla="*/ 68612 w 114615"/>
                <a:gd name="connsiteY13" fmla="*/ 117782 h 172139"/>
                <a:gd name="connsiteX14" fmla="*/ 86261 w 114615"/>
                <a:gd name="connsiteY14" fmla="*/ 59366 h 172139"/>
                <a:gd name="connsiteX15" fmla="*/ 8082 w 114615"/>
                <a:gd name="connsiteY15" fmla="*/ 31660 h 172139"/>
                <a:gd name="connsiteX16" fmla="*/ -29 w 114615"/>
                <a:gd name="connsiteY16" fmla="*/ 18220 h 172139"/>
                <a:gd name="connsiteX17" fmla="*/ 8232 w 114615"/>
                <a:gd name="connsiteY17" fmla="*/ 4855 h 172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4615" h="172139">
                  <a:moveTo>
                    <a:pt x="8232" y="4855"/>
                  </a:moveTo>
                  <a:cubicBezTo>
                    <a:pt x="13091" y="2310"/>
                    <a:pt x="18445" y="853"/>
                    <a:pt x="23928" y="575"/>
                  </a:cubicBezTo>
                  <a:cubicBezTo>
                    <a:pt x="49514" y="-1947"/>
                    <a:pt x="75258" y="3459"/>
                    <a:pt x="97676" y="16043"/>
                  </a:cubicBezTo>
                  <a:cubicBezTo>
                    <a:pt x="103398" y="18798"/>
                    <a:pt x="108317" y="22988"/>
                    <a:pt x="111945" y="28206"/>
                  </a:cubicBezTo>
                  <a:cubicBezTo>
                    <a:pt x="115467" y="33613"/>
                    <a:pt x="115467" y="40595"/>
                    <a:pt x="111945" y="46001"/>
                  </a:cubicBezTo>
                  <a:cubicBezTo>
                    <a:pt x="110067" y="48404"/>
                    <a:pt x="107439" y="50056"/>
                    <a:pt x="105561" y="52459"/>
                  </a:cubicBezTo>
                  <a:cubicBezTo>
                    <a:pt x="98877" y="60943"/>
                    <a:pt x="104810" y="73182"/>
                    <a:pt x="105561" y="84069"/>
                  </a:cubicBezTo>
                  <a:cubicBezTo>
                    <a:pt x="105373" y="92051"/>
                    <a:pt x="103586" y="99920"/>
                    <a:pt x="100304" y="107195"/>
                  </a:cubicBezTo>
                  <a:cubicBezTo>
                    <a:pt x="92043" y="129345"/>
                    <a:pt x="83407" y="152246"/>
                    <a:pt x="67035" y="169065"/>
                  </a:cubicBezTo>
                  <a:cubicBezTo>
                    <a:pt x="66089" y="170153"/>
                    <a:pt x="64940" y="171047"/>
                    <a:pt x="63656" y="171693"/>
                  </a:cubicBezTo>
                  <a:cubicBezTo>
                    <a:pt x="60674" y="172504"/>
                    <a:pt x="57497" y="172121"/>
                    <a:pt x="54794" y="170642"/>
                  </a:cubicBezTo>
                  <a:cubicBezTo>
                    <a:pt x="49837" y="168690"/>
                    <a:pt x="43979" y="165386"/>
                    <a:pt x="44130" y="160055"/>
                  </a:cubicBezTo>
                  <a:cubicBezTo>
                    <a:pt x="44422" y="157847"/>
                    <a:pt x="45279" y="155752"/>
                    <a:pt x="46608" y="153973"/>
                  </a:cubicBezTo>
                  <a:cubicBezTo>
                    <a:pt x="54118" y="141884"/>
                    <a:pt x="61628" y="129871"/>
                    <a:pt x="68612" y="117782"/>
                  </a:cubicBezTo>
                  <a:cubicBezTo>
                    <a:pt x="79502" y="99987"/>
                    <a:pt x="91142" y="79414"/>
                    <a:pt x="86261" y="59366"/>
                  </a:cubicBezTo>
                  <a:cubicBezTo>
                    <a:pt x="63731" y="45100"/>
                    <a:pt x="29635" y="49230"/>
                    <a:pt x="8082" y="31660"/>
                  </a:cubicBezTo>
                  <a:cubicBezTo>
                    <a:pt x="3568" y="28559"/>
                    <a:pt x="609" y="23656"/>
                    <a:pt x="-29" y="18220"/>
                  </a:cubicBezTo>
                  <a:cubicBezTo>
                    <a:pt x="136" y="12611"/>
                    <a:pt x="3283" y="7513"/>
                    <a:pt x="8232" y="4855"/>
                  </a:cubicBezTo>
                  <a:close/>
                </a:path>
              </a:pathLst>
            </a:custGeom>
            <a:solidFill>
              <a:srgbClr val="89405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Content Placeholder 4">
              <a:extLst>
                <a:ext uri="{FF2B5EF4-FFF2-40B4-BE49-F238E27FC236}">
                  <a16:creationId xmlns:a16="http://schemas.microsoft.com/office/drawing/2014/main" id="{06D45954-064D-A887-267C-D21042BC0914}"/>
                </a:ext>
              </a:extLst>
            </p:cNvPr>
            <p:cNvSpPr/>
            <p:nvPr/>
          </p:nvSpPr>
          <p:spPr>
            <a:xfrm>
              <a:off x="3991264" y="3778589"/>
              <a:ext cx="59255" cy="161359"/>
            </a:xfrm>
            <a:custGeom>
              <a:avLst/>
              <a:gdLst>
                <a:gd name="connsiteX0" fmla="*/ 25805 w 59255"/>
                <a:gd name="connsiteY0" fmla="*/ 2927 h 161359"/>
                <a:gd name="connsiteX1" fmla="*/ 11761 w 59255"/>
                <a:gd name="connsiteY1" fmla="*/ 41145 h 161359"/>
                <a:gd name="connsiteX2" fmla="*/ 15291 w 59255"/>
                <a:gd name="connsiteY2" fmla="*/ 107745 h 161359"/>
                <a:gd name="connsiteX3" fmla="*/ 10710 w 59255"/>
                <a:gd name="connsiteY3" fmla="*/ 111049 h 161359"/>
                <a:gd name="connsiteX4" fmla="*/ -29 w 59255"/>
                <a:gd name="connsiteY4" fmla="*/ 136052 h 161359"/>
                <a:gd name="connsiteX5" fmla="*/ 17845 w 59255"/>
                <a:gd name="connsiteY5" fmla="*/ 160305 h 161359"/>
                <a:gd name="connsiteX6" fmla="*/ 38197 w 59255"/>
                <a:gd name="connsiteY6" fmla="*/ 156475 h 161359"/>
                <a:gd name="connsiteX7" fmla="*/ 47960 w 59255"/>
                <a:gd name="connsiteY7" fmla="*/ 151895 h 161359"/>
                <a:gd name="connsiteX8" fmla="*/ 55920 w 59255"/>
                <a:gd name="connsiteY8" fmla="*/ 124189 h 161359"/>
                <a:gd name="connsiteX9" fmla="*/ 45556 w 59255"/>
                <a:gd name="connsiteY9" fmla="*/ 107971 h 161359"/>
                <a:gd name="connsiteX10" fmla="*/ 42853 w 59255"/>
                <a:gd name="connsiteY10" fmla="*/ 106994 h 161359"/>
                <a:gd name="connsiteX11" fmla="*/ 32865 w 59255"/>
                <a:gd name="connsiteY11" fmla="*/ 104742 h 161359"/>
                <a:gd name="connsiteX12" fmla="*/ 28509 w 59255"/>
                <a:gd name="connsiteY12" fmla="*/ 105192 h 161359"/>
                <a:gd name="connsiteX13" fmla="*/ 28509 w 59255"/>
                <a:gd name="connsiteY13" fmla="*/ 57964 h 161359"/>
                <a:gd name="connsiteX14" fmla="*/ 29185 w 59255"/>
                <a:gd name="connsiteY14" fmla="*/ 41145 h 161359"/>
                <a:gd name="connsiteX15" fmla="*/ 41576 w 59255"/>
                <a:gd name="connsiteY15" fmla="*/ 24477 h 161359"/>
                <a:gd name="connsiteX16" fmla="*/ 47058 w 59255"/>
                <a:gd name="connsiteY16" fmla="*/ 56538 h 161359"/>
                <a:gd name="connsiteX17" fmla="*/ 53780 w 59255"/>
                <a:gd name="connsiteY17" fmla="*/ 61906 h 161359"/>
                <a:gd name="connsiteX18" fmla="*/ 59150 w 59255"/>
                <a:gd name="connsiteY18" fmla="*/ 56538 h 161359"/>
                <a:gd name="connsiteX19" fmla="*/ 25805 w 59255"/>
                <a:gd name="connsiteY19" fmla="*/ 2927 h 161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55" h="161359">
                  <a:moveTo>
                    <a:pt x="25805" y="2927"/>
                  </a:moveTo>
                  <a:cubicBezTo>
                    <a:pt x="12738" y="8859"/>
                    <a:pt x="12588" y="29657"/>
                    <a:pt x="11761" y="41145"/>
                  </a:cubicBezTo>
                  <a:cubicBezTo>
                    <a:pt x="10267" y="63408"/>
                    <a:pt x="11454" y="85768"/>
                    <a:pt x="15291" y="107745"/>
                  </a:cubicBezTo>
                  <a:cubicBezTo>
                    <a:pt x="13541" y="108504"/>
                    <a:pt x="11979" y="109630"/>
                    <a:pt x="10710" y="111049"/>
                  </a:cubicBezTo>
                  <a:cubicBezTo>
                    <a:pt x="4176" y="117777"/>
                    <a:pt x="354" y="126682"/>
                    <a:pt x="-29" y="136052"/>
                  </a:cubicBezTo>
                  <a:cubicBezTo>
                    <a:pt x="241" y="147090"/>
                    <a:pt x="7383" y="156776"/>
                    <a:pt x="17845" y="160305"/>
                  </a:cubicBezTo>
                  <a:cubicBezTo>
                    <a:pt x="24844" y="162527"/>
                    <a:pt x="32489" y="161085"/>
                    <a:pt x="38197" y="156475"/>
                  </a:cubicBezTo>
                  <a:cubicBezTo>
                    <a:pt x="41801" y="155845"/>
                    <a:pt x="45173" y="154268"/>
                    <a:pt x="47960" y="151895"/>
                  </a:cubicBezTo>
                  <a:cubicBezTo>
                    <a:pt x="55665" y="144920"/>
                    <a:pt x="58751" y="134183"/>
                    <a:pt x="55920" y="124189"/>
                  </a:cubicBezTo>
                  <a:cubicBezTo>
                    <a:pt x="55635" y="117311"/>
                    <a:pt x="51677" y="111124"/>
                    <a:pt x="45556" y="107971"/>
                  </a:cubicBezTo>
                  <a:cubicBezTo>
                    <a:pt x="44678" y="107580"/>
                    <a:pt x="43777" y="107250"/>
                    <a:pt x="42853" y="106994"/>
                  </a:cubicBezTo>
                  <a:cubicBezTo>
                    <a:pt x="39744" y="105485"/>
                    <a:pt x="36319" y="104720"/>
                    <a:pt x="32865" y="104742"/>
                  </a:cubicBezTo>
                  <a:cubicBezTo>
                    <a:pt x="31408" y="104817"/>
                    <a:pt x="29951" y="104967"/>
                    <a:pt x="28509" y="105192"/>
                  </a:cubicBezTo>
                  <a:cubicBezTo>
                    <a:pt x="28509" y="89425"/>
                    <a:pt x="28509" y="73732"/>
                    <a:pt x="28509" y="57964"/>
                  </a:cubicBezTo>
                  <a:cubicBezTo>
                    <a:pt x="28509" y="52408"/>
                    <a:pt x="28509" y="46777"/>
                    <a:pt x="29185" y="41145"/>
                  </a:cubicBezTo>
                  <a:cubicBezTo>
                    <a:pt x="27585" y="32338"/>
                    <a:pt x="31716" y="26782"/>
                    <a:pt x="41576" y="24477"/>
                  </a:cubicBezTo>
                  <a:cubicBezTo>
                    <a:pt x="45384" y="34726"/>
                    <a:pt x="47246" y="45605"/>
                    <a:pt x="47058" y="56538"/>
                  </a:cubicBezTo>
                  <a:cubicBezTo>
                    <a:pt x="47434" y="59879"/>
                    <a:pt x="50438" y="62282"/>
                    <a:pt x="53780" y="61906"/>
                  </a:cubicBezTo>
                  <a:cubicBezTo>
                    <a:pt x="56604" y="61591"/>
                    <a:pt x="58834" y="59361"/>
                    <a:pt x="59150" y="56538"/>
                  </a:cubicBezTo>
                  <a:cubicBezTo>
                    <a:pt x="59600" y="34313"/>
                    <a:pt x="59150" y="-12165"/>
                    <a:pt x="25805" y="2927"/>
                  </a:cubicBezTo>
                  <a:close/>
                </a:path>
              </a:pathLst>
            </a:custGeom>
            <a:solidFill>
              <a:srgbClr val="EBCE5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33BC513E-9CAD-83B1-1899-16633E0CA653}"/>
              </a:ext>
            </a:extLst>
          </p:cNvPr>
          <p:cNvGrpSpPr/>
          <p:nvPr userDrawn="1"/>
        </p:nvGrpSpPr>
        <p:grpSpPr>
          <a:xfrm>
            <a:off x="6793320" y="790028"/>
            <a:ext cx="251244" cy="806999"/>
            <a:chOff x="10061495" y="522519"/>
            <a:chExt cx="251244" cy="806999"/>
          </a:xfrm>
        </p:grpSpPr>
        <p:sp>
          <p:nvSpPr>
            <p:cNvPr id="303" name="Content Placeholder 4">
              <a:extLst>
                <a:ext uri="{FF2B5EF4-FFF2-40B4-BE49-F238E27FC236}">
                  <a16:creationId xmlns:a16="http://schemas.microsoft.com/office/drawing/2014/main" id="{E8AC7D17-6D41-FB2E-5C0C-41680FFFD0FC}"/>
                </a:ext>
              </a:extLst>
            </p:cNvPr>
            <p:cNvSpPr/>
            <p:nvPr/>
          </p:nvSpPr>
          <p:spPr>
            <a:xfrm>
              <a:off x="10061495" y="1302218"/>
              <a:ext cx="251244" cy="27300"/>
            </a:xfrm>
            <a:custGeom>
              <a:avLst/>
              <a:gdLst>
                <a:gd name="connsiteX0" fmla="*/ 196378 w 251244"/>
                <a:gd name="connsiteY0" fmla="*/ 27037 h 27300"/>
                <a:gd name="connsiteX1" fmla="*/ 148915 w 251244"/>
                <a:gd name="connsiteY1" fmla="*/ 27037 h 27300"/>
                <a:gd name="connsiteX2" fmla="*/ 16138 w 251244"/>
                <a:gd name="connsiteY2" fmla="*/ 24784 h 27300"/>
                <a:gd name="connsiteX3" fmla="*/ -9 w 251244"/>
                <a:gd name="connsiteY3" fmla="*/ 18477 h 27300"/>
                <a:gd name="connsiteX4" fmla="*/ 12458 w 251244"/>
                <a:gd name="connsiteY4" fmla="*/ 10068 h 27300"/>
                <a:gd name="connsiteX5" fmla="*/ 77870 w 251244"/>
                <a:gd name="connsiteY5" fmla="*/ 3536 h 27300"/>
                <a:gd name="connsiteX6" fmla="*/ 174900 w 251244"/>
                <a:gd name="connsiteY6" fmla="*/ 532 h 27300"/>
                <a:gd name="connsiteX7" fmla="*/ 234979 w 251244"/>
                <a:gd name="connsiteY7" fmla="*/ 4437 h 27300"/>
                <a:gd name="connsiteX8" fmla="*/ 243992 w 251244"/>
                <a:gd name="connsiteY8" fmla="*/ 23658 h 27300"/>
                <a:gd name="connsiteX9" fmla="*/ 225442 w 251244"/>
                <a:gd name="connsiteY9" fmla="*/ 24860 h 27300"/>
                <a:gd name="connsiteX10" fmla="*/ 196378 w 251244"/>
                <a:gd name="connsiteY10" fmla="*/ 27037 h 27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1244" h="27300">
                  <a:moveTo>
                    <a:pt x="196378" y="27037"/>
                  </a:moveTo>
                  <a:cubicBezTo>
                    <a:pt x="180532" y="27563"/>
                    <a:pt x="164686" y="27037"/>
                    <a:pt x="148915" y="27037"/>
                  </a:cubicBezTo>
                  <a:lnTo>
                    <a:pt x="16138" y="24784"/>
                  </a:lnTo>
                  <a:cubicBezTo>
                    <a:pt x="9304" y="24784"/>
                    <a:pt x="442" y="23358"/>
                    <a:pt x="-9" y="18477"/>
                  </a:cubicBezTo>
                  <a:cubicBezTo>
                    <a:pt x="-459" y="13597"/>
                    <a:pt x="6525" y="10969"/>
                    <a:pt x="12458" y="10068"/>
                  </a:cubicBezTo>
                  <a:cubicBezTo>
                    <a:pt x="34019" y="5923"/>
                    <a:pt x="55911" y="3738"/>
                    <a:pt x="77870" y="3536"/>
                  </a:cubicBezTo>
                  <a:cubicBezTo>
                    <a:pt x="110216" y="2334"/>
                    <a:pt x="142554" y="1336"/>
                    <a:pt x="174900" y="532"/>
                  </a:cubicBezTo>
                  <a:cubicBezTo>
                    <a:pt x="195011" y="-902"/>
                    <a:pt x="215220" y="412"/>
                    <a:pt x="234979" y="4437"/>
                  </a:cubicBezTo>
                  <a:cubicBezTo>
                    <a:pt x="245193" y="7065"/>
                    <a:pt x="260363" y="18177"/>
                    <a:pt x="243992" y="23658"/>
                  </a:cubicBezTo>
                  <a:cubicBezTo>
                    <a:pt x="237856" y="24627"/>
                    <a:pt x="231653" y="25025"/>
                    <a:pt x="225442" y="24860"/>
                  </a:cubicBezTo>
                  <a:cubicBezTo>
                    <a:pt x="215378" y="25686"/>
                    <a:pt x="205765" y="26361"/>
                    <a:pt x="196378" y="27037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4" name="Content Placeholder 4">
              <a:extLst>
                <a:ext uri="{FF2B5EF4-FFF2-40B4-BE49-F238E27FC236}">
                  <a16:creationId xmlns:a16="http://schemas.microsoft.com/office/drawing/2014/main" id="{466D449E-0E99-3E92-C4B9-3182ADBE34A4}"/>
                </a:ext>
              </a:extLst>
            </p:cNvPr>
            <p:cNvSpPr/>
            <p:nvPr/>
          </p:nvSpPr>
          <p:spPr>
            <a:xfrm>
              <a:off x="10120619" y="927433"/>
              <a:ext cx="160188" cy="367613"/>
            </a:xfrm>
            <a:custGeom>
              <a:avLst/>
              <a:gdLst>
                <a:gd name="connsiteX0" fmla="*/ 32489 w 160188"/>
                <a:gd name="connsiteY0" fmla="*/ 3274 h 367613"/>
                <a:gd name="connsiteX1" fmla="*/ 160159 w 160188"/>
                <a:gd name="connsiteY1" fmla="*/ 5151 h 367613"/>
                <a:gd name="connsiteX2" fmla="*/ 137254 w 160188"/>
                <a:gd name="connsiteY2" fmla="*/ 367584 h 367613"/>
                <a:gd name="connsiteX3" fmla="*/ 97751 w 160188"/>
                <a:gd name="connsiteY3" fmla="*/ 367584 h 367613"/>
                <a:gd name="connsiteX4" fmla="*/ 87763 w 160188"/>
                <a:gd name="connsiteY4" fmla="*/ 181600 h 367613"/>
                <a:gd name="connsiteX5" fmla="*/ 63956 w 160188"/>
                <a:gd name="connsiteY5" fmla="*/ 264193 h 367613"/>
                <a:gd name="connsiteX6" fmla="*/ 50438 w 160188"/>
                <a:gd name="connsiteY6" fmla="*/ 314800 h 367613"/>
                <a:gd name="connsiteX7" fmla="*/ 44130 w 160188"/>
                <a:gd name="connsiteY7" fmla="*/ 340854 h 367613"/>
                <a:gd name="connsiteX8" fmla="*/ 38723 w 160188"/>
                <a:gd name="connsiteY8" fmla="*/ 363830 h 367613"/>
                <a:gd name="connsiteX9" fmla="*/ -29 w 160188"/>
                <a:gd name="connsiteY9" fmla="*/ 358949 h 367613"/>
                <a:gd name="connsiteX10" fmla="*/ -29 w 160188"/>
                <a:gd name="connsiteY10" fmla="*/ 312021 h 367613"/>
                <a:gd name="connsiteX11" fmla="*/ 3876 w 160188"/>
                <a:gd name="connsiteY11" fmla="*/ 251428 h 367613"/>
                <a:gd name="connsiteX12" fmla="*/ 9884 w 160188"/>
                <a:gd name="connsiteY12" fmla="*/ 193613 h 367613"/>
                <a:gd name="connsiteX13" fmla="*/ 13639 w 160188"/>
                <a:gd name="connsiteY13" fmla="*/ 155620 h 367613"/>
                <a:gd name="connsiteX14" fmla="*/ 17920 w 160188"/>
                <a:gd name="connsiteY14" fmla="*/ 69574 h 367613"/>
                <a:gd name="connsiteX15" fmla="*/ 21975 w 160188"/>
                <a:gd name="connsiteY15" fmla="*/ 26775 h 367613"/>
                <a:gd name="connsiteX16" fmla="*/ 25430 w 160188"/>
                <a:gd name="connsiteY16" fmla="*/ 6202 h 367613"/>
                <a:gd name="connsiteX17" fmla="*/ 28734 w 160188"/>
                <a:gd name="connsiteY17" fmla="*/ -30 h 367613"/>
                <a:gd name="connsiteX18" fmla="*/ 32489 w 160188"/>
                <a:gd name="connsiteY18" fmla="*/ 3274 h 367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0188" h="367613">
                  <a:moveTo>
                    <a:pt x="32489" y="3274"/>
                  </a:moveTo>
                  <a:cubicBezTo>
                    <a:pt x="74695" y="4325"/>
                    <a:pt x="118854" y="-3484"/>
                    <a:pt x="160159" y="5151"/>
                  </a:cubicBezTo>
                  <a:cubicBezTo>
                    <a:pt x="159588" y="126307"/>
                    <a:pt x="151943" y="247321"/>
                    <a:pt x="137254" y="367584"/>
                  </a:cubicBezTo>
                  <a:lnTo>
                    <a:pt x="97751" y="367584"/>
                  </a:lnTo>
                  <a:cubicBezTo>
                    <a:pt x="87087" y="304513"/>
                    <a:pt x="90241" y="244746"/>
                    <a:pt x="87763" y="181600"/>
                  </a:cubicBezTo>
                  <a:cubicBezTo>
                    <a:pt x="82881" y="210958"/>
                    <a:pt x="73644" y="227852"/>
                    <a:pt x="63956" y="264193"/>
                  </a:cubicBezTo>
                  <a:cubicBezTo>
                    <a:pt x="59525" y="281162"/>
                    <a:pt x="54268" y="297755"/>
                    <a:pt x="50438" y="314800"/>
                  </a:cubicBezTo>
                  <a:cubicBezTo>
                    <a:pt x="48485" y="323585"/>
                    <a:pt x="46383" y="332219"/>
                    <a:pt x="44130" y="340854"/>
                  </a:cubicBezTo>
                  <a:cubicBezTo>
                    <a:pt x="41231" y="348212"/>
                    <a:pt x="39406" y="355954"/>
                    <a:pt x="38723" y="363830"/>
                  </a:cubicBezTo>
                  <a:cubicBezTo>
                    <a:pt x="25633" y="364153"/>
                    <a:pt x="12573" y="362508"/>
                    <a:pt x="-29" y="358949"/>
                  </a:cubicBezTo>
                  <a:cubicBezTo>
                    <a:pt x="-29" y="343332"/>
                    <a:pt x="-29" y="327639"/>
                    <a:pt x="-29" y="312021"/>
                  </a:cubicBezTo>
                  <a:cubicBezTo>
                    <a:pt x="-6" y="291764"/>
                    <a:pt x="1300" y="271521"/>
                    <a:pt x="3876" y="251428"/>
                  </a:cubicBezTo>
                  <a:cubicBezTo>
                    <a:pt x="7038" y="232297"/>
                    <a:pt x="9043" y="212985"/>
                    <a:pt x="9884" y="193613"/>
                  </a:cubicBezTo>
                  <a:cubicBezTo>
                    <a:pt x="11236" y="180924"/>
                    <a:pt x="12663" y="168310"/>
                    <a:pt x="13639" y="155620"/>
                  </a:cubicBezTo>
                  <a:cubicBezTo>
                    <a:pt x="15892" y="126938"/>
                    <a:pt x="16193" y="98181"/>
                    <a:pt x="17920" y="69574"/>
                  </a:cubicBezTo>
                  <a:cubicBezTo>
                    <a:pt x="18821" y="55232"/>
                    <a:pt x="20023" y="40966"/>
                    <a:pt x="21975" y="26775"/>
                  </a:cubicBezTo>
                  <a:cubicBezTo>
                    <a:pt x="22952" y="19943"/>
                    <a:pt x="24003" y="13035"/>
                    <a:pt x="25430" y="6202"/>
                  </a:cubicBezTo>
                  <a:cubicBezTo>
                    <a:pt x="25956" y="3724"/>
                    <a:pt x="25430" y="196"/>
                    <a:pt x="28734" y="-30"/>
                  </a:cubicBezTo>
                  <a:cubicBezTo>
                    <a:pt x="29260" y="45"/>
                    <a:pt x="30687" y="3199"/>
                    <a:pt x="32489" y="3274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Content Placeholder 4">
              <a:extLst>
                <a:ext uri="{FF2B5EF4-FFF2-40B4-BE49-F238E27FC236}">
                  <a16:creationId xmlns:a16="http://schemas.microsoft.com/office/drawing/2014/main" id="{3F8CB8B8-A2C6-BEA7-133E-2C262CFE273B}"/>
                </a:ext>
              </a:extLst>
            </p:cNvPr>
            <p:cNvSpPr/>
            <p:nvPr/>
          </p:nvSpPr>
          <p:spPr>
            <a:xfrm>
              <a:off x="10136288" y="673298"/>
              <a:ext cx="161041" cy="266072"/>
            </a:xfrm>
            <a:custGeom>
              <a:avLst/>
              <a:gdLst>
                <a:gd name="connsiteX0" fmla="*/ 43931 w 161041"/>
                <a:gd name="connsiteY0" fmla="*/ 769 h 266072"/>
                <a:gd name="connsiteX1" fmla="*/ 10737 w 161041"/>
                <a:gd name="connsiteY1" fmla="*/ 39363 h 266072"/>
                <a:gd name="connsiteX2" fmla="*/ 6080 w 161041"/>
                <a:gd name="connsiteY2" fmla="*/ 167457 h 266072"/>
                <a:gd name="connsiteX3" fmla="*/ 974 w 161041"/>
                <a:gd name="connsiteY3" fmla="*/ 233682 h 266072"/>
                <a:gd name="connsiteX4" fmla="*/ 22152 w 161041"/>
                <a:gd name="connsiteY4" fmla="*/ 263340 h 266072"/>
                <a:gd name="connsiteX5" fmla="*/ 155529 w 161041"/>
                <a:gd name="connsiteY5" fmla="*/ 263340 h 266072"/>
                <a:gd name="connsiteX6" fmla="*/ 160786 w 161041"/>
                <a:gd name="connsiteY6" fmla="*/ 187430 h 266072"/>
                <a:gd name="connsiteX7" fmla="*/ 144114 w 161041"/>
                <a:gd name="connsiteY7" fmla="*/ 78332 h 266072"/>
                <a:gd name="connsiteX8" fmla="*/ 105888 w 161041"/>
                <a:gd name="connsiteY8" fmla="*/ 23971 h 266072"/>
                <a:gd name="connsiteX9" fmla="*/ 43931 w 161041"/>
                <a:gd name="connsiteY9" fmla="*/ 769 h 266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1041" h="266072">
                  <a:moveTo>
                    <a:pt x="43931" y="769"/>
                  </a:moveTo>
                  <a:cubicBezTo>
                    <a:pt x="17345" y="-4336"/>
                    <a:pt x="10962" y="15786"/>
                    <a:pt x="10737" y="39363"/>
                  </a:cubicBezTo>
                  <a:cubicBezTo>
                    <a:pt x="10384" y="82061"/>
                    <a:pt x="8837" y="124759"/>
                    <a:pt x="6080" y="167457"/>
                  </a:cubicBezTo>
                  <a:cubicBezTo>
                    <a:pt x="4729" y="189532"/>
                    <a:pt x="2926" y="211607"/>
                    <a:pt x="974" y="233682"/>
                  </a:cubicBezTo>
                  <a:cubicBezTo>
                    <a:pt x="-979" y="255756"/>
                    <a:pt x="-2631" y="261313"/>
                    <a:pt x="22152" y="263340"/>
                  </a:cubicBezTo>
                  <a:cubicBezTo>
                    <a:pt x="66536" y="266944"/>
                    <a:pt x="111145" y="266944"/>
                    <a:pt x="155529" y="263340"/>
                  </a:cubicBezTo>
                  <a:cubicBezTo>
                    <a:pt x="160561" y="263340"/>
                    <a:pt x="160636" y="193361"/>
                    <a:pt x="160786" y="187430"/>
                  </a:cubicBezTo>
                  <a:cubicBezTo>
                    <a:pt x="162251" y="150333"/>
                    <a:pt x="156596" y="113298"/>
                    <a:pt x="144114" y="78332"/>
                  </a:cubicBezTo>
                  <a:cubicBezTo>
                    <a:pt x="136671" y="57014"/>
                    <a:pt x="123431" y="38190"/>
                    <a:pt x="105888" y="23971"/>
                  </a:cubicBezTo>
                  <a:cubicBezTo>
                    <a:pt x="87864" y="10230"/>
                    <a:pt x="66836" y="5199"/>
                    <a:pt x="43931" y="769"/>
                  </a:cubicBezTo>
                  <a:close/>
                </a:path>
              </a:pathLst>
            </a:custGeom>
            <a:solidFill>
              <a:srgbClr val="E8E8E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Content Placeholder 4">
              <a:extLst>
                <a:ext uri="{FF2B5EF4-FFF2-40B4-BE49-F238E27FC236}">
                  <a16:creationId xmlns:a16="http://schemas.microsoft.com/office/drawing/2014/main" id="{9CB30C31-56BD-CECF-37CE-D89B453CB55B}"/>
                </a:ext>
              </a:extLst>
            </p:cNvPr>
            <p:cNvSpPr/>
            <p:nvPr/>
          </p:nvSpPr>
          <p:spPr>
            <a:xfrm>
              <a:off x="10111019" y="648060"/>
              <a:ext cx="19066" cy="13427"/>
            </a:xfrm>
            <a:custGeom>
              <a:avLst/>
              <a:gdLst>
                <a:gd name="connsiteX0" fmla="*/ 1535 w 19066"/>
                <a:gd name="connsiteY0" fmla="*/ 7612 h 13427"/>
                <a:gd name="connsiteX1" fmla="*/ 16555 w 19066"/>
                <a:gd name="connsiteY1" fmla="*/ 103 h 13427"/>
                <a:gd name="connsiteX2" fmla="*/ 18906 w 19066"/>
                <a:gd name="connsiteY2" fmla="*/ 1094 h 13427"/>
                <a:gd name="connsiteX3" fmla="*/ 18357 w 19066"/>
                <a:gd name="connsiteY3" fmla="*/ 3182 h 13427"/>
                <a:gd name="connsiteX4" fmla="*/ 4614 w 19066"/>
                <a:gd name="connsiteY4" fmla="*/ 12868 h 13427"/>
                <a:gd name="connsiteX5" fmla="*/ 1535 w 19066"/>
                <a:gd name="connsiteY5" fmla="*/ 7612 h 13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66" h="13427">
                  <a:moveTo>
                    <a:pt x="1535" y="7612"/>
                  </a:moveTo>
                  <a:cubicBezTo>
                    <a:pt x="6709" y="5457"/>
                    <a:pt x="11726" y="2948"/>
                    <a:pt x="16555" y="103"/>
                  </a:cubicBezTo>
                  <a:cubicBezTo>
                    <a:pt x="17479" y="-271"/>
                    <a:pt x="18530" y="172"/>
                    <a:pt x="18906" y="1094"/>
                  </a:cubicBezTo>
                  <a:cubicBezTo>
                    <a:pt x="19206" y="1834"/>
                    <a:pt x="18981" y="2684"/>
                    <a:pt x="18357" y="3182"/>
                  </a:cubicBezTo>
                  <a:cubicBezTo>
                    <a:pt x="13851" y="6486"/>
                    <a:pt x="9345" y="9939"/>
                    <a:pt x="4614" y="12868"/>
                  </a:cubicBezTo>
                  <a:cubicBezTo>
                    <a:pt x="1234" y="15195"/>
                    <a:pt x="-2070" y="9189"/>
                    <a:pt x="1535" y="7612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7" name="Content Placeholder 4">
              <a:extLst>
                <a:ext uri="{FF2B5EF4-FFF2-40B4-BE49-F238E27FC236}">
                  <a16:creationId xmlns:a16="http://schemas.microsoft.com/office/drawing/2014/main" id="{F801ED5F-EE93-6A0A-31B8-89EFE2D531D0}"/>
                </a:ext>
              </a:extLst>
            </p:cNvPr>
            <p:cNvSpPr/>
            <p:nvPr/>
          </p:nvSpPr>
          <p:spPr>
            <a:xfrm>
              <a:off x="10122250" y="604047"/>
              <a:ext cx="11736" cy="16960"/>
            </a:xfrm>
            <a:custGeom>
              <a:avLst/>
              <a:gdLst>
                <a:gd name="connsiteX0" fmla="*/ 4948 w 11736"/>
                <a:gd name="connsiteY0" fmla="*/ 793 h 16960"/>
                <a:gd name="connsiteX1" fmla="*/ 8553 w 11736"/>
                <a:gd name="connsiteY1" fmla="*/ 7175 h 16960"/>
                <a:gd name="connsiteX2" fmla="*/ 11707 w 11736"/>
                <a:gd name="connsiteY2" fmla="*/ 14684 h 16960"/>
                <a:gd name="connsiteX3" fmla="*/ 9229 w 11736"/>
                <a:gd name="connsiteY3" fmla="*/ 16636 h 16960"/>
                <a:gd name="connsiteX4" fmla="*/ 4498 w 11736"/>
                <a:gd name="connsiteY4" fmla="*/ 10855 h 16960"/>
                <a:gd name="connsiteX5" fmla="*/ 142 w 11736"/>
                <a:gd name="connsiteY5" fmla="*/ 3872 h 16960"/>
                <a:gd name="connsiteX6" fmla="*/ 4948 w 11736"/>
                <a:gd name="connsiteY6" fmla="*/ 793 h 16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736" h="16960">
                  <a:moveTo>
                    <a:pt x="4948" y="793"/>
                  </a:moveTo>
                  <a:cubicBezTo>
                    <a:pt x="6405" y="2766"/>
                    <a:pt x="7615" y="4909"/>
                    <a:pt x="8553" y="7175"/>
                  </a:cubicBezTo>
                  <a:cubicBezTo>
                    <a:pt x="9988" y="9498"/>
                    <a:pt x="11054" y="12032"/>
                    <a:pt x="11707" y="14684"/>
                  </a:cubicBezTo>
                  <a:cubicBezTo>
                    <a:pt x="11707" y="15960"/>
                    <a:pt x="10581" y="17612"/>
                    <a:pt x="9229" y="16636"/>
                  </a:cubicBezTo>
                  <a:cubicBezTo>
                    <a:pt x="7352" y="14974"/>
                    <a:pt x="5760" y="13022"/>
                    <a:pt x="4498" y="10855"/>
                  </a:cubicBezTo>
                  <a:cubicBezTo>
                    <a:pt x="2771" y="8712"/>
                    <a:pt x="1306" y="6368"/>
                    <a:pt x="142" y="3872"/>
                  </a:cubicBezTo>
                  <a:cubicBezTo>
                    <a:pt x="-909" y="943"/>
                    <a:pt x="3146" y="-1309"/>
                    <a:pt x="4948" y="793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8" name="Content Placeholder 4">
              <a:extLst>
                <a:ext uri="{FF2B5EF4-FFF2-40B4-BE49-F238E27FC236}">
                  <a16:creationId xmlns:a16="http://schemas.microsoft.com/office/drawing/2014/main" id="{87980BBB-1CEC-D0FB-6555-05BC357C002A}"/>
                </a:ext>
              </a:extLst>
            </p:cNvPr>
            <p:cNvSpPr/>
            <p:nvPr/>
          </p:nvSpPr>
          <p:spPr>
            <a:xfrm>
              <a:off x="10105993" y="625505"/>
              <a:ext cx="19689" cy="8505"/>
            </a:xfrm>
            <a:custGeom>
              <a:avLst/>
              <a:gdLst>
                <a:gd name="connsiteX0" fmla="*/ 2807 w 19689"/>
                <a:gd name="connsiteY0" fmla="*/ -17 h 8505"/>
                <a:gd name="connsiteX1" fmla="*/ 11668 w 19689"/>
                <a:gd name="connsiteY1" fmla="*/ 2161 h 8505"/>
                <a:gd name="connsiteX2" fmla="*/ 19178 w 19689"/>
                <a:gd name="connsiteY2" fmla="*/ 5314 h 8505"/>
                <a:gd name="connsiteX3" fmla="*/ 19133 w 19689"/>
                <a:gd name="connsiteY3" fmla="*/ 7756 h 8505"/>
                <a:gd name="connsiteX4" fmla="*/ 18427 w 19689"/>
                <a:gd name="connsiteY4" fmla="*/ 8168 h 8505"/>
                <a:gd name="connsiteX5" fmla="*/ 11443 w 19689"/>
                <a:gd name="connsiteY5" fmla="*/ 8168 h 8505"/>
                <a:gd name="connsiteX6" fmla="*/ 2055 w 19689"/>
                <a:gd name="connsiteY6" fmla="*/ 6215 h 8505"/>
                <a:gd name="connsiteX7" fmla="*/ 2807 w 19689"/>
                <a:gd name="connsiteY7" fmla="*/ -17 h 8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689" h="8505">
                  <a:moveTo>
                    <a:pt x="2807" y="-17"/>
                  </a:moveTo>
                  <a:cubicBezTo>
                    <a:pt x="5833" y="371"/>
                    <a:pt x="8807" y="1101"/>
                    <a:pt x="11668" y="2161"/>
                  </a:cubicBezTo>
                  <a:cubicBezTo>
                    <a:pt x="14357" y="2697"/>
                    <a:pt x="16910" y="3770"/>
                    <a:pt x="19178" y="5314"/>
                  </a:cubicBezTo>
                  <a:cubicBezTo>
                    <a:pt x="19839" y="6001"/>
                    <a:pt x="19816" y="7095"/>
                    <a:pt x="19133" y="7756"/>
                  </a:cubicBezTo>
                  <a:cubicBezTo>
                    <a:pt x="18930" y="7948"/>
                    <a:pt x="18690" y="8089"/>
                    <a:pt x="18427" y="8168"/>
                  </a:cubicBezTo>
                  <a:cubicBezTo>
                    <a:pt x="16114" y="8579"/>
                    <a:pt x="13756" y="8579"/>
                    <a:pt x="11443" y="8168"/>
                  </a:cubicBezTo>
                  <a:cubicBezTo>
                    <a:pt x="8258" y="7821"/>
                    <a:pt x="5112" y="7167"/>
                    <a:pt x="2055" y="6215"/>
                  </a:cubicBezTo>
                  <a:cubicBezTo>
                    <a:pt x="-874" y="4639"/>
                    <a:pt x="-799" y="-317"/>
                    <a:pt x="2807" y="-17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9" name="Content Placeholder 4">
              <a:extLst>
                <a:ext uri="{FF2B5EF4-FFF2-40B4-BE49-F238E27FC236}">
                  <a16:creationId xmlns:a16="http://schemas.microsoft.com/office/drawing/2014/main" id="{F7594CE9-4772-1A8F-A885-14D9C61B787A}"/>
                </a:ext>
              </a:extLst>
            </p:cNvPr>
            <p:cNvSpPr/>
            <p:nvPr/>
          </p:nvSpPr>
          <p:spPr>
            <a:xfrm>
              <a:off x="10165421" y="552407"/>
              <a:ext cx="86858" cy="127856"/>
            </a:xfrm>
            <a:custGeom>
              <a:avLst/>
              <a:gdLst>
                <a:gd name="connsiteX0" fmla="*/ 8715 w 86858"/>
                <a:gd name="connsiteY0" fmla="*/ 114302 h 127856"/>
                <a:gd name="connsiteX1" fmla="*/ 604 w 86858"/>
                <a:gd name="connsiteY1" fmla="*/ 89449 h 127856"/>
                <a:gd name="connsiteX2" fmla="*/ 8114 w 86858"/>
                <a:gd name="connsiteY2" fmla="*/ 34713 h 127856"/>
                <a:gd name="connsiteX3" fmla="*/ 62412 w 86858"/>
                <a:gd name="connsiteY3" fmla="*/ 774 h 127856"/>
                <a:gd name="connsiteX4" fmla="*/ 85843 w 86858"/>
                <a:gd name="connsiteY4" fmla="*/ 64972 h 127856"/>
                <a:gd name="connsiteX5" fmla="*/ 63989 w 86858"/>
                <a:gd name="connsiteY5" fmla="*/ 114678 h 127856"/>
                <a:gd name="connsiteX6" fmla="*/ 8715 w 86858"/>
                <a:gd name="connsiteY6" fmla="*/ 114302 h 12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6858" h="127856">
                  <a:moveTo>
                    <a:pt x="8715" y="114302"/>
                  </a:moveTo>
                  <a:cubicBezTo>
                    <a:pt x="3714" y="106951"/>
                    <a:pt x="905" y="98334"/>
                    <a:pt x="604" y="89449"/>
                  </a:cubicBezTo>
                  <a:cubicBezTo>
                    <a:pt x="-1348" y="70865"/>
                    <a:pt x="1228" y="52085"/>
                    <a:pt x="8114" y="34713"/>
                  </a:cubicBezTo>
                  <a:cubicBezTo>
                    <a:pt x="16901" y="15191"/>
                    <a:pt x="39281" y="-4256"/>
                    <a:pt x="62412" y="774"/>
                  </a:cubicBezTo>
                  <a:cubicBezTo>
                    <a:pt x="89598" y="6706"/>
                    <a:pt x="87795" y="41696"/>
                    <a:pt x="85843" y="64972"/>
                  </a:cubicBezTo>
                  <a:cubicBezTo>
                    <a:pt x="85017" y="83686"/>
                    <a:pt x="77221" y="101415"/>
                    <a:pt x="63989" y="114678"/>
                  </a:cubicBezTo>
                  <a:cubicBezTo>
                    <a:pt x="43561" y="133374"/>
                    <a:pt x="20656" y="131121"/>
                    <a:pt x="8715" y="114302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Content Placeholder 4">
              <a:extLst>
                <a:ext uri="{FF2B5EF4-FFF2-40B4-BE49-F238E27FC236}">
                  <a16:creationId xmlns:a16="http://schemas.microsoft.com/office/drawing/2014/main" id="{D1150988-FBC2-8260-5C98-BDD14D2A8188}"/>
                </a:ext>
              </a:extLst>
            </p:cNvPr>
            <p:cNvSpPr/>
            <p:nvPr/>
          </p:nvSpPr>
          <p:spPr>
            <a:xfrm>
              <a:off x="10154781" y="522519"/>
              <a:ext cx="107155" cy="128780"/>
            </a:xfrm>
            <a:custGeom>
              <a:avLst/>
              <a:gdLst>
                <a:gd name="connsiteX0" fmla="*/ 26940 w 107155"/>
                <a:gd name="connsiteY0" fmla="*/ 92908 h 128780"/>
                <a:gd name="connsiteX1" fmla="*/ 12446 w 107155"/>
                <a:gd name="connsiteY1" fmla="*/ 127822 h 128780"/>
                <a:gd name="connsiteX2" fmla="*/ 6814 w 107155"/>
                <a:gd name="connsiteY2" fmla="*/ 124368 h 128780"/>
                <a:gd name="connsiteX3" fmla="*/ 881 w 107155"/>
                <a:gd name="connsiteY3" fmla="*/ 41776 h 128780"/>
                <a:gd name="connsiteX4" fmla="*/ 33023 w 107155"/>
                <a:gd name="connsiteY4" fmla="*/ 4984 h 128780"/>
                <a:gd name="connsiteX5" fmla="*/ 79661 w 107155"/>
                <a:gd name="connsiteY5" fmla="*/ 5885 h 128780"/>
                <a:gd name="connsiteX6" fmla="*/ 106922 w 107155"/>
                <a:gd name="connsiteY6" fmla="*/ 43427 h 128780"/>
                <a:gd name="connsiteX7" fmla="*/ 106471 w 107155"/>
                <a:gd name="connsiteY7" fmla="*/ 47857 h 128780"/>
                <a:gd name="connsiteX8" fmla="*/ 99787 w 107155"/>
                <a:gd name="connsiteY8" fmla="*/ 49584 h 128780"/>
                <a:gd name="connsiteX9" fmla="*/ 58783 w 107155"/>
                <a:gd name="connsiteY9" fmla="*/ 47332 h 128780"/>
                <a:gd name="connsiteX10" fmla="*/ 34525 w 107155"/>
                <a:gd name="connsiteY10" fmla="*/ 75939 h 128780"/>
                <a:gd name="connsiteX11" fmla="*/ 18529 w 107155"/>
                <a:gd name="connsiteY11" fmla="*/ 75939 h 128780"/>
                <a:gd name="connsiteX12" fmla="*/ 13325 w 107155"/>
                <a:gd name="connsiteY12" fmla="*/ 88035 h 128780"/>
                <a:gd name="connsiteX13" fmla="*/ 13948 w 107155"/>
                <a:gd name="connsiteY13" fmla="*/ 89304 h 128780"/>
                <a:gd name="connsiteX14" fmla="*/ 26940 w 107155"/>
                <a:gd name="connsiteY14" fmla="*/ 92908 h 12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7155" h="128780">
                  <a:moveTo>
                    <a:pt x="26940" y="92908"/>
                  </a:moveTo>
                  <a:cubicBezTo>
                    <a:pt x="24297" y="105338"/>
                    <a:pt x="19378" y="117173"/>
                    <a:pt x="12446" y="127822"/>
                  </a:cubicBezTo>
                  <a:cubicBezTo>
                    <a:pt x="11094" y="130375"/>
                    <a:pt x="7565" y="127147"/>
                    <a:pt x="6814" y="124368"/>
                  </a:cubicBezTo>
                  <a:cubicBezTo>
                    <a:pt x="603" y="97306"/>
                    <a:pt x="-1395" y="69448"/>
                    <a:pt x="881" y="41776"/>
                  </a:cubicBezTo>
                  <a:cubicBezTo>
                    <a:pt x="3509" y="19851"/>
                    <a:pt x="13122" y="14670"/>
                    <a:pt x="33023" y="4984"/>
                  </a:cubicBezTo>
                  <a:cubicBezTo>
                    <a:pt x="47856" y="-2005"/>
                    <a:pt x="65106" y="-1671"/>
                    <a:pt x="79661" y="5885"/>
                  </a:cubicBezTo>
                  <a:cubicBezTo>
                    <a:pt x="93960" y="13634"/>
                    <a:pt x="103978" y="27435"/>
                    <a:pt x="106922" y="43427"/>
                  </a:cubicBezTo>
                  <a:cubicBezTo>
                    <a:pt x="107305" y="44910"/>
                    <a:pt x="107147" y="46483"/>
                    <a:pt x="106471" y="47857"/>
                  </a:cubicBezTo>
                  <a:cubicBezTo>
                    <a:pt x="105195" y="49885"/>
                    <a:pt x="102191" y="49885"/>
                    <a:pt x="99787" y="49584"/>
                  </a:cubicBezTo>
                  <a:cubicBezTo>
                    <a:pt x="86119" y="47857"/>
                    <a:pt x="72226" y="44403"/>
                    <a:pt x="58783" y="47332"/>
                  </a:cubicBezTo>
                  <a:cubicBezTo>
                    <a:pt x="45340" y="50260"/>
                    <a:pt x="32348" y="62349"/>
                    <a:pt x="34525" y="75939"/>
                  </a:cubicBezTo>
                  <a:cubicBezTo>
                    <a:pt x="29314" y="74321"/>
                    <a:pt x="23741" y="74321"/>
                    <a:pt x="18529" y="75939"/>
                  </a:cubicBezTo>
                  <a:cubicBezTo>
                    <a:pt x="13753" y="77843"/>
                    <a:pt x="11425" y="83258"/>
                    <a:pt x="13325" y="88035"/>
                  </a:cubicBezTo>
                  <a:cubicBezTo>
                    <a:pt x="13498" y="88473"/>
                    <a:pt x="13708" y="88897"/>
                    <a:pt x="13948" y="89304"/>
                  </a:cubicBezTo>
                  <a:cubicBezTo>
                    <a:pt x="17650" y="92141"/>
                    <a:pt x="22307" y="93432"/>
                    <a:pt x="26940" y="92908"/>
                  </a:cubicBezTo>
                  <a:close/>
                </a:path>
              </a:pathLst>
            </a:custGeom>
            <a:solidFill>
              <a:srgbClr val="E0C68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Content Placeholder 4">
              <a:extLst>
                <a:ext uri="{FF2B5EF4-FFF2-40B4-BE49-F238E27FC236}">
                  <a16:creationId xmlns:a16="http://schemas.microsoft.com/office/drawing/2014/main" id="{0E026E70-C179-0472-0A50-F81794F57E72}"/>
                </a:ext>
              </a:extLst>
            </p:cNvPr>
            <p:cNvSpPr/>
            <p:nvPr/>
          </p:nvSpPr>
          <p:spPr>
            <a:xfrm>
              <a:off x="10215617" y="1289815"/>
              <a:ext cx="73936" cy="31831"/>
            </a:xfrm>
            <a:custGeom>
              <a:avLst/>
              <a:gdLst>
                <a:gd name="connsiteX0" fmla="*/ 4705 w 73936"/>
                <a:gd name="connsiteY0" fmla="*/ 397 h 31831"/>
                <a:gd name="connsiteX1" fmla="*/ 37373 w 73936"/>
                <a:gd name="connsiteY1" fmla="*/ 1823 h 31831"/>
                <a:gd name="connsiteX2" fmla="*/ 64410 w 73936"/>
                <a:gd name="connsiteY2" fmla="*/ 16840 h 31831"/>
                <a:gd name="connsiteX3" fmla="*/ 71920 w 73936"/>
                <a:gd name="connsiteY3" fmla="*/ 21270 h 31831"/>
                <a:gd name="connsiteX4" fmla="*/ 72896 w 73936"/>
                <a:gd name="connsiteY4" fmla="*/ 29454 h 31831"/>
                <a:gd name="connsiteX5" fmla="*/ 65386 w 73936"/>
                <a:gd name="connsiteY5" fmla="*/ 31707 h 31831"/>
                <a:gd name="connsiteX6" fmla="*/ 5306 w 73936"/>
                <a:gd name="connsiteY6" fmla="*/ 26526 h 31831"/>
                <a:gd name="connsiteX7" fmla="*/ 2002 w 73936"/>
                <a:gd name="connsiteY7" fmla="*/ 25175 h 31831"/>
                <a:gd name="connsiteX8" fmla="*/ 725 w 73936"/>
                <a:gd name="connsiteY8" fmla="*/ 22622 h 31831"/>
                <a:gd name="connsiteX9" fmla="*/ 4705 w 73936"/>
                <a:gd name="connsiteY9" fmla="*/ 397 h 3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936" h="31831">
                  <a:moveTo>
                    <a:pt x="4705" y="397"/>
                  </a:moveTo>
                  <a:cubicBezTo>
                    <a:pt x="15610" y="-482"/>
                    <a:pt x="26582" y="-1"/>
                    <a:pt x="37373" y="1823"/>
                  </a:cubicBezTo>
                  <a:cubicBezTo>
                    <a:pt x="45725" y="7935"/>
                    <a:pt x="54812" y="12981"/>
                    <a:pt x="64410" y="16840"/>
                  </a:cubicBezTo>
                  <a:cubicBezTo>
                    <a:pt x="67196" y="17771"/>
                    <a:pt x="69757" y="19280"/>
                    <a:pt x="71920" y="21270"/>
                  </a:cubicBezTo>
                  <a:cubicBezTo>
                    <a:pt x="74142" y="23425"/>
                    <a:pt x="74548" y="26841"/>
                    <a:pt x="72896" y="29454"/>
                  </a:cubicBezTo>
                  <a:cubicBezTo>
                    <a:pt x="70846" y="31271"/>
                    <a:pt x="68097" y="32097"/>
                    <a:pt x="65386" y="31707"/>
                  </a:cubicBezTo>
                  <a:cubicBezTo>
                    <a:pt x="45244" y="31857"/>
                    <a:pt x="25125" y="30123"/>
                    <a:pt x="5306" y="26526"/>
                  </a:cubicBezTo>
                  <a:cubicBezTo>
                    <a:pt x="4097" y="26406"/>
                    <a:pt x="2948" y="25940"/>
                    <a:pt x="2002" y="25175"/>
                  </a:cubicBezTo>
                  <a:cubicBezTo>
                    <a:pt x="1356" y="24454"/>
                    <a:pt x="920" y="23568"/>
                    <a:pt x="725" y="22622"/>
                  </a:cubicBezTo>
                  <a:cubicBezTo>
                    <a:pt x="-1070" y="14978"/>
                    <a:pt x="372" y="6937"/>
                    <a:pt x="4705" y="397"/>
                  </a:cubicBezTo>
                  <a:close/>
                </a:path>
              </a:pathLst>
            </a:custGeom>
            <a:solidFill>
              <a:srgbClr val="53708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Content Placeholder 4">
              <a:extLst>
                <a:ext uri="{FF2B5EF4-FFF2-40B4-BE49-F238E27FC236}">
                  <a16:creationId xmlns:a16="http://schemas.microsoft.com/office/drawing/2014/main" id="{DE9AE4A7-5531-6CFA-3F65-E20433C4C650}"/>
                </a:ext>
              </a:extLst>
            </p:cNvPr>
            <p:cNvSpPr/>
            <p:nvPr/>
          </p:nvSpPr>
          <p:spPr>
            <a:xfrm>
              <a:off x="10118024" y="1284234"/>
              <a:ext cx="71119" cy="43074"/>
            </a:xfrm>
            <a:custGeom>
              <a:avLst/>
              <a:gdLst>
                <a:gd name="connsiteX0" fmla="*/ 7747 w 71119"/>
                <a:gd name="connsiteY0" fmla="*/ -30 h 43074"/>
                <a:gd name="connsiteX1" fmla="*/ 39590 w 71119"/>
                <a:gd name="connsiteY1" fmla="*/ 7479 h 43074"/>
                <a:gd name="connsiteX2" fmla="*/ 63096 w 71119"/>
                <a:gd name="connsiteY2" fmla="*/ 27676 h 43074"/>
                <a:gd name="connsiteX3" fmla="*/ 69930 w 71119"/>
                <a:gd name="connsiteY3" fmla="*/ 33533 h 43074"/>
                <a:gd name="connsiteX4" fmla="*/ 69254 w 71119"/>
                <a:gd name="connsiteY4" fmla="*/ 41792 h 43074"/>
                <a:gd name="connsiteX5" fmla="*/ 61744 w 71119"/>
                <a:gd name="connsiteY5" fmla="*/ 42618 h 43074"/>
                <a:gd name="connsiteX6" fmla="*/ 3767 w 71119"/>
                <a:gd name="connsiteY6" fmla="*/ 25799 h 43074"/>
                <a:gd name="connsiteX7" fmla="*/ 763 w 71119"/>
                <a:gd name="connsiteY7" fmla="*/ 23847 h 43074"/>
                <a:gd name="connsiteX8" fmla="*/ 12 w 71119"/>
                <a:gd name="connsiteY8" fmla="*/ 21069 h 43074"/>
                <a:gd name="connsiteX9" fmla="*/ 7747 w 71119"/>
                <a:gd name="connsiteY9" fmla="*/ -30 h 43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1119" h="43074">
                  <a:moveTo>
                    <a:pt x="7747" y="-30"/>
                  </a:moveTo>
                  <a:cubicBezTo>
                    <a:pt x="18622" y="1187"/>
                    <a:pt x="29316" y="3702"/>
                    <a:pt x="39590" y="7479"/>
                  </a:cubicBezTo>
                  <a:cubicBezTo>
                    <a:pt x="46506" y="15212"/>
                    <a:pt x="54407" y="22008"/>
                    <a:pt x="63096" y="27676"/>
                  </a:cubicBezTo>
                  <a:cubicBezTo>
                    <a:pt x="65762" y="29126"/>
                    <a:pt x="68090" y="31123"/>
                    <a:pt x="69930" y="33533"/>
                  </a:cubicBezTo>
                  <a:cubicBezTo>
                    <a:pt x="71703" y="36093"/>
                    <a:pt x="71417" y="39555"/>
                    <a:pt x="69254" y="41792"/>
                  </a:cubicBezTo>
                  <a:cubicBezTo>
                    <a:pt x="66971" y="43099"/>
                    <a:pt x="64253" y="43399"/>
                    <a:pt x="61744" y="42618"/>
                  </a:cubicBezTo>
                  <a:cubicBezTo>
                    <a:pt x="41925" y="38872"/>
                    <a:pt x="22512" y="33240"/>
                    <a:pt x="3767" y="25799"/>
                  </a:cubicBezTo>
                  <a:cubicBezTo>
                    <a:pt x="2588" y="25476"/>
                    <a:pt x="1537" y="24793"/>
                    <a:pt x="763" y="23847"/>
                  </a:cubicBezTo>
                  <a:cubicBezTo>
                    <a:pt x="283" y="22999"/>
                    <a:pt x="20" y="22045"/>
                    <a:pt x="12" y="21069"/>
                  </a:cubicBezTo>
                  <a:cubicBezTo>
                    <a:pt x="-409" y="13275"/>
                    <a:pt x="2393" y="5647"/>
                    <a:pt x="7747" y="-30"/>
                  </a:cubicBezTo>
                  <a:close/>
                </a:path>
              </a:pathLst>
            </a:custGeom>
            <a:solidFill>
              <a:srgbClr val="53708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3" name="Content Placeholder 4">
              <a:extLst>
                <a:ext uri="{FF2B5EF4-FFF2-40B4-BE49-F238E27FC236}">
                  <a16:creationId xmlns:a16="http://schemas.microsoft.com/office/drawing/2014/main" id="{3B418135-9EBD-7ACD-1F71-633C3C77F391}"/>
                </a:ext>
              </a:extLst>
            </p:cNvPr>
            <p:cNvSpPr/>
            <p:nvPr/>
          </p:nvSpPr>
          <p:spPr>
            <a:xfrm>
              <a:off x="10239214" y="689275"/>
              <a:ext cx="57700" cy="190270"/>
            </a:xfrm>
            <a:custGeom>
              <a:avLst/>
              <a:gdLst>
                <a:gd name="connsiteX0" fmla="*/ 5366 w 57700"/>
                <a:gd name="connsiteY0" fmla="*/ 861 h 190270"/>
                <a:gd name="connsiteX1" fmla="*/ 17458 w 57700"/>
                <a:gd name="connsiteY1" fmla="*/ 3939 h 190270"/>
                <a:gd name="connsiteX2" fmla="*/ 20011 w 57700"/>
                <a:gd name="connsiteY2" fmla="*/ 19557 h 190270"/>
                <a:gd name="connsiteX3" fmla="*/ 19185 w 57700"/>
                <a:gd name="connsiteY3" fmla="*/ 21809 h 190270"/>
                <a:gd name="connsiteX4" fmla="*/ 20461 w 57700"/>
                <a:gd name="connsiteY4" fmla="*/ 23086 h 190270"/>
                <a:gd name="connsiteX5" fmla="*/ 52379 w 57700"/>
                <a:gd name="connsiteY5" fmla="*/ 95617 h 190270"/>
                <a:gd name="connsiteX6" fmla="*/ 55082 w 57700"/>
                <a:gd name="connsiteY6" fmla="*/ 155685 h 190270"/>
                <a:gd name="connsiteX7" fmla="*/ 48849 w 57700"/>
                <a:gd name="connsiteY7" fmla="*/ 176483 h 190270"/>
                <a:gd name="connsiteX8" fmla="*/ 41339 w 57700"/>
                <a:gd name="connsiteY8" fmla="*/ 189173 h 190270"/>
                <a:gd name="connsiteX9" fmla="*/ 33829 w 57700"/>
                <a:gd name="connsiteY9" fmla="*/ 92088 h 190270"/>
                <a:gd name="connsiteX10" fmla="*/ 19335 w 57700"/>
                <a:gd name="connsiteY10" fmla="*/ 36225 h 190270"/>
                <a:gd name="connsiteX11" fmla="*/ 13477 w 57700"/>
                <a:gd name="connsiteY11" fmla="*/ 26990 h 190270"/>
                <a:gd name="connsiteX12" fmla="*/ 12876 w 57700"/>
                <a:gd name="connsiteY12" fmla="*/ 24137 h 190270"/>
                <a:gd name="connsiteX13" fmla="*/ 10849 w 57700"/>
                <a:gd name="connsiteY13" fmla="*/ 21509 h 190270"/>
                <a:gd name="connsiteX14" fmla="*/ 335 w 57700"/>
                <a:gd name="connsiteY14" fmla="*/ 11823 h 190270"/>
                <a:gd name="connsiteX15" fmla="*/ 5366 w 57700"/>
                <a:gd name="connsiteY15" fmla="*/ 861 h 190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7700" h="190270">
                  <a:moveTo>
                    <a:pt x="5366" y="861"/>
                  </a:moveTo>
                  <a:cubicBezTo>
                    <a:pt x="9624" y="-1066"/>
                    <a:pt x="14641" y="213"/>
                    <a:pt x="17458" y="3939"/>
                  </a:cubicBezTo>
                  <a:cubicBezTo>
                    <a:pt x="20326" y="8608"/>
                    <a:pt x="21242" y="14217"/>
                    <a:pt x="20011" y="19557"/>
                  </a:cubicBezTo>
                  <a:cubicBezTo>
                    <a:pt x="19981" y="20377"/>
                    <a:pt x="19695" y="21166"/>
                    <a:pt x="19185" y="21809"/>
                  </a:cubicBezTo>
                  <a:cubicBezTo>
                    <a:pt x="19695" y="22135"/>
                    <a:pt x="20139" y="22571"/>
                    <a:pt x="20461" y="23086"/>
                  </a:cubicBezTo>
                  <a:cubicBezTo>
                    <a:pt x="35339" y="45168"/>
                    <a:pt x="46145" y="69732"/>
                    <a:pt x="52379" y="95617"/>
                  </a:cubicBezTo>
                  <a:cubicBezTo>
                    <a:pt x="58357" y="115087"/>
                    <a:pt x="59288" y="135757"/>
                    <a:pt x="55082" y="155685"/>
                  </a:cubicBezTo>
                  <a:cubicBezTo>
                    <a:pt x="55082" y="159664"/>
                    <a:pt x="49074" y="172504"/>
                    <a:pt x="48849" y="176483"/>
                  </a:cubicBezTo>
                  <a:cubicBezTo>
                    <a:pt x="48624" y="180463"/>
                    <a:pt x="42991" y="194128"/>
                    <a:pt x="41339" y="189173"/>
                  </a:cubicBezTo>
                  <a:cubicBezTo>
                    <a:pt x="33829" y="161617"/>
                    <a:pt x="35256" y="120545"/>
                    <a:pt x="33829" y="92088"/>
                  </a:cubicBezTo>
                  <a:cubicBezTo>
                    <a:pt x="31614" y="72885"/>
                    <a:pt x="26740" y="54083"/>
                    <a:pt x="19335" y="36225"/>
                  </a:cubicBezTo>
                  <a:cubicBezTo>
                    <a:pt x="17458" y="33147"/>
                    <a:pt x="15505" y="29993"/>
                    <a:pt x="13477" y="26990"/>
                  </a:cubicBezTo>
                  <a:cubicBezTo>
                    <a:pt x="12794" y="26206"/>
                    <a:pt x="12569" y="25128"/>
                    <a:pt x="12876" y="24137"/>
                  </a:cubicBezTo>
                  <a:cubicBezTo>
                    <a:pt x="11742" y="23731"/>
                    <a:pt x="10954" y="22706"/>
                    <a:pt x="10849" y="21509"/>
                  </a:cubicBezTo>
                  <a:cubicBezTo>
                    <a:pt x="6868" y="19406"/>
                    <a:pt x="1686" y="16253"/>
                    <a:pt x="335" y="11823"/>
                  </a:cubicBezTo>
                  <a:cubicBezTo>
                    <a:pt x="-935" y="7427"/>
                    <a:pt x="1206" y="2764"/>
                    <a:pt x="5366" y="861"/>
                  </a:cubicBezTo>
                  <a:close/>
                </a:path>
              </a:pathLst>
            </a:custGeom>
            <a:solidFill>
              <a:srgbClr val="303D5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4" name="Content Placeholder 4">
              <a:extLst>
                <a:ext uri="{FF2B5EF4-FFF2-40B4-BE49-F238E27FC236}">
                  <a16:creationId xmlns:a16="http://schemas.microsoft.com/office/drawing/2014/main" id="{A33813B8-AC1A-2454-BE2B-01460B0D8EB4}"/>
                </a:ext>
              </a:extLst>
            </p:cNvPr>
            <p:cNvSpPr/>
            <p:nvPr/>
          </p:nvSpPr>
          <p:spPr>
            <a:xfrm>
              <a:off x="10162825" y="607713"/>
              <a:ext cx="103438" cy="107667"/>
            </a:xfrm>
            <a:custGeom>
              <a:avLst/>
              <a:gdLst>
                <a:gd name="connsiteX0" fmla="*/ -29 w 103438"/>
                <a:gd name="connsiteY0" fmla="*/ 30764 h 107667"/>
                <a:gd name="connsiteX1" fmla="*/ 4852 w 103438"/>
                <a:gd name="connsiteY1" fmla="*/ 24307 h 107667"/>
                <a:gd name="connsiteX2" fmla="*/ 41501 w 103438"/>
                <a:gd name="connsiteY2" fmla="*/ 731 h 107667"/>
                <a:gd name="connsiteX3" fmla="*/ 49011 w 103438"/>
                <a:gd name="connsiteY3" fmla="*/ 2307 h 107667"/>
                <a:gd name="connsiteX4" fmla="*/ 102106 w 103438"/>
                <a:gd name="connsiteY4" fmla="*/ 74614 h 107667"/>
                <a:gd name="connsiteX5" fmla="*/ 101896 w 103438"/>
                <a:gd name="connsiteY5" fmla="*/ 81407 h 107667"/>
                <a:gd name="connsiteX6" fmla="*/ 100905 w 103438"/>
                <a:gd name="connsiteY6" fmla="*/ 82122 h 107667"/>
                <a:gd name="connsiteX7" fmla="*/ 60276 w 103438"/>
                <a:gd name="connsiteY7" fmla="*/ 105624 h 107667"/>
                <a:gd name="connsiteX8" fmla="*/ 51940 w 103438"/>
                <a:gd name="connsiteY8" fmla="*/ 107576 h 107667"/>
                <a:gd name="connsiteX9" fmla="*/ 44880 w 103438"/>
                <a:gd name="connsiteY9" fmla="*/ 101419 h 107667"/>
                <a:gd name="connsiteX10" fmla="*/ 2524 w 103438"/>
                <a:gd name="connsiteY10" fmla="*/ 37447 h 107667"/>
                <a:gd name="connsiteX11" fmla="*/ -29 w 103438"/>
                <a:gd name="connsiteY11" fmla="*/ 30764 h 107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438" h="107667">
                  <a:moveTo>
                    <a:pt x="-29" y="30764"/>
                  </a:moveTo>
                  <a:cubicBezTo>
                    <a:pt x="639" y="28031"/>
                    <a:pt x="2404" y="25695"/>
                    <a:pt x="4852" y="24307"/>
                  </a:cubicBezTo>
                  <a:cubicBezTo>
                    <a:pt x="16403" y="15456"/>
                    <a:pt x="28659" y="7571"/>
                    <a:pt x="41501" y="731"/>
                  </a:cubicBezTo>
                  <a:cubicBezTo>
                    <a:pt x="44039" y="-719"/>
                    <a:pt x="47269" y="-42"/>
                    <a:pt x="49011" y="2307"/>
                  </a:cubicBezTo>
                  <a:cubicBezTo>
                    <a:pt x="67635" y="27010"/>
                    <a:pt x="82655" y="50737"/>
                    <a:pt x="102106" y="74614"/>
                  </a:cubicBezTo>
                  <a:cubicBezTo>
                    <a:pt x="103924" y="76548"/>
                    <a:pt x="103826" y="79590"/>
                    <a:pt x="101896" y="81407"/>
                  </a:cubicBezTo>
                  <a:cubicBezTo>
                    <a:pt x="101596" y="81686"/>
                    <a:pt x="101265" y="81926"/>
                    <a:pt x="100905" y="82122"/>
                  </a:cubicBezTo>
                  <a:cubicBezTo>
                    <a:pt x="87763" y="90231"/>
                    <a:pt x="73869" y="98941"/>
                    <a:pt x="60276" y="105624"/>
                  </a:cubicBezTo>
                  <a:cubicBezTo>
                    <a:pt x="57790" y="107170"/>
                    <a:pt x="54854" y="107857"/>
                    <a:pt x="51940" y="107576"/>
                  </a:cubicBezTo>
                  <a:cubicBezTo>
                    <a:pt x="48898" y="106486"/>
                    <a:pt x="46375" y="104286"/>
                    <a:pt x="44880" y="101419"/>
                  </a:cubicBezTo>
                  <a:cubicBezTo>
                    <a:pt x="30311" y="80395"/>
                    <a:pt x="16192" y="59071"/>
                    <a:pt x="2524" y="37447"/>
                  </a:cubicBezTo>
                  <a:cubicBezTo>
                    <a:pt x="932" y="35577"/>
                    <a:pt x="31" y="33218"/>
                    <a:pt x="-29" y="30764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Content Placeholder 4">
              <a:extLst>
                <a:ext uri="{FF2B5EF4-FFF2-40B4-BE49-F238E27FC236}">
                  <a16:creationId xmlns:a16="http://schemas.microsoft.com/office/drawing/2014/main" id="{1511207B-2317-1D91-50CB-FB1C96856313}"/>
                </a:ext>
              </a:extLst>
            </p:cNvPr>
            <p:cNvSpPr/>
            <p:nvPr/>
          </p:nvSpPr>
          <p:spPr>
            <a:xfrm>
              <a:off x="10222361" y="673797"/>
              <a:ext cx="55402" cy="143359"/>
            </a:xfrm>
            <a:custGeom>
              <a:avLst/>
              <a:gdLst>
                <a:gd name="connsiteX0" fmla="*/ 31832 w 55402"/>
                <a:gd name="connsiteY0" fmla="*/ 132720 h 143359"/>
                <a:gd name="connsiteX1" fmla="*/ 16812 w 55402"/>
                <a:gd name="connsiteY1" fmla="*/ 90147 h 143359"/>
                <a:gd name="connsiteX2" fmla="*/ 816 w 55402"/>
                <a:gd name="connsiteY2" fmla="*/ 19492 h 143359"/>
                <a:gd name="connsiteX3" fmla="*/ 816 w 55402"/>
                <a:gd name="connsiteY3" fmla="*/ 7479 h 143359"/>
                <a:gd name="connsiteX4" fmla="*/ 11255 w 55402"/>
                <a:gd name="connsiteY4" fmla="*/ -30 h 143359"/>
                <a:gd name="connsiteX5" fmla="*/ 55038 w 55402"/>
                <a:gd name="connsiteY5" fmla="*/ 131218 h 143359"/>
                <a:gd name="connsiteX6" fmla="*/ 52935 w 55402"/>
                <a:gd name="connsiteY6" fmla="*/ 140904 h 143359"/>
                <a:gd name="connsiteX7" fmla="*/ 40018 w 55402"/>
                <a:gd name="connsiteY7" fmla="*/ 141805 h 143359"/>
                <a:gd name="connsiteX8" fmla="*/ 31832 w 55402"/>
                <a:gd name="connsiteY8" fmla="*/ 132720 h 14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5402" h="143359">
                  <a:moveTo>
                    <a:pt x="31832" y="132720"/>
                  </a:moveTo>
                  <a:cubicBezTo>
                    <a:pt x="25163" y="119171"/>
                    <a:pt x="20124" y="104881"/>
                    <a:pt x="16812" y="90147"/>
                  </a:cubicBezTo>
                  <a:cubicBezTo>
                    <a:pt x="10804" y="66720"/>
                    <a:pt x="5472" y="43169"/>
                    <a:pt x="816" y="19492"/>
                  </a:cubicBezTo>
                  <a:cubicBezTo>
                    <a:pt x="-311" y="15567"/>
                    <a:pt x="-311" y="11404"/>
                    <a:pt x="816" y="7479"/>
                  </a:cubicBezTo>
                  <a:cubicBezTo>
                    <a:pt x="2325" y="2999"/>
                    <a:pt x="6523" y="-21"/>
                    <a:pt x="11255" y="-30"/>
                  </a:cubicBezTo>
                  <a:cubicBezTo>
                    <a:pt x="35121" y="40063"/>
                    <a:pt x="50051" y="84830"/>
                    <a:pt x="55038" y="131218"/>
                  </a:cubicBezTo>
                  <a:cubicBezTo>
                    <a:pt x="55887" y="134598"/>
                    <a:pt x="55106" y="138179"/>
                    <a:pt x="52935" y="140904"/>
                  </a:cubicBezTo>
                  <a:cubicBezTo>
                    <a:pt x="49203" y="143772"/>
                    <a:pt x="44111" y="144127"/>
                    <a:pt x="40018" y="141805"/>
                  </a:cubicBezTo>
                  <a:cubicBezTo>
                    <a:pt x="36451" y="139651"/>
                    <a:pt x="33604" y="136490"/>
                    <a:pt x="31832" y="132720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6" name="Content Placeholder 4">
              <a:extLst>
                <a:ext uri="{FF2B5EF4-FFF2-40B4-BE49-F238E27FC236}">
                  <a16:creationId xmlns:a16="http://schemas.microsoft.com/office/drawing/2014/main" id="{1FEF94BC-852A-7B14-4AA3-B2DEECC8B211}"/>
                </a:ext>
              </a:extLst>
            </p:cNvPr>
            <p:cNvSpPr/>
            <p:nvPr/>
          </p:nvSpPr>
          <p:spPr>
            <a:xfrm>
              <a:off x="10215211" y="776718"/>
              <a:ext cx="62423" cy="49822"/>
            </a:xfrm>
            <a:custGeom>
              <a:avLst/>
              <a:gdLst>
                <a:gd name="connsiteX0" fmla="*/ 43338 w 62423"/>
                <a:gd name="connsiteY0" fmla="*/ 20338 h 49822"/>
                <a:gd name="connsiteX1" fmla="*/ 9543 w 62423"/>
                <a:gd name="connsiteY1" fmla="*/ 216 h 49822"/>
                <a:gd name="connsiteX2" fmla="*/ 7289 w 62423"/>
                <a:gd name="connsiteY2" fmla="*/ 216 h 49822"/>
                <a:gd name="connsiteX3" fmla="*/ 6013 w 62423"/>
                <a:gd name="connsiteY3" fmla="*/ 1868 h 49822"/>
                <a:gd name="connsiteX4" fmla="*/ 680 w 62423"/>
                <a:gd name="connsiteY4" fmla="*/ 18161 h 49822"/>
                <a:gd name="connsiteX5" fmla="*/ 2333 w 62423"/>
                <a:gd name="connsiteY5" fmla="*/ 29574 h 49822"/>
                <a:gd name="connsiteX6" fmla="*/ 8116 w 62423"/>
                <a:gd name="connsiteY6" fmla="*/ 32502 h 49822"/>
                <a:gd name="connsiteX7" fmla="*/ 36053 w 62423"/>
                <a:gd name="connsiteY7" fmla="*/ 47519 h 49822"/>
                <a:gd name="connsiteX8" fmla="*/ 59709 w 62423"/>
                <a:gd name="connsiteY8" fmla="*/ 49471 h 49822"/>
                <a:gd name="connsiteX9" fmla="*/ 61737 w 62423"/>
                <a:gd name="connsiteY9" fmla="*/ 48720 h 49822"/>
                <a:gd name="connsiteX10" fmla="*/ 62113 w 62423"/>
                <a:gd name="connsiteY10" fmla="*/ 47369 h 49822"/>
                <a:gd name="connsiteX11" fmla="*/ 60911 w 62423"/>
                <a:gd name="connsiteY11" fmla="*/ 35956 h 49822"/>
                <a:gd name="connsiteX12" fmla="*/ 57381 w 62423"/>
                <a:gd name="connsiteY12" fmla="*/ 31226 h 49822"/>
                <a:gd name="connsiteX13" fmla="*/ 43338 w 62423"/>
                <a:gd name="connsiteY13" fmla="*/ 20338 h 49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2423" h="49822">
                  <a:moveTo>
                    <a:pt x="43338" y="20338"/>
                  </a:moveTo>
                  <a:cubicBezTo>
                    <a:pt x="32763" y="12536"/>
                    <a:pt x="21446" y="5795"/>
                    <a:pt x="9543" y="216"/>
                  </a:cubicBezTo>
                  <a:cubicBezTo>
                    <a:pt x="8829" y="-112"/>
                    <a:pt x="8003" y="-112"/>
                    <a:pt x="7289" y="216"/>
                  </a:cubicBezTo>
                  <a:cubicBezTo>
                    <a:pt x="6636" y="543"/>
                    <a:pt x="6163" y="1151"/>
                    <a:pt x="6013" y="1868"/>
                  </a:cubicBezTo>
                  <a:cubicBezTo>
                    <a:pt x="3685" y="7104"/>
                    <a:pt x="1897" y="12563"/>
                    <a:pt x="680" y="18161"/>
                  </a:cubicBezTo>
                  <a:cubicBezTo>
                    <a:pt x="-679" y="22005"/>
                    <a:pt x="-63" y="26273"/>
                    <a:pt x="2333" y="29574"/>
                  </a:cubicBezTo>
                  <a:cubicBezTo>
                    <a:pt x="4038" y="30943"/>
                    <a:pt x="6005" y="31941"/>
                    <a:pt x="8116" y="32502"/>
                  </a:cubicBezTo>
                  <a:cubicBezTo>
                    <a:pt x="18029" y="36256"/>
                    <a:pt x="25990" y="44290"/>
                    <a:pt x="36053" y="47519"/>
                  </a:cubicBezTo>
                  <a:cubicBezTo>
                    <a:pt x="43758" y="49597"/>
                    <a:pt x="51771" y="50258"/>
                    <a:pt x="59709" y="49471"/>
                  </a:cubicBezTo>
                  <a:cubicBezTo>
                    <a:pt x="60460" y="49514"/>
                    <a:pt x="61196" y="49241"/>
                    <a:pt x="61737" y="48720"/>
                  </a:cubicBezTo>
                  <a:cubicBezTo>
                    <a:pt x="62007" y="48324"/>
                    <a:pt x="62142" y="47849"/>
                    <a:pt x="62113" y="47369"/>
                  </a:cubicBezTo>
                  <a:cubicBezTo>
                    <a:pt x="62736" y="43525"/>
                    <a:pt x="62323" y="39586"/>
                    <a:pt x="60911" y="35956"/>
                  </a:cubicBezTo>
                  <a:cubicBezTo>
                    <a:pt x="60002" y="34197"/>
                    <a:pt x="58808" y="32599"/>
                    <a:pt x="57381" y="31226"/>
                  </a:cubicBezTo>
                  <a:cubicBezTo>
                    <a:pt x="50997" y="24093"/>
                    <a:pt x="50848" y="25970"/>
                    <a:pt x="43338" y="20338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2ACFDB32-0CFE-2F88-0C21-C791F72271BF}"/>
              </a:ext>
            </a:extLst>
          </p:cNvPr>
          <p:cNvGrpSpPr/>
          <p:nvPr userDrawn="1"/>
        </p:nvGrpSpPr>
        <p:grpSpPr>
          <a:xfrm>
            <a:off x="6179754" y="1929257"/>
            <a:ext cx="326505" cy="820572"/>
            <a:chOff x="7523474" y="1550009"/>
            <a:chExt cx="326505" cy="820572"/>
          </a:xfrm>
        </p:grpSpPr>
        <p:sp>
          <p:nvSpPr>
            <p:cNvPr id="318" name="Content Placeholder 4">
              <a:extLst>
                <a:ext uri="{FF2B5EF4-FFF2-40B4-BE49-F238E27FC236}">
                  <a16:creationId xmlns:a16="http://schemas.microsoft.com/office/drawing/2014/main" id="{7EC0A086-280F-4BE2-EEEB-0AAA6B2B508F}"/>
                </a:ext>
              </a:extLst>
            </p:cNvPr>
            <p:cNvSpPr/>
            <p:nvPr/>
          </p:nvSpPr>
          <p:spPr>
            <a:xfrm>
              <a:off x="7555486" y="2342922"/>
              <a:ext cx="294493" cy="27659"/>
            </a:xfrm>
            <a:custGeom>
              <a:avLst/>
              <a:gdLst>
                <a:gd name="connsiteX0" fmla="*/ 1568 w 294493"/>
                <a:gd name="connsiteY0" fmla="*/ 22500 h 27659"/>
                <a:gd name="connsiteX1" fmla="*/ 5999 w 294493"/>
                <a:gd name="connsiteY1" fmla="*/ 24002 h 27659"/>
                <a:gd name="connsiteX2" fmla="*/ 22221 w 294493"/>
                <a:gd name="connsiteY2" fmla="*/ 25353 h 27659"/>
                <a:gd name="connsiteX3" fmla="*/ 55715 w 294493"/>
                <a:gd name="connsiteY3" fmla="*/ 26554 h 27659"/>
                <a:gd name="connsiteX4" fmla="*/ 122855 w 294493"/>
                <a:gd name="connsiteY4" fmla="*/ 27155 h 27659"/>
                <a:gd name="connsiteX5" fmla="*/ 133744 w 294493"/>
                <a:gd name="connsiteY5" fmla="*/ 27606 h 27659"/>
                <a:gd name="connsiteX6" fmla="*/ 243014 w 294493"/>
                <a:gd name="connsiteY6" fmla="*/ 23176 h 27659"/>
                <a:gd name="connsiteX7" fmla="*/ 236105 w 294493"/>
                <a:gd name="connsiteY7" fmla="*/ 3503 h 27659"/>
                <a:gd name="connsiteX8" fmla="*/ 171294 w 294493"/>
                <a:gd name="connsiteY8" fmla="*/ 1101 h 27659"/>
                <a:gd name="connsiteX9" fmla="*/ 114744 w 294493"/>
                <a:gd name="connsiteY9" fmla="*/ 50 h 27659"/>
                <a:gd name="connsiteX10" fmla="*/ 65478 w 294493"/>
                <a:gd name="connsiteY10" fmla="*/ 1251 h 27659"/>
                <a:gd name="connsiteX11" fmla="*/ 12908 w 294493"/>
                <a:gd name="connsiteY11" fmla="*/ 8759 h 27659"/>
                <a:gd name="connsiteX12" fmla="*/ 8627 w 294493"/>
                <a:gd name="connsiteY12" fmla="*/ 11688 h 27659"/>
                <a:gd name="connsiteX13" fmla="*/ 2770 w 294493"/>
                <a:gd name="connsiteY13" fmla="*/ 15292 h 27659"/>
                <a:gd name="connsiteX14" fmla="*/ 1568 w 294493"/>
                <a:gd name="connsiteY14" fmla="*/ 22500 h 27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4493" h="27659">
                  <a:moveTo>
                    <a:pt x="1568" y="22500"/>
                  </a:moveTo>
                  <a:cubicBezTo>
                    <a:pt x="2920" y="23318"/>
                    <a:pt x="4429" y="23829"/>
                    <a:pt x="5999" y="24002"/>
                  </a:cubicBezTo>
                  <a:lnTo>
                    <a:pt x="22221" y="25353"/>
                  </a:lnTo>
                  <a:cubicBezTo>
                    <a:pt x="33410" y="26029"/>
                    <a:pt x="44751" y="26404"/>
                    <a:pt x="55715" y="26554"/>
                  </a:cubicBezTo>
                  <a:cubicBezTo>
                    <a:pt x="78245" y="26554"/>
                    <a:pt x="100775" y="26554"/>
                    <a:pt x="122855" y="27155"/>
                  </a:cubicBezTo>
                  <a:cubicBezTo>
                    <a:pt x="126459" y="27155"/>
                    <a:pt x="130365" y="27756"/>
                    <a:pt x="133744" y="27606"/>
                  </a:cubicBezTo>
                  <a:cubicBezTo>
                    <a:pt x="180681" y="25353"/>
                    <a:pt x="207793" y="24978"/>
                    <a:pt x="243014" y="23176"/>
                  </a:cubicBezTo>
                  <a:cubicBezTo>
                    <a:pt x="287624" y="20923"/>
                    <a:pt x="335162" y="9811"/>
                    <a:pt x="236105" y="3503"/>
                  </a:cubicBezTo>
                  <a:cubicBezTo>
                    <a:pt x="214927" y="2152"/>
                    <a:pt x="192472" y="2302"/>
                    <a:pt x="171294" y="1101"/>
                  </a:cubicBezTo>
                  <a:cubicBezTo>
                    <a:pt x="152519" y="50"/>
                    <a:pt x="133744" y="-176"/>
                    <a:pt x="114744" y="50"/>
                  </a:cubicBezTo>
                  <a:cubicBezTo>
                    <a:pt x="98372" y="50"/>
                    <a:pt x="81925" y="725"/>
                    <a:pt x="65478" y="1251"/>
                  </a:cubicBezTo>
                  <a:cubicBezTo>
                    <a:pt x="49031" y="1776"/>
                    <a:pt x="28604" y="-2128"/>
                    <a:pt x="12908" y="8759"/>
                  </a:cubicBezTo>
                  <a:cubicBezTo>
                    <a:pt x="11481" y="9735"/>
                    <a:pt x="10130" y="10787"/>
                    <a:pt x="8627" y="11688"/>
                  </a:cubicBezTo>
                  <a:cubicBezTo>
                    <a:pt x="6517" y="12619"/>
                    <a:pt x="4550" y="13828"/>
                    <a:pt x="2770" y="15292"/>
                  </a:cubicBezTo>
                  <a:cubicBezTo>
                    <a:pt x="-1211" y="19046"/>
                    <a:pt x="-309" y="21223"/>
                    <a:pt x="1568" y="22500"/>
                  </a:cubicBezTo>
                  <a:close/>
                </a:path>
              </a:pathLst>
            </a:custGeom>
            <a:solidFill>
              <a:srgbClr val="000000">
                <a:alpha val="5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" name="Content Placeholder 4">
              <a:extLst>
                <a:ext uri="{FF2B5EF4-FFF2-40B4-BE49-F238E27FC236}">
                  <a16:creationId xmlns:a16="http://schemas.microsoft.com/office/drawing/2014/main" id="{9B8E8015-9969-922C-48B8-82739BBB3B5C}"/>
                </a:ext>
              </a:extLst>
            </p:cNvPr>
            <p:cNvSpPr/>
            <p:nvPr/>
          </p:nvSpPr>
          <p:spPr>
            <a:xfrm>
              <a:off x="7627902" y="1565500"/>
              <a:ext cx="102342" cy="125316"/>
            </a:xfrm>
            <a:custGeom>
              <a:avLst/>
              <a:gdLst>
                <a:gd name="connsiteX0" fmla="*/ 36544 w 102342"/>
                <a:gd name="connsiteY0" fmla="*/ 3200 h 125316"/>
                <a:gd name="connsiteX1" fmla="*/ 16718 w 102342"/>
                <a:gd name="connsiteY1" fmla="*/ 31131 h 125316"/>
                <a:gd name="connsiteX2" fmla="*/ 3350 w 102342"/>
                <a:gd name="connsiteY2" fmla="*/ 71602 h 125316"/>
                <a:gd name="connsiteX3" fmla="*/ -29 w 102342"/>
                <a:gd name="connsiteY3" fmla="*/ 102762 h 125316"/>
                <a:gd name="connsiteX4" fmla="*/ 52991 w 102342"/>
                <a:gd name="connsiteY4" fmla="*/ 125287 h 125316"/>
                <a:gd name="connsiteX5" fmla="*/ 102032 w 102342"/>
                <a:gd name="connsiteY5" fmla="*/ 29254 h 125316"/>
                <a:gd name="connsiteX6" fmla="*/ 102032 w 102342"/>
                <a:gd name="connsiteY6" fmla="*/ 25650 h 125316"/>
                <a:gd name="connsiteX7" fmla="*/ 99253 w 102342"/>
                <a:gd name="connsiteY7" fmla="*/ 22797 h 125316"/>
                <a:gd name="connsiteX8" fmla="*/ 48335 w 102342"/>
                <a:gd name="connsiteY8" fmla="*/ 1022 h 125316"/>
                <a:gd name="connsiteX9" fmla="*/ 42552 w 102342"/>
                <a:gd name="connsiteY9" fmla="*/ -29 h 125316"/>
                <a:gd name="connsiteX10" fmla="*/ 36544 w 102342"/>
                <a:gd name="connsiteY10" fmla="*/ 3200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342" h="125316">
                  <a:moveTo>
                    <a:pt x="36544" y="3200"/>
                  </a:moveTo>
                  <a:cubicBezTo>
                    <a:pt x="27908" y="10896"/>
                    <a:pt x="21134" y="20439"/>
                    <a:pt x="16718" y="31131"/>
                  </a:cubicBezTo>
                  <a:cubicBezTo>
                    <a:pt x="9651" y="43618"/>
                    <a:pt x="5115" y="57366"/>
                    <a:pt x="3350" y="71602"/>
                  </a:cubicBezTo>
                  <a:cubicBezTo>
                    <a:pt x="2674" y="82114"/>
                    <a:pt x="4777" y="93376"/>
                    <a:pt x="-29" y="102762"/>
                  </a:cubicBezTo>
                  <a:cubicBezTo>
                    <a:pt x="17920" y="109670"/>
                    <a:pt x="35643" y="117253"/>
                    <a:pt x="52991" y="125287"/>
                  </a:cubicBezTo>
                  <a:cubicBezTo>
                    <a:pt x="77842" y="98377"/>
                    <a:pt x="94807" y="65160"/>
                    <a:pt x="102032" y="29254"/>
                  </a:cubicBezTo>
                  <a:cubicBezTo>
                    <a:pt x="102407" y="28083"/>
                    <a:pt x="102407" y="26821"/>
                    <a:pt x="102032" y="25650"/>
                  </a:cubicBezTo>
                  <a:cubicBezTo>
                    <a:pt x="101431" y="24426"/>
                    <a:pt x="100462" y="23428"/>
                    <a:pt x="99253" y="22797"/>
                  </a:cubicBezTo>
                  <a:cubicBezTo>
                    <a:pt x="83332" y="13284"/>
                    <a:pt x="66209" y="5963"/>
                    <a:pt x="48335" y="1022"/>
                  </a:cubicBezTo>
                  <a:cubicBezTo>
                    <a:pt x="46495" y="309"/>
                    <a:pt x="44527" y="-51"/>
                    <a:pt x="42552" y="-29"/>
                  </a:cubicBezTo>
                  <a:cubicBezTo>
                    <a:pt x="40292" y="474"/>
                    <a:pt x="38212" y="1593"/>
                    <a:pt x="36544" y="3200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" name="Content Placeholder 4">
              <a:extLst>
                <a:ext uri="{FF2B5EF4-FFF2-40B4-BE49-F238E27FC236}">
                  <a16:creationId xmlns:a16="http://schemas.microsoft.com/office/drawing/2014/main" id="{DE315D6E-BF83-EB17-5FD8-93807BB1F0EB}"/>
                </a:ext>
              </a:extLst>
            </p:cNvPr>
            <p:cNvSpPr/>
            <p:nvPr/>
          </p:nvSpPr>
          <p:spPr>
            <a:xfrm>
              <a:off x="7680921" y="1809629"/>
              <a:ext cx="51089" cy="66613"/>
            </a:xfrm>
            <a:custGeom>
              <a:avLst/>
              <a:gdLst>
                <a:gd name="connsiteX0" fmla="*/ 274 w 51089"/>
                <a:gd name="connsiteY0" fmla="*/ 30201 h 66613"/>
                <a:gd name="connsiteX1" fmla="*/ 4554 w 51089"/>
                <a:gd name="connsiteY1" fmla="*/ 19164 h 66613"/>
                <a:gd name="connsiteX2" fmla="*/ 12064 w 51089"/>
                <a:gd name="connsiteY2" fmla="*/ 15785 h 66613"/>
                <a:gd name="connsiteX3" fmla="*/ 25056 w 51089"/>
                <a:gd name="connsiteY3" fmla="*/ 7451 h 66613"/>
                <a:gd name="connsiteX4" fmla="*/ 34669 w 51089"/>
                <a:gd name="connsiteY4" fmla="*/ 2870 h 66613"/>
                <a:gd name="connsiteX5" fmla="*/ 35946 w 51089"/>
                <a:gd name="connsiteY5" fmla="*/ 1519 h 66613"/>
                <a:gd name="connsiteX6" fmla="*/ 43456 w 51089"/>
                <a:gd name="connsiteY6" fmla="*/ 1519 h 66613"/>
                <a:gd name="connsiteX7" fmla="*/ 50290 w 51089"/>
                <a:gd name="connsiteY7" fmla="*/ 17587 h 66613"/>
                <a:gd name="connsiteX8" fmla="*/ 42780 w 51089"/>
                <a:gd name="connsiteY8" fmla="*/ 24119 h 66613"/>
                <a:gd name="connsiteX9" fmla="*/ 41428 w 51089"/>
                <a:gd name="connsiteY9" fmla="*/ 25696 h 66613"/>
                <a:gd name="connsiteX10" fmla="*/ 14993 w 51089"/>
                <a:gd name="connsiteY10" fmla="*/ 56481 h 66613"/>
                <a:gd name="connsiteX11" fmla="*/ 12815 w 51089"/>
                <a:gd name="connsiteY11" fmla="*/ 57607 h 66613"/>
                <a:gd name="connsiteX12" fmla="*/ 12139 w 51089"/>
                <a:gd name="connsiteY12" fmla="*/ 60836 h 66613"/>
                <a:gd name="connsiteX13" fmla="*/ 10261 w 51089"/>
                <a:gd name="connsiteY13" fmla="*/ 64139 h 66613"/>
                <a:gd name="connsiteX14" fmla="*/ 348 w 51089"/>
                <a:gd name="connsiteY14" fmla="*/ 61436 h 66613"/>
                <a:gd name="connsiteX15" fmla="*/ 274 w 51089"/>
                <a:gd name="connsiteY15" fmla="*/ 30201 h 66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1089" h="66613">
                  <a:moveTo>
                    <a:pt x="274" y="30201"/>
                  </a:moveTo>
                  <a:cubicBezTo>
                    <a:pt x="-771" y="25989"/>
                    <a:pt x="942" y="21574"/>
                    <a:pt x="4554" y="19164"/>
                  </a:cubicBezTo>
                  <a:cubicBezTo>
                    <a:pt x="6890" y="17700"/>
                    <a:pt x="9420" y="16558"/>
                    <a:pt x="12064" y="15785"/>
                  </a:cubicBezTo>
                  <a:cubicBezTo>
                    <a:pt x="16773" y="13653"/>
                    <a:pt x="21151" y="10844"/>
                    <a:pt x="25056" y="7451"/>
                  </a:cubicBezTo>
                  <a:cubicBezTo>
                    <a:pt x="27850" y="5176"/>
                    <a:pt x="31147" y="3606"/>
                    <a:pt x="34669" y="2870"/>
                  </a:cubicBezTo>
                  <a:lnTo>
                    <a:pt x="35946" y="1519"/>
                  </a:lnTo>
                  <a:cubicBezTo>
                    <a:pt x="38026" y="-546"/>
                    <a:pt x="41375" y="-546"/>
                    <a:pt x="43456" y="1519"/>
                  </a:cubicBezTo>
                  <a:cubicBezTo>
                    <a:pt x="47436" y="5348"/>
                    <a:pt x="53144" y="11580"/>
                    <a:pt x="50290" y="17587"/>
                  </a:cubicBezTo>
                  <a:cubicBezTo>
                    <a:pt x="48383" y="20373"/>
                    <a:pt x="45799" y="22618"/>
                    <a:pt x="42780" y="24119"/>
                  </a:cubicBezTo>
                  <a:cubicBezTo>
                    <a:pt x="42442" y="24735"/>
                    <a:pt x="41984" y="25268"/>
                    <a:pt x="41428" y="25696"/>
                  </a:cubicBezTo>
                  <a:cubicBezTo>
                    <a:pt x="30689" y="34256"/>
                    <a:pt x="25582" y="47621"/>
                    <a:pt x="14993" y="56481"/>
                  </a:cubicBezTo>
                  <a:cubicBezTo>
                    <a:pt x="14362" y="57014"/>
                    <a:pt x="13619" y="57404"/>
                    <a:pt x="12815" y="57607"/>
                  </a:cubicBezTo>
                  <a:cubicBezTo>
                    <a:pt x="12958" y="58726"/>
                    <a:pt x="12717" y="59867"/>
                    <a:pt x="12139" y="60836"/>
                  </a:cubicBezTo>
                  <a:lnTo>
                    <a:pt x="10261" y="64139"/>
                  </a:lnTo>
                  <a:cubicBezTo>
                    <a:pt x="7783" y="68344"/>
                    <a:pt x="-403" y="66918"/>
                    <a:pt x="348" y="61436"/>
                  </a:cubicBezTo>
                  <a:cubicBezTo>
                    <a:pt x="1340" y="51045"/>
                    <a:pt x="1310" y="40585"/>
                    <a:pt x="274" y="30201"/>
                  </a:cubicBezTo>
                  <a:close/>
                </a:path>
              </a:pathLst>
            </a:custGeom>
            <a:solidFill>
              <a:srgbClr val="65627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1" name="Content Placeholder 4">
              <a:extLst>
                <a:ext uri="{FF2B5EF4-FFF2-40B4-BE49-F238E27FC236}">
                  <a16:creationId xmlns:a16="http://schemas.microsoft.com/office/drawing/2014/main" id="{139C07D0-46D7-9B4A-EA0E-D841739B0787}"/>
                </a:ext>
              </a:extLst>
            </p:cNvPr>
            <p:cNvSpPr/>
            <p:nvPr/>
          </p:nvSpPr>
          <p:spPr>
            <a:xfrm>
              <a:off x="7576835" y="1987483"/>
              <a:ext cx="98834" cy="377910"/>
            </a:xfrm>
            <a:custGeom>
              <a:avLst/>
              <a:gdLst>
                <a:gd name="connsiteX0" fmla="*/ 26105 w 98834"/>
                <a:gd name="connsiteY0" fmla="*/ 353011 h 377910"/>
                <a:gd name="connsiteX1" fmla="*/ -29 w 98834"/>
                <a:gd name="connsiteY1" fmla="*/ 114 h 377910"/>
                <a:gd name="connsiteX2" fmla="*/ 78450 w 98834"/>
                <a:gd name="connsiteY2" fmla="*/ 34353 h 377910"/>
                <a:gd name="connsiteX3" fmla="*/ 98727 w 98834"/>
                <a:gd name="connsiteY3" fmla="*/ 21138 h 377910"/>
                <a:gd name="connsiteX4" fmla="*/ 88814 w 98834"/>
                <a:gd name="connsiteY4" fmla="*/ 65513 h 377910"/>
                <a:gd name="connsiteX5" fmla="*/ 71391 w 98834"/>
                <a:gd name="connsiteY5" fmla="*/ 205771 h 377910"/>
                <a:gd name="connsiteX6" fmla="*/ 70715 w 98834"/>
                <a:gd name="connsiteY6" fmla="*/ 246691 h 377910"/>
                <a:gd name="connsiteX7" fmla="*/ 64857 w 98834"/>
                <a:gd name="connsiteY7" fmla="*/ 315919 h 377910"/>
                <a:gd name="connsiteX8" fmla="*/ 59976 w 98834"/>
                <a:gd name="connsiteY8" fmla="*/ 350308 h 377910"/>
                <a:gd name="connsiteX9" fmla="*/ 80403 w 98834"/>
                <a:gd name="connsiteY9" fmla="*/ 364499 h 377910"/>
                <a:gd name="connsiteX10" fmla="*/ 87162 w 98834"/>
                <a:gd name="connsiteY10" fmla="*/ 368328 h 377910"/>
                <a:gd name="connsiteX11" fmla="*/ 87988 w 98834"/>
                <a:gd name="connsiteY11" fmla="*/ 375837 h 377910"/>
                <a:gd name="connsiteX12" fmla="*/ 81680 w 98834"/>
                <a:gd name="connsiteY12" fmla="*/ 377789 h 377910"/>
                <a:gd name="connsiteX13" fmla="*/ 29110 w 98834"/>
                <a:gd name="connsiteY13" fmla="*/ 373359 h 377910"/>
                <a:gd name="connsiteX14" fmla="*/ 26256 w 98834"/>
                <a:gd name="connsiteY14" fmla="*/ 372233 h 377910"/>
                <a:gd name="connsiteX15" fmla="*/ 25129 w 98834"/>
                <a:gd name="connsiteY15" fmla="*/ 369980 h 377910"/>
                <a:gd name="connsiteX16" fmla="*/ 26631 w 98834"/>
                <a:gd name="connsiteY16" fmla="*/ 353462 h 377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8834" h="377910">
                  <a:moveTo>
                    <a:pt x="26105" y="353011"/>
                  </a:moveTo>
                  <a:cubicBezTo>
                    <a:pt x="17319" y="252698"/>
                    <a:pt x="8757" y="100352"/>
                    <a:pt x="-29" y="114"/>
                  </a:cubicBezTo>
                  <a:cubicBezTo>
                    <a:pt x="25505" y="-2589"/>
                    <a:pt x="52541" y="33752"/>
                    <a:pt x="78450" y="34353"/>
                  </a:cubicBezTo>
                  <a:cubicBezTo>
                    <a:pt x="86486" y="34353"/>
                    <a:pt x="97150" y="11827"/>
                    <a:pt x="98727" y="21138"/>
                  </a:cubicBezTo>
                  <a:cubicBezTo>
                    <a:pt x="99778" y="27595"/>
                    <a:pt x="89865" y="58680"/>
                    <a:pt x="88814" y="65513"/>
                  </a:cubicBezTo>
                  <a:cubicBezTo>
                    <a:pt x="81980" y="111915"/>
                    <a:pt x="73794" y="158692"/>
                    <a:pt x="71391" y="205771"/>
                  </a:cubicBezTo>
                  <a:cubicBezTo>
                    <a:pt x="70640" y="219361"/>
                    <a:pt x="71391" y="233026"/>
                    <a:pt x="70715" y="246691"/>
                  </a:cubicBezTo>
                  <a:cubicBezTo>
                    <a:pt x="70039" y="269855"/>
                    <a:pt x="68086" y="292966"/>
                    <a:pt x="64857" y="315919"/>
                  </a:cubicBezTo>
                  <a:cubicBezTo>
                    <a:pt x="63655" y="324930"/>
                    <a:pt x="57723" y="341674"/>
                    <a:pt x="59976" y="350308"/>
                  </a:cubicBezTo>
                  <a:cubicBezTo>
                    <a:pt x="61853" y="357817"/>
                    <a:pt x="73118" y="361571"/>
                    <a:pt x="80403" y="364499"/>
                  </a:cubicBezTo>
                  <a:cubicBezTo>
                    <a:pt x="82896" y="365295"/>
                    <a:pt x="85202" y="366594"/>
                    <a:pt x="87162" y="368328"/>
                  </a:cubicBezTo>
                  <a:cubicBezTo>
                    <a:pt x="89325" y="370251"/>
                    <a:pt x="89685" y="373494"/>
                    <a:pt x="87988" y="375837"/>
                  </a:cubicBezTo>
                  <a:cubicBezTo>
                    <a:pt x="86298" y="377429"/>
                    <a:pt x="83970" y="378150"/>
                    <a:pt x="81680" y="377789"/>
                  </a:cubicBezTo>
                  <a:cubicBezTo>
                    <a:pt x="64054" y="378022"/>
                    <a:pt x="46450" y="376535"/>
                    <a:pt x="29110" y="373359"/>
                  </a:cubicBezTo>
                  <a:cubicBezTo>
                    <a:pt x="28058" y="373307"/>
                    <a:pt x="27059" y="372909"/>
                    <a:pt x="26256" y="372233"/>
                  </a:cubicBezTo>
                  <a:cubicBezTo>
                    <a:pt x="25692" y="371595"/>
                    <a:pt x="25302" y="370814"/>
                    <a:pt x="25129" y="369980"/>
                  </a:cubicBezTo>
                  <a:cubicBezTo>
                    <a:pt x="23695" y="364469"/>
                    <a:pt x="24228" y="358628"/>
                    <a:pt x="26631" y="353462"/>
                  </a:cubicBezTo>
                  <a:close/>
                </a:path>
              </a:pathLst>
            </a:custGeom>
            <a:solidFill>
              <a:srgbClr val="44474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2" name="Content Placeholder 4">
              <a:extLst>
                <a:ext uri="{FF2B5EF4-FFF2-40B4-BE49-F238E27FC236}">
                  <a16:creationId xmlns:a16="http://schemas.microsoft.com/office/drawing/2014/main" id="{E9F1782D-1E9B-2A94-D65F-CFAA399B526F}"/>
                </a:ext>
              </a:extLst>
            </p:cNvPr>
            <p:cNvSpPr/>
            <p:nvPr/>
          </p:nvSpPr>
          <p:spPr>
            <a:xfrm>
              <a:off x="7557233" y="1688737"/>
              <a:ext cx="134594" cy="329518"/>
            </a:xfrm>
            <a:custGeom>
              <a:avLst/>
              <a:gdLst>
                <a:gd name="connsiteX0" fmla="*/ 99854 w 134594"/>
                <a:gd name="connsiteY0" fmla="*/ 15941 h 329518"/>
                <a:gd name="connsiteX1" fmla="*/ 93320 w 134594"/>
                <a:gd name="connsiteY1" fmla="*/ 13538 h 329518"/>
                <a:gd name="connsiteX2" fmla="*/ 60877 w 134594"/>
                <a:gd name="connsiteY2" fmla="*/ 924 h 329518"/>
                <a:gd name="connsiteX3" fmla="*/ 55921 w 134594"/>
                <a:gd name="connsiteY3" fmla="*/ 23 h 329518"/>
                <a:gd name="connsiteX4" fmla="*/ 52466 w 134594"/>
                <a:gd name="connsiteY4" fmla="*/ 1975 h 329518"/>
                <a:gd name="connsiteX5" fmla="*/ 12963 w 134594"/>
                <a:gd name="connsiteY5" fmla="*/ 138929 h 329518"/>
                <a:gd name="connsiteX6" fmla="*/ 3050 w 134594"/>
                <a:gd name="connsiteY6" fmla="*/ 328593 h 329518"/>
                <a:gd name="connsiteX7" fmla="*/ 123210 w 134594"/>
                <a:gd name="connsiteY7" fmla="*/ 287597 h 329518"/>
                <a:gd name="connsiteX8" fmla="*/ 129218 w 134594"/>
                <a:gd name="connsiteY8" fmla="*/ 269802 h 329518"/>
                <a:gd name="connsiteX9" fmla="*/ 134550 w 134594"/>
                <a:gd name="connsiteY9" fmla="*/ 175646 h 329518"/>
                <a:gd name="connsiteX10" fmla="*/ 125688 w 134594"/>
                <a:gd name="connsiteY10" fmla="*/ 81039 h 329518"/>
                <a:gd name="connsiteX11" fmla="*/ 119680 w 134594"/>
                <a:gd name="connsiteY11" fmla="*/ 47026 h 329518"/>
                <a:gd name="connsiteX12" fmla="*/ 106688 w 134594"/>
                <a:gd name="connsiteY12" fmla="*/ 17743 h 329518"/>
                <a:gd name="connsiteX13" fmla="*/ 99854 w 134594"/>
                <a:gd name="connsiteY13" fmla="*/ 15941 h 329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594" h="329518">
                  <a:moveTo>
                    <a:pt x="99854" y="15941"/>
                  </a:moveTo>
                  <a:lnTo>
                    <a:pt x="93320" y="13538"/>
                  </a:lnTo>
                  <a:lnTo>
                    <a:pt x="60877" y="924"/>
                  </a:lnTo>
                  <a:cubicBezTo>
                    <a:pt x="59345" y="151"/>
                    <a:pt x="57625" y="-165"/>
                    <a:pt x="55921" y="23"/>
                  </a:cubicBezTo>
                  <a:cubicBezTo>
                    <a:pt x="54644" y="421"/>
                    <a:pt x="53465" y="1082"/>
                    <a:pt x="52466" y="1975"/>
                  </a:cubicBezTo>
                  <a:cubicBezTo>
                    <a:pt x="32264" y="18194"/>
                    <a:pt x="17094" y="103114"/>
                    <a:pt x="12963" y="138929"/>
                  </a:cubicBezTo>
                  <a:cubicBezTo>
                    <a:pt x="2900" y="225652"/>
                    <a:pt x="-4460" y="241720"/>
                    <a:pt x="3050" y="328593"/>
                  </a:cubicBezTo>
                  <a:cubicBezTo>
                    <a:pt x="51264" y="336852"/>
                    <a:pt x="74395" y="285194"/>
                    <a:pt x="123210" y="287597"/>
                  </a:cubicBezTo>
                  <a:cubicBezTo>
                    <a:pt x="120506" y="287597"/>
                    <a:pt x="129819" y="275658"/>
                    <a:pt x="129218" y="269802"/>
                  </a:cubicBezTo>
                  <a:cubicBezTo>
                    <a:pt x="125463" y="235488"/>
                    <a:pt x="134175" y="210185"/>
                    <a:pt x="134550" y="175646"/>
                  </a:cubicBezTo>
                  <a:cubicBezTo>
                    <a:pt x="134925" y="141107"/>
                    <a:pt x="128241" y="115578"/>
                    <a:pt x="125688" y="81039"/>
                  </a:cubicBezTo>
                  <a:cubicBezTo>
                    <a:pt x="124712" y="66999"/>
                    <a:pt x="120957" y="60992"/>
                    <a:pt x="119680" y="47026"/>
                  </a:cubicBezTo>
                  <a:cubicBezTo>
                    <a:pt x="119155" y="41545"/>
                    <a:pt x="110744" y="18569"/>
                    <a:pt x="106688" y="17743"/>
                  </a:cubicBezTo>
                  <a:cubicBezTo>
                    <a:pt x="104375" y="17285"/>
                    <a:pt x="102092" y="16684"/>
                    <a:pt x="99854" y="15941"/>
                  </a:cubicBezTo>
                  <a:close/>
                </a:path>
              </a:pathLst>
            </a:custGeom>
            <a:solidFill>
              <a:srgbClr val="DBDBD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3" name="Content Placeholder 4">
              <a:extLst>
                <a:ext uri="{FF2B5EF4-FFF2-40B4-BE49-F238E27FC236}">
                  <a16:creationId xmlns:a16="http://schemas.microsoft.com/office/drawing/2014/main" id="{FC069B6B-001E-DC95-BED6-1913667BF38D}"/>
                </a:ext>
              </a:extLst>
            </p:cNvPr>
            <p:cNvSpPr/>
            <p:nvPr/>
          </p:nvSpPr>
          <p:spPr>
            <a:xfrm>
              <a:off x="7668598" y="1726332"/>
              <a:ext cx="18783" cy="25346"/>
            </a:xfrm>
            <a:custGeom>
              <a:avLst/>
              <a:gdLst>
                <a:gd name="connsiteX0" fmla="*/ 18754 w 18783"/>
                <a:gd name="connsiteY0" fmla="*/ 15062 h 25346"/>
                <a:gd name="connsiteX1" fmla="*/ 12821 w 18783"/>
                <a:gd name="connsiteY1" fmla="*/ 24298 h 25346"/>
                <a:gd name="connsiteX2" fmla="*/ 9938 w 18783"/>
                <a:gd name="connsiteY2" fmla="*/ 25018 h 25346"/>
                <a:gd name="connsiteX3" fmla="*/ 9217 w 18783"/>
                <a:gd name="connsiteY3" fmla="*/ 24298 h 25346"/>
                <a:gd name="connsiteX4" fmla="*/ 1256 w 18783"/>
                <a:gd name="connsiteY4" fmla="*/ 5151 h 25346"/>
                <a:gd name="connsiteX5" fmla="*/ 1256 w 18783"/>
                <a:gd name="connsiteY5" fmla="*/ 5151 h 25346"/>
                <a:gd name="connsiteX6" fmla="*/ 47 w 18783"/>
                <a:gd name="connsiteY6" fmla="*/ 2906 h 25346"/>
                <a:gd name="connsiteX7" fmla="*/ 1256 w 18783"/>
                <a:gd name="connsiteY7" fmla="*/ 1697 h 25346"/>
                <a:gd name="connsiteX8" fmla="*/ 13422 w 18783"/>
                <a:gd name="connsiteY8" fmla="*/ -30 h 25346"/>
                <a:gd name="connsiteX9" fmla="*/ 15225 w 18783"/>
                <a:gd name="connsiteY9" fmla="*/ 1322 h 25346"/>
                <a:gd name="connsiteX10" fmla="*/ 16877 w 18783"/>
                <a:gd name="connsiteY10" fmla="*/ 9281 h 25346"/>
                <a:gd name="connsiteX11" fmla="*/ 18754 w 18783"/>
                <a:gd name="connsiteY11" fmla="*/ 15062 h 25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783" h="25346">
                  <a:moveTo>
                    <a:pt x="18754" y="15062"/>
                  </a:moveTo>
                  <a:cubicBezTo>
                    <a:pt x="18754" y="18141"/>
                    <a:pt x="14624" y="21895"/>
                    <a:pt x="12821" y="24298"/>
                  </a:cubicBezTo>
                  <a:cubicBezTo>
                    <a:pt x="12221" y="25296"/>
                    <a:pt x="10929" y="25612"/>
                    <a:pt x="9938" y="25018"/>
                  </a:cubicBezTo>
                  <a:cubicBezTo>
                    <a:pt x="9637" y="24838"/>
                    <a:pt x="9397" y="24590"/>
                    <a:pt x="9217" y="24298"/>
                  </a:cubicBezTo>
                  <a:cubicBezTo>
                    <a:pt x="5860" y="18231"/>
                    <a:pt x="3186" y="11811"/>
                    <a:pt x="1256" y="5151"/>
                  </a:cubicBezTo>
                  <a:lnTo>
                    <a:pt x="1256" y="5151"/>
                  </a:lnTo>
                  <a:cubicBezTo>
                    <a:pt x="302" y="4866"/>
                    <a:pt x="-239" y="3860"/>
                    <a:pt x="47" y="2906"/>
                  </a:cubicBezTo>
                  <a:cubicBezTo>
                    <a:pt x="220" y="2328"/>
                    <a:pt x="670" y="1870"/>
                    <a:pt x="1256" y="1697"/>
                  </a:cubicBezTo>
                  <a:cubicBezTo>
                    <a:pt x="5244" y="706"/>
                    <a:pt x="9322" y="128"/>
                    <a:pt x="13422" y="-30"/>
                  </a:cubicBezTo>
                  <a:cubicBezTo>
                    <a:pt x="14248" y="-7"/>
                    <a:pt x="14969" y="533"/>
                    <a:pt x="15225" y="1322"/>
                  </a:cubicBezTo>
                  <a:cubicBezTo>
                    <a:pt x="15585" y="4010"/>
                    <a:pt x="16141" y="6668"/>
                    <a:pt x="16877" y="9281"/>
                  </a:cubicBezTo>
                  <a:cubicBezTo>
                    <a:pt x="17688" y="11143"/>
                    <a:pt x="18319" y="13080"/>
                    <a:pt x="18754" y="15062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4" name="Content Placeholder 4">
              <a:extLst>
                <a:ext uri="{FF2B5EF4-FFF2-40B4-BE49-F238E27FC236}">
                  <a16:creationId xmlns:a16="http://schemas.microsoft.com/office/drawing/2014/main" id="{55A6ABA1-A6DF-3F57-5451-0D43A1AE9E0D}"/>
                </a:ext>
              </a:extLst>
            </p:cNvPr>
            <p:cNvSpPr/>
            <p:nvPr/>
          </p:nvSpPr>
          <p:spPr>
            <a:xfrm>
              <a:off x="7681468" y="1746690"/>
              <a:ext cx="12473" cy="179446"/>
            </a:xfrm>
            <a:custGeom>
              <a:avLst/>
              <a:gdLst>
                <a:gd name="connsiteX0" fmla="*/ 12343 w 12473"/>
                <a:gd name="connsiteY0" fmla="*/ 86157 h 179446"/>
                <a:gd name="connsiteX1" fmla="*/ 4833 w 12473"/>
                <a:gd name="connsiteY1" fmla="*/ 177085 h 179446"/>
                <a:gd name="connsiteX2" fmla="*/ 477 w 12473"/>
                <a:gd name="connsiteY2" fmla="*/ 176184 h 179446"/>
                <a:gd name="connsiteX3" fmla="*/ 1153 w 12473"/>
                <a:gd name="connsiteY3" fmla="*/ 89761 h 179446"/>
                <a:gd name="connsiteX4" fmla="*/ 703 w 12473"/>
                <a:gd name="connsiteY4" fmla="*/ 86683 h 179446"/>
                <a:gd name="connsiteX5" fmla="*/ 1153 w 12473"/>
                <a:gd name="connsiteY5" fmla="*/ 83905 h 179446"/>
                <a:gd name="connsiteX6" fmla="*/ 1153 w 12473"/>
                <a:gd name="connsiteY6" fmla="*/ 35550 h 179446"/>
                <a:gd name="connsiteX7" fmla="*/ 177 w 12473"/>
                <a:gd name="connsiteY7" fmla="*/ 4090 h 179446"/>
                <a:gd name="connsiteX8" fmla="*/ 5133 w 12473"/>
                <a:gd name="connsiteY8" fmla="*/ 1988 h 179446"/>
                <a:gd name="connsiteX9" fmla="*/ 12343 w 12473"/>
                <a:gd name="connsiteY9" fmla="*/ 86157 h 179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473" h="179446">
                  <a:moveTo>
                    <a:pt x="12343" y="86157"/>
                  </a:moveTo>
                  <a:cubicBezTo>
                    <a:pt x="12996" y="116642"/>
                    <a:pt x="10480" y="147118"/>
                    <a:pt x="4833" y="177085"/>
                  </a:cubicBezTo>
                  <a:cubicBezTo>
                    <a:pt x="4082" y="180539"/>
                    <a:pt x="402" y="180088"/>
                    <a:pt x="477" y="176184"/>
                  </a:cubicBezTo>
                  <a:cubicBezTo>
                    <a:pt x="928" y="147351"/>
                    <a:pt x="1153" y="118594"/>
                    <a:pt x="1153" y="89761"/>
                  </a:cubicBezTo>
                  <a:cubicBezTo>
                    <a:pt x="620" y="88830"/>
                    <a:pt x="462" y="87727"/>
                    <a:pt x="703" y="86683"/>
                  </a:cubicBezTo>
                  <a:lnTo>
                    <a:pt x="1153" y="83905"/>
                  </a:lnTo>
                  <a:cubicBezTo>
                    <a:pt x="1153" y="67837"/>
                    <a:pt x="1153" y="51693"/>
                    <a:pt x="1153" y="35550"/>
                  </a:cubicBezTo>
                  <a:cubicBezTo>
                    <a:pt x="34" y="25106"/>
                    <a:pt x="-289" y="14587"/>
                    <a:pt x="177" y="4090"/>
                  </a:cubicBezTo>
                  <a:cubicBezTo>
                    <a:pt x="177" y="561"/>
                    <a:pt x="3932" y="-1992"/>
                    <a:pt x="5133" y="1988"/>
                  </a:cubicBezTo>
                  <a:cubicBezTo>
                    <a:pt x="12643" y="28567"/>
                    <a:pt x="12493" y="57550"/>
                    <a:pt x="12343" y="86157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Content Placeholder 4">
              <a:extLst>
                <a:ext uri="{FF2B5EF4-FFF2-40B4-BE49-F238E27FC236}">
                  <a16:creationId xmlns:a16="http://schemas.microsoft.com/office/drawing/2014/main" id="{16B147B0-CC1A-E696-758B-79567363E779}"/>
                </a:ext>
              </a:extLst>
            </p:cNvPr>
            <p:cNvSpPr/>
            <p:nvPr/>
          </p:nvSpPr>
          <p:spPr>
            <a:xfrm>
              <a:off x="7539364" y="1667855"/>
              <a:ext cx="146139" cy="378668"/>
            </a:xfrm>
            <a:custGeom>
              <a:avLst/>
              <a:gdLst>
                <a:gd name="connsiteX0" fmla="*/ 717 w 146139"/>
                <a:gd name="connsiteY0" fmla="*/ 333256 h 378668"/>
                <a:gd name="connsiteX1" fmla="*/ 17690 w 146139"/>
                <a:gd name="connsiteY1" fmla="*/ 155607 h 378668"/>
                <a:gd name="connsiteX2" fmla="*/ 61172 w 146139"/>
                <a:gd name="connsiteY2" fmla="*/ 14523 h 378668"/>
                <a:gd name="connsiteX3" fmla="*/ 81825 w 146139"/>
                <a:gd name="connsiteY3" fmla="*/ 1533 h 378668"/>
                <a:gd name="connsiteX4" fmla="*/ 99624 w 146139"/>
                <a:gd name="connsiteY4" fmla="*/ 6263 h 378668"/>
                <a:gd name="connsiteX5" fmla="*/ 109987 w 146139"/>
                <a:gd name="connsiteY5" fmla="*/ 11970 h 378668"/>
                <a:gd name="connsiteX6" fmla="*/ 116972 w 146139"/>
                <a:gd name="connsiteY6" fmla="*/ 17751 h 378668"/>
                <a:gd name="connsiteX7" fmla="*/ 119676 w 146139"/>
                <a:gd name="connsiteY7" fmla="*/ 20004 h 378668"/>
                <a:gd name="connsiteX8" fmla="*/ 144909 w 146139"/>
                <a:gd name="connsiteY8" fmla="*/ 40802 h 378668"/>
                <a:gd name="connsiteX9" fmla="*/ 144834 w 146139"/>
                <a:gd name="connsiteY9" fmla="*/ 43881 h 378668"/>
                <a:gd name="connsiteX10" fmla="*/ 143407 w 146139"/>
                <a:gd name="connsiteY10" fmla="*/ 44481 h 378668"/>
                <a:gd name="connsiteX11" fmla="*/ 130189 w 146139"/>
                <a:gd name="connsiteY11" fmla="*/ 49212 h 378668"/>
                <a:gd name="connsiteX12" fmla="*/ 130189 w 146139"/>
                <a:gd name="connsiteY12" fmla="*/ 51990 h 378668"/>
                <a:gd name="connsiteX13" fmla="*/ 131391 w 146139"/>
                <a:gd name="connsiteY13" fmla="*/ 53266 h 378668"/>
                <a:gd name="connsiteX14" fmla="*/ 118624 w 146139"/>
                <a:gd name="connsiteY14" fmla="*/ 71887 h 378668"/>
                <a:gd name="connsiteX15" fmla="*/ 121478 w 146139"/>
                <a:gd name="connsiteY15" fmla="*/ 157183 h 378668"/>
                <a:gd name="connsiteX16" fmla="*/ 128087 w 146139"/>
                <a:gd name="connsiteY16" fmla="*/ 247660 h 378668"/>
                <a:gd name="connsiteX17" fmla="*/ 129664 w 146139"/>
                <a:gd name="connsiteY17" fmla="*/ 255919 h 378668"/>
                <a:gd name="connsiteX18" fmla="*/ 129288 w 146139"/>
                <a:gd name="connsiteY18" fmla="*/ 255919 h 378668"/>
                <a:gd name="connsiteX19" fmla="*/ 146110 w 146139"/>
                <a:gd name="connsiteY19" fmla="*/ 358710 h 378668"/>
                <a:gd name="connsiteX20" fmla="*/ 146110 w 146139"/>
                <a:gd name="connsiteY20" fmla="*/ 359611 h 378668"/>
                <a:gd name="connsiteX21" fmla="*/ 118774 w 146139"/>
                <a:gd name="connsiteY21" fmla="*/ 378382 h 378668"/>
                <a:gd name="connsiteX22" fmla="*/ 15963 w 146139"/>
                <a:gd name="connsiteY22" fmla="*/ 361188 h 378668"/>
                <a:gd name="connsiteX23" fmla="*/ 717 w 146139"/>
                <a:gd name="connsiteY23" fmla="*/ 333256 h 378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46139" h="378668">
                  <a:moveTo>
                    <a:pt x="717" y="333256"/>
                  </a:moveTo>
                  <a:cubicBezTo>
                    <a:pt x="12733" y="274766"/>
                    <a:pt x="11832" y="214848"/>
                    <a:pt x="17690" y="155607"/>
                  </a:cubicBezTo>
                  <a:cubicBezTo>
                    <a:pt x="23172" y="100269"/>
                    <a:pt x="37816" y="64904"/>
                    <a:pt x="61172" y="14523"/>
                  </a:cubicBezTo>
                  <a:cubicBezTo>
                    <a:pt x="65979" y="4086"/>
                    <a:pt x="73790" y="-3423"/>
                    <a:pt x="81825" y="1533"/>
                  </a:cubicBezTo>
                  <a:cubicBezTo>
                    <a:pt x="97221" y="3936"/>
                    <a:pt x="94967" y="3635"/>
                    <a:pt x="99624" y="6263"/>
                  </a:cubicBezTo>
                  <a:cubicBezTo>
                    <a:pt x="103424" y="7457"/>
                    <a:pt x="106946" y="9402"/>
                    <a:pt x="109987" y="11970"/>
                  </a:cubicBezTo>
                  <a:cubicBezTo>
                    <a:pt x="112488" y="13682"/>
                    <a:pt x="114824" y="15611"/>
                    <a:pt x="116972" y="17751"/>
                  </a:cubicBezTo>
                  <a:lnTo>
                    <a:pt x="119676" y="20004"/>
                  </a:lnTo>
                  <a:cubicBezTo>
                    <a:pt x="128628" y="26251"/>
                    <a:pt x="137069" y="33204"/>
                    <a:pt x="144909" y="40802"/>
                  </a:cubicBezTo>
                  <a:cubicBezTo>
                    <a:pt x="145743" y="41673"/>
                    <a:pt x="145705" y="43047"/>
                    <a:pt x="144834" y="43881"/>
                  </a:cubicBezTo>
                  <a:cubicBezTo>
                    <a:pt x="144451" y="44249"/>
                    <a:pt x="143940" y="44466"/>
                    <a:pt x="143407" y="44481"/>
                  </a:cubicBezTo>
                  <a:cubicBezTo>
                    <a:pt x="138766" y="45300"/>
                    <a:pt x="134297" y="46899"/>
                    <a:pt x="130189" y="49212"/>
                  </a:cubicBezTo>
                  <a:cubicBezTo>
                    <a:pt x="130189" y="50113"/>
                    <a:pt x="130189" y="51089"/>
                    <a:pt x="130189" y="51990"/>
                  </a:cubicBezTo>
                  <a:cubicBezTo>
                    <a:pt x="130625" y="52380"/>
                    <a:pt x="131030" y="52808"/>
                    <a:pt x="131391" y="53266"/>
                  </a:cubicBezTo>
                  <a:cubicBezTo>
                    <a:pt x="124707" y="57411"/>
                    <a:pt x="120081" y="64161"/>
                    <a:pt x="118624" y="71887"/>
                  </a:cubicBezTo>
                  <a:cubicBezTo>
                    <a:pt x="113893" y="101471"/>
                    <a:pt x="119150" y="127825"/>
                    <a:pt x="121478" y="157183"/>
                  </a:cubicBezTo>
                  <a:cubicBezTo>
                    <a:pt x="123806" y="186541"/>
                    <a:pt x="124933" y="217251"/>
                    <a:pt x="128087" y="247660"/>
                  </a:cubicBezTo>
                  <a:cubicBezTo>
                    <a:pt x="128342" y="250461"/>
                    <a:pt x="128875" y="253224"/>
                    <a:pt x="129664" y="255919"/>
                  </a:cubicBezTo>
                  <a:lnTo>
                    <a:pt x="129288" y="255919"/>
                  </a:lnTo>
                  <a:cubicBezTo>
                    <a:pt x="134545" y="290308"/>
                    <a:pt x="138225" y="324847"/>
                    <a:pt x="146110" y="358710"/>
                  </a:cubicBezTo>
                  <a:lnTo>
                    <a:pt x="146110" y="359611"/>
                  </a:lnTo>
                  <a:cubicBezTo>
                    <a:pt x="141387" y="370618"/>
                    <a:pt x="130745" y="377932"/>
                    <a:pt x="118774" y="378382"/>
                  </a:cubicBezTo>
                  <a:cubicBezTo>
                    <a:pt x="82576" y="380184"/>
                    <a:pt x="50208" y="372300"/>
                    <a:pt x="15963" y="361188"/>
                  </a:cubicBezTo>
                  <a:cubicBezTo>
                    <a:pt x="4314" y="357344"/>
                    <a:pt x="-2355" y="345127"/>
                    <a:pt x="717" y="333256"/>
                  </a:cubicBezTo>
                  <a:close/>
                </a:path>
              </a:pathLst>
            </a:custGeom>
            <a:solidFill>
              <a:srgbClr val="65627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6" name="Content Placeholder 4">
              <a:extLst>
                <a:ext uri="{FF2B5EF4-FFF2-40B4-BE49-F238E27FC236}">
                  <a16:creationId xmlns:a16="http://schemas.microsoft.com/office/drawing/2014/main" id="{BB9B88D8-DB74-E29C-1944-429ECCA97251}"/>
                </a:ext>
              </a:extLst>
            </p:cNvPr>
            <p:cNvSpPr/>
            <p:nvPr/>
          </p:nvSpPr>
          <p:spPr>
            <a:xfrm>
              <a:off x="7523474" y="2044191"/>
              <a:ext cx="202133" cy="173628"/>
            </a:xfrm>
            <a:custGeom>
              <a:avLst/>
              <a:gdLst>
                <a:gd name="connsiteX0" fmla="*/ 198274 w 202133"/>
                <a:gd name="connsiteY0" fmla="*/ 52653 h 173628"/>
                <a:gd name="connsiteX1" fmla="*/ 195796 w 202133"/>
                <a:gd name="connsiteY1" fmla="*/ 45145 h 173628"/>
                <a:gd name="connsiteX2" fmla="*/ 183630 w 202133"/>
                <a:gd name="connsiteY2" fmla="*/ 35384 h 173628"/>
                <a:gd name="connsiteX3" fmla="*/ 124827 w 202133"/>
                <a:gd name="connsiteY3" fmla="*/ 36360 h 173628"/>
                <a:gd name="connsiteX4" fmla="*/ 100119 w 202133"/>
                <a:gd name="connsiteY4" fmla="*/ 19 h 173628"/>
                <a:gd name="connsiteX5" fmla="*/ 67450 w 202133"/>
                <a:gd name="connsiteY5" fmla="*/ 37561 h 173628"/>
                <a:gd name="connsiteX6" fmla="*/ 23667 w 202133"/>
                <a:gd name="connsiteY6" fmla="*/ 38312 h 173628"/>
                <a:gd name="connsiteX7" fmla="*/ 16608 w 202133"/>
                <a:gd name="connsiteY7" fmla="*/ 40790 h 173628"/>
                <a:gd name="connsiteX8" fmla="*/ 8647 w 202133"/>
                <a:gd name="connsiteY8" fmla="*/ 51302 h 173628"/>
                <a:gd name="connsiteX9" fmla="*/ 7295 w 202133"/>
                <a:gd name="connsiteY9" fmla="*/ 63691 h 173628"/>
                <a:gd name="connsiteX10" fmla="*/ 6694 w 202133"/>
                <a:gd name="connsiteY10" fmla="*/ 69097 h 173628"/>
                <a:gd name="connsiteX11" fmla="*/ 85 w 202133"/>
                <a:gd name="connsiteY11" fmla="*/ 140952 h 173628"/>
                <a:gd name="connsiteX12" fmla="*/ 1062 w 202133"/>
                <a:gd name="connsiteY12" fmla="*/ 147710 h 173628"/>
                <a:gd name="connsiteX13" fmla="*/ 2113 w 202133"/>
                <a:gd name="connsiteY13" fmla="*/ 154768 h 173628"/>
                <a:gd name="connsiteX14" fmla="*/ 10600 w 202133"/>
                <a:gd name="connsiteY14" fmla="*/ 165881 h 173628"/>
                <a:gd name="connsiteX15" fmla="*/ 14130 w 202133"/>
                <a:gd name="connsiteY15" fmla="*/ 166707 h 173628"/>
                <a:gd name="connsiteX16" fmla="*/ 18185 w 202133"/>
                <a:gd name="connsiteY16" fmla="*/ 169109 h 173628"/>
                <a:gd name="connsiteX17" fmla="*/ 104550 w 202133"/>
                <a:gd name="connsiteY17" fmla="*/ 168659 h 173628"/>
                <a:gd name="connsiteX18" fmla="*/ 191365 w 202133"/>
                <a:gd name="connsiteY18" fmla="*/ 162126 h 173628"/>
                <a:gd name="connsiteX19" fmla="*/ 202104 w 202133"/>
                <a:gd name="connsiteY19" fmla="*/ 148010 h 173628"/>
                <a:gd name="connsiteX20" fmla="*/ 81644 w 202133"/>
                <a:gd name="connsiteY20" fmla="*/ 26749 h 173628"/>
                <a:gd name="connsiteX21" fmla="*/ 85174 w 202133"/>
                <a:gd name="connsiteY21" fmla="*/ 21868 h 173628"/>
                <a:gd name="connsiteX22" fmla="*/ 105751 w 202133"/>
                <a:gd name="connsiteY22" fmla="*/ 22469 h 173628"/>
                <a:gd name="connsiteX23" fmla="*/ 108680 w 202133"/>
                <a:gd name="connsiteY23" fmla="*/ 24797 h 173628"/>
                <a:gd name="connsiteX24" fmla="*/ 108680 w 202133"/>
                <a:gd name="connsiteY24" fmla="*/ 24797 h 173628"/>
                <a:gd name="connsiteX25" fmla="*/ 110032 w 202133"/>
                <a:gd name="connsiteY25" fmla="*/ 26298 h 173628"/>
                <a:gd name="connsiteX26" fmla="*/ 115739 w 202133"/>
                <a:gd name="connsiteY26" fmla="*/ 36735 h 173628"/>
                <a:gd name="connsiteX27" fmla="*/ 76237 w 202133"/>
                <a:gd name="connsiteY27" fmla="*/ 37411 h 173628"/>
                <a:gd name="connsiteX28" fmla="*/ 81644 w 202133"/>
                <a:gd name="connsiteY28" fmla="*/ 26749 h 173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02133" h="173628">
                  <a:moveTo>
                    <a:pt x="198274" y="52653"/>
                  </a:moveTo>
                  <a:cubicBezTo>
                    <a:pt x="198334" y="49943"/>
                    <a:pt x="197456" y="47292"/>
                    <a:pt x="195796" y="45145"/>
                  </a:cubicBezTo>
                  <a:cubicBezTo>
                    <a:pt x="194692" y="39341"/>
                    <a:pt x="189533" y="35203"/>
                    <a:pt x="183630" y="35384"/>
                  </a:cubicBezTo>
                  <a:lnTo>
                    <a:pt x="124827" y="36360"/>
                  </a:lnTo>
                  <a:cubicBezTo>
                    <a:pt x="123850" y="20141"/>
                    <a:pt x="117317" y="-1183"/>
                    <a:pt x="100119" y="19"/>
                  </a:cubicBezTo>
                  <a:cubicBezTo>
                    <a:pt x="81456" y="2759"/>
                    <a:pt x="67586" y="18700"/>
                    <a:pt x="67450" y="37561"/>
                  </a:cubicBezTo>
                  <a:lnTo>
                    <a:pt x="23667" y="38312"/>
                  </a:lnTo>
                  <a:cubicBezTo>
                    <a:pt x="21106" y="38334"/>
                    <a:pt x="18620" y="39205"/>
                    <a:pt x="16608" y="40790"/>
                  </a:cubicBezTo>
                  <a:cubicBezTo>
                    <a:pt x="12229" y="42577"/>
                    <a:pt x="9180" y="46609"/>
                    <a:pt x="8647" y="51302"/>
                  </a:cubicBezTo>
                  <a:cubicBezTo>
                    <a:pt x="8121" y="55431"/>
                    <a:pt x="7746" y="59561"/>
                    <a:pt x="7295" y="63691"/>
                  </a:cubicBezTo>
                  <a:cubicBezTo>
                    <a:pt x="6754" y="65440"/>
                    <a:pt x="6552" y="67272"/>
                    <a:pt x="6694" y="69097"/>
                  </a:cubicBezTo>
                  <a:cubicBezTo>
                    <a:pt x="4291" y="93049"/>
                    <a:pt x="2939" y="117000"/>
                    <a:pt x="85" y="140952"/>
                  </a:cubicBezTo>
                  <a:cubicBezTo>
                    <a:pt x="-230" y="143250"/>
                    <a:pt x="108" y="145593"/>
                    <a:pt x="1062" y="147710"/>
                  </a:cubicBezTo>
                  <a:lnTo>
                    <a:pt x="2113" y="154768"/>
                  </a:lnTo>
                  <a:cubicBezTo>
                    <a:pt x="2181" y="159941"/>
                    <a:pt x="5628" y="164454"/>
                    <a:pt x="10600" y="165881"/>
                  </a:cubicBezTo>
                  <a:lnTo>
                    <a:pt x="14130" y="166707"/>
                  </a:lnTo>
                  <a:cubicBezTo>
                    <a:pt x="15331" y="167735"/>
                    <a:pt x="16705" y="168553"/>
                    <a:pt x="18185" y="169109"/>
                  </a:cubicBezTo>
                  <a:cubicBezTo>
                    <a:pt x="44019" y="178945"/>
                    <a:pt x="77364" y="169710"/>
                    <a:pt x="104550" y="168659"/>
                  </a:cubicBezTo>
                  <a:cubicBezTo>
                    <a:pt x="133583" y="168013"/>
                    <a:pt x="162564" y="165835"/>
                    <a:pt x="191365" y="162126"/>
                  </a:cubicBezTo>
                  <a:cubicBezTo>
                    <a:pt x="197636" y="160264"/>
                    <a:pt x="201984" y="154550"/>
                    <a:pt x="202104" y="148010"/>
                  </a:cubicBezTo>
                  <a:close/>
                  <a:moveTo>
                    <a:pt x="81644" y="26749"/>
                  </a:moveTo>
                  <a:cubicBezTo>
                    <a:pt x="82688" y="25029"/>
                    <a:pt x="83875" y="23400"/>
                    <a:pt x="85174" y="21868"/>
                  </a:cubicBezTo>
                  <a:cubicBezTo>
                    <a:pt x="91745" y="18835"/>
                    <a:pt x="99368" y="19060"/>
                    <a:pt x="105751" y="22469"/>
                  </a:cubicBezTo>
                  <a:cubicBezTo>
                    <a:pt x="106787" y="23160"/>
                    <a:pt x="107772" y="23941"/>
                    <a:pt x="108680" y="24797"/>
                  </a:cubicBezTo>
                  <a:lnTo>
                    <a:pt x="108680" y="24797"/>
                  </a:lnTo>
                  <a:cubicBezTo>
                    <a:pt x="108868" y="25480"/>
                    <a:pt x="109371" y="26036"/>
                    <a:pt x="110032" y="26298"/>
                  </a:cubicBezTo>
                  <a:cubicBezTo>
                    <a:pt x="112555" y="29399"/>
                    <a:pt x="114485" y="32936"/>
                    <a:pt x="115739" y="36735"/>
                  </a:cubicBezTo>
                  <a:lnTo>
                    <a:pt x="76237" y="37411"/>
                  </a:lnTo>
                  <a:cubicBezTo>
                    <a:pt x="77769" y="33724"/>
                    <a:pt x="79579" y="30165"/>
                    <a:pt x="81644" y="26749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7" name="Content Placeholder 4">
              <a:extLst>
                <a:ext uri="{FF2B5EF4-FFF2-40B4-BE49-F238E27FC236}">
                  <a16:creationId xmlns:a16="http://schemas.microsoft.com/office/drawing/2014/main" id="{2ADEA573-01DC-2BD1-AFE3-5FBAA1503AE7}"/>
                </a:ext>
              </a:extLst>
            </p:cNvPr>
            <p:cNvSpPr/>
            <p:nvPr/>
          </p:nvSpPr>
          <p:spPr>
            <a:xfrm>
              <a:off x="7598895" y="2003844"/>
              <a:ext cx="26952" cy="63950"/>
            </a:xfrm>
            <a:custGeom>
              <a:avLst/>
              <a:gdLst>
                <a:gd name="connsiteX0" fmla="*/ 10353 w 26952"/>
                <a:gd name="connsiteY0" fmla="*/ 2448 h 63950"/>
                <a:gd name="connsiteX1" fmla="*/ 21543 w 26952"/>
                <a:gd name="connsiteY1" fmla="*/ -30 h 63950"/>
                <a:gd name="connsiteX2" fmla="*/ 21543 w 26952"/>
                <a:gd name="connsiteY2" fmla="*/ 14987 h 63950"/>
                <a:gd name="connsiteX3" fmla="*/ 21543 w 26952"/>
                <a:gd name="connsiteY3" fmla="*/ 14987 h 63950"/>
                <a:gd name="connsiteX4" fmla="*/ 21543 w 26952"/>
                <a:gd name="connsiteY4" fmla="*/ 16789 h 63950"/>
                <a:gd name="connsiteX5" fmla="*/ 26124 w 26952"/>
                <a:gd name="connsiteY5" fmla="*/ 36236 h 63950"/>
                <a:gd name="connsiteX6" fmla="*/ 26800 w 26952"/>
                <a:gd name="connsiteY6" fmla="*/ 40741 h 63950"/>
                <a:gd name="connsiteX7" fmla="*/ 21694 w 26952"/>
                <a:gd name="connsiteY7" fmla="*/ 41117 h 63950"/>
                <a:gd name="connsiteX8" fmla="*/ 20717 w 26952"/>
                <a:gd name="connsiteY8" fmla="*/ 63041 h 63950"/>
                <a:gd name="connsiteX9" fmla="*/ 17037 w 26952"/>
                <a:gd name="connsiteY9" fmla="*/ 63792 h 63950"/>
                <a:gd name="connsiteX10" fmla="*/ 13883 w 26952"/>
                <a:gd name="connsiteY10" fmla="*/ 60338 h 63950"/>
                <a:gd name="connsiteX11" fmla="*/ 4270 w 26952"/>
                <a:gd name="connsiteY11" fmla="*/ 13260 h 63950"/>
                <a:gd name="connsiteX12" fmla="*/ 4270 w 26952"/>
                <a:gd name="connsiteY12" fmla="*/ 13260 h 63950"/>
                <a:gd name="connsiteX13" fmla="*/ 3219 w 26952"/>
                <a:gd name="connsiteY13" fmla="*/ 1923 h 63950"/>
                <a:gd name="connsiteX14" fmla="*/ 10353 w 26952"/>
                <a:gd name="connsiteY14" fmla="*/ 2448 h 63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6952" h="63950">
                  <a:moveTo>
                    <a:pt x="10353" y="2448"/>
                  </a:moveTo>
                  <a:cubicBezTo>
                    <a:pt x="14206" y="2305"/>
                    <a:pt x="17999" y="1472"/>
                    <a:pt x="21543" y="-30"/>
                  </a:cubicBezTo>
                  <a:cubicBezTo>
                    <a:pt x="21543" y="5001"/>
                    <a:pt x="21543" y="10032"/>
                    <a:pt x="21543" y="14987"/>
                  </a:cubicBezTo>
                  <a:lnTo>
                    <a:pt x="21543" y="14987"/>
                  </a:lnTo>
                  <a:cubicBezTo>
                    <a:pt x="21543" y="15588"/>
                    <a:pt x="21543" y="16189"/>
                    <a:pt x="21543" y="16789"/>
                  </a:cubicBezTo>
                  <a:cubicBezTo>
                    <a:pt x="22062" y="23472"/>
                    <a:pt x="23609" y="30027"/>
                    <a:pt x="26124" y="36236"/>
                  </a:cubicBezTo>
                  <a:cubicBezTo>
                    <a:pt x="26860" y="37618"/>
                    <a:pt x="27093" y="39209"/>
                    <a:pt x="26800" y="40741"/>
                  </a:cubicBezTo>
                  <a:cubicBezTo>
                    <a:pt x="26049" y="42919"/>
                    <a:pt x="23421" y="42168"/>
                    <a:pt x="21694" y="41117"/>
                  </a:cubicBezTo>
                  <a:cubicBezTo>
                    <a:pt x="23947" y="48317"/>
                    <a:pt x="23601" y="56073"/>
                    <a:pt x="20717" y="63041"/>
                  </a:cubicBezTo>
                  <a:cubicBezTo>
                    <a:pt x="19666" y="63837"/>
                    <a:pt x="18314" y="64108"/>
                    <a:pt x="17037" y="63792"/>
                  </a:cubicBezTo>
                  <a:cubicBezTo>
                    <a:pt x="15760" y="63267"/>
                    <a:pt x="15535" y="60789"/>
                    <a:pt x="13883" y="60338"/>
                  </a:cubicBezTo>
                  <a:cubicBezTo>
                    <a:pt x="-8647" y="54181"/>
                    <a:pt x="2543" y="29479"/>
                    <a:pt x="4270" y="13260"/>
                  </a:cubicBezTo>
                  <a:lnTo>
                    <a:pt x="4270" y="13260"/>
                  </a:lnTo>
                  <a:lnTo>
                    <a:pt x="3219" y="1923"/>
                  </a:lnTo>
                  <a:cubicBezTo>
                    <a:pt x="5577" y="2335"/>
                    <a:pt x="7965" y="2508"/>
                    <a:pt x="10353" y="2448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Content Placeholder 4">
              <a:extLst>
                <a:ext uri="{FF2B5EF4-FFF2-40B4-BE49-F238E27FC236}">
                  <a16:creationId xmlns:a16="http://schemas.microsoft.com/office/drawing/2014/main" id="{A7FB00A9-941E-86E4-2E6C-A3E619C3450F}"/>
                </a:ext>
              </a:extLst>
            </p:cNvPr>
            <p:cNvSpPr/>
            <p:nvPr/>
          </p:nvSpPr>
          <p:spPr>
            <a:xfrm>
              <a:off x="7725608" y="1786839"/>
              <a:ext cx="44993" cy="33648"/>
            </a:xfrm>
            <a:custGeom>
              <a:avLst/>
              <a:gdLst>
                <a:gd name="connsiteX0" fmla="*/ -29 w 44993"/>
                <a:gd name="connsiteY0" fmla="*/ 22957 h 33648"/>
                <a:gd name="connsiteX1" fmla="*/ 1623 w 44993"/>
                <a:gd name="connsiteY1" fmla="*/ 21305 h 33648"/>
                <a:gd name="connsiteX2" fmla="*/ 3275 w 44993"/>
                <a:gd name="connsiteY2" fmla="*/ 20404 h 33648"/>
                <a:gd name="connsiteX3" fmla="*/ 5002 w 44993"/>
                <a:gd name="connsiteY3" fmla="*/ 14397 h 33648"/>
                <a:gd name="connsiteX4" fmla="*/ 8983 w 44993"/>
                <a:gd name="connsiteY4" fmla="*/ 9367 h 33648"/>
                <a:gd name="connsiteX5" fmla="*/ 18671 w 44993"/>
                <a:gd name="connsiteY5" fmla="*/ 2834 h 33648"/>
                <a:gd name="connsiteX6" fmla="*/ 41201 w 44993"/>
                <a:gd name="connsiteY6" fmla="*/ 4712 h 33648"/>
                <a:gd name="connsiteX7" fmla="*/ 35794 w 44993"/>
                <a:gd name="connsiteY7" fmla="*/ 23332 h 33648"/>
                <a:gd name="connsiteX8" fmla="*/ 8757 w 44993"/>
                <a:gd name="connsiteY8" fmla="*/ 33619 h 33648"/>
                <a:gd name="connsiteX9" fmla="*/ -29 w 44993"/>
                <a:gd name="connsiteY9" fmla="*/ 22957 h 33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4993" h="33648">
                  <a:moveTo>
                    <a:pt x="-29" y="22957"/>
                  </a:moveTo>
                  <a:cubicBezTo>
                    <a:pt x="406" y="22296"/>
                    <a:pt x="962" y="21741"/>
                    <a:pt x="1623" y="21305"/>
                  </a:cubicBezTo>
                  <a:lnTo>
                    <a:pt x="3275" y="20404"/>
                  </a:lnTo>
                  <a:cubicBezTo>
                    <a:pt x="4026" y="19128"/>
                    <a:pt x="4552" y="15298"/>
                    <a:pt x="5002" y="14397"/>
                  </a:cubicBezTo>
                  <a:cubicBezTo>
                    <a:pt x="5821" y="12370"/>
                    <a:pt x="7203" y="10628"/>
                    <a:pt x="8983" y="9367"/>
                  </a:cubicBezTo>
                  <a:cubicBezTo>
                    <a:pt x="12340" y="7392"/>
                    <a:pt x="15577" y="5207"/>
                    <a:pt x="18671" y="2834"/>
                  </a:cubicBezTo>
                  <a:cubicBezTo>
                    <a:pt x="24453" y="-2647"/>
                    <a:pt x="35718" y="732"/>
                    <a:pt x="41201" y="4712"/>
                  </a:cubicBezTo>
                  <a:cubicBezTo>
                    <a:pt x="50062" y="10943"/>
                    <a:pt x="41201" y="19053"/>
                    <a:pt x="35794" y="23332"/>
                  </a:cubicBezTo>
                  <a:cubicBezTo>
                    <a:pt x="27863" y="29106"/>
                    <a:pt x="18528" y="32658"/>
                    <a:pt x="8757" y="33619"/>
                  </a:cubicBezTo>
                  <a:cubicBezTo>
                    <a:pt x="6580" y="29504"/>
                    <a:pt x="3591" y="25878"/>
                    <a:pt x="-29" y="22957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Content Placeholder 4">
              <a:extLst>
                <a:ext uri="{FF2B5EF4-FFF2-40B4-BE49-F238E27FC236}">
                  <a16:creationId xmlns:a16="http://schemas.microsoft.com/office/drawing/2014/main" id="{9D107FF7-B5BC-B08F-32D2-4D2092B98DDA}"/>
                </a:ext>
              </a:extLst>
            </p:cNvPr>
            <p:cNvSpPr/>
            <p:nvPr/>
          </p:nvSpPr>
          <p:spPr>
            <a:xfrm>
              <a:off x="7735746" y="1751711"/>
              <a:ext cx="63985" cy="51733"/>
            </a:xfrm>
            <a:custGeom>
              <a:avLst/>
              <a:gdLst>
                <a:gd name="connsiteX0" fmla="*/ 11236 w 63985"/>
                <a:gd name="connsiteY0" fmla="*/ 17315 h 51733"/>
                <a:gd name="connsiteX1" fmla="*/ 13188 w 63985"/>
                <a:gd name="connsiteY1" fmla="*/ 14837 h 51733"/>
                <a:gd name="connsiteX2" fmla="*/ 13789 w 63985"/>
                <a:gd name="connsiteY2" fmla="*/ 14086 h 51733"/>
                <a:gd name="connsiteX3" fmla="*/ 38272 w 63985"/>
                <a:gd name="connsiteY3" fmla="*/ -30 h 51733"/>
                <a:gd name="connsiteX4" fmla="*/ 63956 w 63985"/>
                <a:gd name="connsiteY4" fmla="*/ 13485 h 51733"/>
                <a:gd name="connsiteX5" fmla="*/ 36319 w 63985"/>
                <a:gd name="connsiteY5" fmla="*/ 42318 h 51733"/>
                <a:gd name="connsiteX6" fmla="*/ 21299 w 63985"/>
                <a:gd name="connsiteY6" fmla="*/ 50953 h 51733"/>
                <a:gd name="connsiteX7" fmla="*/ 19797 w 63985"/>
                <a:gd name="connsiteY7" fmla="*/ 51703 h 51733"/>
                <a:gd name="connsiteX8" fmla="*/ 12287 w 63985"/>
                <a:gd name="connsiteY8" fmla="*/ 47799 h 51733"/>
                <a:gd name="connsiteX9" fmla="*/ -29 w 63985"/>
                <a:gd name="connsiteY9" fmla="*/ 39014 h 51733"/>
                <a:gd name="connsiteX10" fmla="*/ 11236 w 63985"/>
                <a:gd name="connsiteY10" fmla="*/ 17315 h 5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3985" h="51733">
                  <a:moveTo>
                    <a:pt x="11236" y="17315"/>
                  </a:moveTo>
                  <a:lnTo>
                    <a:pt x="13188" y="14837"/>
                  </a:lnTo>
                  <a:lnTo>
                    <a:pt x="13789" y="14086"/>
                  </a:lnTo>
                  <a:cubicBezTo>
                    <a:pt x="19497" y="6030"/>
                    <a:pt x="28441" y="871"/>
                    <a:pt x="38272" y="-30"/>
                  </a:cubicBezTo>
                  <a:cubicBezTo>
                    <a:pt x="48110" y="-30"/>
                    <a:pt x="60276" y="3800"/>
                    <a:pt x="63956" y="13485"/>
                  </a:cubicBezTo>
                  <a:cubicBezTo>
                    <a:pt x="56491" y="24628"/>
                    <a:pt x="47134" y="34382"/>
                    <a:pt x="36319" y="42318"/>
                  </a:cubicBezTo>
                  <a:cubicBezTo>
                    <a:pt x="32039" y="46313"/>
                    <a:pt x="26902" y="49263"/>
                    <a:pt x="21299" y="50953"/>
                  </a:cubicBezTo>
                  <a:lnTo>
                    <a:pt x="19797" y="51703"/>
                  </a:lnTo>
                  <a:cubicBezTo>
                    <a:pt x="17244" y="50502"/>
                    <a:pt x="14841" y="49151"/>
                    <a:pt x="12287" y="47799"/>
                  </a:cubicBezTo>
                  <a:cubicBezTo>
                    <a:pt x="7586" y="45809"/>
                    <a:pt x="3381" y="42814"/>
                    <a:pt x="-29" y="39014"/>
                  </a:cubicBezTo>
                  <a:cubicBezTo>
                    <a:pt x="2682" y="31288"/>
                    <a:pt x="6475" y="23982"/>
                    <a:pt x="11236" y="17315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Content Placeholder 4">
              <a:extLst>
                <a:ext uri="{FF2B5EF4-FFF2-40B4-BE49-F238E27FC236}">
                  <a16:creationId xmlns:a16="http://schemas.microsoft.com/office/drawing/2014/main" id="{52FC7251-E060-8295-002F-6856B6F52D1A}"/>
                </a:ext>
              </a:extLst>
            </p:cNvPr>
            <p:cNvSpPr/>
            <p:nvPr/>
          </p:nvSpPr>
          <p:spPr>
            <a:xfrm>
              <a:off x="7741529" y="1755374"/>
              <a:ext cx="50825" cy="42363"/>
            </a:xfrm>
            <a:custGeom>
              <a:avLst/>
              <a:gdLst>
                <a:gd name="connsiteX0" fmla="*/ 23027 w 50825"/>
                <a:gd name="connsiteY0" fmla="*/ 36252 h 42363"/>
                <a:gd name="connsiteX1" fmla="*/ 17168 w 50825"/>
                <a:gd name="connsiteY1" fmla="*/ 42334 h 42363"/>
                <a:gd name="connsiteX2" fmla="*/ -29 w 50825"/>
                <a:gd name="connsiteY2" fmla="*/ 31972 h 42363"/>
                <a:gd name="connsiteX3" fmla="*/ 14991 w 50825"/>
                <a:gd name="connsiteY3" fmla="*/ 11098 h 42363"/>
                <a:gd name="connsiteX4" fmla="*/ 20398 w 50825"/>
                <a:gd name="connsiteY4" fmla="*/ 4491 h 42363"/>
                <a:gd name="connsiteX5" fmla="*/ 39173 w 50825"/>
                <a:gd name="connsiteY5" fmla="*/ 737 h 42363"/>
                <a:gd name="connsiteX6" fmla="*/ 48335 w 50825"/>
                <a:gd name="connsiteY6" fmla="*/ 11174 h 42363"/>
                <a:gd name="connsiteX7" fmla="*/ 45707 w 50825"/>
                <a:gd name="connsiteY7" fmla="*/ 13276 h 42363"/>
                <a:gd name="connsiteX8" fmla="*/ 23027 w 50825"/>
                <a:gd name="connsiteY8" fmla="*/ 36252 h 4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825" h="42363">
                  <a:moveTo>
                    <a:pt x="23027" y="36252"/>
                  </a:moveTo>
                  <a:cubicBezTo>
                    <a:pt x="20923" y="38204"/>
                    <a:pt x="19046" y="40306"/>
                    <a:pt x="17168" y="42334"/>
                  </a:cubicBezTo>
                  <a:cubicBezTo>
                    <a:pt x="10162" y="41658"/>
                    <a:pt x="3839" y="37844"/>
                    <a:pt x="-29" y="31972"/>
                  </a:cubicBezTo>
                  <a:cubicBezTo>
                    <a:pt x="4379" y="24599"/>
                    <a:pt x="9403" y="17616"/>
                    <a:pt x="14991" y="11098"/>
                  </a:cubicBezTo>
                  <a:cubicBezTo>
                    <a:pt x="16793" y="8921"/>
                    <a:pt x="18521" y="6669"/>
                    <a:pt x="20398" y="4491"/>
                  </a:cubicBezTo>
                  <a:cubicBezTo>
                    <a:pt x="25430" y="-1290"/>
                    <a:pt x="32114" y="-239"/>
                    <a:pt x="39173" y="737"/>
                  </a:cubicBezTo>
                  <a:cubicBezTo>
                    <a:pt x="43228" y="1337"/>
                    <a:pt x="56145" y="4942"/>
                    <a:pt x="48335" y="11174"/>
                  </a:cubicBezTo>
                  <a:cubicBezTo>
                    <a:pt x="47509" y="11924"/>
                    <a:pt x="46608" y="12600"/>
                    <a:pt x="45707" y="13276"/>
                  </a:cubicBezTo>
                  <a:cubicBezTo>
                    <a:pt x="38046" y="21010"/>
                    <a:pt x="30536" y="28969"/>
                    <a:pt x="23027" y="36252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Content Placeholder 4">
              <a:extLst>
                <a:ext uri="{FF2B5EF4-FFF2-40B4-BE49-F238E27FC236}">
                  <a16:creationId xmlns:a16="http://schemas.microsoft.com/office/drawing/2014/main" id="{6D731B84-2DF9-C492-50C4-86944A364758}"/>
                </a:ext>
              </a:extLst>
            </p:cNvPr>
            <p:cNvSpPr/>
            <p:nvPr/>
          </p:nvSpPr>
          <p:spPr>
            <a:xfrm>
              <a:off x="7765561" y="1775512"/>
              <a:ext cx="3604" cy="3604"/>
            </a:xfrm>
            <a:custGeom>
              <a:avLst/>
              <a:gdLst>
                <a:gd name="connsiteX0" fmla="*/ 1773 w 3604"/>
                <a:gd name="connsiteY0" fmla="*/ -30 h 3604"/>
                <a:gd name="connsiteX1" fmla="*/ 3575 w 3604"/>
                <a:gd name="connsiteY1" fmla="*/ 1772 h 3604"/>
                <a:gd name="connsiteX2" fmla="*/ 1773 w 3604"/>
                <a:gd name="connsiteY2" fmla="*/ 3574 h 3604"/>
                <a:gd name="connsiteX3" fmla="*/ -29 w 3604"/>
                <a:gd name="connsiteY3" fmla="*/ 1772 h 3604"/>
                <a:gd name="connsiteX4" fmla="*/ 1773 w 3604"/>
                <a:gd name="connsiteY4" fmla="*/ -30 h 3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04" h="3604">
                  <a:moveTo>
                    <a:pt x="1773" y="-30"/>
                  </a:moveTo>
                  <a:cubicBezTo>
                    <a:pt x="2772" y="-30"/>
                    <a:pt x="3575" y="774"/>
                    <a:pt x="3575" y="1772"/>
                  </a:cubicBezTo>
                  <a:cubicBezTo>
                    <a:pt x="3575" y="2771"/>
                    <a:pt x="2772" y="3574"/>
                    <a:pt x="1773" y="3574"/>
                  </a:cubicBezTo>
                  <a:cubicBezTo>
                    <a:pt x="774" y="3574"/>
                    <a:pt x="-29" y="2771"/>
                    <a:pt x="-29" y="1772"/>
                  </a:cubicBezTo>
                  <a:cubicBezTo>
                    <a:pt x="-29" y="774"/>
                    <a:pt x="774" y="-30"/>
                    <a:pt x="1773" y="-30"/>
                  </a:cubicBezTo>
                  <a:close/>
                </a:path>
              </a:pathLst>
            </a:custGeom>
            <a:solidFill>
              <a:srgbClr val="CACAC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Content Placeholder 4">
              <a:extLst>
                <a:ext uri="{FF2B5EF4-FFF2-40B4-BE49-F238E27FC236}">
                  <a16:creationId xmlns:a16="http://schemas.microsoft.com/office/drawing/2014/main" id="{68CFB98A-E661-2A62-697F-5A62129009EC}"/>
                </a:ext>
              </a:extLst>
            </p:cNvPr>
            <p:cNvSpPr/>
            <p:nvPr/>
          </p:nvSpPr>
          <p:spPr>
            <a:xfrm>
              <a:off x="7757892" y="1772284"/>
              <a:ext cx="3771" cy="3528"/>
            </a:xfrm>
            <a:custGeom>
              <a:avLst/>
              <a:gdLst>
                <a:gd name="connsiteX0" fmla="*/ 1406 w 3771"/>
                <a:gd name="connsiteY0" fmla="*/ -30 h 3528"/>
                <a:gd name="connsiteX1" fmla="*/ 2307 w 3771"/>
                <a:gd name="connsiteY1" fmla="*/ -30 h 3528"/>
                <a:gd name="connsiteX2" fmla="*/ 3704 w 3771"/>
                <a:gd name="connsiteY2" fmla="*/ 2103 h 3528"/>
                <a:gd name="connsiteX3" fmla="*/ 2307 w 3771"/>
                <a:gd name="connsiteY3" fmla="*/ 3499 h 3528"/>
                <a:gd name="connsiteX4" fmla="*/ 1406 w 3771"/>
                <a:gd name="connsiteY4" fmla="*/ 3499 h 3528"/>
                <a:gd name="connsiteX5" fmla="*/ 9 w 3771"/>
                <a:gd name="connsiteY5" fmla="*/ 1367 h 3528"/>
                <a:gd name="connsiteX6" fmla="*/ 1406 w 3771"/>
                <a:gd name="connsiteY6" fmla="*/ -30 h 3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71" h="3528">
                  <a:moveTo>
                    <a:pt x="1406" y="-30"/>
                  </a:moveTo>
                  <a:lnTo>
                    <a:pt x="2307" y="-30"/>
                  </a:lnTo>
                  <a:cubicBezTo>
                    <a:pt x="3283" y="173"/>
                    <a:pt x="3907" y="1127"/>
                    <a:pt x="3704" y="2103"/>
                  </a:cubicBezTo>
                  <a:cubicBezTo>
                    <a:pt x="3561" y="2801"/>
                    <a:pt x="3013" y="3357"/>
                    <a:pt x="2307" y="3499"/>
                  </a:cubicBezTo>
                  <a:lnTo>
                    <a:pt x="1406" y="3499"/>
                  </a:lnTo>
                  <a:cubicBezTo>
                    <a:pt x="429" y="3296"/>
                    <a:pt x="-194" y="2343"/>
                    <a:pt x="9" y="1367"/>
                  </a:cubicBezTo>
                  <a:cubicBezTo>
                    <a:pt x="152" y="669"/>
                    <a:pt x="700" y="113"/>
                    <a:pt x="1406" y="-30"/>
                  </a:cubicBezTo>
                  <a:close/>
                </a:path>
              </a:pathLst>
            </a:custGeom>
            <a:solidFill>
              <a:srgbClr val="CACAC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Content Placeholder 4">
              <a:extLst>
                <a:ext uri="{FF2B5EF4-FFF2-40B4-BE49-F238E27FC236}">
                  <a16:creationId xmlns:a16="http://schemas.microsoft.com/office/drawing/2014/main" id="{BD81F757-62C6-D637-3014-5B4EAAE58F44}"/>
                </a:ext>
              </a:extLst>
            </p:cNvPr>
            <p:cNvSpPr/>
            <p:nvPr/>
          </p:nvSpPr>
          <p:spPr>
            <a:xfrm>
              <a:off x="7751454" y="1777192"/>
              <a:ext cx="16616" cy="9012"/>
            </a:xfrm>
            <a:custGeom>
              <a:avLst/>
              <a:gdLst>
                <a:gd name="connsiteX0" fmla="*/ 2662 w 16616"/>
                <a:gd name="connsiteY0" fmla="*/ 168 h 9012"/>
                <a:gd name="connsiteX1" fmla="*/ 15429 w 16616"/>
                <a:gd name="connsiteY1" fmla="*/ 5499 h 9012"/>
                <a:gd name="connsiteX2" fmla="*/ 16466 w 16616"/>
                <a:gd name="connsiteY2" fmla="*/ 7826 h 9012"/>
                <a:gd name="connsiteX3" fmla="*/ 14453 w 16616"/>
                <a:gd name="connsiteY3" fmla="*/ 8953 h 9012"/>
                <a:gd name="connsiteX4" fmla="*/ 860 w 16616"/>
                <a:gd name="connsiteY4" fmla="*/ 3246 h 9012"/>
                <a:gd name="connsiteX5" fmla="*/ 2662 w 16616"/>
                <a:gd name="connsiteY5" fmla="*/ 168 h 9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616" h="9012">
                  <a:moveTo>
                    <a:pt x="2662" y="168"/>
                  </a:moveTo>
                  <a:cubicBezTo>
                    <a:pt x="6718" y="2390"/>
                    <a:pt x="10998" y="4177"/>
                    <a:pt x="15429" y="5499"/>
                  </a:cubicBezTo>
                  <a:cubicBezTo>
                    <a:pt x="16361" y="5852"/>
                    <a:pt x="16826" y="6895"/>
                    <a:pt x="16466" y="7826"/>
                  </a:cubicBezTo>
                  <a:cubicBezTo>
                    <a:pt x="16157" y="8637"/>
                    <a:pt x="15309" y="9110"/>
                    <a:pt x="14453" y="8953"/>
                  </a:cubicBezTo>
                  <a:cubicBezTo>
                    <a:pt x="9759" y="7474"/>
                    <a:pt x="5208" y="5559"/>
                    <a:pt x="860" y="3246"/>
                  </a:cubicBezTo>
                  <a:cubicBezTo>
                    <a:pt x="-1168" y="2571"/>
                    <a:pt x="635" y="-883"/>
                    <a:pt x="2662" y="168"/>
                  </a:cubicBezTo>
                  <a:close/>
                </a:path>
              </a:pathLst>
            </a:custGeom>
            <a:solidFill>
              <a:srgbClr val="CACAC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Content Placeholder 4">
              <a:extLst>
                <a:ext uri="{FF2B5EF4-FFF2-40B4-BE49-F238E27FC236}">
                  <a16:creationId xmlns:a16="http://schemas.microsoft.com/office/drawing/2014/main" id="{C0B196AD-A286-4ADD-CB5B-022418FE36A3}"/>
                </a:ext>
              </a:extLst>
            </p:cNvPr>
            <p:cNvSpPr/>
            <p:nvPr/>
          </p:nvSpPr>
          <p:spPr>
            <a:xfrm>
              <a:off x="7753232" y="1784473"/>
              <a:ext cx="9486" cy="6335"/>
            </a:xfrm>
            <a:custGeom>
              <a:avLst/>
              <a:gdLst>
                <a:gd name="connsiteX0" fmla="*/ 2086 w 9486"/>
                <a:gd name="connsiteY0" fmla="*/ 95 h 6335"/>
                <a:gd name="connsiteX1" fmla="*/ 8319 w 9486"/>
                <a:gd name="connsiteY1" fmla="*/ 2723 h 6335"/>
                <a:gd name="connsiteX2" fmla="*/ 7342 w 9486"/>
                <a:gd name="connsiteY2" fmla="*/ 6176 h 6335"/>
                <a:gd name="connsiteX3" fmla="*/ 1109 w 9486"/>
                <a:gd name="connsiteY3" fmla="*/ 3549 h 6335"/>
                <a:gd name="connsiteX4" fmla="*/ 2086 w 9486"/>
                <a:gd name="connsiteY4" fmla="*/ 95 h 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86" h="6335">
                  <a:moveTo>
                    <a:pt x="2086" y="95"/>
                  </a:moveTo>
                  <a:lnTo>
                    <a:pt x="8319" y="2723"/>
                  </a:lnTo>
                  <a:cubicBezTo>
                    <a:pt x="10346" y="3624"/>
                    <a:pt x="9445" y="7002"/>
                    <a:pt x="7342" y="6176"/>
                  </a:cubicBezTo>
                  <a:lnTo>
                    <a:pt x="1109" y="3549"/>
                  </a:lnTo>
                  <a:cubicBezTo>
                    <a:pt x="-919" y="2798"/>
                    <a:pt x="-17" y="-731"/>
                    <a:pt x="2086" y="95"/>
                  </a:cubicBezTo>
                  <a:close/>
                </a:path>
              </a:pathLst>
            </a:custGeom>
            <a:solidFill>
              <a:srgbClr val="CACAC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Content Placeholder 4">
              <a:extLst>
                <a:ext uri="{FF2B5EF4-FFF2-40B4-BE49-F238E27FC236}">
                  <a16:creationId xmlns:a16="http://schemas.microsoft.com/office/drawing/2014/main" id="{1B3A18B7-9584-A76F-8D43-B17DB70D3F8D}"/>
                </a:ext>
              </a:extLst>
            </p:cNvPr>
            <p:cNvSpPr/>
            <p:nvPr/>
          </p:nvSpPr>
          <p:spPr>
            <a:xfrm>
              <a:off x="7625959" y="1550009"/>
              <a:ext cx="118050" cy="76506"/>
            </a:xfrm>
            <a:custGeom>
              <a:avLst/>
              <a:gdLst>
                <a:gd name="connsiteX0" fmla="*/ 25947 w 118050"/>
                <a:gd name="connsiteY0" fmla="*/ 72076 h 76506"/>
                <a:gd name="connsiteX1" fmla="*/ 30205 w 118050"/>
                <a:gd name="connsiteY1" fmla="*/ 75920 h 76506"/>
                <a:gd name="connsiteX2" fmla="*/ 30378 w 118050"/>
                <a:gd name="connsiteY2" fmla="*/ 75905 h 76506"/>
                <a:gd name="connsiteX3" fmla="*/ 30378 w 118050"/>
                <a:gd name="connsiteY3" fmla="*/ 76280 h 76506"/>
                <a:gd name="connsiteX4" fmla="*/ 33231 w 118050"/>
                <a:gd name="connsiteY4" fmla="*/ 74704 h 76506"/>
                <a:gd name="connsiteX5" fmla="*/ 33231 w 118050"/>
                <a:gd name="connsiteY5" fmla="*/ 74704 h 76506"/>
                <a:gd name="connsiteX6" fmla="*/ 33832 w 118050"/>
                <a:gd name="connsiteY6" fmla="*/ 73427 h 76506"/>
                <a:gd name="connsiteX7" fmla="*/ 37287 w 118050"/>
                <a:gd name="connsiteY7" fmla="*/ 55407 h 76506"/>
                <a:gd name="connsiteX8" fmla="*/ 37287 w 118050"/>
                <a:gd name="connsiteY8" fmla="*/ 51352 h 76506"/>
                <a:gd name="connsiteX9" fmla="*/ 38563 w 118050"/>
                <a:gd name="connsiteY9" fmla="*/ 51352 h 76506"/>
                <a:gd name="connsiteX10" fmla="*/ 46073 w 118050"/>
                <a:gd name="connsiteY10" fmla="*/ 48049 h 76506"/>
                <a:gd name="connsiteX11" fmla="*/ 90307 w 118050"/>
                <a:gd name="connsiteY11" fmla="*/ 49926 h 76506"/>
                <a:gd name="connsiteX12" fmla="*/ 94513 w 118050"/>
                <a:gd name="connsiteY12" fmla="*/ 50451 h 76506"/>
                <a:gd name="connsiteX13" fmla="*/ 96541 w 118050"/>
                <a:gd name="connsiteY13" fmla="*/ 52028 h 76506"/>
                <a:gd name="connsiteX14" fmla="*/ 105034 w 118050"/>
                <a:gd name="connsiteY14" fmla="*/ 50662 h 76506"/>
                <a:gd name="connsiteX15" fmla="*/ 105177 w 118050"/>
                <a:gd name="connsiteY15" fmla="*/ 50451 h 76506"/>
                <a:gd name="connsiteX16" fmla="*/ 113738 w 118050"/>
                <a:gd name="connsiteY16" fmla="*/ 46922 h 76506"/>
                <a:gd name="connsiteX17" fmla="*/ 116892 w 118050"/>
                <a:gd name="connsiteY17" fmla="*/ 34458 h 76506"/>
                <a:gd name="connsiteX18" fmla="*/ 114715 w 118050"/>
                <a:gd name="connsiteY18" fmla="*/ 32356 h 76506"/>
                <a:gd name="connsiteX19" fmla="*/ 83398 w 118050"/>
                <a:gd name="connsiteY19" fmla="*/ 6752 h 76506"/>
                <a:gd name="connsiteX20" fmla="*/ 58765 w 118050"/>
                <a:gd name="connsiteY20" fmla="*/ 145 h 76506"/>
                <a:gd name="connsiteX21" fmla="*/ 54860 w 118050"/>
                <a:gd name="connsiteY21" fmla="*/ 145 h 76506"/>
                <a:gd name="connsiteX22" fmla="*/ 41793 w 118050"/>
                <a:gd name="connsiteY22" fmla="*/ 3148 h 76506"/>
                <a:gd name="connsiteX23" fmla="*/ 37888 w 118050"/>
                <a:gd name="connsiteY23" fmla="*/ 2472 h 76506"/>
                <a:gd name="connsiteX24" fmla="*/ 26472 w 118050"/>
                <a:gd name="connsiteY24" fmla="*/ 11858 h 76506"/>
                <a:gd name="connsiteX25" fmla="*/ 23393 w 118050"/>
                <a:gd name="connsiteY25" fmla="*/ 16438 h 76506"/>
                <a:gd name="connsiteX26" fmla="*/ 20239 w 118050"/>
                <a:gd name="connsiteY26" fmla="*/ 19892 h 76506"/>
                <a:gd name="connsiteX27" fmla="*/ 18512 w 118050"/>
                <a:gd name="connsiteY27" fmla="*/ 20643 h 76506"/>
                <a:gd name="connsiteX28" fmla="*/ 14381 w 118050"/>
                <a:gd name="connsiteY28" fmla="*/ 20643 h 76506"/>
                <a:gd name="connsiteX29" fmla="*/ 4994 w 118050"/>
                <a:gd name="connsiteY29" fmla="*/ 29428 h 76506"/>
                <a:gd name="connsiteX30" fmla="*/ 3867 w 118050"/>
                <a:gd name="connsiteY30" fmla="*/ 34834 h 76506"/>
                <a:gd name="connsiteX31" fmla="*/ 4543 w 118050"/>
                <a:gd name="connsiteY31" fmla="*/ 36711 h 76506"/>
                <a:gd name="connsiteX32" fmla="*/ 4543 w 118050"/>
                <a:gd name="connsiteY32" fmla="*/ 37387 h 76506"/>
                <a:gd name="connsiteX33" fmla="*/ 563 w 118050"/>
                <a:gd name="connsiteY33" fmla="*/ 69373 h 76506"/>
                <a:gd name="connsiteX34" fmla="*/ 2215 w 118050"/>
                <a:gd name="connsiteY34" fmla="*/ 72676 h 76506"/>
                <a:gd name="connsiteX35" fmla="*/ 2215 w 118050"/>
                <a:gd name="connsiteY35" fmla="*/ 73577 h 76506"/>
                <a:gd name="connsiteX36" fmla="*/ 10251 w 118050"/>
                <a:gd name="connsiteY36" fmla="*/ 72526 h 76506"/>
                <a:gd name="connsiteX37" fmla="*/ 10251 w 118050"/>
                <a:gd name="connsiteY37" fmla="*/ 71100 h 76506"/>
                <a:gd name="connsiteX38" fmla="*/ 10251 w 118050"/>
                <a:gd name="connsiteY38" fmla="*/ 69373 h 76506"/>
                <a:gd name="connsiteX39" fmla="*/ 10251 w 118050"/>
                <a:gd name="connsiteY39" fmla="*/ 69373 h 76506"/>
                <a:gd name="connsiteX40" fmla="*/ 21515 w 118050"/>
                <a:gd name="connsiteY40" fmla="*/ 57585 h 76506"/>
                <a:gd name="connsiteX41" fmla="*/ 25947 w 118050"/>
                <a:gd name="connsiteY41" fmla="*/ 72076 h 76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18050" h="76506">
                  <a:moveTo>
                    <a:pt x="25947" y="72076"/>
                  </a:moveTo>
                  <a:cubicBezTo>
                    <a:pt x="26059" y="74313"/>
                    <a:pt x="27967" y="76033"/>
                    <a:pt x="30205" y="75920"/>
                  </a:cubicBezTo>
                  <a:cubicBezTo>
                    <a:pt x="30265" y="75913"/>
                    <a:pt x="30317" y="75913"/>
                    <a:pt x="30378" y="75905"/>
                  </a:cubicBezTo>
                  <a:lnTo>
                    <a:pt x="30378" y="76280"/>
                  </a:lnTo>
                  <a:cubicBezTo>
                    <a:pt x="31264" y="75642"/>
                    <a:pt x="32218" y="75109"/>
                    <a:pt x="33231" y="74704"/>
                  </a:cubicBezTo>
                  <a:lnTo>
                    <a:pt x="33231" y="74704"/>
                  </a:lnTo>
                  <a:cubicBezTo>
                    <a:pt x="33494" y="74306"/>
                    <a:pt x="33689" y="73878"/>
                    <a:pt x="33832" y="73427"/>
                  </a:cubicBezTo>
                  <a:cubicBezTo>
                    <a:pt x="35762" y="67593"/>
                    <a:pt x="36919" y="61541"/>
                    <a:pt x="37287" y="55407"/>
                  </a:cubicBezTo>
                  <a:cubicBezTo>
                    <a:pt x="37287" y="53905"/>
                    <a:pt x="37287" y="52629"/>
                    <a:pt x="37287" y="51352"/>
                  </a:cubicBezTo>
                  <a:lnTo>
                    <a:pt x="38563" y="51352"/>
                  </a:lnTo>
                  <a:cubicBezTo>
                    <a:pt x="41304" y="50894"/>
                    <a:pt x="43880" y="49761"/>
                    <a:pt x="46073" y="48049"/>
                  </a:cubicBezTo>
                  <a:cubicBezTo>
                    <a:pt x="60643" y="50849"/>
                    <a:pt x="75550" y="51480"/>
                    <a:pt x="90307" y="49926"/>
                  </a:cubicBezTo>
                  <a:lnTo>
                    <a:pt x="94513" y="50451"/>
                  </a:lnTo>
                  <a:lnTo>
                    <a:pt x="96541" y="52028"/>
                  </a:lnTo>
                  <a:cubicBezTo>
                    <a:pt x="99267" y="53995"/>
                    <a:pt x="103067" y="53380"/>
                    <a:pt x="105034" y="50662"/>
                  </a:cubicBezTo>
                  <a:cubicBezTo>
                    <a:pt x="105079" y="50594"/>
                    <a:pt x="105132" y="50519"/>
                    <a:pt x="105177" y="50451"/>
                  </a:cubicBezTo>
                  <a:cubicBezTo>
                    <a:pt x="108324" y="50166"/>
                    <a:pt x="111305" y="48935"/>
                    <a:pt x="113738" y="46922"/>
                  </a:cubicBezTo>
                  <a:cubicBezTo>
                    <a:pt x="116817" y="44144"/>
                    <a:pt x="119671" y="38513"/>
                    <a:pt x="116892" y="34458"/>
                  </a:cubicBezTo>
                  <a:cubicBezTo>
                    <a:pt x="116344" y="33595"/>
                    <a:pt x="115601" y="32874"/>
                    <a:pt x="114715" y="32356"/>
                  </a:cubicBezTo>
                  <a:cubicBezTo>
                    <a:pt x="109157" y="19742"/>
                    <a:pt x="95865" y="11933"/>
                    <a:pt x="83398" y="6752"/>
                  </a:cubicBezTo>
                  <a:cubicBezTo>
                    <a:pt x="75558" y="3358"/>
                    <a:pt x="67259" y="1128"/>
                    <a:pt x="58765" y="145"/>
                  </a:cubicBezTo>
                  <a:cubicBezTo>
                    <a:pt x="57474" y="-88"/>
                    <a:pt x="56152" y="-88"/>
                    <a:pt x="54860" y="145"/>
                  </a:cubicBezTo>
                  <a:cubicBezTo>
                    <a:pt x="50316" y="-13"/>
                    <a:pt x="45811" y="1023"/>
                    <a:pt x="41793" y="3148"/>
                  </a:cubicBezTo>
                  <a:cubicBezTo>
                    <a:pt x="40531" y="2720"/>
                    <a:pt x="39217" y="2495"/>
                    <a:pt x="37888" y="2472"/>
                  </a:cubicBezTo>
                  <a:cubicBezTo>
                    <a:pt x="32255" y="2255"/>
                    <a:pt x="27343" y="6287"/>
                    <a:pt x="26472" y="11858"/>
                  </a:cubicBezTo>
                  <a:cubicBezTo>
                    <a:pt x="25150" y="13165"/>
                    <a:pt x="24107" y="14726"/>
                    <a:pt x="23393" y="16438"/>
                  </a:cubicBezTo>
                  <a:cubicBezTo>
                    <a:pt x="22342" y="17564"/>
                    <a:pt x="21215" y="18691"/>
                    <a:pt x="20239" y="19892"/>
                  </a:cubicBezTo>
                  <a:lnTo>
                    <a:pt x="18512" y="20643"/>
                  </a:lnTo>
                  <a:cubicBezTo>
                    <a:pt x="17145" y="20380"/>
                    <a:pt x="15748" y="20380"/>
                    <a:pt x="14381" y="20643"/>
                  </a:cubicBezTo>
                  <a:cubicBezTo>
                    <a:pt x="9725" y="21326"/>
                    <a:pt x="5978" y="24825"/>
                    <a:pt x="4994" y="29428"/>
                  </a:cubicBezTo>
                  <a:cubicBezTo>
                    <a:pt x="4078" y="31072"/>
                    <a:pt x="3687" y="32957"/>
                    <a:pt x="3867" y="34834"/>
                  </a:cubicBezTo>
                  <a:cubicBezTo>
                    <a:pt x="3987" y="35495"/>
                    <a:pt x="4213" y="36125"/>
                    <a:pt x="4543" y="36711"/>
                  </a:cubicBezTo>
                  <a:lnTo>
                    <a:pt x="4543" y="37387"/>
                  </a:lnTo>
                  <a:cubicBezTo>
                    <a:pt x="428" y="47516"/>
                    <a:pt x="-939" y="58546"/>
                    <a:pt x="563" y="69373"/>
                  </a:cubicBezTo>
                  <a:cubicBezTo>
                    <a:pt x="676" y="70642"/>
                    <a:pt x="1269" y="71828"/>
                    <a:pt x="2215" y="72676"/>
                  </a:cubicBezTo>
                  <a:cubicBezTo>
                    <a:pt x="2215" y="72676"/>
                    <a:pt x="2215" y="73277"/>
                    <a:pt x="2215" y="73577"/>
                  </a:cubicBezTo>
                  <a:cubicBezTo>
                    <a:pt x="2891" y="78083"/>
                    <a:pt x="10551" y="77031"/>
                    <a:pt x="10251" y="72526"/>
                  </a:cubicBezTo>
                  <a:cubicBezTo>
                    <a:pt x="10213" y="72053"/>
                    <a:pt x="10213" y="71573"/>
                    <a:pt x="10251" y="71100"/>
                  </a:cubicBezTo>
                  <a:cubicBezTo>
                    <a:pt x="10371" y="70529"/>
                    <a:pt x="10371" y="69943"/>
                    <a:pt x="10251" y="69373"/>
                  </a:cubicBezTo>
                  <a:lnTo>
                    <a:pt x="10251" y="69373"/>
                  </a:lnTo>
                  <a:cubicBezTo>
                    <a:pt x="10851" y="61864"/>
                    <a:pt x="14231" y="51728"/>
                    <a:pt x="21515" y="57585"/>
                  </a:cubicBezTo>
                  <a:cubicBezTo>
                    <a:pt x="27148" y="60813"/>
                    <a:pt x="25947" y="65393"/>
                    <a:pt x="25947" y="72076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C2690A38-A407-4631-668C-6ACE6361F0DB}"/>
              </a:ext>
            </a:extLst>
          </p:cNvPr>
          <p:cNvGrpSpPr/>
          <p:nvPr userDrawn="1"/>
        </p:nvGrpSpPr>
        <p:grpSpPr>
          <a:xfrm>
            <a:off x="5147071" y="778816"/>
            <a:ext cx="362980" cy="829423"/>
            <a:chOff x="8805209" y="497499"/>
            <a:chExt cx="362980" cy="829423"/>
          </a:xfrm>
        </p:grpSpPr>
        <p:sp>
          <p:nvSpPr>
            <p:cNvPr id="337" name="Content Placeholder 4">
              <a:extLst>
                <a:ext uri="{FF2B5EF4-FFF2-40B4-BE49-F238E27FC236}">
                  <a16:creationId xmlns:a16="http://schemas.microsoft.com/office/drawing/2014/main" id="{CA8FC46F-D969-772D-899F-CC1C0ADD1C44}"/>
                </a:ext>
              </a:extLst>
            </p:cNvPr>
            <p:cNvSpPr/>
            <p:nvPr/>
          </p:nvSpPr>
          <p:spPr>
            <a:xfrm>
              <a:off x="8805209" y="1299623"/>
              <a:ext cx="260275" cy="27299"/>
            </a:xfrm>
            <a:custGeom>
              <a:avLst/>
              <a:gdLst>
                <a:gd name="connsiteX0" fmla="*/ 56406 w 260275"/>
                <a:gd name="connsiteY0" fmla="*/ 26929 h 27299"/>
                <a:gd name="connsiteX1" fmla="*/ 105746 w 260275"/>
                <a:gd name="connsiteY1" fmla="*/ 26929 h 27299"/>
                <a:gd name="connsiteX2" fmla="*/ 243404 w 260275"/>
                <a:gd name="connsiteY2" fmla="*/ 25353 h 27299"/>
                <a:gd name="connsiteX3" fmla="*/ 260227 w 260275"/>
                <a:gd name="connsiteY3" fmla="*/ 19121 h 27299"/>
                <a:gd name="connsiteX4" fmla="*/ 247234 w 260275"/>
                <a:gd name="connsiteY4" fmla="*/ 10636 h 27299"/>
                <a:gd name="connsiteX5" fmla="*/ 179645 w 260275"/>
                <a:gd name="connsiteY5" fmla="*/ 3954 h 27299"/>
                <a:gd name="connsiteX6" fmla="*/ 78861 w 260275"/>
                <a:gd name="connsiteY6" fmla="*/ 575 h 27299"/>
                <a:gd name="connsiteX7" fmla="*/ 16828 w 260275"/>
                <a:gd name="connsiteY7" fmla="*/ 4254 h 27299"/>
                <a:gd name="connsiteX8" fmla="*/ 7516 w 260275"/>
                <a:gd name="connsiteY8" fmla="*/ 23400 h 27299"/>
                <a:gd name="connsiteX9" fmla="*/ 26741 w 260275"/>
                <a:gd name="connsiteY9" fmla="*/ 24752 h 27299"/>
                <a:gd name="connsiteX10" fmla="*/ 56406 w 260275"/>
                <a:gd name="connsiteY10" fmla="*/ 26929 h 27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0275" h="27299">
                  <a:moveTo>
                    <a:pt x="56406" y="26929"/>
                  </a:moveTo>
                  <a:cubicBezTo>
                    <a:pt x="72928" y="27455"/>
                    <a:pt x="89374" y="27305"/>
                    <a:pt x="105746" y="26929"/>
                  </a:cubicBezTo>
                  <a:lnTo>
                    <a:pt x="243404" y="25353"/>
                  </a:lnTo>
                  <a:cubicBezTo>
                    <a:pt x="250539" y="25353"/>
                    <a:pt x="259776" y="24001"/>
                    <a:pt x="260227" y="19121"/>
                  </a:cubicBezTo>
                  <a:cubicBezTo>
                    <a:pt x="260678" y="14240"/>
                    <a:pt x="253393" y="11988"/>
                    <a:pt x="247234" y="10636"/>
                  </a:cubicBezTo>
                  <a:cubicBezTo>
                    <a:pt x="224937" y="6454"/>
                    <a:pt x="202325" y="4216"/>
                    <a:pt x="179645" y="3954"/>
                  </a:cubicBezTo>
                  <a:cubicBezTo>
                    <a:pt x="146053" y="2602"/>
                    <a:pt x="112453" y="1476"/>
                    <a:pt x="78861" y="575"/>
                  </a:cubicBezTo>
                  <a:cubicBezTo>
                    <a:pt x="58110" y="-904"/>
                    <a:pt x="37255" y="335"/>
                    <a:pt x="16828" y="4254"/>
                  </a:cubicBezTo>
                  <a:cubicBezTo>
                    <a:pt x="6164" y="6807"/>
                    <a:pt x="-9532" y="17919"/>
                    <a:pt x="7516" y="23400"/>
                  </a:cubicBezTo>
                  <a:cubicBezTo>
                    <a:pt x="13869" y="24422"/>
                    <a:pt x="20305" y="24880"/>
                    <a:pt x="26741" y="24752"/>
                  </a:cubicBezTo>
                  <a:cubicBezTo>
                    <a:pt x="36429" y="25803"/>
                    <a:pt x="46417" y="26554"/>
                    <a:pt x="56406" y="26929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8" name="Content Placeholder 4">
              <a:extLst>
                <a:ext uri="{FF2B5EF4-FFF2-40B4-BE49-F238E27FC236}">
                  <a16:creationId xmlns:a16="http://schemas.microsoft.com/office/drawing/2014/main" id="{D9A63E96-FAB1-1C79-C00E-430F6477461C}"/>
                </a:ext>
              </a:extLst>
            </p:cNvPr>
            <p:cNvSpPr/>
            <p:nvPr/>
          </p:nvSpPr>
          <p:spPr>
            <a:xfrm>
              <a:off x="9116383" y="672749"/>
              <a:ext cx="38930" cy="44973"/>
            </a:xfrm>
            <a:custGeom>
              <a:avLst/>
              <a:gdLst>
                <a:gd name="connsiteX0" fmla="*/ 20774 w 38930"/>
                <a:gd name="connsiteY0" fmla="*/ 8903 h 44973"/>
                <a:gd name="connsiteX1" fmla="*/ 28284 w 38930"/>
                <a:gd name="connsiteY1" fmla="*/ 2070 h 44973"/>
                <a:gd name="connsiteX2" fmla="*/ 37220 w 38930"/>
                <a:gd name="connsiteY2" fmla="*/ 1094 h 44973"/>
                <a:gd name="connsiteX3" fmla="*/ 37821 w 38930"/>
                <a:gd name="connsiteY3" fmla="*/ 10029 h 44973"/>
                <a:gd name="connsiteX4" fmla="*/ 11536 w 38930"/>
                <a:gd name="connsiteY4" fmla="*/ 44943 h 44973"/>
                <a:gd name="connsiteX5" fmla="*/ -29 w 38930"/>
                <a:gd name="connsiteY5" fmla="*/ 34281 h 44973"/>
                <a:gd name="connsiteX6" fmla="*/ 10936 w 38930"/>
                <a:gd name="connsiteY6" fmla="*/ 19940 h 44973"/>
                <a:gd name="connsiteX7" fmla="*/ 20173 w 38930"/>
                <a:gd name="connsiteY7" fmla="*/ 3121 h 44973"/>
                <a:gd name="connsiteX8" fmla="*/ 21975 w 38930"/>
                <a:gd name="connsiteY8" fmla="*/ 4998 h 44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30" h="44973">
                  <a:moveTo>
                    <a:pt x="20774" y="8903"/>
                  </a:moveTo>
                  <a:cubicBezTo>
                    <a:pt x="22861" y="6207"/>
                    <a:pt x="25400" y="3895"/>
                    <a:pt x="28284" y="2070"/>
                  </a:cubicBezTo>
                  <a:cubicBezTo>
                    <a:pt x="30912" y="268"/>
                    <a:pt x="34742" y="-1084"/>
                    <a:pt x="37220" y="1094"/>
                  </a:cubicBezTo>
                  <a:cubicBezTo>
                    <a:pt x="39698" y="3271"/>
                    <a:pt x="39023" y="7101"/>
                    <a:pt x="37821" y="10029"/>
                  </a:cubicBezTo>
                  <a:cubicBezTo>
                    <a:pt x="31483" y="23306"/>
                    <a:pt x="22546" y="35178"/>
                    <a:pt x="11536" y="44943"/>
                  </a:cubicBezTo>
                  <a:cubicBezTo>
                    <a:pt x="7143" y="42022"/>
                    <a:pt x="3238" y="38423"/>
                    <a:pt x="-29" y="34281"/>
                  </a:cubicBezTo>
                  <a:cubicBezTo>
                    <a:pt x="4740" y="30464"/>
                    <a:pt x="8502" y="25541"/>
                    <a:pt x="10936" y="19940"/>
                  </a:cubicBezTo>
                  <a:cubicBezTo>
                    <a:pt x="13489" y="13933"/>
                    <a:pt x="14840" y="6800"/>
                    <a:pt x="20173" y="3121"/>
                  </a:cubicBezTo>
                  <a:lnTo>
                    <a:pt x="21975" y="4998"/>
                  </a:ln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Content Placeholder 4">
              <a:extLst>
                <a:ext uri="{FF2B5EF4-FFF2-40B4-BE49-F238E27FC236}">
                  <a16:creationId xmlns:a16="http://schemas.microsoft.com/office/drawing/2014/main" id="{57E24AA7-1405-B567-882D-A198E1FEA4FA}"/>
                </a:ext>
              </a:extLst>
            </p:cNvPr>
            <p:cNvSpPr/>
            <p:nvPr/>
          </p:nvSpPr>
          <p:spPr>
            <a:xfrm>
              <a:off x="8887549" y="704282"/>
              <a:ext cx="246257" cy="140389"/>
            </a:xfrm>
            <a:custGeom>
              <a:avLst/>
              <a:gdLst>
                <a:gd name="connsiteX0" fmla="*/ 12817 w 246257"/>
                <a:gd name="connsiteY0" fmla="*/ 127464 h 140389"/>
                <a:gd name="connsiteX1" fmla="*/ 34296 w 246257"/>
                <a:gd name="connsiteY1" fmla="*/ 57785 h 140389"/>
                <a:gd name="connsiteX2" fmla="*/ 130123 w 246257"/>
                <a:gd name="connsiteY2" fmla="*/ 89546 h 140389"/>
                <a:gd name="connsiteX3" fmla="*/ 168725 w 246257"/>
                <a:gd name="connsiteY3" fmla="*/ 71376 h 140389"/>
                <a:gd name="connsiteX4" fmla="*/ 229706 w 246257"/>
                <a:gd name="connsiteY4" fmla="*/ -30 h 140389"/>
                <a:gd name="connsiteX5" fmla="*/ 246228 w 246257"/>
                <a:gd name="connsiteY5" fmla="*/ 11383 h 140389"/>
                <a:gd name="connsiteX6" fmla="*/ 184646 w 246257"/>
                <a:gd name="connsiteY6" fmla="*/ 110795 h 140389"/>
                <a:gd name="connsiteX7" fmla="*/ 170452 w 246257"/>
                <a:gd name="connsiteY7" fmla="*/ 128365 h 140389"/>
                <a:gd name="connsiteX8" fmla="*/ 150626 w 246257"/>
                <a:gd name="connsiteY8" fmla="*/ 136324 h 140389"/>
                <a:gd name="connsiteX9" fmla="*/ 12817 w 246257"/>
                <a:gd name="connsiteY9" fmla="*/ 127464 h 14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6257" h="140389">
                  <a:moveTo>
                    <a:pt x="12817" y="127464"/>
                  </a:moveTo>
                  <a:cubicBezTo>
                    <a:pt x="-12717" y="122433"/>
                    <a:pt x="2604" y="50727"/>
                    <a:pt x="34296" y="57785"/>
                  </a:cubicBezTo>
                  <a:cubicBezTo>
                    <a:pt x="63059" y="64167"/>
                    <a:pt x="99557" y="90147"/>
                    <a:pt x="130123" y="89546"/>
                  </a:cubicBezTo>
                  <a:cubicBezTo>
                    <a:pt x="144978" y="89216"/>
                    <a:pt x="159007" y="82615"/>
                    <a:pt x="168725" y="71376"/>
                  </a:cubicBezTo>
                  <a:cubicBezTo>
                    <a:pt x="189603" y="48000"/>
                    <a:pt x="209932" y="24198"/>
                    <a:pt x="229706" y="-30"/>
                  </a:cubicBezTo>
                  <a:lnTo>
                    <a:pt x="246228" y="11383"/>
                  </a:lnTo>
                  <a:cubicBezTo>
                    <a:pt x="225703" y="44570"/>
                    <a:pt x="205171" y="77707"/>
                    <a:pt x="184646" y="110795"/>
                  </a:cubicBezTo>
                  <a:cubicBezTo>
                    <a:pt x="181056" y="117488"/>
                    <a:pt x="176242" y="123448"/>
                    <a:pt x="170452" y="128365"/>
                  </a:cubicBezTo>
                  <a:cubicBezTo>
                    <a:pt x="164497" y="132416"/>
                    <a:pt x="157730" y="135131"/>
                    <a:pt x="150626" y="136324"/>
                  </a:cubicBezTo>
                  <a:cubicBezTo>
                    <a:pt x="105040" y="146385"/>
                    <a:pt x="53296" y="135423"/>
                    <a:pt x="12817" y="127464"/>
                  </a:cubicBezTo>
                  <a:close/>
                </a:path>
              </a:pathLst>
            </a:custGeom>
            <a:solidFill>
              <a:srgbClr val="44474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0" name="Content Placeholder 4">
              <a:extLst>
                <a:ext uri="{FF2B5EF4-FFF2-40B4-BE49-F238E27FC236}">
                  <a16:creationId xmlns:a16="http://schemas.microsoft.com/office/drawing/2014/main" id="{3BE02E84-24F0-E41C-0419-07D0A5E06E9D}"/>
                </a:ext>
              </a:extLst>
            </p:cNvPr>
            <p:cNvSpPr/>
            <p:nvPr/>
          </p:nvSpPr>
          <p:spPr>
            <a:xfrm>
              <a:off x="8962570" y="1294919"/>
              <a:ext cx="62078" cy="22055"/>
            </a:xfrm>
            <a:custGeom>
              <a:avLst/>
              <a:gdLst>
                <a:gd name="connsiteX0" fmla="*/ 19130 w 62078"/>
                <a:gd name="connsiteY0" fmla="*/ 17818 h 22055"/>
                <a:gd name="connsiteX1" fmla="*/ 16501 w 62078"/>
                <a:gd name="connsiteY1" fmla="*/ 21872 h 22055"/>
                <a:gd name="connsiteX2" fmla="*/ 7189 w 62078"/>
                <a:gd name="connsiteY2" fmla="*/ 21272 h 22055"/>
                <a:gd name="connsiteX3" fmla="*/ 4936 w 62078"/>
                <a:gd name="connsiteY3" fmla="*/ 20296 h 22055"/>
                <a:gd name="connsiteX4" fmla="*/ 3659 w 62078"/>
                <a:gd name="connsiteY4" fmla="*/ 18869 h 22055"/>
                <a:gd name="connsiteX5" fmla="*/ -21 w 62078"/>
                <a:gd name="connsiteY5" fmla="*/ 13313 h 22055"/>
                <a:gd name="connsiteX6" fmla="*/ 1181 w 62078"/>
                <a:gd name="connsiteY6" fmla="*/ 9183 h 22055"/>
                <a:gd name="connsiteX7" fmla="*/ 4936 w 62078"/>
                <a:gd name="connsiteY7" fmla="*/ 398 h 22055"/>
                <a:gd name="connsiteX8" fmla="*/ 23486 w 62078"/>
                <a:gd name="connsiteY8" fmla="*/ 398 h 22055"/>
                <a:gd name="connsiteX9" fmla="*/ 24912 w 62078"/>
                <a:gd name="connsiteY9" fmla="*/ 6405 h 22055"/>
                <a:gd name="connsiteX10" fmla="*/ 43462 w 62078"/>
                <a:gd name="connsiteY10" fmla="*/ 9634 h 22055"/>
                <a:gd name="connsiteX11" fmla="*/ 52774 w 62078"/>
                <a:gd name="connsiteY11" fmla="*/ 11060 h 22055"/>
                <a:gd name="connsiteX12" fmla="*/ 61261 w 62078"/>
                <a:gd name="connsiteY12" fmla="*/ 12562 h 22055"/>
                <a:gd name="connsiteX13" fmla="*/ 61937 w 62078"/>
                <a:gd name="connsiteY13" fmla="*/ 15415 h 22055"/>
                <a:gd name="connsiteX14" fmla="*/ 61937 w 62078"/>
                <a:gd name="connsiteY14" fmla="*/ 17668 h 22055"/>
                <a:gd name="connsiteX15" fmla="*/ 59158 w 62078"/>
                <a:gd name="connsiteY15" fmla="*/ 20220 h 22055"/>
                <a:gd name="connsiteX16" fmla="*/ 19130 w 62078"/>
                <a:gd name="connsiteY16" fmla="*/ 17818 h 22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2078" h="22055">
                  <a:moveTo>
                    <a:pt x="19130" y="17818"/>
                  </a:moveTo>
                  <a:cubicBezTo>
                    <a:pt x="21683" y="19995"/>
                    <a:pt x="18153" y="21722"/>
                    <a:pt x="16501" y="21872"/>
                  </a:cubicBezTo>
                  <a:cubicBezTo>
                    <a:pt x="13384" y="22203"/>
                    <a:pt x="10238" y="22000"/>
                    <a:pt x="7189" y="21272"/>
                  </a:cubicBezTo>
                  <a:cubicBezTo>
                    <a:pt x="6378" y="21122"/>
                    <a:pt x="5604" y="20784"/>
                    <a:pt x="4936" y="20296"/>
                  </a:cubicBezTo>
                  <a:cubicBezTo>
                    <a:pt x="4432" y="19898"/>
                    <a:pt x="4005" y="19410"/>
                    <a:pt x="3659" y="18869"/>
                  </a:cubicBezTo>
                  <a:cubicBezTo>
                    <a:pt x="2179" y="17202"/>
                    <a:pt x="940" y="15325"/>
                    <a:pt x="-21" y="13313"/>
                  </a:cubicBezTo>
                  <a:cubicBezTo>
                    <a:pt x="-96" y="11841"/>
                    <a:pt x="332" y="10384"/>
                    <a:pt x="1181" y="9183"/>
                  </a:cubicBezTo>
                  <a:cubicBezTo>
                    <a:pt x="3141" y="6615"/>
                    <a:pt x="4432" y="3589"/>
                    <a:pt x="4936" y="398"/>
                  </a:cubicBezTo>
                  <a:cubicBezTo>
                    <a:pt x="11109" y="-172"/>
                    <a:pt x="17312" y="-172"/>
                    <a:pt x="23486" y="398"/>
                  </a:cubicBezTo>
                  <a:cubicBezTo>
                    <a:pt x="24011" y="2726"/>
                    <a:pt x="25738" y="4603"/>
                    <a:pt x="24912" y="6405"/>
                  </a:cubicBezTo>
                  <a:cubicBezTo>
                    <a:pt x="31191" y="6825"/>
                    <a:pt x="37409" y="7907"/>
                    <a:pt x="43462" y="9634"/>
                  </a:cubicBezTo>
                  <a:cubicBezTo>
                    <a:pt x="46541" y="10234"/>
                    <a:pt x="49620" y="10760"/>
                    <a:pt x="52774" y="11060"/>
                  </a:cubicBezTo>
                  <a:cubicBezTo>
                    <a:pt x="55928" y="11361"/>
                    <a:pt x="60284" y="10159"/>
                    <a:pt x="61261" y="12562"/>
                  </a:cubicBezTo>
                  <a:cubicBezTo>
                    <a:pt x="61674" y="13463"/>
                    <a:pt x="61899" y="14432"/>
                    <a:pt x="61937" y="15415"/>
                  </a:cubicBezTo>
                  <a:cubicBezTo>
                    <a:pt x="62087" y="16158"/>
                    <a:pt x="62087" y="16924"/>
                    <a:pt x="61937" y="17668"/>
                  </a:cubicBezTo>
                  <a:cubicBezTo>
                    <a:pt x="61411" y="18869"/>
                    <a:pt x="60404" y="19800"/>
                    <a:pt x="59158" y="20220"/>
                  </a:cubicBezTo>
                  <a:cubicBezTo>
                    <a:pt x="45790" y="25326"/>
                    <a:pt x="32572" y="17593"/>
                    <a:pt x="19130" y="17818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1" name="Content Placeholder 4">
              <a:extLst>
                <a:ext uri="{FF2B5EF4-FFF2-40B4-BE49-F238E27FC236}">
                  <a16:creationId xmlns:a16="http://schemas.microsoft.com/office/drawing/2014/main" id="{63D24BDC-1938-EBCD-4CD1-35A09B786211}"/>
                </a:ext>
              </a:extLst>
            </p:cNvPr>
            <p:cNvSpPr/>
            <p:nvPr/>
          </p:nvSpPr>
          <p:spPr>
            <a:xfrm>
              <a:off x="8961770" y="1003851"/>
              <a:ext cx="59465" cy="295775"/>
            </a:xfrm>
            <a:custGeom>
              <a:avLst/>
              <a:gdLst>
                <a:gd name="connsiteX0" fmla="*/ 13696 w 59465"/>
                <a:gd name="connsiteY0" fmla="*/ 2015 h 295775"/>
                <a:gd name="connsiteX1" fmla="*/ 59282 w 59465"/>
                <a:gd name="connsiteY1" fmla="*/ 814 h 295775"/>
                <a:gd name="connsiteX2" fmla="*/ 56353 w 59465"/>
                <a:gd name="connsiteY2" fmla="*/ 2691 h 295775"/>
                <a:gd name="connsiteX3" fmla="*/ 38028 w 59465"/>
                <a:gd name="connsiteY3" fmla="*/ 207897 h 295775"/>
                <a:gd name="connsiteX4" fmla="*/ 25262 w 59465"/>
                <a:gd name="connsiteY4" fmla="*/ 295746 h 295775"/>
                <a:gd name="connsiteX5" fmla="*/ 6561 w 59465"/>
                <a:gd name="connsiteY5" fmla="*/ 295746 h 295775"/>
                <a:gd name="connsiteX6" fmla="*/ 178 w 59465"/>
                <a:gd name="connsiteY6" fmla="*/ 17483 h 295775"/>
                <a:gd name="connsiteX7" fmla="*/ 3858 w 59465"/>
                <a:gd name="connsiteY7" fmla="*/ 4493 h 295775"/>
                <a:gd name="connsiteX8" fmla="*/ 13696 w 59465"/>
                <a:gd name="connsiteY8" fmla="*/ 2015 h 295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465" h="295775">
                  <a:moveTo>
                    <a:pt x="13696" y="2015"/>
                  </a:moveTo>
                  <a:lnTo>
                    <a:pt x="59282" y="814"/>
                  </a:lnTo>
                  <a:cubicBezTo>
                    <a:pt x="60258" y="-1213"/>
                    <a:pt x="56278" y="814"/>
                    <a:pt x="56353" y="2691"/>
                  </a:cubicBezTo>
                  <a:cubicBezTo>
                    <a:pt x="57322" y="71543"/>
                    <a:pt x="51179" y="140306"/>
                    <a:pt x="38028" y="207897"/>
                  </a:cubicBezTo>
                  <a:cubicBezTo>
                    <a:pt x="32321" y="236955"/>
                    <a:pt x="25336" y="266088"/>
                    <a:pt x="25262" y="295746"/>
                  </a:cubicBezTo>
                  <a:lnTo>
                    <a:pt x="6561" y="295746"/>
                  </a:lnTo>
                  <a:cubicBezTo>
                    <a:pt x="4459" y="202941"/>
                    <a:pt x="2333" y="110189"/>
                    <a:pt x="178" y="17483"/>
                  </a:cubicBezTo>
                  <a:cubicBezTo>
                    <a:pt x="-580" y="12820"/>
                    <a:pt x="764" y="8059"/>
                    <a:pt x="3858" y="4493"/>
                  </a:cubicBezTo>
                  <a:cubicBezTo>
                    <a:pt x="6749" y="2548"/>
                    <a:pt x="10227" y="1677"/>
                    <a:pt x="13696" y="2015"/>
                  </a:cubicBezTo>
                  <a:close/>
                </a:path>
              </a:pathLst>
            </a:custGeom>
            <a:solidFill>
              <a:srgbClr val="54323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2" name="Content Placeholder 4">
              <a:extLst>
                <a:ext uri="{FF2B5EF4-FFF2-40B4-BE49-F238E27FC236}">
                  <a16:creationId xmlns:a16="http://schemas.microsoft.com/office/drawing/2014/main" id="{54DD38F7-0B49-5EC5-BB39-26F8D170AD00}"/>
                </a:ext>
              </a:extLst>
            </p:cNvPr>
            <p:cNvSpPr/>
            <p:nvPr/>
          </p:nvSpPr>
          <p:spPr>
            <a:xfrm>
              <a:off x="8823568" y="975404"/>
              <a:ext cx="133312" cy="310707"/>
            </a:xfrm>
            <a:custGeom>
              <a:avLst/>
              <a:gdLst>
                <a:gd name="connsiteX0" fmla="*/ 23327 w 133312"/>
                <a:gd name="connsiteY0" fmla="*/ 310678 h 310707"/>
                <a:gd name="connsiteX1" fmla="*/ -29 w 133312"/>
                <a:gd name="connsiteY1" fmla="*/ 302269 h 310707"/>
                <a:gd name="connsiteX2" fmla="*/ 44505 w 133312"/>
                <a:gd name="connsiteY2" fmla="*/ 223805 h 310707"/>
                <a:gd name="connsiteX3" fmla="*/ 57047 w 133312"/>
                <a:gd name="connsiteY3" fmla="*/ 198276 h 310707"/>
                <a:gd name="connsiteX4" fmla="*/ 64106 w 133312"/>
                <a:gd name="connsiteY4" fmla="*/ 163963 h 310707"/>
                <a:gd name="connsiteX5" fmla="*/ 60952 w 133312"/>
                <a:gd name="connsiteY5" fmla="*/ 8313 h 310707"/>
                <a:gd name="connsiteX6" fmla="*/ 60952 w 133312"/>
                <a:gd name="connsiteY6" fmla="*/ 8313 h 310707"/>
                <a:gd name="connsiteX7" fmla="*/ 114874 w 133312"/>
                <a:gd name="connsiteY7" fmla="*/ 11016 h 310707"/>
                <a:gd name="connsiteX8" fmla="*/ 121407 w 133312"/>
                <a:gd name="connsiteY8" fmla="*/ 13568 h 310707"/>
                <a:gd name="connsiteX9" fmla="*/ 122909 w 133312"/>
                <a:gd name="connsiteY9" fmla="*/ 21077 h 310707"/>
                <a:gd name="connsiteX10" fmla="*/ 126439 w 133312"/>
                <a:gd name="connsiteY10" fmla="*/ 60722 h 310707"/>
                <a:gd name="connsiteX11" fmla="*/ 108415 w 133312"/>
                <a:gd name="connsiteY11" fmla="*/ 165089 h 310707"/>
                <a:gd name="connsiteX12" fmla="*/ 79276 w 133312"/>
                <a:gd name="connsiteY12" fmla="*/ 225757 h 310707"/>
                <a:gd name="connsiteX13" fmla="*/ 23327 w 133312"/>
                <a:gd name="connsiteY13" fmla="*/ 310678 h 310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3312" h="310707">
                  <a:moveTo>
                    <a:pt x="23327" y="310678"/>
                  </a:moveTo>
                  <a:cubicBezTo>
                    <a:pt x="14833" y="310498"/>
                    <a:pt x="6632" y="307539"/>
                    <a:pt x="-29" y="302269"/>
                  </a:cubicBezTo>
                  <a:lnTo>
                    <a:pt x="44505" y="223805"/>
                  </a:lnTo>
                  <a:cubicBezTo>
                    <a:pt x="49416" y="215673"/>
                    <a:pt x="53615" y="207136"/>
                    <a:pt x="57047" y="198276"/>
                  </a:cubicBezTo>
                  <a:cubicBezTo>
                    <a:pt x="61072" y="187246"/>
                    <a:pt x="63453" y="175683"/>
                    <a:pt x="64106" y="163963"/>
                  </a:cubicBezTo>
                  <a:cubicBezTo>
                    <a:pt x="70490" y="35869"/>
                    <a:pt x="70490" y="35869"/>
                    <a:pt x="60952" y="8313"/>
                  </a:cubicBezTo>
                  <a:cubicBezTo>
                    <a:pt x="59675" y="4708"/>
                    <a:pt x="36394" y="-8506"/>
                    <a:pt x="60952" y="8313"/>
                  </a:cubicBezTo>
                  <a:cubicBezTo>
                    <a:pt x="69964" y="14469"/>
                    <a:pt x="104059" y="9364"/>
                    <a:pt x="114874" y="11016"/>
                  </a:cubicBezTo>
                  <a:cubicBezTo>
                    <a:pt x="117292" y="11046"/>
                    <a:pt x="119612" y="11954"/>
                    <a:pt x="121407" y="13568"/>
                  </a:cubicBezTo>
                  <a:cubicBezTo>
                    <a:pt x="123210" y="15671"/>
                    <a:pt x="120506" y="22804"/>
                    <a:pt x="122909" y="21077"/>
                  </a:cubicBezTo>
                  <a:cubicBezTo>
                    <a:pt x="142135" y="9739"/>
                    <a:pt x="129293" y="25131"/>
                    <a:pt x="126439" y="60722"/>
                  </a:cubicBezTo>
                  <a:cubicBezTo>
                    <a:pt x="125388" y="73261"/>
                    <a:pt x="112170" y="153076"/>
                    <a:pt x="108415" y="165089"/>
                  </a:cubicBezTo>
                  <a:cubicBezTo>
                    <a:pt x="102257" y="186833"/>
                    <a:pt x="92396" y="207354"/>
                    <a:pt x="79276" y="225757"/>
                  </a:cubicBezTo>
                  <a:cubicBezTo>
                    <a:pt x="58398" y="253313"/>
                    <a:pt x="44505" y="278241"/>
                    <a:pt x="23327" y="310678"/>
                  </a:cubicBezTo>
                  <a:close/>
                </a:path>
              </a:pathLst>
            </a:custGeom>
            <a:solidFill>
              <a:srgbClr val="54323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3" name="Content Placeholder 4">
              <a:extLst>
                <a:ext uri="{FF2B5EF4-FFF2-40B4-BE49-F238E27FC236}">
                  <a16:creationId xmlns:a16="http://schemas.microsoft.com/office/drawing/2014/main" id="{8878A933-7331-B632-B702-CABD1AD07FFE}"/>
                </a:ext>
              </a:extLst>
            </p:cNvPr>
            <p:cNvSpPr/>
            <p:nvPr/>
          </p:nvSpPr>
          <p:spPr>
            <a:xfrm>
              <a:off x="8964707" y="525100"/>
              <a:ext cx="73820" cy="108929"/>
            </a:xfrm>
            <a:custGeom>
              <a:avLst/>
              <a:gdLst>
                <a:gd name="connsiteX0" fmla="*/ 5202 w 73820"/>
                <a:gd name="connsiteY0" fmla="*/ 95207 h 108929"/>
                <a:gd name="connsiteX1" fmla="*/ 20 w 73820"/>
                <a:gd name="connsiteY1" fmla="*/ 73208 h 108929"/>
                <a:gd name="connsiteX2" fmla="*/ 9558 w 73820"/>
                <a:gd name="connsiteY2" fmla="*/ 26505 h 108929"/>
                <a:gd name="connsiteX3" fmla="*/ 56270 w 73820"/>
                <a:gd name="connsiteY3" fmla="*/ 1352 h 108929"/>
                <a:gd name="connsiteX4" fmla="*/ 71290 w 73820"/>
                <a:gd name="connsiteY4" fmla="*/ 58566 h 108929"/>
                <a:gd name="connsiteX5" fmla="*/ 50262 w 73820"/>
                <a:gd name="connsiteY5" fmla="*/ 99788 h 108929"/>
                <a:gd name="connsiteX6" fmla="*/ 5202 w 73820"/>
                <a:gd name="connsiteY6" fmla="*/ 95207 h 108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820" h="108929">
                  <a:moveTo>
                    <a:pt x="5202" y="95207"/>
                  </a:moveTo>
                  <a:cubicBezTo>
                    <a:pt x="1544" y="88469"/>
                    <a:pt x="-251" y="80872"/>
                    <a:pt x="20" y="73208"/>
                  </a:cubicBezTo>
                  <a:cubicBezTo>
                    <a:pt x="-476" y="57110"/>
                    <a:pt x="2791" y="41120"/>
                    <a:pt x="9558" y="26505"/>
                  </a:cubicBezTo>
                  <a:cubicBezTo>
                    <a:pt x="17969" y="10287"/>
                    <a:pt x="37570" y="-4730"/>
                    <a:pt x="56270" y="1352"/>
                  </a:cubicBezTo>
                  <a:cubicBezTo>
                    <a:pt x="78274" y="8860"/>
                    <a:pt x="74594" y="38894"/>
                    <a:pt x="71290" y="58566"/>
                  </a:cubicBezTo>
                  <a:cubicBezTo>
                    <a:pt x="69592" y="74425"/>
                    <a:pt x="62105" y="89103"/>
                    <a:pt x="50262" y="99788"/>
                  </a:cubicBezTo>
                  <a:cubicBezTo>
                    <a:pt x="32613" y="114354"/>
                    <a:pt x="13913" y="110450"/>
                    <a:pt x="5202" y="95207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Content Placeholder 4">
              <a:extLst>
                <a:ext uri="{FF2B5EF4-FFF2-40B4-BE49-F238E27FC236}">
                  <a16:creationId xmlns:a16="http://schemas.microsoft.com/office/drawing/2014/main" id="{3155B327-8DE8-20E0-ED34-E87D3195CEB1}"/>
                </a:ext>
              </a:extLst>
            </p:cNvPr>
            <p:cNvSpPr/>
            <p:nvPr/>
          </p:nvSpPr>
          <p:spPr>
            <a:xfrm>
              <a:off x="8815232" y="1272897"/>
              <a:ext cx="60853" cy="45675"/>
            </a:xfrm>
            <a:custGeom>
              <a:avLst/>
              <a:gdLst>
                <a:gd name="connsiteX0" fmla="*/ 16868 w 60853"/>
                <a:gd name="connsiteY0" fmla="*/ 25499 h 45675"/>
                <a:gd name="connsiteX1" fmla="*/ 12512 w 60853"/>
                <a:gd name="connsiteY1" fmla="*/ 28352 h 45675"/>
                <a:gd name="connsiteX2" fmla="*/ 3575 w 60853"/>
                <a:gd name="connsiteY2" fmla="*/ 23772 h 45675"/>
                <a:gd name="connsiteX3" fmla="*/ 1773 w 60853"/>
                <a:gd name="connsiteY3" fmla="*/ 21820 h 45675"/>
                <a:gd name="connsiteX4" fmla="*/ 1247 w 60853"/>
                <a:gd name="connsiteY4" fmla="*/ 19793 h 45675"/>
                <a:gd name="connsiteX5" fmla="*/ -29 w 60853"/>
                <a:gd name="connsiteY5" fmla="*/ 12735 h 45675"/>
                <a:gd name="connsiteX6" fmla="*/ 2974 w 60853"/>
                <a:gd name="connsiteY6" fmla="*/ 9206 h 45675"/>
                <a:gd name="connsiteX7" fmla="*/ 11386 w 60853"/>
                <a:gd name="connsiteY7" fmla="*/ -30 h 45675"/>
                <a:gd name="connsiteX8" fmla="*/ 31888 w 60853"/>
                <a:gd name="connsiteY8" fmla="*/ 12134 h 45675"/>
                <a:gd name="connsiteX9" fmla="*/ 27457 w 60853"/>
                <a:gd name="connsiteY9" fmla="*/ 17014 h 45675"/>
                <a:gd name="connsiteX10" fmla="*/ 44430 w 60853"/>
                <a:gd name="connsiteY10" fmla="*/ 28352 h 45675"/>
                <a:gd name="connsiteX11" fmla="*/ 53292 w 60853"/>
                <a:gd name="connsiteY11" fmla="*/ 33833 h 45675"/>
                <a:gd name="connsiteX12" fmla="*/ 60802 w 60853"/>
                <a:gd name="connsiteY12" fmla="*/ 39014 h 45675"/>
                <a:gd name="connsiteX13" fmla="*/ 60276 w 60853"/>
                <a:gd name="connsiteY13" fmla="*/ 42168 h 45675"/>
                <a:gd name="connsiteX14" fmla="*/ 59150 w 60853"/>
                <a:gd name="connsiteY14" fmla="*/ 44270 h 45675"/>
                <a:gd name="connsiteX15" fmla="*/ 55244 w 60853"/>
                <a:gd name="connsiteY15" fmla="*/ 45622 h 45675"/>
                <a:gd name="connsiteX16" fmla="*/ 16868 w 60853"/>
                <a:gd name="connsiteY16" fmla="*/ 25499 h 45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0853" h="45675">
                  <a:moveTo>
                    <a:pt x="16868" y="25499"/>
                  </a:moveTo>
                  <a:cubicBezTo>
                    <a:pt x="18445" y="28803"/>
                    <a:pt x="14239" y="28953"/>
                    <a:pt x="12512" y="28352"/>
                  </a:cubicBezTo>
                  <a:cubicBezTo>
                    <a:pt x="9306" y="27316"/>
                    <a:pt x="6287" y="25769"/>
                    <a:pt x="3575" y="23772"/>
                  </a:cubicBezTo>
                  <a:cubicBezTo>
                    <a:pt x="2877" y="23216"/>
                    <a:pt x="2269" y="22556"/>
                    <a:pt x="1773" y="21820"/>
                  </a:cubicBezTo>
                  <a:cubicBezTo>
                    <a:pt x="1488" y="21182"/>
                    <a:pt x="1307" y="20491"/>
                    <a:pt x="1247" y="19793"/>
                  </a:cubicBezTo>
                  <a:cubicBezTo>
                    <a:pt x="459" y="17517"/>
                    <a:pt x="31" y="15137"/>
                    <a:pt x="-29" y="12735"/>
                  </a:cubicBezTo>
                  <a:cubicBezTo>
                    <a:pt x="-29" y="11158"/>
                    <a:pt x="1698" y="10182"/>
                    <a:pt x="2974" y="9206"/>
                  </a:cubicBezTo>
                  <a:cubicBezTo>
                    <a:pt x="6392" y="6750"/>
                    <a:pt x="9261" y="3604"/>
                    <a:pt x="11386" y="-30"/>
                  </a:cubicBezTo>
                  <a:cubicBezTo>
                    <a:pt x="18543" y="3462"/>
                    <a:pt x="25400" y="7531"/>
                    <a:pt x="31888" y="12134"/>
                  </a:cubicBezTo>
                  <a:cubicBezTo>
                    <a:pt x="29335" y="13936"/>
                    <a:pt x="29110" y="15588"/>
                    <a:pt x="27457" y="17014"/>
                  </a:cubicBezTo>
                  <a:cubicBezTo>
                    <a:pt x="33480" y="20213"/>
                    <a:pt x="39173" y="24012"/>
                    <a:pt x="44430" y="28352"/>
                  </a:cubicBezTo>
                  <a:cubicBezTo>
                    <a:pt x="47276" y="30349"/>
                    <a:pt x="50235" y="32174"/>
                    <a:pt x="53292" y="33833"/>
                  </a:cubicBezTo>
                  <a:cubicBezTo>
                    <a:pt x="55620" y="35110"/>
                    <a:pt x="60802" y="36011"/>
                    <a:pt x="60802" y="39014"/>
                  </a:cubicBezTo>
                  <a:cubicBezTo>
                    <a:pt x="60892" y="40095"/>
                    <a:pt x="60711" y="41177"/>
                    <a:pt x="60276" y="42168"/>
                  </a:cubicBezTo>
                  <a:cubicBezTo>
                    <a:pt x="60020" y="42926"/>
                    <a:pt x="59645" y="43639"/>
                    <a:pt x="59150" y="44270"/>
                  </a:cubicBezTo>
                  <a:cubicBezTo>
                    <a:pt x="58105" y="45269"/>
                    <a:pt x="56678" y="45764"/>
                    <a:pt x="55244" y="45622"/>
                  </a:cubicBezTo>
                  <a:cubicBezTo>
                    <a:pt x="39924" y="44570"/>
                    <a:pt x="30236" y="31205"/>
                    <a:pt x="16868" y="25499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5" name="Content Placeholder 4">
              <a:extLst>
                <a:ext uri="{FF2B5EF4-FFF2-40B4-BE49-F238E27FC236}">
                  <a16:creationId xmlns:a16="http://schemas.microsoft.com/office/drawing/2014/main" id="{A5F03BEA-ADD8-7D10-D4C3-A6B509C9E4F8}"/>
                </a:ext>
              </a:extLst>
            </p:cNvPr>
            <p:cNvSpPr/>
            <p:nvPr/>
          </p:nvSpPr>
          <p:spPr>
            <a:xfrm>
              <a:off x="8877401" y="635258"/>
              <a:ext cx="158584" cy="378811"/>
            </a:xfrm>
            <a:custGeom>
              <a:avLst/>
              <a:gdLst>
                <a:gd name="connsiteX0" fmla="*/ 2313 w 158584"/>
                <a:gd name="connsiteY0" fmla="*/ 185900 h 378811"/>
                <a:gd name="connsiteX1" fmla="*/ 33405 w 158584"/>
                <a:gd name="connsiteY1" fmla="*/ 45492 h 378811"/>
                <a:gd name="connsiteX2" fmla="*/ 99868 w 158584"/>
                <a:gd name="connsiteY2" fmla="*/ 12230 h 378811"/>
                <a:gd name="connsiteX3" fmla="*/ 122924 w 158584"/>
                <a:gd name="connsiteY3" fmla="*/ 8025 h 378811"/>
                <a:gd name="connsiteX4" fmla="*/ 135405 w 158584"/>
                <a:gd name="connsiteY4" fmla="*/ 14406 h 378811"/>
                <a:gd name="connsiteX5" fmla="*/ 135540 w 158584"/>
                <a:gd name="connsiteY5" fmla="*/ 14858 h 378811"/>
                <a:gd name="connsiteX6" fmla="*/ 150560 w 158584"/>
                <a:gd name="connsiteY6" fmla="*/ 87915 h 378811"/>
                <a:gd name="connsiteX7" fmla="*/ 153715 w 158584"/>
                <a:gd name="connsiteY7" fmla="*/ 176289 h 378811"/>
                <a:gd name="connsiteX8" fmla="*/ 154466 w 158584"/>
                <a:gd name="connsiteY8" fmla="*/ 217285 h 378811"/>
                <a:gd name="connsiteX9" fmla="*/ 155968 w 158584"/>
                <a:gd name="connsiteY9" fmla="*/ 327209 h 378811"/>
                <a:gd name="connsiteX10" fmla="*/ 154541 w 158584"/>
                <a:gd name="connsiteY10" fmla="*/ 331939 h 378811"/>
                <a:gd name="connsiteX11" fmla="*/ 154541 w 158584"/>
                <a:gd name="connsiteY11" fmla="*/ 359646 h 378811"/>
                <a:gd name="connsiteX12" fmla="*/ 145829 w 158584"/>
                <a:gd name="connsiteY12" fmla="*/ 374137 h 378811"/>
                <a:gd name="connsiteX13" fmla="*/ 10274 w 158584"/>
                <a:gd name="connsiteY13" fmla="*/ 367154 h 378811"/>
                <a:gd name="connsiteX14" fmla="*/ 1637 w 158584"/>
                <a:gd name="connsiteY14" fmla="*/ 352663 h 378811"/>
                <a:gd name="connsiteX15" fmla="*/ 2313 w 158584"/>
                <a:gd name="connsiteY15" fmla="*/ 185900 h 378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8584" h="378811">
                  <a:moveTo>
                    <a:pt x="2313" y="185900"/>
                  </a:moveTo>
                  <a:cubicBezTo>
                    <a:pt x="5092" y="137245"/>
                    <a:pt x="11851" y="87014"/>
                    <a:pt x="33405" y="45492"/>
                  </a:cubicBezTo>
                  <a:cubicBezTo>
                    <a:pt x="48425" y="15458"/>
                    <a:pt x="70053" y="-18855"/>
                    <a:pt x="99868" y="12230"/>
                  </a:cubicBezTo>
                  <a:cubicBezTo>
                    <a:pt x="102572" y="15083"/>
                    <a:pt x="121121" y="4721"/>
                    <a:pt x="122924" y="8025"/>
                  </a:cubicBezTo>
                  <a:cubicBezTo>
                    <a:pt x="128136" y="6341"/>
                    <a:pt x="133723" y="9198"/>
                    <a:pt x="135405" y="14406"/>
                  </a:cubicBezTo>
                  <a:cubicBezTo>
                    <a:pt x="135458" y="14555"/>
                    <a:pt x="135495" y="14706"/>
                    <a:pt x="135540" y="14858"/>
                  </a:cubicBezTo>
                  <a:cubicBezTo>
                    <a:pt x="144875" y="38116"/>
                    <a:pt x="149967" y="62860"/>
                    <a:pt x="150560" y="87915"/>
                  </a:cubicBezTo>
                  <a:cubicBezTo>
                    <a:pt x="152438" y="117273"/>
                    <a:pt x="152963" y="146856"/>
                    <a:pt x="153715" y="176289"/>
                  </a:cubicBezTo>
                  <a:cubicBezTo>
                    <a:pt x="153715" y="189955"/>
                    <a:pt x="154240" y="203620"/>
                    <a:pt x="154466" y="217285"/>
                  </a:cubicBezTo>
                  <a:cubicBezTo>
                    <a:pt x="159355" y="253735"/>
                    <a:pt x="159865" y="290639"/>
                    <a:pt x="155968" y="327209"/>
                  </a:cubicBezTo>
                  <a:cubicBezTo>
                    <a:pt x="155765" y="328856"/>
                    <a:pt x="155284" y="330456"/>
                    <a:pt x="154541" y="331939"/>
                  </a:cubicBezTo>
                  <a:cubicBezTo>
                    <a:pt x="154541" y="341175"/>
                    <a:pt x="154541" y="350410"/>
                    <a:pt x="154541" y="359646"/>
                  </a:cubicBezTo>
                  <a:cubicBezTo>
                    <a:pt x="154541" y="365502"/>
                    <a:pt x="151011" y="373236"/>
                    <a:pt x="145829" y="374137"/>
                  </a:cubicBezTo>
                  <a:cubicBezTo>
                    <a:pt x="100702" y="382156"/>
                    <a:pt x="54335" y="379768"/>
                    <a:pt x="10274" y="367154"/>
                  </a:cubicBezTo>
                  <a:cubicBezTo>
                    <a:pt x="4694" y="364549"/>
                    <a:pt x="1277" y="358805"/>
                    <a:pt x="1637" y="352663"/>
                  </a:cubicBezTo>
                  <a:cubicBezTo>
                    <a:pt x="-616" y="297175"/>
                    <a:pt x="-766" y="241312"/>
                    <a:pt x="2313" y="185900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6" name="Content Placeholder 4">
              <a:extLst>
                <a:ext uri="{FF2B5EF4-FFF2-40B4-BE49-F238E27FC236}">
                  <a16:creationId xmlns:a16="http://schemas.microsoft.com/office/drawing/2014/main" id="{946B41B1-BBDA-B6C3-0E90-58E7CC4A030D}"/>
                </a:ext>
              </a:extLst>
            </p:cNvPr>
            <p:cNvSpPr/>
            <p:nvPr/>
          </p:nvSpPr>
          <p:spPr>
            <a:xfrm>
              <a:off x="8872358" y="624469"/>
              <a:ext cx="126865" cy="407781"/>
            </a:xfrm>
            <a:custGeom>
              <a:avLst/>
              <a:gdLst>
                <a:gd name="connsiteX0" fmla="*/ 14640 w 126865"/>
                <a:gd name="connsiteY0" fmla="*/ 113421 h 407781"/>
                <a:gd name="connsiteX1" fmla="*/ 60677 w 126865"/>
                <a:gd name="connsiteY1" fmla="*/ 3272 h 407781"/>
                <a:gd name="connsiteX2" fmla="*/ 70296 w 126865"/>
                <a:gd name="connsiteY2" fmla="*/ 1021 h 407781"/>
                <a:gd name="connsiteX3" fmla="*/ 73293 w 126865"/>
                <a:gd name="connsiteY3" fmla="*/ 4924 h 407781"/>
                <a:gd name="connsiteX4" fmla="*/ 74344 w 126865"/>
                <a:gd name="connsiteY4" fmla="*/ 9879 h 407781"/>
                <a:gd name="connsiteX5" fmla="*/ 80052 w 126865"/>
                <a:gd name="connsiteY5" fmla="*/ 12582 h 407781"/>
                <a:gd name="connsiteX6" fmla="*/ 110092 w 126865"/>
                <a:gd name="connsiteY6" fmla="*/ 187905 h 407781"/>
                <a:gd name="connsiteX7" fmla="*/ 118203 w 126865"/>
                <a:gd name="connsiteY7" fmla="*/ 331616 h 407781"/>
                <a:gd name="connsiteX8" fmla="*/ 124136 w 126865"/>
                <a:gd name="connsiteY8" fmla="*/ 367882 h 407781"/>
                <a:gd name="connsiteX9" fmla="*/ 123610 w 126865"/>
                <a:gd name="connsiteY9" fmla="*/ 372387 h 407781"/>
                <a:gd name="connsiteX10" fmla="*/ 125938 w 126865"/>
                <a:gd name="connsiteY10" fmla="*/ 401820 h 407781"/>
                <a:gd name="connsiteX11" fmla="*/ 118428 w 126865"/>
                <a:gd name="connsiteY11" fmla="*/ 407752 h 407781"/>
                <a:gd name="connsiteX12" fmla="*/ 102582 w 126865"/>
                <a:gd name="connsiteY12" fmla="*/ 405199 h 407781"/>
                <a:gd name="connsiteX13" fmla="*/ 38522 w 126865"/>
                <a:gd name="connsiteY13" fmla="*/ 398367 h 407781"/>
                <a:gd name="connsiteX14" fmla="*/ 972 w 126865"/>
                <a:gd name="connsiteY14" fmla="*/ 350913 h 407781"/>
                <a:gd name="connsiteX15" fmla="*/ 972 w 126865"/>
                <a:gd name="connsiteY15" fmla="*/ 219440 h 407781"/>
                <a:gd name="connsiteX16" fmla="*/ 14640 w 126865"/>
                <a:gd name="connsiteY16" fmla="*/ 113421 h 407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6865" h="407781">
                  <a:moveTo>
                    <a:pt x="14640" y="113421"/>
                  </a:moveTo>
                  <a:cubicBezTo>
                    <a:pt x="27129" y="75577"/>
                    <a:pt x="42525" y="38751"/>
                    <a:pt x="60677" y="3272"/>
                  </a:cubicBezTo>
                  <a:cubicBezTo>
                    <a:pt x="62712" y="-5"/>
                    <a:pt x="67015" y="-1013"/>
                    <a:pt x="70296" y="1021"/>
                  </a:cubicBezTo>
                  <a:cubicBezTo>
                    <a:pt x="71731" y="1915"/>
                    <a:pt x="72797" y="3302"/>
                    <a:pt x="73293" y="4924"/>
                  </a:cubicBezTo>
                  <a:cubicBezTo>
                    <a:pt x="73293" y="6576"/>
                    <a:pt x="73969" y="8227"/>
                    <a:pt x="74344" y="9879"/>
                  </a:cubicBezTo>
                  <a:cubicBezTo>
                    <a:pt x="76628" y="9460"/>
                    <a:pt x="78926" y="10549"/>
                    <a:pt x="80052" y="12582"/>
                  </a:cubicBezTo>
                  <a:cubicBezTo>
                    <a:pt x="110092" y="64466"/>
                    <a:pt x="106788" y="129939"/>
                    <a:pt x="110092" y="187905"/>
                  </a:cubicBezTo>
                  <a:lnTo>
                    <a:pt x="118203" y="331616"/>
                  </a:lnTo>
                  <a:cubicBezTo>
                    <a:pt x="120306" y="343630"/>
                    <a:pt x="122258" y="355719"/>
                    <a:pt x="124136" y="367882"/>
                  </a:cubicBezTo>
                  <a:cubicBezTo>
                    <a:pt x="124361" y="369406"/>
                    <a:pt x="124173" y="370961"/>
                    <a:pt x="123610" y="372387"/>
                  </a:cubicBezTo>
                  <a:cubicBezTo>
                    <a:pt x="126877" y="381840"/>
                    <a:pt x="127681" y="391969"/>
                    <a:pt x="125938" y="401820"/>
                  </a:cubicBezTo>
                  <a:cubicBezTo>
                    <a:pt x="124992" y="405222"/>
                    <a:pt x="121958" y="407617"/>
                    <a:pt x="118428" y="407752"/>
                  </a:cubicBezTo>
                  <a:cubicBezTo>
                    <a:pt x="113066" y="407527"/>
                    <a:pt x="107749" y="406671"/>
                    <a:pt x="102582" y="405199"/>
                  </a:cubicBezTo>
                  <a:cubicBezTo>
                    <a:pt x="80953" y="407827"/>
                    <a:pt x="58123" y="408353"/>
                    <a:pt x="38522" y="398367"/>
                  </a:cubicBezTo>
                  <a:cubicBezTo>
                    <a:pt x="12838" y="385227"/>
                    <a:pt x="2549" y="377568"/>
                    <a:pt x="972" y="350913"/>
                  </a:cubicBezTo>
                  <a:cubicBezTo>
                    <a:pt x="-1281" y="313897"/>
                    <a:pt x="972" y="256457"/>
                    <a:pt x="972" y="219440"/>
                  </a:cubicBezTo>
                  <a:cubicBezTo>
                    <a:pt x="281" y="183620"/>
                    <a:pt x="4892" y="147895"/>
                    <a:pt x="14640" y="113421"/>
                  </a:cubicBezTo>
                  <a:close/>
                </a:path>
              </a:pathLst>
            </a:custGeom>
            <a:solidFill>
              <a:srgbClr val="44474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7" name="Content Placeholder 4">
              <a:extLst>
                <a:ext uri="{FF2B5EF4-FFF2-40B4-BE49-F238E27FC236}">
                  <a16:creationId xmlns:a16="http://schemas.microsoft.com/office/drawing/2014/main" id="{5BE0B424-ECA3-770D-D55B-43306CDA0C8C}"/>
                </a:ext>
              </a:extLst>
            </p:cNvPr>
            <p:cNvSpPr/>
            <p:nvPr/>
          </p:nvSpPr>
          <p:spPr>
            <a:xfrm>
              <a:off x="9003773" y="637445"/>
              <a:ext cx="41507" cy="378209"/>
            </a:xfrm>
            <a:custGeom>
              <a:avLst/>
              <a:gdLst>
                <a:gd name="connsiteX0" fmla="*/ 1432 w 41507"/>
                <a:gd name="connsiteY0" fmla="*/ 1033 h 378209"/>
                <a:gd name="connsiteX1" fmla="*/ 3911 w 41507"/>
                <a:gd name="connsiteY1" fmla="*/ 57 h 378209"/>
                <a:gd name="connsiteX2" fmla="*/ 12021 w 41507"/>
                <a:gd name="connsiteY2" fmla="*/ 8316 h 378209"/>
                <a:gd name="connsiteX3" fmla="*/ 20958 w 41507"/>
                <a:gd name="connsiteY3" fmla="*/ 31442 h 378209"/>
                <a:gd name="connsiteX4" fmla="*/ 32524 w 41507"/>
                <a:gd name="connsiteY4" fmla="*/ 77394 h 378209"/>
                <a:gd name="connsiteX5" fmla="*/ 40785 w 41507"/>
                <a:gd name="connsiteY5" fmla="*/ 172601 h 378209"/>
                <a:gd name="connsiteX6" fmla="*/ 40785 w 41507"/>
                <a:gd name="connsiteY6" fmla="*/ 273139 h 378209"/>
                <a:gd name="connsiteX7" fmla="*/ 38306 w 41507"/>
                <a:gd name="connsiteY7" fmla="*/ 327200 h 378209"/>
                <a:gd name="connsiteX8" fmla="*/ 36279 w 41507"/>
                <a:gd name="connsiteY8" fmla="*/ 354155 h 378209"/>
                <a:gd name="connsiteX9" fmla="*/ 32298 w 41507"/>
                <a:gd name="connsiteY9" fmla="*/ 375179 h 378209"/>
                <a:gd name="connsiteX10" fmla="*/ 23617 w 41507"/>
                <a:gd name="connsiteY10" fmla="*/ 377244 h 378209"/>
                <a:gd name="connsiteX11" fmla="*/ 20883 w 41507"/>
                <a:gd name="connsiteY11" fmla="*/ 373677 h 378209"/>
                <a:gd name="connsiteX12" fmla="*/ 22235 w 41507"/>
                <a:gd name="connsiteY12" fmla="*/ 352278 h 378209"/>
                <a:gd name="connsiteX13" fmla="*/ 25014 w 41507"/>
                <a:gd name="connsiteY13" fmla="*/ 324948 h 378209"/>
                <a:gd name="connsiteX14" fmla="*/ 27342 w 41507"/>
                <a:gd name="connsiteY14" fmla="*/ 275392 h 378209"/>
                <a:gd name="connsiteX15" fmla="*/ 28393 w 41507"/>
                <a:gd name="connsiteY15" fmla="*/ 176806 h 378209"/>
                <a:gd name="connsiteX16" fmla="*/ 21634 w 41507"/>
                <a:gd name="connsiteY16" fmla="*/ 82575 h 378209"/>
                <a:gd name="connsiteX17" fmla="*/ 11421 w 41507"/>
                <a:gd name="connsiteY17" fmla="*/ 38575 h 378209"/>
                <a:gd name="connsiteX18" fmla="*/ 2108 w 41507"/>
                <a:gd name="connsiteY18" fmla="*/ 12671 h 378209"/>
                <a:gd name="connsiteX19" fmla="*/ 1432 w 41507"/>
                <a:gd name="connsiteY19" fmla="*/ 1033 h 378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1507" h="378209">
                  <a:moveTo>
                    <a:pt x="1432" y="1033"/>
                  </a:moveTo>
                  <a:cubicBezTo>
                    <a:pt x="1943" y="181"/>
                    <a:pt x="2957" y="-219"/>
                    <a:pt x="3911" y="57"/>
                  </a:cubicBezTo>
                  <a:cubicBezTo>
                    <a:pt x="9393" y="1258"/>
                    <a:pt x="9919" y="3285"/>
                    <a:pt x="12021" y="8316"/>
                  </a:cubicBezTo>
                  <a:cubicBezTo>
                    <a:pt x="15176" y="15825"/>
                    <a:pt x="18330" y="23333"/>
                    <a:pt x="20958" y="31442"/>
                  </a:cubicBezTo>
                  <a:cubicBezTo>
                    <a:pt x="25892" y="46467"/>
                    <a:pt x="29760" y="61823"/>
                    <a:pt x="32524" y="77394"/>
                  </a:cubicBezTo>
                  <a:cubicBezTo>
                    <a:pt x="37826" y="108857"/>
                    <a:pt x="40589" y="140695"/>
                    <a:pt x="40785" y="172601"/>
                  </a:cubicBezTo>
                  <a:cubicBezTo>
                    <a:pt x="41386" y="206014"/>
                    <a:pt x="41986" y="239652"/>
                    <a:pt x="40785" y="273139"/>
                  </a:cubicBezTo>
                  <a:cubicBezTo>
                    <a:pt x="40184" y="291160"/>
                    <a:pt x="39433" y="309180"/>
                    <a:pt x="38306" y="327200"/>
                  </a:cubicBezTo>
                  <a:cubicBezTo>
                    <a:pt x="37781" y="336210"/>
                    <a:pt x="36804" y="345145"/>
                    <a:pt x="36279" y="354155"/>
                  </a:cubicBezTo>
                  <a:cubicBezTo>
                    <a:pt x="36361" y="361356"/>
                    <a:pt x="35010" y="368504"/>
                    <a:pt x="32298" y="375179"/>
                  </a:cubicBezTo>
                  <a:cubicBezTo>
                    <a:pt x="30474" y="378145"/>
                    <a:pt x="26583" y="379069"/>
                    <a:pt x="23617" y="377244"/>
                  </a:cubicBezTo>
                  <a:cubicBezTo>
                    <a:pt x="22303" y="376426"/>
                    <a:pt x="21326" y="375164"/>
                    <a:pt x="20883" y="373677"/>
                  </a:cubicBezTo>
                  <a:cubicBezTo>
                    <a:pt x="20095" y="366522"/>
                    <a:pt x="20553" y="359284"/>
                    <a:pt x="22235" y="352278"/>
                  </a:cubicBezTo>
                  <a:cubicBezTo>
                    <a:pt x="23662" y="343193"/>
                    <a:pt x="24112" y="334033"/>
                    <a:pt x="25014" y="324948"/>
                  </a:cubicBezTo>
                  <a:cubicBezTo>
                    <a:pt x="26666" y="308504"/>
                    <a:pt x="27192" y="291910"/>
                    <a:pt x="27342" y="275392"/>
                  </a:cubicBezTo>
                  <a:cubicBezTo>
                    <a:pt x="27717" y="242505"/>
                    <a:pt x="28769" y="209693"/>
                    <a:pt x="28393" y="176806"/>
                  </a:cubicBezTo>
                  <a:cubicBezTo>
                    <a:pt x="28514" y="145270"/>
                    <a:pt x="26253" y="113771"/>
                    <a:pt x="21634" y="82575"/>
                  </a:cubicBezTo>
                  <a:cubicBezTo>
                    <a:pt x="19201" y="67700"/>
                    <a:pt x="15791" y="53001"/>
                    <a:pt x="11421" y="38575"/>
                  </a:cubicBezTo>
                  <a:cubicBezTo>
                    <a:pt x="8762" y="29786"/>
                    <a:pt x="5661" y="21139"/>
                    <a:pt x="2108" y="12671"/>
                  </a:cubicBezTo>
                  <a:cubicBezTo>
                    <a:pt x="-70" y="7490"/>
                    <a:pt x="-1046" y="5838"/>
                    <a:pt x="1432" y="1033"/>
                  </a:cubicBezTo>
                  <a:close/>
                </a:path>
              </a:pathLst>
            </a:custGeom>
            <a:solidFill>
              <a:srgbClr val="44474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8" name="Content Placeholder 4">
              <a:extLst>
                <a:ext uri="{FF2B5EF4-FFF2-40B4-BE49-F238E27FC236}">
                  <a16:creationId xmlns:a16="http://schemas.microsoft.com/office/drawing/2014/main" id="{70884583-E16D-2CA0-4A07-2BFD57F7A91B}"/>
                </a:ext>
              </a:extLst>
            </p:cNvPr>
            <p:cNvSpPr/>
            <p:nvPr/>
          </p:nvSpPr>
          <p:spPr>
            <a:xfrm>
              <a:off x="8911327" y="678714"/>
              <a:ext cx="115011" cy="214255"/>
            </a:xfrm>
            <a:custGeom>
              <a:avLst/>
              <a:gdLst>
                <a:gd name="connsiteX0" fmla="*/ 33048 w 115011"/>
                <a:gd name="connsiteY0" fmla="*/ 8193 h 214255"/>
                <a:gd name="connsiteX1" fmla="*/ 66467 w 115011"/>
                <a:gd name="connsiteY1" fmla="*/ 28541 h 214255"/>
                <a:gd name="connsiteX2" fmla="*/ 44839 w 115011"/>
                <a:gd name="connsiteY2" fmla="*/ 103626 h 214255"/>
                <a:gd name="connsiteX3" fmla="*/ 57381 w 115011"/>
                <a:gd name="connsiteY3" fmla="*/ 139591 h 214255"/>
                <a:gd name="connsiteX4" fmla="*/ 114982 w 115011"/>
                <a:gd name="connsiteY4" fmla="*/ 200935 h 214255"/>
                <a:gd name="connsiteX5" fmla="*/ 103492 w 115011"/>
                <a:gd name="connsiteY5" fmla="*/ 214225 h 214255"/>
                <a:gd name="connsiteX6" fmla="*/ 20882 w 115011"/>
                <a:gd name="connsiteY6" fmla="*/ 149352 h 214255"/>
                <a:gd name="connsiteX7" fmla="*/ 6613 w 115011"/>
                <a:gd name="connsiteY7" fmla="*/ 135011 h 214255"/>
                <a:gd name="connsiteX8" fmla="*/ 1356 w 115011"/>
                <a:gd name="connsiteY8" fmla="*/ 116691 h 214255"/>
                <a:gd name="connsiteX9" fmla="*/ 33048 w 115011"/>
                <a:gd name="connsiteY9" fmla="*/ 8193 h 214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011" h="214255">
                  <a:moveTo>
                    <a:pt x="33048" y="8193"/>
                  </a:moveTo>
                  <a:cubicBezTo>
                    <a:pt x="48068" y="-8626"/>
                    <a:pt x="75555" y="1436"/>
                    <a:pt x="66467" y="28541"/>
                  </a:cubicBezTo>
                  <a:cubicBezTo>
                    <a:pt x="58357" y="53019"/>
                    <a:pt x="46942" y="76370"/>
                    <a:pt x="44839" y="103626"/>
                  </a:cubicBezTo>
                  <a:cubicBezTo>
                    <a:pt x="43802" y="116841"/>
                    <a:pt x="48353" y="129884"/>
                    <a:pt x="57381" y="139591"/>
                  </a:cubicBezTo>
                  <a:cubicBezTo>
                    <a:pt x="76156" y="160515"/>
                    <a:pt x="95358" y="180963"/>
                    <a:pt x="114982" y="200935"/>
                  </a:cubicBezTo>
                  <a:lnTo>
                    <a:pt x="103492" y="214225"/>
                  </a:lnTo>
                  <a:lnTo>
                    <a:pt x="20882" y="149352"/>
                  </a:lnTo>
                  <a:cubicBezTo>
                    <a:pt x="15317" y="145452"/>
                    <a:pt x="10488" y="140597"/>
                    <a:pt x="6613" y="135011"/>
                  </a:cubicBezTo>
                  <a:cubicBezTo>
                    <a:pt x="3609" y="129336"/>
                    <a:pt x="1814" y="123097"/>
                    <a:pt x="1356" y="116691"/>
                  </a:cubicBezTo>
                  <a:cubicBezTo>
                    <a:pt x="-4247" y="77646"/>
                    <a:pt x="7311" y="38087"/>
                    <a:pt x="33048" y="8193"/>
                  </a:cubicBezTo>
                  <a:close/>
                </a:path>
              </a:pathLst>
            </a:custGeom>
            <a:solidFill>
              <a:srgbClr val="44474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9" name="Content Placeholder 4">
              <a:extLst>
                <a:ext uri="{FF2B5EF4-FFF2-40B4-BE49-F238E27FC236}">
                  <a16:creationId xmlns:a16="http://schemas.microsoft.com/office/drawing/2014/main" id="{8477078B-B4CB-3EE1-E352-C60BFD554F8E}"/>
                </a:ext>
              </a:extLst>
            </p:cNvPr>
            <p:cNvSpPr/>
            <p:nvPr/>
          </p:nvSpPr>
          <p:spPr>
            <a:xfrm>
              <a:off x="8952484" y="904500"/>
              <a:ext cx="167304" cy="135502"/>
            </a:xfrm>
            <a:custGeom>
              <a:avLst/>
              <a:gdLst>
                <a:gd name="connsiteX0" fmla="*/ 1128 w 167304"/>
                <a:gd name="connsiteY0" fmla="*/ 48582 h 135502"/>
                <a:gd name="connsiteX1" fmla="*/ 22532 w 167304"/>
                <a:gd name="connsiteY1" fmla="*/ 133278 h 135502"/>
                <a:gd name="connsiteX2" fmla="*/ 45062 w 167304"/>
                <a:gd name="connsiteY2" fmla="*/ 134479 h 135502"/>
                <a:gd name="connsiteX3" fmla="*/ 70821 w 167304"/>
                <a:gd name="connsiteY3" fmla="*/ 134929 h 135502"/>
                <a:gd name="connsiteX4" fmla="*/ 155008 w 167304"/>
                <a:gd name="connsiteY4" fmla="*/ 128247 h 135502"/>
                <a:gd name="connsiteX5" fmla="*/ 162518 w 167304"/>
                <a:gd name="connsiteY5" fmla="*/ 124493 h 135502"/>
                <a:gd name="connsiteX6" fmla="*/ 164395 w 167304"/>
                <a:gd name="connsiteY6" fmla="*/ 119462 h 135502"/>
                <a:gd name="connsiteX7" fmla="*/ 162292 w 167304"/>
                <a:gd name="connsiteY7" fmla="*/ 54289 h 135502"/>
                <a:gd name="connsiteX8" fmla="*/ 155684 w 167304"/>
                <a:gd name="connsiteY8" fmla="*/ 22002 h 135502"/>
                <a:gd name="connsiteX9" fmla="*/ 149826 w 167304"/>
                <a:gd name="connsiteY9" fmla="*/ 6985 h 135502"/>
                <a:gd name="connsiteX10" fmla="*/ 124818 w 167304"/>
                <a:gd name="connsiteY10" fmla="*/ 14494 h 135502"/>
                <a:gd name="connsiteX11" fmla="*/ 105517 w 167304"/>
                <a:gd name="connsiteY11" fmla="*/ 17272 h 135502"/>
                <a:gd name="connsiteX12" fmla="*/ 101762 w 167304"/>
                <a:gd name="connsiteY12" fmla="*/ 9763 h 135502"/>
                <a:gd name="connsiteX13" fmla="*/ 93426 w 167304"/>
                <a:gd name="connsiteY13" fmla="*/ 1654 h 135502"/>
                <a:gd name="connsiteX14" fmla="*/ 82086 w 167304"/>
                <a:gd name="connsiteY14" fmla="*/ 828 h 135502"/>
                <a:gd name="connsiteX15" fmla="*/ 73750 w 167304"/>
                <a:gd name="connsiteY15" fmla="*/ 9763 h 135502"/>
                <a:gd name="connsiteX16" fmla="*/ 71872 w 167304"/>
                <a:gd name="connsiteY16" fmla="*/ 19975 h 135502"/>
                <a:gd name="connsiteX17" fmla="*/ 62334 w 167304"/>
                <a:gd name="connsiteY17" fmla="*/ 21251 h 135502"/>
                <a:gd name="connsiteX18" fmla="*/ 21255 w 167304"/>
                <a:gd name="connsiteY18" fmla="*/ 27258 h 135502"/>
                <a:gd name="connsiteX19" fmla="*/ 2630 w 167304"/>
                <a:gd name="connsiteY19" fmla="*/ 32064 h 135502"/>
                <a:gd name="connsiteX20" fmla="*/ 1128 w 167304"/>
                <a:gd name="connsiteY20" fmla="*/ 48582 h 135502"/>
                <a:gd name="connsiteX21" fmla="*/ 76228 w 167304"/>
                <a:gd name="connsiteY21" fmla="*/ 19600 h 135502"/>
                <a:gd name="connsiteX22" fmla="*/ 76228 w 167304"/>
                <a:gd name="connsiteY22" fmla="*/ 19600 h 135502"/>
                <a:gd name="connsiteX23" fmla="*/ 79157 w 167304"/>
                <a:gd name="connsiteY23" fmla="*/ 10965 h 135502"/>
                <a:gd name="connsiteX24" fmla="*/ 80960 w 167304"/>
                <a:gd name="connsiteY24" fmla="*/ 7361 h 135502"/>
                <a:gd name="connsiteX25" fmla="*/ 91473 w 167304"/>
                <a:gd name="connsiteY25" fmla="*/ 6385 h 135502"/>
                <a:gd name="connsiteX26" fmla="*/ 98983 w 167304"/>
                <a:gd name="connsiteY26" fmla="*/ 15094 h 135502"/>
                <a:gd name="connsiteX27" fmla="*/ 100410 w 167304"/>
                <a:gd name="connsiteY27" fmla="*/ 17722 h 135502"/>
                <a:gd name="connsiteX28" fmla="*/ 76078 w 167304"/>
                <a:gd name="connsiteY28" fmla="*/ 19299 h 135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67304" h="135502">
                  <a:moveTo>
                    <a:pt x="1128" y="48582"/>
                  </a:moveTo>
                  <a:cubicBezTo>
                    <a:pt x="6603" y="77204"/>
                    <a:pt x="13752" y="105489"/>
                    <a:pt x="22532" y="133278"/>
                  </a:cubicBezTo>
                  <a:cubicBezTo>
                    <a:pt x="29794" y="135718"/>
                    <a:pt x="37582" y="136131"/>
                    <a:pt x="45062" y="134479"/>
                  </a:cubicBezTo>
                  <a:cubicBezTo>
                    <a:pt x="53646" y="134066"/>
                    <a:pt x="62252" y="134216"/>
                    <a:pt x="70821" y="134929"/>
                  </a:cubicBezTo>
                  <a:cubicBezTo>
                    <a:pt x="99051" y="136206"/>
                    <a:pt x="127334" y="133961"/>
                    <a:pt x="155008" y="128247"/>
                  </a:cubicBezTo>
                  <a:cubicBezTo>
                    <a:pt x="157877" y="127917"/>
                    <a:pt x="160536" y="126588"/>
                    <a:pt x="162518" y="124493"/>
                  </a:cubicBezTo>
                  <a:cubicBezTo>
                    <a:pt x="163524" y="122983"/>
                    <a:pt x="164170" y="121264"/>
                    <a:pt x="164395" y="119462"/>
                  </a:cubicBezTo>
                  <a:cubicBezTo>
                    <a:pt x="168849" y="97875"/>
                    <a:pt x="168128" y="75545"/>
                    <a:pt x="162292" y="54289"/>
                  </a:cubicBezTo>
                  <a:cubicBezTo>
                    <a:pt x="158477" y="43919"/>
                    <a:pt x="156255" y="33035"/>
                    <a:pt x="155684" y="22002"/>
                  </a:cubicBezTo>
                  <a:cubicBezTo>
                    <a:pt x="155684" y="15695"/>
                    <a:pt x="159514" y="3757"/>
                    <a:pt x="149826" y="6985"/>
                  </a:cubicBezTo>
                  <a:cubicBezTo>
                    <a:pt x="141633" y="9943"/>
                    <a:pt x="133282" y="12449"/>
                    <a:pt x="124818" y="14494"/>
                  </a:cubicBezTo>
                  <a:cubicBezTo>
                    <a:pt x="118434" y="15770"/>
                    <a:pt x="111976" y="16596"/>
                    <a:pt x="105517" y="17272"/>
                  </a:cubicBezTo>
                  <a:cubicBezTo>
                    <a:pt x="104578" y="14626"/>
                    <a:pt x="103317" y="12105"/>
                    <a:pt x="101762" y="9763"/>
                  </a:cubicBezTo>
                  <a:cubicBezTo>
                    <a:pt x="99817" y="6318"/>
                    <a:pt x="96926" y="3503"/>
                    <a:pt x="93426" y="1654"/>
                  </a:cubicBezTo>
                  <a:cubicBezTo>
                    <a:pt x="89941" y="-254"/>
                    <a:pt x="85803" y="-556"/>
                    <a:pt x="82086" y="828"/>
                  </a:cubicBezTo>
                  <a:cubicBezTo>
                    <a:pt x="78211" y="2552"/>
                    <a:pt x="75199" y="5777"/>
                    <a:pt x="73750" y="9763"/>
                  </a:cubicBezTo>
                  <a:cubicBezTo>
                    <a:pt x="72676" y="13070"/>
                    <a:pt x="72045" y="16503"/>
                    <a:pt x="71872" y="19975"/>
                  </a:cubicBezTo>
                  <a:cubicBezTo>
                    <a:pt x="68643" y="19975"/>
                    <a:pt x="65489" y="20726"/>
                    <a:pt x="62334" y="21251"/>
                  </a:cubicBezTo>
                  <a:cubicBezTo>
                    <a:pt x="48817" y="24291"/>
                    <a:pt x="35081" y="26299"/>
                    <a:pt x="21255" y="27258"/>
                  </a:cubicBezTo>
                  <a:cubicBezTo>
                    <a:pt x="14571" y="27258"/>
                    <a:pt x="6836" y="27258"/>
                    <a:pt x="2630" y="32064"/>
                  </a:cubicBezTo>
                  <a:cubicBezTo>
                    <a:pt x="-283" y="37079"/>
                    <a:pt x="-832" y="43124"/>
                    <a:pt x="1128" y="48582"/>
                  </a:cubicBezTo>
                  <a:close/>
                  <a:moveTo>
                    <a:pt x="76228" y="19600"/>
                  </a:moveTo>
                  <a:lnTo>
                    <a:pt x="76228" y="19600"/>
                  </a:lnTo>
                  <a:lnTo>
                    <a:pt x="79157" y="10965"/>
                  </a:lnTo>
                  <a:cubicBezTo>
                    <a:pt x="79525" y="9661"/>
                    <a:pt x="80141" y="8439"/>
                    <a:pt x="80960" y="7361"/>
                  </a:cubicBezTo>
                  <a:cubicBezTo>
                    <a:pt x="83768" y="4546"/>
                    <a:pt x="88191" y="4136"/>
                    <a:pt x="91473" y="6385"/>
                  </a:cubicBezTo>
                  <a:cubicBezTo>
                    <a:pt x="94650" y="8635"/>
                    <a:pt x="97226" y="11625"/>
                    <a:pt x="98983" y="15094"/>
                  </a:cubicBezTo>
                  <a:lnTo>
                    <a:pt x="100410" y="17722"/>
                  </a:lnTo>
                  <a:cubicBezTo>
                    <a:pt x="92225" y="18173"/>
                    <a:pt x="84114" y="18774"/>
                    <a:pt x="76078" y="19299"/>
                  </a:cubicBezTo>
                  <a:close/>
                </a:path>
              </a:pathLst>
            </a:custGeom>
            <a:solidFill>
              <a:srgbClr val="B8996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0" name="Content Placeholder 4">
              <a:extLst>
                <a:ext uri="{FF2B5EF4-FFF2-40B4-BE49-F238E27FC236}">
                  <a16:creationId xmlns:a16="http://schemas.microsoft.com/office/drawing/2014/main" id="{1F075A14-BFC2-BC44-BF14-28B3C6479E8C}"/>
                </a:ext>
              </a:extLst>
            </p:cNvPr>
            <p:cNvSpPr/>
            <p:nvPr/>
          </p:nvSpPr>
          <p:spPr>
            <a:xfrm>
              <a:off x="9013947" y="880355"/>
              <a:ext cx="33314" cy="41596"/>
            </a:xfrm>
            <a:custGeom>
              <a:avLst/>
              <a:gdLst>
                <a:gd name="connsiteX0" fmla="*/ 28133 w 33314"/>
                <a:gd name="connsiteY0" fmla="*/ 24673 h 41596"/>
                <a:gd name="connsiteX1" fmla="*/ 32489 w 33314"/>
                <a:gd name="connsiteY1" fmla="*/ 31055 h 41596"/>
                <a:gd name="connsiteX2" fmla="*/ 32039 w 33314"/>
                <a:gd name="connsiteY2" fmla="*/ 38564 h 41596"/>
                <a:gd name="connsiteX3" fmla="*/ 25279 w 33314"/>
                <a:gd name="connsiteY3" fmla="*/ 39915 h 41596"/>
                <a:gd name="connsiteX4" fmla="*/ 23928 w 33314"/>
                <a:gd name="connsiteY4" fmla="*/ 41567 h 41596"/>
                <a:gd name="connsiteX5" fmla="*/ 12738 w 33314"/>
                <a:gd name="connsiteY5" fmla="*/ 30154 h 41596"/>
                <a:gd name="connsiteX6" fmla="*/ 5228 w 33314"/>
                <a:gd name="connsiteY6" fmla="*/ 20093 h 41596"/>
                <a:gd name="connsiteX7" fmla="*/ -29 w 33314"/>
                <a:gd name="connsiteY7" fmla="*/ 11083 h 41596"/>
                <a:gd name="connsiteX8" fmla="*/ 3426 w 33314"/>
                <a:gd name="connsiteY8" fmla="*/ 4325 h 41596"/>
                <a:gd name="connsiteX9" fmla="*/ 9884 w 33314"/>
                <a:gd name="connsiteY9" fmla="*/ -30 h 41596"/>
                <a:gd name="connsiteX10" fmla="*/ 24904 w 33314"/>
                <a:gd name="connsiteY10" fmla="*/ 12359 h 41596"/>
                <a:gd name="connsiteX11" fmla="*/ 26932 w 33314"/>
                <a:gd name="connsiteY11" fmla="*/ 14762 h 41596"/>
                <a:gd name="connsiteX12" fmla="*/ 26181 w 33314"/>
                <a:gd name="connsiteY12" fmla="*/ 17540 h 41596"/>
                <a:gd name="connsiteX13" fmla="*/ 22125 w 33314"/>
                <a:gd name="connsiteY13" fmla="*/ 17540 h 41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314" h="41596">
                  <a:moveTo>
                    <a:pt x="28133" y="24673"/>
                  </a:moveTo>
                  <a:cubicBezTo>
                    <a:pt x="29913" y="26558"/>
                    <a:pt x="31385" y="28712"/>
                    <a:pt x="32489" y="31055"/>
                  </a:cubicBezTo>
                  <a:cubicBezTo>
                    <a:pt x="33691" y="33458"/>
                    <a:pt x="33526" y="36322"/>
                    <a:pt x="32039" y="38564"/>
                  </a:cubicBezTo>
                  <a:cubicBezTo>
                    <a:pt x="30544" y="40799"/>
                    <a:pt x="27518" y="41403"/>
                    <a:pt x="25279" y="39915"/>
                  </a:cubicBezTo>
                  <a:cubicBezTo>
                    <a:pt x="25122" y="40652"/>
                    <a:pt x="24619" y="41267"/>
                    <a:pt x="23928" y="41567"/>
                  </a:cubicBezTo>
                  <a:cubicBezTo>
                    <a:pt x="18596" y="40216"/>
                    <a:pt x="15667" y="34809"/>
                    <a:pt x="12738" y="30154"/>
                  </a:cubicBezTo>
                  <a:cubicBezTo>
                    <a:pt x="10583" y="26557"/>
                    <a:pt x="8067" y="23186"/>
                    <a:pt x="5228" y="20093"/>
                  </a:cubicBezTo>
                  <a:cubicBezTo>
                    <a:pt x="2457" y="17814"/>
                    <a:pt x="587" y="14618"/>
                    <a:pt x="-29" y="11083"/>
                  </a:cubicBezTo>
                  <a:cubicBezTo>
                    <a:pt x="166" y="8456"/>
                    <a:pt x="1413" y="6020"/>
                    <a:pt x="3426" y="4325"/>
                  </a:cubicBezTo>
                  <a:cubicBezTo>
                    <a:pt x="5468" y="2720"/>
                    <a:pt x="7631" y="1265"/>
                    <a:pt x="9884" y="-30"/>
                  </a:cubicBezTo>
                  <a:lnTo>
                    <a:pt x="24904" y="12359"/>
                  </a:lnTo>
                  <a:cubicBezTo>
                    <a:pt x="25745" y="13008"/>
                    <a:pt x="26436" y="13827"/>
                    <a:pt x="26932" y="14762"/>
                  </a:cubicBezTo>
                  <a:cubicBezTo>
                    <a:pt x="27352" y="15750"/>
                    <a:pt x="27045" y="16898"/>
                    <a:pt x="26181" y="17540"/>
                  </a:cubicBezTo>
                  <a:cubicBezTo>
                    <a:pt x="24882" y="17014"/>
                    <a:pt x="23424" y="17014"/>
                    <a:pt x="22125" y="17540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1" name="Content Placeholder 4">
              <a:extLst>
                <a:ext uri="{FF2B5EF4-FFF2-40B4-BE49-F238E27FC236}">
                  <a16:creationId xmlns:a16="http://schemas.microsoft.com/office/drawing/2014/main" id="{BFA75782-D8E2-4A97-7AE5-9C6F8246A182}"/>
                </a:ext>
              </a:extLst>
            </p:cNvPr>
            <p:cNvSpPr/>
            <p:nvPr/>
          </p:nvSpPr>
          <p:spPr>
            <a:xfrm>
              <a:off x="8912334" y="497499"/>
              <a:ext cx="151479" cy="228389"/>
            </a:xfrm>
            <a:custGeom>
              <a:avLst/>
              <a:gdLst>
                <a:gd name="connsiteX0" fmla="*/ 151450 w 151479"/>
                <a:gd name="connsiteY0" fmla="*/ 47949 h 228389"/>
                <a:gd name="connsiteX1" fmla="*/ 94524 w 151479"/>
                <a:gd name="connsiteY1" fmla="*/ 3800 h 228389"/>
                <a:gd name="connsiteX2" fmla="*/ 16645 w 151479"/>
                <a:gd name="connsiteY2" fmla="*/ 33834 h 228389"/>
                <a:gd name="connsiteX3" fmla="*/ 14843 w 151479"/>
                <a:gd name="connsiteY3" fmla="*/ 36687 h 228389"/>
                <a:gd name="connsiteX4" fmla="*/ 14843 w 151479"/>
                <a:gd name="connsiteY4" fmla="*/ 38564 h 228389"/>
                <a:gd name="connsiteX5" fmla="*/ 2001 w 151479"/>
                <a:gd name="connsiteY5" fmla="*/ 94427 h 228389"/>
                <a:gd name="connsiteX6" fmla="*/ 10938 w 151479"/>
                <a:gd name="connsiteY6" fmla="*/ 217340 h 228389"/>
                <a:gd name="connsiteX7" fmla="*/ 43081 w 151479"/>
                <a:gd name="connsiteY7" fmla="*/ 214712 h 228389"/>
                <a:gd name="connsiteX8" fmla="*/ 67593 w 151479"/>
                <a:gd name="connsiteY8" fmla="*/ 213784 h 228389"/>
                <a:gd name="connsiteX9" fmla="*/ 72220 w 151479"/>
                <a:gd name="connsiteY9" fmla="*/ 202323 h 228389"/>
                <a:gd name="connsiteX10" fmla="*/ 87239 w 151479"/>
                <a:gd name="connsiteY10" fmla="*/ 63492 h 228389"/>
                <a:gd name="connsiteX11" fmla="*/ 88666 w 151479"/>
                <a:gd name="connsiteY11" fmla="*/ 58611 h 228389"/>
                <a:gd name="connsiteX12" fmla="*/ 91670 w 151479"/>
                <a:gd name="connsiteY12" fmla="*/ 53506 h 228389"/>
                <a:gd name="connsiteX13" fmla="*/ 135904 w 151479"/>
                <a:gd name="connsiteY13" fmla="*/ 71601 h 228389"/>
                <a:gd name="connsiteX14" fmla="*/ 140560 w 151479"/>
                <a:gd name="connsiteY14" fmla="*/ 69649 h 228389"/>
                <a:gd name="connsiteX15" fmla="*/ 149648 w 151479"/>
                <a:gd name="connsiteY15" fmla="*/ 67622 h 228389"/>
                <a:gd name="connsiteX16" fmla="*/ 151450 w 151479"/>
                <a:gd name="connsiteY16" fmla="*/ 47949 h 228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1479" h="228389">
                  <a:moveTo>
                    <a:pt x="151450" y="47949"/>
                  </a:moveTo>
                  <a:cubicBezTo>
                    <a:pt x="134703" y="30680"/>
                    <a:pt x="116829" y="12660"/>
                    <a:pt x="94524" y="3800"/>
                  </a:cubicBezTo>
                  <a:cubicBezTo>
                    <a:pt x="65986" y="-7463"/>
                    <a:pt x="31365" y="7179"/>
                    <a:pt x="16645" y="33834"/>
                  </a:cubicBezTo>
                  <a:cubicBezTo>
                    <a:pt x="16105" y="34822"/>
                    <a:pt x="15504" y="35775"/>
                    <a:pt x="14843" y="36687"/>
                  </a:cubicBezTo>
                  <a:cubicBezTo>
                    <a:pt x="14805" y="37312"/>
                    <a:pt x="14805" y="37938"/>
                    <a:pt x="14843" y="38564"/>
                  </a:cubicBezTo>
                  <a:cubicBezTo>
                    <a:pt x="8024" y="56509"/>
                    <a:pt x="3706" y="75306"/>
                    <a:pt x="2001" y="94427"/>
                  </a:cubicBezTo>
                  <a:cubicBezTo>
                    <a:pt x="-2512" y="135600"/>
                    <a:pt x="514" y="177253"/>
                    <a:pt x="10938" y="217340"/>
                  </a:cubicBezTo>
                  <a:cubicBezTo>
                    <a:pt x="15218" y="234159"/>
                    <a:pt x="40978" y="230480"/>
                    <a:pt x="43081" y="214712"/>
                  </a:cubicBezTo>
                  <a:cubicBezTo>
                    <a:pt x="50110" y="221224"/>
                    <a:pt x="61082" y="220809"/>
                    <a:pt x="67593" y="213784"/>
                  </a:cubicBezTo>
                  <a:cubicBezTo>
                    <a:pt x="70492" y="210661"/>
                    <a:pt x="72137" y="206581"/>
                    <a:pt x="72220" y="202323"/>
                  </a:cubicBezTo>
                  <a:cubicBezTo>
                    <a:pt x="72317" y="155646"/>
                    <a:pt x="77356" y="109111"/>
                    <a:pt x="87239" y="63492"/>
                  </a:cubicBezTo>
                  <a:cubicBezTo>
                    <a:pt x="87825" y="61900"/>
                    <a:pt x="88306" y="60269"/>
                    <a:pt x="88666" y="58611"/>
                  </a:cubicBezTo>
                  <a:cubicBezTo>
                    <a:pt x="89643" y="56809"/>
                    <a:pt x="90619" y="55158"/>
                    <a:pt x="91670" y="53506"/>
                  </a:cubicBezTo>
                  <a:cubicBezTo>
                    <a:pt x="100179" y="69352"/>
                    <a:pt x="118729" y="76940"/>
                    <a:pt x="135904" y="71601"/>
                  </a:cubicBezTo>
                  <a:cubicBezTo>
                    <a:pt x="137557" y="71000"/>
                    <a:pt x="139058" y="70325"/>
                    <a:pt x="140560" y="69649"/>
                  </a:cubicBezTo>
                  <a:cubicBezTo>
                    <a:pt x="143685" y="69530"/>
                    <a:pt x="146763" y="68843"/>
                    <a:pt x="149648" y="67622"/>
                  </a:cubicBezTo>
                  <a:cubicBezTo>
                    <a:pt x="146936" y="61173"/>
                    <a:pt x="147612" y="53799"/>
                    <a:pt x="151450" y="47949"/>
                  </a:cubicBezTo>
                  <a:close/>
                </a:path>
              </a:pathLst>
            </a:custGeom>
            <a:solidFill>
              <a:srgbClr val="893D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2" name="Content Placeholder 4">
              <a:extLst>
                <a:ext uri="{FF2B5EF4-FFF2-40B4-BE49-F238E27FC236}">
                  <a16:creationId xmlns:a16="http://schemas.microsoft.com/office/drawing/2014/main" id="{76FD5CA3-3CD6-6444-1F20-C8B27EF35816}"/>
                </a:ext>
              </a:extLst>
            </p:cNvPr>
            <p:cNvSpPr/>
            <p:nvPr/>
          </p:nvSpPr>
          <p:spPr>
            <a:xfrm>
              <a:off x="9124789" y="639898"/>
              <a:ext cx="43400" cy="60628"/>
            </a:xfrm>
            <a:custGeom>
              <a:avLst/>
              <a:gdLst>
                <a:gd name="connsiteX0" fmla="*/ 2530 w 43400"/>
                <a:gd name="connsiteY0" fmla="*/ 38224 h 60628"/>
                <a:gd name="connsiteX1" fmla="*/ 8387 w 43400"/>
                <a:gd name="connsiteY1" fmla="*/ 21855 h 60628"/>
                <a:gd name="connsiteX2" fmla="*/ 11917 w 43400"/>
                <a:gd name="connsiteY2" fmla="*/ 13446 h 60628"/>
                <a:gd name="connsiteX3" fmla="*/ 22882 w 43400"/>
                <a:gd name="connsiteY3" fmla="*/ 1658 h 60628"/>
                <a:gd name="connsiteX4" fmla="*/ 30392 w 43400"/>
                <a:gd name="connsiteY4" fmla="*/ 607 h 60628"/>
                <a:gd name="connsiteX5" fmla="*/ 30392 w 43400"/>
                <a:gd name="connsiteY5" fmla="*/ 607 h 60628"/>
                <a:gd name="connsiteX6" fmla="*/ 33621 w 43400"/>
                <a:gd name="connsiteY6" fmla="*/ 2258 h 60628"/>
                <a:gd name="connsiteX7" fmla="*/ 39704 w 43400"/>
                <a:gd name="connsiteY7" fmla="*/ 6163 h 60628"/>
                <a:gd name="connsiteX8" fmla="*/ 42032 w 43400"/>
                <a:gd name="connsiteY8" fmla="*/ 8040 h 60628"/>
                <a:gd name="connsiteX9" fmla="*/ 43309 w 43400"/>
                <a:gd name="connsiteY9" fmla="*/ 12920 h 60628"/>
                <a:gd name="connsiteX10" fmla="*/ 41656 w 43400"/>
                <a:gd name="connsiteY10" fmla="*/ 17801 h 60628"/>
                <a:gd name="connsiteX11" fmla="*/ 26637 w 43400"/>
                <a:gd name="connsiteY11" fmla="*/ 41528 h 60628"/>
                <a:gd name="connsiteX12" fmla="*/ 21455 w 43400"/>
                <a:gd name="connsiteY12" fmla="*/ 50688 h 60628"/>
                <a:gd name="connsiteX13" fmla="*/ 13419 w 43400"/>
                <a:gd name="connsiteY13" fmla="*/ 59923 h 60628"/>
                <a:gd name="connsiteX14" fmla="*/ 12443 w 43400"/>
                <a:gd name="connsiteY14" fmla="*/ 60599 h 60628"/>
                <a:gd name="connsiteX15" fmla="*/ 10490 w 43400"/>
                <a:gd name="connsiteY15" fmla="*/ 59998 h 60628"/>
                <a:gd name="connsiteX16" fmla="*/ 2980 w 43400"/>
                <a:gd name="connsiteY16" fmla="*/ 55268 h 60628"/>
                <a:gd name="connsiteX17" fmla="*/ 802 w 43400"/>
                <a:gd name="connsiteY17" fmla="*/ 53391 h 60628"/>
                <a:gd name="connsiteX18" fmla="*/ -24 w 43400"/>
                <a:gd name="connsiteY18" fmla="*/ 50688 h 60628"/>
                <a:gd name="connsiteX19" fmla="*/ 2530 w 43400"/>
                <a:gd name="connsiteY19" fmla="*/ 38224 h 6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3400" h="60628">
                  <a:moveTo>
                    <a:pt x="2530" y="38224"/>
                  </a:moveTo>
                  <a:lnTo>
                    <a:pt x="8387" y="21855"/>
                  </a:lnTo>
                  <a:cubicBezTo>
                    <a:pt x="9341" y="18965"/>
                    <a:pt x="10520" y="16154"/>
                    <a:pt x="11917" y="13446"/>
                  </a:cubicBezTo>
                  <a:cubicBezTo>
                    <a:pt x="14455" y="8610"/>
                    <a:pt x="18240" y="4539"/>
                    <a:pt x="22882" y="1658"/>
                  </a:cubicBezTo>
                  <a:cubicBezTo>
                    <a:pt x="24969" y="-121"/>
                    <a:pt x="27898" y="-531"/>
                    <a:pt x="30392" y="607"/>
                  </a:cubicBezTo>
                  <a:lnTo>
                    <a:pt x="30392" y="607"/>
                  </a:lnTo>
                  <a:cubicBezTo>
                    <a:pt x="31556" y="959"/>
                    <a:pt x="32652" y="1518"/>
                    <a:pt x="33621" y="2258"/>
                  </a:cubicBezTo>
                  <a:lnTo>
                    <a:pt x="39704" y="6163"/>
                  </a:lnTo>
                  <a:cubicBezTo>
                    <a:pt x="40575" y="6661"/>
                    <a:pt x="41364" y="7295"/>
                    <a:pt x="42032" y="8040"/>
                  </a:cubicBezTo>
                  <a:cubicBezTo>
                    <a:pt x="43083" y="9434"/>
                    <a:pt x="43549" y="11189"/>
                    <a:pt x="43309" y="12920"/>
                  </a:cubicBezTo>
                  <a:cubicBezTo>
                    <a:pt x="43031" y="14628"/>
                    <a:pt x="42475" y="16277"/>
                    <a:pt x="41656" y="17801"/>
                  </a:cubicBezTo>
                  <a:cubicBezTo>
                    <a:pt x="37601" y="26285"/>
                    <a:pt x="31143" y="33343"/>
                    <a:pt x="26637" y="41528"/>
                  </a:cubicBezTo>
                  <a:cubicBezTo>
                    <a:pt x="24909" y="44606"/>
                    <a:pt x="23407" y="47760"/>
                    <a:pt x="21455" y="50688"/>
                  </a:cubicBezTo>
                  <a:cubicBezTo>
                    <a:pt x="19066" y="54006"/>
                    <a:pt x="16378" y="57097"/>
                    <a:pt x="13419" y="59923"/>
                  </a:cubicBezTo>
                  <a:cubicBezTo>
                    <a:pt x="13156" y="60224"/>
                    <a:pt x="12818" y="60456"/>
                    <a:pt x="12443" y="60599"/>
                  </a:cubicBezTo>
                  <a:cubicBezTo>
                    <a:pt x="11767" y="60599"/>
                    <a:pt x="11091" y="60599"/>
                    <a:pt x="10490" y="59998"/>
                  </a:cubicBezTo>
                  <a:lnTo>
                    <a:pt x="2980" y="55268"/>
                  </a:lnTo>
                  <a:cubicBezTo>
                    <a:pt x="2124" y="54810"/>
                    <a:pt x="1381" y="54169"/>
                    <a:pt x="802" y="53391"/>
                  </a:cubicBezTo>
                  <a:cubicBezTo>
                    <a:pt x="299" y="52578"/>
                    <a:pt x="14" y="51646"/>
                    <a:pt x="-24" y="50688"/>
                  </a:cubicBezTo>
                  <a:cubicBezTo>
                    <a:pt x="-106" y="46395"/>
                    <a:pt x="765" y="42138"/>
                    <a:pt x="2530" y="38224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3" name="Content Placeholder 4">
              <a:extLst>
                <a:ext uri="{FF2B5EF4-FFF2-40B4-BE49-F238E27FC236}">
                  <a16:creationId xmlns:a16="http://schemas.microsoft.com/office/drawing/2014/main" id="{6200DFA8-8314-1853-9102-FDFB32BB235D}"/>
                </a:ext>
              </a:extLst>
            </p:cNvPr>
            <p:cNvSpPr/>
            <p:nvPr/>
          </p:nvSpPr>
          <p:spPr>
            <a:xfrm>
              <a:off x="9122832" y="641258"/>
              <a:ext cx="43304" cy="56090"/>
            </a:xfrm>
            <a:custGeom>
              <a:avLst/>
              <a:gdLst>
                <a:gd name="connsiteX0" fmla="*/ 22210 w 43304"/>
                <a:gd name="connsiteY0" fmla="*/ 47901 h 56090"/>
                <a:gd name="connsiteX1" fmla="*/ 15751 w 43304"/>
                <a:gd name="connsiteY1" fmla="*/ 55860 h 56090"/>
                <a:gd name="connsiteX2" fmla="*/ 4486 w 43304"/>
                <a:gd name="connsiteY2" fmla="*/ 52482 h 56090"/>
                <a:gd name="connsiteX3" fmla="*/ 731 w 43304"/>
                <a:gd name="connsiteY3" fmla="*/ 48877 h 56090"/>
                <a:gd name="connsiteX4" fmla="*/ 731 w 43304"/>
                <a:gd name="connsiteY4" fmla="*/ 40994 h 56090"/>
                <a:gd name="connsiteX5" fmla="*/ 7715 w 43304"/>
                <a:gd name="connsiteY5" fmla="*/ 22373 h 56090"/>
                <a:gd name="connsiteX6" fmla="*/ 14700 w 43304"/>
                <a:gd name="connsiteY6" fmla="*/ 7356 h 56090"/>
                <a:gd name="connsiteX7" fmla="*/ 17328 w 43304"/>
                <a:gd name="connsiteY7" fmla="*/ 3076 h 56090"/>
                <a:gd name="connsiteX8" fmla="*/ 27692 w 43304"/>
                <a:gd name="connsiteY8" fmla="*/ 223 h 56090"/>
                <a:gd name="connsiteX9" fmla="*/ 37905 w 43304"/>
                <a:gd name="connsiteY9" fmla="*/ 4578 h 56090"/>
                <a:gd name="connsiteX10" fmla="*/ 42712 w 43304"/>
                <a:gd name="connsiteY10" fmla="*/ 8782 h 56090"/>
                <a:gd name="connsiteX11" fmla="*/ 34676 w 43304"/>
                <a:gd name="connsiteY11" fmla="*/ 26277 h 56090"/>
                <a:gd name="connsiteX12" fmla="*/ 22210 w 43304"/>
                <a:gd name="connsiteY12" fmla="*/ 47901 h 56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304" h="56090">
                  <a:moveTo>
                    <a:pt x="22210" y="47901"/>
                  </a:moveTo>
                  <a:cubicBezTo>
                    <a:pt x="21166" y="51288"/>
                    <a:pt x="18853" y="54139"/>
                    <a:pt x="15751" y="55860"/>
                  </a:cubicBezTo>
                  <a:cubicBezTo>
                    <a:pt x="11673" y="56583"/>
                    <a:pt x="7490" y="55329"/>
                    <a:pt x="4486" y="52482"/>
                  </a:cubicBezTo>
                  <a:cubicBezTo>
                    <a:pt x="2962" y="51604"/>
                    <a:pt x="1670" y="50366"/>
                    <a:pt x="731" y="48877"/>
                  </a:cubicBezTo>
                  <a:cubicBezTo>
                    <a:pt x="-283" y="46348"/>
                    <a:pt x="-283" y="43524"/>
                    <a:pt x="731" y="40994"/>
                  </a:cubicBezTo>
                  <a:cubicBezTo>
                    <a:pt x="2691" y="34655"/>
                    <a:pt x="5027" y="28437"/>
                    <a:pt x="7715" y="22373"/>
                  </a:cubicBezTo>
                  <a:cubicBezTo>
                    <a:pt x="9916" y="17367"/>
                    <a:pt x="12244" y="12362"/>
                    <a:pt x="14700" y="7356"/>
                  </a:cubicBezTo>
                  <a:cubicBezTo>
                    <a:pt x="15383" y="5821"/>
                    <a:pt x="16269" y="4382"/>
                    <a:pt x="17328" y="3076"/>
                  </a:cubicBezTo>
                  <a:cubicBezTo>
                    <a:pt x="20114" y="503"/>
                    <a:pt x="23982" y="-560"/>
                    <a:pt x="27692" y="223"/>
                  </a:cubicBezTo>
                  <a:cubicBezTo>
                    <a:pt x="31327" y="1055"/>
                    <a:pt x="34789" y="2529"/>
                    <a:pt x="37905" y="4578"/>
                  </a:cubicBezTo>
                  <a:cubicBezTo>
                    <a:pt x="39873" y="5494"/>
                    <a:pt x="41540" y="6952"/>
                    <a:pt x="42712" y="8782"/>
                  </a:cubicBezTo>
                  <a:cubicBezTo>
                    <a:pt x="45490" y="14113"/>
                    <a:pt x="37230" y="22373"/>
                    <a:pt x="34676" y="26277"/>
                  </a:cubicBezTo>
                  <a:cubicBezTo>
                    <a:pt x="30042" y="33198"/>
                    <a:pt x="25874" y="40423"/>
                    <a:pt x="22210" y="4790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4" name="Content Placeholder 4">
              <a:extLst>
                <a:ext uri="{FF2B5EF4-FFF2-40B4-BE49-F238E27FC236}">
                  <a16:creationId xmlns:a16="http://schemas.microsoft.com/office/drawing/2014/main" id="{FC689222-B8BA-7FC9-93E8-7E9DB5F7CA4C}"/>
                </a:ext>
              </a:extLst>
            </p:cNvPr>
            <p:cNvSpPr/>
            <p:nvPr/>
          </p:nvSpPr>
          <p:spPr>
            <a:xfrm>
              <a:off x="9126246" y="644739"/>
              <a:ext cx="36098" cy="45717"/>
            </a:xfrm>
            <a:custGeom>
              <a:avLst/>
              <a:gdLst>
                <a:gd name="connsiteX0" fmla="*/ 1223 w 36098"/>
                <a:gd name="connsiteY0" fmla="*/ 33533 h 45717"/>
                <a:gd name="connsiteX1" fmla="*/ 9784 w 36098"/>
                <a:gd name="connsiteY1" fmla="*/ 12584 h 45717"/>
                <a:gd name="connsiteX2" fmla="*/ 16844 w 36098"/>
                <a:gd name="connsiteY2" fmla="*/ 1547 h 45717"/>
                <a:gd name="connsiteX3" fmla="*/ 20374 w 36098"/>
                <a:gd name="connsiteY3" fmla="*/ -30 h 45717"/>
                <a:gd name="connsiteX4" fmla="*/ 23002 w 36098"/>
                <a:gd name="connsiteY4" fmla="*/ 571 h 45717"/>
                <a:gd name="connsiteX5" fmla="*/ 36069 w 36098"/>
                <a:gd name="connsiteY5" fmla="*/ 6803 h 45717"/>
                <a:gd name="connsiteX6" fmla="*/ 36069 w 36098"/>
                <a:gd name="connsiteY6" fmla="*/ 6803 h 45717"/>
                <a:gd name="connsiteX7" fmla="*/ 21049 w 36098"/>
                <a:gd name="connsiteY7" fmla="*/ 33233 h 45717"/>
                <a:gd name="connsiteX8" fmla="*/ 13539 w 36098"/>
                <a:gd name="connsiteY8" fmla="*/ 44570 h 45717"/>
                <a:gd name="connsiteX9" fmla="*/ 12037 w 36098"/>
                <a:gd name="connsiteY9" fmla="*/ 45547 h 45717"/>
                <a:gd name="connsiteX10" fmla="*/ 9859 w 36098"/>
                <a:gd name="connsiteY10" fmla="*/ 45547 h 45717"/>
                <a:gd name="connsiteX11" fmla="*/ 5729 w 36098"/>
                <a:gd name="connsiteY11" fmla="*/ 44495 h 45717"/>
                <a:gd name="connsiteX12" fmla="*/ 1073 w 36098"/>
                <a:gd name="connsiteY12" fmla="*/ 41792 h 45717"/>
                <a:gd name="connsiteX13" fmla="*/ 21 w 36098"/>
                <a:gd name="connsiteY13" fmla="*/ 37663 h 45717"/>
                <a:gd name="connsiteX14" fmla="*/ 1223 w 36098"/>
                <a:gd name="connsiteY14" fmla="*/ 33533 h 45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6098" h="45717">
                  <a:moveTo>
                    <a:pt x="1223" y="33533"/>
                  </a:moveTo>
                  <a:cubicBezTo>
                    <a:pt x="3701" y="26400"/>
                    <a:pt x="6705" y="19492"/>
                    <a:pt x="9784" y="12584"/>
                  </a:cubicBezTo>
                  <a:cubicBezTo>
                    <a:pt x="11264" y="8415"/>
                    <a:pt x="13682" y="4639"/>
                    <a:pt x="16844" y="1547"/>
                  </a:cubicBezTo>
                  <a:cubicBezTo>
                    <a:pt x="17805" y="637"/>
                    <a:pt x="19052" y="81"/>
                    <a:pt x="20374" y="-30"/>
                  </a:cubicBezTo>
                  <a:cubicBezTo>
                    <a:pt x="21282" y="-19"/>
                    <a:pt x="22176" y="186"/>
                    <a:pt x="23002" y="571"/>
                  </a:cubicBezTo>
                  <a:cubicBezTo>
                    <a:pt x="27545" y="2234"/>
                    <a:pt x="31916" y="4321"/>
                    <a:pt x="36069" y="6803"/>
                  </a:cubicBezTo>
                  <a:lnTo>
                    <a:pt x="36069" y="6803"/>
                  </a:lnTo>
                  <a:cubicBezTo>
                    <a:pt x="30527" y="15297"/>
                    <a:pt x="25510" y="24123"/>
                    <a:pt x="21049" y="33233"/>
                  </a:cubicBezTo>
                  <a:cubicBezTo>
                    <a:pt x="19307" y="37464"/>
                    <a:pt x="16753" y="41316"/>
                    <a:pt x="13539" y="44570"/>
                  </a:cubicBezTo>
                  <a:cubicBezTo>
                    <a:pt x="13126" y="45014"/>
                    <a:pt x="12608" y="45350"/>
                    <a:pt x="12037" y="45547"/>
                  </a:cubicBezTo>
                  <a:cubicBezTo>
                    <a:pt x="11324" y="45734"/>
                    <a:pt x="10573" y="45734"/>
                    <a:pt x="9859" y="45547"/>
                  </a:cubicBezTo>
                  <a:lnTo>
                    <a:pt x="5729" y="44495"/>
                  </a:lnTo>
                  <a:cubicBezTo>
                    <a:pt x="3919" y="44129"/>
                    <a:pt x="2289" y="43179"/>
                    <a:pt x="1073" y="41792"/>
                  </a:cubicBezTo>
                  <a:cubicBezTo>
                    <a:pt x="201" y="40603"/>
                    <a:pt x="-174" y="39123"/>
                    <a:pt x="21" y="37663"/>
                  </a:cubicBezTo>
                  <a:cubicBezTo>
                    <a:pt x="201" y="36232"/>
                    <a:pt x="607" y="34838"/>
                    <a:pt x="1223" y="33533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5" name="Content Placeholder 4">
              <a:extLst>
                <a:ext uri="{FF2B5EF4-FFF2-40B4-BE49-F238E27FC236}">
                  <a16:creationId xmlns:a16="http://schemas.microsoft.com/office/drawing/2014/main" id="{74684A80-31F2-7988-752A-144B63E2FC3A}"/>
                </a:ext>
              </a:extLst>
            </p:cNvPr>
            <p:cNvSpPr/>
            <p:nvPr/>
          </p:nvSpPr>
          <p:spPr>
            <a:xfrm>
              <a:off x="9128683" y="690260"/>
              <a:ext cx="3430" cy="2585"/>
            </a:xfrm>
            <a:custGeom>
              <a:avLst/>
              <a:gdLst>
                <a:gd name="connsiteX0" fmla="*/ 3142 w 3430"/>
                <a:gd name="connsiteY0" fmla="*/ 777 h 2585"/>
                <a:gd name="connsiteX1" fmla="*/ 137 w 3430"/>
                <a:gd name="connsiteY1" fmla="*/ 1528 h 2585"/>
                <a:gd name="connsiteX2" fmla="*/ 3142 w 3430"/>
                <a:gd name="connsiteY2" fmla="*/ 777 h 2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0" h="2585">
                  <a:moveTo>
                    <a:pt x="3142" y="777"/>
                  </a:moveTo>
                  <a:cubicBezTo>
                    <a:pt x="4343" y="2879"/>
                    <a:pt x="1039" y="3104"/>
                    <a:pt x="137" y="1528"/>
                  </a:cubicBezTo>
                  <a:cubicBezTo>
                    <a:pt x="-764" y="-49"/>
                    <a:pt x="2240" y="-650"/>
                    <a:pt x="3142" y="77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497A0271-F8D1-FCD3-A72F-B60870A10FF3}"/>
              </a:ext>
            </a:extLst>
          </p:cNvPr>
          <p:cNvGrpSpPr/>
          <p:nvPr userDrawn="1"/>
        </p:nvGrpSpPr>
        <p:grpSpPr>
          <a:xfrm>
            <a:off x="1205666" y="1958279"/>
            <a:ext cx="338938" cy="790372"/>
            <a:chOff x="12298504" y="1565584"/>
            <a:chExt cx="338938" cy="790372"/>
          </a:xfrm>
        </p:grpSpPr>
        <p:sp>
          <p:nvSpPr>
            <p:cNvPr id="357" name="Content Placeholder 4">
              <a:extLst>
                <a:ext uri="{FF2B5EF4-FFF2-40B4-BE49-F238E27FC236}">
                  <a16:creationId xmlns:a16="http://schemas.microsoft.com/office/drawing/2014/main" id="{E9F2F2A3-1507-BF21-BE32-704299F3512F}"/>
                </a:ext>
              </a:extLst>
            </p:cNvPr>
            <p:cNvSpPr/>
            <p:nvPr/>
          </p:nvSpPr>
          <p:spPr>
            <a:xfrm>
              <a:off x="12390262" y="2326201"/>
              <a:ext cx="247180" cy="29755"/>
            </a:xfrm>
            <a:custGeom>
              <a:avLst/>
              <a:gdLst>
                <a:gd name="connsiteX0" fmla="*/ 247151 w 247180"/>
                <a:gd name="connsiteY0" fmla="*/ 20599 h 29755"/>
                <a:gd name="connsiteX1" fmla="*/ 247151 w 247180"/>
                <a:gd name="connsiteY1" fmla="*/ 5132 h 29755"/>
                <a:gd name="connsiteX2" fmla="*/ 43856 w 247180"/>
                <a:gd name="connsiteY2" fmla="*/ 6033 h 29755"/>
                <a:gd name="connsiteX3" fmla="*/ 824 w 247180"/>
                <a:gd name="connsiteY3" fmla="*/ 23678 h 29755"/>
                <a:gd name="connsiteX4" fmla="*/ 28686 w 247180"/>
                <a:gd name="connsiteY4" fmla="*/ 27132 h 29755"/>
                <a:gd name="connsiteX5" fmla="*/ 71492 w 247180"/>
                <a:gd name="connsiteY5" fmla="*/ 27882 h 29755"/>
                <a:gd name="connsiteX6" fmla="*/ 157031 w 247180"/>
                <a:gd name="connsiteY6" fmla="*/ 29459 h 29755"/>
                <a:gd name="connsiteX7" fmla="*/ 247151 w 247180"/>
                <a:gd name="connsiteY7" fmla="*/ 20599 h 29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7180" h="29755">
                  <a:moveTo>
                    <a:pt x="247151" y="20599"/>
                  </a:moveTo>
                  <a:cubicBezTo>
                    <a:pt x="247151" y="15418"/>
                    <a:pt x="247151" y="10238"/>
                    <a:pt x="247151" y="5132"/>
                  </a:cubicBezTo>
                  <a:cubicBezTo>
                    <a:pt x="179561" y="-2039"/>
                    <a:pt x="111371" y="-1738"/>
                    <a:pt x="43856" y="6033"/>
                  </a:cubicBezTo>
                  <a:cubicBezTo>
                    <a:pt x="37697" y="6709"/>
                    <a:pt x="-6686" y="8961"/>
                    <a:pt x="824" y="23678"/>
                  </a:cubicBezTo>
                  <a:cubicBezTo>
                    <a:pt x="4579" y="31186"/>
                    <a:pt x="22227" y="26982"/>
                    <a:pt x="28686" y="27132"/>
                  </a:cubicBezTo>
                  <a:lnTo>
                    <a:pt x="71492" y="27882"/>
                  </a:lnTo>
                  <a:lnTo>
                    <a:pt x="157031" y="29459"/>
                  </a:lnTo>
                  <a:cubicBezTo>
                    <a:pt x="187071" y="30060"/>
                    <a:pt x="218238" y="30511"/>
                    <a:pt x="247151" y="20599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8" name="Content Placeholder 4">
              <a:extLst>
                <a:ext uri="{FF2B5EF4-FFF2-40B4-BE49-F238E27FC236}">
                  <a16:creationId xmlns:a16="http://schemas.microsoft.com/office/drawing/2014/main" id="{552B7B8E-E357-3B45-FFC0-4BB6AA7A9658}"/>
                </a:ext>
              </a:extLst>
            </p:cNvPr>
            <p:cNvSpPr/>
            <p:nvPr/>
          </p:nvSpPr>
          <p:spPr>
            <a:xfrm>
              <a:off x="12415080" y="1580446"/>
              <a:ext cx="79792" cy="104215"/>
            </a:xfrm>
            <a:custGeom>
              <a:avLst/>
              <a:gdLst>
                <a:gd name="connsiteX0" fmla="*/ 28725 w 79792"/>
                <a:gd name="connsiteY0" fmla="*/ 493 h 104215"/>
                <a:gd name="connsiteX1" fmla="*/ 19639 w 79792"/>
                <a:gd name="connsiteY1" fmla="*/ 8001 h 104215"/>
                <a:gd name="connsiteX2" fmla="*/ 188 w 79792"/>
                <a:gd name="connsiteY2" fmla="*/ 57032 h 104215"/>
                <a:gd name="connsiteX3" fmla="*/ 8974 w 79792"/>
                <a:gd name="connsiteY3" fmla="*/ 81359 h 104215"/>
                <a:gd name="connsiteX4" fmla="*/ 33682 w 79792"/>
                <a:gd name="connsiteY4" fmla="*/ 102082 h 104215"/>
                <a:gd name="connsiteX5" fmla="*/ 38789 w 79792"/>
                <a:gd name="connsiteY5" fmla="*/ 104185 h 104215"/>
                <a:gd name="connsiteX6" fmla="*/ 45398 w 79792"/>
                <a:gd name="connsiteY6" fmla="*/ 102383 h 104215"/>
                <a:gd name="connsiteX7" fmla="*/ 61920 w 79792"/>
                <a:gd name="connsiteY7" fmla="*/ 93447 h 104215"/>
                <a:gd name="connsiteX8" fmla="*/ 74762 w 79792"/>
                <a:gd name="connsiteY8" fmla="*/ 82335 h 104215"/>
                <a:gd name="connsiteX9" fmla="*/ 79268 w 79792"/>
                <a:gd name="connsiteY9" fmla="*/ 62663 h 104215"/>
                <a:gd name="connsiteX10" fmla="*/ 79719 w 79792"/>
                <a:gd name="connsiteY10" fmla="*/ 47646 h 104215"/>
                <a:gd name="connsiteX11" fmla="*/ 79043 w 79792"/>
                <a:gd name="connsiteY11" fmla="*/ 36759 h 104215"/>
                <a:gd name="connsiteX12" fmla="*/ 67552 w 79792"/>
                <a:gd name="connsiteY12" fmla="*/ 17387 h 104215"/>
                <a:gd name="connsiteX13" fmla="*/ 48552 w 79792"/>
                <a:gd name="connsiteY13" fmla="*/ 4698 h 104215"/>
                <a:gd name="connsiteX14" fmla="*/ 28725 w 79792"/>
                <a:gd name="connsiteY14" fmla="*/ 493 h 10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9792" h="104215">
                  <a:moveTo>
                    <a:pt x="28725" y="493"/>
                  </a:moveTo>
                  <a:cubicBezTo>
                    <a:pt x="25046" y="2145"/>
                    <a:pt x="21967" y="4735"/>
                    <a:pt x="19639" y="8001"/>
                  </a:cubicBezTo>
                  <a:cubicBezTo>
                    <a:pt x="7999" y="21817"/>
                    <a:pt x="1239" y="39019"/>
                    <a:pt x="188" y="57032"/>
                  </a:cubicBezTo>
                  <a:cubicBezTo>
                    <a:pt x="-939" y="66072"/>
                    <a:pt x="2366" y="75097"/>
                    <a:pt x="8974" y="81359"/>
                  </a:cubicBezTo>
                  <a:cubicBezTo>
                    <a:pt x="16109" y="89498"/>
                    <a:pt x="24445" y="96488"/>
                    <a:pt x="33682" y="102082"/>
                  </a:cubicBezTo>
                  <a:cubicBezTo>
                    <a:pt x="35185" y="103171"/>
                    <a:pt x="36912" y="103884"/>
                    <a:pt x="38789" y="104185"/>
                  </a:cubicBezTo>
                  <a:cubicBezTo>
                    <a:pt x="41117" y="104215"/>
                    <a:pt x="43446" y="103591"/>
                    <a:pt x="45398" y="102383"/>
                  </a:cubicBezTo>
                  <a:cubicBezTo>
                    <a:pt x="51031" y="99679"/>
                    <a:pt x="56588" y="96676"/>
                    <a:pt x="61920" y="93447"/>
                  </a:cubicBezTo>
                  <a:cubicBezTo>
                    <a:pt x="66952" y="90752"/>
                    <a:pt x="71383" y="86953"/>
                    <a:pt x="74762" y="82335"/>
                  </a:cubicBezTo>
                  <a:cubicBezTo>
                    <a:pt x="77916" y="76268"/>
                    <a:pt x="79493" y="69496"/>
                    <a:pt x="79268" y="62663"/>
                  </a:cubicBezTo>
                  <a:cubicBezTo>
                    <a:pt x="79268" y="57557"/>
                    <a:pt x="79268" y="52526"/>
                    <a:pt x="79719" y="47646"/>
                  </a:cubicBezTo>
                  <a:cubicBezTo>
                    <a:pt x="79869" y="44004"/>
                    <a:pt x="79643" y="40355"/>
                    <a:pt x="79043" y="36759"/>
                  </a:cubicBezTo>
                  <a:cubicBezTo>
                    <a:pt x="77316" y="29250"/>
                    <a:pt x="73335" y="22478"/>
                    <a:pt x="67552" y="17387"/>
                  </a:cubicBezTo>
                  <a:cubicBezTo>
                    <a:pt x="61845" y="12304"/>
                    <a:pt x="55461" y="8031"/>
                    <a:pt x="48552" y="4698"/>
                  </a:cubicBezTo>
                  <a:cubicBezTo>
                    <a:pt x="42844" y="590"/>
                    <a:pt x="35635" y="-934"/>
                    <a:pt x="28725" y="493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9" name="Content Placeholder 4">
              <a:extLst>
                <a:ext uri="{FF2B5EF4-FFF2-40B4-BE49-F238E27FC236}">
                  <a16:creationId xmlns:a16="http://schemas.microsoft.com/office/drawing/2014/main" id="{74C4BB1C-206E-5A90-6EB6-0EF41B07456F}"/>
                </a:ext>
              </a:extLst>
            </p:cNvPr>
            <p:cNvSpPr/>
            <p:nvPr/>
          </p:nvSpPr>
          <p:spPr>
            <a:xfrm>
              <a:off x="12402519" y="1859157"/>
              <a:ext cx="119292" cy="78002"/>
            </a:xfrm>
            <a:custGeom>
              <a:avLst/>
              <a:gdLst>
                <a:gd name="connsiteX0" fmla="*/ 57 w 119292"/>
                <a:gd name="connsiteY0" fmla="*/ 10707 h 78002"/>
                <a:gd name="connsiteX1" fmla="*/ 734 w 119292"/>
                <a:gd name="connsiteY1" fmla="*/ 59212 h 78002"/>
                <a:gd name="connsiteX2" fmla="*/ -18 w 119292"/>
                <a:gd name="connsiteY2" fmla="*/ 63792 h 78002"/>
                <a:gd name="connsiteX3" fmla="*/ 5614 w 119292"/>
                <a:gd name="connsiteY3" fmla="*/ 70249 h 78002"/>
                <a:gd name="connsiteX4" fmla="*/ 48046 w 119292"/>
                <a:gd name="connsiteY4" fmla="*/ 77758 h 78002"/>
                <a:gd name="connsiteX5" fmla="*/ 117889 w 119292"/>
                <a:gd name="connsiteY5" fmla="*/ 73703 h 78002"/>
                <a:gd name="connsiteX6" fmla="*/ 117889 w 119292"/>
                <a:gd name="connsiteY6" fmla="*/ 61389 h 78002"/>
                <a:gd name="connsiteX7" fmla="*/ 117889 w 119292"/>
                <a:gd name="connsiteY7" fmla="*/ 22796 h 78002"/>
                <a:gd name="connsiteX8" fmla="*/ 117889 w 119292"/>
                <a:gd name="connsiteY8" fmla="*/ 18441 h 78002"/>
                <a:gd name="connsiteX9" fmla="*/ 115036 w 119292"/>
                <a:gd name="connsiteY9" fmla="*/ 15813 h 78002"/>
                <a:gd name="connsiteX10" fmla="*/ 60588 w 119292"/>
                <a:gd name="connsiteY10" fmla="*/ -30 h 78002"/>
                <a:gd name="connsiteX11" fmla="*/ 37458 w 119292"/>
                <a:gd name="connsiteY11" fmla="*/ 2073 h 78002"/>
                <a:gd name="connsiteX12" fmla="*/ 57 w 119292"/>
                <a:gd name="connsiteY12" fmla="*/ 10707 h 7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9292" h="78002">
                  <a:moveTo>
                    <a:pt x="57" y="10707"/>
                  </a:moveTo>
                  <a:cubicBezTo>
                    <a:pt x="5240" y="26430"/>
                    <a:pt x="5465" y="43354"/>
                    <a:pt x="734" y="59212"/>
                  </a:cubicBezTo>
                  <a:cubicBezTo>
                    <a:pt x="207" y="60676"/>
                    <a:pt x="-92" y="62230"/>
                    <a:pt x="-18" y="63792"/>
                  </a:cubicBezTo>
                  <a:cubicBezTo>
                    <a:pt x="734" y="66705"/>
                    <a:pt x="2836" y="69100"/>
                    <a:pt x="5614" y="70249"/>
                  </a:cubicBezTo>
                  <a:cubicBezTo>
                    <a:pt x="18907" y="76196"/>
                    <a:pt x="33477" y="78771"/>
                    <a:pt x="48046" y="77758"/>
                  </a:cubicBezTo>
                  <a:cubicBezTo>
                    <a:pt x="71402" y="77833"/>
                    <a:pt x="94684" y="76481"/>
                    <a:pt x="117889" y="73703"/>
                  </a:cubicBezTo>
                  <a:cubicBezTo>
                    <a:pt x="120518" y="70475"/>
                    <a:pt x="118715" y="65519"/>
                    <a:pt x="117889" y="61389"/>
                  </a:cubicBezTo>
                  <a:cubicBezTo>
                    <a:pt x="114134" y="49075"/>
                    <a:pt x="116988" y="35710"/>
                    <a:pt x="117889" y="22796"/>
                  </a:cubicBezTo>
                  <a:cubicBezTo>
                    <a:pt x="118264" y="21369"/>
                    <a:pt x="118264" y="19868"/>
                    <a:pt x="117889" y="18441"/>
                  </a:cubicBezTo>
                  <a:cubicBezTo>
                    <a:pt x="117214" y="17307"/>
                    <a:pt x="116237" y="16399"/>
                    <a:pt x="115036" y="15813"/>
                  </a:cubicBezTo>
                  <a:cubicBezTo>
                    <a:pt x="98739" y="5534"/>
                    <a:pt x="79888" y="45"/>
                    <a:pt x="60588" y="-30"/>
                  </a:cubicBezTo>
                  <a:cubicBezTo>
                    <a:pt x="52853" y="68"/>
                    <a:pt x="45117" y="774"/>
                    <a:pt x="37458" y="2073"/>
                  </a:cubicBezTo>
                  <a:cubicBezTo>
                    <a:pt x="24765" y="4062"/>
                    <a:pt x="12298" y="6946"/>
                    <a:pt x="57" y="10707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0" name="Content Placeholder 4">
              <a:extLst>
                <a:ext uri="{FF2B5EF4-FFF2-40B4-BE49-F238E27FC236}">
                  <a16:creationId xmlns:a16="http://schemas.microsoft.com/office/drawing/2014/main" id="{FF034CF3-B196-09C3-2DBF-94BEB303B1A1}"/>
                </a:ext>
              </a:extLst>
            </p:cNvPr>
            <p:cNvSpPr/>
            <p:nvPr/>
          </p:nvSpPr>
          <p:spPr>
            <a:xfrm>
              <a:off x="12392378" y="2323679"/>
              <a:ext cx="58035" cy="25069"/>
            </a:xfrm>
            <a:custGeom>
              <a:avLst/>
              <a:gdLst>
                <a:gd name="connsiteX0" fmla="*/ 54507 w 58035"/>
                <a:gd name="connsiteY0" fmla="*/ 296 h 25069"/>
                <a:gd name="connsiteX1" fmla="*/ 28898 w 58035"/>
                <a:gd name="connsiteY1" fmla="*/ 1422 h 25069"/>
                <a:gd name="connsiteX2" fmla="*/ 7645 w 58035"/>
                <a:gd name="connsiteY2" fmla="*/ 13286 h 25069"/>
                <a:gd name="connsiteX3" fmla="*/ 1562 w 58035"/>
                <a:gd name="connsiteY3" fmla="*/ 16740 h 25069"/>
                <a:gd name="connsiteX4" fmla="*/ 811 w 58035"/>
                <a:gd name="connsiteY4" fmla="*/ 23197 h 25069"/>
                <a:gd name="connsiteX5" fmla="*/ 6518 w 58035"/>
                <a:gd name="connsiteY5" fmla="*/ 24999 h 25069"/>
                <a:gd name="connsiteX6" fmla="*/ 53681 w 58035"/>
                <a:gd name="connsiteY6" fmla="*/ 20944 h 25069"/>
                <a:gd name="connsiteX7" fmla="*/ 57286 w 58035"/>
                <a:gd name="connsiteY7" fmla="*/ 17941 h 25069"/>
                <a:gd name="connsiteX8" fmla="*/ 54507 w 58035"/>
                <a:gd name="connsiteY8" fmla="*/ 296 h 25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035" h="25069">
                  <a:moveTo>
                    <a:pt x="54507" y="296"/>
                  </a:moveTo>
                  <a:cubicBezTo>
                    <a:pt x="45946" y="-380"/>
                    <a:pt x="37384" y="-4"/>
                    <a:pt x="28898" y="1422"/>
                  </a:cubicBezTo>
                  <a:cubicBezTo>
                    <a:pt x="22364" y="6273"/>
                    <a:pt x="15230" y="10260"/>
                    <a:pt x="7645" y="13286"/>
                  </a:cubicBezTo>
                  <a:cubicBezTo>
                    <a:pt x="5392" y="13984"/>
                    <a:pt x="3290" y="15163"/>
                    <a:pt x="1562" y="16740"/>
                  </a:cubicBezTo>
                  <a:cubicBezTo>
                    <a:pt x="-241" y="18436"/>
                    <a:pt x="-541" y="21140"/>
                    <a:pt x="811" y="23197"/>
                  </a:cubicBezTo>
                  <a:cubicBezTo>
                    <a:pt x="2388" y="24563"/>
                    <a:pt x="4416" y="25217"/>
                    <a:pt x="6518" y="24999"/>
                  </a:cubicBezTo>
                  <a:cubicBezTo>
                    <a:pt x="22364" y="25149"/>
                    <a:pt x="38136" y="23790"/>
                    <a:pt x="53681" y="20944"/>
                  </a:cubicBezTo>
                  <a:cubicBezTo>
                    <a:pt x="55484" y="21004"/>
                    <a:pt x="56986" y="19713"/>
                    <a:pt x="57286" y="17941"/>
                  </a:cubicBezTo>
                  <a:cubicBezTo>
                    <a:pt x="58864" y="11927"/>
                    <a:pt x="57812" y="5544"/>
                    <a:pt x="54507" y="296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1" name="Content Placeholder 4">
              <a:extLst>
                <a:ext uri="{FF2B5EF4-FFF2-40B4-BE49-F238E27FC236}">
                  <a16:creationId xmlns:a16="http://schemas.microsoft.com/office/drawing/2014/main" id="{7CC96BD2-7DCC-A586-F9D3-554598339C6F}"/>
                </a:ext>
              </a:extLst>
            </p:cNvPr>
            <p:cNvSpPr/>
            <p:nvPr/>
          </p:nvSpPr>
          <p:spPr>
            <a:xfrm>
              <a:off x="12488239" y="2321152"/>
              <a:ext cx="54545" cy="33151"/>
            </a:xfrm>
            <a:custGeom>
              <a:avLst/>
              <a:gdLst>
                <a:gd name="connsiteX0" fmla="*/ 48540 w 54545"/>
                <a:gd name="connsiteY0" fmla="*/ -30 h 33151"/>
                <a:gd name="connsiteX1" fmla="*/ 24133 w 54545"/>
                <a:gd name="connsiteY1" fmla="*/ 5902 h 33151"/>
                <a:gd name="connsiteX2" fmla="*/ 6034 w 54545"/>
                <a:gd name="connsiteY2" fmla="*/ 21369 h 33151"/>
                <a:gd name="connsiteX3" fmla="*/ 852 w 54545"/>
                <a:gd name="connsiteY3" fmla="*/ 25799 h 33151"/>
                <a:gd name="connsiteX4" fmla="*/ 1378 w 54545"/>
                <a:gd name="connsiteY4" fmla="*/ 32106 h 33151"/>
                <a:gd name="connsiteX5" fmla="*/ 7160 w 54545"/>
                <a:gd name="connsiteY5" fmla="*/ 32782 h 33151"/>
                <a:gd name="connsiteX6" fmla="*/ 51619 w 54545"/>
                <a:gd name="connsiteY6" fmla="*/ 19943 h 33151"/>
                <a:gd name="connsiteX7" fmla="*/ 53948 w 54545"/>
                <a:gd name="connsiteY7" fmla="*/ 18441 h 33151"/>
                <a:gd name="connsiteX8" fmla="*/ 54473 w 54545"/>
                <a:gd name="connsiteY8" fmla="*/ 16339 h 33151"/>
                <a:gd name="connsiteX9" fmla="*/ 48540 w 54545"/>
                <a:gd name="connsiteY9" fmla="*/ -30 h 33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545" h="33151">
                  <a:moveTo>
                    <a:pt x="48540" y="-30"/>
                  </a:moveTo>
                  <a:cubicBezTo>
                    <a:pt x="40204" y="969"/>
                    <a:pt x="32018" y="2958"/>
                    <a:pt x="24133" y="5902"/>
                  </a:cubicBezTo>
                  <a:cubicBezTo>
                    <a:pt x="18801" y="11803"/>
                    <a:pt x="12718" y="16999"/>
                    <a:pt x="6034" y="21369"/>
                  </a:cubicBezTo>
                  <a:cubicBezTo>
                    <a:pt x="4006" y="22466"/>
                    <a:pt x="2279" y="23975"/>
                    <a:pt x="852" y="25799"/>
                  </a:cubicBezTo>
                  <a:cubicBezTo>
                    <a:pt x="-499" y="27751"/>
                    <a:pt x="-275" y="30402"/>
                    <a:pt x="1378" y="32106"/>
                  </a:cubicBezTo>
                  <a:cubicBezTo>
                    <a:pt x="3105" y="33165"/>
                    <a:pt x="5208" y="33405"/>
                    <a:pt x="7160" y="32782"/>
                  </a:cubicBezTo>
                  <a:cubicBezTo>
                    <a:pt x="22330" y="29936"/>
                    <a:pt x="37275" y="25642"/>
                    <a:pt x="51619" y="19943"/>
                  </a:cubicBezTo>
                  <a:cubicBezTo>
                    <a:pt x="52521" y="19732"/>
                    <a:pt x="53347" y="19199"/>
                    <a:pt x="53948" y="18441"/>
                  </a:cubicBezTo>
                  <a:cubicBezTo>
                    <a:pt x="54323" y="17803"/>
                    <a:pt x="54473" y="17074"/>
                    <a:pt x="54473" y="16339"/>
                  </a:cubicBezTo>
                  <a:cubicBezTo>
                    <a:pt x="54849" y="10294"/>
                    <a:pt x="52746" y="4363"/>
                    <a:pt x="4854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2" name="Content Placeholder 4">
              <a:extLst>
                <a:ext uri="{FF2B5EF4-FFF2-40B4-BE49-F238E27FC236}">
                  <a16:creationId xmlns:a16="http://schemas.microsoft.com/office/drawing/2014/main" id="{A5674D10-DCCD-47FF-9AF2-519CCC29A3AC}"/>
                </a:ext>
              </a:extLst>
            </p:cNvPr>
            <p:cNvSpPr/>
            <p:nvPr/>
          </p:nvSpPr>
          <p:spPr>
            <a:xfrm>
              <a:off x="12390064" y="1894446"/>
              <a:ext cx="146144" cy="435839"/>
            </a:xfrm>
            <a:custGeom>
              <a:avLst/>
              <a:gdLst>
                <a:gd name="connsiteX0" fmla="*/ 138530 w 146144"/>
                <a:gd name="connsiteY0" fmla="*/ 243169 h 435839"/>
                <a:gd name="connsiteX1" fmla="*/ 140858 w 146144"/>
                <a:gd name="connsiteY1" fmla="*/ 71000 h 435839"/>
                <a:gd name="connsiteX2" fmla="*/ 132897 w 146144"/>
                <a:gd name="connsiteY2" fmla="*/ 12284 h 435839"/>
                <a:gd name="connsiteX3" fmla="*/ 131095 w 146144"/>
                <a:gd name="connsiteY3" fmla="*/ 9055 h 435839"/>
                <a:gd name="connsiteX4" fmla="*/ 120281 w 146144"/>
                <a:gd name="connsiteY4" fmla="*/ 9055 h 435839"/>
                <a:gd name="connsiteX5" fmla="*/ 15141 w 146144"/>
                <a:gd name="connsiteY5" fmla="*/ -30 h 435839"/>
                <a:gd name="connsiteX6" fmla="*/ 5754 w 146144"/>
                <a:gd name="connsiteY6" fmla="*/ 31806 h 435839"/>
                <a:gd name="connsiteX7" fmla="*/ -29 w 146144"/>
                <a:gd name="connsiteY7" fmla="*/ 85492 h 435839"/>
                <a:gd name="connsiteX8" fmla="*/ -29 w 146144"/>
                <a:gd name="connsiteY8" fmla="*/ 85492 h 435839"/>
                <a:gd name="connsiteX9" fmla="*/ -29 w 146144"/>
                <a:gd name="connsiteY9" fmla="*/ 97130 h 435839"/>
                <a:gd name="connsiteX10" fmla="*/ 8081 w 146144"/>
                <a:gd name="connsiteY10" fmla="*/ 163579 h 435839"/>
                <a:gd name="connsiteX11" fmla="*/ 12437 w 146144"/>
                <a:gd name="connsiteY11" fmla="*/ 207053 h 435839"/>
                <a:gd name="connsiteX12" fmla="*/ 13563 w 146144"/>
                <a:gd name="connsiteY12" fmla="*/ 241592 h 435839"/>
                <a:gd name="connsiteX13" fmla="*/ 22951 w 146144"/>
                <a:gd name="connsiteY13" fmla="*/ 331168 h 435839"/>
                <a:gd name="connsiteX14" fmla="*/ 31287 w 146144"/>
                <a:gd name="connsiteY14" fmla="*/ 425624 h 435839"/>
                <a:gd name="connsiteX15" fmla="*/ 31287 w 146144"/>
                <a:gd name="connsiteY15" fmla="*/ 429454 h 435839"/>
                <a:gd name="connsiteX16" fmla="*/ 57122 w 146144"/>
                <a:gd name="connsiteY16" fmla="*/ 429454 h 435839"/>
                <a:gd name="connsiteX17" fmla="*/ 62980 w 146144"/>
                <a:gd name="connsiteY17" fmla="*/ 245797 h 435839"/>
                <a:gd name="connsiteX18" fmla="*/ 71165 w 146144"/>
                <a:gd name="connsiteY18" fmla="*/ 169436 h 435839"/>
                <a:gd name="connsiteX19" fmla="*/ 79276 w 146144"/>
                <a:gd name="connsiteY19" fmla="*/ 170187 h 435839"/>
                <a:gd name="connsiteX20" fmla="*/ 123660 w 146144"/>
                <a:gd name="connsiteY20" fmla="*/ 413235 h 435839"/>
                <a:gd name="connsiteX21" fmla="*/ 126439 w 146144"/>
                <a:gd name="connsiteY21" fmla="*/ 433358 h 435839"/>
                <a:gd name="connsiteX22" fmla="*/ 146115 w 146144"/>
                <a:gd name="connsiteY22" fmla="*/ 428853 h 435839"/>
                <a:gd name="connsiteX23" fmla="*/ 138530 w 146144"/>
                <a:gd name="connsiteY23" fmla="*/ 243169 h 435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46144" h="435839">
                  <a:moveTo>
                    <a:pt x="138530" y="243169"/>
                  </a:moveTo>
                  <a:cubicBezTo>
                    <a:pt x="135977" y="186255"/>
                    <a:pt x="141384" y="128215"/>
                    <a:pt x="140858" y="71000"/>
                  </a:cubicBezTo>
                  <a:cubicBezTo>
                    <a:pt x="142585" y="51080"/>
                    <a:pt x="139807" y="31033"/>
                    <a:pt x="132897" y="12284"/>
                  </a:cubicBezTo>
                  <a:cubicBezTo>
                    <a:pt x="132522" y="11098"/>
                    <a:pt x="131921" y="10002"/>
                    <a:pt x="131095" y="9055"/>
                  </a:cubicBezTo>
                  <a:cubicBezTo>
                    <a:pt x="128391" y="6352"/>
                    <a:pt x="123585" y="7779"/>
                    <a:pt x="120281" y="9055"/>
                  </a:cubicBezTo>
                  <a:cubicBezTo>
                    <a:pt x="85809" y="23036"/>
                    <a:pt x="46683" y="19657"/>
                    <a:pt x="15141" y="-30"/>
                  </a:cubicBezTo>
                  <a:cubicBezTo>
                    <a:pt x="9658" y="9746"/>
                    <a:pt x="6504" y="20626"/>
                    <a:pt x="5754" y="31806"/>
                  </a:cubicBezTo>
                  <a:cubicBezTo>
                    <a:pt x="3275" y="49676"/>
                    <a:pt x="646" y="67546"/>
                    <a:pt x="-29" y="85492"/>
                  </a:cubicBezTo>
                  <a:lnTo>
                    <a:pt x="-29" y="85492"/>
                  </a:lnTo>
                  <a:cubicBezTo>
                    <a:pt x="-29" y="89396"/>
                    <a:pt x="-29" y="93000"/>
                    <a:pt x="-29" y="97130"/>
                  </a:cubicBezTo>
                  <a:cubicBezTo>
                    <a:pt x="1172" y="119437"/>
                    <a:pt x="3876" y="141640"/>
                    <a:pt x="8081" y="163579"/>
                  </a:cubicBezTo>
                  <a:cubicBezTo>
                    <a:pt x="10485" y="177958"/>
                    <a:pt x="11987" y="192479"/>
                    <a:pt x="12437" y="207053"/>
                  </a:cubicBezTo>
                  <a:cubicBezTo>
                    <a:pt x="11536" y="218571"/>
                    <a:pt x="11911" y="230157"/>
                    <a:pt x="13563" y="241592"/>
                  </a:cubicBezTo>
                  <a:cubicBezTo>
                    <a:pt x="20097" y="270425"/>
                    <a:pt x="20172" y="301660"/>
                    <a:pt x="22951" y="331168"/>
                  </a:cubicBezTo>
                  <a:cubicBezTo>
                    <a:pt x="25880" y="362629"/>
                    <a:pt x="28884" y="394089"/>
                    <a:pt x="31287" y="425624"/>
                  </a:cubicBezTo>
                  <a:cubicBezTo>
                    <a:pt x="31287" y="426901"/>
                    <a:pt x="31287" y="428177"/>
                    <a:pt x="31287" y="429454"/>
                  </a:cubicBezTo>
                  <a:cubicBezTo>
                    <a:pt x="32865" y="429829"/>
                    <a:pt x="57122" y="435460"/>
                    <a:pt x="57122" y="429454"/>
                  </a:cubicBezTo>
                  <a:lnTo>
                    <a:pt x="62980" y="245797"/>
                  </a:lnTo>
                  <a:cubicBezTo>
                    <a:pt x="62829" y="220118"/>
                    <a:pt x="65533" y="194499"/>
                    <a:pt x="71165" y="169436"/>
                  </a:cubicBezTo>
                  <a:lnTo>
                    <a:pt x="79276" y="170187"/>
                  </a:lnTo>
                  <a:lnTo>
                    <a:pt x="123660" y="413235"/>
                  </a:lnTo>
                  <a:cubicBezTo>
                    <a:pt x="124937" y="420369"/>
                    <a:pt x="121707" y="428778"/>
                    <a:pt x="126439" y="433358"/>
                  </a:cubicBezTo>
                  <a:cubicBezTo>
                    <a:pt x="131170" y="437938"/>
                    <a:pt x="144688" y="435911"/>
                    <a:pt x="146115" y="428853"/>
                  </a:cubicBezTo>
                  <a:cubicBezTo>
                    <a:pt x="141835" y="366908"/>
                    <a:pt x="141308" y="305039"/>
                    <a:pt x="138530" y="243169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3" name="Content Placeholder 4">
              <a:extLst>
                <a:ext uri="{FF2B5EF4-FFF2-40B4-BE49-F238E27FC236}">
                  <a16:creationId xmlns:a16="http://schemas.microsoft.com/office/drawing/2014/main" id="{8C1DED1F-82CB-6AC4-5377-FF2984466171}"/>
                </a:ext>
              </a:extLst>
            </p:cNvPr>
            <p:cNvSpPr/>
            <p:nvPr/>
          </p:nvSpPr>
          <p:spPr>
            <a:xfrm>
              <a:off x="12390957" y="1674631"/>
              <a:ext cx="140498" cy="258108"/>
            </a:xfrm>
            <a:custGeom>
              <a:avLst/>
              <a:gdLst>
                <a:gd name="connsiteX0" fmla="*/ 139966 w 140498"/>
                <a:gd name="connsiteY0" fmla="*/ 219260 h 258108"/>
                <a:gd name="connsiteX1" fmla="*/ 130127 w 140498"/>
                <a:gd name="connsiteY1" fmla="*/ 256802 h 258108"/>
                <a:gd name="connsiteX2" fmla="*/ 110526 w 140498"/>
                <a:gd name="connsiteY2" fmla="*/ 241785 h 258108"/>
                <a:gd name="connsiteX3" fmla="*/ 28893 w 140498"/>
                <a:gd name="connsiteY3" fmla="*/ 244864 h 258108"/>
                <a:gd name="connsiteX4" fmla="*/ 14548 w 140498"/>
                <a:gd name="connsiteY4" fmla="*/ 258079 h 258108"/>
                <a:gd name="connsiteX5" fmla="*/ 505 w 140498"/>
                <a:gd name="connsiteY5" fmla="*/ 216407 h 258108"/>
                <a:gd name="connsiteX6" fmla="*/ 33624 w 140498"/>
                <a:gd name="connsiteY6" fmla="*/ 11051 h 258108"/>
                <a:gd name="connsiteX7" fmla="*/ 43237 w 140498"/>
                <a:gd name="connsiteY7" fmla="*/ 164 h 258108"/>
                <a:gd name="connsiteX8" fmla="*/ 44964 w 140498"/>
                <a:gd name="connsiteY8" fmla="*/ 5044 h 258108"/>
                <a:gd name="connsiteX9" fmla="*/ 76355 w 140498"/>
                <a:gd name="connsiteY9" fmla="*/ 9249 h 258108"/>
                <a:gd name="connsiteX10" fmla="*/ 108423 w 140498"/>
                <a:gd name="connsiteY10" fmla="*/ 464 h 258108"/>
                <a:gd name="connsiteX11" fmla="*/ 107147 w 140498"/>
                <a:gd name="connsiteY11" fmla="*/ 41160 h 258108"/>
                <a:gd name="connsiteX12" fmla="*/ 117210 w 140498"/>
                <a:gd name="connsiteY12" fmla="*/ 68716 h 258108"/>
                <a:gd name="connsiteX13" fmla="*/ 128024 w 140498"/>
                <a:gd name="connsiteY13" fmla="*/ 117671 h 258108"/>
                <a:gd name="connsiteX14" fmla="*/ 139966 w 140498"/>
                <a:gd name="connsiteY14" fmla="*/ 219260 h 258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0498" h="258108">
                  <a:moveTo>
                    <a:pt x="139966" y="219260"/>
                  </a:moveTo>
                  <a:cubicBezTo>
                    <a:pt x="141242" y="233151"/>
                    <a:pt x="140792" y="250645"/>
                    <a:pt x="130127" y="256802"/>
                  </a:cubicBezTo>
                  <a:cubicBezTo>
                    <a:pt x="128174" y="247342"/>
                    <a:pt x="118637" y="243588"/>
                    <a:pt x="110526" y="241785"/>
                  </a:cubicBezTo>
                  <a:cubicBezTo>
                    <a:pt x="83415" y="236567"/>
                    <a:pt x="55478" y="237626"/>
                    <a:pt x="28893" y="244864"/>
                  </a:cubicBezTo>
                  <a:cubicBezTo>
                    <a:pt x="22584" y="246591"/>
                    <a:pt x="14999" y="250345"/>
                    <a:pt x="14548" y="258079"/>
                  </a:cubicBezTo>
                  <a:cubicBezTo>
                    <a:pt x="4184" y="248768"/>
                    <a:pt x="1406" y="231799"/>
                    <a:pt x="505" y="216407"/>
                  </a:cubicBezTo>
                  <a:cubicBezTo>
                    <a:pt x="-3476" y="146428"/>
                    <a:pt x="15525" y="77651"/>
                    <a:pt x="33624" y="11051"/>
                  </a:cubicBezTo>
                  <a:cubicBezTo>
                    <a:pt x="35201" y="5494"/>
                    <a:pt x="38506" y="-1263"/>
                    <a:pt x="43237" y="164"/>
                  </a:cubicBezTo>
                  <a:cubicBezTo>
                    <a:pt x="42936" y="1973"/>
                    <a:pt x="43612" y="3798"/>
                    <a:pt x="44964" y="5044"/>
                  </a:cubicBezTo>
                  <a:cubicBezTo>
                    <a:pt x="53074" y="13979"/>
                    <a:pt x="65767" y="12928"/>
                    <a:pt x="76355" y="9249"/>
                  </a:cubicBezTo>
                  <a:cubicBezTo>
                    <a:pt x="86945" y="5570"/>
                    <a:pt x="97459" y="-437"/>
                    <a:pt x="108423" y="464"/>
                  </a:cubicBezTo>
                  <a:cubicBezTo>
                    <a:pt x="105569" y="13844"/>
                    <a:pt x="105119" y="27629"/>
                    <a:pt x="107147" y="41160"/>
                  </a:cubicBezTo>
                  <a:cubicBezTo>
                    <a:pt x="109775" y="50590"/>
                    <a:pt x="113154" y="59803"/>
                    <a:pt x="117210" y="68716"/>
                  </a:cubicBezTo>
                  <a:cubicBezTo>
                    <a:pt x="122542" y="84604"/>
                    <a:pt x="126147" y="101017"/>
                    <a:pt x="128024" y="117671"/>
                  </a:cubicBezTo>
                  <a:cubicBezTo>
                    <a:pt x="132906" y="151384"/>
                    <a:pt x="136886" y="185322"/>
                    <a:pt x="139966" y="219260"/>
                  </a:cubicBezTo>
                  <a:close/>
                </a:path>
              </a:pathLst>
            </a:custGeom>
            <a:solidFill>
              <a:srgbClr val="AFD9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4" name="Content Placeholder 4">
              <a:extLst>
                <a:ext uri="{FF2B5EF4-FFF2-40B4-BE49-F238E27FC236}">
                  <a16:creationId xmlns:a16="http://schemas.microsoft.com/office/drawing/2014/main" id="{3F4DA2AF-3A25-F131-462D-4A8BA5247E81}"/>
                </a:ext>
              </a:extLst>
            </p:cNvPr>
            <p:cNvSpPr/>
            <p:nvPr/>
          </p:nvSpPr>
          <p:spPr>
            <a:xfrm>
              <a:off x="12484181" y="1674615"/>
              <a:ext cx="75216" cy="279397"/>
            </a:xfrm>
            <a:custGeom>
              <a:avLst/>
              <a:gdLst>
                <a:gd name="connsiteX0" fmla="*/ 29993 w 75216"/>
                <a:gd name="connsiteY0" fmla="*/ 9489 h 279397"/>
                <a:gd name="connsiteX1" fmla="*/ 4159 w 75216"/>
                <a:gd name="connsiteY1" fmla="*/ 29 h 279397"/>
                <a:gd name="connsiteX2" fmla="*/ 1155 w 75216"/>
                <a:gd name="connsiteY2" fmla="*/ 8438 h 279397"/>
                <a:gd name="connsiteX3" fmla="*/ 5811 w 75216"/>
                <a:gd name="connsiteY3" fmla="*/ 36069 h 279397"/>
                <a:gd name="connsiteX4" fmla="*/ 18578 w 75216"/>
                <a:gd name="connsiteY4" fmla="*/ 279343 h 279397"/>
                <a:gd name="connsiteX5" fmla="*/ 54400 w 75216"/>
                <a:gd name="connsiteY5" fmla="*/ 277766 h 279397"/>
                <a:gd name="connsiteX6" fmla="*/ 63563 w 75216"/>
                <a:gd name="connsiteY6" fmla="*/ 232716 h 279397"/>
                <a:gd name="connsiteX7" fmla="*/ 74978 w 75216"/>
                <a:gd name="connsiteY7" fmla="*/ 94560 h 279397"/>
                <a:gd name="connsiteX8" fmla="*/ 66492 w 75216"/>
                <a:gd name="connsiteY8" fmla="*/ 47557 h 279397"/>
                <a:gd name="connsiteX9" fmla="*/ 29993 w 75216"/>
                <a:gd name="connsiteY9" fmla="*/ 9489 h 279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5216" h="279397">
                  <a:moveTo>
                    <a:pt x="29993" y="9489"/>
                  </a:moveTo>
                  <a:cubicBezTo>
                    <a:pt x="23084" y="2897"/>
                    <a:pt x="13697" y="-527"/>
                    <a:pt x="4159" y="29"/>
                  </a:cubicBezTo>
                  <a:cubicBezTo>
                    <a:pt x="3483" y="2934"/>
                    <a:pt x="2432" y="5758"/>
                    <a:pt x="1155" y="8438"/>
                  </a:cubicBezTo>
                  <a:cubicBezTo>
                    <a:pt x="-2149" y="17523"/>
                    <a:pt x="2131" y="27059"/>
                    <a:pt x="5811" y="36069"/>
                  </a:cubicBezTo>
                  <a:cubicBezTo>
                    <a:pt x="37803" y="114382"/>
                    <a:pt x="28341" y="197952"/>
                    <a:pt x="18578" y="279343"/>
                  </a:cubicBezTo>
                  <a:cubicBezTo>
                    <a:pt x="30519" y="279493"/>
                    <a:pt x="42535" y="278968"/>
                    <a:pt x="54400" y="277766"/>
                  </a:cubicBezTo>
                  <a:cubicBezTo>
                    <a:pt x="55452" y="262412"/>
                    <a:pt x="58531" y="247267"/>
                    <a:pt x="63563" y="232716"/>
                  </a:cubicBezTo>
                  <a:cubicBezTo>
                    <a:pt x="75579" y="187665"/>
                    <a:pt x="75579" y="140812"/>
                    <a:pt x="74978" y="94560"/>
                  </a:cubicBezTo>
                  <a:cubicBezTo>
                    <a:pt x="76029" y="78439"/>
                    <a:pt x="73101" y="62304"/>
                    <a:pt x="66492" y="47557"/>
                  </a:cubicBezTo>
                  <a:cubicBezTo>
                    <a:pt x="56954" y="32608"/>
                    <a:pt x="44563" y="19671"/>
                    <a:pt x="29993" y="9489"/>
                  </a:cubicBezTo>
                  <a:close/>
                </a:path>
              </a:pathLst>
            </a:custGeom>
            <a:solidFill>
              <a:srgbClr val="537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5" name="Content Placeholder 4">
              <a:extLst>
                <a:ext uri="{FF2B5EF4-FFF2-40B4-BE49-F238E27FC236}">
                  <a16:creationId xmlns:a16="http://schemas.microsoft.com/office/drawing/2014/main" id="{43EEBC13-1043-D086-A4BD-98E7D027BD8E}"/>
                </a:ext>
              </a:extLst>
            </p:cNvPr>
            <p:cNvSpPr/>
            <p:nvPr/>
          </p:nvSpPr>
          <p:spPr>
            <a:xfrm>
              <a:off x="12368111" y="1675737"/>
              <a:ext cx="69866" cy="275172"/>
            </a:xfrm>
            <a:custGeom>
              <a:avLst/>
              <a:gdLst>
                <a:gd name="connsiteX0" fmla="*/ 44153 w 69866"/>
                <a:gd name="connsiteY0" fmla="*/ 11672 h 275172"/>
                <a:gd name="connsiteX1" fmla="*/ 54817 w 69866"/>
                <a:gd name="connsiteY1" fmla="*/ 1010 h 275172"/>
                <a:gd name="connsiteX2" fmla="*/ 69837 w 69866"/>
                <a:gd name="connsiteY2" fmla="*/ 4614 h 275172"/>
                <a:gd name="connsiteX3" fmla="*/ 44078 w 69866"/>
                <a:gd name="connsiteY3" fmla="*/ 57173 h 275172"/>
                <a:gd name="connsiteX4" fmla="*/ 31311 w 69866"/>
                <a:gd name="connsiteY4" fmla="*/ 205165 h 275172"/>
                <a:gd name="connsiteX5" fmla="*/ 39572 w 69866"/>
                <a:gd name="connsiteY5" fmla="*/ 273942 h 275172"/>
                <a:gd name="connsiteX6" fmla="*/ 13663 w 69866"/>
                <a:gd name="connsiteY6" fmla="*/ 275143 h 275172"/>
                <a:gd name="connsiteX7" fmla="*/ 9382 w 69866"/>
                <a:gd name="connsiteY7" fmla="*/ 209444 h 275172"/>
                <a:gd name="connsiteX8" fmla="*/ 1196 w 69866"/>
                <a:gd name="connsiteY8" fmla="*/ 166646 h 275172"/>
                <a:gd name="connsiteX9" fmla="*/ 44153 w 69866"/>
                <a:gd name="connsiteY9" fmla="*/ 11672 h 275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866" h="275172">
                  <a:moveTo>
                    <a:pt x="44153" y="11672"/>
                  </a:moveTo>
                  <a:cubicBezTo>
                    <a:pt x="46406" y="7001"/>
                    <a:pt x="50161" y="3232"/>
                    <a:pt x="54817" y="1010"/>
                  </a:cubicBezTo>
                  <a:cubicBezTo>
                    <a:pt x="60224" y="-1243"/>
                    <a:pt x="69011" y="259"/>
                    <a:pt x="69837" y="4614"/>
                  </a:cubicBezTo>
                  <a:cubicBezTo>
                    <a:pt x="52339" y="18730"/>
                    <a:pt x="47307" y="38327"/>
                    <a:pt x="44078" y="57173"/>
                  </a:cubicBezTo>
                  <a:cubicBezTo>
                    <a:pt x="36493" y="106158"/>
                    <a:pt x="32212" y="155601"/>
                    <a:pt x="31311" y="205165"/>
                  </a:cubicBezTo>
                  <a:cubicBezTo>
                    <a:pt x="30410" y="228291"/>
                    <a:pt x="29584" y="251867"/>
                    <a:pt x="39572" y="273942"/>
                  </a:cubicBezTo>
                  <a:cubicBezTo>
                    <a:pt x="30935" y="273439"/>
                    <a:pt x="22223" y="273844"/>
                    <a:pt x="13663" y="275143"/>
                  </a:cubicBezTo>
                  <a:cubicBezTo>
                    <a:pt x="13887" y="253166"/>
                    <a:pt x="12461" y="231204"/>
                    <a:pt x="9382" y="209444"/>
                  </a:cubicBezTo>
                  <a:cubicBezTo>
                    <a:pt x="6979" y="195103"/>
                    <a:pt x="3074" y="180987"/>
                    <a:pt x="1196" y="166646"/>
                  </a:cubicBezTo>
                  <a:cubicBezTo>
                    <a:pt x="-5413" y="113561"/>
                    <a:pt x="15540" y="60777"/>
                    <a:pt x="44153" y="11672"/>
                  </a:cubicBezTo>
                  <a:close/>
                </a:path>
              </a:pathLst>
            </a:custGeom>
            <a:solidFill>
              <a:srgbClr val="537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6" name="Content Placeholder 4">
              <a:extLst>
                <a:ext uri="{FF2B5EF4-FFF2-40B4-BE49-F238E27FC236}">
                  <a16:creationId xmlns:a16="http://schemas.microsoft.com/office/drawing/2014/main" id="{BA31ED81-DB23-9E1D-2AAA-9363332423BF}"/>
                </a:ext>
              </a:extLst>
            </p:cNvPr>
            <p:cNvSpPr/>
            <p:nvPr/>
          </p:nvSpPr>
          <p:spPr>
            <a:xfrm>
              <a:off x="12376989" y="1770857"/>
              <a:ext cx="161726" cy="53353"/>
            </a:xfrm>
            <a:custGeom>
              <a:avLst/>
              <a:gdLst>
                <a:gd name="connsiteX0" fmla="*/ 146573 w 161726"/>
                <a:gd name="connsiteY0" fmla="*/ 9356 h 53353"/>
                <a:gd name="connsiteX1" fmla="*/ 143720 w 161726"/>
                <a:gd name="connsiteY1" fmla="*/ 5227 h 53353"/>
                <a:gd name="connsiteX2" fmla="*/ 137636 w 161726"/>
                <a:gd name="connsiteY2" fmla="*/ 3725 h 53353"/>
                <a:gd name="connsiteX3" fmla="*/ 24987 w 161726"/>
                <a:gd name="connsiteY3" fmla="*/ -29 h 53353"/>
                <a:gd name="connsiteX4" fmla="*/ 17928 w 161726"/>
                <a:gd name="connsiteY4" fmla="*/ 4701 h 53353"/>
                <a:gd name="connsiteX5" fmla="*/ 128 w 161726"/>
                <a:gd name="connsiteY5" fmla="*/ 45772 h 53353"/>
                <a:gd name="connsiteX6" fmla="*/ 2081 w 161726"/>
                <a:gd name="connsiteY6" fmla="*/ 49669 h 53353"/>
                <a:gd name="connsiteX7" fmla="*/ 2982 w 161726"/>
                <a:gd name="connsiteY7" fmla="*/ 49827 h 53353"/>
                <a:gd name="connsiteX8" fmla="*/ 157087 w 161726"/>
                <a:gd name="connsiteY8" fmla="*/ 51704 h 53353"/>
                <a:gd name="connsiteX9" fmla="*/ 161668 w 161726"/>
                <a:gd name="connsiteY9" fmla="*/ 45998 h 53353"/>
                <a:gd name="connsiteX10" fmla="*/ 161143 w 161726"/>
                <a:gd name="connsiteY10" fmla="*/ 44196 h 53353"/>
                <a:gd name="connsiteX11" fmla="*/ 146573 w 161726"/>
                <a:gd name="connsiteY11" fmla="*/ 9356 h 53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726" h="53353">
                  <a:moveTo>
                    <a:pt x="146573" y="9356"/>
                  </a:moveTo>
                  <a:cubicBezTo>
                    <a:pt x="145897" y="7787"/>
                    <a:pt x="144996" y="6383"/>
                    <a:pt x="143720" y="5227"/>
                  </a:cubicBezTo>
                  <a:cubicBezTo>
                    <a:pt x="141917" y="4093"/>
                    <a:pt x="139739" y="3567"/>
                    <a:pt x="137636" y="3725"/>
                  </a:cubicBezTo>
                  <a:lnTo>
                    <a:pt x="24987" y="-29"/>
                  </a:lnTo>
                  <a:cubicBezTo>
                    <a:pt x="21907" y="-67"/>
                    <a:pt x="19053" y="1818"/>
                    <a:pt x="17928" y="4701"/>
                  </a:cubicBezTo>
                  <a:cubicBezTo>
                    <a:pt x="11244" y="18059"/>
                    <a:pt x="5310" y="31769"/>
                    <a:pt x="128" y="45772"/>
                  </a:cubicBezTo>
                  <a:cubicBezTo>
                    <a:pt x="-397" y="47387"/>
                    <a:pt x="429" y="49129"/>
                    <a:pt x="2081" y="49669"/>
                  </a:cubicBezTo>
                  <a:cubicBezTo>
                    <a:pt x="2381" y="49767"/>
                    <a:pt x="2682" y="49819"/>
                    <a:pt x="2982" y="49827"/>
                  </a:cubicBezTo>
                  <a:cubicBezTo>
                    <a:pt x="53525" y="50503"/>
                    <a:pt x="106695" y="55984"/>
                    <a:pt x="157087" y="51704"/>
                  </a:cubicBezTo>
                  <a:cubicBezTo>
                    <a:pt x="159941" y="51396"/>
                    <a:pt x="161969" y="48836"/>
                    <a:pt x="161668" y="45998"/>
                  </a:cubicBezTo>
                  <a:cubicBezTo>
                    <a:pt x="161593" y="45367"/>
                    <a:pt x="161443" y="44759"/>
                    <a:pt x="161143" y="44196"/>
                  </a:cubicBezTo>
                  <a:cubicBezTo>
                    <a:pt x="156411" y="32933"/>
                    <a:pt x="151530" y="19568"/>
                    <a:pt x="146573" y="9356"/>
                  </a:cubicBezTo>
                  <a:close/>
                </a:path>
              </a:pathLst>
            </a:custGeom>
            <a:solidFill>
              <a:srgbClr val="7F7F7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7" name="Content Placeholder 4">
              <a:extLst>
                <a:ext uri="{FF2B5EF4-FFF2-40B4-BE49-F238E27FC236}">
                  <a16:creationId xmlns:a16="http://schemas.microsoft.com/office/drawing/2014/main" id="{2131C3FA-A1AC-DDB8-4B39-A422F9E6C4AE}"/>
                </a:ext>
              </a:extLst>
            </p:cNvPr>
            <p:cNvSpPr/>
            <p:nvPr/>
          </p:nvSpPr>
          <p:spPr>
            <a:xfrm>
              <a:off x="12379024" y="1767553"/>
              <a:ext cx="158675" cy="53382"/>
            </a:xfrm>
            <a:custGeom>
              <a:avLst/>
              <a:gdLst>
                <a:gd name="connsiteX0" fmla="*/ 143487 w 158675"/>
                <a:gd name="connsiteY0" fmla="*/ 9356 h 53382"/>
                <a:gd name="connsiteX1" fmla="*/ 140708 w 158675"/>
                <a:gd name="connsiteY1" fmla="*/ 5226 h 53382"/>
                <a:gd name="connsiteX2" fmla="*/ 134775 w 158675"/>
                <a:gd name="connsiteY2" fmla="*/ 3724 h 53382"/>
                <a:gd name="connsiteX3" fmla="*/ 24528 w 158675"/>
                <a:gd name="connsiteY3" fmla="*/ -30 h 53382"/>
                <a:gd name="connsiteX4" fmla="*/ 17619 w 158675"/>
                <a:gd name="connsiteY4" fmla="*/ 4701 h 53382"/>
                <a:gd name="connsiteX5" fmla="*/ 120 w 158675"/>
                <a:gd name="connsiteY5" fmla="*/ 45772 h 53382"/>
                <a:gd name="connsiteX6" fmla="*/ 2148 w 158675"/>
                <a:gd name="connsiteY6" fmla="*/ 49751 h 53382"/>
                <a:gd name="connsiteX7" fmla="*/ 2899 w 158675"/>
                <a:gd name="connsiteY7" fmla="*/ 49902 h 53382"/>
                <a:gd name="connsiteX8" fmla="*/ 154150 w 158675"/>
                <a:gd name="connsiteY8" fmla="*/ 51779 h 53382"/>
                <a:gd name="connsiteX9" fmla="*/ 158582 w 158675"/>
                <a:gd name="connsiteY9" fmla="*/ 45659 h 53382"/>
                <a:gd name="connsiteX10" fmla="*/ 158131 w 158675"/>
                <a:gd name="connsiteY10" fmla="*/ 44270 h 53382"/>
                <a:gd name="connsiteX11" fmla="*/ 143487 w 158675"/>
                <a:gd name="connsiteY11" fmla="*/ 9356 h 5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8675" h="53382">
                  <a:moveTo>
                    <a:pt x="143487" y="9356"/>
                  </a:moveTo>
                  <a:cubicBezTo>
                    <a:pt x="142885" y="7787"/>
                    <a:pt x="141909" y="6375"/>
                    <a:pt x="140708" y="5226"/>
                  </a:cubicBezTo>
                  <a:cubicBezTo>
                    <a:pt x="138980" y="4092"/>
                    <a:pt x="136878" y="3567"/>
                    <a:pt x="134775" y="3724"/>
                  </a:cubicBezTo>
                  <a:lnTo>
                    <a:pt x="24528" y="-30"/>
                  </a:lnTo>
                  <a:cubicBezTo>
                    <a:pt x="21449" y="0"/>
                    <a:pt x="18745" y="1870"/>
                    <a:pt x="17619" y="4701"/>
                  </a:cubicBezTo>
                  <a:cubicBezTo>
                    <a:pt x="11086" y="18081"/>
                    <a:pt x="5228" y="31791"/>
                    <a:pt x="120" y="45772"/>
                  </a:cubicBezTo>
                  <a:cubicBezTo>
                    <a:pt x="-405" y="47424"/>
                    <a:pt x="496" y="49211"/>
                    <a:pt x="2148" y="49751"/>
                  </a:cubicBezTo>
                  <a:cubicBezTo>
                    <a:pt x="2374" y="49834"/>
                    <a:pt x="2674" y="49887"/>
                    <a:pt x="2899" y="49902"/>
                  </a:cubicBezTo>
                  <a:cubicBezTo>
                    <a:pt x="52540" y="50502"/>
                    <a:pt x="104660" y="55983"/>
                    <a:pt x="154150" y="51779"/>
                  </a:cubicBezTo>
                  <a:cubicBezTo>
                    <a:pt x="157079" y="51306"/>
                    <a:pt x="159032" y="48565"/>
                    <a:pt x="158582" y="45659"/>
                  </a:cubicBezTo>
                  <a:cubicBezTo>
                    <a:pt x="158507" y="45179"/>
                    <a:pt x="158356" y="44713"/>
                    <a:pt x="158131" y="44270"/>
                  </a:cubicBezTo>
                  <a:cubicBezTo>
                    <a:pt x="153249" y="32932"/>
                    <a:pt x="148443" y="19718"/>
                    <a:pt x="143487" y="9356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8" name="Content Placeholder 4">
              <a:extLst>
                <a:ext uri="{FF2B5EF4-FFF2-40B4-BE49-F238E27FC236}">
                  <a16:creationId xmlns:a16="http://schemas.microsoft.com/office/drawing/2014/main" id="{9CA18BBE-3EBF-81E9-6C21-1AA8CA696379}"/>
                </a:ext>
              </a:extLst>
            </p:cNvPr>
            <p:cNvSpPr/>
            <p:nvPr/>
          </p:nvSpPr>
          <p:spPr>
            <a:xfrm>
              <a:off x="12387369" y="1773029"/>
              <a:ext cx="142905" cy="38373"/>
            </a:xfrm>
            <a:custGeom>
              <a:avLst/>
              <a:gdLst>
                <a:gd name="connsiteX0" fmla="*/ 129359 w 142905"/>
                <a:gd name="connsiteY0" fmla="*/ 6734 h 38373"/>
                <a:gd name="connsiteX1" fmla="*/ 126805 w 142905"/>
                <a:gd name="connsiteY1" fmla="*/ 3730 h 38373"/>
                <a:gd name="connsiteX2" fmla="*/ 121473 w 142905"/>
                <a:gd name="connsiteY2" fmla="*/ 2679 h 38373"/>
                <a:gd name="connsiteX3" fmla="*/ 22041 w 142905"/>
                <a:gd name="connsiteY3" fmla="*/ -24 h 38373"/>
                <a:gd name="connsiteX4" fmla="*/ 15808 w 142905"/>
                <a:gd name="connsiteY4" fmla="*/ 3430 h 38373"/>
                <a:gd name="connsiteX5" fmla="*/ 37 w 142905"/>
                <a:gd name="connsiteY5" fmla="*/ 32863 h 38373"/>
                <a:gd name="connsiteX6" fmla="*/ 1764 w 142905"/>
                <a:gd name="connsiteY6" fmla="*/ 35791 h 38373"/>
                <a:gd name="connsiteX7" fmla="*/ 2515 w 142905"/>
                <a:gd name="connsiteY7" fmla="*/ 35866 h 38373"/>
                <a:gd name="connsiteX8" fmla="*/ 138972 w 142905"/>
                <a:gd name="connsiteY8" fmla="*/ 37218 h 38373"/>
                <a:gd name="connsiteX9" fmla="*/ 142876 w 142905"/>
                <a:gd name="connsiteY9" fmla="*/ 33629 h 38373"/>
                <a:gd name="connsiteX10" fmla="*/ 142501 w 142905"/>
                <a:gd name="connsiteY10" fmla="*/ 31812 h 38373"/>
                <a:gd name="connsiteX11" fmla="*/ 129359 w 142905"/>
                <a:gd name="connsiteY11" fmla="*/ 6734 h 38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2905" h="38373">
                  <a:moveTo>
                    <a:pt x="129359" y="6734"/>
                  </a:moveTo>
                  <a:cubicBezTo>
                    <a:pt x="128757" y="5540"/>
                    <a:pt x="127856" y="4511"/>
                    <a:pt x="126805" y="3730"/>
                  </a:cubicBezTo>
                  <a:cubicBezTo>
                    <a:pt x="125153" y="2949"/>
                    <a:pt x="123275" y="2589"/>
                    <a:pt x="121473" y="2679"/>
                  </a:cubicBezTo>
                  <a:lnTo>
                    <a:pt x="22041" y="-24"/>
                  </a:lnTo>
                  <a:cubicBezTo>
                    <a:pt x="19488" y="-129"/>
                    <a:pt x="17084" y="1200"/>
                    <a:pt x="15808" y="3430"/>
                  </a:cubicBezTo>
                  <a:cubicBezTo>
                    <a:pt x="9950" y="12898"/>
                    <a:pt x="4693" y="22727"/>
                    <a:pt x="37" y="32863"/>
                  </a:cubicBezTo>
                  <a:cubicBezTo>
                    <a:pt x="-264" y="34147"/>
                    <a:pt x="487" y="35461"/>
                    <a:pt x="1764" y="35791"/>
                  </a:cubicBezTo>
                  <a:cubicBezTo>
                    <a:pt x="1989" y="35859"/>
                    <a:pt x="2289" y="35881"/>
                    <a:pt x="2515" y="35866"/>
                  </a:cubicBezTo>
                  <a:cubicBezTo>
                    <a:pt x="47575" y="36317"/>
                    <a:pt x="94287" y="40221"/>
                    <a:pt x="138972" y="37218"/>
                  </a:cubicBezTo>
                  <a:cubicBezTo>
                    <a:pt x="141074" y="37308"/>
                    <a:pt x="142801" y="35701"/>
                    <a:pt x="142876" y="33629"/>
                  </a:cubicBezTo>
                  <a:cubicBezTo>
                    <a:pt x="142876" y="32998"/>
                    <a:pt x="142801" y="32375"/>
                    <a:pt x="142501" y="31812"/>
                  </a:cubicBezTo>
                  <a:cubicBezTo>
                    <a:pt x="138521" y="23853"/>
                    <a:pt x="133789" y="14242"/>
                    <a:pt x="129359" y="6734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9" name="Content Placeholder 4">
              <a:extLst>
                <a:ext uri="{FF2B5EF4-FFF2-40B4-BE49-F238E27FC236}">
                  <a16:creationId xmlns:a16="http://schemas.microsoft.com/office/drawing/2014/main" id="{912C2DCB-ADB8-96BA-0F62-94CF6C98FEA9}"/>
                </a:ext>
              </a:extLst>
            </p:cNvPr>
            <p:cNvSpPr/>
            <p:nvPr/>
          </p:nvSpPr>
          <p:spPr>
            <a:xfrm>
              <a:off x="12473349" y="1782345"/>
              <a:ext cx="40629" cy="24161"/>
            </a:xfrm>
            <a:custGeom>
              <a:avLst/>
              <a:gdLst>
                <a:gd name="connsiteX0" fmla="*/ -29 w 40629"/>
                <a:gd name="connsiteY0" fmla="*/ 571 h 24161"/>
                <a:gd name="connsiteX1" fmla="*/ -29 w 40629"/>
                <a:gd name="connsiteY1" fmla="*/ 1547 h 24161"/>
                <a:gd name="connsiteX2" fmla="*/ 5603 w 40629"/>
                <a:gd name="connsiteY2" fmla="*/ 24072 h 24161"/>
                <a:gd name="connsiteX3" fmla="*/ 32264 w 40629"/>
                <a:gd name="connsiteY3" fmla="*/ 24072 h 24161"/>
                <a:gd name="connsiteX4" fmla="*/ 40600 w 40629"/>
                <a:gd name="connsiteY4" fmla="*/ 23547 h 24161"/>
                <a:gd name="connsiteX5" fmla="*/ 31588 w 40629"/>
                <a:gd name="connsiteY5" fmla="*/ 571 h 24161"/>
                <a:gd name="connsiteX6" fmla="*/ 1548 w 40629"/>
                <a:gd name="connsiteY6" fmla="*/ -30 h 24161"/>
                <a:gd name="connsiteX7" fmla="*/ -29 w 40629"/>
                <a:gd name="connsiteY7" fmla="*/ 571 h 24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629" h="24161">
                  <a:moveTo>
                    <a:pt x="-29" y="571"/>
                  </a:moveTo>
                  <a:cubicBezTo>
                    <a:pt x="-29" y="571"/>
                    <a:pt x="-29" y="1172"/>
                    <a:pt x="-29" y="1547"/>
                  </a:cubicBezTo>
                  <a:cubicBezTo>
                    <a:pt x="1097" y="9228"/>
                    <a:pt x="2975" y="16782"/>
                    <a:pt x="5603" y="24072"/>
                  </a:cubicBezTo>
                  <a:lnTo>
                    <a:pt x="32264" y="24072"/>
                  </a:lnTo>
                  <a:cubicBezTo>
                    <a:pt x="35043" y="24238"/>
                    <a:pt x="37821" y="24057"/>
                    <a:pt x="40600" y="23547"/>
                  </a:cubicBezTo>
                  <a:lnTo>
                    <a:pt x="31588" y="571"/>
                  </a:lnTo>
                  <a:cubicBezTo>
                    <a:pt x="21449" y="571"/>
                    <a:pt x="11311" y="571"/>
                    <a:pt x="1548" y="-30"/>
                  </a:cubicBezTo>
                  <a:cubicBezTo>
                    <a:pt x="496" y="196"/>
                    <a:pt x="-29" y="196"/>
                    <a:pt x="-29" y="571"/>
                  </a:cubicBezTo>
                  <a:close/>
                </a:path>
              </a:pathLst>
            </a:custGeom>
            <a:solidFill>
              <a:srgbClr val="6D849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0" name="Content Placeholder 4">
              <a:extLst>
                <a:ext uri="{FF2B5EF4-FFF2-40B4-BE49-F238E27FC236}">
                  <a16:creationId xmlns:a16="http://schemas.microsoft.com/office/drawing/2014/main" id="{B37DCF8D-8E90-BD9B-3FB3-04994E14F6CC}"/>
                </a:ext>
              </a:extLst>
            </p:cNvPr>
            <p:cNvSpPr/>
            <p:nvPr/>
          </p:nvSpPr>
          <p:spPr>
            <a:xfrm>
              <a:off x="12412335" y="1782118"/>
              <a:ext cx="50744" cy="2761"/>
            </a:xfrm>
            <a:custGeom>
              <a:avLst/>
              <a:gdLst>
                <a:gd name="connsiteX0" fmla="*/ 49645 w 50744"/>
                <a:gd name="connsiteY0" fmla="*/ -28 h 2761"/>
                <a:gd name="connsiteX1" fmla="*/ 755 w 50744"/>
                <a:gd name="connsiteY1" fmla="*/ -28 h 2761"/>
                <a:gd name="connsiteX2" fmla="*/ 4 w 50744"/>
                <a:gd name="connsiteY2" fmla="*/ 1264 h 2761"/>
                <a:gd name="connsiteX3" fmla="*/ 755 w 50744"/>
                <a:gd name="connsiteY3" fmla="*/ 1999 h 2761"/>
                <a:gd name="connsiteX4" fmla="*/ 49645 w 50744"/>
                <a:gd name="connsiteY4" fmla="*/ 1999 h 2761"/>
                <a:gd name="connsiteX5" fmla="*/ 49645 w 50744"/>
                <a:gd name="connsiteY5" fmla="*/ -28 h 2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744" h="2761">
                  <a:moveTo>
                    <a:pt x="49645" y="-28"/>
                  </a:moveTo>
                  <a:cubicBezTo>
                    <a:pt x="33274" y="873"/>
                    <a:pt x="17127" y="573"/>
                    <a:pt x="755" y="-28"/>
                  </a:cubicBezTo>
                  <a:cubicBezTo>
                    <a:pt x="230" y="122"/>
                    <a:pt x="-146" y="708"/>
                    <a:pt x="4" y="1264"/>
                  </a:cubicBezTo>
                  <a:cubicBezTo>
                    <a:pt x="155" y="1624"/>
                    <a:pt x="380" y="1902"/>
                    <a:pt x="755" y="1999"/>
                  </a:cubicBezTo>
                  <a:cubicBezTo>
                    <a:pt x="17052" y="2976"/>
                    <a:pt x="33348" y="2976"/>
                    <a:pt x="49645" y="1999"/>
                  </a:cubicBezTo>
                  <a:cubicBezTo>
                    <a:pt x="51072" y="2150"/>
                    <a:pt x="51072" y="-103"/>
                    <a:pt x="49645" y="-28"/>
                  </a:cubicBezTo>
                  <a:close/>
                </a:path>
              </a:pathLst>
            </a:custGeom>
            <a:solidFill>
              <a:srgbClr val="CACAC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1" name="Content Placeholder 4">
              <a:extLst>
                <a:ext uri="{FF2B5EF4-FFF2-40B4-BE49-F238E27FC236}">
                  <a16:creationId xmlns:a16="http://schemas.microsoft.com/office/drawing/2014/main" id="{E28CD7C2-5459-6268-7404-43BF2CDB3B49}"/>
                </a:ext>
              </a:extLst>
            </p:cNvPr>
            <p:cNvSpPr/>
            <p:nvPr/>
          </p:nvSpPr>
          <p:spPr>
            <a:xfrm>
              <a:off x="12414790" y="1788352"/>
              <a:ext cx="49997" cy="3155"/>
            </a:xfrm>
            <a:custGeom>
              <a:avLst/>
              <a:gdLst>
                <a:gd name="connsiteX0" fmla="*/ 48842 w 49997"/>
                <a:gd name="connsiteY0" fmla="*/ -30 h 3155"/>
                <a:gd name="connsiteX1" fmla="*/ 928 w 49997"/>
                <a:gd name="connsiteY1" fmla="*/ 1247 h 3155"/>
                <a:gd name="connsiteX2" fmla="*/ 928 w 49997"/>
                <a:gd name="connsiteY2" fmla="*/ 3124 h 3155"/>
                <a:gd name="connsiteX3" fmla="*/ 48842 w 49997"/>
                <a:gd name="connsiteY3" fmla="*/ 2223 h 3155"/>
                <a:gd name="connsiteX4" fmla="*/ 49968 w 49997"/>
                <a:gd name="connsiteY4" fmla="*/ 1096 h 3155"/>
                <a:gd name="connsiteX5" fmla="*/ 48842 w 49997"/>
                <a:gd name="connsiteY5" fmla="*/ -30 h 3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997" h="3155">
                  <a:moveTo>
                    <a:pt x="48842" y="-30"/>
                  </a:moveTo>
                  <a:cubicBezTo>
                    <a:pt x="32845" y="-30"/>
                    <a:pt x="16849" y="421"/>
                    <a:pt x="928" y="1247"/>
                  </a:cubicBezTo>
                  <a:cubicBezTo>
                    <a:pt x="-348" y="1247"/>
                    <a:pt x="-348" y="3199"/>
                    <a:pt x="928" y="3124"/>
                  </a:cubicBezTo>
                  <a:cubicBezTo>
                    <a:pt x="16849" y="2373"/>
                    <a:pt x="32845" y="2223"/>
                    <a:pt x="48842" y="2223"/>
                  </a:cubicBezTo>
                  <a:cubicBezTo>
                    <a:pt x="49443" y="2223"/>
                    <a:pt x="49968" y="1720"/>
                    <a:pt x="49968" y="1096"/>
                  </a:cubicBezTo>
                  <a:cubicBezTo>
                    <a:pt x="49968" y="473"/>
                    <a:pt x="49443" y="-30"/>
                    <a:pt x="48842" y="-30"/>
                  </a:cubicBezTo>
                  <a:close/>
                </a:path>
              </a:pathLst>
            </a:custGeom>
            <a:solidFill>
              <a:srgbClr val="CACAC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2" name="Content Placeholder 4">
              <a:extLst>
                <a:ext uri="{FF2B5EF4-FFF2-40B4-BE49-F238E27FC236}">
                  <a16:creationId xmlns:a16="http://schemas.microsoft.com/office/drawing/2014/main" id="{32581356-F855-4AE0-8BB8-38E603804EDF}"/>
                </a:ext>
              </a:extLst>
            </p:cNvPr>
            <p:cNvSpPr/>
            <p:nvPr/>
          </p:nvSpPr>
          <p:spPr>
            <a:xfrm>
              <a:off x="12412143" y="1795410"/>
              <a:ext cx="52617" cy="3155"/>
            </a:xfrm>
            <a:custGeom>
              <a:avLst/>
              <a:gdLst>
                <a:gd name="connsiteX0" fmla="*/ 51489 w 52617"/>
                <a:gd name="connsiteY0" fmla="*/ 796 h 3155"/>
                <a:gd name="connsiteX1" fmla="*/ 947 w 52617"/>
                <a:gd name="connsiteY1" fmla="*/ -30 h 3155"/>
                <a:gd name="connsiteX2" fmla="*/ -29 w 52617"/>
                <a:gd name="connsiteY2" fmla="*/ 946 h 3155"/>
                <a:gd name="connsiteX3" fmla="*/ 947 w 52617"/>
                <a:gd name="connsiteY3" fmla="*/ 1922 h 3155"/>
                <a:gd name="connsiteX4" fmla="*/ 51489 w 52617"/>
                <a:gd name="connsiteY4" fmla="*/ 3124 h 3155"/>
                <a:gd name="connsiteX5" fmla="*/ 51489 w 52617"/>
                <a:gd name="connsiteY5" fmla="*/ 796 h 3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617" h="3155">
                  <a:moveTo>
                    <a:pt x="51489" y="796"/>
                  </a:moveTo>
                  <a:cubicBezTo>
                    <a:pt x="34667" y="45"/>
                    <a:pt x="17769" y="-30"/>
                    <a:pt x="947" y="-30"/>
                  </a:cubicBezTo>
                  <a:cubicBezTo>
                    <a:pt x="422" y="-30"/>
                    <a:pt x="-29" y="406"/>
                    <a:pt x="-29" y="946"/>
                  </a:cubicBezTo>
                  <a:cubicBezTo>
                    <a:pt x="-29" y="1487"/>
                    <a:pt x="422" y="1922"/>
                    <a:pt x="947" y="1922"/>
                  </a:cubicBezTo>
                  <a:cubicBezTo>
                    <a:pt x="17769" y="1922"/>
                    <a:pt x="34592" y="2748"/>
                    <a:pt x="51489" y="3124"/>
                  </a:cubicBezTo>
                  <a:cubicBezTo>
                    <a:pt x="52992" y="3199"/>
                    <a:pt x="52917" y="871"/>
                    <a:pt x="51489" y="796"/>
                  </a:cubicBezTo>
                  <a:close/>
                </a:path>
              </a:pathLst>
            </a:custGeom>
            <a:solidFill>
              <a:srgbClr val="CACAC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3" name="Content Placeholder 4">
              <a:extLst>
                <a:ext uri="{FF2B5EF4-FFF2-40B4-BE49-F238E27FC236}">
                  <a16:creationId xmlns:a16="http://schemas.microsoft.com/office/drawing/2014/main" id="{3DCF14DF-66B3-AA26-BFCC-9E716387E86D}"/>
                </a:ext>
              </a:extLst>
            </p:cNvPr>
            <p:cNvSpPr/>
            <p:nvPr/>
          </p:nvSpPr>
          <p:spPr>
            <a:xfrm>
              <a:off x="12413119" y="1802318"/>
              <a:ext cx="46482" cy="2152"/>
            </a:xfrm>
            <a:custGeom>
              <a:avLst/>
              <a:gdLst>
                <a:gd name="connsiteX0" fmla="*/ 46007 w 46482"/>
                <a:gd name="connsiteY0" fmla="*/ -30 h 2152"/>
                <a:gd name="connsiteX1" fmla="*/ 947 w 46482"/>
                <a:gd name="connsiteY1" fmla="*/ -30 h 2152"/>
                <a:gd name="connsiteX2" fmla="*/ -29 w 46482"/>
                <a:gd name="connsiteY2" fmla="*/ 946 h 2152"/>
                <a:gd name="connsiteX3" fmla="*/ 947 w 46482"/>
                <a:gd name="connsiteY3" fmla="*/ 1922 h 2152"/>
                <a:gd name="connsiteX4" fmla="*/ 46007 w 46482"/>
                <a:gd name="connsiteY4" fmla="*/ 1922 h 2152"/>
                <a:gd name="connsiteX5" fmla="*/ 46157 w 46482"/>
                <a:gd name="connsiteY5" fmla="*/ 120 h 2152"/>
                <a:gd name="connsiteX6" fmla="*/ 46007 w 46482"/>
                <a:gd name="connsiteY6" fmla="*/ -30 h 2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482" h="2152">
                  <a:moveTo>
                    <a:pt x="46007" y="-30"/>
                  </a:moveTo>
                  <a:cubicBezTo>
                    <a:pt x="30987" y="-30"/>
                    <a:pt x="15967" y="-30"/>
                    <a:pt x="947" y="-30"/>
                  </a:cubicBezTo>
                  <a:cubicBezTo>
                    <a:pt x="422" y="-30"/>
                    <a:pt x="-29" y="406"/>
                    <a:pt x="-29" y="946"/>
                  </a:cubicBezTo>
                  <a:cubicBezTo>
                    <a:pt x="-29" y="1487"/>
                    <a:pt x="422" y="1922"/>
                    <a:pt x="947" y="1922"/>
                  </a:cubicBezTo>
                  <a:cubicBezTo>
                    <a:pt x="15967" y="1922"/>
                    <a:pt x="30987" y="2373"/>
                    <a:pt x="46007" y="1922"/>
                  </a:cubicBezTo>
                  <a:cubicBezTo>
                    <a:pt x="46533" y="1464"/>
                    <a:pt x="46608" y="661"/>
                    <a:pt x="46157" y="120"/>
                  </a:cubicBezTo>
                  <a:cubicBezTo>
                    <a:pt x="46082" y="68"/>
                    <a:pt x="46082" y="15"/>
                    <a:pt x="46007" y="-30"/>
                  </a:cubicBezTo>
                  <a:close/>
                </a:path>
              </a:pathLst>
            </a:custGeom>
            <a:solidFill>
              <a:srgbClr val="CACAC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4" name="Content Placeholder 4">
              <a:extLst>
                <a:ext uri="{FF2B5EF4-FFF2-40B4-BE49-F238E27FC236}">
                  <a16:creationId xmlns:a16="http://schemas.microsoft.com/office/drawing/2014/main" id="{8E9E1EB3-8027-C8EE-B5A7-2AD0F02DCC89}"/>
                </a:ext>
              </a:extLst>
            </p:cNvPr>
            <p:cNvSpPr/>
            <p:nvPr/>
          </p:nvSpPr>
          <p:spPr>
            <a:xfrm>
              <a:off x="12472766" y="1759556"/>
              <a:ext cx="51343" cy="27784"/>
            </a:xfrm>
            <a:custGeom>
              <a:avLst/>
              <a:gdLst>
                <a:gd name="connsiteX0" fmla="*/ 41108 w 51343"/>
                <a:gd name="connsiteY0" fmla="*/ 84 h 27784"/>
                <a:gd name="connsiteX1" fmla="*/ 37728 w 51343"/>
                <a:gd name="connsiteY1" fmla="*/ 84 h 27784"/>
                <a:gd name="connsiteX2" fmla="*/ 26614 w 51343"/>
                <a:gd name="connsiteY2" fmla="*/ 3013 h 27784"/>
                <a:gd name="connsiteX3" fmla="*/ 5511 w 51343"/>
                <a:gd name="connsiteY3" fmla="*/ 16528 h 27784"/>
                <a:gd name="connsiteX4" fmla="*/ 4610 w 51343"/>
                <a:gd name="connsiteY4" fmla="*/ 18104 h 27784"/>
                <a:gd name="connsiteX5" fmla="*/ 329 w 51343"/>
                <a:gd name="connsiteY5" fmla="*/ 23060 h 27784"/>
                <a:gd name="connsiteX6" fmla="*/ 1906 w 51343"/>
                <a:gd name="connsiteY6" fmla="*/ 25838 h 27784"/>
                <a:gd name="connsiteX7" fmla="*/ 3032 w 51343"/>
                <a:gd name="connsiteY7" fmla="*/ 25838 h 27784"/>
                <a:gd name="connsiteX8" fmla="*/ 9191 w 51343"/>
                <a:gd name="connsiteY8" fmla="*/ 27415 h 27784"/>
                <a:gd name="connsiteX9" fmla="*/ 16325 w 51343"/>
                <a:gd name="connsiteY9" fmla="*/ 24111 h 27784"/>
                <a:gd name="connsiteX10" fmla="*/ 24887 w 51343"/>
                <a:gd name="connsiteY10" fmla="*/ 20732 h 27784"/>
                <a:gd name="connsiteX11" fmla="*/ 29919 w 51343"/>
                <a:gd name="connsiteY11" fmla="*/ 22760 h 27784"/>
                <a:gd name="connsiteX12" fmla="*/ 38405 w 51343"/>
                <a:gd name="connsiteY12" fmla="*/ 22309 h 27784"/>
                <a:gd name="connsiteX13" fmla="*/ 49670 w 51343"/>
                <a:gd name="connsiteY13" fmla="*/ 16152 h 27784"/>
                <a:gd name="connsiteX14" fmla="*/ 46515 w 51343"/>
                <a:gd name="connsiteY14" fmla="*/ 1736 h 27784"/>
                <a:gd name="connsiteX15" fmla="*/ 41108 w 51343"/>
                <a:gd name="connsiteY15" fmla="*/ 84 h 2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1343" h="27784">
                  <a:moveTo>
                    <a:pt x="41108" y="84"/>
                  </a:moveTo>
                  <a:cubicBezTo>
                    <a:pt x="39982" y="9"/>
                    <a:pt x="38855" y="9"/>
                    <a:pt x="37728" y="84"/>
                  </a:cubicBezTo>
                  <a:cubicBezTo>
                    <a:pt x="33824" y="-396"/>
                    <a:pt x="29843" y="655"/>
                    <a:pt x="26614" y="3013"/>
                  </a:cubicBezTo>
                  <a:cubicBezTo>
                    <a:pt x="19104" y="6707"/>
                    <a:pt x="12045" y="11242"/>
                    <a:pt x="5511" y="16528"/>
                  </a:cubicBezTo>
                  <a:cubicBezTo>
                    <a:pt x="4985" y="16903"/>
                    <a:pt x="4685" y="17474"/>
                    <a:pt x="4610" y="18104"/>
                  </a:cubicBezTo>
                  <a:cubicBezTo>
                    <a:pt x="3032" y="19614"/>
                    <a:pt x="1606" y="21273"/>
                    <a:pt x="329" y="23060"/>
                  </a:cubicBezTo>
                  <a:cubicBezTo>
                    <a:pt x="-572" y="24261"/>
                    <a:pt x="329" y="25688"/>
                    <a:pt x="1906" y="25838"/>
                  </a:cubicBezTo>
                  <a:lnTo>
                    <a:pt x="3032" y="25838"/>
                  </a:lnTo>
                  <a:cubicBezTo>
                    <a:pt x="4535" y="27580"/>
                    <a:pt x="7013" y="28211"/>
                    <a:pt x="9191" y="27415"/>
                  </a:cubicBezTo>
                  <a:cubicBezTo>
                    <a:pt x="11744" y="26784"/>
                    <a:pt x="14148" y="25658"/>
                    <a:pt x="16325" y="24111"/>
                  </a:cubicBezTo>
                  <a:cubicBezTo>
                    <a:pt x="19630" y="21934"/>
                    <a:pt x="21132" y="19681"/>
                    <a:pt x="24887" y="20732"/>
                  </a:cubicBezTo>
                  <a:cubicBezTo>
                    <a:pt x="26839" y="21258"/>
                    <a:pt x="27740" y="22384"/>
                    <a:pt x="29919" y="22760"/>
                  </a:cubicBezTo>
                  <a:cubicBezTo>
                    <a:pt x="32772" y="23023"/>
                    <a:pt x="35626" y="22872"/>
                    <a:pt x="38405" y="22309"/>
                  </a:cubicBezTo>
                  <a:cubicBezTo>
                    <a:pt x="42836" y="21911"/>
                    <a:pt x="46966" y="19681"/>
                    <a:pt x="49670" y="16152"/>
                  </a:cubicBezTo>
                  <a:cubicBezTo>
                    <a:pt x="52748" y="11302"/>
                    <a:pt x="51397" y="4845"/>
                    <a:pt x="46515" y="1736"/>
                  </a:cubicBezTo>
                  <a:cubicBezTo>
                    <a:pt x="44863" y="700"/>
                    <a:pt x="43061" y="129"/>
                    <a:pt x="41108" y="84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5" name="Content Placeholder 4">
              <a:extLst>
                <a:ext uri="{FF2B5EF4-FFF2-40B4-BE49-F238E27FC236}">
                  <a16:creationId xmlns:a16="http://schemas.microsoft.com/office/drawing/2014/main" id="{3BFD87E2-9D5E-2D25-944E-452115056EAA}"/>
                </a:ext>
              </a:extLst>
            </p:cNvPr>
            <p:cNvSpPr/>
            <p:nvPr/>
          </p:nvSpPr>
          <p:spPr>
            <a:xfrm>
              <a:off x="12298504" y="1820944"/>
              <a:ext cx="123706" cy="131342"/>
            </a:xfrm>
            <a:custGeom>
              <a:avLst/>
              <a:gdLst>
                <a:gd name="connsiteX0" fmla="*/ 119993 w 123706"/>
                <a:gd name="connsiteY0" fmla="*/ 50047 h 131342"/>
                <a:gd name="connsiteX1" fmla="*/ 103321 w 123706"/>
                <a:gd name="connsiteY1" fmla="*/ 37808 h 131342"/>
                <a:gd name="connsiteX2" fmla="*/ 99717 w 123706"/>
                <a:gd name="connsiteY2" fmla="*/ 18887 h 131342"/>
                <a:gd name="connsiteX3" fmla="*/ 83946 w 123706"/>
                <a:gd name="connsiteY3" fmla="*/ 40 h 131342"/>
                <a:gd name="connsiteX4" fmla="*/ 55332 w 123706"/>
                <a:gd name="connsiteY4" fmla="*/ 14156 h 131342"/>
                <a:gd name="connsiteX5" fmla="*/ 51278 w 123706"/>
                <a:gd name="connsiteY5" fmla="*/ 18511 h 131342"/>
                <a:gd name="connsiteX6" fmla="*/ 36258 w 123706"/>
                <a:gd name="connsiteY6" fmla="*/ 19638 h 131342"/>
                <a:gd name="connsiteX7" fmla="*/ 32127 w 123706"/>
                <a:gd name="connsiteY7" fmla="*/ 22866 h 131342"/>
                <a:gd name="connsiteX8" fmla="*/ 26795 w 123706"/>
                <a:gd name="connsiteY8" fmla="*/ 27972 h 131342"/>
                <a:gd name="connsiteX9" fmla="*/ 1636 w 123706"/>
                <a:gd name="connsiteY9" fmla="*/ 70920 h 131342"/>
                <a:gd name="connsiteX10" fmla="*/ 7194 w 123706"/>
                <a:gd name="connsiteY10" fmla="*/ 113343 h 131342"/>
                <a:gd name="connsiteX11" fmla="*/ 45495 w 123706"/>
                <a:gd name="connsiteY11" fmla="*/ 129111 h 131342"/>
                <a:gd name="connsiteX12" fmla="*/ 103397 w 123706"/>
                <a:gd name="connsiteY12" fmla="*/ 129111 h 131342"/>
                <a:gd name="connsiteX13" fmla="*/ 119993 w 123706"/>
                <a:gd name="connsiteY13" fmla="*/ 94647 h 131342"/>
                <a:gd name="connsiteX14" fmla="*/ 119993 w 123706"/>
                <a:gd name="connsiteY14" fmla="*/ 50047 h 131342"/>
                <a:gd name="connsiteX15" fmla="*/ 58637 w 123706"/>
                <a:gd name="connsiteY15" fmla="*/ 16033 h 131342"/>
                <a:gd name="connsiteX16" fmla="*/ 81167 w 123706"/>
                <a:gd name="connsiteY16" fmla="*/ 4696 h 131342"/>
                <a:gd name="connsiteX17" fmla="*/ 91456 w 123706"/>
                <a:gd name="connsiteY17" fmla="*/ 9351 h 131342"/>
                <a:gd name="connsiteX18" fmla="*/ 93708 w 123706"/>
                <a:gd name="connsiteY18" fmla="*/ 15808 h 131342"/>
                <a:gd name="connsiteX19" fmla="*/ 96938 w 123706"/>
                <a:gd name="connsiteY19" fmla="*/ 28723 h 131342"/>
                <a:gd name="connsiteX20" fmla="*/ 97764 w 123706"/>
                <a:gd name="connsiteY20" fmla="*/ 35630 h 131342"/>
                <a:gd name="connsiteX21" fmla="*/ 86049 w 123706"/>
                <a:gd name="connsiteY21" fmla="*/ 31351 h 131342"/>
                <a:gd name="connsiteX22" fmla="*/ 55483 w 123706"/>
                <a:gd name="connsiteY22" fmla="*/ 19337 h 131342"/>
                <a:gd name="connsiteX23" fmla="*/ 58637 w 123706"/>
                <a:gd name="connsiteY23" fmla="*/ 16033 h 13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3706" h="131342">
                  <a:moveTo>
                    <a:pt x="119993" y="50047"/>
                  </a:moveTo>
                  <a:cubicBezTo>
                    <a:pt x="115788" y="44408"/>
                    <a:pt x="109930" y="40151"/>
                    <a:pt x="103321" y="37808"/>
                  </a:cubicBezTo>
                  <a:cubicBezTo>
                    <a:pt x="102571" y="31418"/>
                    <a:pt x="101369" y="25096"/>
                    <a:pt x="99717" y="18887"/>
                  </a:cubicBezTo>
                  <a:cubicBezTo>
                    <a:pt x="97164" y="9952"/>
                    <a:pt x="95061" y="-1011"/>
                    <a:pt x="83946" y="40"/>
                  </a:cubicBezTo>
                  <a:cubicBezTo>
                    <a:pt x="73131" y="1437"/>
                    <a:pt x="63068" y="6400"/>
                    <a:pt x="55332" y="14156"/>
                  </a:cubicBezTo>
                  <a:cubicBezTo>
                    <a:pt x="54206" y="15283"/>
                    <a:pt x="52779" y="16784"/>
                    <a:pt x="51278" y="18511"/>
                  </a:cubicBezTo>
                  <a:cubicBezTo>
                    <a:pt x="46246" y="17603"/>
                    <a:pt x="41063" y="17993"/>
                    <a:pt x="36258" y="19638"/>
                  </a:cubicBezTo>
                  <a:cubicBezTo>
                    <a:pt x="34605" y="20313"/>
                    <a:pt x="33178" y="21432"/>
                    <a:pt x="32127" y="22866"/>
                  </a:cubicBezTo>
                  <a:cubicBezTo>
                    <a:pt x="30024" y="24165"/>
                    <a:pt x="28146" y="25907"/>
                    <a:pt x="26795" y="27972"/>
                  </a:cubicBezTo>
                  <a:cubicBezTo>
                    <a:pt x="17182" y="42463"/>
                    <a:pt x="5317" y="53275"/>
                    <a:pt x="1636" y="70920"/>
                  </a:cubicBezTo>
                  <a:cubicBezTo>
                    <a:pt x="-1819" y="85261"/>
                    <a:pt x="134" y="100383"/>
                    <a:pt x="7194" y="113343"/>
                  </a:cubicBezTo>
                  <a:cubicBezTo>
                    <a:pt x="15980" y="127609"/>
                    <a:pt x="30174" y="128810"/>
                    <a:pt x="45495" y="129111"/>
                  </a:cubicBezTo>
                  <a:cubicBezTo>
                    <a:pt x="62993" y="129111"/>
                    <a:pt x="86574" y="134066"/>
                    <a:pt x="103397" y="129111"/>
                  </a:cubicBezTo>
                  <a:cubicBezTo>
                    <a:pt x="118417" y="124981"/>
                    <a:pt x="118417" y="107336"/>
                    <a:pt x="119993" y="94647"/>
                  </a:cubicBezTo>
                  <a:cubicBezTo>
                    <a:pt x="121571" y="81958"/>
                    <a:pt x="127428" y="61910"/>
                    <a:pt x="119993" y="50047"/>
                  </a:cubicBezTo>
                  <a:close/>
                  <a:moveTo>
                    <a:pt x="58637" y="16033"/>
                  </a:moveTo>
                  <a:cubicBezTo>
                    <a:pt x="64795" y="10019"/>
                    <a:pt x="72681" y="6062"/>
                    <a:pt x="81167" y="4696"/>
                  </a:cubicBezTo>
                  <a:cubicBezTo>
                    <a:pt x="85148" y="4290"/>
                    <a:pt x="89127" y="6070"/>
                    <a:pt x="91456" y="9351"/>
                  </a:cubicBezTo>
                  <a:cubicBezTo>
                    <a:pt x="92432" y="11416"/>
                    <a:pt x="93183" y="13586"/>
                    <a:pt x="93708" y="15808"/>
                  </a:cubicBezTo>
                  <a:cubicBezTo>
                    <a:pt x="95061" y="20043"/>
                    <a:pt x="96112" y="24360"/>
                    <a:pt x="96938" y="28723"/>
                  </a:cubicBezTo>
                  <a:cubicBezTo>
                    <a:pt x="97314" y="31050"/>
                    <a:pt x="97614" y="33378"/>
                    <a:pt x="97764" y="35630"/>
                  </a:cubicBezTo>
                  <a:cubicBezTo>
                    <a:pt x="93633" y="34129"/>
                    <a:pt x="89503" y="32702"/>
                    <a:pt x="86049" y="31351"/>
                  </a:cubicBezTo>
                  <a:cubicBezTo>
                    <a:pt x="76210" y="26560"/>
                    <a:pt x="65997" y="22543"/>
                    <a:pt x="55483" y="19337"/>
                  </a:cubicBezTo>
                  <a:cubicBezTo>
                    <a:pt x="56459" y="18166"/>
                    <a:pt x="57511" y="17062"/>
                    <a:pt x="58637" y="16033"/>
                  </a:cubicBezTo>
                  <a:close/>
                </a:path>
              </a:pathLst>
            </a:custGeom>
            <a:solidFill>
              <a:srgbClr val="DBDBD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6" name="Content Placeholder 4">
              <a:extLst>
                <a:ext uri="{FF2B5EF4-FFF2-40B4-BE49-F238E27FC236}">
                  <a16:creationId xmlns:a16="http://schemas.microsoft.com/office/drawing/2014/main" id="{D6A9DFE0-D18B-705C-6F4F-D1F426388E66}"/>
                </a:ext>
              </a:extLst>
            </p:cNvPr>
            <p:cNvSpPr/>
            <p:nvPr/>
          </p:nvSpPr>
          <p:spPr>
            <a:xfrm>
              <a:off x="12378521" y="1814219"/>
              <a:ext cx="58804" cy="28969"/>
            </a:xfrm>
            <a:custGeom>
              <a:avLst/>
              <a:gdLst>
                <a:gd name="connsiteX0" fmla="*/ 55146 w 58804"/>
                <a:gd name="connsiteY0" fmla="*/ 6089 h 28969"/>
                <a:gd name="connsiteX1" fmla="*/ 49214 w 58804"/>
                <a:gd name="connsiteY1" fmla="*/ 5639 h 28969"/>
                <a:gd name="connsiteX2" fmla="*/ 48238 w 58804"/>
                <a:gd name="connsiteY2" fmla="*/ 5639 h 28969"/>
                <a:gd name="connsiteX3" fmla="*/ 32241 w 58804"/>
                <a:gd name="connsiteY3" fmla="*/ 5639 h 28969"/>
                <a:gd name="connsiteX4" fmla="*/ 32241 w 58804"/>
                <a:gd name="connsiteY4" fmla="*/ 1134 h 28969"/>
                <a:gd name="connsiteX5" fmla="*/ 29762 w 58804"/>
                <a:gd name="connsiteY5" fmla="*/ 158 h 28969"/>
                <a:gd name="connsiteX6" fmla="*/ 13616 w 58804"/>
                <a:gd name="connsiteY6" fmla="*/ 11420 h 28969"/>
                <a:gd name="connsiteX7" fmla="*/ 10462 w 58804"/>
                <a:gd name="connsiteY7" fmla="*/ 11420 h 28969"/>
                <a:gd name="connsiteX8" fmla="*/ 8960 w 58804"/>
                <a:gd name="connsiteY8" fmla="*/ 11420 h 28969"/>
                <a:gd name="connsiteX9" fmla="*/ 7308 w 58804"/>
                <a:gd name="connsiteY9" fmla="*/ 9220 h 28969"/>
                <a:gd name="connsiteX10" fmla="*/ 6181 w 58804"/>
                <a:gd name="connsiteY10" fmla="*/ 9393 h 28969"/>
                <a:gd name="connsiteX11" fmla="*/ 1976 w 58804"/>
                <a:gd name="connsiteY11" fmla="*/ 13298 h 28969"/>
                <a:gd name="connsiteX12" fmla="*/ 4454 w 58804"/>
                <a:gd name="connsiteY12" fmla="*/ 28314 h 28969"/>
                <a:gd name="connsiteX13" fmla="*/ 5881 w 58804"/>
                <a:gd name="connsiteY13" fmla="*/ 28765 h 28969"/>
                <a:gd name="connsiteX14" fmla="*/ 7082 w 58804"/>
                <a:gd name="connsiteY14" fmla="*/ 28765 h 28969"/>
                <a:gd name="connsiteX15" fmla="*/ 9110 w 58804"/>
                <a:gd name="connsiteY15" fmla="*/ 28089 h 28969"/>
                <a:gd name="connsiteX16" fmla="*/ 11664 w 58804"/>
                <a:gd name="connsiteY16" fmla="*/ 28765 h 28969"/>
                <a:gd name="connsiteX17" fmla="*/ 41704 w 58804"/>
                <a:gd name="connsiteY17" fmla="*/ 22007 h 28969"/>
                <a:gd name="connsiteX18" fmla="*/ 56724 w 58804"/>
                <a:gd name="connsiteY18" fmla="*/ 15250 h 28969"/>
                <a:gd name="connsiteX19" fmla="*/ 57700 w 58804"/>
                <a:gd name="connsiteY19" fmla="*/ 7876 h 28969"/>
                <a:gd name="connsiteX20" fmla="*/ 55146 w 58804"/>
                <a:gd name="connsiteY20" fmla="*/ 6089 h 28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8804" h="28969">
                  <a:moveTo>
                    <a:pt x="55146" y="6089"/>
                  </a:moveTo>
                  <a:cubicBezTo>
                    <a:pt x="53269" y="5263"/>
                    <a:pt x="51166" y="5106"/>
                    <a:pt x="49214" y="5639"/>
                  </a:cubicBezTo>
                  <a:cubicBezTo>
                    <a:pt x="48913" y="5564"/>
                    <a:pt x="48537" y="5564"/>
                    <a:pt x="48238" y="5639"/>
                  </a:cubicBezTo>
                  <a:cubicBezTo>
                    <a:pt x="42980" y="5639"/>
                    <a:pt x="37573" y="5639"/>
                    <a:pt x="32241" y="5639"/>
                  </a:cubicBezTo>
                  <a:cubicBezTo>
                    <a:pt x="32316" y="4137"/>
                    <a:pt x="32316" y="2636"/>
                    <a:pt x="32241" y="1134"/>
                  </a:cubicBezTo>
                  <a:cubicBezTo>
                    <a:pt x="32241" y="83"/>
                    <a:pt x="30588" y="-293"/>
                    <a:pt x="29762" y="158"/>
                  </a:cubicBezTo>
                  <a:cubicBezTo>
                    <a:pt x="23905" y="3184"/>
                    <a:pt x="18497" y="6975"/>
                    <a:pt x="13616" y="11420"/>
                  </a:cubicBezTo>
                  <a:cubicBezTo>
                    <a:pt x="12565" y="11533"/>
                    <a:pt x="11514" y="11533"/>
                    <a:pt x="10462" y="11420"/>
                  </a:cubicBezTo>
                  <a:lnTo>
                    <a:pt x="8960" y="11420"/>
                  </a:lnTo>
                  <a:cubicBezTo>
                    <a:pt x="9110" y="10354"/>
                    <a:pt x="8359" y="9371"/>
                    <a:pt x="7308" y="9220"/>
                  </a:cubicBezTo>
                  <a:cubicBezTo>
                    <a:pt x="6933" y="9168"/>
                    <a:pt x="6557" y="9228"/>
                    <a:pt x="6181" y="9393"/>
                  </a:cubicBezTo>
                  <a:cubicBezTo>
                    <a:pt x="4454" y="10287"/>
                    <a:pt x="3027" y="11638"/>
                    <a:pt x="1976" y="13298"/>
                  </a:cubicBezTo>
                  <a:cubicBezTo>
                    <a:pt x="-1478" y="18133"/>
                    <a:pt x="-353" y="24838"/>
                    <a:pt x="4454" y="28314"/>
                  </a:cubicBezTo>
                  <a:cubicBezTo>
                    <a:pt x="4830" y="28667"/>
                    <a:pt x="5355" y="28825"/>
                    <a:pt x="5881" y="28765"/>
                  </a:cubicBezTo>
                  <a:cubicBezTo>
                    <a:pt x="6256" y="28998"/>
                    <a:pt x="6707" y="28998"/>
                    <a:pt x="7082" y="28765"/>
                  </a:cubicBezTo>
                  <a:lnTo>
                    <a:pt x="9110" y="28089"/>
                  </a:lnTo>
                  <a:cubicBezTo>
                    <a:pt x="9936" y="28435"/>
                    <a:pt x="10763" y="28660"/>
                    <a:pt x="11664" y="28765"/>
                  </a:cubicBezTo>
                  <a:cubicBezTo>
                    <a:pt x="22102" y="28938"/>
                    <a:pt x="32391" y="26618"/>
                    <a:pt x="41704" y="22007"/>
                  </a:cubicBezTo>
                  <a:cubicBezTo>
                    <a:pt x="47411" y="21872"/>
                    <a:pt x="52819" y="19439"/>
                    <a:pt x="56724" y="15250"/>
                  </a:cubicBezTo>
                  <a:cubicBezTo>
                    <a:pt x="59052" y="13478"/>
                    <a:pt x="59427" y="10182"/>
                    <a:pt x="57700" y="7876"/>
                  </a:cubicBezTo>
                  <a:cubicBezTo>
                    <a:pt x="57024" y="7043"/>
                    <a:pt x="56123" y="6420"/>
                    <a:pt x="55146" y="6089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7" name="Content Placeholder 4">
              <a:extLst>
                <a:ext uri="{FF2B5EF4-FFF2-40B4-BE49-F238E27FC236}">
                  <a16:creationId xmlns:a16="http://schemas.microsoft.com/office/drawing/2014/main" id="{C50805BC-9FED-D365-2BE7-A98AB32C406E}"/>
                </a:ext>
              </a:extLst>
            </p:cNvPr>
            <p:cNvSpPr/>
            <p:nvPr/>
          </p:nvSpPr>
          <p:spPr>
            <a:xfrm>
              <a:off x="12399920" y="1565584"/>
              <a:ext cx="127125" cy="175403"/>
            </a:xfrm>
            <a:custGeom>
              <a:avLst/>
              <a:gdLst>
                <a:gd name="connsiteX0" fmla="*/ 118460 w 127125"/>
                <a:gd name="connsiteY0" fmla="*/ 47791 h 175403"/>
                <a:gd name="connsiteX1" fmla="*/ 118460 w 127125"/>
                <a:gd name="connsiteY1" fmla="*/ 46965 h 175403"/>
                <a:gd name="connsiteX2" fmla="*/ 118460 w 127125"/>
                <a:gd name="connsiteY2" fmla="*/ 45839 h 175403"/>
                <a:gd name="connsiteX3" fmla="*/ 117333 w 127125"/>
                <a:gd name="connsiteY3" fmla="*/ 40658 h 175403"/>
                <a:gd name="connsiteX4" fmla="*/ 110875 w 127125"/>
                <a:gd name="connsiteY4" fmla="*/ 27368 h 175403"/>
                <a:gd name="connsiteX5" fmla="*/ 71598 w 127125"/>
                <a:gd name="connsiteY5" fmla="*/ 1013 h 175403"/>
                <a:gd name="connsiteX6" fmla="*/ 26087 w 127125"/>
                <a:gd name="connsiteY6" fmla="*/ 12351 h 175403"/>
                <a:gd name="connsiteX7" fmla="*/ 7913 w 127125"/>
                <a:gd name="connsiteY7" fmla="*/ 42836 h 175403"/>
                <a:gd name="connsiteX8" fmla="*/ 6711 w 127125"/>
                <a:gd name="connsiteY8" fmla="*/ 67238 h 175403"/>
                <a:gd name="connsiteX9" fmla="*/ 7537 w 127125"/>
                <a:gd name="connsiteY9" fmla="*/ 79252 h 175403"/>
                <a:gd name="connsiteX10" fmla="*/ 27 w 127125"/>
                <a:gd name="connsiteY10" fmla="*/ 164322 h 175403"/>
                <a:gd name="connsiteX11" fmla="*/ 27 w 127125"/>
                <a:gd name="connsiteY11" fmla="*/ 165674 h 175403"/>
                <a:gd name="connsiteX12" fmla="*/ 1229 w 127125"/>
                <a:gd name="connsiteY12" fmla="*/ 166725 h 175403"/>
                <a:gd name="connsiteX13" fmla="*/ 20529 w 127125"/>
                <a:gd name="connsiteY13" fmla="*/ 169278 h 175403"/>
                <a:gd name="connsiteX14" fmla="*/ 36901 w 127125"/>
                <a:gd name="connsiteY14" fmla="*/ 168227 h 175403"/>
                <a:gd name="connsiteX15" fmla="*/ 34123 w 127125"/>
                <a:gd name="connsiteY15" fmla="*/ 128732 h 175403"/>
                <a:gd name="connsiteX16" fmla="*/ 34123 w 127125"/>
                <a:gd name="connsiteY16" fmla="*/ 111688 h 175403"/>
                <a:gd name="connsiteX17" fmla="*/ 34123 w 127125"/>
                <a:gd name="connsiteY17" fmla="*/ 111162 h 175403"/>
                <a:gd name="connsiteX18" fmla="*/ 29692 w 127125"/>
                <a:gd name="connsiteY18" fmla="*/ 95770 h 175403"/>
                <a:gd name="connsiteX19" fmla="*/ 24060 w 127125"/>
                <a:gd name="connsiteY19" fmla="*/ 67238 h 175403"/>
                <a:gd name="connsiteX20" fmla="*/ 24585 w 127125"/>
                <a:gd name="connsiteY20" fmla="*/ 56426 h 175403"/>
                <a:gd name="connsiteX21" fmla="*/ 28415 w 127125"/>
                <a:gd name="connsiteY21" fmla="*/ 50419 h 175403"/>
                <a:gd name="connsiteX22" fmla="*/ 36751 w 127125"/>
                <a:gd name="connsiteY22" fmla="*/ 45614 h 175403"/>
                <a:gd name="connsiteX23" fmla="*/ 52522 w 127125"/>
                <a:gd name="connsiteY23" fmla="*/ 32474 h 175403"/>
                <a:gd name="connsiteX24" fmla="*/ 64388 w 127125"/>
                <a:gd name="connsiteY24" fmla="*/ 46139 h 175403"/>
                <a:gd name="connsiteX25" fmla="*/ 80835 w 127125"/>
                <a:gd name="connsiteY25" fmla="*/ 54474 h 175403"/>
                <a:gd name="connsiteX26" fmla="*/ 85265 w 127125"/>
                <a:gd name="connsiteY26" fmla="*/ 58003 h 175403"/>
                <a:gd name="connsiteX27" fmla="*/ 87293 w 127125"/>
                <a:gd name="connsiteY27" fmla="*/ 63484 h 175403"/>
                <a:gd name="connsiteX28" fmla="*/ 89171 w 127125"/>
                <a:gd name="connsiteY28" fmla="*/ 95470 h 175403"/>
                <a:gd name="connsiteX29" fmla="*/ 89171 w 127125"/>
                <a:gd name="connsiteY29" fmla="*/ 126029 h 175403"/>
                <a:gd name="connsiteX30" fmla="*/ 82262 w 127125"/>
                <a:gd name="connsiteY30" fmla="*/ 171455 h 175403"/>
                <a:gd name="connsiteX31" fmla="*/ 119812 w 127125"/>
                <a:gd name="connsiteY31" fmla="*/ 175285 h 175403"/>
                <a:gd name="connsiteX32" fmla="*/ 124168 w 127125"/>
                <a:gd name="connsiteY32" fmla="*/ 174309 h 175403"/>
                <a:gd name="connsiteX33" fmla="*/ 125519 w 127125"/>
                <a:gd name="connsiteY33" fmla="*/ 171305 h 175403"/>
                <a:gd name="connsiteX34" fmla="*/ 127097 w 127125"/>
                <a:gd name="connsiteY34" fmla="*/ 152609 h 175403"/>
                <a:gd name="connsiteX35" fmla="*/ 118460 w 127125"/>
                <a:gd name="connsiteY35" fmla="*/ 47791 h 175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27125" h="175403">
                  <a:moveTo>
                    <a:pt x="118460" y="47791"/>
                  </a:moveTo>
                  <a:cubicBezTo>
                    <a:pt x="118460" y="47791"/>
                    <a:pt x="118460" y="47266"/>
                    <a:pt x="118460" y="46965"/>
                  </a:cubicBezTo>
                  <a:cubicBezTo>
                    <a:pt x="118460" y="46665"/>
                    <a:pt x="118460" y="46214"/>
                    <a:pt x="118460" y="45839"/>
                  </a:cubicBezTo>
                  <a:cubicBezTo>
                    <a:pt x="118460" y="44052"/>
                    <a:pt x="118084" y="42280"/>
                    <a:pt x="117333" y="40658"/>
                  </a:cubicBezTo>
                  <a:cubicBezTo>
                    <a:pt x="115907" y="35898"/>
                    <a:pt x="113729" y="31408"/>
                    <a:pt x="110875" y="27368"/>
                  </a:cubicBezTo>
                  <a:cubicBezTo>
                    <a:pt x="101638" y="13868"/>
                    <a:pt x="87594" y="4430"/>
                    <a:pt x="71598" y="1013"/>
                  </a:cubicBezTo>
                  <a:cubicBezTo>
                    <a:pt x="55526" y="-2163"/>
                    <a:pt x="38854" y="1997"/>
                    <a:pt x="26087" y="12351"/>
                  </a:cubicBezTo>
                  <a:cubicBezTo>
                    <a:pt x="17000" y="20340"/>
                    <a:pt x="10616" y="31010"/>
                    <a:pt x="7913" y="42836"/>
                  </a:cubicBezTo>
                  <a:cubicBezTo>
                    <a:pt x="6186" y="50847"/>
                    <a:pt x="5735" y="59091"/>
                    <a:pt x="6711" y="67238"/>
                  </a:cubicBezTo>
                  <a:cubicBezTo>
                    <a:pt x="6711" y="71218"/>
                    <a:pt x="7387" y="75272"/>
                    <a:pt x="7537" y="79252"/>
                  </a:cubicBezTo>
                  <a:cubicBezTo>
                    <a:pt x="8739" y="107709"/>
                    <a:pt x="1079" y="135865"/>
                    <a:pt x="27" y="164322"/>
                  </a:cubicBezTo>
                  <a:cubicBezTo>
                    <a:pt x="-48" y="164765"/>
                    <a:pt x="-48" y="165231"/>
                    <a:pt x="27" y="165674"/>
                  </a:cubicBezTo>
                  <a:cubicBezTo>
                    <a:pt x="328" y="166154"/>
                    <a:pt x="703" y="166522"/>
                    <a:pt x="1229" y="166725"/>
                  </a:cubicBezTo>
                  <a:cubicBezTo>
                    <a:pt x="7312" y="169346"/>
                    <a:pt x="13996" y="170232"/>
                    <a:pt x="20529" y="169278"/>
                  </a:cubicBezTo>
                  <a:lnTo>
                    <a:pt x="36901" y="168227"/>
                  </a:lnTo>
                  <a:cubicBezTo>
                    <a:pt x="37803" y="155012"/>
                    <a:pt x="34498" y="141947"/>
                    <a:pt x="34123" y="128732"/>
                  </a:cubicBezTo>
                  <a:cubicBezTo>
                    <a:pt x="34123" y="123101"/>
                    <a:pt x="34123" y="117244"/>
                    <a:pt x="34123" y="111688"/>
                  </a:cubicBezTo>
                  <a:lnTo>
                    <a:pt x="34123" y="111162"/>
                  </a:lnTo>
                  <a:cubicBezTo>
                    <a:pt x="35624" y="106657"/>
                    <a:pt x="31344" y="99750"/>
                    <a:pt x="29692" y="95770"/>
                  </a:cubicBezTo>
                  <a:cubicBezTo>
                    <a:pt x="26387" y="86610"/>
                    <a:pt x="24435" y="76984"/>
                    <a:pt x="24060" y="67238"/>
                  </a:cubicBezTo>
                  <a:cubicBezTo>
                    <a:pt x="23609" y="63627"/>
                    <a:pt x="23834" y="59977"/>
                    <a:pt x="24585" y="56426"/>
                  </a:cubicBezTo>
                  <a:cubicBezTo>
                    <a:pt x="25110" y="54046"/>
                    <a:pt x="26462" y="51928"/>
                    <a:pt x="28415" y="50419"/>
                  </a:cubicBezTo>
                  <a:cubicBezTo>
                    <a:pt x="30818" y="48542"/>
                    <a:pt x="33822" y="47566"/>
                    <a:pt x="36751" y="45614"/>
                  </a:cubicBezTo>
                  <a:cubicBezTo>
                    <a:pt x="42534" y="41905"/>
                    <a:pt x="47866" y="37490"/>
                    <a:pt x="52522" y="32474"/>
                  </a:cubicBezTo>
                  <a:cubicBezTo>
                    <a:pt x="54700" y="38315"/>
                    <a:pt x="58905" y="43166"/>
                    <a:pt x="64388" y="46139"/>
                  </a:cubicBezTo>
                  <a:cubicBezTo>
                    <a:pt x="69645" y="49368"/>
                    <a:pt x="75428" y="51545"/>
                    <a:pt x="80835" y="54474"/>
                  </a:cubicBezTo>
                  <a:cubicBezTo>
                    <a:pt x="82562" y="55300"/>
                    <a:pt x="84064" y="56509"/>
                    <a:pt x="85265" y="58003"/>
                  </a:cubicBezTo>
                  <a:cubicBezTo>
                    <a:pt x="86317" y="59662"/>
                    <a:pt x="86993" y="61532"/>
                    <a:pt x="87293" y="63484"/>
                  </a:cubicBezTo>
                  <a:cubicBezTo>
                    <a:pt x="89171" y="74041"/>
                    <a:pt x="89772" y="84770"/>
                    <a:pt x="89171" y="95470"/>
                  </a:cubicBezTo>
                  <a:cubicBezTo>
                    <a:pt x="89772" y="105644"/>
                    <a:pt x="89772" y="115855"/>
                    <a:pt x="89171" y="126029"/>
                  </a:cubicBezTo>
                  <a:cubicBezTo>
                    <a:pt x="87669" y="141279"/>
                    <a:pt x="85341" y="156446"/>
                    <a:pt x="82262" y="171455"/>
                  </a:cubicBezTo>
                  <a:cubicBezTo>
                    <a:pt x="94728" y="173415"/>
                    <a:pt x="107270" y="174691"/>
                    <a:pt x="119812" y="175285"/>
                  </a:cubicBezTo>
                  <a:cubicBezTo>
                    <a:pt x="121314" y="175555"/>
                    <a:pt x="122891" y="175202"/>
                    <a:pt x="124168" y="174309"/>
                  </a:cubicBezTo>
                  <a:cubicBezTo>
                    <a:pt x="124918" y="173468"/>
                    <a:pt x="125369" y="172424"/>
                    <a:pt x="125519" y="171305"/>
                  </a:cubicBezTo>
                  <a:cubicBezTo>
                    <a:pt x="126570" y="165126"/>
                    <a:pt x="127097" y="158871"/>
                    <a:pt x="127097" y="152609"/>
                  </a:cubicBezTo>
                  <a:cubicBezTo>
                    <a:pt x="127097" y="120923"/>
                    <a:pt x="120563" y="79402"/>
                    <a:pt x="118460" y="47791"/>
                  </a:cubicBezTo>
                  <a:close/>
                </a:path>
              </a:pathLst>
            </a:custGeom>
            <a:solidFill>
              <a:srgbClr val="9E8A7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378" name="Group 377">
            <a:extLst>
              <a:ext uri="{FF2B5EF4-FFF2-40B4-BE49-F238E27FC236}">
                <a16:creationId xmlns:a16="http://schemas.microsoft.com/office/drawing/2014/main" id="{E64E9979-CBE6-CCF6-4C52-4E11A2DB09E1}"/>
              </a:ext>
            </a:extLst>
          </p:cNvPr>
          <p:cNvGrpSpPr/>
          <p:nvPr userDrawn="1"/>
        </p:nvGrpSpPr>
        <p:grpSpPr>
          <a:xfrm>
            <a:off x="4484783" y="778851"/>
            <a:ext cx="409002" cy="829353"/>
            <a:chOff x="8250498" y="488915"/>
            <a:chExt cx="409002" cy="829353"/>
          </a:xfrm>
        </p:grpSpPr>
        <p:sp>
          <p:nvSpPr>
            <p:cNvPr id="379" name="Content Placeholder 4">
              <a:extLst>
                <a:ext uri="{FF2B5EF4-FFF2-40B4-BE49-F238E27FC236}">
                  <a16:creationId xmlns:a16="http://schemas.microsoft.com/office/drawing/2014/main" id="{21B3BA9D-4AE5-794F-621D-75B7AA8661B2}"/>
                </a:ext>
              </a:extLst>
            </p:cNvPr>
            <p:cNvSpPr/>
            <p:nvPr/>
          </p:nvSpPr>
          <p:spPr>
            <a:xfrm>
              <a:off x="8250498" y="1290912"/>
              <a:ext cx="260299" cy="27356"/>
            </a:xfrm>
            <a:custGeom>
              <a:avLst/>
              <a:gdLst>
                <a:gd name="connsiteX0" fmla="*/ 56429 w 260299"/>
                <a:gd name="connsiteY0" fmla="*/ 26931 h 27356"/>
                <a:gd name="connsiteX1" fmla="*/ 105770 w 260299"/>
                <a:gd name="connsiteY1" fmla="*/ 26931 h 27356"/>
                <a:gd name="connsiteX2" fmla="*/ 243428 w 260299"/>
                <a:gd name="connsiteY2" fmla="*/ 25429 h 27356"/>
                <a:gd name="connsiteX3" fmla="*/ 260250 w 260299"/>
                <a:gd name="connsiteY3" fmla="*/ 19197 h 27356"/>
                <a:gd name="connsiteX4" fmla="*/ 247258 w 260299"/>
                <a:gd name="connsiteY4" fmla="*/ 10712 h 27356"/>
                <a:gd name="connsiteX5" fmla="*/ 179668 w 260299"/>
                <a:gd name="connsiteY5" fmla="*/ 3955 h 27356"/>
                <a:gd name="connsiteX6" fmla="*/ 78884 w 260299"/>
                <a:gd name="connsiteY6" fmla="*/ 576 h 27356"/>
                <a:gd name="connsiteX7" fmla="*/ 16852 w 260299"/>
                <a:gd name="connsiteY7" fmla="*/ 4255 h 27356"/>
                <a:gd name="connsiteX8" fmla="*/ 7464 w 260299"/>
                <a:gd name="connsiteY8" fmla="*/ 23477 h 27356"/>
                <a:gd name="connsiteX9" fmla="*/ 26765 w 260299"/>
                <a:gd name="connsiteY9" fmla="*/ 24828 h 27356"/>
                <a:gd name="connsiteX10" fmla="*/ 56429 w 260299"/>
                <a:gd name="connsiteY10" fmla="*/ 26931 h 27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0299" h="27356">
                  <a:moveTo>
                    <a:pt x="56429" y="26931"/>
                  </a:moveTo>
                  <a:cubicBezTo>
                    <a:pt x="72876" y="27531"/>
                    <a:pt x="89323" y="27381"/>
                    <a:pt x="105770" y="26931"/>
                  </a:cubicBezTo>
                  <a:lnTo>
                    <a:pt x="243428" y="25429"/>
                  </a:lnTo>
                  <a:cubicBezTo>
                    <a:pt x="250938" y="25429"/>
                    <a:pt x="259800" y="24002"/>
                    <a:pt x="260250" y="19197"/>
                  </a:cubicBezTo>
                  <a:cubicBezTo>
                    <a:pt x="260701" y="14392"/>
                    <a:pt x="253417" y="11688"/>
                    <a:pt x="247258" y="10712"/>
                  </a:cubicBezTo>
                  <a:cubicBezTo>
                    <a:pt x="224968" y="6508"/>
                    <a:pt x="202349" y="4248"/>
                    <a:pt x="179668" y="3955"/>
                  </a:cubicBezTo>
                  <a:cubicBezTo>
                    <a:pt x="146024" y="2701"/>
                    <a:pt x="112431" y="1575"/>
                    <a:pt x="78884" y="576"/>
                  </a:cubicBezTo>
                  <a:cubicBezTo>
                    <a:pt x="58134" y="-903"/>
                    <a:pt x="37279" y="328"/>
                    <a:pt x="16852" y="4255"/>
                  </a:cubicBezTo>
                  <a:cubicBezTo>
                    <a:pt x="6188" y="6883"/>
                    <a:pt x="-9508" y="17920"/>
                    <a:pt x="7464" y="23477"/>
                  </a:cubicBezTo>
                  <a:cubicBezTo>
                    <a:pt x="13848" y="24460"/>
                    <a:pt x="20306" y="24911"/>
                    <a:pt x="26765" y="24828"/>
                  </a:cubicBezTo>
                  <a:cubicBezTo>
                    <a:pt x="36453" y="25879"/>
                    <a:pt x="46441" y="26555"/>
                    <a:pt x="56429" y="26931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0" name="Content Placeholder 4">
              <a:extLst>
                <a:ext uri="{FF2B5EF4-FFF2-40B4-BE49-F238E27FC236}">
                  <a16:creationId xmlns:a16="http://schemas.microsoft.com/office/drawing/2014/main" id="{4F912AAA-64FB-62E1-8B55-A89613A9931A}"/>
                </a:ext>
              </a:extLst>
            </p:cNvPr>
            <p:cNvSpPr/>
            <p:nvPr/>
          </p:nvSpPr>
          <p:spPr>
            <a:xfrm>
              <a:off x="8281617" y="611987"/>
              <a:ext cx="97000" cy="163336"/>
            </a:xfrm>
            <a:custGeom>
              <a:avLst/>
              <a:gdLst>
                <a:gd name="connsiteX0" fmla="*/ 8638 w 97000"/>
                <a:gd name="connsiteY0" fmla="*/ 104954 h 163336"/>
                <a:gd name="connsiteX1" fmla="*/ 1 w 97000"/>
                <a:gd name="connsiteY1" fmla="*/ 135889 h 163336"/>
                <a:gd name="connsiteX2" fmla="*/ 15021 w 97000"/>
                <a:gd name="connsiteY2" fmla="*/ 162393 h 163336"/>
                <a:gd name="connsiteX3" fmla="*/ 19527 w 97000"/>
                <a:gd name="connsiteY3" fmla="*/ 163294 h 163336"/>
                <a:gd name="connsiteX4" fmla="*/ 24408 w 97000"/>
                <a:gd name="connsiteY4" fmla="*/ 161117 h 163336"/>
                <a:gd name="connsiteX5" fmla="*/ 47690 w 97000"/>
                <a:gd name="connsiteY5" fmla="*/ 129281 h 163336"/>
                <a:gd name="connsiteX6" fmla="*/ 96054 w 97000"/>
                <a:gd name="connsiteY6" fmla="*/ 41733 h 163336"/>
                <a:gd name="connsiteX7" fmla="*/ 93936 w 97000"/>
                <a:gd name="connsiteY7" fmla="*/ 33069 h 163336"/>
                <a:gd name="connsiteX8" fmla="*/ 93726 w 97000"/>
                <a:gd name="connsiteY8" fmla="*/ 32948 h 163336"/>
                <a:gd name="connsiteX9" fmla="*/ 77429 w 97000"/>
                <a:gd name="connsiteY9" fmla="*/ 26941 h 163336"/>
                <a:gd name="connsiteX10" fmla="*/ 64136 w 97000"/>
                <a:gd name="connsiteY10" fmla="*/ 36702 h 163336"/>
                <a:gd name="connsiteX11" fmla="*/ 65788 w 97000"/>
                <a:gd name="connsiteY11" fmla="*/ 24388 h 163336"/>
                <a:gd name="connsiteX12" fmla="*/ 68041 w 97000"/>
                <a:gd name="connsiteY12" fmla="*/ 12224 h 163336"/>
                <a:gd name="connsiteX13" fmla="*/ 55575 w 97000"/>
                <a:gd name="connsiteY13" fmla="*/ 1487 h 163336"/>
                <a:gd name="connsiteX14" fmla="*/ 52346 w 97000"/>
                <a:gd name="connsiteY14" fmla="*/ 9822 h 163336"/>
                <a:gd name="connsiteX15" fmla="*/ 47690 w 97000"/>
                <a:gd name="connsiteY15" fmla="*/ 22811 h 163336"/>
                <a:gd name="connsiteX16" fmla="*/ 22832 w 97000"/>
                <a:gd name="connsiteY16" fmla="*/ 75370 h 163336"/>
                <a:gd name="connsiteX17" fmla="*/ 8638 w 97000"/>
                <a:gd name="connsiteY17" fmla="*/ 104954 h 163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7000" h="163336">
                  <a:moveTo>
                    <a:pt x="8638" y="104954"/>
                  </a:moveTo>
                  <a:cubicBezTo>
                    <a:pt x="3531" y="114510"/>
                    <a:pt x="587" y="125070"/>
                    <a:pt x="1" y="135889"/>
                  </a:cubicBezTo>
                  <a:cubicBezTo>
                    <a:pt x="-502" y="146876"/>
                    <a:pt x="5333" y="157179"/>
                    <a:pt x="15021" y="162393"/>
                  </a:cubicBezTo>
                  <a:cubicBezTo>
                    <a:pt x="16425" y="163065"/>
                    <a:pt x="17972" y="163375"/>
                    <a:pt x="19527" y="163294"/>
                  </a:cubicBezTo>
                  <a:cubicBezTo>
                    <a:pt x="21322" y="163014"/>
                    <a:pt x="23004" y="162263"/>
                    <a:pt x="24408" y="161117"/>
                  </a:cubicBezTo>
                  <a:cubicBezTo>
                    <a:pt x="35148" y="153608"/>
                    <a:pt x="41156" y="140844"/>
                    <a:pt x="47690" y="129281"/>
                  </a:cubicBezTo>
                  <a:cubicBezTo>
                    <a:pt x="63986" y="100148"/>
                    <a:pt x="85240" y="73493"/>
                    <a:pt x="96054" y="41733"/>
                  </a:cubicBezTo>
                  <a:cubicBezTo>
                    <a:pt x="97864" y="38755"/>
                    <a:pt x="96910" y="34876"/>
                    <a:pt x="93936" y="33069"/>
                  </a:cubicBezTo>
                  <a:cubicBezTo>
                    <a:pt x="93868" y="33027"/>
                    <a:pt x="93793" y="32987"/>
                    <a:pt x="93726" y="32948"/>
                  </a:cubicBezTo>
                  <a:cubicBezTo>
                    <a:pt x="89115" y="29188"/>
                    <a:pt x="83377" y="27074"/>
                    <a:pt x="77429" y="26941"/>
                  </a:cubicBezTo>
                  <a:cubicBezTo>
                    <a:pt x="71369" y="27023"/>
                    <a:pt x="66029" y="30944"/>
                    <a:pt x="64136" y="36702"/>
                  </a:cubicBezTo>
                  <a:cubicBezTo>
                    <a:pt x="63866" y="32529"/>
                    <a:pt x="64429" y="28343"/>
                    <a:pt x="65788" y="24388"/>
                  </a:cubicBezTo>
                  <a:cubicBezTo>
                    <a:pt x="67163" y="20475"/>
                    <a:pt x="67929" y="16371"/>
                    <a:pt x="68041" y="12224"/>
                  </a:cubicBezTo>
                  <a:cubicBezTo>
                    <a:pt x="68041" y="7043"/>
                    <a:pt x="61884" y="-4069"/>
                    <a:pt x="55575" y="1487"/>
                  </a:cubicBezTo>
                  <a:cubicBezTo>
                    <a:pt x="53472" y="3364"/>
                    <a:pt x="53097" y="7269"/>
                    <a:pt x="52346" y="9822"/>
                  </a:cubicBezTo>
                  <a:cubicBezTo>
                    <a:pt x="50994" y="14176"/>
                    <a:pt x="49342" y="18531"/>
                    <a:pt x="47690" y="22811"/>
                  </a:cubicBezTo>
                  <a:cubicBezTo>
                    <a:pt x="40180" y="40907"/>
                    <a:pt x="31618" y="58176"/>
                    <a:pt x="22832" y="75370"/>
                  </a:cubicBezTo>
                  <a:cubicBezTo>
                    <a:pt x="17950" y="85206"/>
                    <a:pt x="12993" y="94967"/>
                    <a:pt x="8638" y="104954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1" name="Content Placeholder 4">
              <a:extLst>
                <a:ext uri="{FF2B5EF4-FFF2-40B4-BE49-F238E27FC236}">
                  <a16:creationId xmlns:a16="http://schemas.microsoft.com/office/drawing/2014/main" id="{4BAD306F-6E45-1605-3BAB-65F21C1487D8}"/>
                </a:ext>
              </a:extLst>
            </p:cNvPr>
            <p:cNvSpPr/>
            <p:nvPr/>
          </p:nvSpPr>
          <p:spPr>
            <a:xfrm>
              <a:off x="8332612" y="582766"/>
              <a:ext cx="25593" cy="40191"/>
            </a:xfrm>
            <a:custGeom>
              <a:avLst/>
              <a:gdLst>
                <a:gd name="connsiteX0" fmla="*/ 450 w 25593"/>
                <a:gd name="connsiteY0" fmla="*/ 8634 h 40191"/>
                <a:gd name="connsiteX1" fmla="*/ 450 w 25593"/>
                <a:gd name="connsiteY1" fmla="*/ 18921 h 40191"/>
                <a:gd name="connsiteX2" fmla="*/ 4430 w 25593"/>
                <a:gd name="connsiteY2" fmla="*/ 32061 h 40191"/>
                <a:gd name="connsiteX3" fmla="*/ 15094 w 25593"/>
                <a:gd name="connsiteY3" fmla="*/ 40020 h 40191"/>
                <a:gd name="connsiteX4" fmla="*/ 22604 w 25593"/>
                <a:gd name="connsiteY4" fmla="*/ 37917 h 40191"/>
                <a:gd name="connsiteX5" fmla="*/ 25458 w 25593"/>
                <a:gd name="connsiteY5" fmla="*/ 28006 h 40191"/>
                <a:gd name="connsiteX6" fmla="*/ 23581 w 25593"/>
                <a:gd name="connsiteY6" fmla="*/ 10962 h 40191"/>
                <a:gd name="connsiteX7" fmla="*/ 21853 w 25593"/>
                <a:gd name="connsiteY7" fmla="*/ 5931 h 40191"/>
                <a:gd name="connsiteX8" fmla="*/ 8936 w 25593"/>
                <a:gd name="connsiteY8" fmla="*/ 0 h 40191"/>
                <a:gd name="connsiteX9" fmla="*/ 450 w 25593"/>
                <a:gd name="connsiteY9" fmla="*/ 8634 h 40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93" h="40191">
                  <a:moveTo>
                    <a:pt x="450" y="8634"/>
                  </a:moveTo>
                  <a:cubicBezTo>
                    <a:pt x="-189" y="12033"/>
                    <a:pt x="-189" y="15522"/>
                    <a:pt x="450" y="18921"/>
                  </a:cubicBezTo>
                  <a:cubicBezTo>
                    <a:pt x="960" y="23508"/>
                    <a:pt x="2305" y="27962"/>
                    <a:pt x="4430" y="32061"/>
                  </a:cubicBezTo>
                  <a:cubicBezTo>
                    <a:pt x="6548" y="36229"/>
                    <a:pt x="10490" y="39172"/>
                    <a:pt x="15094" y="40020"/>
                  </a:cubicBezTo>
                  <a:cubicBezTo>
                    <a:pt x="17790" y="40505"/>
                    <a:pt x="20554" y="39730"/>
                    <a:pt x="22604" y="37917"/>
                  </a:cubicBezTo>
                  <a:cubicBezTo>
                    <a:pt x="24880" y="35149"/>
                    <a:pt x="25916" y="31562"/>
                    <a:pt x="25458" y="28006"/>
                  </a:cubicBezTo>
                  <a:cubicBezTo>
                    <a:pt x="25398" y="22276"/>
                    <a:pt x="24767" y="16567"/>
                    <a:pt x="23581" y="10962"/>
                  </a:cubicBezTo>
                  <a:cubicBezTo>
                    <a:pt x="23325" y="9191"/>
                    <a:pt x="22739" y="7485"/>
                    <a:pt x="21853" y="5931"/>
                  </a:cubicBezTo>
                  <a:cubicBezTo>
                    <a:pt x="18819" y="1913"/>
                    <a:pt x="13968" y="-314"/>
                    <a:pt x="8936" y="0"/>
                  </a:cubicBezTo>
                  <a:cubicBezTo>
                    <a:pt x="4505" y="225"/>
                    <a:pt x="1426" y="4655"/>
                    <a:pt x="450" y="8634"/>
                  </a:cubicBezTo>
                  <a:close/>
                </a:path>
              </a:pathLst>
            </a:custGeom>
            <a:solidFill>
              <a:srgbClr val="F5D9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2" name="Content Placeholder 4">
              <a:extLst>
                <a:ext uri="{FF2B5EF4-FFF2-40B4-BE49-F238E27FC236}">
                  <a16:creationId xmlns:a16="http://schemas.microsoft.com/office/drawing/2014/main" id="{9CB8ED2A-11FF-59A9-4A54-4DEB7B852C92}"/>
                </a:ext>
              </a:extLst>
            </p:cNvPr>
            <p:cNvSpPr/>
            <p:nvPr/>
          </p:nvSpPr>
          <p:spPr>
            <a:xfrm>
              <a:off x="8329435" y="570954"/>
              <a:ext cx="38202" cy="53472"/>
            </a:xfrm>
            <a:custGeom>
              <a:avLst/>
              <a:gdLst>
                <a:gd name="connsiteX0" fmla="*/ 35920 w 38202"/>
                <a:gd name="connsiteY0" fmla="*/ 33886 h 53472"/>
                <a:gd name="connsiteX1" fmla="*/ 30738 w 38202"/>
                <a:gd name="connsiteY1" fmla="*/ 19395 h 53472"/>
                <a:gd name="connsiteX2" fmla="*/ 27659 w 38202"/>
                <a:gd name="connsiteY2" fmla="*/ 11886 h 53472"/>
                <a:gd name="connsiteX3" fmla="*/ 17971 w 38202"/>
                <a:gd name="connsiteY3" fmla="*/ 1449 h 53472"/>
                <a:gd name="connsiteX4" fmla="*/ 11362 w 38202"/>
                <a:gd name="connsiteY4" fmla="*/ 548 h 53472"/>
                <a:gd name="connsiteX5" fmla="*/ 11362 w 38202"/>
                <a:gd name="connsiteY5" fmla="*/ 548 h 53472"/>
                <a:gd name="connsiteX6" fmla="*/ 8583 w 38202"/>
                <a:gd name="connsiteY6" fmla="*/ 1975 h 53472"/>
                <a:gd name="connsiteX7" fmla="*/ 3252 w 38202"/>
                <a:gd name="connsiteY7" fmla="*/ 5429 h 53472"/>
                <a:gd name="connsiteX8" fmla="*/ 1148 w 38202"/>
                <a:gd name="connsiteY8" fmla="*/ 7081 h 53472"/>
                <a:gd name="connsiteX9" fmla="*/ 22 w 38202"/>
                <a:gd name="connsiteY9" fmla="*/ 11436 h 53472"/>
                <a:gd name="connsiteX10" fmla="*/ 1449 w 38202"/>
                <a:gd name="connsiteY10" fmla="*/ 15715 h 53472"/>
                <a:gd name="connsiteX11" fmla="*/ 14892 w 38202"/>
                <a:gd name="connsiteY11" fmla="*/ 36664 h 53472"/>
                <a:gd name="connsiteX12" fmla="*/ 19398 w 38202"/>
                <a:gd name="connsiteY12" fmla="*/ 44698 h 53472"/>
                <a:gd name="connsiteX13" fmla="*/ 26457 w 38202"/>
                <a:gd name="connsiteY13" fmla="*/ 52807 h 53472"/>
                <a:gd name="connsiteX14" fmla="*/ 27358 w 38202"/>
                <a:gd name="connsiteY14" fmla="*/ 53408 h 53472"/>
                <a:gd name="connsiteX15" fmla="*/ 29086 w 38202"/>
                <a:gd name="connsiteY15" fmla="*/ 52957 h 53472"/>
                <a:gd name="connsiteX16" fmla="*/ 35544 w 38202"/>
                <a:gd name="connsiteY16" fmla="*/ 48753 h 53472"/>
                <a:gd name="connsiteX17" fmla="*/ 37422 w 38202"/>
                <a:gd name="connsiteY17" fmla="*/ 47101 h 53472"/>
                <a:gd name="connsiteX18" fmla="*/ 38173 w 38202"/>
                <a:gd name="connsiteY18" fmla="*/ 44698 h 53472"/>
                <a:gd name="connsiteX19" fmla="*/ 35920 w 38202"/>
                <a:gd name="connsiteY19" fmla="*/ 33886 h 53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8202" h="53472">
                  <a:moveTo>
                    <a:pt x="35920" y="33886"/>
                  </a:moveTo>
                  <a:lnTo>
                    <a:pt x="30738" y="19395"/>
                  </a:lnTo>
                  <a:cubicBezTo>
                    <a:pt x="29904" y="16816"/>
                    <a:pt x="28876" y="14306"/>
                    <a:pt x="27659" y="11886"/>
                  </a:cubicBezTo>
                  <a:cubicBezTo>
                    <a:pt x="25398" y="7619"/>
                    <a:pt x="22056" y="4019"/>
                    <a:pt x="17971" y="1449"/>
                  </a:cubicBezTo>
                  <a:cubicBezTo>
                    <a:pt x="16139" y="-121"/>
                    <a:pt x="13555" y="-474"/>
                    <a:pt x="11362" y="548"/>
                  </a:cubicBezTo>
                  <a:lnTo>
                    <a:pt x="11362" y="548"/>
                  </a:lnTo>
                  <a:cubicBezTo>
                    <a:pt x="10371" y="887"/>
                    <a:pt x="9432" y="1367"/>
                    <a:pt x="8583" y="1975"/>
                  </a:cubicBezTo>
                  <a:lnTo>
                    <a:pt x="3252" y="5429"/>
                  </a:lnTo>
                  <a:cubicBezTo>
                    <a:pt x="2478" y="5876"/>
                    <a:pt x="1765" y="6432"/>
                    <a:pt x="1148" y="7081"/>
                  </a:cubicBezTo>
                  <a:cubicBezTo>
                    <a:pt x="225" y="8332"/>
                    <a:pt x="-181" y="9893"/>
                    <a:pt x="22" y="11436"/>
                  </a:cubicBezTo>
                  <a:cubicBezTo>
                    <a:pt x="232" y="12937"/>
                    <a:pt x="720" y="14386"/>
                    <a:pt x="1449" y="15715"/>
                  </a:cubicBezTo>
                  <a:cubicBezTo>
                    <a:pt x="5054" y="23224"/>
                    <a:pt x="10761" y="29456"/>
                    <a:pt x="14892" y="36664"/>
                  </a:cubicBezTo>
                  <a:cubicBezTo>
                    <a:pt x="16394" y="39292"/>
                    <a:pt x="17671" y="42145"/>
                    <a:pt x="19398" y="44698"/>
                  </a:cubicBezTo>
                  <a:cubicBezTo>
                    <a:pt x="21508" y="47605"/>
                    <a:pt x="23866" y="50318"/>
                    <a:pt x="26457" y="52807"/>
                  </a:cubicBezTo>
                  <a:cubicBezTo>
                    <a:pt x="26683" y="53098"/>
                    <a:pt x="26998" y="53309"/>
                    <a:pt x="27358" y="53408"/>
                  </a:cubicBezTo>
                  <a:cubicBezTo>
                    <a:pt x="27974" y="53522"/>
                    <a:pt x="28605" y="53357"/>
                    <a:pt x="29086" y="52957"/>
                  </a:cubicBezTo>
                  <a:lnTo>
                    <a:pt x="35544" y="48753"/>
                  </a:lnTo>
                  <a:cubicBezTo>
                    <a:pt x="36273" y="48326"/>
                    <a:pt x="36903" y="47766"/>
                    <a:pt x="37422" y="47101"/>
                  </a:cubicBezTo>
                  <a:cubicBezTo>
                    <a:pt x="37857" y="46371"/>
                    <a:pt x="38120" y="45547"/>
                    <a:pt x="38173" y="44698"/>
                  </a:cubicBezTo>
                  <a:cubicBezTo>
                    <a:pt x="38188" y="40976"/>
                    <a:pt x="37422" y="37292"/>
                    <a:pt x="35920" y="33886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3" name="Content Placeholder 4">
              <a:extLst>
                <a:ext uri="{FF2B5EF4-FFF2-40B4-BE49-F238E27FC236}">
                  <a16:creationId xmlns:a16="http://schemas.microsoft.com/office/drawing/2014/main" id="{EAC7D945-310B-5073-0B91-E0D9F129539F}"/>
                </a:ext>
              </a:extLst>
            </p:cNvPr>
            <p:cNvSpPr/>
            <p:nvPr/>
          </p:nvSpPr>
          <p:spPr>
            <a:xfrm>
              <a:off x="8330804" y="572066"/>
              <a:ext cx="38184" cy="49704"/>
            </a:xfrm>
            <a:custGeom>
              <a:avLst/>
              <a:gdLst>
                <a:gd name="connsiteX0" fmla="*/ 18479 w 38184"/>
                <a:gd name="connsiteY0" fmla="*/ 42460 h 49704"/>
                <a:gd name="connsiteX1" fmla="*/ 24186 w 38184"/>
                <a:gd name="connsiteY1" fmla="*/ 49518 h 49704"/>
                <a:gd name="connsiteX2" fmla="*/ 34175 w 38184"/>
                <a:gd name="connsiteY2" fmla="*/ 46514 h 49704"/>
                <a:gd name="connsiteX3" fmla="*/ 37479 w 38184"/>
                <a:gd name="connsiteY3" fmla="*/ 43361 h 49704"/>
                <a:gd name="connsiteX4" fmla="*/ 37479 w 38184"/>
                <a:gd name="connsiteY4" fmla="*/ 36453 h 49704"/>
                <a:gd name="connsiteX5" fmla="*/ 31321 w 38184"/>
                <a:gd name="connsiteY5" fmla="*/ 19934 h 49704"/>
                <a:gd name="connsiteX6" fmla="*/ 25163 w 38184"/>
                <a:gd name="connsiteY6" fmla="*/ 6494 h 49704"/>
                <a:gd name="connsiteX7" fmla="*/ 22835 w 38184"/>
                <a:gd name="connsiteY7" fmla="*/ 2740 h 49704"/>
                <a:gd name="connsiteX8" fmla="*/ 13747 w 38184"/>
                <a:gd name="connsiteY8" fmla="*/ 187 h 49704"/>
                <a:gd name="connsiteX9" fmla="*/ 4736 w 38184"/>
                <a:gd name="connsiteY9" fmla="*/ 4016 h 49704"/>
                <a:gd name="connsiteX10" fmla="*/ 455 w 38184"/>
                <a:gd name="connsiteY10" fmla="*/ 7771 h 49704"/>
                <a:gd name="connsiteX11" fmla="*/ 7514 w 38184"/>
                <a:gd name="connsiteY11" fmla="*/ 23163 h 49704"/>
                <a:gd name="connsiteX12" fmla="*/ 18479 w 38184"/>
                <a:gd name="connsiteY12" fmla="*/ 42460 h 4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84" h="49704">
                  <a:moveTo>
                    <a:pt x="18479" y="42460"/>
                  </a:moveTo>
                  <a:cubicBezTo>
                    <a:pt x="19455" y="45429"/>
                    <a:pt x="21490" y="47938"/>
                    <a:pt x="24186" y="49518"/>
                  </a:cubicBezTo>
                  <a:cubicBezTo>
                    <a:pt x="27799" y="50112"/>
                    <a:pt x="31486" y="49003"/>
                    <a:pt x="34175" y="46514"/>
                  </a:cubicBezTo>
                  <a:cubicBezTo>
                    <a:pt x="35519" y="45746"/>
                    <a:pt x="36653" y="44664"/>
                    <a:pt x="37479" y="43361"/>
                  </a:cubicBezTo>
                  <a:cubicBezTo>
                    <a:pt x="38380" y="41147"/>
                    <a:pt x="38380" y="38667"/>
                    <a:pt x="37479" y="36453"/>
                  </a:cubicBezTo>
                  <a:cubicBezTo>
                    <a:pt x="35759" y="30828"/>
                    <a:pt x="33709" y="25311"/>
                    <a:pt x="31321" y="19934"/>
                  </a:cubicBezTo>
                  <a:cubicBezTo>
                    <a:pt x="29368" y="15429"/>
                    <a:pt x="27340" y="10924"/>
                    <a:pt x="25163" y="6494"/>
                  </a:cubicBezTo>
                  <a:cubicBezTo>
                    <a:pt x="24622" y="5110"/>
                    <a:pt x="23833" y="3838"/>
                    <a:pt x="22835" y="2740"/>
                  </a:cubicBezTo>
                  <a:cubicBezTo>
                    <a:pt x="20401" y="457"/>
                    <a:pt x="17014" y="-496"/>
                    <a:pt x="13747" y="187"/>
                  </a:cubicBezTo>
                  <a:cubicBezTo>
                    <a:pt x="10533" y="909"/>
                    <a:pt x="7484" y="2207"/>
                    <a:pt x="4736" y="4016"/>
                  </a:cubicBezTo>
                  <a:cubicBezTo>
                    <a:pt x="2986" y="4844"/>
                    <a:pt x="1506" y="6144"/>
                    <a:pt x="455" y="7771"/>
                  </a:cubicBezTo>
                  <a:cubicBezTo>
                    <a:pt x="-1948" y="12426"/>
                    <a:pt x="5261" y="19709"/>
                    <a:pt x="7514" y="23163"/>
                  </a:cubicBezTo>
                  <a:cubicBezTo>
                    <a:pt x="11614" y="29331"/>
                    <a:pt x="15280" y="35779"/>
                    <a:pt x="18479" y="4246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4" name="Content Placeholder 4">
              <a:extLst>
                <a:ext uri="{FF2B5EF4-FFF2-40B4-BE49-F238E27FC236}">
                  <a16:creationId xmlns:a16="http://schemas.microsoft.com/office/drawing/2014/main" id="{BA62E59F-173C-2BC7-8591-5B48D9E48155}"/>
                </a:ext>
              </a:extLst>
            </p:cNvPr>
            <p:cNvSpPr/>
            <p:nvPr/>
          </p:nvSpPr>
          <p:spPr>
            <a:xfrm>
              <a:off x="8334142" y="575361"/>
              <a:ext cx="31950" cy="40384"/>
            </a:xfrm>
            <a:custGeom>
              <a:avLst/>
              <a:gdLst>
                <a:gd name="connsiteX0" fmla="*/ 30686 w 31950"/>
                <a:gd name="connsiteY0" fmla="*/ 29554 h 40384"/>
                <a:gd name="connsiteX1" fmla="*/ 23176 w 31950"/>
                <a:gd name="connsiteY1" fmla="*/ 11158 h 40384"/>
                <a:gd name="connsiteX2" fmla="*/ 16943 w 31950"/>
                <a:gd name="connsiteY2" fmla="*/ 1397 h 40384"/>
                <a:gd name="connsiteX3" fmla="*/ 13789 w 31950"/>
                <a:gd name="connsiteY3" fmla="*/ -30 h 40384"/>
                <a:gd name="connsiteX4" fmla="*/ 11461 w 31950"/>
                <a:gd name="connsiteY4" fmla="*/ 496 h 40384"/>
                <a:gd name="connsiteX5" fmla="*/ -29 w 31950"/>
                <a:gd name="connsiteY5" fmla="*/ 6052 h 40384"/>
                <a:gd name="connsiteX6" fmla="*/ -29 w 31950"/>
                <a:gd name="connsiteY6" fmla="*/ 6052 h 40384"/>
                <a:gd name="connsiteX7" fmla="*/ 13338 w 31950"/>
                <a:gd name="connsiteY7" fmla="*/ 29328 h 40384"/>
                <a:gd name="connsiteX8" fmla="*/ 19947 w 31950"/>
                <a:gd name="connsiteY8" fmla="*/ 39390 h 40384"/>
                <a:gd name="connsiteX9" fmla="*/ 21299 w 31950"/>
                <a:gd name="connsiteY9" fmla="*/ 40216 h 40384"/>
                <a:gd name="connsiteX10" fmla="*/ 23176 w 31950"/>
                <a:gd name="connsiteY10" fmla="*/ 40216 h 40384"/>
                <a:gd name="connsiteX11" fmla="*/ 26781 w 31950"/>
                <a:gd name="connsiteY11" fmla="*/ 39315 h 40384"/>
                <a:gd name="connsiteX12" fmla="*/ 30987 w 31950"/>
                <a:gd name="connsiteY12" fmla="*/ 36912 h 40384"/>
                <a:gd name="connsiteX13" fmla="*/ 31888 w 31950"/>
                <a:gd name="connsiteY13" fmla="*/ 33233 h 40384"/>
                <a:gd name="connsiteX14" fmla="*/ 30686 w 31950"/>
                <a:gd name="connsiteY14" fmla="*/ 29554 h 40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1950" h="40384">
                  <a:moveTo>
                    <a:pt x="30686" y="29554"/>
                  </a:moveTo>
                  <a:cubicBezTo>
                    <a:pt x="28509" y="23322"/>
                    <a:pt x="25805" y="17240"/>
                    <a:pt x="23176" y="11158"/>
                  </a:cubicBezTo>
                  <a:cubicBezTo>
                    <a:pt x="21892" y="7462"/>
                    <a:pt x="19752" y="4119"/>
                    <a:pt x="16943" y="1397"/>
                  </a:cubicBezTo>
                  <a:cubicBezTo>
                    <a:pt x="16087" y="569"/>
                    <a:pt x="14976" y="64"/>
                    <a:pt x="13789" y="-30"/>
                  </a:cubicBezTo>
                  <a:cubicBezTo>
                    <a:pt x="12985" y="-8"/>
                    <a:pt x="12197" y="171"/>
                    <a:pt x="11461" y="496"/>
                  </a:cubicBezTo>
                  <a:cubicBezTo>
                    <a:pt x="7481" y="2012"/>
                    <a:pt x="3635" y="3871"/>
                    <a:pt x="-29" y="6052"/>
                  </a:cubicBezTo>
                  <a:lnTo>
                    <a:pt x="-29" y="6052"/>
                  </a:lnTo>
                  <a:cubicBezTo>
                    <a:pt x="4905" y="13528"/>
                    <a:pt x="9366" y="21301"/>
                    <a:pt x="13338" y="29328"/>
                  </a:cubicBezTo>
                  <a:cubicBezTo>
                    <a:pt x="14848" y="33089"/>
                    <a:pt x="17093" y="36509"/>
                    <a:pt x="19947" y="39390"/>
                  </a:cubicBezTo>
                  <a:cubicBezTo>
                    <a:pt x="20323" y="39776"/>
                    <a:pt x="20788" y="40059"/>
                    <a:pt x="21299" y="40216"/>
                  </a:cubicBezTo>
                  <a:cubicBezTo>
                    <a:pt x="21915" y="40402"/>
                    <a:pt x="22568" y="40402"/>
                    <a:pt x="23176" y="40216"/>
                  </a:cubicBezTo>
                  <a:cubicBezTo>
                    <a:pt x="24401" y="40004"/>
                    <a:pt x="25602" y="39703"/>
                    <a:pt x="26781" y="39315"/>
                  </a:cubicBezTo>
                  <a:cubicBezTo>
                    <a:pt x="28411" y="39000"/>
                    <a:pt x="29890" y="38155"/>
                    <a:pt x="30987" y="36912"/>
                  </a:cubicBezTo>
                  <a:cubicBezTo>
                    <a:pt x="31708" y="35829"/>
                    <a:pt x="32031" y="34526"/>
                    <a:pt x="31888" y="33233"/>
                  </a:cubicBezTo>
                  <a:cubicBezTo>
                    <a:pt x="31625" y="31965"/>
                    <a:pt x="31227" y="30731"/>
                    <a:pt x="30686" y="29554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5" name="Content Placeholder 4">
              <a:extLst>
                <a:ext uri="{FF2B5EF4-FFF2-40B4-BE49-F238E27FC236}">
                  <a16:creationId xmlns:a16="http://schemas.microsoft.com/office/drawing/2014/main" id="{E2E952C4-144E-8A5D-9D62-2003CE2F62F9}"/>
                </a:ext>
              </a:extLst>
            </p:cNvPr>
            <p:cNvSpPr/>
            <p:nvPr/>
          </p:nvSpPr>
          <p:spPr>
            <a:xfrm>
              <a:off x="8360798" y="615382"/>
              <a:ext cx="3013" cy="2099"/>
            </a:xfrm>
            <a:custGeom>
              <a:avLst/>
              <a:gdLst>
                <a:gd name="connsiteX0" fmla="*/ 200 w 3013"/>
                <a:gd name="connsiteY0" fmla="*/ 570 h 2099"/>
                <a:gd name="connsiteX1" fmla="*/ 2829 w 3013"/>
                <a:gd name="connsiteY1" fmla="*/ 1171 h 2099"/>
                <a:gd name="connsiteX2" fmla="*/ 200 w 3013"/>
                <a:gd name="connsiteY2" fmla="*/ 570 h 2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13" h="2099">
                  <a:moveTo>
                    <a:pt x="200" y="570"/>
                  </a:moveTo>
                  <a:cubicBezTo>
                    <a:pt x="-851" y="2372"/>
                    <a:pt x="2003" y="2522"/>
                    <a:pt x="2829" y="1171"/>
                  </a:cubicBezTo>
                  <a:cubicBezTo>
                    <a:pt x="3655" y="-181"/>
                    <a:pt x="952" y="-406"/>
                    <a:pt x="200" y="570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6" name="Content Placeholder 4">
              <a:extLst>
                <a:ext uri="{FF2B5EF4-FFF2-40B4-BE49-F238E27FC236}">
                  <a16:creationId xmlns:a16="http://schemas.microsoft.com/office/drawing/2014/main" id="{2A450300-1444-DADD-DCF9-21BEA81401E1}"/>
                </a:ext>
              </a:extLst>
            </p:cNvPr>
            <p:cNvSpPr/>
            <p:nvPr/>
          </p:nvSpPr>
          <p:spPr>
            <a:xfrm>
              <a:off x="8300122" y="812466"/>
              <a:ext cx="180218" cy="473871"/>
            </a:xfrm>
            <a:custGeom>
              <a:avLst/>
              <a:gdLst>
                <a:gd name="connsiteX0" fmla="*/ 11837 w 180218"/>
                <a:gd name="connsiteY0" fmla="*/ 36249 h 473871"/>
                <a:gd name="connsiteX1" fmla="*/ -29 w 180218"/>
                <a:gd name="connsiteY1" fmla="*/ 471739 h 473871"/>
                <a:gd name="connsiteX2" fmla="*/ 27983 w 180218"/>
                <a:gd name="connsiteY2" fmla="*/ 472565 h 473871"/>
                <a:gd name="connsiteX3" fmla="*/ 81755 w 180218"/>
                <a:gd name="connsiteY3" fmla="*/ 158486 h 473871"/>
                <a:gd name="connsiteX4" fmla="*/ 95047 w 180218"/>
                <a:gd name="connsiteY4" fmla="*/ 158486 h 473871"/>
                <a:gd name="connsiteX5" fmla="*/ 102557 w 180218"/>
                <a:gd name="connsiteY5" fmla="*/ 473842 h 473871"/>
                <a:gd name="connsiteX6" fmla="*/ 127490 w 180218"/>
                <a:gd name="connsiteY6" fmla="*/ 473842 h 473871"/>
                <a:gd name="connsiteX7" fmla="*/ 180060 w 180218"/>
                <a:gd name="connsiteY7" fmla="*/ 38351 h 473871"/>
                <a:gd name="connsiteX8" fmla="*/ 108340 w 180218"/>
                <a:gd name="connsiteY8" fmla="*/ 208 h 473871"/>
                <a:gd name="connsiteX9" fmla="*/ 11837 w 180218"/>
                <a:gd name="connsiteY9" fmla="*/ 36249 h 473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0218" h="473871">
                  <a:moveTo>
                    <a:pt x="11837" y="36249"/>
                  </a:moveTo>
                  <a:cubicBezTo>
                    <a:pt x="11837" y="36249"/>
                    <a:pt x="196" y="413173"/>
                    <a:pt x="-29" y="471739"/>
                  </a:cubicBezTo>
                  <a:lnTo>
                    <a:pt x="27983" y="472565"/>
                  </a:lnTo>
                  <a:cubicBezTo>
                    <a:pt x="27983" y="472565"/>
                    <a:pt x="58549" y="176056"/>
                    <a:pt x="81755" y="158486"/>
                  </a:cubicBezTo>
                  <a:cubicBezTo>
                    <a:pt x="86156" y="157781"/>
                    <a:pt x="90646" y="157781"/>
                    <a:pt x="95047" y="158486"/>
                  </a:cubicBezTo>
                  <a:cubicBezTo>
                    <a:pt x="98802" y="159838"/>
                    <a:pt x="108490" y="452142"/>
                    <a:pt x="102557" y="473842"/>
                  </a:cubicBezTo>
                  <a:lnTo>
                    <a:pt x="127490" y="473842"/>
                  </a:lnTo>
                  <a:cubicBezTo>
                    <a:pt x="127490" y="473842"/>
                    <a:pt x="183215" y="122071"/>
                    <a:pt x="180060" y="38351"/>
                  </a:cubicBezTo>
                  <a:cubicBezTo>
                    <a:pt x="180060" y="38351"/>
                    <a:pt x="182238" y="-3546"/>
                    <a:pt x="108340" y="208"/>
                  </a:cubicBezTo>
                  <a:cubicBezTo>
                    <a:pt x="34442" y="3963"/>
                    <a:pt x="19196" y="-5423"/>
                    <a:pt x="11837" y="36249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7" name="Content Placeholder 4">
              <a:extLst>
                <a:ext uri="{FF2B5EF4-FFF2-40B4-BE49-F238E27FC236}">
                  <a16:creationId xmlns:a16="http://schemas.microsoft.com/office/drawing/2014/main" id="{7FF9D97E-7438-077B-A01C-57628EC4D443}"/>
                </a:ext>
              </a:extLst>
            </p:cNvPr>
            <p:cNvSpPr/>
            <p:nvPr/>
          </p:nvSpPr>
          <p:spPr>
            <a:xfrm>
              <a:off x="8345527" y="510916"/>
              <a:ext cx="29244" cy="63769"/>
            </a:xfrm>
            <a:custGeom>
              <a:avLst/>
              <a:gdLst>
                <a:gd name="connsiteX0" fmla="*/ 2780 w 29244"/>
                <a:gd name="connsiteY0" fmla="*/ 13433 h 63769"/>
                <a:gd name="connsiteX1" fmla="*/ 677 w 29244"/>
                <a:gd name="connsiteY1" fmla="*/ 38812 h 63769"/>
                <a:gd name="connsiteX2" fmla="*/ 7286 w 29244"/>
                <a:gd name="connsiteY2" fmla="*/ 63740 h 63769"/>
                <a:gd name="connsiteX3" fmla="*/ 22306 w 29244"/>
                <a:gd name="connsiteY3" fmla="*/ 28826 h 63769"/>
                <a:gd name="connsiteX4" fmla="*/ 29215 w 29244"/>
                <a:gd name="connsiteY4" fmla="*/ 12607 h 63769"/>
                <a:gd name="connsiteX5" fmla="*/ 23733 w 29244"/>
                <a:gd name="connsiteY5" fmla="*/ 2396 h 63769"/>
                <a:gd name="connsiteX6" fmla="*/ 2780 w 29244"/>
                <a:gd name="connsiteY6" fmla="*/ 13433 h 63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244" h="63769">
                  <a:moveTo>
                    <a:pt x="2780" y="13433"/>
                  </a:moveTo>
                  <a:cubicBezTo>
                    <a:pt x="-14" y="21587"/>
                    <a:pt x="-742" y="30309"/>
                    <a:pt x="677" y="38812"/>
                  </a:cubicBezTo>
                  <a:cubicBezTo>
                    <a:pt x="2089" y="47311"/>
                    <a:pt x="4305" y="55656"/>
                    <a:pt x="7286" y="63740"/>
                  </a:cubicBezTo>
                  <a:cubicBezTo>
                    <a:pt x="10868" y="51539"/>
                    <a:pt x="15908" y="39816"/>
                    <a:pt x="22306" y="28826"/>
                  </a:cubicBezTo>
                  <a:cubicBezTo>
                    <a:pt x="26113" y="24191"/>
                    <a:pt x="28509" y="18562"/>
                    <a:pt x="29215" y="12607"/>
                  </a:cubicBezTo>
                  <a:cubicBezTo>
                    <a:pt x="29035" y="8548"/>
                    <a:pt x="27015" y="4790"/>
                    <a:pt x="23733" y="2396"/>
                  </a:cubicBezTo>
                  <a:cubicBezTo>
                    <a:pt x="13594" y="-4512"/>
                    <a:pt x="6160" y="4648"/>
                    <a:pt x="2780" y="13433"/>
                  </a:cubicBezTo>
                  <a:close/>
                </a:path>
              </a:pathLst>
            </a:custGeom>
            <a:solidFill>
              <a:srgbClr val="EDE1B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8" name="Content Placeholder 4">
              <a:extLst>
                <a:ext uri="{FF2B5EF4-FFF2-40B4-BE49-F238E27FC236}">
                  <a16:creationId xmlns:a16="http://schemas.microsoft.com/office/drawing/2014/main" id="{39E5703D-EAE0-2B20-9CD5-509064479010}"/>
                </a:ext>
              </a:extLst>
            </p:cNvPr>
            <p:cNvSpPr/>
            <p:nvPr/>
          </p:nvSpPr>
          <p:spPr>
            <a:xfrm>
              <a:off x="8352045" y="504952"/>
              <a:ext cx="86313" cy="125601"/>
            </a:xfrm>
            <a:custGeom>
              <a:avLst/>
              <a:gdLst>
                <a:gd name="connsiteX0" fmla="*/ 1745 w 86313"/>
                <a:gd name="connsiteY0" fmla="*/ 82318 h 125601"/>
                <a:gd name="connsiteX1" fmla="*/ 4148 w 86313"/>
                <a:gd name="connsiteY1" fmla="*/ 98085 h 125601"/>
                <a:gd name="connsiteX2" fmla="*/ 27504 w 86313"/>
                <a:gd name="connsiteY2" fmla="*/ 120235 h 125601"/>
                <a:gd name="connsiteX3" fmla="*/ 50034 w 86313"/>
                <a:gd name="connsiteY3" fmla="*/ 124065 h 125601"/>
                <a:gd name="connsiteX4" fmla="*/ 65054 w 86313"/>
                <a:gd name="connsiteY4" fmla="*/ 107997 h 125601"/>
                <a:gd name="connsiteX5" fmla="*/ 76469 w 86313"/>
                <a:gd name="connsiteY5" fmla="*/ 96058 h 125601"/>
                <a:gd name="connsiteX6" fmla="*/ 86157 w 86313"/>
                <a:gd name="connsiteY6" fmla="*/ 58516 h 125601"/>
                <a:gd name="connsiteX7" fmla="*/ 72038 w 86313"/>
                <a:gd name="connsiteY7" fmla="*/ 12114 h 125601"/>
                <a:gd name="connsiteX8" fmla="*/ 50860 w 86313"/>
                <a:gd name="connsiteY8" fmla="*/ 1677 h 125601"/>
                <a:gd name="connsiteX9" fmla="*/ 8579 w 86313"/>
                <a:gd name="connsiteY9" fmla="*/ 19847 h 125601"/>
                <a:gd name="connsiteX10" fmla="*/ 1745 w 86313"/>
                <a:gd name="connsiteY10" fmla="*/ 82318 h 125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6313" h="125601">
                  <a:moveTo>
                    <a:pt x="1745" y="82318"/>
                  </a:moveTo>
                  <a:cubicBezTo>
                    <a:pt x="1819" y="87659"/>
                    <a:pt x="2623" y="92965"/>
                    <a:pt x="4148" y="98085"/>
                  </a:cubicBezTo>
                  <a:cubicBezTo>
                    <a:pt x="8856" y="108153"/>
                    <a:pt x="17200" y="116066"/>
                    <a:pt x="27504" y="120235"/>
                  </a:cubicBezTo>
                  <a:cubicBezTo>
                    <a:pt x="35014" y="123990"/>
                    <a:pt x="42899" y="127744"/>
                    <a:pt x="50034" y="124065"/>
                  </a:cubicBezTo>
                  <a:cubicBezTo>
                    <a:pt x="57169" y="120386"/>
                    <a:pt x="59872" y="113553"/>
                    <a:pt x="65054" y="107997"/>
                  </a:cubicBezTo>
                  <a:cubicBezTo>
                    <a:pt x="68659" y="103792"/>
                    <a:pt x="73014" y="100488"/>
                    <a:pt x="76469" y="96058"/>
                  </a:cubicBezTo>
                  <a:cubicBezTo>
                    <a:pt x="83611" y="84895"/>
                    <a:pt x="87005" y="71742"/>
                    <a:pt x="86157" y="58516"/>
                  </a:cubicBezTo>
                  <a:cubicBezTo>
                    <a:pt x="86157" y="41547"/>
                    <a:pt x="83153" y="23001"/>
                    <a:pt x="72038" y="12114"/>
                  </a:cubicBezTo>
                  <a:cubicBezTo>
                    <a:pt x="66090" y="6726"/>
                    <a:pt x="58753" y="3110"/>
                    <a:pt x="50860" y="1677"/>
                  </a:cubicBezTo>
                  <a:cubicBezTo>
                    <a:pt x="34203" y="-3721"/>
                    <a:pt x="16126" y="4049"/>
                    <a:pt x="8579" y="19847"/>
                  </a:cubicBezTo>
                  <a:cubicBezTo>
                    <a:pt x="-3588" y="40195"/>
                    <a:pt x="243" y="59117"/>
                    <a:pt x="1745" y="82318"/>
                  </a:cubicBezTo>
                  <a:close/>
                </a:path>
              </a:pathLst>
            </a:custGeom>
            <a:solidFill>
              <a:srgbClr val="F5D9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9" name="Content Placeholder 4">
              <a:extLst>
                <a:ext uri="{FF2B5EF4-FFF2-40B4-BE49-F238E27FC236}">
                  <a16:creationId xmlns:a16="http://schemas.microsoft.com/office/drawing/2014/main" id="{1C3E769C-798E-7C81-0A5F-5C7948B53D3C}"/>
                </a:ext>
              </a:extLst>
            </p:cNvPr>
            <p:cNvSpPr/>
            <p:nvPr/>
          </p:nvSpPr>
          <p:spPr>
            <a:xfrm>
              <a:off x="8355888" y="488915"/>
              <a:ext cx="107252" cy="121660"/>
            </a:xfrm>
            <a:custGeom>
              <a:avLst/>
              <a:gdLst>
                <a:gd name="connsiteX0" fmla="*/ 104018 w 107252"/>
                <a:gd name="connsiteY0" fmla="*/ 35359 h 121660"/>
                <a:gd name="connsiteX1" fmla="*/ 92903 w 107252"/>
                <a:gd name="connsiteY1" fmla="*/ 13584 h 121660"/>
                <a:gd name="connsiteX2" fmla="*/ 77207 w 107252"/>
                <a:gd name="connsiteY2" fmla="*/ 13134 h 121660"/>
                <a:gd name="connsiteX3" fmla="*/ 62187 w 107252"/>
                <a:gd name="connsiteY3" fmla="*/ 13509 h 121660"/>
                <a:gd name="connsiteX4" fmla="*/ 34100 w 107252"/>
                <a:gd name="connsiteY4" fmla="*/ 2922 h 121660"/>
                <a:gd name="connsiteX5" fmla="*/ 5637 w 107252"/>
                <a:gd name="connsiteY5" fmla="*/ 4950 h 121660"/>
                <a:gd name="connsiteX6" fmla="*/ 530 w 107252"/>
                <a:gd name="connsiteY6" fmla="*/ 22219 h 121660"/>
                <a:gd name="connsiteX7" fmla="*/ 5862 w 107252"/>
                <a:gd name="connsiteY7" fmla="*/ 30779 h 121660"/>
                <a:gd name="connsiteX8" fmla="*/ 34025 w 107252"/>
                <a:gd name="connsiteY8" fmla="*/ 51427 h 121660"/>
                <a:gd name="connsiteX9" fmla="*/ 61737 w 107252"/>
                <a:gd name="connsiteY9" fmla="*/ 49400 h 121660"/>
                <a:gd name="connsiteX10" fmla="*/ 66618 w 107252"/>
                <a:gd name="connsiteY10" fmla="*/ 89495 h 121660"/>
                <a:gd name="connsiteX11" fmla="*/ 74128 w 107252"/>
                <a:gd name="connsiteY11" fmla="*/ 74478 h 121660"/>
                <a:gd name="connsiteX12" fmla="*/ 77132 w 107252"/>
                <a:gd name="connsiteY12" fmla="*/ 81986 h 121660"/>
                <a:gd name="connsiteX13" fmla="*/ 74353 w 107252"/>
                <a:gd name="connsiteY13" fmla="*/ 90321 h 121660"/>
                <a:gd name="connsiteX14" fmla="*/ 66092 w 107252"/>
                <a:gd name="connsiteY14" fmla="*/ 121631 h 121660"/>
                <a:gd name="connsiteX15" fmla="*/ 69397 w 107252"/>
                <a:gd name="connsiteY15" fmla="*/ 118027 h 121660"/>
                <a:gd name="connsiteX16" fmla="*/ 69397 w 107252"/>
                <a:gd name="connsiteY16" fmla="*/ 120129 h 121660"/>
                <a:gd name="connsiteX17" fmla="*/ 101089 w 107252"/>
                <a:gd name="connsiteY17" fmla="*/ 83713 h 121660"/>
                <a:gd name="connsiteX18" fmla="*/ 107097 w 107252"/>
                <a:gd name="connsiteY18" fmla="*/ 65468 h 121660"/>
                <a:gd name="connsiteX19" fmla="*/ 104018 w 107252"/>
                <a:gd name="connsiteY19" fmla="*/ 35359 h 121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7252" h="121660">
                  <a:moveTo>
                    <a:pt x="104018" y="35359"/>
                  </a:moveTo>
                  <a:cubicBezTo>
                    <a:pt x="102591" y="26949"/>
                    <a:pt x="100563" y="17188"/>
                    <a:pt x="92903" y="13584"/>
                  </a:cubicBezTo>
                  <a:cubicBezTo>
                    <a:pt x="87826" y="11929"/>
                    <a:pt x="82374" y="11772"/>
                    <a:pt x="77207" y="13134"/>
                  </a:cubicBezTo>
                  <a:cubicBezTo>
                    <a:pt x="72243" y="13937"/>
                    <a:pt x="67189" y="14063"/>
                    <a:pt x="62187" y="13509"/>
                  </a:cubicBezTo>
                  <a:cubicBezTo>
                    <a:pt x="52462" y="11034"/>
                    <a:pt x="43036" y="7483"/>
                    <a:pt x="34100" y="2922"/>
                  </a:cubicBezTo>
                  <a:cubicBezTo>
                    <a:pt x="24953" y="-1646"/>
                    <a:pt x="14041" y="-869"/>
                    <a:pt x="5637" y="4950"/>
                  </a:cubicBezTo>
                  <a:cubicBezTo>
                    <a:pt x="876" y="9321"/>
                    <a:pt x="-1092" y="15962"/>
                    <a:pt x="530" y="22219"/>
                  </a:cubicBezTo>
                  <a:cubicBezTo>
                    <a:pt x="1334" y="25575"/>
                    <a:pt x="3204" y="28579"/>
                    <a:pt x="5862" y="30779"/>
                  </a:cubicBezTo>
                  <a:cubicBezTo>
                    <a:pt x="3084" y="42492"/>
                    <a:pt x="23661" y="50601"/>
                    <a:pt x="34025" y="51427"/>
                  </a:cubicBezTo>
                  <a:cubicBezTo>
                    <a:pt x="43307" y="51839"/>
                    <a:pt x="52612" y="51159"/>
                    <a:pt x="61737" y="49400"/>
                  </a:cubicBezTo>
                  <a:cubicBezTo>
                    <a:pt x="63389" y="62765"/>
                    <a:pt x="64966" y="76130"/>
                    <a:pt x="66618" y="89495"/>
                  </a:cubicBezTo>
                  <a:cubicBezTo>
                    <a:pt x="67767" y="83919"/>
                    <a:pt x="70358" y="78742"/>
                    <a:pt x="74128" y="74478"/>
                  </a:cubicBezTo>
                  <a:cubicBezTo>
                    <a:pt x="76509" y="76182"/>
                    <a:pt x="77680" y="79112"/>
                    <a:pt x="77132" y="81986"/>
                  </a:cubicBezTo>
                  <a:cubicBezTo>
                    <a:pt x="76539" y="84864"/>
                    <a:pt x="75600" y="87661"/>
                    <a:pt x="74353" y="90321"/>
                  </a:cubicBezTo>
                  <a:cubicBezTo>
                    <a:pt x="70674" y="100532"/>
                    <a:pt x="71500" y="112245"/>
                    <a:pt x="66092" y="121631"/>
                  </a:cubicBezTo>
                  <a:cubicBezTo>
                    <a:pt x="67272" y="120503"/>
                    <a:pt x="68375" y="119299"/>
                    <a:pt x="69397" y="118027"/>
                  </a:cubicBezTo>
                  <a:cubicBezTo>
                    <a:pt x="69397" y="118778"/>
                    <a:pt x="69397" y="119454"/>
                    <a:pt x="69397" y="120129"/>
                  </a:cubicBezTo>
                  <a:cubicBezTo>
                    <a:pt x="82862" y="110854"/>
                    <a:pt x="93759" y="98328"/>
                    <a:pt x="101089" y="83713"/>
                  </a:cubicBezTo>
                  <a:cubicBezTo>
                    <a:pt x="104100" y="78012"/>
                    <a:pt x="106136" y="71844"/>
                    <a:pt x="107097" y="65468"/>
                  </a:cubicBezTo>
                  <a:cubicBezTo>
                    <a:pt x="107608" y="55334"/>
                    <a:pt x="106571" y="45180"/>
                    <a:pt x="104018" y="35359"/>
                  </a:cubicBezTo>
                  <a:close/>
                </a:path>
              </a:pathLst>
            </a:custGeom>
            <a:solidFill>
              <a:srgbClr val="EDE1B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0" name="Content Placeholder 4">
              <a:extLst>
                <a:ext uri="{FF2B5EF4-FFF2-40B4-BE49-F238E27FC236}">
                  <a16:creationId xmlns:a16="http://schemas.microsoft.com/office/drawing/2014/main" id="{2759AE6D-8628-1A52-13C0-A24B2FC19AFB}"/>
                </a:ext>
              </a:extLst>
            </p:cNvPr>
            <p:cNvSpPr/>
            <p:nvPr/>
          </p:nvSpPr>
          <p:spPr>
            <a:xfrm>
              <a:off x="8303258" y="630785"/>
              <a:ext cx="185711" cy="278103"/>
            </a:xfrm>
            <a:custGeom>
              <a:avLst/>
              <a:gdLst>
                <a:gd name="connsiteX0" fmla="*/ 139 w 185711"/>
                <a:gd name="connsiteY0" fmla="*/ 244134 h 278103"/>
                <a:gd name="connsiteX1" fmla="*/ 1415 w 185711"/>
                <a:gd name="connsiteY1" fmla="*/ 255997 h 278103"/>
                <a:gd name="connsiteX2" fmla="*/ 37163 w 185711"/>
                <a:gd name="connsiteY2" fmla="*/ 267335 h 278103"/>
                <a:gd name="connsiteX3" fmla="*/ 159276 w 185711"/>
                <a:gd name="connsiteY3" fmla="*/ 277997 h 278103"/>
                <a:gd name="connsiteX4" fmla="*/ 171442 w 185711"/>
                <a:gd name="connsiteY4" fmla="*/ 275669 h 278103"/>
                <a:gd name="connsiteX5" fmla="*/ 182256 w 185711"/>
                <a:gd name="connsiteY5" fmla="*/ 259751 h 278103"/>
                <a:gd name="connsiteX6" fmla="*/ 181505 w 185711"/>
                <a:gd name="connsiteY6" fmla="*/ 166872 h 278103"/>
                <a:gd name="connsiteX7" fmla="*/ 180078 w 185711"/>
                <a:gd name="connsiteY7" fmla="*/ 93139 h 278103"/>
                <a:gd name="connsiteX8" fmla="*/ 162880 w 185711"/>
                <a:gd name="connsiteY8" fmla="*/ 25112 h 278103"/>
                <a:gd name="connsiteX9" fmla="*/ 147860 w 185711"/>
                <a:gd name="connsiteY9" fmla="*/ 8143 h 278103"/>
                <a:gd name="connsiteX10" fmla="*/ 126307 w 185711"/>
                <a:gd name="connsiteY10" fmla="*/ 2887 h 278103"/>
                <a:gd name="connsiteX11" fmla="*/ 81923 w 185711"/>
                <a:gd name="connsiteY11" fmla="*/ 2887 h 278103"/>
                <a:gd name="connsiteX12" fmla="*/ 54511 w 185711"/>
                <a:gd name="connsiteY12" fmla="*/ 860 h 278103"/>
                <a:gd name="connsiteX13" fmla="*/ 47001 w 185711"/>
                <a:gd name="connsiteY13" fmla="*/ 2587 h 278103"/>
                <a:gd name="connsiteX14" fmla="*/ 41894 w 185711"/>
                <a:gd name="connsiteY14" fmla="*/ 15727 h 278103"/>
                <a:gd name="connsiteX15" fmla="*/ 26274 w 185711"/>
                <a:gd name="connsiteY15" fmla="*/ 69262 h 278103"/>
                <a:gd name="connsiteX16" fmla="*/ 11779 w 185711"/>
                <a:gd name="connsiteY16" fmla="*/ 179636 h 278103"/>
                <a:gd name="connsiteX17" fmla="*/ 139 w 185711"/>
                <a:gd name="connsiteY17" fmla="*/ 244134 h 27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5711" h="278103">
                  <a:moveTo>
                    <a:pt x="139" y="244134"/>
                  </a:moveTo>
                  <a:cubicBezTo>
                    <a:pt x="-304" y="248134"/>
                    <a:pt x="132" y="252184"/>
                    <a:pt x="1415" y="255997"/>
                  </a:cubicBezTo>
                  <a:cubicBezTo>
                    <a:pt x="5396" y="265007"/>
                    <a:pt x="26274" y="265383"/>
                    <a:pt x="37163" y="267335"/>
                  </a:cubicBezTo>
                  <a:cubicBezTo>
                    <a:pt x="77394" y="275082"/>
                    <a:pt x="118316" y="278655"/>
                    <a:pt x="159276" y="277997"/>
                  </a:cubicBezTo>
                  <a:cubicBezTo>
                    <a:pt x="163444" y="278039"/>
                    <a:pt x="167582" y="277248"/>
                    <a:pt x="171442" y="275669"/>
                  </a:cubicBezTo>
                  <a:cubicBezTo>
                    <a:pt x="177157" y="272157"/>
                    <a:pt x="181100" y="266361"/>
                    <a:pt x="182256" y="259751"/>
                  </a:cubicBezTo>
                  <a:cubicBezTo>
                    <a:pt x="190517" y="230694"/>
                    <a:pt x="181205" y="196831"/>
                    <a:pt x="181505" y="166872"/>
                  </a:cubicBezTo>
                  <a:cubicBezTo>
                    <a:pt x="181505" y="142244"/>
                    <a:pt x="181956" y="117691"/>
                    <a:pt x="180078" y="93139"/>
                  </a:cubicBezTo>
                  <a:cubicBezTo>
                    <a:pt x="179230" y="69501"/>
                    <a:pt x="173372" y="46313"/>
                    <a:pt x="162880" y="25112"/>
                  </a:cubicBezTo>
                  <a:cubicBezTo>
                    <a:pt x="159613" y="18129"/>
                    <a:pt x="154394" y="12238"/>
                    <a:pt x="147860" y="8143"/>
                  </a:cubicBezTo>
                  <a:cubicBezTo>
                    <a:pt x="141116" y="4925"/>
                    <a:pt x="133779" y="3135"/>
                    <a:pt x="126307" y="2887"/>
                  </a:cubicBezTo>
                  <a:cubicBezTo>
                    <a:pt x="111542" y="1573"/>
                    <a:pt x="96687" y="1573"/>
                    <a:pt x="81923" y="2887"/>
                  </a:cubicBezTo>
                  <a:cubicBezTo>
                    <a:pt x="72738" y="3541"/>
                    <a:pt x="63501" y="2859"/>
                    <a:pt x="54511" y="860"/>
                  </a:cubicBezTo>
                  <a:cubicBezTo>
                    <a:pt x="49329" y="-41"/>
                    <a:pt x="50456" y="-1167"/>
                    <a:pt x="47001" y="2587"/>
                  </a:cubicBezTo>
                  <a:cubicBezTo>
                    <a:pt x="44598" y="6662"/>
                    <a:pt x="42878" y="11100"/>
                    <a:pt x="41894" y="15727"/>
                  </a:cubicBezTo>
                  <a:cubicBezTo>
                    <a:pt x="35518" y="33209"/>
                    <a:pt x="30299" y="51093"/>
                    <a:pt x="26274" y="69262"/>
                  </a:cubicBezTo>
                  <a:cubicBezTo>
                    <a:pt x="18568" y="105619"/>
                    <a:pt x="13725" y="142523"/>
                    <a:pt x="11779" y="179636"/>
                  </a:cubicBezTo>
                  <a:cubicBezTo>
                    <a:pt x="10352" y="200209"/>
                    <a:pt x="965" y="223711"/>
                    <a:pt x="139" y="244134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1" name="Content Placeholder 4">
              <a:extLst>
                <a:ext uri="{FF2B5EF4-FFF2-40B4-BE49-F238E27FC236}">
                  <a16:creationId xmlns:a16="http://schemas.microsoft.com/office/drawing/2014/main" id="{6BFFA533-027D-6F53-900E-0CD16A61D0D8}"/>
                </a:ext>
              </a:extLst>
            </p:cNvPr>
            <p:cNvSpPr/>
            <p:nvPr/>
          </p:nvSpPr>
          <p:spPr>
            <a:xfrm>
              <a:off x="8329774" y="644569"/>
              <a:ext cx="55504" cy="174048"/>
            </a:xfrm>
            <a:custGeom>
              <a:avLst/>
              <a:gdLst>
                <a:gd name="connsiteX0" fmla="*/ 51577 w 55504"/>
                <a:gd name="connsiteY0" fmla="*/ -9 h 174048"/>
                <a:gd name="connsiteX1" fmla="*/ 54957 w 55504"/>
                <a:gd name="connsiteY1" fmla="*/ 7949 h 174048"/>
                <a:gd name="connsiteX2" fmla="*/ 48498 w 55504"/>
                <a:gd name="connsiteY2" fmla="*/ 15458 h 174048"/>
                <a:gd name="connsiteX3" fmla="*/ 40613 w 55504"/>
                <a:gd name="connsiteY3" fmla="*/ 37007 h 174048"/>
                <a:gd name="connsiteX4" fmla="*/ 28897 w 55504"/>
                <a:gd name="connsiteY4" fmla="*/ 107512 h 174048"/>
                <a:gd name="connsiteX5" fmla="*/ 26644 w 55504"/>
                <a:gd name="connsiteY5" fmla="*/ 132740 h 174048"/>
                <a:gd name="connsiteX6" fmla="*/ 29498 w 55504"/>
                <a:gd name="connsiteY6" fmla="*/ 157818 h 174048"/>
                <a:gd name="connsiteX7" fmla="*/ 27921 w 55504"/>
                <a:gd name="connsiteY7" fmla="*/ 164275 h 174048"/>
                <a:gd name="connsiteX8" fmla="*/ 24016 w 55504"/>
                <a:gd name="connsiteY8" fmla="*/ 167504 h 174048"/>
                <a:gd name="connsiteX9" fmla="*/ 15679 w 55504"/>
                <a:gd name="connsiteY9" fmla="*/ 172835 h 174048"/>
                <a:gd name="connsiteX10" fmla="*/ 11549 w 55504"/>
                <a:gd name="connsiteY10" fmla="*/ 173961 h 174048"/>
                <a:gd name="connsiteX11" fmla="*/ 8470 w 55504"/>
                <a:gd name="connsiteY11" fmla="*/ 170658 h 174048"/>
                <a:gd name="connsiteX12" fmla="*/ 3288 w 55504"/>
                <a:gd name="connsiteY12" fmla="*/ 165176 h 174048"/>
                <a:gd name="connsiteX13" fmla="*/ 1561 w 55504"/>
                <a:gd name="connsiteY13" fmla="*/ 143928 h 174048"/>
                <a:gd name="connsiteX14" fmla="*/ 12375 w 55504"/>
                <a:gd name="connsiteY14" fmla="*/ 94972 h 174048"/>
                <a:gd name="connsiteX15" fmla="*/ 34079 w 55504"/>
                <a:gd name="connsiteY15" fmla="*/ 25294 h 174048"/>
                <a:gd name="connsiteX16" fmla="*/ 38209 w 55504"/>
                <a:gd name="connsiteY16" fmla="*/ 14932 h 174048"/>
                <a:gd name="connsiteX17" fmla="*/ 36708 w 55504"/>
                <a:gd name="connsiteY17" fmla="*/ 5021 h 174048"/>
                <a:gd name="connsiteX18" fmla="*/ 51577 w 55504"/>
                <a:gd name="connsiteY18" fmla="*/ -9 h 17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5504" h="174048">
                  <a:moveTo>
                    <a:pt x="51577" y="-9"/>
                  </a:moveTo>
                  <a:cubicBezTo>
                    <a:pt x="54957" y="-9"/>
                    <a:pt x="56309" y="4796"/>
                    <a:pt x="54957" y="7949"/>
                  </a:cubicBezTo>
                  <a:cubicBezTo>
                    <a:pt x="53192" y="10762"/>
                    <a:pt x="51014" y="13293"/>
                    <a:pt x="48498" y="15458"/>
                  </a:cubicBezTo>
                  <a:cubicBezTo>
                    <a:pt x="43932" y="21775"/>
                    <a:pt x="41198" y="29234"/>
                    <a:pt x="40613" y="37007"/>
                  </a:cubicBezTo>
                  <a:lnTo>
                    <a:pt x="28897" y="107512"/>
                  </a:lnTo>
                  <a:cubicBezTo>
                    <a:pt x="27170" y="115805"/>
                    <a:pt x="26419" y="124272"/>
                    <a:pt x="26644" y="132740"/>
                  </a:cubicBezTo>
                  <a:cubicBezTo>
                    <a:pt x="27170" y="141149"/>
                    <a:pt x="29648" y="149409"/>
                    <a:pt x="29498" y="157818"/>
                  </a:cubicBezTo>
                  <a:cubicBezTo>
                    <a:pt x="29640" y="160081"/>
                    <a:pt x="29085" y="162332"/>
                    <a:pt x="27921" y="164275"/>
                  </a:cubicBezTo>
                  <a:cubicBezTo>
                    <a:pt x="26854" y="165607"/>
                    <a:pt x="25525" y="166707"/>
                    <a:pt x="24016" y="167504"/>
                  </a:cubicBezTo>
                  <a:lnTo>
                    <a:pt x="15679" y="172835"/>
                  </a:lnTo>
                  <a:cubicBezTo>
                    <a:pt x="14523" y="173771"/>
                    <a:pt x="13021" y="174179"/>
                    <a:pt x="11549" y="173961"/>
                  </a:cubicBezTo>
                  <a:cubicBezTo>
                    <a:pt x="10047" y="173511"/>
                    <a:pt x="9371" y="171934"/>
                    <a:pt x="8470" y="170658"/>
                  </a:cubicBezTo>
                  <a:cubicBezTo>
                    <a:pt x="7569" y="169381"/>
                    <a:pt x="4865" y="167129"/>
                    <a:pt x="3288" y="165176"/>
                  </a:cubicBezTo>
                  <a:cubicBezTo>
                    <a:pt x="-422" y="158703"/>
                    <a:pt x="-1053" y="150915"/>
                    <a:pt x="1561" y="143928"/>
                  </a:cubicBezTo>
                  <a:lnTo>
                    <a:pt x="12375" y="94972"/>
                  </a:lnTo>
                  <a:cubicBezTo>
                    <a:pt x="16776" y="70956"/>
                    <a:pt x="24061" y="47560"/>
                    <a:pt x="34079" y="25294"/>
                  </a:cubicBezTo>
                  <a:cubicBezTo>
                    <a:pt x="35979" y="22072"/>
                    <a:pt x="37368" y="18578"/>
                    <a:pt x="38209" y="14932"/>
                  </a:cubicBezTo>
                  <a:cubicBezTo>
                    <a:pt x="38735" y="11554"/>
                    <a:pt x="36182" y="7424"/>
                    <a:pt x="36708" y="5021"/>
                  </a:cubicBezTo>
                  <a:cubicBezTo>
                    <a:pt x="37534" y="1417"/>
                    <a:pt x="47973" y="-235"/>
                    <a:pt x="51577" y="-9"/>
                  </a:cubicBezTo>
                  <a:close/>
                </a:path>
              </a:pathLst>
            </a:custGeom>
            <a:solidFill>
              <a:srgbClr val="36363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2" name="Content Placeholder 4">
              <a:extLst>
                <a:ext uri="{FF2B5EF4-FFF2-40B4-BE49-F238E27FC236}">
                  <a16:creationId xmlns:a16="http://schemas.microsoft.com/office/drawing/2014/main" id="{616BA1FE-5FE9-934D-D311-D1270F918C42}"/>
                </a:ext>
              </a:extLst>
            </p:cNvPr>
            <p:cNvSpPr/>
            <p:nvPr/>
          </p:nvSpPr>
          <p:spPr>
            <a:xfrm>
              <a:off x="8359530" y="805172"/>
              <a:ext cx="299970" cy="72085"/>
            </a:xfrm>
            <a:custGeom>
              <a:avLst/>
              <a:gdLst>
                <a:gd name="connsiteX0" fmla="*/ 252978 w 299970"/>
                <a:gd name="connsiteY0" fmla="*/ 969 h 72085"/>
                <a:gd name="connsiteX1" fmla="*/ 286623 w 299970"/>
                <a:gd name="connsiteY1" fmla="*/ 4198 h 72085"/>
                <a:gd name="connsiteX2" fmla="*/ 297738 w 299970"/>
                <a:gd name="connsiteY2" fmla="*/ 32580 h 72085"/>
                <a:gd name="connsiteX3" fmla="*/ 276710 w 299970"/>
                <a:gd name="connsiteY3" fmla="*/ 43843 h 72085"/>
                <a:gd name="connsiteX4" fmla="*/ 32935 w 299970"/>
                <a:gd name="connsiteY4" fmla="*/ 71699 h 72085"/>
                <a:gd name="connsiteX5" fmla="*/ 14912 w 299970"/>
                <a:gd name="connsiteY5" fmla="*/ 70348 h 72085"/>
                <a:gd name="connsiteX6" fmla="*/ 4397 w 299970"/>
                <a:gd name="connsiteY6" fmla="*/ 38136 h 72085"/>
                <a:gd name="connsiteX7" fmla="*/ 28354 w 299970"/>
                <a:gd name="connsiteY7" fmla="*/ 32430 h 72085"/>
                <a:gd name="connsiteX8" fmla="*/ 58394 w 299970"/>
                <a:gd name="connsiteY8" fmla="*/ 26949 h 72085"/>
                <a:gd name="connsiteX9" fmla="*/ 182009 w 299970"/>
                <a:gd name="connsiteY9" fmla="*/ 8553 h 72085"/>
                <a:gd name="connsiteX10" fmla="*/ 252978 w 299970"/>
                <a:gd name="connsiteY10" fmla="*/ 969 h 72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9970" h="72085">
                  <a:moveTo>
                    <a:pt x="252978" y="969"/>
                  </a:moveTo>
                  <a:cubicBezTo>
                    <a:pt x="264273" y="-1080"/>
                    <a:pt x="275921" y="37"/>
                    <a:pt x="286623" y="4198"/>
                  </a:cubicBezTo>
                  <a:cubicBezTo>
                    <a:pt x="296837" y="9304"/>
                    <a:pt x="303670" y="22819"/>
                    <a:pt x="297738" y="32580"/>
                  </a:cubicBezTo>
                  <a:cubicBezTo>
                    <a:pt x="292496" y="38968"/>
                    <a:pt x="284933" y="43017"/>
                    <a:pt x="276710" y="43843"/>
                  </a:cubicBezTo>
                  <a:cubicBezTo>
                    <a:pt x="196803" y="61713"/>
                    <a:pt x="114719" y="66368"/>
                    <a:pt x="32935" y="71699"/>
                  </a:cubicBezTo>
                  <a:cubicBezTo>
                    <a:pt x="26898" y="72460"/>
                    <a:pt x="20769" y="72000"/>
                    <a:pt x="14912" y="70348"/>
                  </a:cubicBezTo>
                  <a:cubicBezTo>
                    <a:pt x="4548" y="66518"/>
                    <a:pt x="-6342" y="46996"/>
                    <a:pt x="4397" y="38136"/>
                  </a:cubicBezTo>
                  <a:cubicBezTo>
                    <a:pt x="9880" y="33556"/>
                    <a:pt x="21670" y="33706"/>
                    <a:pt x="28354" y="32430"/>
                  </a:cubicBezTo>
                  <a:cubicBezTo>
                    <a:pt x="38493" y="30553"/>
                    <a:pt x="48631" y="28676"/>
                    <a:pt x="58394" y="26949"/>
                  </a:cubicBezTo>
                  <a:cubicBezTo>
                    <a:pt x="99399" y="19741"/>
                    <a:pt x="140606" y="13608"/>
                    <a:pt x="182009" y="8553"/>
                  </a:cubicBezTo>
                  <a:cubicBezTo>
                    <a:pt x="205793" y="5700"/>
                    <a:pt x="229449" y="3172"/>
                    <a:pt x="252978" y="969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3" name="Content Placeholder 4">
              <a:extLst>
                <a:ext uri="{FF2B5EF4-FFF2-40B4-BE49-F238E27FC236}">
                  <a16:creationId xmlns:a16="http://schemas.microsoft.com/office/drawing/2014/main" id="{C9E0EB3E-2610-333C-D656-B540C76E0259}"/>
                </a:ext>
              </a:extLst>
            </p:cNvPr>
            <p:cNvSpPr/>
            <p:nvPr/>
          </p:nvSpPr>
          <p:spPr>
            <a:xfrm>
              <a:off x="8367139" y="842035"/>
              <a:ext cx="26650" cy="27738"/>
            </a:xfrm>
            <a:custGeom>
              <a:avLst/>
              <a:gdLst>
                <a:gd name="connsiteX0" fmla="*/ 23825 w 26650"/>
                <a:gd name="connsiteY0" fmla="*/ 9307 h 27738"/>
                <a:gd name="connsiteX1" fmla="*/ 3172 w 26650"/>
                <a:gd name="connsiteY1" fmla="*/ 3151 h 27738"/>
                <a:gd name="connsiteX2" fmla="*/ 7303 w 26650"/>
                <a:gd name="connsiteY2" fmla="*/ 27253 h 27738"/>
                <a:gd name="connsiteX3" fmla="*/ 9406 w 26650"/>
                <a:gd name="connsiteY3" fmla="*/ 25676 h 27738"/>
                <a:gd name="connsiteX4" fmla="*/ 3473 w 26650"/>
                <a:gd name="connsiteY4" fmla="*/ 12912 h 27738"/>
                <a:gd name="connsiteX5" fmla="*/ 9203 w 26650"/>
                <a:gd name="connsiteY5" fmla="*/ 3970 h 27738"/>
                <a:gd name="connsiteX6" fmla="*/ 13987 w 26650"/>
                <a:gd name="connsiteY6" fmla="*/ 4502 h 27738"/>
                <a:gd name="connsiteX7" fmla="*/ 22173 w 26650"/>
                <a:gd name="connsiteY7" fmla="*/ 16516 h 27738"/>
                <a:gd name="connsiteX8" fmla="*/ 22774 w 26650"/>
                <a:gd name="connsiteY8" fmla="*/ 20495 h 27738"/>
                <a:gd name="connsiteX9" fmla="*/ 22774 w 26650"/>
                <a:gd name="connsiteY9" fmla="*/ 21696 h 27738"/>
                <a:gd name="connsiteX10" fmla="*/ 19394 w 26650"/>
                <a:gd name="connsiteY10" fmla="*/ 20946 h 27738"/>
                <a:gd name="connsiteX11" fmla="*/ 16840 w 26650"/>
                <a:gd name="connsiteY11" fmla="*/ 16966 h 27738"/>
                <a:gd name="connsiteX12" fmla="*/ 15489 w 26650"/>
                <a:gd name="connsiteY12" fmla="*/ 13137 h 27738"/>
                <a:gd name="connsiteX13" fmla="*/ 16691 w 26650"/>
                <a:gd name="connsiteY13" fmla="*/ 8707 h 27738"/>
                <a:gd name="connsiteX14" fmla="*/ 18943 w 26650"/>
                <a:gd name="connsiteY14" fmla="*/ 25526 h 27738"/>
                <a:gd name="connsiteX15" fmla="*/ 26161 w 26650"/>
                <a:gd name="connsiteY15" fmla="*/ 23750 h 27738"/>
                <a:gd name="connsiteX16" fmla="*/ 26453 w 26650"/>
                <a:gd name="connsiteY16" fmla="*/ 23198 h 27738"/>
                <a:gd name="connsiteX17" fmla="*/ 23825 w 26650"/>
                <a:gd name="connsiteY17" fmla="*/ 9307 h 27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6650" h="27738">
                  <a:moveTo>
                    <a:pt x="23825" y="9307"/>
                  </a:moveTo>
                  <a:cubicBezTo>
                    <a:pt x="20370" y="1799"/>
                    <a:pt x="10007" y="-3832"/>
                    <a:pt x="3172" y="3151"/>
                  </a:cubicBezTo>
                  <a:cubicBezTo>
                    <a:pt x="-3662" y="10133"/>
                    <a:pt x="1745" y="21021"/>
                    <a:pt x="7303" y="27253"/>
                  </a:cubicBezTo>
                  <a:cubicBezTo>
                    <a:pt x="8279" y="28379"/>
                    <a:pt x="10307" y="27253"/>
                    <a:pt x="9406" y="25676"/>
                  </a:cubicBezTo>
                  <a:cubicBezTo>
                    <a:pt x="6191" y="22114"/>
                    <a:pt x="4119" y="17666"/>
                    <a:pt x="3473" y="12912"/>
                  </a:cubicBezTo>
                  <a:cubicBezTo>
                    <a:pt x="2586" y="8861"/>
                    <a:pt x="5147" y="4858"/>
                    <a:pt x="9203" y="3970"/>
                  </a:cubicBezTo>
                  <a:cubicBezTo>
                    <a:pt x="10810" y="3618"/>
                    <a:pt x="12492" y="3805"/>
                    <a:pt x="13987" y="4502"/>
                  </a:cubicBezTo>
                  <a:cubicBezTo>
                    <a:pt x="18598" y="6831"/>
                    <a:pt x="21692" y="11369"/>
                    <a:pt x="22173" y="16516"/>
                  </a:cubicBezTo>
                  <a:cubicBezTo>
                    <a:pt x="22578" y="17803"/>
                    <a:pt x="22781" y="19145"/>
                    <a:pt x="22774" y="20495"/>
                  </a:cubicBezTo>
                  <a:lnTo>
                    <a:pt x="22774" y="21696"/>
                  </a:lnTo>
                  <a:lnTo>
                    <a:pt x="19394" y="20946"/>
                  </a:lnTo>
                  <a:cubicBezTo>
                    <a:pt x="18260" y="19821"/>
                    <a:pt x="17389" y="18463"/>
                    <a:pt x="16840" y="16966"/>
                  </a:cubicBezTo>
                  <a:cubicBezTo>
                    <a:pt x="16840" y="16966"/>
                    <a:pt x="15564" y="13137"/>
                    <a:pt x="15489" y="13137"/>
                  </a:cubicBezTo>
                  <a:cubicBezTo>
                    <a:pt x="18343" y="13738"/>
                    <a:pt x="19619" y="9307"/>
                    <a:pt x="16691" y="8707"/>
                  </a:cubicBezTo>
                  <a:cubicBezTo>
                    <a:pt x="6402" y="6604"/>
                    <a:pt x="13837" y="23123"/>
                    <a:pt x="18943" y="25526"/>
                  </a:cubicBezTo>
                  <a:cubicBezTo>
                    <a:pt x="21429" y="27028"/>
                    <a:pt x="24658" y="26234"/>
                    <a:pt x="26161" y="23750"/>
                  </a:cubicBezTo>
                  <a:cubicBezTo>
                    <a:pt x="26273" y="23572"/>
                    <a:pt x="26371" y="23388"/>
                    <a:pt x="26453" y="23198"/>
                  </a:cubicBezTo>
                  <a:cubicBezTo>
                    <a:pt x="27031" y="18408"/>
                    <a:pt x="26108" y="13557"/>
                    <a:pt x="23825" y="9307"/>
                  </a:cubicBezTo>
                  <a:close/>
                </a:path>
              </a:pathLst>
            </a:custGeom>
            <a:solidFill>
              <a:srgbClr val="E0E0E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4" name="Content Placeholder 4">
              <a:extLst>
                <a:ext uri="{FF2B5EF4-FFF2-40B4-BE49-F238E27FC236}">
                  <a16:creationId xmlns:a16="http://schemas.microsoft.com/office/drawing/2014/main" id="{02CE3195-A1DF-3E87-2A41-5379B8733CC9}"/>
                </a:ext>
              </a:extLst>
            </p:cNvPr>
            <p:cNvSpPr/>
            <p:nvPr/>
          </p:nvSpPr>
          <p:spPr>
            <a:xfrm>
              <a:off x="8376908" y="751510"/>
              <a:ext cx="238255" cy="166295"/>
            </a:xfrm>
            <a:custGeom>
              <a:avLst/>
              <a:gdLst>
                <a:gd name="connsiteX0" fmla="*/ 161177 w 238255"/>
                <a:gd name="connsiteY0" fmla="*/ 25124 h 166295"/>
                <a:gd name="connsiteX1" fmla="*/ 215474 w 238255"/>
                <a:gd name="connsiteY1" fmla="*/ -30 h 166295"/>
                <a:gd name="connsiteX2" fmla="*/ 238004 w 238255"/>
                <a:gd name="connsiteY2" fmla="*/ 13861 h 166295"/>
                <a:gd name="connsiteX3" fmla="*/ 222984 w 238255"/>
                <a:gd name="connsiteY3" fmla="*/ 37287 h 166295"/>
                <a:gd name="connsiteX4" fmla="*/ 83824 w 238255"/>
                <a:gd name="connsiteY4" fmla="*/ 138952 h 166295"/>
                <a:gd name="connsiteX5" fmla="*/ 53784 w 238255"/>
                <a:gd name="connsiteY5" fmla="*/ 160801 h 166295"/>
                <a:gd name="connsiteX6" fmla="*/ 17586 w 238255"/>
                <a:gd name="connsiteY6" fmla="*/ 163805 h 166295"/>
                <a:gd name="connsiteX7" fmla="*/ 1139 w 238255"/>
                <a:gd name="connsiteY7" fmla="*/ 136249 h 166295"/>
                <a:gd name="connsiteX8" fmla="*/ 15708 w 238255"/>
                <a:gd name="connsiteY8" fmla="*/ 125512 h 166295"/>
                <a:gd name="connsiteX9" fmla="*/ 36736 w 238255"/>
                <a:gd name="connsiteY9" fmla="*/ 111846 h 166295"/>
                <a:gd name="connsiteX10" fmla="*/ 117469 w 238255"/>
                <a:gd name="connsiteY10" fmla="*/ 56809 h 166295"/>
                <a:gd name="connsiteX11" fmla="*/ 161177 w 238255"/>
                <a:gd name="connsiteY11" fmla="*/ 25124 h 166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8255" h="166295">
                  <a:moveTo>
                    <a:pt x="161177" y="25124"/>
                  </a:moveTo>
                  <a:cubicBezTo>
                    <a:pt x="177473" y="13035"/>
                    <a:pt x="195197" y="196"/>
                    <a:pt x="215474" y="-30"/>
                  </a:cubicBezTo>
                  <a:cubicBezTo>
                    <a:pt x="225087" y="-30"/>
                    <a:pt x="236277" y="4400"/>
                    <a:pt x="238004" y="13861"/>
                  </a:cubicBezTo>
                  <a:cubicBezTo>
                    <a:pt x="239732" y="23322"/>
                    <a:pt x="231095" y="31506"/>
                    <a:pt x="222984" y="37287"/>
                  </a:cubicBezTo>
                  <a:cubicBezTo>
                    <a:pt x="176723" y="71376"/>
                    <a:pt x="127908" y="102010"/>
                    <a:pt x="83824" y="138952"/>
                  </a:cubicBezTo>
                  <a:cubicBezTo>
                    <a:pt x="74714" y="147404"/>
                    <a:pt x="64628" y="154739"/>
                    <a:pt x="53784" y="160801"/>
                  </a:cubicBezTo>
                  <a:cubicBezTo>
                    <a:pt x="42677" y="166836"/>
                    <a:pt x="29542" y="167925"/>
                    <a:pt x="17586" y="163805"/>
                  </a:cubicBezTo>
                  <a:cubicBezTo>
                    <a:pt x="8799" y="160126"/>
                    <a:pt x="-3968" y="146760"/>
                    <a:pt x="1139" y="136249"/>
                  </a:cubicBezTo>
                  <a:cubicBezTo>
                    <a:pt x="3542" y="131368"/>
                    <a:pt x="11428" y="128215"/>
                    <a:pt x="15708" y="125512"/>
                  </a:cubicBezTo>
                  <a:cubicBezTo>
                    <a:pt x="22768" y="121006"/>
                    <a:pt x="29752" y="116426"/>
                    <a:pt x="36736" y="111846"/>
                  </a:cubicBezTo>
                  <a:cubicBezTo>
                    <a:pt x="63975" y="94026"/>
                    <a:pt x="90883" y="75680"/>
                    <a:pt x="117469" y="56809"/>
                  </a:cubicBezTo>
                  <a:cubicBezTo>
                    <a:pt x="132264" y="46373"/>
                    <a:pt x="146758" y="35861"/>
                    <a:pt x="161177" y="25124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5" name="Content Placeholder 4">
              <a:extLst>
                <a:ext uri="{FF2B5EF4-FFF2-40B4-BE49-F238E27FC236}">
                  <a16:creationId xmlns:a16="http://schemas.microsoft.com/office/drawing/2014/main" id="{8867095D-1A21-2DF6-B5CE-3720DB839481}"/>
                </a:ext>
              </a:extLst>
            </p:cNvPr>
            <p:cNvSpPr/>
            <p:nvPr/>
          </p:nvSpPr>
          <p:spPr>
            <a:xfrm>
              <a:off x="8361010" y="766706"/>
              <a:ext cx="284189" cy="160155"/>
            </a:xfrm>
            <a:custGeom>
              <a:avLst/>
              <a:gdLst>
                <a:gd name="connsiteX0" fmla="*/ 107607 w 284189"/>
                <a:gd name="connsiteY0" fmla="*/ 119550 h 160155"/>
                <a:gd name="connsiteX1" fmla="*/ 268471 w 284189"/>
                <a:gd name="connsiteY1" fmla="*/ 52875 h 160155"/>
                <a:gd name="connsiteX2" fmla="*/ 281764 w 284189"/>
                <a:gd name="connsiteY2" fmla="*/ 41162 h 160155"/>
                <a:gd name="connsiteX3" fmla="*/ 284092 w 284189"/>
                <a:gd name="connsiteY3" fmla="*/ 30425 h 160155"/>
                <a:gd name="connsiteX4" fmla="*/ 272902 w 284189"/>
                <a:gd name="connsiteY4" fmla="*/ 2118 h 160155"/>
                <a:gd name="connsiteX5" fmla="*/ 240233 w 284189"/>
                <a:gd name="connsiteY5" fmla="*/ 7224 h 160155"/>
                <a:gd name="connsiteX6" fmla="*/ 141552 w 284189"/>
                <a:gd name="connsiteY6" fmla="*/ 51974 h 160155"/>
                <a:gd name="connsiteX7" fmla="*/ 82899 w 284189"/>
                <a:gd name="connsiteY7" fmla="*/ 76452 h 160155"/>
                <a:gd name="connsiteX8" fmla="*/ 29803 w 284189"/>
                <a:gd name="connsiteY8" fmla="*/ 103407 h 160155"/>
                <a:gd name="connsiteX9" fmla="*/ 5246 w 284189"/>
                <a:gd name="connsiteY9" fmla="*/ 116772 h 160155"/>
                <a:gd name="connsiteX10" fmla="*/ 364 w 284189"/>
                <a:gd name="connsiteY10" fmla="*/ 135393 h 160155"/>
                <a:gd name="connsiteX11" fmla="*/ 2918 w 284189"/>
                <a:gd name="connsiteY11" fmla="*/ 153489 h 160155"/>
                <a:gd name="connsiteX12" fmla="*/ 50155 w 284189"/>
                <a:gd name="connsiteY12" fmla="*/ 145229 h 160155"/>
                <a:gd name="connsiteX13" fmla="*/ 107607 w 284189"/>
                <a:gd name="connsiteY13" fmla="*/ 119550 h 160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4189" h="160155">
                  <a:moveTo>
                    <a:pt x="107607" y="119550"/>
                  </a:moveTo>
                  <a:cubicBezTo>
                    <a:pt x="161453" y="97626"/>
                    <a:pt x="217854" y="81407"/>
                    <a:pt x="268471" y="52875"/>
                  </a:cubicBezTo>
                  <a:cubicBezTo>
                    <a:pt x="273976" y="50396"/>
                    <a:pt x="278610" y="46314"/>
                    <a:pt x="281764" y="41162"/>
                  </a:cubicBezTo>
                  <a:cubicBezTo>
                    <a:pt x="283251" y="37776"/>
                    <a:pt x="284047" y="34124"/>
                    <a:pt x="284092" y="30425"/>
                  </a:cubicBezTo>
                  <a:cubicBezTo>
                    <a:pt x="284617" y="19688"/>
                    <a:pt x="282214" y="7299"/>
                    <a:pt x="272902" y="2118"/>
                  </a:cubicBezTo>
                  <a:cubicBezTo>
                    <a:pt x="263590" y="-3063"/>
                    <a:pt x="250372" y="2118"/>
                    <a:pt x="240233" y="7224"/>
                  </a:cubicBezTo>
                  <a:cubicBezTo>
                    <a:pt x="208166" y="23893"/>
                    <a:pt x="175219" y="38831"/>
                    <a:pt x="141552" y="51974"/>
                  </a:cubicBezTo>
                  <a:cubicBezTo>
                    <a:pt x="121590" y="59104"/>
                    <a:pt x="102012" y="67275"/>
                    <a:pt x="82899" y="76452"/>
                  </a:cubicBezTo>
                  <a:cubicBezTo>
                    <a:pt x="65175" y="85537"/>
                    <a:pt x="48578" y="96875"/>
                    <a:pt x="29803" y="103407"/>
                  </a:cubicBezTo>
                  <a:cubicBezTo>
                    <a:pt x="20867" y="106561"/>
                    <a:pt x="10728" y="109038"/>
                    <a:pt x="5246" y="116772"/>
                  </a:cubicBezTo>
                  <a:cubicBezTo>
                    <a:pt x="2001" y="122437"/>
                    <a:pt x="312" y="128864"/>
                    <a:pt x="364" y="135393"/>
                  </a:cubicBezTo>
                  <a:cubicBezTo>
                    <a:pt x="-627" y="141544"/>
                    <a:pt x="266" y="147851"/>
                    <a:pt x="2918" y="153489"/>
                  </a:cubicBezTo>
                  <a:cubicBezTo>
                    <a:pt x="12605" y="170307"/>
                    <a:pt x="38965" y="150485"/>
                    <a:pt x="50155" y="145229"/>
                  </a:cubicBezTo>
                  <a:cubicBezTo>
                    <a:pt x="69156" y="136219"/>
                    <a:pt x="88231" y="127584"/>
                    <a:pt x="107607" y="119550"/>
                  </a:cubicBezTo>
                  <a:close/>
                </a:path>
              </a:pathLst>
            </a:custGeom>
            <a:solidFill>
              <a:srgbClr val="E8E8E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6" name="Content Placeholder 4">
              <a:extLst>
                <a:ext uri="{FF2B5EF4-FFF2-40B4-BE49-F238E27FC236}">
                  <a16:creationId xmlns:a16="http://schemas.microsoft.com/office/drawing/2014/main" id="{2FD45A93-67E9-403F-9580-0D3D9BC4C93B}"/>
                </a:ext>
              </a:extLst>
            </p:cNvPr>
            <p:cNvSpPr/>
            <p:nvPr/>
          </p:nvSpPr>
          <p:spPr>
            <a:xfrm>
              <a:off x="8366660" y="884252"/>
              <a:ext cx="21346" cy="37729"/>
            </a:xfrm>
            <a:custGeom>
              <a:avLst/>
              <a:gdLst>
                <a:gd name="connsiteX0" fmla="*/ 21224 w 21346"/>
                <a:gd name="connsiteY0" fmla="*/ 18223 h 37729"/>
                <a:gd name="connsiteX1" fmla="*/ 10560 w 21346"/>
                <a:gd name="connsiteY1" fmla="*/ 53 h 37729"/>
                <a:gd name="connsiteX2" fmla="*/ -29 w 21346"/>
                <a:gd name="connsiteY2" fmla="*/ 22578 h 37729"/>
                <a:gd name="connsiteX3" fmla="*/ 2449 w 21346"/>
                <a:gd name="connsiteY3" fmla="*/ 22578 h 37729"/>
                <a:gd name="connsiteX4" fmla="*/ 7406 w 21346"/>
                <a:gd name="connsiteY4" fmla="*/ 7111 h 37729"/>
                <a:gd name="connsiteX5" fmla="*/ 17094 w 21346"/>
                <a:gd name="connsiteY5" fmla="*/ 17998 h 37729"/>
                <a:gd name="connsiteX6" fmla="*/ 17094 w 21346"/>
                <a:gd name="connsiteY6" fmla="*/ 25506 h 37729"/>
                <a:gd name="connsiteX7" fmla="*/ 15517 w 21346"/>
                <a:gd name="connsiteY7" fmla="*/ 30086 h 37729"/>
                <a:gd name="connsiteX8" fmla="*/ 9358 w 21346"/>
                <a:gd name="connsiteY8" fmla="*/ 28960 h 37729"/>
                <a:gd name="connsiteX9" fmla="*/ 10185 w 21346"/>
                <a:gd name="connsiteY9" fmla="*/ 13943 h 37729"/>
                <a:gd name="connsiteX10" fmla="*/ 5528 w 21346"/>
                <a:gd name="connsiteY10" fmla="*/ 13943 h 37729"/>
                <a:gd name="connsiteX11" fmla="*/ 10485 w 21346"/>
                <a:gd name="connsiteY11" fmla="*/ 37670 h 37729"/>
                <a:gd name="connsiteX12" fmla="*/ 21224 w 21346"/>
                <a:gd name="connsiteY12" fmla="*/ 18223 h 37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346" h="37729">
                  <a:moveTo>
                    <a:pt x="21224" y="18223"/>
                  </a:moveTo>
                  <a:cubicBezTo>
                    <a:pt x="21224" y="12667"/>
                    <a:pt x="19046" y="-1224"/>
                    <a:pt x="10560" y="53"/>
                  </a:cubicBezTo>
                  <a:cubicBezTo>
                    <a:pt x="2074" y="1329"/>
                    <a:pt x="196" y="16646"/>
                    <a:pt x="-29" y="22578"/>
                  </a:cubicBezTo>
                  <a:cubicBezTo>
                    <a:pt x="-29" y="24155"/>
                    <a:pt x="2299" y="24080"/>
                    <a:pt x="2449" y="22578"/>
                  </a:cubicBezTo>
                  <a:cubicBezTo>
                    <a:pt x="2765" y="17086"/>
                    <a:pt x="4469" y="11763"/>
                    <a:pt x="7406" y="7111"/>
                  </a:cubicBezTo>
                  <a:cubicBezTo>
                    <a:pt x="13940" y="-2725"/>
                    <a:pt x="16868" y="14619"/>
                    <a:pt x="17094" y="17998"/>
                  </a:cubicBezTo>
                  <a:cubicBezTo>
                    <a:pt x="17416" y="20490"/>
                    <a:pt x="17416" y="23014"/>
                    <a:pt x="17094" y="25506"/>
                  </a:cubicBezTo>
                  <a:cubicBezTo>
                    <a:pt x="16943" y="27138"/>
                    <a:pt x="16403" y="28709"/>
                    <a:pt x="15517" y="30086"/>
                  </a:cubicBezTo>
                  <a:cubicBezTo>
                    <a:pt x="11086" y="32189"/>
                    <a:pt x="9058" y="31813"/>
                    <a:pt x="9358" y="28960"/>
                  </a:cubicBezTo>
                  <a:cubicBezTo>
                    <a:pt x="8765" y="23945"/>
                    <a:pt x="9043" y="18864"/>
                    <a:pt x="10185" y="13943"/>
                  </a:cubicBezTo>
                  <a:cubicBezTo>
                    <a:pt x="10185" y="11015"/>
                    <a:pt x="5829" y="11015"/>
                    <a:pt x="5528" y="13943"/>
                  </a:cubicBezTo>
                  <a:cubicBezTo>
                    <a:pt x="4928" y="19424"/>
                    <a:pt x="1323" y="36919"/>
                    <a:pt x="10485" y="37670"/>
                  </a:cubicBezTo>
                  <a:cubicBezTo>
                    <a:pt x="19647" y="38421"/>
                    <a:pt x="21825" y="24981"/>
                    <a:pt x="21224" y="18223"/>
                  </a:cubicBezTo>
                  <a:close/>
                </a:path>
              </a:pathLst>
            </a:custGeom>
            <a:solidFill>
              <a:srgbClr val="D1D1D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7" name="Content Placeholder 4">
              <a:extLst>
                <a:ext uri="{FF2B5EF4-FFF2-40B4-BE49-F238E27FC236}">
                  <a16:creationId xmlns:a16="http://schemas.microsoft.com/office/drawing/2014/main" id="{86857775-640B-ACE2-D3C4-8CD0178BDE1E}"/>
                </a:ext>
              </a:extLst>
            </p:cNvPr>
            <p:cNvSpPr/>
            <p:nvPr/>
          </p:nvSpPr>
          <p:spPr>
            <a:xfrm>
              <a:off x="8357172" y="813953"/>
              <a:ext cx="280403" cy="130298"/>
            </a:xfrm>
            <a:custGeom>
              <a:avLst/>
              <a:gdLst>
                <a:gd name="connsiteX0" fmla="*/ 277791 w 280403"/>
                <a:gd name="connsiteY0" fmla="*/ 7431 h 130298"/>
                <a:gd name="connsiteX1" fmla="*/ 275313 w 280403"/>
                <a:gd name="connsiteY1" fmla="*/ 2250 h 130298"/>
                <a:gd name="connsiteX2" fmla="*/ 271407 w 280403"/>
                <a:gd name="connsiteY2" fmla="*/ 448 h 130298"/>
                <a:gd name="connsiteX3" fmla="*/ 241367 w 280403"/>
                <a:gd name="connsiteY3" fmla="*/ 5253 h 130298"/>
                <a:gd name="connsiteX4" fmla="*/ 11562 w 280403"/>
                <a:gd name="connsiteY4" fmla="*/ 103314 h 130298"/>
                <a:gd name="connsiteX5" fmla="*/ 2925 w 280403"/>
                <a:gd name="connsiteY5" fmla="*/ 109170 h 130298"/>
                <a:gd name="connsiteX6" fmla="*/ 1123 w 280403"/>
                <a:gd name="connsiteY6" fmla="*/ 122761 h 130298"/>
                <a:gd name="connsiteX7" fmla="*/ 12838 w 280403"/>
                <a:gd name="connsiteY7" fmla="*/ 130269 h 130298"/>
                <a:gd name="connsiteX8" fmla="*/ 20724 w 280403"/>
                <a:gd name="connsiteY8" fmla="*/ 128392 h 130298"/>
                <a:gd name="connsiteX9" fmla="*/ 93871 w 280403"/>
                <a:gd name="connsiteY9" fmla="*/ 102938 h 130298"/>
                <a:gd name="connsiteX10" fmla="*/ 226272 w 280403"/>
                <a:gd name="connsiteY10" fmla="*/ 65396 h 130298"/>
                <a:gd name="connsiteX11" fmla="*/ 260067 w 280403"/>
                <a:gd name="connsiteY11" fmla="*/ 54434 h 130298"/>
                <a:gd name="connsiteX12" fmla="*/ 277941 w 280403"/>
                <a:gd name="connsiteY12" fmla="*/ 42270 h 130298"/>
                <a:gd name="connsiteX13" fmla="*/ 280344 w 280403"/>
                <a:gd name="connsiteY13" fmla="*/ 29806 h 130298"/>
                <a:gd name="connsiteX14" fmla="*/ 277791 w 280403"/>
                <a:gd name="connsiteY14" fmla="*/ 7431 h 130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80403" h="130298">
                  <a:moveTo>
                    <a:pt x="277791" y="7431"/>
                  </a:moveTo>
                  <a:cubicBezTo>
                    <a:pt x="277483" y="5501"/>
                    <a:pt x="276619" y="3702"/>
                    <a:pt x="275313" y="2250"/>
                  </a:cubicBezTo>
                  <a:cubicBezTo>
                    <a:pt x="274179" y="1341"/>
                    <a:pt x="272834" y="722"/>
                    <a:pt x="271407" y="448"/>
                  </a:cubicBezTo>
                  <a:cubicBezTo>
                    <a:pt x="261141" y="-946"/>
                    <a:pt x="250687" y="726"/>
                    <a:pt x="241367" y="5253"/>
                  </a:cubicBezTo>
                  <a:cubicBezTo>
                    <a:pt x="163264" y="34186"/>
                    <a:pt x="86662" y="66873"/>
                    <a:pt x="11562" y="103314"/>
                  </a:cubicBezTo>
                  <a:cubicBezTo>
                    <a:pt x="8310" y="104651"/>
                    <a:pt x="5373" y="106644"/>
                    <a:pt x="2925" y="109170"/>
                  </a:cubicBezTo>
                  <a:cubicBezTo>
                    <a:pt x="-214" y="112989"/>
                    <a:pt x="-912" y="118256"/>
                    <a:pt x="1123" y="122761"/>
                  </a:cubicBezTo>
                  <a:cubicBezTo>
                    <a:pt x="3286" y="127282"/>
                    <a:pt x="7822" y="130190"/>
                    <a:pt x="12838" y="130269"/>
                  </a:cubicBezTo>
                  <a:cubicBezTo>
                    <a:pt x="15550" y="130055"/>
                    <a:pt x="18208" y="129421"/>
                    <a:pt x="20724" y="128392"/>
                  </a:cubicBezTo>
                  <a:lnTo>
                    <a:pt x="93871" y="102938"/>
                  </a:lnTo>
                  <a:cubicBezTo>
                    <a:pt x="138278" y="91375"/>
                    <a:pt x="182414" y="78861"/>
                    <a:pt x="226272" y="65396"/>
                  </a:cubicBezTo>
                  <a:cubicBezTo>
                    <a:pt x="237537" y="61867"/>
                    <a:pt x="248802" y="58338"/>
                    <a:pt x="260067" y="54434"/>
                  </a:cubicBezTo>
                  <a:cubicBezTo>
                    <a:pt x="267330" y="52737"/>
                    <a:pt x="273698" y="48402"/>
                    <a:pt x="277941" y="42270"/>
                  </a:cubicBezTo>
                  <a:cubicBezTo>
                    <a:pt x="279721" y="38365"/>
                    <a:pt x="280547" y="34092"/>
                    <a:pt x="280344" y="29806"/>
                  </a:cubicBezTo>
                  <a:cubicBezTo>
                    <a:pt x="280352" y="22274"/>
                    <a:pt x="279496" y="14767"/>
                    <a:pt x="277791" y="7431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8" name="Content Placeholder 4">
              <a:extLst>
                <a:ext uri="{FF2B5EF4-FFF2-40B4-BE49-F238E27FC236}">
                  <a16:creationId xmlns:a16="http://schemas.microsoft.com/office/drawing/2014/main" id="{F5C428C1-8789-3620-4B39-1FBA62CD94DC}"/>
                </a:ext>
              </a:extLst>
            </p:cNvPr>
            <p:cNvSpPr/>
            <p:nvPr/>
          </p:nvSpPr>
          <p:spPr>
            <a:xfrm>
              <a:off x="8363107" y="925603"/>
              <a:ext cx="11319" cy="16512"/>
            </a:xfrm>
            <a:custGeom>
              <a:avLst/>
              <a:gdLst>
                <a:gd name="connsiteX0" fmla="*/ 9757 w 11319"/>
                <a:gd name="connsiteY0" fmla="*/ 5704 h 16512"/>
                <a:gd name="connsiteX1" fmla="*/ 2247 w 11319"/>
                <a:gd name="connsiteY1" fmla="*/ 73 h 16512"/>
                <a:gd name="connsiteX2" fmla="*/ 745 w 11319"/>
                <a:gd name="connsiteY2" fmla="*/ 9008 h 16512"/>
                <a:gd name="connsiteX3" fmla="*/ 1782 w 11319"/>
                <a:gd name="connsiteY3" fmla="*/ 9550 h 16512"/>
                <a:gd name="connsiteX4" fmla="*/ 2322 w 11319"/>
                <a:gd name="connsiteY4" fmla="*/ 9008 h 16512"/>
                <a:gd name="connsiteX5" fmla="*/ 1872 w 11319"/>
                <a:gd name="connsiteY5" fmla="*/ 6004 h 16512"/>
                <a:gd name="connsiteX6" fmla="*/ 3524 w 11319"/>
                <a:gd name="connsiteY6" fmla="*/ 3001 h 16512"/>
                <a:gd name="connsiteX7" fmla="*/ 7279 w 11319"/>
                <a:gd name="connsiteY7" fmla="*/ 6530 h 16512"/>
                <a:gd name="connsiteX8" fmla="*/ 8631 w 11319"/>
                <a:gd name="connsiteY8" fmla="*/ 10885 h 16512"/>
                <a:gd name="connsiteX9" fmla="*/ 7729 w 11319"/>
                <a:gd name="connsiteY9" fmla="*/ 13212 h 16512"/>
                <a:gd name="connsiteX10" fmla="*/ 6077 w 11319"/>
                <a:gd name="connsiteY10" fmla="*/ 10059 h 16512"/>
                <a:gd name="connsiteX11" fmla="*/ 3374 w 11319"/>
                <a:gd name="connsiteY11" fmla="*/ 10810 h 16512"/>
                <a:gd name="connsiteX12" fmla="*/ 9682 w 11319"/>
                <a:gd name="connsiteY12" fmla="*/ 16216 h 16512"/>
                <a:gd name="connsiteX13" fmla="*/ 9757 w 11319"/>
                <a:gd name="connsiteY13" fmla="*/ 5704 h 1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319" h="16512">
                  <a:moveTo>
                    <a:pt x="9757" y="5704"/>
                  </a:moveTo>
                  <a:cubicBezTo>
                    <a:pt x="8556" y="2851"/>
                    <a:pt x="5552" y="-678"/>
                    <a:pt x="2247" y="73"/>
                  </a:cubicBezTo>
                  <a:cubicBezTo>
                    <a:pt x="-1057" y="824"/>
                    <a:pt x="-6" y="6680"/>
                    <a:pt x="745" y="9008"/>
                  </a:cubicBezTo>
                  <a:cubicBezTo>
                    <a:pt x="880" y="9443"/>
                    <a:pt x="1346" y="9686"/>
                    <a:pt x="1782" y="9550"/>
                  </a:cubicBezTo>
                  <a:cubicBezTo>
                    <a:pt x="2037" y="9469"/>
                    <a:pt x="2240" y="9267"/>
                    <a:pt x="2322" y="9008"/>
                  </a:cubicBezTo>
                  <a:cubicBezTo>
                    <a:pt x="2097" y="8020"/>
                    <a:pt x="1939" y="7016"/>
                    <a:pt x="1872" y="6004"/>
                  </a:cubicBezTo>
                  <a:cubicBezTo>
                    <a:pt x="1872" y="5028"/>
                    <a:pt x="2322" y="3226"/>
                    <a:pt x="3524" y="3001"/>
                  </a:cubicBezTo>
                  <a:cubicBezTo>
                    <a:pt x="4726" y="2776"/>
                    <a:pt x="6753" y="5479"/>
                    <a:pt x="7279" y="6530"/>
                  </a:cubicBezTo>
                  <a:cubicBezTo>
                    <a:pt x="7917" y="7915"/>
                    <a:pt x="8375" y="9380"/>
                    <a:pt x="8631" y="10885"/>
                  </a:cubicBezTo>
                  <a:cubicBezTo>
                    <a:pt x="8631" y="11561"/>
                    <a:pt x="9307" y="13588"/>
                    <a:pt x="7729" y="13212"/>
                  </a:cubicBezTo>
                  <a:cubicBezTo>
                    <a:pt x="6153" y="12837"/>
                    <a:pt x="6228" y="10585"/>
                    <a:pt x="6077" y="10059"/>
                  </a:cubicBezTo>
                  <a:cubicBezTo>
                    <a:pt x="5477" y="8407"/>
                    <a:pt x="2848" y="9158"/>
                    <a:pt x="3374" y="10810"/>
                  </a:cubicBezTo>
                  <a:cubicBezTo>
                    <a:pt x="3899" y="12462"/>
                    <a:pt x="6528" y="17718"/>
                    <a:pt x="9682" y="16216"/>
                  </a:cubicBezTo>
                  <a:cubicBezTo>
                    <a:pt x="12836" y="14714"/>
                    <a:pt x="10508" y="8332"/>
                    <a:pt x="9757" y="5704"/>
                  </a:cubicBezTo>
                  <a:close/>
                </a:path>
              </a:pathLst>
            </a:custGeom>
            <a:solidFill>
              <a:srgbClr val="E0E0E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9" name="Content Placeholder 4">
              <a:extLst>
                <a:ext uri="{FF2B5EF4-FFF2-40B4-BE49-F238E27FC236}">
                  <a16:creationId xmlns:a16="http://schemas.microsoft.com/office/drawing/2014/main" id="{AEAAE372-62DA-0B71-4B28-8721B98088F0}"/>
                </a:ext>
              </a:extLst>
            </p:cNvPr>
            <p:cNvSpPr/>
            <p:nvPr/>
          </p:nvSpPr>
          <p:spPr>
            <a:xfrm>
              <a:off x="8430791" y="661771"/>
              <a:ext cx="96181" cy="241486"/>
            </a:xfrm>
            <a:custGeom>
              <a:avLst/>
              <a:gdLst>
                <a:gd name="connsiteX0" fmla="*/ 24233 w 96181"/>
                <a:gd name="connsiteY0" fmla="*/ 1860 h 241486"/>
                <a:gd name="connsiteX1" fmla="*/ 40305 w 96181"/>
                <a:gd name="connsiteY1" fmla="*/ 1860 h 241486"/>
                <a:gd name="connsiteX2" fmla="*/ 46237 w 96181"/>
                <a:gd name="connsiteY2" fmla="*/ 9369 h 241486"/>
                <a:gd name="connsiteX3" fmla="*/ 62759 w 96181"/>
                <a:gd name="connsiteY3" fmla="*/ 42706 h 241486"/>
                <a:gd name="connsiteX4" fmla="*/ 81759 w 96181"/>
                <a:gd name="connsiteY4" fmla="*/ 83027 h 241486"/>
                <a:gd name="connsiteX5" fmla="*/ 92724 w 96181"/>
                <a:gd name="connsiteY5" fmla="*/ 110207 h 241486"/>
                <a:gd name="connsiteX6" fmla="*/ 87918 w 96181"/>
                <a:gd name="connsiteY6" fmla="*/ 191298 h 241486"/>
                <a:gd name="connsiteX7" fmla="*/ 75151 w 96181"/>
                <a:gd name="connsiteY7" fmla="*/ 237851 h 241486"/>
                <a:gd name="connsiteX8" fmla="*/ 72898 w 96181"/>
                <a:gd name="connsiteY8" fmla="*/ 241230 h 241486"/>
                <a:gd name="connsiteX9" fmla="*/ 69443 w 96181"/>
                <a:gd name="connsiteY9" fmla="*/ 241230 h 241486"/>
                <a:gd name="connsiteX10" fmla="*/ 59755 w 96181"/>
                <a:gd name="connsiteY10" fmla="*/ 240329 h 241486"/>
                <a:gd name="connsiteX11" fmla="*/ 56075 w 96181"/>
                <a:gd name="connsiteY11" fmla="*/ 238752 h 241486"/>
                <a:gd name="connsiteX12" fmla="*/ 56075 w 96181"/>
                <a:gd name="connsiteY12" fmla="*/ 235298 h 241486"/>
                <a:gd name="connsiteX13" fmla="*/ 70269 w 96181"/>
                <a:gd name="connsiteY13" fmla="*/ 138589 h 241486"/>
                <a:gd name="connsiteX14" fmla="*/ 70269 w 96181"/>
                <a:gd name="connsiteY14" fmla="*/ 128903 h 241486"/>
                <a:gd name="connsiteX15" fmla="*/ 58028 w 96181"/>
                <a:gd name="connsiteY15" fmla="*/ 110282 h 241486"/>
                <a:gd name="connsiteX16" fmla="*/ 11616 w 96181"/>
                <a:gd name="connsiteY16" fmla="*/ 44058 h 241486"/>
                <a:gd name="connsiteX17" fmla="*/ 1252 w 96181"/>
                <a:gd name="connsiteY17" fmla="*/ 19430 h 241486"/>
                <a:gd name="connsiteX18" fmla="*/ 24233 w 96181"/>
                <a:gd name="connsiteY18" fmla="*/ 1860 h 241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6181" h="241486">
                  <a:moveTo>
                    <a:pt x="24233" y="1860"/>
                  </a:moveTo>
                  <a:cubicBezTo>
                    <a:pt x="29295" y="-660"/>
                    <a:pt x="35243" y="-660"/>
                    <a:pt x="40305" y="1860"/>
                  </a:cubicBezTo>
                  <a:cubicBezTo>
                    <a:pt x="42843" y="3866"/>
                    <a:pt x="44870" y="6437"/>
                    <a:pt x="46237" y="9369"/>
                  </a:cubicBezTo>
                  <a:cubicBezTo>
                    <a:pt x="52170" y="20256"/>
                    <a:pt x="57427" y="31894"/>
                    <a:pt x="62759" y="42706"/>
                  </a:cubicBezTo>
                  <a:lnTo>
                    <a:pt x="81759" y="83027"/>
                  </a:lnTo>
                  <a:cubicBezTo>
                    <a:pt x="86220" y="91740"/>
                    <a:pt x="89893" y="100837"/>
                    <a:pt x="92724" y="110207"/>
                  </a:cubicBezTo>
                  <a:cubicBezTo>
                    <a:pt x="100234" y="136637"/>
                    <a:pt x="93925" y="164643"/>
                    <a:pt x="87918" y="191298"/>
                  </a:cubicBezTo>
                  <a:cubicBezTo>
                    <a:pt x="84756" y="207095"/>
                    <a:pt x="80491" y="222651"/>
                    <a:pt x="75151" y="237851"/>
                  </a:cubicBezTo>
                  <a:cubicBezTo>
                    <a:pt x="74820" y="239207"/>
                    <a:pt x="74024" y="240404"/>
                    <a:pt x="72898" y="241230"/>
                  </a:cubicBezTo>
                  <a:cubicBezTo>
                    <a:pt x="71764" y="241532"/>
                    <a:pt x="70577" y="241532"/>
                    <a:pt x="69443" y="241230"/>
                  </a:cubicBezTo>
                  <a:lnTo>
                    <a:pt x="59755" y="240329"/>
                  </a:lnTo>
                  <a:cubicBezTo>
                    <a:pt x="58351" y="240384"/>
                    <a:pt x="56999" y="239805"/>
                    <a:pt x="56075" y="238752"/>
                  </a:cubicBezTo>
                  <a:cubicBezTo>
                    <a:pt x="55587" y="237652"/>
                    <a:pt x="55587" y="236398"/>
                    <a:pt x="56075" y="235298"/>
                  </a:cubicBezTo>
                  <a:cubicBezTo>
                    <a:pt x="63578" y="203530"/>
                    <a:pt x="68324" y="171173"/>
                    <a:pt x="70269" y="138589"/>
                  </a:cubicBezTo>
                  <a:cubicBezTo>
                    <a:pt x="70720" y="135376"/>
                    <a:pt x="70720" y="132116"/>
                    <a:pt x="70269" y="128903"/>
                  </a:cubicBezTo>
                  <a:cubicBezTo>
                    <a:pt x="67828" y="121760"/>
                    <a:pt x="63616" y="115353"/>
                    <a:pt x="58028" y="110282"/>
                  </a:cubicBezTo>
                  <a:cubicBezTo>
                    <a:pt x="40305" y="89934"/>
                    <a:pt x="29941" y="63880"/>
                    <a:pt x="11616" y="44058"/>
                  </a:cubicBezTo>
                  <a:cubicBezTo>
                    <a:pt x="5683" y="37525"/>
                    <a:pt x="-3404" y="29041"/>
                    <a:pt x="1252" y="19430"/>
                  </a:cubicBezTo>
                  <a:cubicBezTo>
                    <a:pt x="6667" y="11106"/>
                    <a:pt x="14778" y="4901"/>
                    <a:pt x="24233" y="1860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0" name="Content Placeholder 4">
              <a:extLst>
                <a:ext uri="{FF2B5EF4-FFF2-40B4-BE49-F238E27FC236}">
                  <a16:creationId xmlns:a16="http://schemas.microsoft.com/office/drawing/2014/main" id="{942C123F-7190-4362-59D7-12D3D5CB2622}"/>
                </a:ext>
              </a:extLst>
            </p:cNvPr>
            <p:cNvSpPr/>
            <p:nvPr/>
          </p:nvSpPr>
          <p:spPr>
            <a:xfrm>
              <a:off x="8481159" y="897311"/>
              <a:ext cx="22874" cy="35256"/>
            </a:xfrm>
            <a:custGeom>
              <a:avLst/>
              <a:gdLst>
                <a:gd name="connsiteX0" fmla="*/ 1652 w 22874"/>
                <a:gd name="connsiteY0" fmla="*/ 17478 h 35256"/>
                <a:gd name="connsiteX1" fmla="*/ 375 w 22874"/>
                <a:gd name="connsiteY1" fmla="*/ 23409 h 35256"/>
                <a:gd name="connsiteX2" fmla="*/ 1652 w 22874"/>
                <a:gd name="connsiteY2" fmla="*/ 25211 h 35256"/>
                <a:gd name="connsiteX3" fmla="*/ 1652 w 22874"/>
                <a:gd name="connsiteY3" fmla="*/ 29266 h 35256"/>
                <a:gd name="connsiteX4" fmla="*/ 5708 w 22874"/>
                <a:gd name="connsiteY4" fmla="*/ 33771 h 35256"/>
                <a:gd name="connsiteX5" fmla="*/ 10589 w 22874"/>
                <a:gd name="connsiteY5" fmla="*/ 35198 h 35256"/>
                <a:gd name="connsiteX6" fmla="*/ 12542 w 22874"/>
                <a:gd name="connsiteY6" fmla="*/ 34297 h 35256"/>
                <a:gd name="connsiteX7" fmla="*/ 20052 w 22874"/>
                <a:gd name="connsiteY7" fmla="*/ 25362 h 35256"/>
                <a:gd name="connsiteX8" fmla="*/ 21103 w 22874"/>
                <a:gd name="connsiteY8" fmla="*/ 19955 h 35256"/>
                <a:gd name="connsiteX9" fmla="*/ 22680 w 22874"/>
                <a:gd name="connsiteY9" fmla="*/ 6966 h 35256"/>
                <a:gd name="connsiteX10" fmla="*/ 21929 w 22874"/>
                <a:gd name="connsiteY10" fmla="*/ 2461 h 35256"/>
                <a:gd name="connsiteX11" fmla="*/ 19376 w 22874"/>
                <a:gd name="connsiteY11" fmla="*/ 1184 h 35256"/>
                <a:gd name="connsiteX12" fmla="*/ 14945 w 22874"/>
                <a:gd name="connsiteY12" fmla="*/ 208 h 35256"/>
                <a:gd name="connsiteX13" fmla="*/ 8862 w 22874"/>
                <a:gd name="connsiteY13" fmla="*/ 1259 h 35256"/>
                <a:gd name="connsiteX14" fmla="*/ 7210 w 22874"/>
                <a:gd name="connsiteY14" fmla="*/ 5239 h 35256"/>
                <a:gd name="connsiteX15" fmla="*/ 1652 w 22874"/>
                <a:gd name="connsiteY15" fmla="*/ 17478 h 35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874" h="35256">
                  <a:moveTo>
                    <a:pt x="1652" y="17478"/>
                  </a:moveTo>
                  <a:cubicBezTo>
                    <a:pt x="526" y="19280"/>
                    <a:pt x="-676" y="21607"/>
                    <a:pt x="375" y="23409"/>
                  </a:cubicBezTo>
                  <a:cubicBezTo>
                    <a:pt x="375" y="24085"/>
                    <a:pt x="1352" y="24536"/>
                    <a:pt x="1652" y="25211"/>
                  </a:cubicBezTo>
                  <a:cubicBezTo>
                    <a:pt x="1953" y="25887"/>
                    <a:pt x="1652" y="27914"/>
                    <a:pt x="1652" y="29266"/>
                  </a:cubicBezTo>
                  <a:cubicBezTo>
                    <a:pt x="1652" y="30617"/>
                    <a:pt x="3905" y="32720"/>
                    <a:pt x="5708" y="33771"/>
                  </a:cubicBezTo>
                  <a:cubicBezTo>
                    <a:pt x="7097" y="34850"/>
                    <a:pt x="8839" y="35360"/>
                    <a:pt x="10589" y="35198"/>
                  </a:cubicBezTo>
                  <a:cubicBezTo>
                    <a:pt x="11287" y="35006"/>
                    <a:pt x="11941" y="34701"/>
                    <a:pt x="12542" y="34297"/>
                  </a:cubicBezTo>
                  <a:cubicBezTo>
                    <a:pt x="15974" y="32238"/>
                    <a:pt x="18617" y="29093"/>
                    <a:pt x="20052" y="25362"/>
                  </a:cubicBezTo>
                  <a:cubicBezTo>
                    <a:pt x="20592" y="23601"/>
                    <a:pt x="20938" y="21789"/>
                    <a:pt x="21103" y="19955"/>
                  </a:cubicBezTo>
                  <a:lnTo>
                    <a:pt x="22680" y="6966"/>
                  </a:lnTo>
                  <a:cubicBezTo>
                    <a:pt x="23056" y="5425"/>
                    <a:pt x="22785" y="3796"/>
                    <a:pt x="21929" y="2461"/>
                  </a:cubicBezTo>
                  <a:cubicBezTo>
                    <a:pt x="21208" y="1817"/>
                    <a:pt x="20322" y="1377"/>
                    <a:pt x="19376" y="1184"/>
                  </a:cubicBezTo>
                  <a:cubicBezTo>
                    <a:pt x="17874" y="1184"/>
                    <a:pt x="16447" y="433"/>
                    <a:pt x="14945" y="208"/>
                  </a:cubicBezTo>
                  <a:cubicBezTo>
                    <a:pt x="12857" y="-329"/>
                    <a:pt x="10642" y="54"/>
                    <a:pt x="8862" y="1259"/>
                  </a:cubicBezTo>
                  <a:cubicBezTo>
                    <a:pt x="7585" y="2386"/>
                    <a:pt x="7660" y="3737"/>
                    <a:pt x="7210" y="5239"/>
                  </a:cubicBezTo>
                  <a:cubicBezTo>
                    <a:pt x="5820" y="9512"/>
                    <a:pt x="3950" y="13617"/>
                    <a:pt x="1652" y="17478"/>
                  </a:cubicBezTo>
                  <a:close/>
                </a:path>
              </a:pathLst>
            </a:custGeom>
            <a:solidFill>
              <a:srgbClr val="F5D9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1" name="Content Placeholder 4">
              <a:extLst>
                <a:ext uri="{FF2B5EF4-FFF2-40B4-BE49-F238E27FC236}">
                  <a16:creationId xmlns:a16="http://schemas.microsoft.com/office/drawing/2014/main" id="{84FF614B-9191-38E9-AE27-DEA72B74F4AF}"/>
                </a:ext>
              </a:extLst>
            </p:cNvPr>
            <p:cNvSpPr/>
            <p:nvPr/>
          </p:nvSpPr>
          <p:spPr>
            <a:xfrm>
              <a:off x="8361003" y="1280393"/>
              <a:ext cx="76464" cy="31753"/>
            </a:xfrm>
            <a:custGeom>
              <a:avLst/>
              <a:gdLst>
                <a:gd name="connsiteX0" fmla="*/ 25530 w 76464"/>
                <a:gd name="connsiteY0" fmla="*/ 6739 h 31753"/>
                <a:gd name="connsiteX1" fmla="*/ 20348 w 76464"/>
                <a:gd name="connsiteY1" fmla="*/ 9968 h 31753"/>
                <a:gd name="connsiteX2" fmla="*/ 8181 w 76464"/>
                <a:gd name="connsiteY2" fmla="*/ 10869 h 31753"/>
                <a:gd name="connsiteX3" fmla="*/ 672 w 76464"/>
                <a:gd name="connsiteY3" fmla="*/ 19279 h 31753"/>
                <a:gd name="connsiteX4" fmla="*/ 3075 w 76464"/>
                <a:gd name="connsiteY4" fmla="*/ 29490 h 31753"/>
                <a:gd name="connsiteX5" fmla="*/ 12312 w 76464"/>
                <a:gd name="connsiteY5" fmla="*/ 31442 h 31753"/>
                <a:gd name="connsiteX6" fmla="*/ 68562 w 76464"/>
                <a:gd name="connsiteY6" fmla="*/ 29190 h 31753"/>
                <a:gd name="connsiteX7" fmla="*/ 74044 w 76464"/>
                <a:gd name="connsiteY7" fmla="*/ 27613 h 31753"/>
                <a:gd name="connsiteX8" fmla="*/ 76072 w 76464"/>
                <a:gd name="connsiteY8" fmla="*/ 23408 h 31753"/>
                <a:gd name="connsiteX9" fmla="*/ 63455 w 76464"/>
                <a:gd name="connsiteY9" fmla="*/ 57 h 31753"/>
                <a:gd name="connsiteX10" fmla="*/ 25530 w 76464"/>
                <a:gd name="connsiteY10" fmla="*/ 6739 h 317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6464" h="31753">
                  <a:moveTo>
                    <a:pt x="25530" y="6739"/>
                  </a:moveTo>
                  <a:cubicBezTo>
                    <a:pt x="23960" y="8046"/>
                    <a:pt x="22210" y="9135"/>
                    <a:pt x="20348" y="9968"/>
                  </a:cubicBezTo>
                  <a:cubicBezTo>
                    <a:pt x="16668" y="11245"/>
                    <a:pt x="12087" y="9968"/>
                    <a:pt x="8181" y="10869"/>
                  </a:cubicBezTo>
                  <a:cubicBezTo>
                    <a:pt x="4291" y="12025"/>
                    <a:pt x="1385" y="15284"/>
                    <a:pt x="672" y="19279"/>
                  </a:cubicBezTo>
                  <a:cubicBezTo>
                    <a:pt x="-305" y="22883"/>
                    <a:pt x="-831" y="27162"/>
                    <a:pt x="3075" y="29490"/>
                  </a:cubicBezTo>
                  <a:cubicBezTo>
                    <a:pt x="5958" y="30864"/>
                    <a:pt x="9120" y="31532"/>
                    <a:pt x="12312" y="31442"/>
                  </a:cubicBezTo>
                  <a:cubicBezTo>
                    <a:pt x="31094" y="32193"/>
                    <a:pt x="49899" y="31442"/>
                    <a:pt x="68562" y="29190"/>
                  </a:cubicBezTo>
                  <a:cubicBezTo>
                    <a:pt x="70485" y="29077"/>
                    <a:pt x="72354" y="28536"/>
                    <a:pt x="74044" y="27613"/>
                  </a:cubicBezTo>
                  <a:cubicBezTo>
                    <a:pt x="75321" y="26592"/>
                    <a:pt x="76064" y="25045"/>
                    <a:pt x="76072" y="23408"/>
                  </a:cubicBezTo>
                  <a:cubicBezTo>
                    <a:pt x="76973" y="15900"/>
                    <a:pt x="77274" y="883"/>
                    <a:pt x="63455" y="57"/>
                  </a:cubicBezTo>
                  <a:cubicBezTo>
                    <a:pt x="53842" y="-544"/>
                    <a:pt x="32664" y="2009"/>
                    <a:pt x="25530" y="6739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2" name="Content Placeholder 4">
              <a:extLst>
                <a:ext uri="{FF2B5EF4-FFF2-40B4-BE49-F238E27FC236}">
                  <a16:creationId xmlns:a16="http://schemas.microsoft.com/office/drawing/2014/main" id="{3326711C-0F12-F45F-7A8A-A2B4CEAFC1A0}"/>
                </a:ext>
              </a:extLst>
            </p:cNvPr>
            <p:cNvSpPr/>
            <p:nvPr/>
          </p:nvSpPr>
          <p:spPr>
            <a:xfrm>
              <a:off x="8259367" y="1278781"/>
              <a:ext cx="74749" cy="30372"/>
            </a:xfrm>
            <a:custGeom>
              <a:avLst/>
              <a:gdLst>
                <a:gd name="connsiteX0" fmla="*/ 39449 w 74749"/>
                <a:gd name="connsiteY0" fmla="*/ 167 h 30372"/>
                <a:gd name="connsiteX1" fmla="*/ 35319 w 74749"/>
                <a:gd name="connsiteY1" fmla="*/ 167 h 30372"/>
                <a:gd name="connsiteX2" fmla="*/ 30662 w 74749"/>
                <a:gd name="connsiteY2" fmla="*/ 6324 h 30372"/>
                <a:gd name="connsiteX3" fmla="*/ 19548 w 74749"/>
                <a:gd name="connsiteY3" fmla="*/ 10154 h 30372"/>
                <a:gd name="connsiteX4" fmla="*/ 7157 w 74749"/>
                <a:gd name="connsiteY4" fmla="*/ 11956 h 30372"/>
                <a:gd name="connsiteX5" fmla="*/ 97 w 74749"/>
                <a:gd name="connsiteY5" fmla="*/ 23594 h 30372"/>
                <a:gd name="connsiteX6" fmla="*/ 473 w 74749"/>
                <a:gd name="connsiteY6" fmla="*/ 26522 h 30372"/>
                <a:gd name="connsiteX7" fmla="*/ 6480 w 74749"/>
                <a:gd name="connsiteY7" fmla="*/ 28700 h 30372"/>
                <a:gd name="connsiteX8" fmla="*/ 60853 w 74749"/>
                <a:gd name="connsiteY8" fmla="*/ 29300 h 30372"/>
                <a:gd name="connsiteX9" fmla="*/ 71592 w 74749"/>
                <a:gd name="connsiteY9" fmla="*/ 25621 h 30372"/>
                <a:gd name="connsiteX10" fmla="*/ 71592 w 74749"/>
                <a:gd name="connsiteY10" fmla="*/ 5573 h 30372"/>
                <a:gd name="connsiteX11" fmla="*/ 39449 w 74749"/>
                <a:gd name="connsiteY11" fmla="*/ 167 h 30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749" h="30372">
                  <a:moveTo>
                    <a:pt x="39449" y="167"/>
                  </a:moveTo>
                  <a:cubicBezTo>
                    <a:pt x="38083" y="-95"/>
                    <a:pt x="36685" y="-95"/>
                    <a:pt x="35319" y="167"/>
                  </a:cubicBezTo>
                  <a:cubicBezTo>
                    <a:pt x="32315" y="1143"/>
                    <a:pt x="32315" y="4222"/>
                    <a:pt x="30662" y="6324"/>
                  </a:cubicBezTo>
                  <a:cubicBezTo>
                    <a:pt x="27599" y="9005"/>
                    <a:pt x="23611" y="10379"/>
                    <a:pt x="19548" y="10154"/>
                  </a:cubicBezTo>
                  <a:cubicBezTo>
                    <a:pt x="15342" y="10011"/>
                    <a:pt x="11144" y="10619"/>
                    <a:pt x="7157" y="11956"/>
                  </a:cubicBezTo>
                  <a:cubicBezTo>
                    <a:pt x="2830" y="14231"/>
                    <a:pt x="120" y="18706"/>
                    <a:pt x="97" y="23594"/>
                  </a:cubicBezTo>
                  <a:cubicBezTo>
                    <a:pt x="-158" y="24585"/>
                    <a:pt x="-23" y="25628"/>
                    <a:pt x="473" y="26522"/>
                  </a:cubicBezTo>
                  <a:cubicBezTo>
                    <a:pt x="1524" y="28024"/>
                    <a:pt x="4152" y="28399"/>
                    <a:pt x="6480" y="28700"/>
                  </a:cubicBezTo>
                  <a:cubicBezTo>
                    <a:pt x="24542" y="30667"/>
                    <a:pt x="42754" y="30869"/>
                    <a:pt x="60853" y="29300"/>
                  </a:cubicBezTo>
                  <a:cubicBezTo>
                    <a:pt x="64773" y="29525"/>
                    <a:pt x="68633" y="28204"/>
                    <a:pt x="71592" y="25621"/>
                  </a:cubicBezTo>
                  <a:cubicBezTo>
                    <a:pt x="74896" y="21266"/>
                    <a:pt x="76549" y="9778"/>
                    <a:pt x="71592" y="5573"/>
                  </a:cubicBezTo>
                  <a:cubicBezTo>
                    <a:pt x="66636" y="1369"/>
                    <a:pt x="47710" y="167"/>
                    <a:pt x="39449" y="167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03" name="Group 402">
            <a:extLst>
              <a:ext uri="{FF2B5EF4-FFF2-40B4-BE49-F238E27FC236}">
                <a16:creationId xmlns:a16="http://schemas.microsoft.com/office/drawing/2014/main" id="{A647F2AE-861F-0FAD-F758-3E752FA70EEF}"/>
              </a:ext>
            </a:extLst>
          </p:cNvPr>
          <p:cNvGrpSpPr/>
          <p:nvPr userDrawn="1"/>
        </p:nvGrpSpPr>
        <p:grpSpPr>
          <a:xfrm>
            <a:off x="3797746" y="781766"/>
            <a:ext cx="345147" cy="823522"/>
            <a:chOff x="7697931" y="513861"/>
            <a:chExt cx="345147" cy="823522"/>
          </a:xfrm>
        </p:grpSpPr>
        <p:sp>
          <p:nvSpPr>
            <p:cNvPr id="404" name="Content Placeholder 4">
              <a:extLst>
                <a:ext uri="{FF2B5EF4-FFF2-40B4-BE49-F238E27FC236}">
                  <a16:creationId xmlns:a16="http://schemas.microsoft.com/office/drawing/2014/main" id="{F9E077C0-BF22-6097-74BA-284151F48853}"/>
                </a:ext>
              </a:extLst>
            </p:cNvPr>
            <p:cNvSpPr/>
            <p:nvPr/>
          </p:nvSpPr>
          <p:spPr>
            <a:xfrm>
              <a:off x="7736620" y="1308420"/>
              <a:ext cx="306458" cy="28963"/>
            </a:xfrm>
            <a:custGeom>
              <a:avLst/>
              <a:gdLst>
                <a:gd name="connsiteX0" fmla="*/ 66537 w 306458"/>
                <a:gd name="connsiteY0" fmla="*/ 28344 h 28963"/>
                <a:gd name="connsiteX1" fmla="*/ 124664 w 306458"/>
                <a:gd name="connsiteY1" fmla="*/ 28869 h 28963"/>
                <a:gd name="connsiteX2" fmla="*/ 286655 w 306458"/>
                <a:gd name="connsiteY2" fmla="*/ 28044 h 28963"/>
                <a:gd name="connsiteX3" fmla="*/ 306406 w 306458"/>
                <a:gd name="connsiteY3" fmla="*/ 21511 h 28963"/>
                <a:gd name="connsiteX4" fmla="*/ 291386 w 306458"/>
                <a:gd name="connsiteY4" fmla="*/ 12426 h 28963"/>
                <a:gd name="connsiteX5" fmla="*/ 211405 w 306458"/>
                <a:gd name="connsiteY5" fmla="*/ 4917 h 28963"/>
                <a:gd name="connsiteX6" fmla="*/ 92747 w 306458"/>
                <a:gd name="connsiteY6" fmla="*/ 713 h 28963"/>
                <a:gd name="connsiteX7" fmla="*/ 19749 w 306458"/>
                <a:gd name="connsiteY7" fmla="*/ 4317 h 28963"/>
                <a:gd name="connsiteX8" fmla="*/ 8860 w 306458"/>
                <a:gd name="connsiteY8" fmla="*/ 24590 h 28963"/>
                <a:gd name="connsiteX9" fmla="*/ 31390 w 306458"/>
                <a:gd name="connsiteY9" fmla="*/ 26166 h 28963"/>
                <a:gd name="connsiteX10" fmla="*/ 66537 w 306458"/>
                <a:gd name="connsiteY10" fmla="*/ 28344 h 28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6458" h="28963">
                  <a:moveTo>
                    <a:pt x="66537" y="28344"/>
                  </a:moveTo>
                  <a:cubicBezTo>
                    <a:pt x="85912" y="29095"/>
                    <a:pt x="105288" y="28944"/>
                    <a:pt x="124664" y="28869"/>
                  </a:cubicBezTo>
                  <a:lnTo>
                    <a:pt x="286655" y="28044"/>
                  </a:lnTo>
                  <a:cubicBezTo>
                    <a:pt x="295066" y="28044"/>
                    <a:pt x="305880" y="26617"/>
                    <a:pt x="306406" y="21511"/>
                  </a:cubicBezTo>
                  <a:cubicBezTo>
                    <a:pt x="306932" y="16405"/>
                    <a:pt x="298370" y="14003"/>
                    <a:pt x="291386" y="12426"/>
                  </a:cubicBezTo>
                  <a:cubicBezTo>
                    <a:pt x="264966" y="7801"/>
                    <a:pt x="238223" y="5285"/>
                    <a:pt x="211405" y="4917"/>
                  </a:cubicBezTo>
                  <a:cubicBezTo>
                    <a:pt x="171850" y="3266"/>
                    <a:pt x="132302" y="1862"/>
                    <a:pt x="92747" y="713"/>
                  </a:cubicBezTo>
                  <a:cubicBezTo>
                    <a:pt x="68354" y="-984"/>
                    <a:pt x="43857" y="232"/>
                    <a:pt x="19749" y="4317"/>
                  </a:cubicBezTo>
                  <a:cubicBezTo>
                    <a:pt x="7208" y="6945"/>
                    <a:pt x="-11192" y="18658"/>
                    <a:pt x="8860" y="24590"/>
                  </a:cubicBezTo>
                  <a:cubicBezTo>
                    <a:pt x="16318" y="25678"/>
                    <a:pt x="23850" y="26204"/>
                    <a:pt x="31390" y="26166"/>
                  </a:cubicBezTo>
                  <a:cubicBezTo>
                    <a:pt x="42956" y="26992"/>
                    <a:pt x="54746" y="27818"/>
                    <a:pt x="66537" y="28344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5" name="Content Placeholder 4">
              <a:extLst>
                <a:ext uri="{FF2B5EF4-FFF2-40B4-BE49-F238E27FC236}">
                  <a16:creationId xmlns:a16="http://schemas.microsoft.com/office/drawing/2014/main" id="{456B0CD3-ECCE-BFB8-4B2E-BFE1293F9D50}"/>
                </a:ext>
              </a:extLst>
            </p:cNvPr>
            <p:cNvSpPr/>
            <p:nvPr/>
          </p:nvSpPr>
          <p:spPr>
            <a:xfrm>
              <a:off x="7713137" y="658242"/>
              <a:ext cx="70272" cy="144160"/>
            </a:xfrm>
            <a:custGeom>
              <a:avLst/>
              <a:gdLst>
                <a:gd name="connsiteX0" fmla="*/ 3804 w 70272"/>
                <a:gd name="connsiteY0" fmla="*/ 111183 h 144160"/>
                <a:gd name="connsiteX1" fmla="*/ 2377 w 70272"/>
                <a:gd name="connsiteY1" fmla="*/ 131756 h 144160"/>
                <a:gd name="connsiteX2" fmla="*/ 9887 w 70272"/>
                <a:gd name="connsiteY2" fmla="*/ 136487 h 144160"/>
                <a:gd name="connsiteX3" fmla="*/ 41655 w 70272"/>
                <a:gd name="connsiteY3" fmla="*/ 143995 h 144160"/>
                <a:gd name="connsiteX4" fmla="*/ 48789 w 70272"/>
                <a:gd name="connsiteY4" fmla="*/ 143169 h 144160"/>
                <a:gd name="connsiteX5" fmla="*/ 55173 w 70272"/>
                <a:gd name="connsiteY5" fmla="*/ 130930 h 144160"/>
                <a:gd name="connsiteX6" fmla="*/ 70193 w 70272"/>
                <a:gd name="connsiteY6" fmla="*/ 20932 h 144160"/>
                <a:gd name="connsiteX7" fmla="*/ 55173 w 70272"/>
                <a:gd name="connsiteY7" fmla="*/ 4263 h 144160"/>
                <a:gd name="connsiteX8" fmla="*/ 31366 w 70272"/>
                <a:gd name="connsiteY8" fmla="*/ 53218 h 144160"/>
                <a:gd name="connsiteX9" fmla="*/ 3804 w 70272"/>
                <a:gd name="connsiteY9" fmla="*/ 111183 h 144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272" h="144160">
                  <a:moveTo>
                    <a:pt x="3804" y="111183"/>
                  </a:moveTo>
                  <a:cubicBezTo>
                    <a:pt x="725" y="117715"/>
                    <a:pt x="-2279" y="126200"/>
                    <a:pt x="2377" y="131756"/>
                  </a:cubicBezTo>
                  <a:cubicBezTo>
                    <a:pt x="4450" y="133935"/>
                    <a:pt x="7026" y="135560"/>
                    <a:pt x="9887" y="136487"/>
                  </a:cubicBezTo>
                  <a:cubicBezTo>
                    <a:pt x="20018" y="140628"/>
                    <a:pt x="30743" y="143161"/>
                    <a:pt x="41655" y="143995"/>
                  </a:cubicBezTo>
                  <a:cubicBezTo>
                    <a:pt x="44066" y="144329"/>
                    <a:pt x="46521" y="144045"/>
                    <a:pt x="48789" y="143169"/>
                  </a:cubicBezTo>
                  <a:cubicBezTo>
                    <a:pt x="53070" y="141142"/>
                    <a:pt x="54422" y="135661"/>
                    <a:pt x="55173" y="130930"/>
                  </a:cubicBezTo>
                  <a:cubicBezTo>
                    <a:pt x="61106" y="94589"/>
                    <a:pt x="67414" y="57723"/>
                    <a:pt x="70193" y="20932"/>
                  </a:cubicBezTo>
                  <a:cubicBezTo>
                    <a:pt x="70794" y="12222"/>
                    <a:pt x="65987" y="-9102"/>
                    <a:pt x="55173" y="4263"/>
                  </a:cubicBezTo>
                  <a:cubicBezTo>
                    <a:pt x="44358" y="17628"/>
                    <a:pt x="38726" y="37826"/>
                    <a:pt x="31366" y="53218"/>
                  </a:cubicBezTo>
                  <a:cubicBezTo>
                    <a:pt x="22279" y="72364"/>
                    <a:pt x="13042" y="91811"/>
                    <a:pt x="3804" y="111183"/>
                  </a:cubicBezTo>
                  <a:close/>
                </a:path>
              </a:pathLst>
            </a:custGeom>
            <a:solidFill>
              <a:srgbClr val="662E2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6" name="Content Placeholder 4">
              <a:extLst>
                <a:ext uri="{FF2B5EF4-FFF2-40B4-BE49-F238E27FC236}">
                  <a16:creationId xmlns:a16="http://schemas.microsoft.com/office/drawing/2014/main" id="{87C82DC0-84B4-7396-521F-0AB55F126C1A}"/>
                </a:ext>
              </a:extLst>
            </p:cNvPr>
            <p:cNvSpPr/>
            <p:nvPr/>
          </p:nvSpPr>
          <p:spPr>
            <a:xfrm>
              <a:off x="7864918" y="925856"/>
              <a:ext cx="9913" cy="10511"/>
            </a:xfrm>
            <a:custGeom>
              <a:avLst/>
              <a:gdLst>
                <a:gd name="connsiteX0" fmla="*/ 9884 w 9913"/>
                <a:gd name="connsiteY0" fmla="*/ 10482 h 10511"/>
                <a:gd name="connsiteX1" fmla="*/ 572 w 9913"/>
                <a:gd name="connsiteY1" fmla="*/ 2974 h 10511"/>
                <a:gd name="connsiteX2" fmla="*/ -29 w 9913"/>
                <a:gd name="connsiteY2" fmla="*/ -30 h 105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913" h="10511">
                  <a:moveTo>
                    <a:pt x="9884" y="10482"/>
                  </a:moveTo>
                  <a:cubicBezTo>
                    <a:pt x="6933" y="7794"/>
                    <a:pt x="3823" y="5287"/>
                    <a:pt x="572" y="2974"/>
                  </a:cubicBezTo>
                  <a:lnTo>
                    <a:pt x="-29" y="-30"/>
                  </a:lnTo>
                  <a:close/>
                </a:path>
              </a:pathLst>
            </a:custGeom>
            <a:solidFill>
              <a:srgbClr val="E8CB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7" name="Content Placeholder 4">
              <a:extLst>
                <a:ext uri="{FF2B5EF4-FFF2-40B4-BE49-F238E27FC236}">
                  <a16:creationId xmlns:a16="http://schemas.microsoft.com/office/drawing/2014/main" id="{260AA422-C9E2-952B-67F9-60AC366F7C73}"/>
                </a:ext>
              </a:extLst>
            </p:cNvPr>
            <p:cNvSpPr/>
            <p:nvPr/>
          </p:nvSpPr>
          <p:spPr>
            <a:xfrm>
              <a:off x="7779922" y="866427"/>
              <a:ext cx="105347" cy="381217"/>
            </a:xfrm>
            <a:custGeom>
              <a:avLst/>
              <a:gdLst>
                <a:gd name="connsiteX0" fmla="*/ 28 w 105347"/>
                <a:gd name="connsiteY0" fmla="*/ 32068 h 381217"/>
                <a:gd name="connsiteX1" fmla="*/ 25638 w 105347"/>
                <a:gd name="connsiteY1" fmla="*/ 2034 h 381217"/>
                <a:gd name="connsiteX2" fmla="*/ 66342 w 105347"/>
                <a:gd name="connsiteY2" fmla="*/ 6164 h 381217"/>
                <a:gd name="connsiteX3" fmla="*/ 79259 w 105347"/>
                <a:gd name="connsiteY3" fmla="*/ 13672 h 381217"/>
                <a:gd name="connsiteX4" fmla="*/ 101789 w 105347"/>
                <a:gd name="connsiteY4" fmla="*/ 126299 h 381217"/>
                <a:gd name="connsiteX5" fmla="*/ 105319 w 105347"/>
                <a:gd name="connsiteY5" fmla="*/ 152203 h 381217"/>
                <a:gd name="connsiteX6" fmla="*/ 103591 w 105347"/>
                <a:gd name="connsiteY6" fmla="*/ 172551 h 381217"/>
                <a:gd name="connsiteX7" fmla="*/ 82188 w 105347"/>
                <a:gd name="connsiteY7" fmla="*/ 376181 h 381217"/>
                <a:gd name="connsiteX8" fmla="*/ 80611 w 105347"/>
                <a:gd name="connsiteY8" fmla="*/ 380160 h 381217"/>
                <a:gd name="connsiteX9" fmla="*/ 76029 w 105347"/>
                <a:gd name="connsiteY9" fmla="*/ 381061 h 381217"/>
                <a:gd name="connsiteX10" fmla="*/ 66042 w 105347"/>
                <a:gd name="connsiteY10" fmla="*/ 380460 h 381217"/>
                <a:gd name="connsiteX11" fmla="*/ 70322 w 105347"/>
                <a:gd name="connsiteY11" fmla="*/ 177732 h 381217"/>
                <a:gd name="connsiteX12" fmla="*/ 69646 w 105347"/>
                <a:gd name="connsiteY12" fmla="*/ 167821 h 381217"/>
                <a:gd name="connsiteX13" fmla="*/ 62887 w 105347"/>
                <a:gd name="connsiteY13" fmla="*/ 139064 h 381217"/>
                <a:gd name="connsiteX14" fmla="*/ 27139 w 105347"/>
                <a:gd name="connsiteY14" fmla="*/ 56471 h 381217"/>
                <a:gd name="connsiteX15" fmla="*/ 28 w 105347"/>
                <a:gd name="connsiteY15" fmla="*/ 32068 h 381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47" h="381217">
                  <a:moveTo>
                    <a:pt x="28" y="32068"/>
                  </a:moveTo>
                  <a:cubicBezTo>
                    <a:pt x="1996" y="17931"/>
                    <a:pt x="11985" y="6217"/>
                    <a:pt x="25638" y="2034"/>
                  </a:cubicBezTo>
                  <a:cubicBezTo>
                    <a:pt x="39238" y="-1761"/>
                    <a:pt x="53777" y="-287"/>
                    <a:pt x="66342" y="6164"/>
                  </a:cubicBezTo>
                  <a:cubicBezTo>
                    <a:pt x="70848" y="8302"/>
                    <a:pt x="75166" y="10814"/>
                    <a:pt x="79259" y="13672"/>
                  </a:cubicBezTo>
                  <a:cubicBezTo>
                    <a:pt x="86716" y="51215"/>
                    <a:pt x="94226" y="88757"/>
                    <a:pt x="101789" y="126299"/>
                  </a:cubicBezTo>
                  <a:cubicBezTo>
                    <a:pt x="103787" y="134799"/>
                    <a:pt x="104966" y="143479"/>
                    <a:pt x="105319" y="152203"/>
                  </a:cubicBezTo>
                  <a:cubicBezTo>
                    <a:pt x="105228" y="159021"/>
                    <a:pt x="104650" y="165816"/>
                    <a:pt x="103591" y="172551"/>
                  </a:cubicBezTo>
                  <a:cubicBezTo>
                    <a:pt x="96607" y="224059"/>
                    <a:pt x="89172" y="324673"/>
                    <a:pt x="82188" y="376181"/>
                  </a:cubicBezTo>
                  <a:cubicBezTo>
                    <a:pt x="82143" y="377652"/>
                    <a:pt x="81587" y="379056"/>
                    <a:pt x="80611" y="380160"/>
                  </a:cubicBezTo>
                  <a:cubicBezTo>
                    <a:pt x="79267" y="381069"/>
                    <a:pt x="77614" y="381391"/>
                    <a:pt x="76029" y="381061"/>
                  </a:cubicBezTo>
                  <a:lnTo>
                    <a:pt x="66042" y="380460"/>
                  </a:lnTo>
                  <a:cubicBezTo>
                    <a:pt x="66042" y="320393"/>
                    <a:pt x="62812" y="231342"/>
                    <a:pt x="70322" y="177732"/>
                  </a:cubicBezTo>
                  <a:cubicBezTo>
                    <a:pt x="71126" y="174436"/>
                    <a:pt x="70885" y="170975"/>
                    <a:pt x="69646" y="167821"/>
                  </a:cubicBezTo>
                  <a:cubicBezTo>
                    <a:pt x="68595" y="165944"/>
                    <a:pt x="63488" y="141091"/>
                    <a:pt x="62887" y="139064"/>
                  </a:cubicBezTo>
                  <a:cubicBezTo>
                    <a:pt x="43887" y="76969"/>
                    <a:pt x="45013" y="84627"/>
                    <a:pt x="27139" y="56471"/>
                  </a:cubicBezTo>
                  <a:cubicBezTo>
                    <a:pt x="19029" y="43781"/>
                    <a:pt x="-1248" y="46860"/>
                    <a:pt x="28" y="32068"/>
                  </a:cubicBezTo>
                  <a:close/>
                </a:path>
              </a:pathLst>
            </a:custGeom>
            <a:solidFill>
              <a:srgbClr val="E8CB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8" name="Content Placeholder 4">
              <a:extLst>
                <a:ext uri="{FF2B5EF4-FFF2-40B4-BE49-F238E27FC236}">
                  <a16:creationId xmlns:a16="http://schemas.microsoft.com/office/drawing/2014/main" id="{43FF16EF-4615-B6C3-FFA8-2AC21B9183FB}"/>
                </a:ext>
              </a:extLst>
            </p:cNvPr>
            <p:cNvSpPr/>
            <p:nvPr/>
          </p:nvSpPr>
          <p:spPr>
            <a:xfrm>
              <a:off x="7758629" y="867420"/>
              <a:ext cx="60177" cy="392261"/>
            </a:xfrm>
            <a:custGeom>
              <a:avLst/>
              <a:gdLst>
                <a:gd name="connsiteX0" fmla="*/ 60148 w 60177"/>
                <a:gd name="connsiteY0" fmla="*/ 392232 h 392261"/>
                <a:gd name="connsiteX1" fmla="*/ 44377 w 60177"/>
                <a:gd name="connsiteY1" fmla="*/ 392232 h 392261"/>
                <a:gd name="connsiteX2" fmla="*/ 15689 w 60177"/>
                <a:gd name="connsiteY2" fmla="*/ 180418 h 392261"/>
                <a:gd name="connsiteX3" fmla="*/ 1720 w 60177"/>
                <a:gd name="connsiteY3" fmla="*/ 102406 h 392261"/>
                <a:gd name="connsiteX4" fmla="*/ 8179 w 60177"/>
                <a:gd name="connsiteY4" fmla="*/ 23942 h 392261"/>
                <a:gd name="connsiteX5" fmla="*/ 22073 w 60177"/>
                <a:gd name="connsiteY5" fmla="*/ 3144 h 392261"/>
                <a:gd name="connsiteX6" fmla="*/ 45203 w 60177"/>
                <a:gd name="connsiteY6" fmla="*/ 4420 h 392261"/>
                <a:gd name="connsiteX7" fmla="*/ 48057 w 60177"/>
                <a:gd name="connsiteY7" fmla="*/ 32577 h 392261"/>
                <a:gd name="connsiteX8" fmla="*/ 49484 w 60177"/>
                <a:gd name="connsiteY8" fmla="*/ 107662 h 392261"/>
                <a:gd name="connsiteX9" fmla="*/ 56017 w 60177"/>
                <a:gd name="connsiteY9" fmla="*/ 259482 h 392261"/>
                <a:gd name="connsiteX10" fmla="*/ 60148 w 60177"/>
                <a:gd name="connsiteY10" fmla="*/ 392232 h 392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0177" h="392261">
                  <a:moveTo>
                    <a:pt x="60148" y="392232"/>
                  </a:moveTo>
                  <a:lnTo>
                    <a:pt x="44377" y="392232"/>
                  </a:lnTo>
                  <a:cubicBezTo>
                    <a:pt x="28306" y="339673"/>
                    <a:pt x="25527" y="234554"/>
                    <a:pt x="15689" y="180418"/>
                  </a:cubicBezTo>
                  <a:cubicBezTo>
                    <a:pt x="10957" y="154439"/>
                    <a:pt x="4649" y="128685"/>
                    <a:pt x="1720" y="102406"/>
                  </a:cubicBezTo>
                  <a:cubicBezTo>
                    <a:pt x="-1990" y="76096"/>
                    <a:pt x="218" y="49292"/>
                    <a:pt x="8179" y="23942"/>
                  </a:cubicBezTo>
                  <a:cubicBezTo>
                    <a:pt x="10477" y="15706"/>
                    <a:pt x="15344" y="8419"/>
                    <a:pt x="22073" y="3144"/>
                  </a:cubicBezTo>
                  <a:cubicBezTo>
                    <a:pt x="29237" y="-1519"/>
                    <a:pt x="38594" y="-1002"/>
                    <a:pt x="45203" y="4420"/>
                  </a:cubicBezTo>
                  <a:cubicBezTo>
                    <a:pt x="50835" y="10878"/>
                    <a:pt x="47982" y="24768"/>
                    <a:pt x="48057" y="32577"/>
                  </a:cubicBezTo>
                  <a:cubicBezTo>
                    <a:pt x="48057" y="57655"/>
                    <a:pt x="48733" y="82809"/>
                    <a:pt x="49484" y="107662"/>
                  </a:cubicBezTo>
                  <a:cubicBezTo>
                    <a:pt x="50911" y="158344"/>
                    <a:pt x="53314" y="208951"/>
                    <a:pt x="56017" y="259482"/>
                  </a:cubicBezTo>
                  <a:cubicBezTo>
                    <a:pt x="56393" y="267066"/>
                    <a:pt x="59547" y="392232"/>
                    <a:pt x="60148" y="392232"/>
                  </a:cubicBezTo>
                  <a:close/>
                </a:path>
              </a:pathLst>
            </a:custGeom>
            <a:solidFill>
              <a:srgbClr val="E8CB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9" name="Content Placeholder 4">
              <a:extLst>
                <a:ext uri="{FF2B5EF4-FFF2-40B4-BE49-F238E27FC236}">
                  <a16:creationId xmlns:a16="http://schemas.microsoft.com/office/drawing/2014/main" id="{039E4D46-063D-3890-19F2-D568758BA933}"/>
                </a:ext>
              </a:extLst>
            </p:cNvPr>
            <p:cNvSpPr/>
            <p:nvPr/>
          </p:nvSpPr>
          <p:spPr>
            <a:xfrm>
              <a:off x="7729028" y="903614"/>
              <a:ext cx="184329" cy="134939"/>
            </a:xfrm>
            <a:custGeom>
              <a:avLst/>
              <a:gdLst>
                <a:gd name="connsiteX0" fmla="*/ 182272 w 184329"/>
                <a:gd name="connsiteY0" fmla="*/ 82505 h 134939"/>
                <a:gd name="connsiteX1" fmla="*/ 184300 w 184329"/>
                <a:gd name="connsiteY1" fmla="*/ 117044 h 134939"/>
                <a:gd name="connsiteX2" fmla="*/ 121967 w 184329"/>
                <a:gd name="connsiteY2" fmla="*/ 129733 h 134939"/>
                <a:gd name="connsiteX3" fmla="*/ 48144 w 184329"/>
                <a:gd name="connsiteY3" fmla="*/ 134613 h 134939"/>
                <a:gd name="connsiteX4" fmla="*/ 6539 w 184329"/>
                <a:gd name="connsiteY4" fmla="*/ 123951 h 134939"/>
                <a:gd name="connsiteX5" fmla="*/ 1582 w 184329"/>
                <a:gd name="connsiteY5" fmla="*/ 93092 h 134939"/>
                <a:gd name="connsiteX6" fmla="*/ 13598 w 184329"/>
                <a:gd name="connsiteY6" fmla="*/ 63058 h 134939"/>
                <a:gd name="connsiteX7" fmla="*/ 23736 w 184329"/>
                <a:gd name="connsiteY7" fmla="*/ 28143 h 134939"/>
                <a:gd name="connsiteX8" fmla="*/ 31923 w 184329"/>
                <a:gd name="connsiteY8" fmla="*/ 10423 h 134939"/>
                <a:gd name="connsiteX9" fmla="*/ 50397 w 184329"/>
                <a:gd name="connsiteY9" fmla="*/ 3441 h 134939"/>
                <a:gd name="connsiteX10" fmla="*/ 113706 w 184329"/>
                <a:gd name="connsiteY10" fmla="*/ 362 h 134939"/>
                <a:gd name="connsiteX11" fmla="*/ 148177 w 184329"/>
                <a:gd name="connsiteY11" fmla="*/ 8847 h 134939"/>
                <a:gd name="connsiteX12" fmla="*/ 182272 w 184329"/>
                <a:gd name="connsiteY12" fmla="*/ 82505 h 134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4329" h="134939">
                  <a:moveTo>
                    <a:pt x="182272" y="82505"/>
                  </a:moveTo>
                  <a:cubicBezTo>
                    <a:pt x="183639" y="93970"/>
                    <a:pt x="184323" y="105503"/>
                    <a:pt x="184300" y="117044"/>
                  </a:cubicBezTo>
                  <a:cubicBezTo>
                    <a:pt x="184300" y="120422"/>
                    <a:pt x="127750" y="129282"/>
                    <a:pt x="121967" y="129733"/>
                  </a:cubicBezTo>
                  <a:cubicBezTo>
                    <a:pt x="97409" y="131760"/>
                    <a:pt x="72777" y="133262"/>
                    <a:pt x="48144" y="134613"/>
                  </a:cubicBezTo>
                  <a:cubicBezTo>
                    <a:pt x="33124" y="135439"/>
                    <a:pt x="16151" y="135289"/>
                    <a:pt x="6539" y="123951"/>
                  </a:cubicBezTo>
                  <a:cubicBezTo>
                    <a:pt x="117" y="115016"/>
                    <a:pt x="-1723" y="103581"/>
                    <a:pt x="1582" y="93092"/>
                  </a:cubicBezTo>
                  <a:cubicBezTo>
                    <a:pt x="4924" y="82828"/>
                    <a:pt x="8942" y="72796"/>
                    <a:pt x="13598" y="63058"/>
                  </a:cubicBezTo>
                  <a:cubicBezTo>
                    <a:pt x="17773" y="51665"/>
                    <a:pt x="21160" y="39999"/>
                    <a:pt x="23736" y="28143"/>
                  </a:cubicBezTo>
                  <a:cubicBezTo>
                    <a:pt x="24668" y="21563"/>
                    <a:pt x="27514" y="15402"/>
                    <a:pt x="31923" y="10423"/>
                  </a:cubicBezTo>
                  <a:cubicBezTo>
                    <a:pt x="37240" y="6288"/>
                    <a:pt x="43676" y="3854"/>
                    <a:pt x="50397" y="3441"/>
                  </a:cubicBezTo>
                  <a:cubicBezTo>
                    <a:pt x="71350" y="353"/>
                    <a:pt x="92551" y="-678"/>
                    <a:pt x="113706" y="362"/>
                  </a:cubicBezTo>
                  <a:cubicBezTo>
                    <a:pt x="125752" y="6"/>
                    <a:pt x="137671" y="2939"/>
                    <a:pt x="148177" y="8847"/>
                  </a:cubicBezTo>
                  <a:cubicBezTo>
                    <a:pt x="169355" y="23113"/>
                    <a:pt x="178668" y="53597"/>
                    <a:pt x="182272" y="82505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0" name="Content Placeholder 4">
              <a:extLst>
                <a:ext uri="{FF2B5EF4-FFF2-40B4-BE49-F238E27FC236}">
                  <a16:creationId xmlns:a16="http://schemas.microsoft.com/office/drawing/2014/main" id="{17BF57AA-428C-439B-9A16-37570A72973B}"/>
                </a:ext>
              </a:extLst>
            </p:cNvPr>
            <p:cNvSpPr/>
            <p:nvPr/>
          </p:nvSpPr>
          <p:spPr>
            <a:xfrm>
              <a:off x="7791320" y="522502"/>
              <a:ext cx="82609" cy="117961"/>
            </a:xfrm>
            <a:custGeom>
              <a:avLst/>
              <a:gdLst>
                <a:gd name="connsiteX0" fmla="*/ -29 w 82609"/>
                <a:gd name="connsiteY0" fmla="*/ 41267 h 117961"/>
                <a:gd name="connsiteX1" fmla="*/ 41276 w 82609"/>
                <a:gd name="connsiteY1" fmla="*/ -30 h 117961"/>
                <a:gd name="connsiteX2" fmla="*/ 82581 w 82609"/>
                <a:gd name="connsiteY2" fmla="*/ 41267 h 117961"/>
                <a:gd name="connsiteX3" fmla="*/ 81079 w 82609"/>
                <a:gd name="connsiteY3" fmla="*/ 51403 h 117961"/>
                <a:gd name="connsiteX4" fmla="*/ 81079 w 82609"/>
                <a:gd name="connsiteY4" fmla="*/ 53956 h 117961"/>
                <a:gd name="connsiteX5" fmla="*/ 79351 w 82609"/>
                <a:gd name="connsiteY5" fmla="*/ 76481 h 117961"/>
                <a:gd name="connsiteX6" fmla="*/ 54493 w 82609"/>
                <a:gd name="connsiteY6" fmla="*/ 113123 h 117961"/>
                <a:gd name="connsiteX7" fmla="*/ 18521 w 82609"/>
                <a:gd name="connsiteY7" fmla="*/ 109068 h 117961"/>
                <a:gd name="connsiteX8" fmla="*/ 572 w 82609"/>
                <a:gd name="connsiteY8" fmla="*/ 45622 h 117961"/>
                <a:gd name="connsiteX9" fmla="*/ -29 w 82609"/>
                <a:gd name="connsiteY9" fmla="*/ 41267 h 117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2609" h="117961">
                  <a:moveTo>
                    <a:pt x="-29" y="41267"/>
                  </a:moveTo>
                  <a:cubicBezTo>
                    <a:pt x="-29" y="18459"/>
                    <a:pt x="18460" y="-30"/>
                    <a:pt x="41276" y="-30"/>
                  </a:cubicBezTo>
                  <a:cubicBezTo>
                    <a:pt x="64091" y="-30"/>
                    <a:pt x="82581" y="18459"/>
                    <a:pt x="82581" y="41267"/>
                  </a:cubicBezTo>
                  <a:cubicBezTo>
                    <a:pt x="82581" y="44701"/>
                    <a:pt x="82077" y="48117"/>
                    <a:pt x="81079" y="51403"/>
                  </a:cubicBezTo>
                  <a:lnTo>
                    <a:pt x="81079" y="53956"/>
                  </a:lnTo>
                  <a:cubicBezTo>
                    <a:pt x="81274" y="61504"/>
                    <a:pt x="80696" y="69052"/>
                    <a:pt x="79351" y="76481"/>
                  </a:cubicBezTo>
                  <a:cubicBezTo>
                    <a:pt x="76866" y="91759"/>
                    <a:pt x="67771" y="105164"/>
                    <a:pt x="54493" y="113123"/>
                  </a:cubicBezTo>
                  <a:cubicBezTo>
                    <a:pt x="43146" y="120837"/>
                    <a:pt x="27863" y="119115"/>
                    <a:pt x="18521" y="109068"/>
                  </a:cubicBezTo>
                  <a:cubicBezTo>
                    <a:pt x="872" y="92850"/>
                    <a:pt x="-630" y="68522"/>
                    <a:pt x="572" y="45622"/>
                  </a:cubicBezTo>
                  <a:cubicBezTo>
                    <a:pt x="121" y="44345"/>
                    <a:pt x="-29" y="42844"/>
                    <a:pt x="-29" y="41267"/>
                  </a:cubicBezTo>
                  <a:close/>
                </a:path>
              </a:pathLst>
            </a:custGeom>
            <a:solidFill>
              <a:srgbClr val="E8CB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1" name="Content Placeholder 4">
              <a:extLst>
                <a:ext uri="{FF2B5EF4-FFF2-40B4-BE49-F238E27FC236}">
                  <a16:creationId xmlns:a16="http://schemas.microsoft.com/office/drawing/2014/main" id="{F0033C8A-2D6E-F4FE-BEC5-399160C6A838}"/>
                </a:ext>
              </a:extLst>
            </p:cNvPr>
            <p:cNvSpPr/>
            <p:nvPr/>
          </p:nvSpPr>
          <p:spPr>
            <a:xfrm>
              <a:off x="7746876" y="648699"/>
              <a:ext cx="157543" cy="310322"/>
            </a:xfrm>
            <a:custGeom>
              <a:avLst/>
              <a:gdLst>
                <a:gd name="connsiteX0" fmla="*/ 44565 w 157543"/>
                <a:gd name="connsiteY0" fmla="*/ 516 h 310322"/>
                <a:gd name="connsiteX1" fmla="*/ 22035 w 157543"/>
                <a:gd name="connsiteY1" fmla="*/ 6748 h 310322"/>
                <a:gd name="connsiteX2" fmla="*/ 16778 w 157543"/>
                <a:gd name="connsiteY2" fmla="*/ 16734 h 310322"/>
                <a:gd name="connsiteX3" fmla="*/ 331 w 157543"/>
                <a:gd name="connsiteY3" fmla="*/ 284110 h 310322"/>
                <a:gd name="connsiteX4" fmla="*/ 1458 w 157543"/>
                <a:gd name="connsiteY4" fmla="*/ 292445 h 310322"/>
                <a:gd name="connsiteX5" fmla="*/ 8217 w 157543"/>
                <a:gd name="connsiteY5" fmla="*/ 296799 h 310322"/>
                <a:gd name="connsiteX6" fmla="*/ 138590 w 157543"/>
                <a:gd name="connsiteY6" fmla="*/ 301154 h 310322"/>
                <a:gd name="connsiteX7" fmla="*/ 147302 w 157543"/>
                <a:gd name="connsiteY7" fmla="*/ 296875 h 310322"/>
                <a:gd name="connsiteX8" fmla="*/ 152183 w 157543"/>
                <a:gd name="connsiteY8" fmla="*/ 287339 h 310322"/>
                <a:gd name="connsiteX9" fmla="*/ 134460 w 157543"/>
                <a:gd name="connsiteY9" fmla="*/ 80481 h 310322"/>
                <a:gd name="connsiteX10" fmla="*/ 128452 w 157543"/>
                <a:gd name="connsiteY10" fmla="*/ 10802 h 310322"/>
                <a:gd name="connsiteX11" fmla="*/ 44565 w 157543"/>
                <a:gd name="connsiteY11" fmla="*/ 516 h 310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7543" h="310322">
                  <a:moveTo>
                    <a:pt x="44565" y="516"/>
                  </a:moveTo>
                  <a:cubicBezTo>
                    <a:pt x="36559" y="-94"/>
                    <a:pt x="28592" y="2111"/>
                    <a:pt x="22035" y="6748"/>
                  </a:cubicBezTo>
                  <a:cubicBezTo>
                    <a:pt x="19482" y="9588"/>
                    <a:pt x="17672" y="13020"/>
                    <a:pt x="16778" y="16734"/>
                  </a:cubicBezTo>
                  <a:cubicBezTo>
                    <a:pt x="-11234" y="103232"/>
                    <a:pt x="11221" y="195060"/>
                    <a:pt x="331" y="284110"/>
                  </a:cubicBezTo>
                  <a:cubicBezTo>
                    <a:pt x="-405" y="286928"/>
                    <a:pt x="-6" y="289924"/>
                    <a:pt x="1458" y="292445"/>
                  </a:cubicBezTo>
                  <a:cubicBezTo>
                    <a:pt x="3313" y="294433"/>
                    <a:pt x="5641" y="295929"/>
                    <a:pt x="8217" y="296799"/>
                  </a:cubicBezTo>
                  <a:cubicBezTo>
                    <a:pt x="49890" y="313151"/>
                    <a:pt x="95919" y="314688"/>
                    <a:pt x="138590" y="301154"/>
                  </a:cubicBezTo>
                  <a:cubicBezTo>
                    <a:pt x="141767" y="300362"/>
                    <a:pt x="144734" y="298903"/>
                    <a:pt x="147302" y="296875"/>
                  </a:cubicBezTo>
                  <a:cubicBezTo>
                    <a:pt x="149878" y="294279"/>
                    <a:pt x="151583" y="290947"/>
                    <a:pt x="152183" y="287339"/>
                  </a:cubicBezTo>
                  <a:cubicBezTo>
                    <a:pt x="169231" y="219312"/>
                    <a:pt x="140468" y="149784"/>
                    <a:pt x="134460" y="80481"/>
                  </a:cubicBezTo>
                  <a:cubicBezTo>
                    <a:pt x="133033" y="64338"/>
                    <a:pt x="140543" y="23867"/>
                    <a:pt x="128452" y="10802"/>
                  </a:cubicBezTo>
                  <a:cubicBezTo>
                    <a:pt x="116361" y="-2262"/>
                    <a:pt x="63641" y="-160"/>
                    <a:pt x="44565" y="516"/>
                  </a:cubicBezTo>
                  <a:close/>
                </a:path>
              </a:pathLst>
            </a:custGeom>
            <a:solidFill>
              <a:srgbClr val="662E2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2" name="Content Placeholder 4">
              <a:extLst>
                <a:ext uri="{FF2B5EF4-FFF2-40B4-BE49-F238E27FC236}">
                  <a16:creationId xmlns:a16="http://schemas.microsoft.com/office/drawing/2014/main" id="{FA2E4BA6-1228-9426-838F-771153E5EB2F}"/>
                </a:ext>
              </a:extLst>
            </p:cNvPr>
            <p:cNvSpPr/>
            <p:nvPr/>
          </p:nvSpPr>
          <p:spPr>
            <a:xfrm>
              <a:off x="7860778" y="610088"/>
              <a:ext cx="20407" cy="29057"/>
            </a:xfrm>
            <a:custGeom>
              <a:avLst/>
              <a:gdLst>
                <a:gd name="connsiteX0" fmla="*/ 355 w 20407"/>
                <a:gd name="connsiteY0" fmla="*/ 19830 h 29057"/>
                <a:gd name="connsiteX1" fmla="*/ 4185 w 20407"/>
                <a:gd name="connsiteY1" fmla="*/ 13373 h 29057"/>
                <a:gd name="connsiteX2" fmla="*/ 10869 w 20407"/>
                <a:gd name="connsiteY2" fmla="*/ 4363 h 29057"/>
                <a:gd name="connsiteX3" fmla="*/ 14549 w 20407"/>
                <a:gd name="connsiteY3" fmla="*/ 759 h 29057"/>
                <a:gd name="connsiteX4" fmla="*/ 19356 w 20407"/>
                <a:gd name="connsiteY4" fmla="*/ 759 h 29057"/>
                <a:gd name="connsiteX5" fmla="*/ 19956 w 20407"/>
                <a:gd name="connsiteY5" fmla="*/ 6165 h 29057"/>
                <a:gd name="connsiteX6" fmla="*/ 15375 w 20407"/>
                <a:gd name="connsiteY6" fmla="*/ 17578 h 29057"/>
                <a:gd name="connsiteX7" fmla="*/ 7865 w 20407"/>
                <a:gd name="connsiteY7" fmla="*/ 28390 h 29057"/>
                <a:gd name="connsiteX8" fmla="*/ 1256 w 20407"/>
                <a:gd name="connsiteY8" fmla="*/ 26738 h 29057"/>
                <a:gd name="connsiteX9" fmla="*/ 355 w 20407"/>
                <a:gd name="connsiteY9" fmla="*/ 19830 h 29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407" h="29057">
                  <a:moveTo>
                    <a:pt x="355" y="19830"/>
                  </a:moveTo>
                  <a:cubicBezTo>
                    <a:pt x="1309" y="17502"/>
                    <a:pt x="2601" y="15326"/>
                    <a:pt x="4185" y="13373"/>
                  </a:cubicBezTo>
                  <a:lnTo>
                    <a:pt x="10869" y="4363"/>
                  </a:lnTo>
                  <a:cubicBezTo>
                    <a:pt x="11838" y="2926"/>
                    <a:pt x="13093" y="1701"/>
                    <a:pt x="14549" y="759"/>
                  </a:cubicBezTo>
                  <a:cubicBezTo>
                    <a:pt x="15976" y="-293"/>
                    <a:pt x="17929" y="-293"/>
                    <a:pt x="19356" y="759"/>
                  </a:cubicBezTo>
                  <a:cubicBezTo>
                    <a:pt x="20460" y="2343"/>
                    <a:pt x="20685" y="4377"/>
                    <a:pt x="19956" y="6165"/>
                  </a:cubicBezTo>
                  <a:cubicBezTo>
                    <a:pt x="18905" y="10142"/>
                    <a:pt x="17366" y="13974"/>
                    <a:pt x="15375" y="17578"/>
                  </a:cubicBezTo>
                  <a:lnTo>
                    <a:pt x="7865" y="28390"/>
                  </a:lnTo>
                  <a:cubicBezTo>
                    <a:pt x="5575" y="29680"/>
                    <a:pt x="2669" y="28954"/>
                    <a:pt x="1256" y="26738"/>
                  </a:cubicBezTo>
                  <a:cubicBezTo>
                    <a:pt x="-50" y="24681"/>
                    <a:pt x="-380" y="22153"/>
                    <a:pt x="355" y="19830"/>
                  </a:cubicBezTo>
                  <a:close/>
                </a:path>
              </a:pathLst>
            </a:custGeom>
            <a:solidFill>
              <a:srgbClr val="E8CB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3" name="Content Placeholder 4">
              <a:extLst>
                <a:ext uri="{FF2B5EF4-FFF2-40B4-BE49-F238E27FC236}">
                  <a16:creationId xmlns:a16="http://schemas.microsoft.com/office/drawing/2014/main" id="{54F17C85-80D3-69E5-5F20-D12826A48FD3}"/>
                </a:ext>
              </a:extLst>
            </p:cNvPr>
            <p:cNvSpPr/>
            <p:nvPr/>
          </p:nvSpPr>
          <p:spPr>
            <a:xfrm>
              <a:off x="7853740" y="590291"/>
              <a:ext cx="28338" cy="45446"/>
            </a:xfrm>
            <a:custGeom>
              <a:avLst/>
              <a:gdLst>
                <a:gd name="connsiteX0" fmla="*/ 28196 w 28338"/>
                <a:gd name="connsiteY0" fmla="*/ 4563 h 45446"/>
                <a:gd name="connsiteX1" fmla="*/ 28196 w 28338"/>
                <a:gd name="connsiteY1" fmla="*/ 2611 h 45446"/>
                <a:gd name="connsiteX2" fmla="*/ 24892 w 28338"/>
                <a:gd name="connsiteY2" fmla="*/ 358 h 45446"/>
                <a:gd name="connsiteX3" fmla="*/ 20536 w 28338"/>
                <a:gd name="connsiteY3" fmla="*/ 358 h 45446"/>
                <a:gd name="connsiteX4" fmla="*/ 18583 w 28338"/>
                <a:gd name="connsiteY4" fmla="*/ 2010 h 45446"/>
                <a:gd name="connsiteX5" fmla="*/ 11974 w 28338"/>
                <a:gd name="connsiteY5" fmla="*/ 19655 h 45446"/>
                <a:gd name="connsiteX6" fmla="*/ 2662 w 28338"/>
                <a:gd name="connsiteY6" fmla="*/ 36624 h 45446"/>
                <a:gd name="connsiteX7" fmla="*/ 259 w 28338"/>
                <a:gd name="connsiteY7" fmla="*/ 40528 h 45446"/>
                <a:gd name="connsiteX8" fmla="*/ 1085 w 28338"/>
                <a:gd name="connsiteY8" fmla="*/ 44733 h 45446"/>
                <a:gd name="connsiteX9" fmla="*/ 5591 w 28338"/>
                <a:gd name="connsiteY9" fmla="*/ 44733 h 45446"/>
                <a:gd name="connsiteX10" fmla="*/ 8896 w 28338"/>
                <a:gd name="connsiteY10" fmla="*/ 41204 h 45446"/>
                <a:gd name="connsiteX11" fmla="*/ 22489 w 28338"/>
                <a:gd name="connsiteY11" fmla="*/ 22133 h 45446"/>
                <a:gd name="connsiteX12" fmla="*/ 28196 w 28338"/>
                <a:gd name="connsiteY12" fmla="*/ 4563 h 45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338" h="45446">
                  <a:moveTo>
                    <a:pt x="28196" y="4563"/>
                  </a:moveTo>
                  <a:cubicBezTo>
                    <a:pt x="28347" y="3921"/>
                    <a:pt x="28347" y="3253"/>
                    <a:pt x="28196" y="2611"/>
                  </a:cubicBezTo>
                  <a:cubicBezTo>
                    <a:pt x="27746" y="1334"/>
                    <a:pt x="26244" y="734"/>
                    <a:pt x="24892" y="358"/>
                  </a:cubicBezTo>
                  <a:cubicBezTo>
                    <a:pt x="23487" y="-159"/>
                    <a:pt x="21940" y="-159"/>
                    <a:pt x="20536" y="358"/>
                  </a:cubicBezTo>
                  <a:cubicBezTo>
                    <a:pt x="19740" y="716"/>
                    <a:pt x="19064" y="1288"/>
                    <a:pt x="18583" y="2010"/>
                  </a:cubicBezTo>
                  <a:cubicBezTo>
                    <a:pt x="15414" y="7482"/>
                    <a:pt x="13176" y="13446"/>
                    <a:pt x="11974" y="19655"/>
                  </a:cubicBezTo>
                  <a:cubicBezTo>
                    <a:pt x="9894" y="25816"/>
                    <a:pt x="6740" y="31561"/>
                    <a:pt x="2662" y="36624"/>
                  </a:cubicBezTo>
                  <a:cubicBezTo>
                    <a:pt x="1641" y="37777"/>
                    <a:pt x="830" y="39098"/>
                    <a:pt x="259" y="40528"/>
                  </a:cubicBezTo>
                  <a:cubicBezTo>
                    <a:pt x="-327" y="41969"/>
                    <a:pt x="-4" y="43621"/>
                    <a:pt x="1085" y="44733"/>
                  </a:cubicBezTo>
                  <a:cubicBezTo>
                    <a:pt x="2452" y="45644"/>
                    <a:pt x="4224" y="45644"/>
                    <a:pt x="5591" y="44733"/>
                  </a:cubicBezTo>
                  <a:cubicBezTo>
                    <a:pt x="6951" y="43828"/>
                    <a:pt x="8077" y="42620"/>
                    <a:pt x="8896" y="41204"/>
                  </a:cubicBezTo>
                  <a:cubicBezTo>
                    <a:pt x="13401" y="34897"/>
                    <a:pt x="18433" y="28740"/>
                    <a:pt x="22489" y="22133"/>
                  </a:cubicBezTo>
                  <a:cubicBezTo>
                    <a:pt x="25793" y="16828"/>
                    <a:pt x="27753" y="10797"/>
                    <a:pt x="28196" y="4563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4" name="Content Placeholder 4">
              <a:extLst>
                <a:ext uri="{FF2B5EF4-FFF2-40B4-BE49-F238E27FC236}">
                  <a16:creationId xmlns:a16="http://schemas.microsoft.com/office/drawing/2014/main" id="{902BC71F-7290-C514-4C84-F2D52D77DD61}"/>
                </a:ext>
              </a:extLst>
            </p:cNvPr>
            <p:cNvSpPr/>
            <p:nvPr/>
          </p:nvSpPr>
          <p:spPr>
            <a:xfrm>
              <a:off x="7779880" y="513861"/>
              <a:ext cx="99043" cy="131122"/>
            </a:xfrm>
            <a:custGeom>
              <a:avLst/>
              <a:gdLst>
                <a:gd name="connsiteX0" fmla="*/ 98827 w 99043"/>
                <a:gd name="connsiteY0" fmla="*/ 71007 h 131122"/>
                <a:gd name="connsiteX1" fmla="*/ 93120 w 99043"/>
                <a:gd name="connsiteY1" fmla="*/ 66126 h 131122"/>
                <a:gd name="connsiteX2" fmla="*/ 85610 w 99043"/>
                <a:gd name="connsiteY2" fmla="*/ 81894 h 131122"/>
                <a:gd name="connsiteX3" fmla="*/ 83206 w 99043"/>
                <a:gd name="connsiteY3" fmla="*/ 84147 h 131122"/>
                <a:gd name="connsiteX4" fmla="*/ 81329 w 99043"/>
                <a:gd name="connsiteY4" fmla="*/ 83546 h 131122"/>
                <a:gd name="connsiteX5" fmla="*/ 78776 w 99043"/>
                <a:gd name="connsiteY5" fmla="*/ 86399 h 131122"/>
                <a:gd name="connsiteX6" fmla="*/ 80202 w 99043"/>
                <a:gd name="connsiteY6" fmla="*/ 90529 h 131122"/>
                <a:gd name="connsiteX7" fmla="*/ 79752 w 99043"/>
                <a:gd name="connsiteY7" fmla="*/ 106146 h 131122"/>
                <a:gd name="connsiteX8" fmla="*/ 69989 w 99043"/>
                <a:gd name="connsiteY8" fmla="*/ 118761 h 131122"/>
                <a:gd name="connsiteX9" fmla="*/ 53016 w 99043"/>
                <a:gd name="connsiteY9" fmla="*/ 129347 h 131122"/>
                <a:gd name="connsiteX10" fmla="*/ 33415 w 99043"/>
                <a:gd name="connsiteY10" fmla="*/ 129347 h 131122"/>
                <a:gd name="connsiteX11" fmla="*/ 24929 w 99043"/>
                <a:gd name="connsiteY11" fmla="*/ 124092 h 131122"/>
                <a:gd name="connsiteX12" fmla="*/ 16367 w 99043"/>
                <a:gd name="connsiteY12" fmla="*/ 115382 h 131122"/>
                <a:gd name="connsiteX13" fmla="*/ 11035 w 99043"/>
                <a:gd name="connsiteY13" fmla="*/ 102617 h 131122"/>
                <a:gd name="connsiteX14" fmla="*/ 221 w 99043"/>
                <a:gd name="connsiteY14" fmla="*/ 50509 h 131122"/>
                <a:gd name="connsiteX15" fmla="*/ 1948 w 99043"/>
                <a:gd name="connsiteY15" fmla="*/ 30161 h 131122"/>
                <a:gd name="connsiteX16" fmla="*/ 28534 w 99043"/>
                <a:gd name="connsiteY16" fmla="*/ 3205 h 131122"/>
                <a:gd name="connsiteX17" fmla="*/ 67135 w 99043"/>
                <a:gd name="connsiteY17" fmla="*/ 3205 h 131122"/>
                <a:gd name="connsiteX18" fmla="*/ 78550 w 99043"/>
                <a:gd name="connsiteY18" fmla="*/ 8837 h 131122"/>
                <a:gd name="connsiteX19" fmla="*/ 98827 w 99043"/>
                <a:gd name="connsiteY19" fmla="*/ 71007 h 131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9043" h="131122">
                  <a:moveTo>
                    <a:pt x="98827" y="71007"/>
                  </a:moveTo>
                  <a:cubicBezTo>
                    <a:pt x="97032" y="69261"/>
                    <a:pt x="95125" y="67631"/>
                    <a:pt x="93120" y="66126"/>
                  </a:cubicBezTo>
                  <a:cubicBezTo>
                    <a:pt x="90716" y="71382"/>
                    <a:pt x="88313" y="76638"/>
                    <a:pt x="85610" y="81894"/>
                  </a:cubicBezTo>
                  <a:cubicBezTo>
                    <a:pt x="85084" y="82945"/>
                    <a:pt x="84333" y="84222"/>
                    <a:pt x="83206" y="84147"/>
                  </a:cubicBezTo>
                  <a:cubicBezTo>
                    <a:pt x="82568" y="83981"/>
                    <a:pt x="81945" y="83780"/>
                    <a:pt x="81329" y="83546"/>
                  </a:cubicBezTo>
                  <a:cubicBezTo>
                    <a:pt x="79902" y="83546"/>
                    <a:pt x="78701" y="84973"/>
                    <a:pt x="78776" y="86399"/>
                  </a:cubicBezTo>
                  <a:cubicBezTo>
                    <a:pt x="78971" y="87858"/>
                    <a:pt x="79451" y="89263"/>
                    <a:pt x="80202" y="90529"/>
                  </a:cubicBezTo>
                  <a:cubicBezTo>
                    <a:pt x="82200" y="95577"/>
                    <a:pt x="82035" y="101222"/>
                    <a:pt x="79752" y="106146"/>
                  </a:cubicBezTo>
                  <a:cubicBezTo>
                    <a:pt x="77409" y="110981"/>
                    <a:pt x="74082" y="115277"/>
                    <a:pt x="69989" y="118761"/>
                  </a:cubicBezTo>
                  <a:cubicBezTo>
                    <a:pt x="65115" y="123411"/>
                    <a:pt x="59340" y="127015"/>
                    <a:pt x="53016" y="129347"/>
                  </a:cubicBezTo>
                  <a:cubicBezTo>
                    <a:pt x="46693" y="131674"/>
                    <a:pt x="39738" y="131674"/>
                    <a:pt x="33415" y="129347"/>
                  </a:cubicBezTo>
                  <a:cubicBezTo>
                    <a:pt x="30366" y="127976"/>
                    <a:pt x="27512" y="126208"/>
                    <a:pt x="24929" y="124092"/>
                  </a:cubicBezTo>
                  <a:cubicBezTo>
                    <a:pt x="21655" y="121633"/>
                    <a:pt x="18771" y="118697"/>
                    <a:pt x="16367" y="115382"/>
                  </a:cubicBezTo>
                  <a:cubicBezTo>
                    <a:pt x="13979" y="111408"/>
                    <a:pt x="12185" y="107108"/>
                    <a:pt x="11035" y="102617"/>
                  </a:cubicBezTo>
                  <a:cubicBezTo>
                    <a:pt x="5433" y="85723"/>
                    <a:pt x="1806" y="68238"/>
                    <a:pt x="221" y="50509"/>
                  </a:cubicBezTo>
                  <a:cubicBezTo>
                    <a:pt x="-417" y="43678"/>
                    <a:pt x="168" y="36788"/>
                    <a:pt x="1948" y="30161"/>
                  </a:cubicBezTo>
                  <a:cubicBezTo>
                    <a:pt x="6131" y="17526"/>
                    <a:pt x="15954" y="7560"/>
                    <a:pt x="28534" y="3205"/>
                  </a:cubicBezTo>
                  <a:cubicBezTo>
                    <a:pt x="41038" y="-1108"/>
                    <a:pt x="54631" y="-1108"/>
                    <a:pt x="67135" y="3205"/>
                  </a:cubicBezTo>
                  <a:cubicBezTo>
                    <a:pt x="71213" y="4469"/>
                    <a:pt x="75066" y="6370"/>
                    <a:pt x="78550" y="8837"/>
                  </a:cubicBezTo>
                  <a:cubicBezTo>
                    <a:pt x="96349" y="21977"/>
                    <a:pt x="99954" y="51034"/>
                    <a:pt x="98827" y="71007"/>
                  </a:cubicBezTo>
                  <a:close/>
                </a:path>
              </a:pathLst>
            </a:custGeom>
            <a:solidFill>
              <a:srgbClr val="EDD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5" name="Content Placeholder 4">
              <a:extLst>
                <a:ext uri="{FF2B5EF4-FFF2-40B4-BE49-F238E27FC236}">
                  <a16:creationId xmlns:a16="http://schemas.microsoft.com/office/drawing/2014/main" id="{37F2D321-3636-000E-0836-C9821A4995AD}"/>
                </a:ext>
              </a:extLst>
            </p:cNvPr>
            <p:cNvSpPr/>
            <p:nvPr/>
          </p:nvSpPr>
          <p:spPr>
            <a:xfrm>
              <a:off x="7697931" y="522298"/>
              <a:ext cx="111924" cy="182683"/>
            </a:xfrm>
            <a:custGeom>
              <a:avLst/>
              <a:gdLst>
                <a:gd name="connsiteX0" fmla="*/ 69629 w 111924"/>
                <a:gd name="connsiteY0" fmla="*/ 2502 h 182683"/>
                <a:gd name="connsiteX1" fmla="*/ 47474 w 111924"/>
                <a:gd name="connsiteY1" fmla="*/ 32536 h 182683"/>
                <a:gd name="connsiteX2" fmla="*/ 47474 w 111924"/>
                <a:gd name="connsiteY2" fmla="*/ 70754 h 182683"/>
                <a:gd name="connsiteX3" fmla="*/ 51229 w 111924"/>
                <a:gd name="connsiteY3" fmla="*/ 108972 h 182683"/>
                <a:gd name="connsiteX4" fmla="*/ 43719 w 111924"/>
                <a:gd name="connsiteY4" fmla="*/ 135627 h 182683"/>
                <a:gd name="connsiteX5" fmla="*/ 25620 w 111924"/>
                <a:gd name="connsiteY5" fmla="*/ 148842 h 182683"/>
                <a:gd name="connsiteX6" fmla="*/ 11 w 111924"/>
                <a:gd name="connsiteY6" fmla="*/ 151545 h 182683"/>
                <a:gd name="connsiteX7" fmla="*/ 12327 w 111924"/>
                <a:gd name="connsiteY7" fmla="*/ 176923 h 182683"/>
                <a:gd name="connsiteX8" fmla="*/ 40565 w 111924"/>
                <a:gd name="connsiteY8" fmla="*/ 181278 h 182683"/>
                <a:gd name="connsiteX9" fmla="*/ 65348 w 111924"/>
                <a:gd name="connsiteY9" fmla="*/ 164234 h 182683"/>
                <a:gd name="connsiteX10" fmla="*/ 80368 w 111924"/>
                <a:gd name="connsiteY10" fmla="*/ 141258 h 182683"/>
                <a:gd name="connsiteX11" fmla="*/ 79692 w 111924"/>
                <a:gd name="connsiteY11" fmla="*/ 94631 h 182683"/>
                <a:gd name="connsiteX12" fmla="*/ 89455 w 111924"/>
                <a:gd name="connsiteY12" fmla="*/ 50256 h 182683"/>
                <a:gd name="connsiteX13" fmla="*/ 109657 w 111924"/>
                <a:gd name="connsiteY13" fmla="*/ 16242 h 182683"/>
                <a:gd name="connsiteX14" fmla="*/ 69629 w 111924"/>
                <a:gd name="connsiteY14" fmla="*/ 2502 h 182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1924" h="182683">
                  <a:moveTo>
                    <a:pt x="69629" y="2502"/>
                  </a:moveTo>
                  <a:cubicBezTo>
                    <a:pt x="58063" y="8632"/>
                    <a:pt x="49915" y="19681"/>
                    <a:pt x="47474" y="32536"/>
                  </a:cubicBezTo>
                  <a:cubicBezTo>
                    <a:pt x="45138" y="45168"/>
                    <a:pt x="45138" y="58121"/>
                    <a:pt x="47474" y="70754"/>
                  </a:cubicBezTo>
                  <a:cubicBezTo>
                    <a:pt x="49802" y="83364"/>
                    <a:pt x="51064" y="96149"/>
                    <a:pt x="51229" y="108972"/>
                  </a:cubicBezTo>
                  <a:cubicBezTo>
                    <a:pt x="51485" y="118413"/>
                    <a:pt x="48871" y="127709"/>
                    <a:pt x="43719" y="135627"/>
                  </a:cubicBezTo>
                  <a:cubicBezTo>
                    <a:pt x="38950" y="141540"/>
                    <a:pt x="32710" y="146097"/>
                    <a:pt x="25620" y="148842"/>
                  </a:cubicBezTo>
                  <a:cubicBezTo>
                    <a:pt x="17667" y="152732"/>
                    <a:pt x="8602" y="153690"/>
                    <a:pt x="11" y="151545"/>
                  </a:cubicBezTo>
                  <a:cubicBezTo>
                    <a:pt x="-515" y="161557"/>
                    <a:pt x="4141" y="171138"/>
                    <a:pt x="12327" y="176923"/>
                  </a:cubicBezTo>
                  <a:cubicBezTo>
                    <a:pt x="20619" y="182517"/>
                    <a:pt x="30975" y="184114"/>
                    <a:pt x="40565" y="181278"/>
                  </a:cubicBezTo>
                  <a:cubicBezTo>
                    <a:pt x="50178" y="177872"/>
                    <a:pt x="58731" y="171994"/>
                    <a:pt x="65348" y="164234"/>
                  </a:cubicBezTo>
                  <a:cubicBezTo>
                    <a:pt x="71927" y="157726"/>
                    <a:pt x="77048" y="149894"/>
                    <a:pt x="80368" y="141258"/>
                  </a:cubicBezTo>
                  <a:cubicBezTo>
                    <a:pt x="85475" y="126241"/>
                    <a:pt x="81720" y="110173"/>
                    <a:pt x="79692" y="94631"/>
                  </a:cubicBezTo>
                  <a:cubicBezTo>
                    <a:pt x="77664" y="79088"/>
                    <a:pt x="78265" y="61293"/>
                    <a:pt x="89455" y="50256"/>
                  </a:cubicBezTo>
                  <a:cubicBezTo>
                    <a:pt x="98842" y="41095"/>
                    <a:pt x="118518" y="32611"/>
                    <a:pt x="109657" y="16242"/>
                  </a:cubicBezTo>
                  <a:cubicBezTo>
                    <a:pt x="101802" y="2093"/>
                    <a:pt x="84521" y="-3838"/>
                    <a:pt x="69629" y="2502"/>
                  </a:cubicBezTo>
                  <a:close/>
                </a:path>
              </a:pathLst>
            </a:custGeom>
            <a:solidFill>
              <a:srgbClr val="EDD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6" name="Content Placeholder 4">
              <a:extLst>
                <a:ext uri="{FF2B5EF4-FFF2-40B4-BE49-F238E27FC236}">
                  <a16:creationId xmlns:a16="http://schemas.microsoft.com/office/drawing/2014/main" id="{F07F05FF-F496-4A4E-5339-36BC41D2AA53}"/>
                </a:ext>
              </a:extLst>
            </p:cNvPr>
            <p:cNvSpPr/>
            <p:nvPr/>
          </p:nvSpPr>
          <p:spPr>
            <a:xfrm>
              <a:off x="7852120" y="628044"/>
              <a:ext cx="77661" cy="154044"/>
            </a:xfrm>
            <a:custGeom>
              <a:avLst/>
              <a:gdLst>
                <a:gd name="connsiteX0" fmla="*/ 76078 w 77661"/>
                <a:gd name="connsiteY0" fmla="*/ 128166 h 154044"/>
                <a:gd name="connsiteX1" fmla="*/ 71947 w 77661"/>
                <a:gd name="connsiteY1" fmla="*/ 152343 h 154044"/>
                <a:gd name="connsiteX2" fmla="*/ 51670 w 77661"/>
                <a:gd name="connsiteY2" fmla="*/ 148965 h 154044"/>
                <a:gd name="connsiteX3" fmla="*/ 20804 w 77661"/>
                <a:gd name="connsiteY3" fmla="*/ 102562 h 154044"/>
                <a:gd name="connsiteX4" fmla="*/ 152 w 77661"/>
                <a:gd name="connsiteY4" fmla="*/ 51655 h 154044"/>
                <a:gd name="connsiteX5" fmla="*/ 12693 w 77661"/>
                <a:gd name="connsiteY5" fmla="*/ 38290 h 154044"/>
                <a:gd name="connsiteX6" fmla="*/ 21255 w 77661"/>
                <a:gd name="connsiteY6" fmla="*/ 44297 h 154044"/>
                <a:gd name="connsiteX7" fmla="*/ 30793 w 77661"/>
                <a:gd name="connsiteY7" fmla="*/ 45573 h 154044"/>
                <a:gd name="connsiteX8" fmla="*/ 25611 w 77661"/>
                <a:gd name="connsiteY8" fmla="*/ 27778 h 154044"/>
                <a:gd name="connsiteX9" fmla="*/ 14796 w 77661"/>
                <a:gd name="connsiteY9" fmla="*/ 12086 h 154044"/>
                <a:gd name="connsiteX10" fmla="*/ 14195 w 77661"/>
                <a:gd name="connsiteY10" fmla="*/ 7055 h 154044"/>
                <a:gd name="connsiteX11" fmla="*/ 25535 w 77661"/>
                <a:gd name="connsiteY11" fmla="*/ 297 h 154044"/>
                <a:gd name="connsiteX12" fmla="*/ 33646 w 77661"/>
                <a:gd name="connsiteY12" fmla="*/ 15990 h 154044"/>
                <a:gd name="connsiteX13" fmla="*/ 50093 w 77661"/>
                <a:gd name="connsiteY13" fmla="*/ 53532 h 154044"/>
                <a:gd name="connsiteX14" fmla="*/ 76078 w 77661"/>
                <a:gd name="connsiteY14" fmla="*/ 128166 h 154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7661" h="154044">
                  <a:moveTo>
                    <a:pt x="76078" y="128166"/>
                  </a:moveTo>
                  <a:cubicBezTo>
                    <a:pt x="78181" y="136651"/>
                    <a:pt x="79232" y="147463"/>
                    <a:pt x="71947" y="152343"/>
                  </a:cubicBezTo>
                  <a:cubicBezTo>
                    <a:pt x="65136" y="155471"/>
                    <a:pt x="57100" y="154132"/>
                    <a:pt x="51670" y="148965"/>
                  </a:cubicBezTo>
                  <a:cubicBezTo>
                    <a:pt x="36650" y="137627"/>
                    <a:pt x="30192" y="118931"/>
                    <a:pt x="20804" y="102562"/>
                  </a:cubicBezTo>
                  <a:cubicBezTo>
                    <a:pt x="11417" y="86194"/>
                    <a:pt x="-1726" y="70201"/>
                    <a:pt x="152" y="51655"/>
                  </a:cubicBezTo>
                  <a:cubicBezTo>
                    <a:pt x="828" y="44747"/>
                    <a:pt x="6010" y="36638"/>
                    <a:pt x="12693" y="38290"/>
                  </a:cubicBezTo>
                  <a:cubicBezTo>
                    <a:pt x="15953" y="39639"/>
                    <a:pt x="18874" y="41691"/>
                    <a:pt x="21255" y="44297"/>
                  </a:cubicBezTo>
                  <a:cubicBezTo>
                    <a:pt x="23958" y="46549"/>
                    <a:pt x="28239" y="47976"/>
                    <a:pt x="30793" y="45573"/>
                  </a:cubicBezTo>
                  <a:cubicBezTo>
                    <a:pt x="31701" y="39173"/>
                    <a:pt x="29809" y="32692"/>
                    <a:pt x="25611" y="27778"/>
                  </a:cubicBezTo>
                  <a:cubicBezTo>
                    <a:pt x="21428" y="22971"/>
                    <a:pt x="17800" y="17707"/>
                    <a:pt x="14796" y="12086"/>
                  </a:cubicBezTo>
                  <a:cubicBezTo>
                    <a:pt x="13962" y="10546"/>
                    <a:pt x="13753" y="8747"/>
                    <a:pt x="14195" y="7055"/>
                  </a:cubicBezTo>
                  <a:cubicBezTo>
                    <a:pt x="15547" y="3151"/>
                    <a:pt x="21705" y="-1279"/>
                    <a:pt x="25535" y="297"/>
                  </a:cubicBezTo>
                  <a:cubicBezTo>
                    <a:pt x="29366" y="1874"/>
                    <a:pt x="32069" y="12536"/>
                    <a:pt x="33646" y="15990"/>
                  </a:cubicBezTo>
                  <a:cubicBezTo>
                    <a:pt x="39279" y="28379"/>
                    <a:pt x="44836" y="40843"/>
                    <a:pt x="50093" y="53532"/>
                  </a:cubicBezTo>
                  <a:cubicBezTo>
                    <a:pt x="60502" y="77769"/>
                    <a:pt x="69184" y="102709"/>
                    <a:pt x="76078" y="128166"/>
                  </a:cubicBezTo>
                  <a:close/>
                </a:path>
              </a:pathLst>
            </a:custGeom>
            <a:solidFill>
              <a:srgbClr val="662E2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7" name="Content Placeholder 4">
              <a:extLst>
                <a:ext uri="{FF2B5EF4-FFF2-40B4-BE49-F238E27FC236}">
                  <a16:creationId xmlns:a16="http://schemas.microsoft.com/office/drawing/2014/main" id="{56926FA2-2F26-B1F3-1D75-02F275468228}"/>
                </a:ext>
              </a:extLst>
            </p:cNvPr>
            <p:cNvSpPr/>
            <p:nvPr/>
          </p:nvSpPr>
          <p:spPr>
            <a:xfrm>
              <a:off x="7797117" y="1244850"/>
              <a:ext cx="33295" cy="91240"/>
            </a:xfrm>
            <a:custGeom>
              <a:avLst/>
              <a:gdLst>
                <a:gd name="connsiteX0" fmla="*/ 6715 w 33295"/>
                <a:gd name="connsiteY0" fmla="*/ 1813 h 91240"/>
                <a:gd name="connsiteX1" fmla="*/ 2134 w 33295"/>
                <a:gd name="connsiteY1" fmla="*/ 3240 h 91240"/>
                <a:gd name="connsiteX2" fmla="*/ 181 w 33295"/>
                <a:gd name="connsiteY2" fmla="*/ 10748 h 91240"/>
                <a:gd name="connsiteX3" fmla="*/ 8743 w 33295"/>
                <a:gd name="connsiteY3" fmla="*/ 89887 h 91240"/>
                <a:gd name="connsiteX4" fmla="*/ 13399 w 33295"/>
                <a:gd name="connsiteY4" fmla="*/ 89887 h 91240"/>
                <a:gd name="connsiteX5" fmla="*/ 14450 w 33295"/>
                <a:gd name="connsiteY5" fmla="*/ 84331 h 91240"/>
                <a:gd name="connsiteX6" fmla="*/ 13099 w 33295"/>
                <a:gd name="connsiteY6" fmla="*/ 63457 h 91240"/>
                <a:gd name="connsiteX7" fmla="*/ 19182 w 33295"/>
                <a:gd name="connsiteY7" fmla="*/ 81703 h 91240"/>
                <a:gd name="connsiteX8" fmla="*/ 19857 w 33295"/>
                <a:gd name="connsiteY8" fmla="*/ 86508 h 91240"/>
                <a:gd name="connsiteX9" fmla="*/ 22786 w 33295"/>
                <a:gd name="connsiteY9" fmla="*/ 87634 h 91240"/>
                <a:gd name="connsiteX10" fmla="*/ 33075 w 33295"/>
                <a:gd name="connsiteY10" fmla="*/ 84331 h 91240"/>
                <a:gd name="connsiteX11" fmla="*/ 33075 w 33295"/>
                <a:gd name="connsiteY11" fmla="*/ 80952 h 91240"/>
                <a:gd name="connsiteX12" fmla="*/ 32624 w 33295"/>
                <a:gd name="connsiteY12" fmla="*/ 37628 h 91240"/>
                <a:gd name="connsiteX13" fmla="*/ 29095 w 33295"/>
                <a:gd name="connsiteY13" fmla="*/ 9096 h 91240"/>
                <a:gd name="connsiteX14" fmla="*/ 22786 w 33295"/>
                <a:gd name="connsiteY14" fmla="*/ 11 h 91240"/>
                <a:gd name="connsiteX15" fmla="*/ 6715 w 33295"/>
                <a:gd name="connsiteY15" fmla="*/ 1813 h 91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3295" h="91240">
                  <a:moveTo>
                    <a:pt x="6715" y="1813"/>
                  </a:moveTo>
                  <a:cubicBezTo>
                    <a:pt x="5078" y="1828"/>
                    <a:pt x="3486" y="2323"/>
                    <a:pt x="2134" y="3240"/>
                  </a:cubicBezTo>
                  <a:cubicBezTo>
                    <a:pt x="301" y="5274"/>
                    <a:pt x="-427" y="8075"/>
                    <a:pt x="181" y="10748"/>
                  </a:cubicBezTo>
                  <a:cubicBezTo>
                    <a:pt x="1233" y="37290"/>
                    <a:pt x="4094" y="63735"/>
                    <a:pt x="8743" y="89887"/>
                  </a:cubicBezTo>
                  <a:cubicBezTo>
                    <a:pt x="9344" y="91689"/>
                    <a:pt x="12272" y="91614"/>
                    <a:pt x="13399" y="89887"/>
                  </a:cubicBezTo>
                  <a:cubicBezTo>
                    <a:pt x="14398" y="88220"/>
                    <a:pt x="14773" y="86245"/>
                    <a:pt x="14450" y="84331"/>
                  </a:cubicBezTo>
                  <a:lnTo>
                    <a:pt x="13099" y="63457"/>
                  </a:lnTo>
                  <a:cubicBezTo>
                    <a:pt x="17815" y="68285"/>
                    <a:pt x="20060" y="75013"/>
                    <a:pt x="19182" y="81703"/>
                  </a:cubicBezTo>
                  <a:cubicBezTo>
                    <a:pt x="19182" y="83355"/>
                    <a:pt x="18656" y="85307"/>
                    <a:pt x="19857" y="86508"/>
                  </a:cubicBezTo>
                  <a:cubicBezTo>
                    <a:pt x="20691" y="87184"/>
                    <a:pt x="21712" y="87582"/>
                    <a:pt x="22786" y="87634"/>
                  </a:cubicBezTo>
                  <a:cubicBezTo>
                    <a:pt x="26692" y="88085"/>
                    <a:pt x="31648" y="87634"/>
                    <a:pt x="33075" y="84331"/>
                  </a:cubicBezTo>
                  <a:cubicBezTo>
                    <a:pt x="33330" y="83219"/>
                    <a:pt x="33330" y="82063"/>
                    <a:pt x="33075" y="80952"/>
                  </a:cubicBezTo>
                  <a:lnTo>
                    <a:pt x="32624" y="37628"/>
                  </a:lnTo>
                  <a:cubicBezTo>
                    <a:pt x="33075" y="27987"/>
                    <a:pt x="31881" y="18339"/>
                    <a:pt x="29095" y="9096"/>
                  </a:cubicBezTo>
                  <a:cubicBezTo>
                    <a:pt x="27893" y="5642"/>
                    <a:pt x="26466" y="1062"/>
                    <a:pt x="22786" y="11"/>
                  </a:cubicBezTo>
                  <a:cubicBezTo>
                    <a:pt x="17372" y="-199"/>
                    <a:pt x="11949" y="409"/>
                    <a:pt x="6715" y="1813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8" name="Content Placeholder 4">
              <a:extLst>
                <a:ext uri="{FF2B5EF4-FFF2-40B4-BE49-F238E27FC236}">
                  <a16:creationId xmlns:a16="http://schemas.microsoft.com/office/drawing/2014/main" id="{A60E2CE3-B8F9-730A-ED01-6ACA9D88834C}"/>
                </a:ext>
              </a:extLst>
            </p:cNvPr>
            <p:cNvSpPr/>
            <p:nvPr/>
          </p:nvSpPr>
          <p:spPr>
            <a:xfrm>
              <a:off x="7841060" y="1236837"/>
              <a:ext cx="48797" cy="82687"/>
            </a:xfrm>
            <a:custGeom>
              <a:avLst/>
              <a:gdLst>
                <a:gd name="connsiteX0" fmla="*/ 3402 w 48797"/>
                <a:gd name="connsiteY0" fmla="*/ 966 h 82687"/>
                <a:gd name="connsiteX1" fmla="*/ 924 w 48797"/>
                <a:gd name="connsiteY1" fmla="*/ 1566 h 82687"/>
                <a:gd name="connsiteX2" fmla="*/ 22 w 48797"/>
                <a:gd name="connsiteY2" fmla="*/ 4795 h 82687"/>
                <a:gd name="connsiteX3" fmla="*/ 999 w 48797"/>
                <a:gd name="connsiteY3" fmla="*/ 53299 h 82687"/>
                <a:gd name="connsiteX4" fmla="*/ 4303 w 48797"/>
                <a:gd name="connsiteY4" fmla="*/ 82657 h 82687"/>
                <a:gd name="connsiteX5" fmla="*/ 9485 w 48797"/>
                <a:gd name="connsiteY5" fmla="*/ 82657 h 82687"/>
                <a:gd name="connsiteX6" fmla="*/ 8734 w 48797"/>
                <a:gd name="connsiteY6" fmla="*/ 57804 h 82687"/>
                <a:gd name="connsiteX7" fmla="*/ 14742 w 48797"/>
                <a:gd name="connsiteY7" fmla="*/ 56978 h 82687"/>
                <a:gd name="connsiteX8" fmla="*/ 15944 w 48797"/>
                <a:gd name="connsiteY8" fmla="*/ 73722 h 82687"/>
                <a:gd name="connsiteX9" fmla="*/ 17446 w 48797"/>
                <a:gd name="connsiteY9" fmla="*/ 78152 h 82687"/>
                <a:gd name="connsiteX10" fmla="*/ 21501 w 48797"/>
                <a:gd name="connsiteY10" fmla="*/ 79579 h 82687"/>
                <a:gd name="connsiteX11" fmla="*/ 38699 w 48797"/>
                <a:gd name="connsiteY11" fmla="*/ 78453 h 82687"/>
                <a:gd name="connsiteX12" fmla="*/ 48762 w 48797"/>
                <a:gd name="connsiteY12" fmla="*/ 65613 h 82687"/>
                <a:gd name="connsiteX13" fmla="*/ 46885 w 48797"/>
                <a:gd name="connsiteY13" fmla="*/ 60357 h 82687"/>
                <a:gd name="connsiteX14" fmla="*/ 42454 w 48797"/>
                <a:gd name="connsiteY14" fmla="*/ 57579 h 82687"/>
                <a:gd name="connsiteX15" fmla="*/ 29386 w 48797"/>
                <a:gd name="connsiteY15" fmla="*/ 31149 h 82687"/>
                <a:gd name="connsiteX16" fmla="*/ 25782 w 48797"/>
                <a:gd name="connsiteY16" fmla="*/ 4494 h 82687"/>
                <a:gd name="connsiteX17" fmla="*/ 3402 w 48797"/>
                <a:gd name="connsiteY17" fmla="*/ 966 h 82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797" h="82687">
                  <a:moveTo>
                    <a:pt x="3402" y="966"/>
                  </a:moveTo>
                  <a:cubicBezTo>
                    <a:pt x="2531" y="875"/>
                    <a:pt x="1660" y="1086"/>
                    <a:pt x="924" y="1566"/>
                  </a:cubicBezTo>
                  <a:cubicBezTo>
                    <a:pt x="165" y="2460"/>
                    <a:pt x="-166" y="3638"/>
                    <a:pt x="22" y="4795"/>
                  </a:cubicBezTo>
                  <a:lnTo>
                    <a:pt x="999" y="53299"/>
                  </a:lnTo>
                  <a:cubicBezTo>
                    <a:pt x="773" y="63188"/>
                    <a:pt x="1885" y="73062"/>
                    <a:pt x="4303" y="82657"/>
                  </a:cubicBezTo>
                  <a:lnTo>
                    <a:pt x="9485" y="82657"/>
                  </a:lnTo>
                  <a:cubicBezTo>
                    <a:pt x="9725" y="74368"/>
                    <a:pt x="9470" y="66064"/>
                    <a:pt x="8734" y="57804"/>
                  </a:cubicBezTo>
                  <a:cubicBezTo>
                    <a:pt x="10619" y="56971"/>
                    <a:pt x="12699" y="56686"/>
                    <a:pt x="14742" y="56978"/>
                  </a:cubicBezTo>
                  <a:cubicBezTo>
                    <a:pt x="15118" y="62535"/>
                    <a:pt x="15568" y="68091"/>
                    <a:pt x="15944" y="73722"/>
                  </a:cubicBezTo>
                  <a:cubicBezTo>
                    <a:pt x="15884" y="75329"/>
                    <a:pt x="16424" y="76906"/>
                    <a:pt x="17446" y="78152"/>
                  </a:cubicBezTo>
                  <a:cubicBezTo>
                    <a:pt x="18595" y="79083"/>
                    <a:pt x="20022" y="79586"/>
                    <a:pt x="21501" y="79579"/>
                  </a:cubicBezTo>
                  <a:cubicBezTo>
                    <a:pt x="27246" y="80525"/>
                    <a:pt x="33127" y="80142"/>
                    <a:pt x="38699" y="78453"/>
                  </a:cubicBezTo>
                  <a:cubicBezTo>
                    <a:pt x="44286" y="76523"/>
                    <a:pt x="48229" y="71500"/>
                    <a:pt x="48762" y="65613"/>
                  </a:cubicBezTo>
                  <a:cubicBezTo>
                    <a:pt x="48837" y="63684"/>
                    <a:pt x="48161" y="61806"/>
                    <a:pt x="46885" y="60357"/>
                  </a:cubicBezTo>
                  <a:cubicBezTo>
                    <a:pt x="45563" y="59208"/>
                    <a:pt x="44068" y="58270"/>
                    <a:pt x="42454" y="57579"/>
                  </a:cubicBezTo>
                  <a:cubicBezTo>
                    <a:pt x="33517" y="52624"/>
                    <a:pt x="30287" y="41361"/>
                    <a:pt x="29386" y="31149"/>
                  </a:cubicBezTo>
                  <a:cubicBezTo>
                    <a:pt x="29709" y="22124"/>
                    <a:pt x="28493" y="13107"/>
                    <a:pt x="25782" y="4494"/>
                  </a:cubicBezTo>
                  <a:cubicBezTo>
                    <a:pt x="22327" y="-2639"/>
                    <a:pt x="10311" y="740"/>
                    <a:pt x="3402" y="966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F1C71CDB-A130-038C-03BB-F8D149F45E66}"/>
              </a:ext>
            </a:extLst>
          </p:cNvPr>
          <p:cNvGrpSpPr/>
          <p:nvPr userDrawn="1"/>
        </p:nvGrpSpPr>
        <p:grpSpPr>
          <a:xfrm>
            <a:off x="4693355" y="1985645"/>
            <a:ext cx="376538" cy="771324"/>
            <a:chOff x="6037075" y="1606397"/>
            <a:chExt cx="376538" cy="771324"/>
          </a:xfrm>
        </p:grpSpPr>
        <p:sp>
          <p:nvSpPr>
            <p:cNvPr id="420" name="Content Placeholder 4">
              <a:extLst>
                <a:ext uri="{FF2B5EF4-FFF2-40B4-BE49-F238E27FC236}">
                  <a16:creationId xmlns:a16="http://schemas.microsoft.com/office/drawing/2014/main" id="{C9E4E753-F415-D553-3F4D-399D6BB51CB8}"/>
                </a:ext>
              </a:extLst>
            </p:cNvPr>
            <p:cNvSpPr/>
            <p:nvPr/>
          </p:nvSpPr>
          <p:spPr>
            <a:xfrm>
              <a:off x="6168546" y="2341917"/>
              <a:ext cx="245067" cy="35804"/>
            </a:xfrm>
            <a:custGeom>
              <a:avLst/>
              <a:gdLst>
                <a:gd name="connsiteX0" fmla="*/ 53156 w 245067"/>
                <a:gd name="connsiteY0" fmla="*/ 35593 h 35804"/>
                <a:gd name="connsiteX1" fmla="*/ 99568 w 245067"/>
                <a:gd name="connsiteY1" fmla="*/ 34917 h 35804"/>
                <a:gd name="connsiteX2" fmla="*/ 229040 w 245067"/>
                <a:gd name="connsiteY2" fmla="*/ 30187 h 35804"/>
                <a:gd name="connsiteX3" fmla="*/ 244961 w 245067"/>
                <a:gd name="connsiteY3" fmla="*/ 21552 h 35804"/>
                <a:gd name="connsiteX4" fmla="*/ 232945 w 245067"/>
                <a:gd name="connsiteY4" fmla="*/ 10515 h 35804"/>
                <a:gd name="connsiteX5" fmla="*/ 169186 w 245067"/>
                <a:gd name="connsiteY5" fmla="*/ 3007 h 35804"/>
                <a:gd name="connsiteX6" fmla="*/ 74484 w 245067"/>
                <a:gd name="connsiteY6" fmla="*/ 454 h 35804"/>
                <a:gd name="connsiteX7" fmla="*/ 16057 w 245067"/>
                <a:gd name="connsiteY7" fmla="*/ 6611 h 35804"/>
                <a:gd name="connsiteX8" fmla="*/ 6895 w 245067"/>
                <a:gd name="connsiteY8" fmla="*/ 32215 h 35804"/>
                <a:gd name="connsiteX9" fmla="*/ 24994 w 245067"/>
                <a:gd name="connsiteY9" fmla="*/ 33641 h 35804"/>
                <a:gd name="connsiteX10" fmla="*/ 53156 w 245067"/>
                <a:gd name="connsiteY10" fmla="*/ 35593 h 3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5067" h="35804">
                  <a:moveTo>
                    <a:pt x="53156" y="35593"/>
                  </a:moveTo>
                  <a:cubicBezTo>
                    <a:pt x="68627" y="36044"/>
                    <a:pt x="84097" y="35593"/>
                    <a:pt x="99568" y="34917"/>
                  </a:cubicBezTo>
                  <a:lnTo>
                    <a:pt x="229040" y="30187"/>
                  </a:lnTo>
                  <a:cubicBezTo>
                    <a:pt x="235724" y="30187"/>
                    <a:pt x="244060" y="27935"/>
                    <a:pt x="244961" y="21552"/>
                  </a:cubicBezTo>
                  <a:cubicBezTo>
                    <a:pt x="245863" y="15170"/>
                    <a:pt x="238653" y="12167"/>
                    <a:pt x="232945" y="10515"/>
                  </a:cubicBezTo>
                  <a:cubicBezTo>
                    <a:pt x="212068" y="5462"/>
                    <a:pt x="190664" y="2939"/>
                    <a:pt x="169186" y="3007"/>
                  </a:cubicBezTo>
                  <a:cubicBezTo>
                    <a:pt x="137591" y="1903"/>
                    <a:pt x="106027" y="1055"/>
                    <a:pt x="74484" y="454"/>
                  </a:cubicBezTo>
                  <a:cubicBezTo>
                    <a:pt x="54793" y="-1071"/>
                    <a:pt x="34997" y="1017"/>
                    <a:pt x="16057" y="6611"/>
                  </a:cubicBezTo>
                  <a:cubicBezTo>
                    <a:pt x="5993" y="10215"/>
                    <a:pt x="-8951" y="25232"/>
                    <a:pt x="6895" y="32215"/>
                  </a:cubicBezTo>
                  <a:cubicBezTo>
                    <a:pt x="12842" y="33446"/>
                    <a:pt x="18926" y="33926"/>
                    <a:pt x="24994" y="33641"/>
                  </a:cubicBezTo>
                  <a:cubicBezTo>
                    <a:pt x="34381" y="34542"/>
                    <a:pt x="43769" y="35293"/>
                    <a:pt x="53156" y="35593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1" name="Content Placeholder 4">
              <a:extLst>
                <a:ext uri="{FF2B5EF4-FFF2-40B4-BE49-F238E27FC236}">
                  <a16:creationId xmlns:a16="http://schemas.microsoft.com/office/drawing/2014/main" id="{590A9976-661E-9085-9CD5-7006C866B02B}"/>
                </a:ext>
              </a:extLst>
            </p:cNvPr>
            <p:cNvSpPr/>
            <p:nvPr/>
          </p:nvSpPr>
          <p:spPr>
            <a:xfrm>
              <a:off x="6037075" y="1769932"/>
              <a:ext cx="37316" cy="48826"/>
            </a:xfrm>
            <a:custGeom>
              <a:avLst/>
              <a:gdLst>
                <a:gd name="connsiteX0" fmla="*/ 36831 w 37316"/>
                <a:gd name="connsiteY0" fmla="*/ 34008 h 48826"/>
                <a:gd name="connsiteX1" fmla="*/ 32400 w 37316"/>
                <a:gd name="connsiteY1" fmla="*/ 22595 h 48826"/>
                <a:gd name="connsiteX2" fmla="*/ 29622 w 37316"/>
                <a:gd name="connsiteY2" fmla="*/ 18391 h 48826"/>
                <a:gd name="connsiteX3" fmla="*/ 26843 w 37316"/>
                <a:gd name="connsiteY3" fmla="*/ 16664 h 48826"/>
                <a:gd name="connsiteX4" fmla="*/ 26017 w 37316"/>
                <a:gd name="connsiteY4" fmla="*/ 13285 h 48826"/>
                <a:gd name="connsiteX5" fmla="*/ 21961 w 37316"/>
                <a:gd name="connsiteY5" fmla="*/ 4350 h 48826"/>
                <a:gd name="connsiteX6" fmla="*/ 11072 w 37316"/>
                <a:gd name="connsiteY6" fmla="*/ 145 h 48826"/>
                <a:gd name="connsiteX7" fmla="*/ 5590 w 37316"/>
                <a:gd name="connsiteY7" fmla="*/ 4125 h 48826"/>
                <a:gd name="connsiteX8" fmla="*/ 483 w 37316"/>
                <a:gd name="connsiteY8" fmla="*/ 22145 h 48826"/>
                <a:gd name="connsiteX9" fmla="*/ 6190 w 37316"/>
                <a:gd name="connsiteY9" fmla="*/ 30930 h 48826"/>
                <a:gd name="connsiteX10" fmla="*/ 12799 w 37316"/>
                <a:gd name="connsiteY10" fmla="*/ 39715 h 48826"/>
                <a:gd name="connsiteX11" fmla="*/ 15803 w 37316"/>
                <a:gd name="connsiteY11" fmla="*/ 44220 h 48826"/>
                <a:gd name="connsiteX12" fmla="*/ 18582 w 37316"/>
                <a:gd name="connsiteY12" fmla="*/ 48725 h 48826"/>
                <a:gd name="connsiteX13" fmla="*/ 27519 w 37316"/>
                <a:gd name="connsiteY13" fmla="*/ 45872 h 48826"/>
                <a:gd name="connsiteX14" fmla="*/ 35029 w 37316"/>
                <a:gd name="connsiteY14" fmla="*/ 40541 h 48826"/>
                <a:gd name="connsiteX15" fmla="*/ 37282 w 37316"/>
                <a:gd name="connsiteY15" fmla="*/ 36561 h 48826"/>
                <a:gd name="connsiteX16" fmla="*/ 36831 w 37316"/>
                <a:gd name="connsiteY16" fmla="*/ 34008 h 4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316" h="48826">
                  <a:moveTo>
                    <a:pt x="36831" y="34008"/>
                  </a:moveTo>
                  <a:cubicBezTo>
                    <a:pt x="35329" y="30254"/>
                    <a:pt x="33902" y="26500"/>
                    <a:pt x="32400" y="22595"/>
                  </a:cubicBezTo>
                  <a:cubicBezTo>
                    <a:pt x="31912" y="20951"/>
                    <a:pt x="30943" y="19487"/>
                    <a:pt x="29622" y="18391"/>
                  </a:cubicBezTo>
                  <a:cubicBezTo>
                    <a:pt x="28720" y="17790"/>
                    <a:pt x="27519" y="17490"/>
                    <a:pt x="26843" y="16664"/>
                  </a:cubicBezTo>
                  <a:cubicBezTo>
                    <a:pt x="26227" y="15650"/>
                    <a:pt x="25942" y="14471"/>
                    <a:pt x="26017" y="13285"/>
                  </a:cubicBezTo>
                  <a:cubicBezTo>
                    <a:pt x="25664" y="9944"/>
                    <a:pt x="24245" y="6813"/>
                    <a:pt x="21961" y="4350"/>
                  </a:cubicBezTo>
                  <a:cubicBezTo>
                    <a:pt x="19401" y="1031"/>
                    <a:pt x="15202" y="-591"/>
                    <a:pt x="11072" y="145"/>
                  </a:cubicBezTo>
                  <a:cubicBezTo>
                    <a:pt x="8909" y="941"/>
                    <a:pt x="7017" y="2315"/>
                    <a:pt x="5590" y="4125"/>
                  </a:cubicBezTo>
                  <a:cubicBezTo>
                    <a:pt x="888" y="8847"/>
                    <a:pt x="-1042" y="15658"/>
                    <a:pt x="483" y="22145"/>
                  </a:cubicBezTo>
                  <a:cubicBezTo>
                    <a:pt x="1865" y="25381"/>
                    <a:pt x="3795" y="28354"/>
                    <a:pt x="6190" y="30930"/>
                  </a:cubicBezTo>
                  <a:cubicBezTo>
                    <a:pt x="8518" y="33783"/>
                    <a:pt x="10696" y="36711"/>
                    <a:pt x="12799" y="39715"/>
                  </a:cubicBezTo>
                  <a:lnTo>
                    <a:pt x="15803" y="44220"/>
                  </a:lnTo>
                  <a:cubicBezTo>
                    <a:pt x="16479" y="45196"/>
                    <a:pt x="17606" y="48199"/>
                    <a:pt x="18582" y="48725"/>
                  </a:cubicBezTo>
                  <a:cubicBezTo>
                    <a:pt x="19558" y="49250"/>
                    <a:pt x="26092" y="46773"/>
                    <a:pt x="27519" y="45872"/>
                  </a:cubicBezTo>
                  <a:cubicBezTo>
                    <a:pt x="30268" y="44468"/>
                    <a:pt x="32798" y="42673"/>
                    <a:pt x="35029" y="40541"/>
                  </a:cubicBezTo>
                  <a:cubicBezTo>
                    <a:pt x="36291" y="39572"/>
                    <a:pt x="37102" y="38138"/>
                    <a:pt x="37282" y="36561"/>
                  </a:cubicBezTo>
                  <a:cubicBezTo>
                    <a:pt x="37319" y="35690"/>
                    <a:pt x="37162" y="34819"/>
                    <a:pt x="36831" y="34008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2" name="Content Placeholder 4">
              <a:extLst>
                <a:ext uri="{FF2B5EF4-FFF2-40B4-BE49-F238E27FC236}">
                  <a16:creationId xmlns:a16="http://schemas.microsoft.com/office/drawing/2014/main" id="{CB64A685-90F4-4E0F-4C69-2DAABAD78F0F}"/>
                </a:ext>
              </a:extLst>
            </p:cNvPr>
            <p:cNvSpPr/>
            <p:nvPr/>
          </p:nvSpPr>
          <p:spPr>
            <a:xfrm>
              <a:off x="6292857" y="1751360"/>
              <a:ext cx="89301" cy="214878"/>
            </a:xfrm>
            <a:custGeom>
              <a:avLst/>
              <a:gdLst>
                <a:gd name="connsiteX0" fmla="*/ 57716 w 89301"/>
                <a:gd name="connsiteY0" fmla="*/ 84191 h 214878"/>
                <a:gd name="connsiteX1" fmla="*/ 83701 w 89301"/>
                <a:gd name="connsiteY1" fmla="*/ 151767 h 214878"/>
                <a:gd name="connsiteX2" fmla="*/ 89183 w 89301"/>
                <a:gd name="connsiteY2" fmla="*/ 185780 h 214878"/>
                <a:gd name="connsiteX3" fmla="*/ 70408 w 89301"/>
                <a:gd name="connsiteY3" fmla="*/ 212961 h 214878"/>
                <a:gd name="connsiteX4" fmla="*/ 56440 w 89301"/>
                <a:gd name="connsiteY4" fmla="*/ 214763 h 214878"/>
                <a:gd name="connsiteX5" fmla="*/ 29779 w 89301"/>
                <a:gd name="connsiteY5" fmla="*/ 208606 h 214878"/>
                <a:gd name="connsiteX6" fmla="*/ 10404 w 89301"/>
                <a:gd name="connsiteY6" fmla="*/ 171064 h 214878"/>
                <a:gd name="connsiteX7" fmla="*/ 6423 w 89301"/>
                <a:gd name="connsiteY7" fmla="*/ 90798 h 214878"/>
                <a:gd name="connsiteX8" fmla="*/ 265 w 89301"/>
                <a:gd name="connsiteY8" fmla="*/ 18417 h 214878"/>
                <a:gd name="connsiteX9" fmla="*/ 10629 w 89301"/>
                <a:gd name="connsiteY9" fmla="*/ 1598 h 214878"/>
                <a:gd name="connsiteX10" fmla="*/ 28653 w 89301"/>
                <a:gd name="connsiteY10" fmla="*/ 27127 h 214878"/>
                <a:gd name="connsiteX11" fmla="*/ 57716 w 89301"/>
                <a:gd name="connsiteY11" fmla="*/ 84191 h 214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301" h="214878">
                  <a:moveTo>
                    <a:pt x="57716" y="84191"/>
                  </a:moveTo>
                  <a:cubicBezTo>
                    <a:pt x="67555" y="106243"/>
                    <a:pt x="76229" y="128799"/>
                    <a:pt x="83701" y="151767"/>
                  </a:cubicBezTo>
                  <a:cubicBezTo>
                    <a:pt x="87854" y="162609"/>
                    <a:pt x="89716" y="174187"/>
                    <a:pt x="89183" y="185780"/>
                  </a:cubicBezTo>
                  <a:cubicBezTo>
                    <a:pt x="88470" y="197628"/>
                    <a:pt x="81238" y="208095"/>
                    <a:pt x="70408" y="212961"/>
                  </a:cubicBezTo>
                  <a:cubicBezTo>
                    <a:pt x="65895" y="214387"/>
                    <a:pt x="61163" y="214996"/>
                    <a:pt x="56440" y="214763"/>
                  </a:cubicBezTo>
                  <a:cubicBezTo>
                    <a:pt x="47142" y="215318"/>
                    <a:pt x="37890" y="213178"/>
                    <a:pt x="29779" y="208606"/>
                  </a:cubicBezTo>
                  <a:cubicBezTo>
                    <a:pt x="17763" y="200647"/>
                    <a:pt x="12807" y="185555"/>
                    <a:pt x="10404" y="171064"/>
                  </a:cubicBezTo>
                  <a:cubicBezTo>
                    <a:pt x="7084" y="144446"/>
                    <a:pt x="5755" y="117618"/>
                    <a:pt x="6423" y="90798"/>
                  </a:cubicBezTo>
                  <a:cubicBezTo>
                    <a:pt x="5838" y="66568"/>
                    <a:pt x="3780" y="42399"/>
                    <a:pt x="265" y="18417"/>
                  </a:cubicBezTo>
                  <a:cubicBezTo>
                    <a:pt x="-711" y="11584"/>
                    <a:pt x="265" y="-5310"/>
                    <a:pt x="10629" y="1598"/>
                  </a:cubicBezTo>
                  <a:cubicBezTo>
                    <a:pt x="17688" y="6253"/>
                    <a:pt x="24147" y="19994"/>
                    <a:pt x="28653" y="27127"/>
                  </a:cubicBezTo>
                  <a:cubicBezTo>
                    <a:pt x="39723" y="45410"/>
                    <a:pt x="49433" y="64489"/>
                    <a:pt x="57716" y="84191"/>
                  </a:cubicBezTo>
                  <a:close/>
                </a:path>
              </a:pathLst>
            </a:custGeom>
            <a:solidFill>
              <a:srgbClr val="65627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3" name="Content Placeholder 4">
              <a:extLst>
                <a:ext uri="{FF2B5EF4-FFF2-40B4-BE49-F238E27FC236}">
                  <a16:creationId xmlns:a16="http://schemas.microsoft.com/office/drawing/2014/main" id="{30F87EDA-3C29-03E3-B9C7-642EE5007CDC}"/>
                </a:ext>
              </a:extLst>
            </p:cNvPr>
            <p:cNvSpPr/>
            <p:nvPr/>
          </p:nvSpPr>
          <p:spPr>
            <a:xfrm>
              <a:off x="6305927" y="1758648"/>
              <a:ext cx="60112" cy="86009"/>
            </a:xfrm>
            <a:custGeom>
              <a:avLst/>
              <a:gdLst>
                <a:gd name="connsiteX0" fmla="*/ 31730 w 60112"/>
                <a:gd name="connsiteY0" fmla="*/ 25844 h 86009"/>
                <a:gd name="connsiteX1" fmla="*/ 53133 w 60112"/>
                <a:gd name="connsiteY1" fmla="*/ 64288 h 86009"/>
                <a:gd name="connsiteX2" fmla="*/ 60043 w 60112"/>
                <a:gd name="connsiteY2" fmla="*/ 75025 h 86009"/>
                <a:gd name="connsiteX3" fmla="*/ 50910 w 60112"/>
                <a:gd name="connsiteY3" fmla="*/ 85942 h 86009"/>
                <a:gd name="connsiteX4" fmla="*/ 48327 w 60112"/>
                <a:gd name="connsiteY4" fmla="*/ 85837 h 86009"/>
                <a:gd name="connsiteX5" fmla="*/ 36762 w 60112"/>
                <a:gd name="connsiteY5" fmla="*/ 69544 h 86009"/>
                <a:gd name="connsiteX6" fmla="*/ 4544 w 60112"/>
                <a:gd name="connsiteY6" fmla="*/ 11653 h 86009"/>
                <a:gd name="connsiteX7" fmla="*/ 12054 w 60112"/>
                <a:gd name="connsiteY7" fmla="*/ 3169 h 86009"/>
                <a:gd name="connsiteX8" fmla="*/ 31730 w 60112"/>
                <a:gd name="connsiteY8" fmla="*/ 25844 h 86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0112" h="86009">
                  <a:moveTo>
                    <a:pt x="31730" y="25844"/>
                  </a:moveTo>
                  <a:cubicBezTo>
                    <a:pt x="38714" y="38834"/>
                    <a:pt x="43446" y="53175"/>
                    <a:pt x="53133" y="64288"/>
                  </a:cubicBezTo>
                  <a:cubicBezTo>
                    <a:pt x="56385" y="67156"/>
                    <a:pt x="58781" y="70873"/>
                    <a:pt x="60043" y="75025"/>
                  </a:cubicBezTo>
                  <a:cubicBezTo>
                    <a:pt x="60538" y="80559"/>
                    <a:pt x="56453" y="85446"/>
                    <a:pt x="50910" y="85942"/>
                  </a:cubicBezTo>
                  <a:cubicBezTo>
                    <a:pt x="50047" y="86017"/>
                    <a:pt x="49183" y="85980"/>
                    <a:pt x="48327" y="85837"/>
                  </a:cubicBezTo>
                  <a:cubicBezTo>
                    <a:pt x="41568" y="84185"/>
                    <a:pt x="38865" y="76226"/>
                    <a:pt x="36762" y="69544"/>
                  </a:cubicBezTo>
                  <a:cubicBezTo>
                    <a:pt x="30191" y="48205"/>
                    <a:pt x="19218" y="28480"/>
                    <a:pt x="4544" y="11653"/>
                  </a:cubicBezTo>
                  <a:cubicBezTo>
                    <a:pt x="-4468" y="1367"/>
                    <a:pt x="789" y="-3814"/>
                    <a:pt x="12054" y="3169"/>
                  </a:cubicBezTo>
                  <a:cubicBezTo>
                    <a:pt x="20443" y="8928"/>
                    <a:pt x="27216" y="16729"/>
                    <a:pt x="31730" y="25844"/>
                  </a:cubicBezTo>
                  <a:close/>
                </a:path>
              </a:pathLst>
            </a:custGeom>
            <a:solidFill>
              <a:srgbClr val="5B587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4" name="Content Placeholder 4">
              <a:extLst>
                <a:ext uri="{FF2B5EF4-FFF2-40B4-BE49-F238E27FC236}">
                  <a16:creationId xmlns:a16="http://schemas.microsoft.com/office/drawing/2014/main" id="{0E152325-22E6-5E53-6FC8-E668D34770CE}"/>
                </a:ext>
              </a:extLst>
            </p:cNvPr>
            <p:cNvSpPr/>
            <p:nvPr/>
          </p:nvSpPr>
          <p:spPr>
            <a:xfrm>
              <a:off x="6356664" y="1837405"/>
              <a:ext cx="20029" cy="29790"/>
            </a:xfrm>
            <a:custGeom>
              <a:avLst/>
              <a:gdLst>
                <a:gd name="connsiteX0" fmla="*/ 16816 w 20029"/>
                <a:gd name="connsiteY0" fmla="*/ 20295 h 29790"/>
                <a:gd name="connsiteX1" fmla="*/ 5401 w 20029"/>
                <a:gd name="connsiteY1" fmla="*/ 1299 h 29790"/>
                <a:gd name="connsiteX2" fmla="*/ 1698 w 20029"/>
                <a:gd name="connsiteY2" fmla="*/ 345 h 29790"/>
                <a:gd name="connsiteX3" fmla="*/ 744 w 20029"/>
                <a:gd name="connsiteY3" fmla="*/ 1299 h 29790"/>
                <a:gd name="connsiteX4" fmla="*/ 2096 w 20029"/>
                <a:gd name="connsiteY4" fmla="*/ 9859 h 29790"/>
                <a:gd name="connsiteX5" fmla="*/ 6828 w 20029"/>
                <a:gd name="connsiteY5" fmla="*/ 21797 h 29790"/>
                <a:gd name="connsiteX6" fmla="*/ 17567 w 20029"/>
                <a:gd name="connsiteY6" fmla="*/ 29306 h 29790"/>
                <a:gd name="connsiteX7" fmla="*/ 16816 w 20029"/>
                <a:gd name="connsiteY7" fmla="*/ 20295 h 29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029" h="29790">
                  <a:moveTo>
                    <a:pt x="16816" y="20295"/>
                  </a:moveTo>
                  <a:cubicBezTo>
                    <a:pt x="12415" y="14341"/>
                    <a:pt x="8592" y="7982"/>
                    <a:pt x="5401" y="1299"/>
                  </a:cubicBezTo>
                  <a:cubicBezTo>
                    <a:pt x="4642" y="15"/>
                    <a:pt x="2982" y="-413"/>
                    <a:pt x="1698" y="345"/>
                  </a:cubicBezTo>
                  <a:cubicBezTo>
                    <a:pt x="1308" y="578"/>
                    <a:pt x="977" y="909"/>
                    <a:pt x="744" y="1299"/>
                  </a:cubicBezTo>
                  <a:cubicBezTo>
                    <a:pt x="-660" y="4152"/>
                    <a:pt x="-119" y="7576"/>
                    <a:pt x="2096" y="9859"/>
                  </a:cubicBezTo>
                  <a:cubicBezTo>
                    <a:pt x="2997" y="14071"/>
                    <a:pt x="4597" y="18110"/>
                    <a:pt x="6828" y="21797"/>
                  </a:cubicBezTo>
                  <a:cubicBezTo>
                    <a:pt x="8930" y="25326"/>
                    <a:pt x="12535" y="31483"/>
                    <a:pt x="17567" y="29306"/>
                  </a:cubicBezTo>
                  <a:cubicBezTo>
                    <a:pt x="22599" y="27128"/>
                    <a:pt x="18543" y="23074"/>
                    <a:pt x="16816" y="20295"/>
                  </a:cubicBezTo>
                  <a:close/>
                </a:path>
              </a:pathLst>
            </a:custGeom>
            <a:solidFill>
              <a:srgbClr val="5B587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5" name="Content Placeholder 4">
              <a:extLst>
                <a:ext uri="{FF2B5EF4-FFF2-40B4-BE49-F238E27FC236}">
                  <a16:creationId xmlns:a16="http://schemas.microsoft.com/office/drawing/2014/main" id="{DC71487B-F0F6-A775-A2B9-B3429E451DC0}"/>
                </a:ext>
              </a:extLst>
            </p:cNvPr>
            <p:cNvSpPr/>
            <p:nvPr/>
          </p:nvSpPr>
          <p:spPr>
            <a:xfrm>
              <a:off x="6171618" y="1972659"/>
              <a:ext cx="82533" cy="338156"/>
            </a:xfrm>
            <a:custGeom>
              <a:avLst/>
              <a:gdLst>
                <a:gd name="connsiteX0" fmla="*/ 3823 w 82533"/>
                <a:gd name="connsiteY0" fmla="*/ 129141 h 338156"/>
                <a:gd name="connsiteX1" fmla="*/ 68 w 82533"/>
                <a:gd name="connsiteY1" fmla="*/ 169687 h 338156"/>
                <a:gd name="connsiteX2" fmla="*/ 6451 w 82533"/>
                <a:gd name="connsiteY2" fmla="*/ 198444 h 338156"/>
                <a:gd name="connsiteX3" fmla="*/ 56318 w 82533"/>
                <a:gd name="connsiteY3" fmla="*/ 330518 h 338156"/>
                <a:gd name="connsiteX4" fmla="*/ 61049 w 82533"/>
                <a:gd name="connsiteY4" fmla="*/ 337125 h 338156"/>
                <a:gd name="connsiteX5" fmla="*/ 74266 w 82533"/>
                <a:gd name="connsiteY5" fmla="*/ 330518 h 338156"/>
                <a:gd name="connsiteX6" fmla="*/ 72764 w 82533"/>
                <a:gd name="connsiteY6" fmla="*/ 313849 h 338156"/>
                <a:gd name="connsiteX7" fmla="*/ 45879 w 82533"/>
                <a:gd name="connsiteY7" fmla="*/ 195365 h 338156"/>
                <a:gd name="connsiteX8" fmla="*/ 42649 w 82533"/>
                <a:gd name="connsiteY8" fmla="*/ 169837 h 338156"/>
                <a:gd name="connsiteX9" fmla="*/ 48057 w 82533"/>
                <a:gd name="connsiteY9" fmla="*/ 140404 h 338156"/>
                <a:gd name="connsiteX10" fmla="*/ 78097 w 82533"/>
                <a:gd name="connsiteY10" fmla="*/ 44070 h 338156"/>
                <a:gd name="connsiteX11" fmla="*/ 79974 w 82533"/>
                <a:gd name="connsiteY11" fmla="*/ 14036 h 338156"/>
                <a:gd name="connsiteX12" fmla="*/ 52938 w 82533"/>
                <a:gd name="connsiteY12" fmla="*/ 596 h 338156"/>
                <a:gd name="connsiteX13" fmla="*/ 33412 w 82533"/>
                <a:gd name="connsiteY13" fmla="*/ 146 h 338156"/>
                <a:gd name="connsiteX14" fmla="*/ 17866 w 82533"/>
                <a:gd name="connsiteY14" fmla="*/ 15688 h 338156"/>
                <a:gd name="connsiteX15" fmla="*/ 14487 w 82533"/>
                <a:gd name="connsiteY15" fmla="*/ 54207 h 338156"/>
                <a:gd name="connsiteX16" fmla="*/ 3823 w 82533"/>
                <a:gd name="connsiteY16" fmla="*/ 129141 h 338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2533" h="338156">
                  <a:moveTo>
                    <a:pt x="3823" y="129141"/>
                  </a:moveTo>
                  <a:cubicBezTo>
                    <a:pt x="856" y="142446"/>
                    <a:pt x="-405" y="156066"/>
                    <a:pt x="68" y="169687"/>
                  </a:cubicBezTo>
                  <a:cubicBezTo>
                    <a:pt x="1179" y="179470"/>
                    <a:pt x="3312" y="189111"/>
                    <a:pt x="6451" y="198444"/>
                  </a:cubicBezTo>
                  <a:cubicBezTo>
                    <a:pt x="20194" y="243502"/>
                    <a:pt x="36852" y="287614"/>
                    <a:pt x="56318" y="330518"/>
                  </a:cubicBezTo>
                  <a:cubicBezTo>
                    <a:pt x="57196" y="333146"/>
                    <a:pt x="58848" y="335443"/>
                    <a:pt x="61049" y="337125"/>
                  </a:cubicBezTo>
                  <a:cubicBezTo>
                    <a:pt x="65855" y="340128"/>
                    <a:pt x="72539" y="335924"/>
                    <a:pt x="74266" y="330518"/>
                  </a:cubicBezTo>
                  <a:cubicBezTo>
                    <a:pt x="75415" y="324931"/>
                    <a:pt x="74897" y="319135"/>
                    <a:pt x="72764" y="313849"/>
                  </a:cubicBezTo>
                  <a:cubicBezTo>
                    <a:pt x="61499" y="274880"/>
                    <a:pt x="53389" y="235085"/>
                    <a:pt x="45879" y="195365"/>
                  </a:cubicBezTo>
                  <a:cubicBezTo>
                    <a:pt x="43903" y="186994"/>
                    <a:pt x="42822" y="178434"/>
                    <a:pt x="42649" y="169837"/>
                  </a:cubicBezTo>
                  <a:cubicBezTo>
                    <a:pt x="43175" y="159835"/>
                    <a:pt x="44992" y="149939"/>
                    <a:pt x="48057" y="140404"/>
                  </a:cubicBezTo>
                  <a:cubicBezTo>
                    <a:pt x="56971" y="107967"/>
                    <a:pt x="66982" y="75853"/>
                    <a:pt x="78097" y="44070"/>
                  </a:cubicBezTo>
                  <a:cubicBezTo>
                    <a:pt x="81551" y="34234"/>
                    <a:pt x="85006" y="22971"/>
                    <a:pt x="79974" y="14036"/>
                  </a:cubicBezTo>
                  <a:cubicBezTo>
                    <a:pt x="74942" y="5101"/>
                    <a:pt x="63377" y="1647"/>
                    <a:pt x="52938" y="596"/>
                  </a:cubicBezTo>
                  <a:cubicBezTo>
                    <a:pt x="46449" y="-42"/>
                    <a:pt x="39923" y="-192"/>
                    <a:pt x="33412" y="146"/>
                  </a:cubicBezTo>
                  <a:cubicBezTo>
                    <a:pt x="21471" y="671"/>
                    <a:pt x="18392" y="4876"/>
                    <a:pt x="17866" y="15688"/>
                  </a:cubicBezTo>
                  <a:cubicBezTo>
                    <a:pt x="17491" y="28528"/>
                    <a:pt x="15839" y="41517"/>
                    <a:pt x="14487" y="54207"/>
                  </a:cubicBezTo>
                  <a:cubicBezTo>
                    <a:pt x="11686" y="79187"/>
                    <a:pt x="8126" y="104160"/>
                    <a:pt x="3823" y="129141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6" name="Content Placeholder 4">
              <a:extLst>
                <a:ext uri="{FF2B5EF4-FFF2-40B4-BE49-F238E27FC236}">
                  <a16:creationId xmlns:a16="http://schemas.microsoft.com/office/drawing/2014/main" id="{51715AB1-BE33-E39D-E8CA-4541A6BA94E4}"/>
                </a:ext>
              </a:extLst>
            </p:cNvPr>
            <p:cNvSpPr/>
            <p:nvPr/>
          </p:nvSpPr>
          <p:spPr>
            <a:xfrm>
              <a:off x="6257634" y="1974743"/>
              <a:ext cx="58344" cy="340927"/>
            </a:xfrm>
            <a:custGeom>
              <a:avLst/>
              <a:gdLst>
                <a:gd name="connsiteX0" fmla="*/ 9879 w 58344"/>
                <a:gd name="connsiteY0" fmla="*/ 245015 h 340927"/>
                <a:gd name="connsiteX1" fmla="*/ 15286 w 58344"/>
                <a:gd name="connsiteY1" fmla="*/ 338870 h 340927"/>
                <a:gd name="connsiteX2" fmla="*/ 31658 w 58344"/>
                <a:gd name="connsiteY2" fmla="*/ 340898 h 340927"/>
                <a:gd name="connsiteX3" fmla="*/ 44275 w 58344"/>
                <a:gd name="connsiteY3" fmla="*/ 144326 h 340927"/>
                <a:gd name="connsiteX4" fmla="*/ 57718 w 58344"/>
                <a:gd name="connsiteY4" fmla="*/ 43263 h 340927"/>
                <a:gd name="connsiteX5" fmla="*/ 49081 w 58344"/>
                <a:gd name="connsiteY5" fmla="*/ 6396 h 340927"/>
                <a:gd name="connsiteX6" fmla="*/ 33160 w 58344"/>
                <a:gd name="connsiteY6" fmla="*/ 164 h 340927"/>
                <a:gd name="connsiteX7" fmla="*/ 41 w 58344"/>
                <a:gd name="connsiteY7" fmla="*/ 15932 h 340927"/>
                <a:gd name="connsiteX8" fmla="*/ 1468 w 58344"/>
                <a:gd name="connsiteY8" fmla="*/ 38983 h 340927"/>
                <a:gd name="connsiteX9" fmla="*/ 2670 w 58344"/>
                <a:gd name="connsiteY9" fmla="*/ 67139 h 340927"/>
                <a:gd name="connsiteX10" fmla="*/ 7251 w 58344"/>
                <a:gd name="connsiteY10" fmla="*/ 180742 h 340927"/>
                <a:gd name="connsiteX11" fmla="*/ 9879 w 58344"/>
                <a:gd name="connsiteY11" fmla="*/ 245015 h 340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8344" h="340927">
                  <a:moveTo>
                    <a:pt x="9879" y="245015"/>
                  </a:moveTo>
                  <a:cubicBezTo>
                    <a:pt x="11156" y="276325"/>
                    <a:pt x="12433" y="307635"/>
                    <a:pt x="15286" y="338870"/>
                  </a:cubicBezTo>
                  <a:lnTo>
                    <a:pt x="31658" y="340898"/>
                  </a:lnTo>
                  <a:cubicBezTo>
                    <a:pt x="33611" y="275274"/>
                    <a:pt x="35939" y="209500"/>
                    <a:pt x="44275" y="144326"/>
                  </a:cubicBezTo>
                  <a:cubicBezTo>
                    <a:pt x="48556" y="110613"/>
                    <a:pt x="54489" y="77126"/>
                    <a:pt x="57718" y="43263"/>
                  </a:cubicBezTo>
                  <a:cubicBezTo>
                    <a:pt x="58995" y="30198"/>
                    <a:pt x="59070" y="14956"/>
                    <a:pt x="49081" y="6396"/>
                  </a:cubicBezTo>
                  <a:cubicBezTo>
                    <a:pt x="44493" y="2822"/>
                    <a:pt x="38958" y="652"/>
                    <a:pt x="33160" y="164"/>
                  </a:cubicBezTo>
                  <a:cubicBezTo>
                    <a:pt x="22571" y="-1037"/>
                    <a:pt x="2670" y="3242"/>
                    <a:pt x="41" y="15932"/>
                  </a:cubicBezTo>
                  <a:cubicBezTo>
                    <a:pt x="-222" y="23643"/>
                    <a:pt x="251" y="31362"/>
                    <a:pt x="1468" y="38983"/>
                  </a:cubicBezTo>
                  <a:lnTo>
                    <a:pt x="2670" y="67139"/>
                  </a:lnTo>
                  <a:cubicBezTo>
                    <a:pt x="4172" y="105080"/>
                    <a:pt x="5696" y="142952"/>
                    <a:pt x="7251" y="180742"/>
                  </a:cubicBezTo>
                  <a:cubicBezTo>
                    <a:pt x="8152" y="202216"/>
                    <a:pt x="9031" y="223638"/>
                    <a:pt x="9879" y="245015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7" name="Content Placeholder 4">
              <a:extLst>
                <a:ext uri="{FF2B5EF4-FFF2-40B4-BE49-F238E27FC236}">
                  <a16:creationId xmlns:a16="http://schemas.microsoft.com/office/drawing/2014/main" id="{67412B53-9DA6-4A69-6490-BAC0EB346E29}"/>
                </a:ext>
              </a:extLst>
            </p:cNvPr>
            <p:cNvSpPr/>
            <p:nvPr/>
          </p:nvSpPr>
          <p:spPr>
            <a:xfrm>
              <a:off x="6260034" y="2352229"/>
              <a:ext cx="35005" cy="12020"/>
            </a:xfrm>
            <a:custGeom>
              <a:avLst/>
              <a:gdLst>
                <a:gd name="connsiteX0" fmla="*/ 14689 w 35005"/>
                <a:gd name="connsiteY0" fmla="*/ 11991 h 12020"/>
                <a:gd name="connsiteX1" fmla="*/ 31061 w 35005"/>
                <a:gd name="connsiteY1" fmla="*/ 9363 h 12020"/>
                <a:gd name="connsiteX2" fmla="*/ 34366 w 35005"/>
                <a:gd name="connsiteY2" fmla="*/ 7411 h 12020"/>
                <a:gd name="connsiteX3" fmla="*/ 34891 w 35005"/>
                <a:gd name="connsiteY3" fmla="*/ 4858 h 12020"/>
                <a:gd name="connsiteX4" fmla="*/ 34891 w 35005"/>
                <a:gd name="connsiteY4" fmla="*/ 1329 h 12020"/>
                <a:gd name="connsiteX5" fmla="*/ 34891 w 35005"/>
                <a:gd name="connsiteY5" fmla="*/ 428 h 12020"/>
                <a:gd name="connsiteX6" fmla="*/ 33540 w 35005"/>
                <a:gd name="connsiteY6" fmla="*/ 428 h 12020"/>
                <a:gd name="connsiteX7" fmla="*/ 7930 w 35005"/>
                <a:gd name="connsiteY7" fmla="*/ 2155 h 12020"/>
                <a:gd name="connsiteX8" fmla="*/ 2448 w 35005"/>
                <a:gd name="connsiteY8" fmla="*/ 428 h 12020"/>
                <a:gd name="connsiteX9" fmla="*/ 1397 w 35005"/>
                <a:gd name="connsiteY9" fmla="*/ -22 h 12020"/>
                <a:gd name="connsiteX10" fmla="*/ 796 w 35005"/>
                <a:gd name="connsiteY10" fmla="*/ 804 h 12020"/>
                <a:gd name="connsiteX11" fmla="*/ 120 w 35005"/>
                <a:gd name="connsiteY11" fmla="*/ 6135 h 12020"/>
                <a:gd name="connsiteX12" fmla="*/ 4251 w 35005"/>
                <a:gd name="connsiteY12" fmla="*/ 9363 h 12020"/>
                <a:gd name="connsiteX13" fmla="*/ 14689 w 35005"/>
                <a:gd name="connsiteY13" fmla="*/ 11991 h 12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005" h="12020">
                  <a:moveTo>
                    <a:pt x="14689" y="11991"/>
                  </a:moveTo>
                  <a:cubicBezTo>
                    <a:pt x="20254" y="11984"/>
                    <a:pt x="25774" y="11090"/>
                    <a:pt x="31061" y="9363"/>
                  </a:cubicBezTo>
                  <a:cubicBezTo>
                    <a:pt x="32376" y="9168"/>
                    <a:pt x="33562" y="8470"/>
                    <a:pt x="34366" y="7411"/>
                  </a:cubicBezTo>
                  <a:cubicBezTo>
                    <a:pt x="34771" y="6623"/>
                    <a:pt x="34951" y="5744"/>
                    <a:pt x="34891" y="4858"/>
                  </a:cubicBezTo>
                  <a:lnTo>
                    <a:pt x="34891" y="1329"/>
                  </a:lnTo>
                  <a:cubicBezTo>
                    <a:pt x="35004" y="1036"/>
                    <a:pt x="35004" y="721"/>
                    <a:pt x="34891" y="428"/>
                  </a:cubicBezTo>
                  <a:cubicBezTo>
                    <a:pt x="34891" y="53"/>
                    <a:pt x="33990" y="428"/>
                    <a:pt x="33540" y="428"/>
                  </a:cubicBezTo>
                  <a:cubicBezTo>
                    <a:pt x="25173" y="2538"/>
                    <a:pt x="16499" y="3124"/>
                    <a:pt x="7930" y="2155"/>
                  </a:cubicBezTo>
                  <a:cubicBezTo>
                    <a:pt x="5985" y="2065"/>
                    <a:pt x="4093" y="1472"/>
                    <a:pt x="2448" y="428"/>
                  </a:cubicBezTo>
                  <a:cubicBezTo>
                    <a:pt x="2448" y="428"/>
                    <a:pt x="1772" y="-97"/>
                    <a:pt x="1397" y="-22"/>
                  </a:cubicBezTo>
                  <a:cubicBezTo>
                    <a:pt x="1104" y="173"/>
                    <a:pt x="886" y="466"/>
                    <a:pt x="796" y="804"/>
                  </a:cubicBezTo>
                  <a:cubicBezTo>
                    <a:pt x="22" y="2463"/>
                    <a:pt x="-218" y="4333"/>
                    <a:pt x="120" y="6135"/>
                  </a:cubicBezTo>
                  <a:cubicBezTo>
                    <a:pt x="721" y="7486"/>
                    <a:pt x="3049" y="8687"/>
                    <a:pt x="4251" y="9363"/>
                  </a:cubicBezTo>
                  <a:cubicBezTo>
                    <a:pt x="7472" y="11053"/>
                    <a:pt x="11047" y="11954"/>
                    <a:pt x="14689" y="11991"/>
                  </a:cubicBezTo>
                  <a:close/>
                </a:path>
              </a:pathLst>
            </a:custGeom>
            <a:solidFill>
              <a:srgbClr val="F7F7F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8" name="Content Placeholder 4">
              <a:extLst>
                <a:ext uri="{FF2B5EF4-FFF2-40B4-BE49-F238E27FC236}">
                  <a16:creationId xmlns:a16="http://schemas.microsoft.com/office/drawing/2014/main" id="{FB3246C8-DEAF-BA00-1BA1-D3F8408DC478}"/>
                </a:ext>
              </a:extLst>
            </p:cNvPr>
            <p:cNvSpPr/>
            <p:nvPr/>
          </p:nvSpPr>
          <p:spPr>
            <a:xfrm>
              <a:off x="6268282" y="2298598"/>
              <a:ext cx="22128" cy="26508"/>
            </a:xfrm>
            <a:custGeom>
              <a:avLst/>
              <a:gdLst>
                <a:gd name="connsiteX0" fmla="*/ 583 w 22128"/>
                <a:gd name="connsiteY0" fmla="*/ 8633 h 26508"/>
                <a:gd name="connsiteX1" fmla="*/ 1334 w 22128"/>
                <a:gd name="connsiteY1" fmla="*/ 1125 h 26508"/>
                <a:gd name="connsiteX2" fmla="*/ 5539 w 22128"/>
                <a:gd name="connsiteY2" fmla="*/ -1 h 26508"/>
                <a:gd name="connsiteX3" fmla="*/ 19433 w 22128"/>
                <a:gd name="connsiteY3" fmla="*/ 1725 h 26508"/>
                <a:gd name="connsiteX4" fmla="*/ 21310 w 22128"/>
                <a:gd name="connsiteY4" fmla="*/ 2702 h 26508"/>
                <a:gd name="connsiteX5" fmla="*/ 21986 w 22128"/>
                <a:gd name="connsiteY5" fmla="*/ 5029 h 26508"/>
                <a:gd name="connsiteX6" fmla="*/ 21085 w 22128"/>
                <a:gd name="connsiteY6" fmla="*/ 21623 h 26508"/>
                <a:gd name="connsiteX7" fmla="*/ 20334 w 22128"/>
                <a:gd name="connsiteY7" fmla="*/ 23876 h 26508"/>
                <a:gd name="connsiteX8" fmla="*/ 16053 w 22128"/>
                <a:gd name="connsiteY8" fmla="*/ 25828 h 26508"/>
                <a:gd name="connsiteX9" fmla="*/ 5164 w 22128"/>
                <a:gd name="connsiteY9" fmla="*/ 24251 h 26508"/>
                <a:gd name="connsiteX10" fmla="*/ 583 w 22128"/>
                <a:gd name="connsiteY10" fmla="*/ 8633 h 26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128" h="26508">
                  <a:moveTo>
                    <a:pt x="583" y="8633"/>
                  </a:moveTo>
                  <a:cubicBezTo>
                    <a:pt x="-93" y="6156"/>
                    <a:pt x="-619" y="3152"/>
                    <a:pt x="1334" y="1125"/>
                  </a:cubicBezTo>
                  <a:cubicBezTo>
                    <a:pt x="2558" y="254"/>
                    <a:pt x="4045" y="-144"/>
                    <a:pt x="5539" y="-1"/>
                  </a:cubicBezTo>
                  <a:cubicBezTo>
                    <a:pt x="10233" y="-144"/>
                    <a:pt x="14919" y="442"/>
                    <a:pt x="19433" y="1725"/>
                  </a:cubicBezTo>
                  <a:cubicBezTo>
                    <a:pt x="20131" y="1883"/>
                    <a:pt x="20777" y="2221"/>
                    <a:pt x="21310" y="2702"/>
                  </a:cubicBezTo>
                  <a:cubicBezTo>
                    <a:pt x="21836" y="3355"/>
                    <a:pt x="22076" y="4196"/>
                    <a:pt x="21986" y="5029"/>
                  </a:cubicBezTo>
                  <a:cubicBezTo>
                    <a:pt x="22287" y="10578"/>
                    <a:pt x="21986" y="16142"/>
                    <a:pt x="21085" y="21623"/>
                  </a:cubicBezTo>
                  <a:cubicBezTo>
                    <a:pt x="20980" y="22419"/>
                    <a:pt x="20725" y="23177"/>
                    <a:pt x="20334" y="23876"/>
                  </a:cubicBezTo>
                  <a:cubicBezTo>
                    <a:pt x="19245" y="25099"/>
                    <a:pt x="17691" y="25805"/>
                    <a:pt x="16053" y="25828"/>
                  </a:cubicBezTo>
                  <a:cubicBezTo>
                    <a:pt x="12223" y="26353"/>
                    <a:pt x="7717" y="27555"/>
                    <a:pt x="5164" y="24251"/>
                  </a:cubicBezTo>
                  <a:cubicBezTo>
                    <a:pt x="2851" y="19310"/>
                    <a:pt x="1304" y="14039"/>
                    <a:pt x="583" y="8633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9" name="Content Placeholder 4">
              <a:extLst>
                <a:ext uri="{FF2B5EF4-FFF2-40B4-BE49-F238E27FC236}">
                  <a16:creationId xmlns:a16="http://schemas.microsoft.com/office/drawing/2014/main" id="{4DD10905-FDE5-648F-2858-61CBE8227F9E}"/>
                </a:ext>
              </a:extLst>
            </p:cNvPr>
            <p:cNvSpPr/>
            <p:nvPr/>
          </p:nvSpPr>
          <p:spPr>
            <a:xfrm>
              <a:off x="6259942" y="2329186"/>
              <a:ext cx="35798" cy="29142"/>
            </a:xfrm>
            <a:custGeom>
              <a:avLst/>
              <a:gdLst>
                <a:gd name="connsiteX0" fmla="*/ 5694 w 35798"/>
                <a:gd name="connsiteY0" fmla="*/ 7854 h 29142"/>
                <a:gd name="connsiteX1" fmla="*/ 11777 w 35798"/>
                <a:gd name="connsiteY1" fmla="*/ 3124 h 29142"/>
                <a:gd name="connsiteX2" fmla="*/ 20714 w 35798"/>
                <a:gd name="connsiteY2" fmla="*/ -30 h 29142"/>
                <a:gd name="connsiteX3" fmla="*/ 31903 w 35798"/>
                <a:gd name="connsiteY3" fmla="*/ 6653 h 29142"/>
                <a:gd name="connsiteX4" fmla="*/ 35583 w 35798"/>
                <a:gd name="connsiteY4" fmla="*/ 19567 h 29142"/>
                <a:gd name="connsiteX5" fmla="*/ 30514 w 35798"/>
                <a:gd name="connsiteY5" fmla="*/ 27797 h 29142"/>
                <a:gd name="connsiteX6" fmla="*/ 29050 w 35798"/>
                <a:gd name="connsiteY6" fmla="*/ 27977 h 29142"/>
                <a:gd name="connsiteX7" fmla="*/ 2389 w 35798"/>
                <a:gd name="connsiteY7" fmla="*/ 25499 h 29142"/>
                <a:gd name="connsiteX8" fmla="*/ 5694 w 35798"/>
                <a:gd name="connsiteY8" fmla="*/ 7854 h 29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798" h="29142">
                  <a:moveTo>
                    <a:pt x="5694" y="7854"/>
                  </a:moveTo>
                  <a:cubicBezTo>
                    <a:pt x="7443" y="5947"/>
                    <a:pt x="9501" y="4355"/>
                    <a:pt x="11777" y="3124"/>
                  </a:cubicBezTo>
                  <a:cubicBezTo>
                    <a:pt x="14435" y="1329"/>
                    <a:pt x="17514" y="240"/>
                    <a:pt x="20714" y="-30"/>
                  </a:cubicBezTo>
                  <a:cubicBezTo>
                    <a:pt x="25340" y="135"/>
                    <a:pt x="29568" y="2658"/>
                    <a:pt x="31903" y="6653"/>
                  </a:cubicBezTo>
                  <a:cubicBezTo>
                    <a:pt x="34171" y="10587"/>
                    <a:pt x="35441" y="15025"/>
                    <a:pt x="35583" y="19567"/>
                  </a:cubicBezTo>
                  <a:cubicBezTo>
                    <a:pt x="36455" y="23239"/>
                    <a:pt x="34187" y="26918"/>
                    <a:pt x="30514" y="27797"/>
                  </a:cubicBezTo>
                  <a:cubicBezTo>
                    <a:pt x="30033" y="27909"/>
                    <a:pt x="29545" y="27969"/>
                    <a:pt x="29050" y="27977"/>
                  </a:cubicBezTo>
                  <a:cubicBezTo>
                    <a:pt x="20135" y="30102"/>
                    <a:pt x="10763" y="29230"/>
                    <a:pt x="2389" y="25499"/>
                  </a:cubicBezTo>
                  <a:cubicBezTo>
                    <a:pt x="-3393" y="22871"/>
                    <a:pt x="2615" y="11233"/>
                    <a:pt x="5694" y="7854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0" name="Content Placeholder 4">
              <a:extLst>
                <a:ext uri="{FF2B5EF4-FFF2-40B4-BE49-F238E27FC236}">
                  <a16:creationId xmlns:a16="http://schemas.microsoft.com/office/drawing/2014/main" id="{0B50F675-26FC-A794-6FFC-3880D0919D88}"/>
                </a:ext>
              </a:extLst>
            </p:cNvPr>
            <p:cNvSpPr/>
            <p:nvPr/>
          </p:nvSpPr>
          <p:spPr>
            <a:xfrm>
              <a:off x="6264066" y="2313205"/>
              <a:ext cx="30972" cy="39107"/>
            </a:xfrm>
            <a:custGeom>
              <a:avLst/>
              <a:gdLst>
                <a:gd name="connsiteX0" fmla="*/ 27404 w 30972"/>
                <a:gd name="connsiteY0" fmla="*/ 2962 h 39107"/>
                <a:gd name="connsiteX1" fmla="*/ 29056 w 30972"/>
                <a:gd name="connsiteY1" fmla="*/ 10095 h 39107"/>
                <a:gd name="connsiteX2" fmla="*/ 30859 w 30972"/>
                <a:gd name="connsiteY2" fmla="*/ 37576 h 39107"/>
                <a:gd name="connsiteX3" fmla="*/ 30859 w 30972"/>
                <a:gd name="connsiteY3" fmla="*/ 38627 h 39107"/>
                <a:gd name="connsiteX4" fmla="*/ 29432 w 30972"/>
                <a:gd name="connsiteY4" fmla="*/ 39077 h 39107"/>
                <a:gd name="connsiteX5" fmla="*/ 5625 w 30972"/>
                <a:gd name="connsiteY5" fmla="*/ 38026 h 39107"/>
                <a:gd name="connsiteX6" fmla="*/ 143 w 30972"/>
                <a:gd name="connsiteY6" fmla="*/ 35473 h 39107"/>
                <a:gd name="connsiteX7" fmla="*/ 518 w 30972"/>
                <a:gd name="connsiteY7" fmla="*/ 31419 h 39107"/>
                <a:gd name="connsiteX8" fmla="*/ 5550 w 30972"/>
                <a:gd name="connsiteY8" fmla="*/ 10620 h 39107"/>
                <a:gd name="connsiteX9" fmla="*/ 10281 w 30972"/>
                <a:gd name="connsiteY9" fmla="*/ 3112 h 39107"/>
                <a:gd name="connsiteX10" fmla="*/ 27404 w 30972"/>
                <a:gd name="connsiteY10" fmla="*/ 2962 h 39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972" h="39107">
                  <a:moveTo>
                    <a:pt x="27404" y="2962"/>
                  </a:moveTo>
                  <a:cubicBezTo>
                    <a:pt x="28538" y="5169"/>
                    <a:pt x="29101" y="7617"/>
                    <a:pt x="29056" y="10095"/>
                  </a:cubicBezTo>
                  <a:lnTo>
                    <a:pt x="30859" y="37576"/>
                  </a:lnTo>
                  <a:cubicBezTo>
                    <a:pt x="30971" y="37914"/>
                    <a:pt x="30971" y="38289"/>
                    <a:pt x="30859" y="38627"/>
                  </a:cubicBezTo>
                  <a:cubicBezTo>
                    <a:pt x="30859" y="39077"/>
                    <a:pt x="29958" y="39077"/>
                    <a:pt x="29432" y="39077"/>
                  </a:cubicBezTo>
                  <a:cubicBezTo>
                    <a:pt x="21922" y="39077"/>
                    <a:pt x="13586" y="38477"/>
                    <a:pt x="5625" y="38026"/>
                  </a:cubicBezTo>
                  <a:cubicBezTo>
                    <a:pt x="3522" y="38026"/>
                    <a:pt x="894" y="37501"/>
                    <a:pt x="143" y="35473"/>
                  </a:cubicBezTo>
                  <a:cubicBezTo>
                    <a:pt x="-180" y="34114"/>
                    <a:pt x="-45" y="32695"/>
                    <a:pt x="518" y="31419"/>
                  </a:cubicBezTo>
                  <a:cubicBezTo>
                    <a:pt x="2771" y="24661"/>
                    <a:pt x="3297" y="17378"/>
                    <a:pt x="5550" y="10620"/>
                  </a:cubicBezTo>
                  <a:cubicBezTo>
                    <a:pt x="6459" y="7752"/>
                    <a:pt x="8089" y="5169"/>
                    <a:pt x="10281" y="3112"/>
                  </a:cubicBezTo>
                  <a:cubicBezTo>
                    <a:pt x="13511" y="-342"/>
                    <a:pt x="24325" y="-1693"/>
                    <a:pt x="27404" y="2962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1" name="Content Placeholder 4">
              <a:extLst>
                <a:ext uri="{FF2B5EF4-FFF2-40B4-BE49-F238E27FC236}">
                  <a16:creationId xmlns:a16="http://schemas.microsoft.com/office/drawing/2014/main" id="{528AC789-012B-9A35-E135-58EF0900A755}"/>
                </a:ext>
              </a:extLst>
            </p:cNvPr>
            <p:cNvSpPr/>
            <p:nvPr/>
          </p:nvSpPr>
          <p:spPr>
            <a:xfrm>
              <a:off x="6205787" y="2321614"/>
              <a:ext cx="55801" cy="33326"/>
            </a:xfrm>
            <a:custGeom>
              <a:avLst/>
              <a:gdLst>
                <a:gd name="connsiteX0" fmla="*/ 2172 w 55801"/>
                <a:gd name="connsiteY0" fmla="*/ 30744 h 33326"/>
                <a:gd name="connsiteX1" fmla="*/ 7129 w 55801"/>
                <a:gd name="connsiteY1" fmla="*/ 33297 h 33326"/>
                <a:gd name="connsiteX2" fmla="*/ 10959 w 55801"/>
                <a:gd name="connsiteY2" fmla="*/ 32696 h 33326"/>
                <a:gd name="connsiteX3" fmla="*/ 22524 w 55801"/>
                <a:gd name="connsiteY3" fmla="*/ 29092 h 33326"/>
                <a:gd name="connsiteX4" fmla="*/ 53240 w 55801"/>
                <a:gd name="connsiteY4" fmla="*/ 10321 h 33326"/>
                <a:gd name="connsiteX5" fmla="*/ 54967 w 55801"/>
                <a:gd name="connsiteY5" fmla="*/ 8594 h 33326"/>
                <a:gd name="connsiteX6" fmla="*/ 54967 w 55801"/>
                <a:gd name="connsiteY6" fmla="*/ 1611 h 33326"/>
                <a:gd name="connsiteX7" fmla="*/ 53916 w 55801"/>
                <a:gd name="connsiteY7" fmla="*/ 184 h 33326"/>
                <a:gd name="connsiteX8" fmla="*/ 51963 w 55801"/>
                <a:gd name="connsiteY8" fmla="*/ 184 h 33326"/>
                <a:gd name="connsiteX9" fmla="*/ 43852 w 55801"/>
                <a:gd name="connsiteY9" fmla="*/ 6416 h 33326"/>
                <a:gd name="connsiteX10" fmla="*/ 6302 w 55801"/>
                <a:gd name="connsiteY10" fmla="*/ 24437 h 33326"/>
                <a:gd name="connsiteX11" fmla="*/ 144 w 55801"/>
                <a:gd name="connsiteY11" fmla="*/ 26013 h 33326"/>
                <a:gd name="connsiteX12" fmla="*/ 2172 w 55801"/>
                <a:gd name="connsiteY12" fmla="*/ 30744 h 3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01" h="33326">
                  <a:moveTo>
                    <a:pt x="2172" y="30744"/>
                  </a:moveTo>
                  <a:cubicBezTo>
                    <a:pt x="3434" y="32200"/>
                    <a:pt x="5214" y="33116"/>
                    <a:pt x="7129" y="33297"/>
                  </a:cubicBezTo>
                  <a:cubicBezTo>
                    <a:pt x="8428" y="33281"/>
                    <a:pt x="9719" y="33079"/>
                    <a:pt x="10959" y="32696"/>
                  </a:cubicBezTo>
                  <a:cubicBezTo>
                    <a:pt x="14864" y="31569"/>
                    <a:pt x="18469" y="30518"/>
                    <a:pt x="22524" y="29092"/>
                  </a:cubicBezTo>
                  <a:cubicBezTo>
                    <a:pt x="33624" y="24376"/>
                    <a:pt x="43980" y="18047"/>
                    <a:pt x="53240" y="10321"/>
                  </a:cubicBezTo>
                  <a:cubicBezTo>
                    <a:pt x="53886" y="9825"/>
                    <a:pt x="54472" y="9239"/>
                    <a:pt x="54967" y="8594"/>
                  </a:cubicBezTo>
                  <a:cubicBezTo>
                    <a:pt x="56041" y="6394"/>
                    <a:pt x="56041" y="3811"/>
                    <a:pt x="54967" y="1611"/>
                  </a:cubicBezTo>
                  <a:cubicBezTo>
                    <a:pt x="54802" y="1025"/>
                    <a:pt x="54426" y="522"/>
                    <a:pt x="53916" y="184"/>
                  </a:cubicBezTo>
                  <a:cubicBezTo>
                    <a:pt x="53300" y="-101"/>
                    <a:pt x="52579" y="-101"/>
                    <a:pt x="51963" y="184"/>
                  </a:cubicBezTo>
                  <a:cubicBezTo>
                    <a:pt x="49049" y="1979"/>
                    <a:pt x="46331" y="4066"/>
                    <a:pt x="43852" y="6416"/>
                  </a:cubicBezTo>
                  <a:cubicBezTo>
                    <a:pt x="32617" y="14796"/>
                    <a:pt x="19865" y="20915"/>
                    <a:pt x="6302" y="24437"/>
                  </a:cubicBezTo>
                  <a:cubicBezTo>
                    <a:pt x="5101" y="24812"/>
                    <a:pt x="895" y="25187"/>
                    <a:pt x="144" y="26013"/>
                  </a:cubicBezTo>
                  <a:cubicBezTo>
                    <a:pt x="-607" y="26839"/>
                    <a:pt x="1271" y="29843"/>
                    <a:pt x="2172" y="30744"/>
                  </a:cubicBezTo>
                  <a:close/>
                </a:path>
              </a:pathLst>
            </a:custGeom>
            <a:solidFill>
              <a:srgbClr val="F7F7F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2" name="Content Placeholder 4">
              <a:extLst>
                <a:ext uri="{FF2B5EF4-FFF2-40B4-BE49-F238E27FC236}">
                  <a16:creationId xmlns:a16="http://schemas.microsoft.com/office/drawing/2014/main" id="{5CC36327-476E-5F7B-B8F0-BC672AEF00C0}"/>
                </a:ext>
              </a:extLst>
            </p:cNvPr>
            <p:cNvSpPr/>
            <p:nvPr/>
          </p:nvSpPr>
          <p:spPr>
            <a:xfrm>
              <a:off x="6222857" y="2292730"/>
              <a:ext cx="19968" cy="23165"/>
            </a:xfrm>
            <a:custGeom>
              <a:avLst/>
              <a:gdLst>
                <a:gd name="connsiteX0" fmla="*/ 8834 w 19968"/>
                <a:gd name="connsiteY0" fmla="*/ 20132 h 23165"/>
                <a:gd name="connsiteX1" fmla="*/ 348 w 19968"/>
                <a:gd name="connsiteY1" fmla="*/ 7143 h 23165"/>
                <a:gd name="connsiteX2" fmla="*/ -28 w 19968"/>
                <a:gd name="connsiteY2" fmla="*/ 5791 h 23165"/>
                <a:gd name="connsiteX3" fmla="*/ 798 w 19968"/>
                <a:gd name="connsiteY3" fmla="*/ 4890 h 23165"/>
                <a:gd name="connsiteX4" fmla="*/ 11312 w 19968"/>
                <a:gd name="connsiteY4" fmla="*/ 10 h 23165"/>
                <a:gd name="connsiteX5" fmla="*/ 14992 w 19968"/>
                <a:gd name="connsiteY5" fmla="*/ 911 h 23165"/>
                <a:gd name="connsiteX6" fmla="*/ 16794 w 19968"/>
                <a:gd name="connsiteY6" fmla="*/ 4064 h 23165"/>
                <a:gd name="connsiteX7" fmla="*/ 19873 w 19968"/>
                <a:gd name="connsiteY7" fmla="*/ 16153 h 23165"/>
                <a:gd name="connsiteX8" fmla="*/ 18972 w 19968"/>
                <a:gd name="connsiteY8" fmla="*/ 19832 h 23165"/>
                <a:gd name="connsiteX9" fmla="*/ 17620 w 19968"/>
                <a:gd name="connsiteY9" fmla="*/ 20583 h 23165"/>
                <a:gd name="connsiteX10" fmla="*/ 12138 w 19968"/>
                <a:gd name="connsiteY10" fmla="*/ 23136 h 23165"/>
                <a:gd name="connsiteX11" fmla="*/ 8834 w 19968"/>
                <a:gd name="connsiteY11" fmla="*/ 20132 h 23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968" h="23165">
                  <a:moveTo>
                    <a:pt x="8834" y="20132"/>
                  </a:moveTo>
                  <a:cubicBezTo>
                    <a:pt x="5830" y="15928"/>
                    <a:pt x="3051" y="11573"/>
                    <a:pt x="348" y="7143"/>
                  </a:cubicBezTo>
                  <a:cubicBezTo>
                    <a:pt x="85" y="6745"/>
                    <a:pt x="-43" y="6272"/>
                    <a:pt x="-28" y="5791"/>
                  </a:cubicBezTo>
                  <a:cubicBezTo>
                    <a:pt x="122" y="5393"/>
                    <a:pt x="415" y="5070"/>
                    <a:pt x="798" y="4890"/>
                  </a:cubicBezTo>
                  <a:cubicBezTo>
                    <a:pt x="3802" y="2345"/>
                    <a:pt x="7429" y="663"/>
                    <a:pt x="11312" y="10"/>
                  </a:cubicBezTo>
                  <a:cubicBezTo>
                    <a:pt x="12611" y="-148"/>
                    <a:pt x="13918" y="168"/>
                    <a:pt x="14992" y="911"/>
                  </a:cubicBezTo>
                  <a:cubicBezTo>
                    <a:pt x="15841" y="1797"/>
                    <a:pt x="16464" y="2878"/>
                    <a:pt x="16794" y="4064"/>
                  </a:cubicBezTo>
                  <a:cubicBezTo>
                    <a:pt x="18372" y="7931"/>
                    <a:pt x="19408" y="12001"/>
                    <a:pt x="19873" y="16153"/>
                  </a:cubicBezTo>
                  <a:cubicBezTo>
                    <a:pt x="20091" y="17452"/>
                    <a:pt x="19761" y="18781"/>
                    <a:pt x="18972" y="19832"/>
                  </a:cubicBezTo>
                  <a:cubicBezTo>
                    <a:pt x="18559" y="20140"/>
                    <a:pt x="18101" y="20395"/>
                    <a:pt x="17620" y="20583"/>
                  </a:cubicBezTo>
                  <a:cubicBezTo>
                    <a:pt x="16194" y="21259"/>
                    <a:pt x="13715" y="23136"/>
                    <a:pt x="12138" y="23136"/>
                  </a:cubicBezTo>
                  <a:cubicBezTo>
                    <a:pt x="10561" y="23136"/>
                    <a:pt x="10110" y="21559"/>
                    <a:pt x="8834" y="20132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3" name="Content Placeholder 4">
              <a:extLst>
                <a:ext uri="{FF2B5EF4-FFF2-40B4-BE49-F238E27FC236}">
                  <a16:creationId xmlns:a16="http://schemas.microsoft.com/office/drawing/2014/main" id="{077B08D8-8235-EE44-0F3C-76D0CB06F2A9}"/>
                </a:ext>
              </a:extLst>
            </p:cNvPr>
            <p:cNvSpPr/>
            <p:nvPr/>
          </p:nvSpPr>
          <p:spPr>
            <a:xfrm>
              <a:off x="6199306" y="2296944"/>
              <a:ext cx="60779" cy="53286"/>
            </a:xfrm>
            <a:custGeom>
              <a:avLst/>
              <a:gdLst>
                <a:gd name="connsiteX0" fmla="*/ 46504 w 60779"/>
                <a:gd name="connsiteY0" fmla="*/ 1277 h 53286"/>
                <a:gd name="connsiteX1" fmla="*/ 47781 w 60779"/>
                <a:gd name="connsiteY1" fmla="*/ 76 h 53286"/>
                <a:gd name="connsiteX2" fmla="*/ 50784 w 60779"/>
                <a:gd name="connsiteY2" fmla="*/ 1277 h 53286"/>
                <a:gd name="connsiteX3" fmla="*/ 51986 w 60779"/>
                <a:gd name="connsiteY3" fmla="*/ 4506 h 53286"/>
                <a:gd name="connsiteX4" fmla="*/ 58069 w 60779"/>
                <a:gd name="connsiteY4" fmla="*/ 15393 h 53286"/>
                <a:gd name="connsiteX5" fmla="*/ 60322 w 60779"/>
                <a:gd name="connsiteY5" fmla="*/ 27256 h 53286"/>
                <a:gd name="connsiteX6" fmla="*/ 51536 w 60779"/>
                <a:gd name="connsiteY6" fmla="*/ 35515 h 53286"/>
                <a:gd name="connsiteX7" fmla="*/ 35614 w 60779"/>
                <a:gd name="connsiteY7" fmla="*/ 44676 h 53286"/>
                <a:gd name="connsiteX8" fmla="*/ 21420 w 60779"/>
                <a:gd name="connsiteY8" fmla="*/ 51659 h 53286"/>
                <a:gd name="connsiteX9" fmla="*/ 10906 w 60779"/>
                <a:gd name="connsiteY9" fmla="*/ 53160 h 53286"/>
                <a:gd name="connsiteX10" fmla="*/ 1970 w 60779"/>
                <a:gd name="connsiteY10" fmla="*/ 47904 h 53286"/>
                <a:gd name="connsiteX11" fmla="*/ 167 w 60779"/>
                <a:gd name="connsiteY11" fmla="*/ 37392 h 53286"/>
                <a:gd name="connsiteX12" fmla="*/ 3246 w 60779"/>
                <a:gd name="connsiteY12" fmla="*/ 27707 h 53286"/>
                <a:gd name="connsiteX13" fmla="*/ 14211 w 60779"/>
                <a:gd name="connsiteY13" fmla="*/ 22601 h 53286"/>
                <a:gd name="connsiteX14" fmla="*/ 26677 w 60779"/>
                <a:gd name="connsiteY14" fmla="*/ 22601 h 53286"/>
                <a:gd name="connsiteX15" fmla="*/ 29531 w 60779"/>
                <a:gd name="connsiteY15" fmla="*/ 22075 h 53286"/>
                <a:gd name="connsiteX16" fmla="*/ 31484 w 60779"/>
                <a:gd name="connsiteY16" fmla="*/ 20123 h 53286"/>
                <a:gd name="connsiteX17" fmla="*/ 46504 w 60779"/>
                <a:gd name="connsiteY17" fmla="*/ 1277 h 532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0779" h="53286">
                  <a:moveTo>
                    <a:pt x="46504" y="1277"/>
                  </a:moveTo>
                  <a:cubicBezTo>
                    <a:pt x="46834" y="781"/>
                    <a:pt x="47270" y="376"/>
                    <a:pt x="47781" y="76"/>
                  </a:cubicBezTo>
                  <a:cubicBezTo>
                    <a:pt x="48937" y="-262"/>
                    <a:pt x="50176" y="233"/>
                    <a:pt x="50784" y="1277"/>
                  </a:cubicBezTo>
                  <a:cubicBezTo>
                    <a:pt x="51385" y="2268"/>
                    <a:pt x="51791" y="3364"/>
                    <a:pt x="51986" y="4506"/>
                  </a:cubicBezTo>
                  <a:cubicBezTo>
                    <a:pt x="53556" y="8372"/>
                    <a:pt x="55598" y="12029"/>
                    <a:pt x="58069" y="15393"/>
                  </a:cubicBezTo>
                  <a:cubicBezTo>
                    <a:pt x="60517" y="18824"/>
                    <a:pt x="61344" y="23164"/>
                    <a:pt x="60322" y="27256"/>
                  </a:cubicBezTo>
                  <a:cubicBezTo>
                    <a:pt x="58490" y="30980"/>
                    <a:pt x="55366" y="33916"/>
                    <a:pt x="51536" y="35515"/>
                  </a:cubicBezTo>
                  <a:lnTo>
                    <a:pt x="35614" y="44676"/>
                  </a:lnTo>
                  <a:cubicBezTo>
                    <a:pt x="31116" y="47454"/>
                    <a:pt x="26362" y="49789"/>
                    <a:pt x="21420" y="51659"/>
                  </a:cubicBezTo>
                  <a:cubicBezTo>
                    <a:pt x="18078" y="52972"/>
                    <a:pt x="14481" y="53491"/>
                    <a:pt x="10906" y="53160"/>
                  </a:cubicBezTo>
                  <a:cubicBezTo>
                    <a:pt x="7309" y="52777"/>
                    <a:pt x="4050" y="50863"/>
                    <a:pt x="1970" y="47904"/>
                  </a:cubicBezTo>
                  <a:cubicBezTo>
                    <a:pt x="242" y="44691"/>
                    <a:pt x="-389" y="40996"/>
                    <a:pt x="167" y="37392"/>
                  </a:cubicBezTo>
                  <a:cubicBezTo>
                    <a:pt x="220" y="33931"/>
                    <a:pt x="1294" y="30560"/>
                    <a:pt x="3246" y="27707"/>
                  </a:cubicBezTo>
                  <a:cubicBezTo>
                    <a:pt x="6070" y="24598"/>
                    <a:pt x="10020" y="22759"/>
                    <a:pt x="14211" y="22601"/>
                  </a:cubicBezTo>
                  <a:cubicBezTo>
                    <a:pt x="18341" y="22601"/>
                    <a:pt x="22547" y="22601"/>
                    <a:pt x="26677" y="22601"/>
                  </a:cubicBezTo>
                  <a:cubicBezTo>
                    <a:pt x="27654" y="22653"/>
                    <a:pt x="28637" y="22473"/>
                    <a:pt x="29531" y="22075"/>
                  </a:cubicBezTo>
                  <a:cubicBezTo>
                    <a:pt x="30290" y="21542"/>
                    <a:pt x="30951" y="20881"/>
                    <a:pt x="31484" y="20123"/>
                  </a:cubicBezTo>
                  <a:cubicBezTo>
                    <a:pt x="37049" y="14304"/>
                    <a:pt x="42073" y="7997"/>
                    <a:pt x="46504" y="1277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4" name="Content Placeholder 4">
              <a:extLst>
                <a:ext uri="{FF2B5EF4-FFF2-40B4-BE49-F238E27FC236}">
                  <a16:creationId xmlns:a16="http://schemas.microsoft.com/office/drawing/2014/main" id="{8236FD5C-4687-2BB4-09DC-F4A2FD7A9F40}"/>
                </a:ext>
              </a:extLst>
            </p:cNvPr>
            <p:cNvSpPr/>
            <p:nvPr/>
          </p:nvSpPr>
          <p:spPr>
            <a:xfrm>
              <a:off x="6271340" y="2332330"/>
              <a:ext cx="16260" cy="4135"/>
            </a:xfrm>
            <a:custGeom>
              <a:avLst/>
              <a:gdLst>
                <a:gd name="connsiteX0" fmla="*/ 15024 w 16260"/>
                <a:gd name="connsiteY0" fmla="*/ 1482 h 4135"/>
                <a:gd name="connsiteX1" fmla="*/ 6537 w 16260"/>
                <a:gd name="connsiteY1" fmla="*/ -20 h 4135"/>
                <a:gd name="connsiteX2" fmla="*/ 154 w 16260"/>
                <a:gd name="connsiteY2" fmla="*/ 2233 h 4135"/>
                <a:gd name="connsiteX3" fmla="*/ 755 w 16260"/>
                <a:gd name="connsiteY3" fmla="*/ 3284 h 4135"/>
                <a:gd name="connsiteX4" fmla="*/ 14122 w 16260"/>
                <a:gd name="connsiteY4" fmla="*/ 3659 h 4135"/>
                <a:gd name="connsiteX5" fmla="*/ 15024 w 16260"/>
                <a:gd name="connsiteY5" fmla="*/ 1482 h 4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260" h="4135">
                  <a:moveTo>
                    <a:pt x="15024" y="1482"/>
                  </a:moveTo>
                  <a:cubicBezTo>
                    <a:pt x="12095" y="1482"/>
                    <a:pt x="9541" y="-170"/>
                    <a:pt x="6537" y="-20"/>
                  </a:cubicBezTo>
                  <a:cubicBezTo>
                    <a:pt x="4239" y="115"/>
                    <a:pt x="2024" y="896"/>
                    <a:pt x="154" y="2233"/>
                  </a:cubicBezTo>
                  <a:cubicBezTo>
                    <a:pt x="-297" y="2608"/>
                    <a:pt x="154" y="3509"/>
                    <a:pt x="755" y="3284"/>
                  </a:cubicBezTo>
                  <a:cubicBezTo>
                    <a:pt x="5261" y="1557"/>
                    <a:pt x="10142" y="-245"/>
                    <a:pt x="14122" y="3659"/>
                  </a:cubicBezTo>
                  <a:cubicBezTo>
                    <a:pt x="15774" y="5386"/>
                    <a:pt x="17427" y="1557"/>
                    <a:pt x="15024" y="1482"/>
                  </a:cubicBezTo>
                  <a:close/>
                </a:path>
              </a:pathLst>
            </a:custGeom>
            <a:solidFill>
              <a:srgbClr val="B2B2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5" name="Content Placeholder 4">
              <a:extLst>
                <a:ext uri="{FF2B5EF4-FFF2-40B4-BE49-F238E27FC236}">
                  <a16:creationId xmlns:a16="http://schemas.microsoft.com/office/drawing/2014/main" id="{DE7C0EEC-0752-F181-B982-85DFB5B81674}"/>
                </a:ext>
              </a:extLst>
            </p:cNvPr>
            <p:cNvSpPr/>
            <p:nvPr/>
          </p:nvSpPr>
          <p:spPr>
            <a:xfrm>
              <a:off x="6272776" y="2326905"/>
              <a:ext cx="13944" cy="3280"/>
            </a:xfrm>
            <a:custGeom>
              <a:avLst/>
              <a:gdLst>
                <a:gd name="connsiteX0" fmla="*/ 13588 w 13944"/>
                <a:gd name="connsiteY0" fmla="*/ 1800 h 3280"/>
                <a:gd name="connsiteX1" fmla="*/ 370 w 13944"/>
                <a:gd name="connsiteY1" fmla="*/ 1800 h 3280"/>
                <a:gd name="connsiteX2" fmla="*/ 70 w 13944"/>
                <a:gd name="connsiteY2" fmla="*/ 2852 h 3280"/>
                <a:gd name="connsiteX3" fmla="*/ 1121 w 13944"/>
                <a:gd name="connsiteY3" fmla="*/ 3152 h 3280"/>
                <a:gd name="connsiteX4" fmla="*/ 12912 w 13944"/>
                <a:gd name="connsiteY4" fmla="*/ 3152 h 3280"/>
                <a:gd name="connsiteX5" fmla="*/ 13588 w 13944"/>
                <a:gd name="connsiteY5" fmla="*/ 1800 h 3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944" h="3280">
                  <a:moveTo>
                    <a:pt x="13588" y="1800"/>
                  </a:moveTo>
                  <a:cubicBezTo>
                    <a:pt x="9517" y="-640"/>
                    <a:pt x="4441" y="-640"/>
                    <a:pt x="370" y="1800"/>
                  </a:cubicBezTo>
                  <a:cubicBezTo>
                    <a:pt x="-5" y="2011"/>
                    <a:pt x="-140" y="2476"/>
                    <a:pt x="70" y="2852"/>
                  </a:cubicBezTo>
                  <a:cubicBezTo>
                    <a:pt x="280" y="3227"/>
                    <a:pt x="746" y="3362"/>
                    <a:pt x="1121" y="3152"/>
                  </a:cubicBezTo>
                  <a:cubicBezTo>
                    <a:pt x="4816" y="1245"/>
                    <a:pt x="9217" y="1245"/>
                    <a:pt x="12912" y="3152"/>
                  </a:cubicBezTo>
                  <a:cubicBezTo>
                    <a:pt x="13663" y="3302"/>
                    <a:pt x="14339" y="2176"/>
                    <a:pt x="13588" y="1800"/>
                  </a:cubicBezTo>
                  <a:close/>
                </a:path>
              </a:pathLst>
            </a:custGeom>
            <a:solidFill>
              <a:srgbClr val="B2B2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6" name="Content Placeholder 4">
              <a:extLst>
                <a:ext uri="{FF2B5EF4-FFF2-40B4-BE49-F238E27FC236}">
                  <a16:creationId xmlns:a16="http://schemas.microsoft.com/office/drawing/2014/main" id="{705EB62C-13C2-8F6D-9EB0-58F672F89192}"/>
                </a:ext>
              </a:extLst>
            </p:cNvPr>
            <p:cNvSpPr/>
            <p:nvPr/>
          </p:nvSpPr>
          <p:spPr>
            <a:xfrm>
              <a:off x="6274011" y="2319738"/>
              <a:ext cx="14023" cy="3506"/>
            </a:xfrm>
            <a:custGeom>
              <a:avLst/>
              <a:gdLst>
                <a:gd name="connsiteX0" fmla="*/ 13629 w 14023"/>
                <a:gd name="connsiteY0" fmla="*/ 1233 h 3506"/>
                <a:gd name="connsiteX1" fmla="*/ 262 w 14023"/>
                <a:gd name="connsiteY1" fmla="*/ 2435 h 3506"/>
                <a:gd name="connsiteX2" fmla="*/ 36 w 14023"/>
                <a:gd name="connsiteY2" fmla="*/ 3186 h 3506"/>
                <a:gd name="connsiteX3" fmla="*/ 787 w 14023"/>
                <a:gd name="connsiteY3" fmla="*/ 3411 h 3506"/>
                <a:gd name="connsiteX4" fmla="*/ 13104 w 14023"/>
                <a:gd name="connsiteY4" fmla="*/ 2510 h 3506"/>
                <a:gd name="connsiteX5" fmla="*/ 13629 w 14023"/>
                <a:gd name="connsiteY5" fmla="*/ 1233 h 3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023" h="3506">
                  <a:moveTo>
                    <a:pt x="13629" y="1233"/>
                  </a:moveTo>
                  <a:cubicBezTo>
                    <a:pt x="9281" y="-809"/>
                    <a:pt x="4174" y="-351"/>
                    <a:pt x="262" y="2435"/>
                  </a:cubicBezTo>
                  <a:cubicBezTo>
                    <a:pt x="-9" y="2577"/>
                    <a:pt x="-107" y="2915"/>
                    <a:pt x="36" y="3186"/>
                  </a:cubicBezTo>
                  <a:cubicBezTo>
                    <a:pt x="179" y="3456"/>
                    <a:pt x="517" y="3554"/>
                    <a:pt x="787" y="3411"/>
                  </a:cubicBezTo>
                  <a:cubicBezTo>
                    <a:pt x="4572" y="1361"/>
                    <a:pt x="9056" y="1031"/>
                    <a:pt x="13104" y="2510"/>
                  </a:cubicBezTo>
                  <a:cubicBezTo>
                    <a:pt x="13855" y="2810"/>
                    <a:pt x="14380" y="1534"/>
                    <a:pt x="13629" y="1233"/>
                  </a:cubicBezTo>
                  <a:close/>
                </a:path>
              </a:pathLst>
            </a:custGeom>
            <a:solidFill>
              <a:srgbClr val="B2B2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7" name="Content Placeholder 4">
              <a:extLst>
                <a:ext uri="{FF2B5EF4-FFF2-40B4-BE49-F238E27FC236}">
                  <a16:creationId xmlns:a16="http://schemas.microsoft.com/office/drawing/2014/main" id="{61A4EA5F-F810-8FC9-CA90-0F45F1047D82}"/>
                </a:ext>
              </a:extLst>
            </p:cNvPr>
            <p:cNvSpPr/>
            <p:nvPr/>
          </p:nvSpPr>
          <p:spPr>
            <a:xfrm>
              <a:off x="6221377" y="2319219"/>
              <a:ext cx="7118" cy="10420"/>
            </a:xfrm>
            <a:custGeom>
              <a:avLst/>
              <a:gdLst>
                <a:gd name="connsiteX0" fmla="*/ 927 w 7118"/>
                <a:gd name="connsiteY0" fmla="*/ 100 h 10420"/>
                <a:gd name="connsiteX1" fmla="*/ 251 w 7118"/>
                <a:gd name="connsiteY1" fmla="*/ 1302 h 10420"/>
                <a:gd name="connsiteX2" fmla="*/ 5733 w 7118"/>
                <a:gd name="connsiteY2" fmla="*/ 10087 h 10420"/>
                <a:gd name="connsiteX3" fmla="*/ 6785 w 7118"/>
                <a:gd name="connsiteY3" fmla="*/ 10244 h 10420"/>
                <a:gd name="connsiteX4" fmla="*/ 7085 w 7118"/>
                <a:gd name="connsiteY4" fmla="*/ 9561 h 10420"/>
                <a:gd name="connsiteX5" fmla="*/ 927 w 7118"/>
                <a:gd name="connsiteY5" fmla="*/ 100 h 10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18" h="10420">
                  <a:moveTo>
                    <a:pt x="927" y="100"/>
                  </a:moveTo>
                  <a:cubicBezTo>
                    <a:pt x="251" y="-425"/>
                    <a:pt x="-425" y="776"/>
                    <a:pt x="251" y="1302"/>
                  </a:cubicBezTo>
                  <a:cubicBezTo>
                    <a:pt x="3105" y="3479"/>
                    <a:pt x="3780" y="7309"/>
                    <a:pt x="5733" y="10087"/>
                  </a:cubicBezTo>
                  <a:cubicBezTo>
                    <a:pt x="5981" y="10417"/>
                    <a:pt x="6447" y="10492"/>
                    <a:pt x="6785" y="10244"/>
                  </a:cubicBezTo>
                  <a:cubicBezTo>
                    <a:pt x="7002" y="10087"/>
                    <a:pt x="7115" y="9824"/>
                    <a:pt x="7085" y="9561"/>
                  </a:cubicBezTo>
                  <a:cubicBezTo>
                    <a:pt x="6341" y="5724"/>
                    <a:pt x="4133" y="2331"/>
                    <a:pt x="927" y="100"/>
                  </a:cubicBezTo>
                  <a:close/>
                </a:path>
              </a:pathLst>
            </a:custGeom>
            <a:solidFill>
              <a:srgbClr val="B2B2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8" name="Content Placeholder 4">
              <a:extLst>
                <a:ext uri="{FF2B5EF4-FFF2-40B4-BE49-F238E27FC236}">
                  <a16:creationId xmlns:a16="http://schemas.microsoft.com/office/drawing/2014/main" id="{2B4FA34C-B8DF-43AE-CFDD-9D4A409FB6DF}"/>
                </a:ext>
              </a:extLst>
            </p:cNvPr>
            <p:cNvSpPr/>
            <p:nvPr/>
          </p:nvSpPr>
          <p:spPr>
            <a:xfrm>
              <a:off x="6227256" y="2318223"/>
              <a:ext cx="6924" cy="8245"/>
            </a:xfrm>
            <a:custGeom>
              <a:avLst/>
              <a:gdLst>
                <a:gd name="connsiteX0" fmla="*/ 305 w 6924"/>
                <a:gd name="connsiteY0" fmla="*/ -30 h 8245"/>
                <a:gd name="connsiteX1" fmla="*/ 305 w 6924"/>
                <a:gd name="connsiteY1" fmla="*/ 721 h 8245"/>
                <a:gd name="connsiteX2" fmla="*/ 5261 w 6924"/>
                <a:gd name="connsiteY2" fmla="*/ 7704 h 8245"/>
                <a:gd name="connsiteX3" fmla="*/ 6838 w 6924"/>
                <a:gd name="connsiteY3" fmla="*/ 7253 h 8245"/>
                <a:gd name="connsiteX4" fmla="*/ 305 w 6924"/>
                <a:gd name="connsiteY4" fmla="*/ -30 h 8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24" h="8245">
                  <a:moveTo>
                    <a:pt x="305" y="-30"/>
                  </a:moveTo>
                  <a:cubicBezTo>
                    <a:pt x="305" y="-30"/>
                    <a:pt x="-446" y="421"/>
                    <a:pt x="305" y="721"/>
                  </a:cubicBezTo>
                  <a:cubicBezTo>
                    <a:pt x="2497" y="2613"/>
                    <a:pt x="4202" y="5009"/>
                    <a:pt x="5261" y="7704"/>
                  </a:cubicBezTo>
                  <a:cubicBezTo>
                    <a:pt x="5637" y="8605"/>
                    <a:pt x="7214" y="8230"/>
                    <a:pt x="6838" y="7253"/>
                  </a:cubicBezTo>
                  <a:cubicBezTo>
                    <a:pt x="5261" y="4175"/>
                    <a:pt x="3909" y="571"/>
                    <a:pt x="305" y="-30"/>
                  </a:cubicBezTo>
                  <a:close/>
                </a:path>
              </a:pathLst>
            </a:custGeom>
            <a:solidFill>
              <a:srgbClr val="B2B2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9" name="Content Placeholder 4">
              <a:extLst>
                <a:ext uri="{FF2B5EF4-FFF2-40B4-BE49-F238E27FC236}">
                  <a16:creationId xmlns:a16="http://schemas.microsoft.com/office/drawing/2014/main" id="{5B62BADB-BE5E-3490-849E-108C3A02CB0E}"/>
                </a:ext>
              </a:extLst>
            </p:cNvPr>
            <p:cNvSpPr/>
            <p:nvPr/>
          </p:nvSpPr>
          <p:spPr>
            <a:xfrm>
              <a:off x="6231206" y="2315160"/>
              <a:ext cx="10704" cy="4613"/>
            </a:xfrm>
            <a:custGeom>
              <a:avLst/>
              <a:gdLst>
                <a:gd name="connsiteX0" fmla="*/ 10247 w 10704"/>
                <a:gd name="connsiteY0" fmla="*/ 2282 h 4613"/>
                <a:gd name="connsiteX1" fmla="*/ 259 w 10704"/>
                <a:gd name="connsiteY1" fmla="*/ 706 h 4613"/>
                <a:gd name="connsiteX2" fmla="*/ 634 w 10704"/>
                <a:gd name="connsiteY2" fmla="*/ 2057 h 4613"/>
                <a:gd name="connsiteX3" fmla="*/ 8595 w 10704"/>
                <a:gd name="connsiteY3" fmla="*/ 4385 h 4613"/>
                <a:gd name="connsiteX4" fmla="*/ 10247 w 10704"/>
                <a:gd name="connsiteY4" fmla="*/ 2282 h 4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04" h="4613">
                  <a:moveTo>
                    <a:pt x="10247" y="2282"/>
                  </a:moveTo>
                  <a:cubicBezTo>
                    <a:pt x="7476" y="-75"/>
                    <a:pt x="3624" y="-683"/>
                    <a:pt x="259" y="706"/>
                  </a:cubicBezTo>
                  <a:cubicBezTo>
                    <a:pt x="-417" y="706"/>
                    <a:pt x="259" y="2057"/>
                    <a:pt x="634" y="2057"/>
                  </a:cubicBezTo>
                  <a:cubicBezTo>
                    <a:pt x="3458" y="2027"/>
                    <a:pt x="6229" y="2838"/>
                    <a:pt x="8595" y="4385"/>
                  </a:cubicBezTo>
                  <a:cubicBezTo>
                    <a:pt x="9872" y="5211"/>
                    <a:pt x="11449" y="3258"/>
                    <a:pt x="10247" y="2282"/>
                  </a:cubicBezTo>
                  <a:close/>
                </a:path>
              </a:pathLst>
            </a:custGeom>
            <a:solidFill>
              <a:srgbClr val="B2B2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0" name="Content Placeholder 4">
              <a:extLst>
                <a:ext uri="{FF2B5EF4-FFF2-40B4-BE49-F238E27FC236}">
                  <a16:creationId xmlns:a16="http://schemas.microsoft.com/office/drawing/2014/main" id="{BF5982E4-D053-435D-EBCB-8D1A12B17BA9}"/>
                </a:ext>
              </a:extLst>
            </p:cNvPr>
            <p:cNvSpPr/>
            <p:nvPr/>
          </p:nvSpPr>
          <p:spPr>
            <a:xfrm>
              <a:off x="6162418" y="1955367"/>
              <a:ext cx="102824" cy="313466"/>
            </a:xfrm>
            <a:custGeom>
              <a:avLst/>
              <a:gdLst>
                <a:gd name="connsiteX0" fmla="*/ 97586 w 102824"/>
                <a:gd name="connsiteY0" fmla="*/ 17438 h 313466"/>
                <a:gd name="connsiteX1" fmla="*/ 69498 w 102824"/>
                <a:gd name="connsiteY1" fmla="*/ 544 h 313466"/>
                <a:gd name="connsiteX2" fmla="*/ 35853 w 102824"/>
                <a:gd name="connsiteY2" fmla="*/ 2496 h 313466"/>
                <a:gd name="connsiteX3" fmla="*/ 19632 w 102824"/>
                <a:gd name="connsiteY3" fmla="*/ 11056 h 313466"/>
                <a:gd name="connsiteX4" fmla="*/ 18656 w 102824"/>
                <a:gd name="connsiteY4" fmla="*/ 28025 h 313466"/>
                <a:gd name="connsiteX5" fmla="*/ 8367 w 102824"/>
                <a:gd name="connsiteY5" fmla="*/ 77731 h 313466"/>
                <a:gd name="connsiteX6" fmla="*/ 2509 w 102824"/>
                <a:gd name="connsiteY6" fmla="*/ 106263 h 313466"/>
                <a:gd name="connsiteX7" fmla="*/ 31 w 102824"/>
                <a:gd name="connsiteY7" fmla="*/ 152966 h 313466"/>
                <a:gd name="connsiteX8" fmla="*/ 11221 w 102824"/>
                <a:gd name="connsiteY8" fmla="*/ 240589 h 313466"/>
                <a:gd name="connsiteX9" fmla="*/ 45391 w 102824"/>
                <a:gd name="connsiteY9" fmla="*/ 299005 h 313466"/>
                <a:gd name="connsiteX10" fmla="*/ 43589 w 102824"/>
                <a:gd name="connsiteY10" fmla="*/ 309968 h 313466"/>
                <a:gd name="connsiteX11" fmla="*/ 49897 w 102824"/>
                <a:gd name="connsiteY11" fmla="*/ 313422 h 313466"/>
                <a:gd name="connsiteX12" fmla="*/ 55680 w 102824"/>
                <a:gd name="connsiteY12" fmla="*/ 312671 h 313466"/>
                <a:gd name="connsiteX13" fmla="*/ 81514 w 102824"/>
                <a:gd name="connsiteY13" fmla="*/ 302985 h 313466"/>
                <a:gd name="connsiteX14" fmla="*/ 83993 w 102824"/>
                <a:gd name="connsiteY14" fmla="*/ 300957 h 313466"/>
                <a:gd name="connsiteX15" fmla="*/ 83993 w 102824"/>
                <a:gd name="connsiteY15" fmla="*/ 299156 h 313466"/>
                <a:gd name="connsiteX16" fmla="*/ 79261 w 102824"/>
                <a:gd name="connsiteY16" fmla="*/ 291272 h 313466"/>
                <a:gd name="connsiteX17" fmla="*/ 78060 w 102824"/>
                <a:gd name="connsiteY17" fmla="*/ 290371 h 313466"/>
                <a:gd name="connsiteX18" fmla="*/ 76032 w 102824"/>
                <a:gd name="connsiteY18" fmla="*/ 290371 h 313466"/>
                <a:gd name="connsiteX19" fmla="*/ 73253 w 102824"/>
                <a:gd name="connsiteY19" fmla="*/ 290371 h 313466"/>
                <a:gd name="connsiteX20" fmla="*/ 60862 w 102824"/>
                <a:gd name="connsiteY20" fmla="*/ 196365 h 313466"/>
                <a:gd name="connsiteX21" fmla="*/ 59510 w 102824"/>
                <a:gd name="connsiteY21" fmla="*/ 179696 h 313466"/>
                <a:gd name="connsiteX22" fmla="*/ 67546 w 102824"/>
                <a:gd name="connsiteY22" fmla="*/ 146434 h 313466"/>
                <a:gd name="connsiteX23" fmla="*/ 95332 w 102824"/>
                <a:gd name="connsiteY23" fmla="*/ 68421 h 313466"/>
                <a:gd name="connsiteX24" fmla="*/ 102392 w 102824"/>
                <a:gd name="connsiteY24" fmla="*/ 42892 h 313466"/>
                <a:gd name="connsiteX25" fmla="*/ 97586 w 102824"/>
                <a:gd name="connsiteY25" fmla="*/ 17438 h 313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02824" h="313466">
                  <a:moveTo>
                    <a:pt x="97586" y="17438"/>
                  </a:moveTo>
                  <a:cubicBezTo>
                    <a:pt x="91090" y="8030"/>
                    <a:pt x="80853" y="1873"/>
                    <a:pt x="69498" y="544"/>
                  </a:cubicBezTo>
                  <a:cubicBezTo>
                    <a:pt x="58248" y="-642"/>
                    <a:pt x="46886" y="11"/>
                    <a:pt x="35853" y="2496"/>
                  </a:cubicBezTo>
                  <a:cubicBezTo>
                    <a:pt x="30221" y="3473"/>
                    <a:pt x="22185" y="5124"/>
                    <a:pt x="19632" y="11056"/>
                  </a:cubicBezTo>
                  <a:cubicBezTo>
                    <a:pt x="18513" y="16642"/>
                    <a:pt x="18182" y="22349"/>
                    <a:pt x="18656" y="28025"/>
                  </a:cubicBezTo>
                  <a:cubicBezTo>
                    <a:pt x="16387" y="44814"/>
                    <a:pt x="12955" y="61423"/>
                    <a:pt x="8367" y="77731"/>
                  </a:cubicBezTo>
                  <a:cubicBezTo>
                    <a:pt x="5934" y="87139"/>
                    <a:pt x="3974" y="96660"/>
                    <a:pt x="2509" y="106263"/>
                  </a:cubicBezTo>
                  <a:cubicBezTo>
                    <a:pt x="556" y="121753"/>
                    <a:pt x="-270" y="137356"/>
                    <a:pt x="31" y="152966"/>
                  </a:cubicBezTo>
                  <a:cubicBezTo>
                    <a:pt x="31" y="182549"/>
                    <a:pt x="932" y="213034"/>
                    <a:pt x="11221" y="240589"/>
                  </a:cubicBezTo>
                  <a:cubicBezTo>
                    <a:pt x="19970" y="261493"/>
                    <a:pt x="31460" y="281135"/>
                    <a:pt x="45391" y="299005"/>
                  </a:cubicBezTo>
                  <a:cubicBezTo>
                    <a:pt x="40660" y="301708"/>
                    <a:pt x="39158" y="304486"/>
                    <a:pt x="43589" y="309968"/>
                  </a:cubicBezTo>
                  <a:cubicBezTo>
                    <a:pt x="45136" y="311927"/>
                    <a:pt x="47411" y="313181"/>
                    <a:pt x="49897" y="313422"/>
                  </a:cubicBezTo>
                  <a:cubicBezTo>
                    <a:pt x="51850" y="313504"/>
                    <a:pt x="53810" y="313249"/>
                    <a:pt x="55680" y="312671"/>
                  </a:cubicBezTo>
                  <a:cubicBezTo>
                    <a:pt x="64587" y="310298"/>
                    <a:pt x="73238" y="307054"/>
                    <a:pt x="81514" y="302985"/>
                  </a:cubicBezTo>
                  <a:cubicBezTo>
                    <a:pt x="82550" y="302609"/>
                    <a:pt x="83422" y="301896"/>
                    <a:pt x="83993" y="300957"/>
                  </a:cubicBezTo>
                  <a:cubicBezTo>
                    <a:pt x="84180" y="300372"/>
                    <a:pt x="84180" y="299741"/>
                    <a:pt x="83993" y="299156"/>
                  </a:cubicBezTo>
                  <a:cubicBezTo>
                    <a:pt x="82964" y="296235"/>
                    <a:pt x="81349" y="293554"/>
                    <a:pt x="79261" y="291272"/>
                  </a:cubicBezTo>
                  <a:cubicBezTo>
                    <a:pt x="78931" y="290889"/>
                    <a:pt x="78525" y="290581"/>
                    <a:pt x="78060" y="290371"/>
                  </a:cubicBezTo>
                  <a:cubicBezTo>
                    <a:pt x="77391" y="290220"/>
                    <a:pt x="76700" y="290220"/>
                    <a:pt x="76032" y="290371"/>
                  </a:cubicBezTo>
                  <a:lnTo>
                    <a:pt x="73253" y="290371"/>
                  </a:lnTo>
                  <a:lnTo>
                    <a:pt x="60862" y="196365"/>
                  </a:lnTo>
                  <a:cubicBezTo>
                    <a:pt x="59960" y="190854"/>
                    <a:pt x="59502" y="185282"/>
                    <a:pt x="59510" y="179696"/>
                  </a:cubicBezTo>
                  <a:cubicBezTo>
                    <a:pt x="60366" y="168246"/>
                    <a:pt x="63077" y="157013"/>
                    <a:pt x="67546" y="146434"/>
                  </a:cubicBezTo>
                  <a:lnTo>
                    <a:pt x="95332" y="68421"/>
                  </a:lnTo>
                  <a:cubicBezTo>
                    <a:pt x="98644" y="60206"/>
                    <a:pt x="101010" y="51639"/>
                    <a:pt x="102392" y="42892"/>
                  </a:cubicBezTo>
                  <a:cubicBezTo>
                    <a:pt x="103646" y="34107"/>
                    <a:pt x="101956" y="25157"/>
                    <a:pt x="97586" y="17438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1" name="Content Placeholder 4">
              <a:extLst>
                <a:ext uri="{FF2B5EF4-FFF2-40B4-BE49-F238E27FC236}">
                  <a16:creationId xmlns:a16="http://schemas.microsoft.com/office/drawing/2014/main" id="{753BDDE8-6F51-6F51-67A2-87762BA75F41}"/>
                </a:ext>
              </a:extLst>
            </p:cNvPr>
            <p:cNvSpPr/>
            <p:nvPr/>
          </p:nvSpPr>
          <p:spPr>
            <a:xfrm>
              <a:off x="6239748" y="1953986"/>
              <a:ext cx="86088" cy="294108"/>
            </a:xfrm>
            <a:custGeom>
              <a:avLst/>
              <a:gdLst>
                <a:gd name="connsiteX0" fmla="*/ 77257 w 86088"/>
                <a:gd name="connsiteY0" fmla="*/ 114927 h 294108"/>
                <a:gd name="connsiteX1" fmla="*/ 86043 w 86088"/>
                <a:gd name="connsiteY1" fmla="*/ 17317 h 294108"/>
                <a:gd name="connsiteX2" fmla="*/ 85217 w 86088"/>
                <a:gd name="connsiteY2" fmla="*/ 11460 h 294108"/>
                <a:gd name="connsiteX3" fmla="*/ 80786 w 86088"/>
                <a:gd name="connsiteY3" fmla="*/ 5304 h 294108"/>
                <a:gd name="connsiteX4" fmla="*/ 62312 w 86088"/>
                <a:gd name="connsiteY4" fmla="*/ 123 h 294108"/>
                <a:gd name="connsiteX5" fmla="*/ 43236 w 86088"/>
                <a:gd name="connsiteY5" fmla="*/ 4703 h 294108"/>
                <a:gd name="connsiteX6" fmla="*/ 21157 w 86088"/>
                <a:gd name="connsiteY6" fmla="*/ 12211 h 294108"/>
                <a:gd name="connsiteX7" fmla="*/ 3058 w 86088"/>
                <a:gd name="connsiteY7" fmla="*/ 18744 h 294108"/>
                <a:gd name="connsiteX8" fmla="*/ 2532 w 86088"/>
                <a:gd name="connsiteY8" fmla="*/ 49453 h 294108"/>
                <a:gd name="connsiteX9" fmla="*/ 2532 w 86088"/>
                <a:gd name="connsiteY9" fmla="*/ 135350 h 294108"/>
                <a:gd name="connsiteX10" fmla="*/ 12971 w 86088"/>
                <a:gd name="connsiteY10" fmla="*/ 193691 h 294108"/>
                <a:gd name="connsiteX11" fmla="*/ 14999 w 86088"/>
                <a:gd name="connsiteY11" fmla="*/ 217943 h 294108"/>
                <a:gd name="connsiteX12" fmla="*/ 17177 w 86088"/>
                <a:gd name="connsiteY12" fmla="*/ 235438 h 294108"/>
                <a:gd name="connsiteX13" fmla="*/ 23335 w 86088"/>
                <a:gd name="connsiteY13" fmla="*/ 281314 h 294108"/>
                <a:gd name="connsiteX14" fmla="*/ 20932 w 86088"/>
                <a:gd name="connsiteY14" fmla="*/ 284618 h 294108"/>
                <a:gd name="connsiteX15" fmla="*/ 23485 w 86088"/>
                <a:gd name="connsiteY15" fmla="*/ 292126 h 294108"/>
                <a:gd name="connsiteX16" fmla="*/ 26114 w 86088"/>
                <a:gd name="connsiteY16" fmla="*/ 292652 h 294108"/>
                <a:gd name="connsiteX17" fmla="*/ 46391 w 86088"/>
                <a:gd name="connsiteY17" fmla="*/ 294079 h 294108"/>
                <a:gd name="connsiteX18" fmla="*/ 52774 w 86088"/>
                <a:gd name="connsiteY18" fmla="*/ 294079 h 294108"/>
                <a:gd name="connsiteX19" fmla="*/ 54426 w 86088"/>
                <a:gd name="connsiteY19" fmla="*/ 293703 h 294108"/>
                <a:gd name="connsiteX20" fmla="*/ 55327 w 86088"/>
                <a:gd name="connsiteY20" fmla="*/ 291901 h 294108"/>
                <a:gd name="connsiteX21" fmla="*/ 55327 w 86088"/>
                <a:gd name="connsiteY21" fmla="*/ 283342 h 294108"/>
                <a:gd name="connsiteX22" fmla="*/ 54577 w 86088"/>
                <a:gd name="connsiteY22" fmla="*/ 281840 h 294108"/>
                <a:gd name="connsiteX23" fmla="*/ 53750 w 86088"/>
                <a:gd name="connsiteY23" fmla="*/ 281464 h 294108"/>
                <a:gd name="connsiteX24" fmla="*/ 55628 w 86088"/>
                <a:gd name="connsiteY24" fmla="*/ 273956 h 294108"/>
                <a:gd name="connsiteX25" fmla="*/ 77257 w 86088"/>
                <a:gd name="connsiteY25" fmla="*/ 114927 h 294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6088" h="294108">
                  <a:moveTo>
                    <a:pt x="77257" y="114927"/>
                  </a:moveTo>
                  <a:cubicBezTo>
                    <a:pt x="83362" y="82753"/>
                    <a:pt x="86306" y="50061"/>
                    <a:pt x="86043" y="17317"/>
                  </a:cubicBezTo>
                  <a:cubicBezTo>
                    <a:pt x="86036" y="15335"/>
                    <a:pt x="85758" y="13368"/>
                    <a:pt x="85217" y="11460"/>
                  </a:cubicBezTo>
                  <a:cubicBezTo>
                    <a:pt x="84339" y="9035"/>
                    <a:pt x="82807" y="6910"/>
                    <a:pt x="80786" y="5304"/>
                  </a:cubicBezTo>
                  <a:cubicBezTo>
                    <a:pt x="75529" y="1256"/>
                    <a:pt x="68906" y="-598"/>
                    <a:pt x="62312" y="123"/>
                  </a:cubicBezTo>
                  <a:cubicBezTo>
                    <a:pt x="55786" y="843"/>
                    <a:pt x="49380" y="2383"/>
                    <a:pt x="43236" y="4703"/>
                  </a:cubicBezTo>
                  <a:lnTo>
                    <a:pt x="21157" y="12211"/>
                  </a:lnTo>
                  <a:cubicBezTo>
                    <a:pt x="14781" y="13285"/>
                    <a:pt x="8653" y="15500"/>
                    <a:pt x="3058" y="18744"/>
                  </a:cubicBezTo>
                  <a:cubicBezTo>
                    <a:pt x="-3401" y="24901"/>
                    <a:pt x="2232" y="41269"/>
                    <a:pt x="2532" y="49453"/>
                  </a:cubicBezTo>
                  <a:cubicBezTo>
                    <a:pt x="3659" y="78060"/>
                    <a:pt x="-622" y="106818"/>
                    <a:pt x="2532" y="135350"/>
                  </a:cubicBezTo>
                  <a:cubicBezTo>
                    <a:pt x="4785" y="155022"/>
                    <a:pt x="10718" y="174093"/>
                    <a:pt x="12971" y="193691"/>
                  </a:cubicBezTo>
                  <a:cubicBezTo>
                    <a:pt x="13947" y="201725"/>
                    <a:pt x="14248" y="209909"/>
                    <a:pt x="14999" y="217943"/>
                  </a:cubicBezTo>
                  <a:cubicBezTo>
                    <a:pt x="15600" y="223800"/>
                    <a:pt x="16351" y="229581"/>
                    <a:pt x="17177" y="235438"/>
                  </a:cubicBezTo>
                  <a:cubicBezTo>
                    <a:pt x="19204" y="250454"/>
                    <a:pt x="21307" y="265997"/>
                    <a:pt x="23335" y="281314"/>
                  </a:cubicBezTo>
                  <a:cubicBezTo>
                    <a:pt x="21758" y="281314"/>
                    <a:pt x="21082" y="282140"/>
                    <a:pt x="20932" y="284618"/>
                  </a:cubicBezTo>
                  <a:cubicBezTo>
                    <a:pt x="20782" y="287096"/>
                    <a:pt x="20932" y="290850"/>
                    <a:pt x="23485" y="292126"/>
                  </a:cubicBezTo>
                  <a:cubicBezTo>
                    <a:pt x="24304" y="292524"/>
                    <a:pt x="25205" y="292705"/>
                    <a:pt x="26114" y="292652"/>
                  </a:cubicBezTo>
                  <a:lnTo>
                    <a:pt x="46391" y="294079"/>
                  </a:lnTo>
                  <a:cubicBezTo>
                    <a:pt x="48493" y="294079"/>
                    <a:pt x="50671" y="294079"/>
                    <a:pt x="52774" y="294079"/>
                  </a:cubicBezTo>
                  <a:cubicBezTo>
                    <a:pt x="53345" y="294079"/>
                    <a:pt x="53908" y="293951"/>
                    <a:pt x="54426" y="293703"/>
                  </a:cubicBezTo>
                  <a:cubicBezTo>
                    <a:pt x="54914" y="293215"/>
                    <a:pt x="55230" y="292584"/>
                    <a:pt x="55327" y="291901"/>
                  </a:cubicBezTo>
                  <a:cubicBezTo>
                    <a:pt x="56003" y="289085"/>
                    <a:pt x="56003" y="286157"/>
                    <a:pt x="55327" y="283342"/>
                  </a:cubicBezTo>
                  <a:cubicBezTo>
                    <a:pt x="55230" y="282778"/>
                    <a:pt x="54974" y="282253"/>
                    <a:pt x="54577" y="281840"/>
                  </a:cubicBezTo>
                  <a:lnTo>
                    <a:pt x="53750" y="281464"/>
                  </a:lnTo>
                  <a:cubicBezTo>
                    <a:pt x="54787" y="279084"/>
                    <a:pt x="55425" y="276546"/>
                    <a:pt x="55628" y="273956"/>
                  </a:cubicBezTo>
                  <a:cubicBezTo>
                    <a:pt x="60735" y="220721"/>
                    <a:pt x="68996" y="167786"/>
                    <a:pt x="77257" y="114927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2" name="Content Placeholder 4">
              <a:extLst>
                <a:ext uri="{FF2B5EF4-FFF2-40B4-BE49-F238E27FC236}">
                  <a16:creationId xmlns:a16="http://schemas.microsoft.com/office/drawing/2014/main" id="{12C3AA77-6B6F-90E4-8FC5-A4648E7A19B5}"/>
                </a:ext>
              </a:extLst>
            </p:cNvPr>
            <p:cNvSpPr/>
            <p:nvPr/>
          </p:nvSpPr>
          <p:spPr>
            <a:xfrm>
              <a:off x="6054518" y="1746305"/>
              <a:ext cx="169412" cy="141667"/>
            </a:xfrm>
            <a:custGeom>
              <a:avLst/>
              <a:gdLst>
                <a:gd name="connsiteX0" fmla="*/ 165908 w 169412"/>
                <a:gd name="connsiteY0" fmla="*/ 8605 h 141667"/>
                <a:gd name="connsiteX1" fmla="*/ 153666 w 169412"/>
                <a:gd name="connsiteY1" fmla="*/ -30 h 141667"/>
                <a:gd name="connsiteX2" fmla="*/ 141876 w 169412"/>
                <a:gd name="connsiteY2" fmla="*/ 9581 h 141667"/>
                <a:gd name="connsiteX3" fmla="*/ 75938 w 169412"/>
                <a:gd name="connsiteY3" fmla="*/ 98932 h 141667"/>
                <a:gd name="connsiteX4" fmla="*/ 71207 w 169412"/>
                <a:gd name="connsiteY4" fmla="*/ 101635 h 141667"/>
                <a:gd name="connsiteX5" fmla="*/ 66250 w 169412"/>
                <a:gd name="connsiteY5" fmla="*/ 100133 h 141667"/>
                <a:gd name="connsiteX6" fmla="*/ 13079 w 169412"/>
                <a:gd name="connsiteY6" fmla="*/ 53806 h 141667"/>
                <a:gd name="connsiteX7" fmla="*/ 12 w 169412"/>
                <a:gd name="connsiteY7" fmla="*/ 68222 h 141667"/>
                <a:gd name="connsiteX8" fmla="*/ 5945 w 169412"/>
                <a:gd name="connsiteY8" fmla="*/ 78659 h 141667"/>
                <a:gd name="connsiteX9" fmla="*/ 24495 w 169412"/>
                <a:gd name="connsiteY9" fmla="*/ 99607 h 141667"/>
                <a:gd name="connsiteX10" fmla="*/ 68203 w 169412"/>
                <a:gd name="connsiteY10" fmla="*/ 135423 h 141667"/>
                <a:gd name="connsiteX11" fmla="*/ 85926 w 169412"/>
                <a:gd name="connsiteY11" fmla="*/ 141430 h 141667"/>
                <a:gd name="connsiteX12" fmla="*/ 92760 w 169412"/>
                <a:gd name="connsiteY12" fmla="*/ 136774 h 141667"/>
                <a:gd name="connsiteX13" fmla="*/ 156445 w 169412"/>
                <a:gd name="connsiteY13" fmla="*/ 59362 h 141667"/>
                <a:gd name="connsiteX14" fmla="*/ 167860 w 169412"/>
                <a:gd name="connsiteY14" fmla="*/ 34960 h 141667"/>
                <a:gd name="connsiteX15" fmla="*/ 165908 w 169412"/>
                <a:gd name="connsiteY15" fmla="*/ 8605 h 14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9412" h="141667">
                  <a:moveTo>
                    <a:pt x="165908" y="8605"/>
                  </a:moveTo>
                  <a:cubicBezTo>
                    <a:pt x="163895" y="3559"/>
                    <a:pt x="159096" y="173"/>
                    <a:pt x="153666" y="-30"/>
                  </a:cubicBezTo>
                  <a:cubicBezTo>
                    <a:pt x="148409" y="421"/>
                    <a:pt x="144805" y="5226"/>
                    <a:pt x="141876" y="9581"/>
                  </a:cubicBezTo>
                  <a:cubicBezTo>
                    <a:pt x="121449" y="40591"/>
                    <a:pt x="103650" y="74154"/>
                    <a:pt x="75938" y="98932"/>
                  </a:cubicBezTo>
                  <a:cubicBezTo>
                    <a:pt x="74691" y="100321"/>
                    <a:pt x="73032" y="101267"/>
                    <a:pt x="71207" y="101635"/>
                  </a:cubicBezTo>
                  <a:cubicBezTo>
                    <a:pt x="69449" y="101612"/>
                    <a:pt x="67729" y="101094"/>
                    <a:pt x="66250" y="100133"/>
                  </a:cubicBezTo>
                  <a:cubicBezTo>
                    <a:pt x="45507" y="88540"/>
                    <a:pt x="27401" y="72765"/>
                    <a:pt x="13079" y="53806"/>
                  </a:cubicBezTo>
                  <a:cubicBezTo>
                    <a:pt x="13755" y="54632"/>
                    <a:pt x="237" y="66720"/>
                    <a:pt x="12" y="68222"/>
                  </a:cubicBezTo>
                  <a:cubicBezTo>
                    <a:pt x="-514" y="71526"/>
                    <a:pt x="4142" y="76181"/>
                    <a:pt x="5945" y="78659"/>
                  </a:cubicBezTo>
                  <a:cubicBezTo>
                    <a:pt x="11562" y="86122"/>
                    <a:pt x="17766" y="93128"/>
                    <a:pt x="24495" y="99607"/>
                  </a:cubicBezTo>
                  <a:cubicBezTo>
                    <a:pt x="38268" y="112484"/>
                    <a:pt x="52875" y="124445"/>
                    <a:pt x="68203" y="135423"/>
                  </a:cubicBezTo>
                  <a:cubicBezTo>
                    <a:pt x="72821" y="140131"/>
                    <a:pt x="79400" y="142361"/>
                    <a:pt x="85926" y="141430"/>
                  </a:cubicBezTo>
                  <a:cubicBezTo>
                    <a:pt x="88502" y="140371"/>
                    <a:pt x="90830" y="138779"/>
                    <a:pt x="92760" y="136774"/>
                  </a:cubicBezTo>
                  <a:cubicBezTo>
                    <a:pt x="117528" y="114099"/>
                    <a:pt x="138969" y="88037"/>
                    <a:pt x="156445" y="59362"/>
                  </a:cubicBezTo>
                  <a:cubicBezTo>
                    <a:pt x="161432" y="51839"/>
                    <a:pt x="165277" y="43609"/>
                    <a:pt x="167860" y="34960"/>
                  </a:cubicBezTo>
                  <a:cubicBezTo>
                    <a:pt x="170429" y="26227"/>
                    <a:pt x="169730" y="16864"/>
                    <a:pt x="165908" y="8605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3" name="Content Placeholder 4">
              <a:extLst>
                <a:ext uri="{FF2B5EF4-FFF2-40B4-BE49-F238E27FC236}">
                  <a16:creationId xmlns:a16="http://schemas.microsoft.com/office/drawing/2014/main" id="{0A1C5472-5EEB-95D9-C22E-08B58581ABBB}"/>
                </a:ext>
              </a:extLst>
            </p:cNvPr>
            <p:cNvSpPr/>
            <p:nvPr/>
          </p:nvSpPr>
          <p:spPr>
            <a:xfrm>
              <a:off x="6177599" y="1734415"/>
              <a:ext cx="146472" cy="245258"/>
            </a:xfrm>
            <a:custGeom>
              <a:avLst/>
              <a:gdLst>
                <a:gd name="connsiteX0" fmla="*/ 92467 w 146472"/>
                <a:gd name="connsiteY0" fmla="*/ 9081 h 245258"/>
                <a:gd name="connsiteX1" fmla="*/ 114322 w 146472"/>
                <a:gd name="connsiteY1" fmla="*/ 10958 h 245258"/>
                <a:gd name="connsiteX2" fmla="*/ 117025 w 146472"/>
                <a:gd name="connsiteY2" fmla="*/ 17491 h 245258"/>
                <a:gd name="connsiteX3" fmla="*/ 131670 w 146472"/>
                <a:gd name="connsiteY3" fmla="*/ 100084 h 245258"/>
                <a:gd name="connsiteX4" fmla="*/ 145488 w 146472"/>
                <a:gd name="connsiteY4" fmla="*/ 203776 h 245258"/>
                <a:gd name="connsiteX5" fmla="*/ 141658 w 146472"/>
                <a:gd name="connsiteY5" fmla="*/ 231782 h 245258"/>
                <a:gd name="connsiteX6" fmla="*/ 126037 w 146472"/>
                <a:gd name="connsiteY6" fmla="*/ 240717 h 245258"/>
                <a:gd name="connsiteX7" fmla="*/ 98701 w 146472"/>
                <a:gd name="connsiteY7" fmla="*/ 244772 h 245258"/>
                <a:gd name="connsiteX8" fmla="*/ 8581 w 146472"/>
                <a:gd name="connsiteY8" fmla="*/ 235386 h 245258"/>
                <a:gd name="connsiteX9" fmla="*/ 4225 w 146472"/>
                <a:gd name="connsiteY9" fmla="*/ 233509 h 245258"/>
                <a:gd name="connsiteX10" fmla="*/ 845 w 146472"/>
                <a:gd name="connsiteY10" fmla="*/ 226000 h 245258"/>
                <a:gd name="connsiteX11" fmla="*/ 1897 w 146472"/>
                <a:gd name="connsiteY11" fmla="*/ 189134 h 245258"/>
                <a:gd name="connsiteX12" fmla="*/ 15640 w 146472"/>
                <a:gd name="connsiteY12" fmla="*/ 81538 h 245258"/>
                <a:gd name="connsiteX13" fmla="*/ 21198 w 146472"/>
                <a:gd name="connsiteY13" fmla="*/ 51129 h 245258"/>
                <a:gd name="connsiteX14" fmla="*/ 28107 w 146472"/>
                <a:gd name="connsiteY14" fmla="*/ 28603 h 245258"/>
                <a:gd name="connsiteX15" fmla="*/ 31636 w 146472"/>
                <a:gd name="connsiteY15" fmla="*/ 6904 h 245258"/>
                <a:gd name="connsiteX16" fmla="*/ 46656 w 146472"/>
                <a:gd name="connsiteY16" fmla="*/ 3976 h 245258"/>
                <a:gd name="connsiteX17" fmla="*/ 92467 w 146472"/>
                <a:gd name="connsiteY17" fmla="*/ 9081 h 245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6472" h="245258">
                  <a:moveTo>
                    <a:pt x="92467" y="9081"/>
                  </a:moveTo>
                  <a:cubicBezTo>
                    <a:pt x="99977" y="7279"/>
                    <a:pt x="109515" y="4877"/>
                    <a:pt x="114322" y="10958"/>
                  </a:cubicBezTo>
                  <a:cubicBezTo>
                    <a:pt x="115681" y="12918"/>
                    <a:pt x="116597" y="15148"/>
                    <a:pt x="117025" y="17491"/>
                  </a:cubicBezTo>
                  <a:cubicBezTo>
                    <a:pt x="123641" y="44686"/>
                    <a:pt x="128530" y="72272"/>
                    <a:pt x="131670" y="100084"/>
                  </a:cubicBezTo>
                  <a:cubicBezTo>
                    <a:pt x="136228" y="134623"/>
                    <a:pt x="140832" y="169184"/>
                    <a:pt x="145488" y="203776"/>
                  </a:cubicBezTo>
                  <a:cubicBezTo>
                    <a:pt x="146765" y="213386"/>
                    <a:pt x="147741" y="224199"/>
                    <a:pt x="141658" y="231782"/>
                  </a:cubicBezTo>
                  <a:cubicBezTo>
                    <a:pt x="137505" y="236317"/>
                    <a:pt x="132045" y="239441"/>
                    <a:pt x="126037" y="240717"/>
                  </a:cubicBezTo>
                  <a:cubicBezTo>
                    <a:pt x="117108" y="243082"/>
                    <a:pt x="107938" y="244441"/>
                    <a:pt x="98701" y="244772"/>
                  </a:cubicBezTo>
                  <a:cubicBezTo>
                    <a:pt x="68353" y="246499"/>
                    <a:pt x="37922" y="243330"/>
                    <a:pt x="8581" y="235386"/>
                  </a:cubicBezTo>
                  <a:cubicBezTo>
                    <a:pt x="7019" y="235056"/>
                    <a:pt x="5539" y="234417"/>
                    <a:pt x="4225" y="233509"/>
                  </a:cubicBezTo>
                  <a:cubicBezTo>
                    <a:pt x="2235" y="231497"/>
                    <a:pt x="1033" y="228831"/>
                    <a:pt x="845" y="226000"/>
                  </a:cubicBezTo>
                  <a:cubicBezTo>
                    <a:pt x="-604" y="213724"/>
                    <a:pt x="-251" y="201305"/>
                    <a:pt x="1897" y="189134"/>
                  </a:cubicBezTo>
                  <a:lnTo>
                    <a:pt x="15640" y="81538"/>
                  </a:lnTo>
                  <a:cubicBezTo>
                    <a:pt x="16646" y="71266"/>
                    <a:pt x="18509" y="61092"/>
                    <a:pt x="21198" y="51129"/>
                  </a:cubicBezTo>
                  <a:cubicBezTo>
                    <a:pt x="23901" y="43748"/>
                    <a:pt x="26207" y="36232"/>
                    <a:pt x="28107" y="28603"/>
                  </a:cubicBezTo>
                  <a:cubicBezTo>
                    <a:pt x="28753" y="21290"/>
                    <a:pt x="29932" y="14044"/>
                    <a:pt x="31636" y="6904"/>
                  </a:cubicBezTo>
                  <a:cubicBezTo>
                    <a:pt x="35391" y="-3833"/>
                    <a:pt x="39146" y="146"/>
                    <a:pt x="46656" y="3976"/>
                  </a:cubicBezTo>
                  <a:cubicBezTo>
                    <a:pt x="60925" y="10748"/>
                    <a:pt x="77057" y="12543"/>
                    <a:pt x="92467" y="9081"/>
                  </a:cubicBezTo>
                  <a:close/>
                </a:path>
              </a:pathLst>
            </a:custGeom>
            <a:solidFill>
              <a:srgbClr val="B4C7B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4" name="Content Placeholder 4">
              <a:extLst>
                <a:ext uri="{FF2B5EF4-FFF2-40B4-BE49-F238E27FC236}">
                  <a16:creationId xmlns:a16="http://schemas.microsoft.com/office/drawing/2014/main" id="{00EC2928-4C58-43E6-BE46-6F994D526F9F}"/>
                </a:ext>
              </a:extLst>
            </p:cNvPr>
            <p:cNvSpPr/>
            <p:nvPr/>
          </p:nvSpPr>
          <p:spPr>
            <a:xfrm>
              <a:off x="6205059" y="1635747"/>
              <a:ext cx="72333" cy="99444"/>
            </a:xfrm>
            <a:custGeom>
              <a:avLst/>
              <a:gdLst>
                <a:gd name="connsiteX0" fmla="*/ 24904 w 72333"/>
                <a:gd name="connsiteY0" fmla="*/ 96036 h 99444"/>
                <a:gd name="connsiteX1" fmla="*/ 37896 w 72333"/>
                <a:gd name="connsiteY1" fmla="*/ 99415 h 99444"/>
                <a:gd name="connsiteX2" fmla="*/ 49086 w 72333"/>
                <a:gd name="connsiteY2" fmla="*/ 95586 h 99444"/>
                <a:gd name="connsiteX3" fmla="*/ 67636 w 72333"/>
                <a:gd name="connsiteY3" fmla="*/ 79893 h 99444"/>
                <a:gd name="connsiteX4" fmla="*/ 70790 w 72333"/>
                <a:gd name="connsiteY4" fmla="*/ 65852 h 99444"/>
                <a:gd name="connsiteX5" fmla="*/ 72217 w 72333"/>
                <a:gd name="connsiteY5" fmla="*/ 29511 h 99444"/>
                <a:gd name="connsiteX6" fmla="*/ 68462 w 72333"/>
                <a:gd name="connsiteY6" fmla="*/ 11491 h 99444"/>
                <a:gd name="connsiteX7" fmla="*/ 40225 w 72333"/>
                <a:gd name="connsiteY7" fmla="*/ 604 h 99444"/>
                <a:gd name="connsiteX8" fmla="*/ 9734 w 72333"/>
                <a:gd name="connsiteY8" fmla="*/ 4358 h 99444"/>
                <a:gd name="connsiteX9" fmla="*/ 1698 w 72333"/>
                <a:gd name="connsiteY9" fmla="*/ 26358 h 99444"/>
                <a:gd name="connsiteX10" fmla="*/ 121 w 72333"/>
                <a:gd name="connsiteY10" fmla="*/ 61647 h 99444"/>
                <a:gd name="connsiteX11" fmla="*/ 3726 w 72333"/>
                <a:gd name="connsiteY11" fmla="*/ 81169 h 99444"/>
                <a:gd name="connsiteX12" fmla="*/ 24904 w 72333"/>
                <a:gd name="connsiteY12" fmla="*/ 96036 h 99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2333" h="99444">
                  <a:moveTo>
                    <a:pt x="24904" y="96036"/>
                  </a:moveTo>
                  <a:cubicBezTo>
                    <a:pt x="29004" y="97913"/>
                    <a:pt x="33405" y="99054"/>
                    <a:pt x="37896" y="99415"/>
                  </a:cubicBezTo>
                  <a:cubicBezTo>
                    <a:pt x="41892" y="99100"/>
                    <a:pt x="45737" y="97786"/>
                    <a:pt x="49086" y="95586"/>
                  </a:cubicBezTo>
                  <a:cubicBezTo>
                    <a:pt x="56701" y="92327"/>
                    <a:pt x="63160" y="86861"/>
                    <a:pt x="67636" y="79893"/>
                  </a:cubicBezTo>
                  <a:cubicBezTo>
                    <a:pt x="69551" y="75448"/>
                    <a:pt x="70617" y="70688"/>
                    <a:pt x="70790" y="65852"/>
                  </a:cubicBezTo>
                  <a:cubicBezTo>
                    <a:pt x="71842" y="53764"/>
                    <a:pt x="72292" y="41675"/>
                    <a:pt x="72217" y="29511"/>
                  </a:cubicBezTo>
                  <a:cubicBezTo>
                    <a:pt x="72668" y="23272"/>
                    <a:pt x="71368" y="17032"/>
                    <a:pt x="68462" y="11491"/>
                  </a:cubicBezTo>
                  <a:cubicBezTo>
                    <a:pt x="62679" y="2781"/>
                    <a:pt x="50663" y="1279"/>
                    <a:pt x="40225" y="604"/>
                  </a:cubicBezTo>
                  <a:cubicBezTo>
                    <a:pt x="29906" y="-943"/>
                    <a:pt x="19369" y="356"/>
                    <a:pt x="9734" y="4358"/>
                  </a:cubicBezTo>
                  <a:cubicBezTo>
                    <a:pt x="196" y="9464"/>
                    <a:pt x="2224" y="16972"/>
                    <a:pt x="1698" y="26358"/>
                  </a:cubicBezTo>
                  <a:cubicBezTo>
                    <a:pt x="722" y="38146"/>
                    <a:pt x="196" y="49859"/>
                    <a:pt x="121" y="61647"/>
                  </a:cubicBezTo>
                  <a:cubicBezTo>
                    <a:pt x="-487" y="68360"/>
                    <a:pt x="759" y="75118"/>
                    <a:pt x="3726" y="81169"/>
                  </a:cubicBezTo>
                  <a:cubicBezTo>
                    <a:pt x="9321" y="87935"/>
                    <a:pt x="16635" y="93070"/>
                    <a:pt x="24904" y="96036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5" name="Content Placeholder 4">
              <a:extLst>
                <a:ext uri="{FF2B5EF4-FFF2-40B4-BE49-F238E27FC236}">
                  <a16:creationId xmlns:a16="http://schemas.microsoft.com/office/drawing/2014/main" id="{1BF60FC0-442F-6B77-D1AC-00CB0828404F}"/>
                </a:ext>
              </a:extLst>
            </p:cNvPr>
            <p:cNvSpPr/>
            <p:nvPr/>
          </p:nvSpPr>
          <p:spPr>
            <a:xfrm>
              <a:off x="6271973" y="1684585"/>
              <a:ext cx="253" cy="1576"/>
            </a:xfrm>
            <a:custGeom>
              <a:avLst/>
              <a:gdLst>
                <a:gd name="connsiteX0" fmla="*/ 196 w 253"/>
                <a:gd name="connsiteY0" fmla="*/ 1547 h 1576"/>
                <a:gd name="connsiteX1" fmla="*/ 196 w 253"/>
                <a:gd name="connsiteY1" fmla="*/ -30 h 1576"/>
                <a:gd name="connsiteX2" fmla="*/ 196 w 253"/>
                <a:gd name="connsiteY2" fmla="*/ 1547 h 1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3" h="1576">
                  <a:moveTo>
                    <a:pt x="196" y="1547"/>
                  </a:moveTo>
                  <a:cubicBezTo>
                    <a:pt x="234" y="1021"/>
                    <a:pt x="234" y="496"/>
                    <a:pt x="196" y="-30"/>
                  </a:cubicBezTo>
                  <a:cubicBezTo>
                    <a:pt x="-104" y="451"/>
                    <a:pt x="-104" y="1066"/>
                    <a:pt x="196" y="1547"/>
                  </a:cubicBezTo>
                  <a:close/>
                </a:path>
              </a:pathLst>
            </a:custGeom>
            <a:solidFill>
              <a:srgbClr val="D7C68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6" name="Content Placeholder 4">
              <a:extLst>
                <a:ext uri="{FF2B5EF4-FFF2-40B4-BE49-F238E27FC236}">
                  <a16:creationId xmlns:a16="http://schemas.microsoft.com/office/drawing/2014/main" id="{DD9B4AF4-89EC-D557-0DB3-408B04C139C0}"/>
                </a:ext>
              </a:extLst>
            </p:cNvPr>
            <p:cNvSpPr/>
            <p:nvPr/>
          </p:nvSpPr>
          <p:spPr>
            <a:xfrm>
              <a:off x="6198284" y="1606397"/>
              <a:ext cx="114693" cy="133600"/>
            </a:xfrm>
            <a:custGeom>
              <a:avLst/>
              <a:gdLst>
                <a:gd name="connsiteX0" fmla="*/ -13 w 114693"/>
                <a:gd name="connsiteY0" fmla="*/ 49701 h 133600"/>
                <a:gd name="connsiteX1" fmla="*/ 663 w 114693"/>
                <a:gd name="connsiteY1" fmla="*/ 54131 h 133600"/>
                <a:gd name="connsiteX2" fmla="*/ 10201 w 114693"/>
                <a:gd name="connsiteY2" fmla="*/ 57360 h 133600"/>
                <a:gd name="connsiteX3" fmla="*/ 57438 w 114693"/>
                <a:gd name="connsiteY3" fmla="*/ 58336 h 133600"/>
                <a:gd name="connsiteX4" fmla="*/ 62470 w 114693"/>
                <a:gd name="connsiteY4" fmla="*/ 59838 h 133600"/>
                <a:gd name="connsiteX5" fmla="*/ 65624 w 114693"/>
                <a:gd name="connsiteY5" fmla="*/ 63592 h 133600"/>
                <a:gd name="connsiteX6" fmla="*/ 73134 w 114693"/>
                <a:gd name="connsiteY6" fmla="*/ 81612 h 133600"/>
                <a:gd name="connsiteX7" fmla="*/ 75012 w 114693"/>
                <a:gd name="connsiteY7" fmla="*/ 78984 h 133600"/>
                <a:gd name="connsiteX8" fmla="*/ 75838 w 114693"/>
                <a:gd name="connsiteY8" fmla="*/ 86492 h 133600"/>
                <a:gd name="connsiteX9" fmla="*/ 71707 w 114693"/>
                <a:gd name="connsiteY9" fmla="*/ 100533 h 133600"/>
                <a:gd name="connsiteX10" fmla="*/ 68403 w 114693"/>
                <a:gd name="connsiteY10" fmla="*/ 117803 h 133600"/>
                <a:gd name="connsiteX11" fmla="*/ 74561 w 114693"/>
                <a:gd name="connsiteY11" fmla="*/ 133570 h 133600"/>
                <a:gd name="connsiteX12" fmla="*/ 95815 w 114693"/>
                <a:gd name="connsiteY12" fmla="*/ 113298 h 133600"/>
                <a:gd name="connsiteX13" fmla="*/ 109558 w 114693"/>
                <a:gd name="connsiteY13" fmla="*/ 94677 h 133600"/>
                <a:gd name="connsiteX14" fmla="*/ 111736 w 114693"/>
                <a:gd name="connsiteY14" fmla="*/ 74554 h 133600"/>
                <a:gd name="connsiteX15" fmla="*/ 114665 w 114693"/>
                <a:gd name="connsiteY15" fmla="*/ 57660 h 133600"/>
                <a:gd name="connsiteX16" fmla="*/ 110459 w 114693"/>
                <a:gd name="connsiteY16" fmla="*/ 43169 h 133600"/>
                <a:gd name="connsiteX17" fmla="*/ 82822 w 114693"/>
                <a:gd name="connsiteY17" fmla="*/ 5101 h 133600"/>
                <a:gd name="connsiteX18" fmla="*/ 63822 w 114693"/>
                <a:gd name="connsiteY18" fmla="*/ 596 h 133600"/>
                <a:gd name="connsiteX19" fmla="*/ 20865 w 114693"/>
                <a:gd name="connsiteY19" fmla="*/ 10957 h 133600"/>
                <a:gd name="connsiteX20" fmla="*/ -13 w 114693"/>
                <a:gd name="connsiteY20" fmla="*/ 49701 h 13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4693" h="133600">
                  <a:moveTo>
                    <a:pt x="-13" y="49701"/>
                  </a:moveTo>
                  <a:cubicBezTo>
                    <a:pt x="-96" y="51210"/>
                    <a:pt x="137" y="52720"/>
                    <a:pt x="663" y="54131"/>
                  </a:cubicBezTo>
                  <a:cubicBezTo>
                    <a:pt x="2390" y="57510"/>
                    <a:pt x="6671" y="57660"/>
                    <a:pt x="10201" y="57360"/>
                  </a:cubicBezTo>
                  <a:cubicBezTo>
                    <a:pt x="25942" y="56218"/>
                    <a:pt x="41758" y="56549"/>
                    <a:pt x="57438" y="58336"/>
                  </a:cubicBezTo>
                  <a:cubicBezTo>
                    <a:pt x="59211" y="58418"/>
                    <a:pt x="60938" y="58936"/>
                    <a:pt x="62470" y="59838"/>
                  </a:cubicBezTo>
                  <a:cubicBezTo>
                    <a:pt x="63807" y="60814"/>
                    <a:pt x="64888" y="62105"/>
                    <a:pt x="65624" y="63592"/>
                  </a:cubicBezTo>
                  <a:cubicBezTo>
                    <a:pt x="69042" y="69178"/>
                    <a:pt x="71572" y="75252"/>
                    <a:pt x="73134" y="81612"/>
                  </a:cubicBezTo>
                  <a:lnTo>
                    <a:pt x="75012" y="78984"/>
                  </a:lnTo>
                  <a:cubicBezTo>
                    <a:pt x="77040" y="80411"/>
                    <a:pt x="76514" y="83714"/>
                    <a:pt x="75838" y="86492"/>
                  </a:cubicBezTo>
                  <a:lnTo>
                    <a:pt x="71707" y="100533"/>
                  </a:lnTo>
                  <a:cubicBezTo>
                    <a:pt x="69792" y="106105"/>
                    <a:pt x="68681" y="111916"/>
                    <a:pt x="68403" y="117803"/>
                  </a:cubicBezTo>
                  <a:cubicBezTo>
                    <a:pt x="68110" y="123697"/>
                    <a:pt x="70348" y="129433"/>
                    <a:pt x="74561" y="133570"/>
                  </a:cubicBezTo>
                  <a:lnTo>
                    <a:pt x="95815" y="113298"/>
                  </a:lnTo>
                  <a:cubicBezTo>
                    <a:pt x="101958" y="108410"/>
                    <a:pt x="106696" y="101982"/>
                    <a:pt x="109558" y="94677"/>
                  </a:cubicBezTo>
                  <a:cubicBezTo>
                    <a:pt x="110744" y="88024"/>
                    <a:pt x="111473" y="81304"/>
                    <a:pt x="111736" y="74554"/>
                  </a:cubicBezTo>
                  <a:cubicBezTo>
                    <a:pt x="113230" y="69028"/>
                    <a:pt x="114214" y="63366"/>
                    <a:pt x="114665" y="57660"/>
                  </a:cubicBezTo>
                  <a:cubicBezTo>
                    <a:pt x="114214" y="52607"/>
                    <a:pt x="112787" y="47681"/>
                    <a:pt x="110459" y="43169"/>
                  </a:cubicBezTo>
                  <a:cubicBezTo>
                    <a:pt x="104001" y="28152"/>
                    <a:pt x="96565" y="12009"/>
                    <a:pt x="82822" y="5101"/>
                  </a:cubicBezTo>
                  <a:cubicBezTo>
                    <a:pt x="76807" y="2488"/>
                    <a:pt x="70371" y="956"/>
                    <a:pt x="63822" y="596"/>
                  </a:cubicBezTo>
                  <a:cubicBezTo>
                    <a:pt x="48704" y="-1619"/>
                    <a:pt x="33309" y="2097"/>
                    <a:pt x="20865" y="10957"/>
                  </a:cubicBezTo>
                  <a:cubicBezTo>
                    <a:pt x="7955" y="19652"/>
                    <a:pt x="145" y="34136"/>
                    <a:pt x="-13" y="49701"/>
                  </a:cubicBezTo>
                  <a:close/>
                </a:path>
              </a:pathLst>
            </a:custGeom>
            <a:solidFill>
              <a:srgbClr val="D7C68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7" name="Content Placeholder 4">
              <a:extLst>
                <a:ext uri="{FF2B5EF4-FFF2-40B4-BE49-F238E27FC236}">
                  <a16:creationId xmlns:a16="http://schemas.microsoft.com/office/drawing/2014/main" id="{26D870CE-345D-C012-F95F-E4C5D7FC7179}"/>
                </a:ext>
              </a:extLst>
            </p:cNvPr>
            <p:cNvSpPr/>
            <p:nvPr/>
          </p:nvSpPr>
          <p:spPr>
            <a:xfrm>
              <a:off x="6264755" y="1745171"/>
              <a:ext cx="65935" cy="219036"/>
            </a:xfrm>
            <a:custGeom>
              <a:avLst/>
              <a:gdLst>
                <a:gd name="connsiteX0" fmla="*/ 18004 w 65935"/>
                <a:gd name="connsiteY0" fmla="*/ 18899 h 219036"/>
                <a:gd name="connsiteX1" fmla="*/ 16202 w 65935"/>
                <a:gd name="connsiteY1" fmla="*/ 28209 h 219036"/>
                <a:gd name="connsiteX2" fmla="*/ 16878 w 65935"/>
                <a:gd name="connsiteY2" fmla="*/ 115683 h 219036"/>
                <a:gd name="connsiteX3" fmla="*/ 32799 w 65935"/>
                <a:gd name="connsiteY3" fmla="*/ 163586 h 219036"/>
                <a:gd name="connsiteX4" fmla="*/ 62313 w 65935"/>
                <a:gd name="connsiteY4" fmla="*/ 203156 h 219036"/>
                <a:gd name="connsiteX5" fmla="*/ 65693 w 65935"/>
                <a:gd name="connsiteY5" fmla="*/ 217347 h 219036"/>
                <a:gd name="connsiteX6" fmla="*/ 56305 w 65935"/>
                <a:gd name="connsiteY6" fmla="*/ 218023 h 219036"/>
                <a:gd name="connsiteX7" fmla="*/ 48795 w 65935"/>
                <a:gd name="connsiteY7" fmla="*/ 211641 h 219036"/>
                <a:gd name="connsiteX8" fmla="*/ 32198 w 65935"/>
                <a:gd name="connsiteY8" fmla="*/ 185061 h 219036"/>
                <a:gd name="connsiteX9" fmla="*/ 16727 w 65935"/>
                <a:gd name="connsiteY9" fmla="*/ 154126 h 219036"/>
                <a:gd name="connsiteX10" fmla="*/ 7115 w 65935"/>
                <a:gd name="connsiteY10" fmla="*/ 18523 h 219036"/>
                <a:gd name="connsiteX11" fmla="*/ 13198 w 65935"/>
                <a:gd name="connsiteY11" fmla="*/ 6134 h 219036"/>
                <a:gd name="connsiteX12" fmla="*/ 22961 w 65935"/>
                <a:gd name="connsiteY12" fmla="*/ 1179 h 219036"/>
                <a:gd name="connsiteX13" fmla="*/ 32123 w 65935"/>
                <a:gd name="connsiteY13" fmla="*/ 127 h 219036"/>
                <a:gd name="connsiteX14" fmla="*/ 38581 w 65935"/>
                <a:gd name="connsiteY14" fmla="*/ 5909 h 219036"/>
                <a:gd name="connsiteX15" fmla="*/ 29269 w 65935"/>
                <a:gd name="connsiteY15" fmla="*/ 10714 h 219036"/>
                <a:gd name="connsiteX16" fmla="*/ 18004 w 65935"/>
                <a:gd name="connsiteY16" fmla="*/ 18899 h 219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5935" h="219036">
                  <a:moveTo>
                    <a:pt x="18004" y="18899"/>
                  </a:moveTo>
                  <a:cubicBezTo>
                    <a:pt x="16878" y="21879"/>
                    <a:pt x="16269" y="25025"/>
                    <a:pt x="16202" y="28209"/>
                  </a:cubicBezTo>
                  <a:cubicBezTo>
                    <a:pt x="13085" y="57297"/>
                    <a:pt x="13310" y="86647"/>
                    <a:pt x="16878" y="115683"/>
                  </a:cubicBezTo>
                  <a:cubicBezTo>
                    <a:pt x="18875" y="132569"/>
                    <a:pt x="24290" y="148862"/>
                    <a:pt x="32799" y="163586"/>
                  </a:cubicBezTo>
                  <a:cubicBezTo>
                    <a:pt x="41435" y="177552"/>
                    <a:pt x="54052" y="188890"/>
                    <a:pt x="62313" y="203156"/>
                  </a:cubicBezTo>
                  <a:cubicBezTo>
                    <a:pt x="65227" y="207278"/>
                    <a:pt x="66436" y="212361"/>
                    <a:pt x="65693" y="217347"/>
                  </a:cubicBezTo>
                  <a:cubicBezTo>
                    <a:pt x="62929" y="219284"/>
                    <a:pt x="59317" y="219547"/>
                    <a:pt x="56305" y="218023"/>
                  </a:cubicBezTo>
                  <a:cubicBezTo>
                    <a:pt x="53346" y="216499"/>
                    <a:pt x="50770" y="214321"/>
                    <a:pt x="48795" y="211641"/>
                  </a:cubicBezTo>
                  <a:cubicBezTo>
                    <a:pt x="42419" y="203336"/>
                    <a:pt x="36862" y="194439"/>
                    <a:pt x="32198" y="185061"/>
                  </a:cubicBezTo>
                  <a:cubicBezTo>
                    <a:pt x="26716" y="174849"/>
                    <a:pt x="21309" y="164713"/>
                    <a:pt x="16727" y="154126"/>
                  </a:cubicBezTo>
                  <a:cubicBezTo>
                    <a:pt x="-1627" y="111290"/>
                    <a:pt x="-5014" y="63521"/>
                    <a:pt x="7115" y="18523"/>
                  </a:cubicBezTo>
                  <a:cubicBezTo>
                    <a:pt x="7971" y="13913"/>
                    <a:pt x="10074" y="9633"/>
                    <a:pt x="13198" y="6134"/>
                  </a:cubicBezTo>
                  <a:cubicBezTo>
                    <a:pt x="16021" y="3739"/>
                    <a:pt x="19363" y="2042"/>
                    <a:pt x="22961" y="1179"/>
                  </a:cubicBezTo>
                  <a:cubicBezTo>
                    <a:pt x="25882" y="90"/>
                    <a:pt x="29029" y="-271"/>
                    <a:pt x="32123" y="127"/>
                  </a:cubicBezTo>
                  <a:cubicBezTo>
                    <a:pt x="35285" y="495"/>
                    <a:pt x="37868" y="2808"/>
                    <a:pt x="38581" y="5909"/>
                  </a:cubicBezTo>
                  <a:cubicBezTo>
                    <a:pt x="39783" y="12967"/>
                    <a:pt x="32874" y="10414"/>
                    <a:pt x="29269" y="10714"/>
                  </a:cubicBezTo>
                  <a:cubicBezTo>
                    <a:pt x="24403" y="11435"/>
                    <a:pt x="20189" y="14491"/>
                    <a:pt x="18004" y="18899"/>
                  </a:cubicBezTo>
                  <a:close/>
                </a:path>
              </a:pathLst>
            </a:custGeom>
            <a:solidFill>
              <a:srgbClr val="5B587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8" name="Content Placeholder 4">
              <a:extLst>
                <a:ext uri="{FF2B5EF4-FFF2-40B4-BE49-F238E27FC236}">
                  <a16:creationId xmlns:a16="http://schemas.microsoft.com/office/drawing/2014/main" id="{BC885400-6C62-F949-5C0F-326F8A093C37}"/>
                </a:ext>
              </a:extLst>
            </p:cNvPr>
            <p:cNvSpPr/>
            <p:nvPr/>
          </p:nvSpPr>
          <p:spPr>
            <a:xfrm>
              <a:off x="6265205" y="1735295"/>
              <a:ext cx="13974" cy="15618"/>
            </a:xfrm>
            <a:custGeom>
              <a:avLst/>
              <a:gdLst>
                <a:gd name="connsiteX0" fmla="*/ 2984 w 13974"/>
                <a:gd name="connsiteY0" fmla="*/ 168 h 15618"/>
                <a:gd name="connsiteX1" fmla="*/ 1933 w 13974"/>
                <a:gd name="connsiteY1" fmla="*/ 543 h 15618"/>
                <a:gd name="connsiteX2" fmla="*/ 1332 w 13974"/>
                <a:gd name="connsiteY2" fmla="*/ 1669 h 15618"/>
                <a:gd name="connsiteX3" fmla="*/ 55 w 13974"/>
                <a:gd name="connsiteY3" fmla="*/ 11656 h 15618"/>
                <a:gd name="connsiteX4" fmla="*/ 55 w 13974"/>
                <a:gd name="connsiteY4" fmla="*/ 13157 h 15618"/>
                <a:gd name="connsiteX5" fmla="*/ 1707 w 13974"/>
                <a:gd name="connsiteY5" fmla="*/ 14284 h 15618"/>
                <a:gd name="connsiteX6" fmla="*/ 7565 w 13974"/>
                <a:gd name="connsiteY6" fmla="*/ 15485 h 15618"/>
                <a:gd name="connsiteX7" fmla="*/ 11170 w 13974"/>
                <a:gd name="connsiteY7" fmla="*/ 14659 h 15618"/>
                <a:gd name="connsiteX8" fmla="*/ 12372 w 13974"/>
                <a:gd name="connsiteY8" fmla="*/ 12181 h 15618"/>
                <a:gd name="connsiteX9" fmla="*/ 13648 w 13974"/>
                <a:gd name="connsiteY9" fmla="*/ 7076 h 15618"/>
                <a:gd name="connsiteX10" fmla="*/ 2984 w 13974"/>
                <a:gd name="connsiteY10" fmla="*/ 168 h 15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974" h="15618">
                  <a:moveTo>
                    <a:pt x="2984" y="168"/>
                  </a:moveTo>
                  <a:cubicBezTo>
                    <a:pt x="2609" y="213"/>
                    <a:pt x="2248" y="340"/>
                    <a:pt x="1933" y="543"/>
                  </a:cubicBezTo>
                  <a:cubicBezTo>
                    <a:pt x="1647" y="866"/>
                    <a:pt x="1437" y="1249"/>
                    <a:pt x="1332" y="1669"/>
                  </a:cubicBezTo>
                  <a:cubicBezTo>
                    <a:pt x="273" y="4883"/>
                    <a:pt x="-163" y="8277"/>
                    <a:pt x="55" y="11656"/>
                  </a:cubicBezTo>
                  <a:cubicBezTo>
                    <a:pt x="-57" y="12151"/>
                    <a:pt x="-57" y="12662"/>
                    <a:pt x="55" y="13157"/>
                  </a:cubicBezTo>
                  <a:cubicBezTo>
                    <a:pt x="468" y="13705"/>
                    <a:pt x="1047" y="14096"/>
                    <a:pt x="1707" y="14284"/>
                  </a:cubicBezTo>
                  <a:cubicBezTo>
                    <a:pt x="3608" y="14914"/>
                    <a:pt x="5575" y="15320"/>
                    <a:pt x="7565" y="15485"/>
                  </a:cubicBezTo>
                  <a:cubicBezTo>
                    <a:pt x="8827" y="15770"/>
                    <a:pt x="10156" y="15462"/>
                    <a:pt x="11170" y="14659"/>
                  </a:cubicBezTo>
                  <a:cubicBezTo>
                    <a:pt x="11801" y="13968"/>
                    <a:pt x="12222" y="13105"/>
                    <a:pt x="12372" y="12181"/>
                  </a:cubicBezTo>
                  <a:cubicBezTo>
                    <a:pt x="12372" y="10454"/>
                    <a:pt x="13198" y="8802"/>
                    <a:pt x="13648" y="7076"/>
                  </a:cubicBezTo>
                  <a:cubicBezTo>
                    <a:pt x="15526" y="618"/>
                    <a:pt x="8091" y="-583"/>
                    <a:pt x="2984" y="16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9" name="Content Placeholder 4">
              <a:extLst>
                <a:ext uri="{FF2B5EF4-FFF2-40B4-BE49-F238E27FC236}">
                  <a16:creationId xmlns:a16="http://schemas.microsoft.com/office/drawing/2014/main" id="{12C9217D-3DE2-B5B3-D840-B51EC1E9D6C9}"/>
                </a:ext>
              </a:extLst>
            </p:cNvPr>
            <p:cNvSpPr/>
            <p:nvPr/>
          </p:nvSpPr>
          <p:spPr>
            <a:xfrm>
              <a:off x="6257479" y="1748475"/>
              <a:ext cx="20265" cy="67394"/>
            </a:xfrm>
            <a:custGeom>
              <a:avLst/>
              <a:gdLst>
                <a:gd name="connsiteX0" fmla="*/ 3275 w 20265"/>
                <a:gd name="connsiteY0" fmla="*/ 14168 h 67394"/>
                <a:gd name="connsiteX1" fmla="*/ -29 w 20265"/>
                <a:gd name="connsiteY1" fmla="*/ 42174 h 67394"/>
                <a:gd name="connsiteX2" fmla="*/ 5002 w 20265"/>
                <a:gd name="connsiteY2" fmla="*/ 64700 h 67394"/>
                <a:gd name="connsiteX3" fmla="*/ 6129 w 20265"/>
                <a:gd name="connsiteY3" fmla="*/ 66577 h 67394"/>
                <a:gd name="connsiteX4" fmla="*/ 10935 w 20265"/>
                <a:gd name="connsiteY4" fmla="*/ 66577 h 67394"/>
                <a:gd name="connsiteX5" fmla="*/ 13939 w 20265"/>
                <a:gd name="connsiteY5" fmla="*/ 62447 h 67394"/>
                <a:gd name="connsiteX6" fmla="*/ 20022 w 20265"/>
                <a:gd name="connsiteY6" fmla="*/ 22728 h 67394"/>
                <a:gd name="connsiteX7" fmla="*/ 20022 w 20265"/>
                <a:gd name="connsiteY7" fmla="*/ 10113 h 67394"/>
                <a:gd name="connsiteX8" fmla="*/ 11461 w 20265"/>
                <a:gd name="connsiteY8" fmla="*/ 52 h 67394"/>
                <a:gd name="connsiteX9" fmla="*/ 3275 w 20265"/>
                <a:gd name="connsiteY9" fmla="*/ 14168 h 67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265" h="67394">
                  <a:moveTo>
                    <a:pt x="3275" y="14168"/>
                  </a:moveTo>
                  <a:cubicBezTo>
                    <a:pt x="1135" y="23351"/>
                    <a:pt x="23" y="32744"/>
                    <a:pt x="-29" y="42174"/>
                  </a:cubicBezTo>
                  <a:cubicBezTo>
                    <a:pt x="249" y="49931"/>
                    <a:pt x="1953" y="57567"/>
                    <a:pt x="5002" y="64700"/>
                  </a:cubicBezTo>
                  <a:cubicBezTo>
                    <a:pt x="5258" y="65391"/>
                    <a:pt x="5641" y="66029"/>
                    <a:pt x="6129" y="66577"/>
                  </a:cubicBezTo>
                  <a:cubicBezTo>
                    <a:pt x="7556" y="67628"/>
                    <a:pt x="9508" y="67628"/>
                    <a:pt x="10935" y="66577"/>
                  </a:cubicBezTo>
                  <a:cubicBezTo>
                    <a:pt x="12280" y="65488"/>
                    <a:pt x="13316" y="64062"/>
                    <a:pt x="13939" y="62447"/>
                  </a:cubicBezTo>
                  <a:cubicBezTo>
                    <a:pt x="18866" y="49818"/>
                    <a:pt x="20946" y="36250"/>
                    <a:pt x="20022" y="22728"/>
                  </a:cubicBezTo>
                  <a:cubicBezTo>
                    <a:pt x="20022" y="18523"/>
                    <a:pt x="20022" y="14318"/>
                    <a:pt x="20022" y="10113"/>
                  </a:cubicBezTo>
                  <a:cubicBezTo>
                    <a:pt x="20022" y="5909"/>
                    <a:pt x="17244" y="-849"/>
                    <a:pt x="11461" y="52"/>
                  </a:cubicBezTo>
                  <a:cubicBezTo>
                    <a:pt x="5678" y="953"/>
                    <a:pt x="4176" y="9588"/>
                    <a:pt x="3275" y="14168"/>
                  </a:cubicBezTo>
                  <a:close/>
                </a:path>
              </a:pathLst>
            </a:custGeom>
            <a:solidFill>
              <a:srgbClr val="D7C68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0" name="Content Placeholder 4">
              <a:extLst>
                <a:ext uri="{FF2B5EF4-FFF2-40B4-BE49-F238E27FC236}">
                  <a16:creationId xmlns:a16="http://schemas.microsoft.com/office/drawing/2014/main" id="{6D3BE9E9-65E4-1E98-DDC1-9A57FE589CD8}"/>
                </a:ext>
              </a:extLst>
            </p:cNvPr>
            <p:cNvSpPr/>
            <p:nvPr/>
          </p:nvSpPr>
          <p:spPr>
            <a:xfrm>
              <a:off x="6280360" y="1757044"/>
              <a:ext cx="80913" cy="138301"/>
            </a:xfrm>
            <a:custGeom>
              <a:avLst/>
              <a:gdLst>
                <a:gd name="connsiteX0" fmla="*/ 14489 w 80913"/>
                <a:gd name="connsiteY0" fmla="*/ 193 h 138301"/>
                <a:gd name="connsiteX1" fmla="*/ 25604 w 80913"/>
                <a:gd name="connsiteY1" fmla="*/ 5900 h 138301"/>
                <a:gd name="connsiteX2" fmla="*/ 49861 w 80913"/>
                <a:gd name="connsiteY2" fmla="*/ 52377 h 138301"/>
                <a:gd name="connsiteX3" fmla="*/ 73818 w 80913"/>
                <a:gd name="connsiteY3" fmla="*/ 101332 h 138301"/>
                <a:gd name="connsiteX4" fmla="*/ 80878 w 80913"/>
                <a:gd name="connsiteY4" fmla="*/ 130014 h 138301"/>
                <a:gd name="connsiteX5" fmla="*/ 77123 w 80913"/>
                <a:gd name="connsiteY5" fmla="*/ 137523 h 138301"/>
                <a:gd name="connsiteX6" fmla="*/ 67585 w 80913"/>
                <a:gd name="connsiteY6" fmla="*/ 136246 h 138301"/>
                <a:gd name="connsiteX7" fmla="*/ 53015 w 80913"/>
                <a:gd name="connsiteY7" fmla="*/ 118376 h 138301"/>
                <a:gd name="connsiteX8" fmla="*/ 37995 w 80913"/>
                <a:gd name="connsiteY8" fmla="*/ 93073 h 138301"/>
                <a:gd name="connsiteX9" fmla="*/ 29509 w 80913"/>
                <a:gd name="connsiteY9" fmla="*/ 78506 h 138301"/>
                <a:gd name="connsiteX10" fmla="*/ 14489 w 80913"/>
                <a:gd name="connsiteY10" fmla="*/ 52903 h 138301"/>
                <a:gd name="connsiteX11" fmla="*/ 2849 w 80913"/>
                <a:gd name="connsiteY11" fmla="*/ 29777 h 138301"/>
                <a:gd name="connsiteX12" fmla="*/ 14489 w 80913"/>
                <a:gd name="connsiteY12" fmla="*/ 193 h 138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0913" h="138301">
                  <a:moveTo>
                    <a:pt x="14489" y="193"/>
                  </a:moveTo>
                  <a:cubicBezTo>
                    <a:pt x="18665" y="982"/>
                    <a:pt x="22525" y="2964"/>
                    <a:pt x="25604" y="5900"/>
                  </a:cubicBezTo>
                  <a:cubicBezTo>
                    <a:pt x="38972" y="17613"/>
                    <a:pt x="43328" y="35933"/>
                    <a:pt x="49861" y="52377"/>
                  </a:cubicBezTo>
                  <a:cubicBezTo>
                    <a:pt x="56395" y="68821"/>
                    <a:pt x="66158" y="84814"/>
                    <a:pt x="73818" y="101332"/>
                  </a:cubicBezTo>
                  <a:cubicBezTo>
                    <a:pt x="78602" y="110125"/>
                    <a:pt x="81028" y="120006"/>
                    <a:pt x="80878" y="130014"/>
                  </a:cubicBezTo>
                  <a:cubicBezTo>
                    <a:pt x="80900" y="132973"/>
                    <a:pt x="79503" y="135766"/>
                    <a:pt x="77123" y="137523"/>
                  </a:cubicBezTo>
                  <a:cubicBezTo>
                    <a:pt x="73946" y="138867"/>
                    <a:pt x="70296" y="138379"/>
                    <a:pt x="67585" y="136246"/>
                  </a:cubicBezTo>
                  <a:cubicBezTo>
                    <a:pt x="61397" y="131509"/>
                    <a:pt x="56410" y="125389"/>
                    <a:pt x="53015" y="118376"/>
                  </a:cubicBezTo>
                  <a:lnTo>
                    <a:pt x="37995" y="93073"/>
                  </a:lnTo>
                  <a:lnTo>
                    <a:pt x="29509" y="78506"/>
                  </a:lnTo>
                  <a:lnTo>
                    <a:pt x="14489" y="52903"/>
                  </a:lnTo>
                  <a:cubicBezTo>
                    <a:pt x="9901" y="45574"/>
                    <a:pt x="6003" y="37833"/>
                    <a:pt x="2849" y="29777"/>
                  </a:cubicBezTo>
                  <a:cubicBezTo>
                    <a:pt x="-681" y="18814"/>
                    <a:pt x="-4436" y="-2435"/>
                    <a:pt x="14489" y="193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1" name="Content Placeholder 4">
              <a:extLst>
                <a:ext uri="{FF2B5EF4-FFF2-40B4-BE49-F238E27FC236}">
                  <a16:creationId xmlns:a16="http://schemas.microsoft.com/office/drawing/2014/main" id="{CCC846C4-5938-1704-7BCA-9F57EEC5EC91}"/>
                </a:ext>
              </a:extLst>
            </p:cNvPr>
            <p:cNvSpPr/>
            <p:nvPr/>
          </p:nvSpPr>
          <p:spPr>
            <a:xfrm>
              <a:off x="6261355" y="1810091"/>
              <a:ext cx="103682" cy="92315"/>
            </a:xfrm>
            <a:custGeom>
              <a:avLst/>
              <a:gdLst>
                <a:gd name="connsiteX0" fmla="*/ 36874 w 103682"/>
                <a:gd name="connsiteY0" fmla="*/ 16450 h 92315"/>
                <a:gd name="connsiteX1" fmla="*/ 15095 w 103682"/>
                <a:gd name="connsiteY1" fmla="*/ 2709 h 92315"/>
                <a:gd name="connsiteX2" fmla="*/ 9312 w 103682"/>
                <a:gd name="connsiteY2" fmla="*/ 6 h 92315"/>
                <a:gd name="connsiteX3" fmla="*/ 7 w 103682"/>
                <a:gd name="connsiteY3" fmla="*/ 7747 h 92315"/>
                <a:gd name="connsiteX4" fmla="*/ 1802 w 103682"/>
                <a:gd name="connsiteY4" fmla="*/ 13822 h 92315"/>
                <a:gd name="connsiteX5" fmla="*/ 13518 w 103682"/>
                <a:gd name="connsiteY5" fmla="*/ 23958 h 92315"/>
                <a:gd name="connsiteX6" fmla="*/ 27862 w 103682"/>
                <a:gd name="connsiteY6" fmla="*/ 38975 h 92315"/>
                <a:gd name="connsiteX7" fmla="*/ 69693 w 103682"/>
                <a:gd name="connsiteY7" fmla="*/ 80497 h 92315"/>
                <a:gd name="connsiteX8" fmla="*/ 91171 w 103682"/>
                <a:gd name="connsiteY8" fmla="*/ 92285 h 92315"/>
                <a:gd name="connsiteX9" fmla="*/ 103653 w 103682"/>
                <a:gd name="connsiteY9" fmla="*/ 79986 h 92315"/>
                <a:gd name="connsiteX10" fmla="*/ 103262 w 103682"/>
                <a:gd name="connsiteY10" fmla="*/ 76818 h 92315"/>
                <a:gd name="connsiteX11" fmla="*/ 89219 w 103682"/>
                <a:gd name="connsiteY11" fmla="*/ 55043 h 92315"/>
                <a:gd name="connsiteX12" fmla="*/ 36874 w 103682"/>
                <a:gd name="connsiteY12" fmla="*/ 16450 h 92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3682" h="92315">
                  <a:moveTo>
                    <a:pt x="36874" y="16450"/>
                  </a:moveTo>
                  <a:lnTo>
                    <a:pt x="15095" y="2709"/>
                  </a:lnTo>
                  <a:cubicBezTo>
                    <a:pt x="13375" y="1418"/>
                    <a:pt x="11408" y="502"/>
                    <a:pt x="9312" y="6"/>
                  </a:cubicBezTo>
                  <a:cubicBezTo>
                    <a:pt x="4603" y="-422"/>
                    <a:pt x="435" y="3039"/>
                    <a:pt x="7" y="7747"/>
                  </a:cubicBezTo>
                  <a:cubicBezTo>
                    <a:pt x="-195" y="9932"/>
                    <a:pt x="450" y="12102"/>
                    <a:pt x="1802" y="13822"/>
                  </a:cubicBezTo>
                  <a:cubicBezTo>
                    <a:pt x="5032" y="17351"/>
                    <a:pt x="9988" y="20354"/>
                    <a:pt x="13518" y="23958"/>
                  </a:cubicBezTo>
                  <a:lnTo>
                    <a:pt x="27862" y="38975"/>
                  </a:lnTo>
                  <a:cubicBezTo>
                    <a:pt x="41455" y="53091"/>
                    <a:pt x="55123" y="67132"/>
                    <a:pt x="69693" y="80497"/>
                  </a:cubicBezTo>
                  <a:cubicBezTo>
                    <a:pt x="75250" y="86826"/>
                    <a:pt x="82850" y="90994"/>
                    <a:pt x="91171" y="92285"/>
                  </a:cubicBezTo>
                  <a:cubicBezTo>
                    <a:pt x="98013" y="92338"/>
                    <a:pt x="103600" y="86826"/>
                    <a:pt x="103653" y="79986"/>
                  </a:cubicBezTo>
                  <a:cubicBezTo>
                    <a:pt x="103660" y="78920"/>
                    <a:pt x="103525" y="77854"/>
                    <a:pt x="103262" y="76818"/>
                  </a:cubicBezTo>
                  <a:cubicBezTo>
                    <a:pt x="100814" y="68341"/>
                    <a:pt x="95933" y="60772"/>
                    <a:pt x="89219" y="55043"/>
                  </a:cubicBezTo>
                  <a:cubicBezTo>
                    <a:pt x="73267" y="40259"/>
                    <a:pt x="55709" y="27314"/>
                    <a:pt x="36874" y="16450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2" name="Content Placeholder 4">
              <a:extLst>
                <a:ext uri="{FF2B5EF4-FFF2-40B4-BE49-F238E27FC236}">
                  <a16:creationId xmlns:a16="http://schemas.microsoft.com/office/drawing/2014/main" id="{C90BF26C-D677-8BF5-45CC-81C232D53E51}"/>
                </a:ext>
              </a:extLst>
            </p:cNvPr>
            <p:cNvSpPr/>
            <p:nvPr/>
          </p:nvSpPr>
          <p:spPr>
            <a:xfrm>
              <a:off x="6259642" y="1804120"/>
              <a:ext cx="25779" cy="33699"/>
            </a:xfrm>
            <a:custGeom>
              <a:avLst/>
              <a:gdLst>
                <a:gd name="connsiteX0" fmla="*/ 25445 w 25779"/>
                <a:gd name="connsiteY0" fmla="*/ 10106 h 33699"/>
                <a:gd name="connsiteX1" fmla="*/ 21089 w 25779"/>
                <a:gd name="connsiteY1" fmla="*/ 3123 h 33699"/>
                <a:gd name="connsiteX2" fmla="*/ 13579 w 25779"/>
                <a:gd name="connsiteY2" fmla="*/ 270 h 33699"/>
                <a:gd name="connsiteX3" fmla="*/ 5318 w 25779"/>
                <a:gd name="connsiteY3" fmla="*/ 1547 h 33699"/>
                <a:gd name="connsiteX4" fmla="*/ 1263 w 25779"/>
                <a:gd name="connsiteY4" fmla="*/ 10106 h 33699"/>
                <a:gd name="connsiteX5" fmla="*/ -14 w 25779"/>
                <a:gd name="connsiteY5" fmla="*/ 24072 h 33699"/>
                <a:gd name="connsiteX6" fmla="*/ 587 w 25779"/>
                <a:gd name="connsiteY6" fmla="*/ 27526 h 33699"/>
                <a:gd name="connsiteX7" fmla="*/ 3140 w 25779"/>
                <a:gd name="connsiteY7" fmla="*/ 29779 h 33699"/>
                <a:gd name="connsiteX8" fmla="*/ 12077 w 25779"/>
                <a:gd name="connsiteY8" fmla="*/ 33458 h 33699"/>
                <a:gd name="connsiteX9" fmla="*/ 21315 w 25779"/>
                <a:gd name="connsiteY9" fmla="*/ 31355 h 33699"/>
                <a:gd name="connsiteX10" fmla="*/ 25445 w 25779"/>
                <a:gd name="connsiteY10" fmla="*/ 10106 h 33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779" h="33699">
                  <a:moveTo>
                    <a:pt x="25445" y="10106"/>
                  </a:moveTo>
                  <a:cubicBezTo>
                    <a:pt x="25054" y="7261"/>
                    <a:pt x="23470" y="4723"/>
                    <a:pt x="21089" y="3123"/>
                  </a:cubicBezTo>
                  <a:cubicBezTo>
                    <a:pt x="18851" y="1584"/>
                    <a:pt x="16275" y="608"/>
                    <a:pt x="13579" y="270"/>
                  </a:cubicBezTo>
                  <a:cubicBezTo>
                    <a:pt x="10763" y="-398"/>
                    <a:pt x="7804" y="60"/>
                    <a:pt x="5318" y="1547"/>
                  </a:cubicBezTo>
                  <a:cubicBezTo>
                    <a:pt x="2923" y="3777"/>
                    <a:pt x="1473" y="6840"/>
                    <a:pt x="1263" y="10106"/>
                  </a:cubicBezTo>
                  <a:cubicBezTo>
                    <a:pt x="459" y="14716"/>
                    <a:pt x="31" y="19387"/>
                    <a:pt x="-14" y="24072"/>
                  </a:cubicBezTo>
                  <a:cubicBezTo>
                    <a:pt x="-89" y="25251"/>
                    <a:pt x="114" y="26437"/>
                    <a:pt x="587" y="27526"/>
                  </a:cubicBezTo>
                  <a:cubicBezTo>
                    <a:pt x="1255" y="28465"/>
                    <a:pt x="2126" y="29230"/>
                    <a:pt x="3140" y="29779"/>
                  </a:cubicBezTo>
                  <a:cubicBezTo>
                    <a:pt x="5836" y="31603"/>
                    <a:pt x="8878" y="32857"/>
                    <a:pt x="12077" y="33458"/>
                  </a:cubicBezTo>
                  <a:cubicBezTo>
                    <a:pt x="15314" y="34081"/>
                    <a:pt x="18663" y="33315"/>
                    <a:pt x="21315" y="31355"/>
                  </a:cubicBezTo>
                  <a:cubicBezTo>
                    <a:pt x="26421" y="26775"/>
                    <a:pt x="25971" y="16564"/>
                    <a:pt x="25445" y="10106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3" name="Content Placeholder 4">
              <a:extLst>
                <a:ext uri="{FF2B5EF4-FFF2-40B4-BE49-F238E27FC236}">
                  <a16:creationId xmlns:a16="http://schemas.microsoft.com/office/drawing/2014/main" id="{9022B4D7-C228-5807-7393-284C6FD89C5A}"/>
                </a:ext>
              </a:extLst>
            </p:cNvPr>
            <p:cNvSpPr/>
            <p:nvPr/>
          </p:nvSpPr>
          <p:spPr>
            <a:xfrm>
              <a:off x="6040312" y="1752558"/>
              <a:ext cx="48425" cy="63020"/>
            </a:xfrm>
            <a:custGeom>
              <a:avLst/>
              <a:gdLst>
                <a:gd name="connsiteX0" fmla="*/ 13542 w 48425"/>
                <a:gd name="connsiteY0" fmla="*/ 48754 h 63020"/>
                <a:gd name="connsiteX1" fmla="*/ 26609 w 48425"/>
                <a:gd name="connsiteY1" fmla="*/ 62870 h 63020"/>
                <a:gd name="connsiteX2" fmla="*/ 42155 w 48425"/>
                <a:gd name="connsiteY2" fmla="*/ 58740 h 63020"/>
                <a:gd name="connsiteX3" fmla="*/ 46435 w 48425"/>
                <a:gd name="connsiteY3" fmla="*/ 57088 h 63020"/>
                <a:gd name="connsiteX4" fmla="*/ 48388 w 48425"/>
                <a:gd name="connsiteY4" fmla="*/ 52283 h 63020"/>
                <a:gd name="connsiteX5" fmla="*/ 46210 w 48425"/>
                <a:gd name="connsiteY5" fmla="*/ 38843 h 63020"/>
                <a:gd name="connsiteX6" fmla="*/ 33293 w 48425"/>
                <a:gd name="connsiteY6" fmla="*/ 3703 h 63020"/>
                <a:gd name="connsiteX7" fmla="*/ 31190 w 48425"/>
                <a:gd name="connsiteY7" fmla="*/ 1000 h 63020"/>
                <a:gd name="connsiteX8" fmla="*/ 27961 w 48425"/>
                <a:gd name="connsiteY8" fmla="*/ 24 h 63020"/>
                <a:gd name="connsiteX9" fmla="*/ 8285 w 48425"/>
                <a:gd name="connsiteY9" fmla="*/ 3027 h 63020"/>
                <a:gd name="connsiteX10" fmla="*/ 2427 w 48425"/>
                <a:gd name="connsiteY10" fmla="*/ 20146 h 63020"/>
                <a:gd name="connsiteX11" fmla="*/ 13542 w 48425"/>
                <a:gd name="connsiteY11" fmla="*/ 48754 h 6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425" h="63020">
                  <a:moveTo>
                    <a:pt x="13542" y="48754"/>
                  </a:moveTo>
                  <a:cubicBezTo>
                    <a:pt x="16170" y="54986"/>
                    <a:pt x="19925" y="61969"/>
                    <a:pt x="26609" y="62870"/>
                  </a:cubicBezTo>
                  <a:cubicBezTo>
                    <a:pt x="31941" y="63695"/>
                    <a:pt x="36898" y="60091"/>
                    <a:pt x="42155" y="58740"/>
                  </a:cubicBezTo>
                  <a:cubicBezTo>
                    <a:pt x="43672" y="58462"/>
                    <a:pt x="45121" y="57899"/>
                    <a:pt x="46435" y="57088"/>
                  </a:cubicBezTo>
                  <a:cubicBezTo>
                    <a:pt x="47690" y="55804"/>
                    <a:pt x="48396" y="54077"/>
                    <a:pt x="48388" y="52283"/>
                  </a:cubicBezTo>
                  <a:cubicBezTo>
                    <a:pt x="48486" y="47710"/>
                    <a:pt x="47750" y="43152"/>
                    <a:pt x="46210" y="38843"/>
                  </a:cubicBezTo>
                  <a:cubicBezTo>
                    <a:pt x="43101" y="26724"/>
                    <a:pt x="38768" y="14951"/>
                    <a:pt x="33293" y="3703"/>
                  </a:cubicBezTo>
                  <a:cubicBezTo>
                    <a:pt x="32790" y="2667"/>
                    <a:pt x="32076" y="1743"/>
                    <a:pt x="31190" y="1000"/>
                  </a:cubicBezTo>
                  <a:cubicBezTo>
                    <a:pt x="30199" y="437"/>
                    <a:pt x="29095" y="99"/>
                    <a:pt x="27961" y="24"/>
                  </a:cubicBezTo>
                  <a:cubicBezTo>
                    <a:pt x="21270" y="-284"/>
                    <a:pt x="14578" y="737"/>
                    <a:pt x="8285" y="3027"/>
                  </a:cubicBezTo>
                  <a:cubicBezTo>
                    <a:pt x="-2530" y="6181"/>
                    <a:pt x="-802" y="11737"/>
                    <a:pt x="2427" y="20146"/>
                  </a:cubicBezTo>
                  <a:cubicBezTo>
                    <a:pt x="6107" y="29757"/>
                    <a:pt x="9637" y="39368"/>
                    <a:pt x="13542" y="48754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4" name="Content Placeholder 4">
              <a:extLst>
                <a:ext uri="{FF2B5EF4-FFF2-40B4-BE49-F238E27FC236}">
                  <a16:creationId xmlns:a16="http://schemas.microsoft.com/office/drawing/2014/main" id="{D5315C9B-7393-20EF-626F-ECC51406084E}"/>
                </a:ext>
              </a:extLst>
            </p:cNvPr>
            <p:cNvSpPr/>
            <p:nvPr/>
          </p:nvSpPr>
          <p:spPr>
            <a:xfrm>
              <a:off x="6044496" y="1756642"/>
              <a:ext cx="39968" cy="49784"/>
            </a:xfrm>
            <a:custGeom>
              <a:avLst/>
              <a:gdLst>
                <a:gd name="connsiteX0" fmla="*/ 16042 w 39968"/>
                <a:gd name="connsiteY0" fmla="*/ 595 h 49784"/>
                <a:gd name="connsiteX1" fmla="*/ 25655 w 39968"/>
                <a:gd name="connsiteY1" fmla="*/ 1421 h 49784"/>
                <a:gd name="connsiteX2" fmla="*/ 29034 w 39968"/>
                <a:gd name="connsiteY2" fmla="*/ 6002 h 49784"/>
                <a:gd name="connsiteX3" fmla="*/ 35268 w 39968"/>
                <a:gd name="connsiteY3" fmla="*/ 26124 h 49784"/>
                <a:gd name="connsiteX4" fmla="*/ 39624 w 39968"/>
                <a:gd name="connsiteY4" fmla="*/ 38964 h 49784"/>
                <a:gd name="connsiteX5" fmla="*/ 39624 w 39968"/>
                <a:gd name="connsiteY5" fmla="*/ 42568 h 49784"/>
                <a:gd name="connsiteX6" fmla="*/ 36920 w 39968"/>
                <a:gd name="connsiteY6" fmla="*/ 44520 h 49784"/>
                <a:gd name="connsiteX7" fmla="*/ 22426 w 39968"/>
                <a:gd name="connsiteY7" fmla="*/ 49551 h 49784"/>
                <a:gd name="connsiteX8" fmla="*/ 16643 w 39968"/>
                <a:gd name="connsiteY8" fmla="*/ 48199 h 49784"/>
                <a:gd name="connsiteX9" fmla="*/ 15366 w 39968"/>
                <a:gd name="connsiteY9" fmla="*/ 45946 h 49784"/>
                <a:gd name="connsiteX10" fmla="*/ 3576 w 39968"/>
                <a:gd name="connsiteY10" fmla="*/ 19592 h 49784"/>
                <a:gd name="connsiteX11" fmla="*/ -29 w 39968"/>
                <a:gd name="connsiteY11" fmla="*/ 7203 h 49784"/>
                <a:gd name="connsiteX12" fmla="*/ 7105 w 39968"/>
                <a:gd name="connsiteY12" fmla="*/ 2848 h 49784"/>
                <a:gd name="connsiteX13" fmla="*/ 16042 w 39968"/>
                <a:gd name="connsiteY13" fmla="*/ 595 h 49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968" h="49784">
                  <a:moveTo>
                    <a:pt x="16042" y="595"/>
                  </a:moveTo>
                  <a:cubicBezTo>
                    <a:pt x="19226" y="-463"/>
                    <a:pt x="22704" y="-170"/>
                    <a:pt x="25655" y="1421"/>
                  </a:cubicBezTo>
                  <a:cubicBezTo>
                    <a:pt x="27164" y="2623"/>
                    <a:pt x="28329" y="4207"/>
                    <a:pt x="29034" y="6002"/>
                  </a:cubicBezTo>
                  <a:cubicBezTo>
                    <a:pt x="31963" y="12384"/>
                    <a:pt x="32940" y="19517"/>
                    <a:pt x="35268" y="26124"/>
                  </a:cubicBezTo>
                  <a:cubicBezTo>
                    <a:pt x="36980" y="30314"/>
                    <a:pt x="38429" y="34601"/>
                    <a:pt x="39624" y="38964"/>
                  </a:cubicBezTo>
                  <a:cubicBezTo>
                    <a:pt x="40044" y="40127"/>
                    <a:pt x="40044" y="41404"/>
                    <a:pt x="39624" y="42568"/>
                  </a:cubicBezTo>
                  <a:cubicBezTo>
                    <a:pt x="38948" y="43484"/>
                    <a:pt x="38001" y="44167"/>
                    <a:pt x="36920" y="44520"/>
                  </a:cubicBezTo>
                  <a:cubicBezTo>
                    <a:pt x="32376" y="46938"/>
                    <a:pt x="27487" y="48635"/>
                    <a:pt x="22426" y="49551"/>
                  </a:cubicBezTo>
                  <a:cubicBezTo>
                    <a:pt x="20390" y="50076"/>
                    <a:pt x="18228" y="49573"/>
                    <a:pt x="16643" y="48199"/>
                  </a:cubicBezTo>
                  <a:cubicBezTo>
                    <a:pt x="16057" y="47546"/>
                    <a:pt x="15622" y="46780"/>
                    <a:pt x="15366" y="45946"/>
                  </a:cubicBezTo>
                  <a:cubicBezTo>
                    <a:pt x="11686" y="37012"/>
                    <a:pt x="7856" y="28227"/>
                    <a:pt x="3576" y="19592"/>
                  </a:cubicBezTo>
                  <a:cubicBezTo>
                    <a:pt x="1398" y="15815"/>
                    <a:pt x="158" y="11565"/>
                    <a:pt x="-29" y="7203"/>
                  </a:cubicBezTo>
                  <a:cubicBezTo>
                    <a:pt x="-29" y="4875"/>
                    <a:pt x="5228" y="3449"/>
                    <a:pt x="7105" y="2848"/>
                  </a:cubicBezTo>
                  <a:cubicBezTo>
                    <a:pt x="10012" y="1849"/>
                    <a:pt x="13008" y="1091"/>
                    <a:pt x="16042" y="595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5" name="Content Placeholder 4">
              <a:extLst>
                <a:ext uri="{FF2B5EF4-FFF2-40B4-BE49-F238E27FC236}">
                  <a16:creationId xmlns:a16="http://schemas.microsoft.com/office/drawing/2014/main" id="{F9A93F80-FC7E-4748-E322-C36AC152CB12}"/>
                </a:ext>
              </a:extLst>
            </p:cNvPr>
            <p:cNvSpPr/>
            <p:nvPr/>
          </p:nvSpPr>
          <p:spPr>
            <a:xfrm>
              <a:off x="6074254" y="1805275"/>
              <a:ext cx="4752" cy="4801"/>
            </a:xfrm>
            <a:custGeom>
              <a:avLst/>
              <a:gdLst>
                <a:gd name="connsiteX0" fmla="*/ 4458 w 4752"/>
                <a:gd name="connsiteY0" fmla="*/ 842 h 4801"/>
                <a:gd name="connsiteX1" fmla="*/ 2881 w 4752"/>
                <a:gd name="connsiteY1" fmla="*/ 16 h 4801"/>
                <a:gd name="connsiteX2" fmla="*/ 703 w 4752"/>
                <a:gd name="connsiteY2" fmla="*/ 767 h 4801"/>
                <a:gd name="connsiteX3" fmla="*/ 27 w 4752"/>
                <a:gd name="connsiteY3" fmla="*/ 3095 h 4801"/>
                <a:gd name="connsiteX4" fmla="*/ 27 w 4752"/>
                <a:gd name="connsiteY4" fmla="*/ 3996 h 4801"/>
                <a:gd name="connsiteX5" fmla="*/ 1078 w 4752"/>
                <a:gd name="connsiteY5" fmla="*/ 4672 h 4801"/>
                <a:gd name="connsiteX6" fmla="*/ 4158 w 4752"/>
                <a:gd name="connsiteY6" fmla="*/ 3620 h 4801"/>
                <a:gd name="connsiteX7" fmla="*/ 4458 w 4752"/>
                <a:gd name="connsiteY7" fmla="*/ 842 h 4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752" h="4801">
                  <a:moveTo>
                    <a:pt x="4458" y="842"/>
                  </a:moveTo>
                  <a:lnTo>
                    <a:pt x="2881" y="16"/>
                  </a:lnTo>
                  <a:cubicBezTo>
                    <a:pt x="2070" y="-149"/>
                    <a:pt x="1236" y="137"/>
                    <a:pt x="703" y="767"/>
                  </a:cubicBezTo>
                  <a:cubicBezTo>
                    <a:pt x="192" y="1428"/>
                    <a:pt x="-48" y="2261"/>
                    <a:pt x="27" y="3095"/>
                  </a:cubicBezTo>
                  <a:cubicBezTo>
                    <a:pt x="-48" y="3388"/>
                    <a:pt x="-48" y="3703"/>
                    <a:pt x="27" y="3996"/>
                  </a:cubicBezTo>
                  <a:cubicBezTo>
                    <a:pt x="252" y="4371"/>
                    <a:pt x="643" y="4619"/>
                    <a:pt x="1078" y="4672"/>
                  </a:cubicBezTo>
                  <a:cubicBezTo>
                    <a:pt x="2220" y="4979"/>
                    <a:pt x="3437" y="4559"/>
                    <a:pt x="4158" y="3620"/>
                  </a:cubicBezTo>
                  <a:cubicBezTo>
                    <a:pt x="4781" y="2832"/>
                    <a:pt x="4901" y="1751"/>
                    <a:pt x="4458" y="842"/>
                  </a:cubicBezTo>
                  <a:close/>
                </a:path>
              </a:pathLst>
            </a:custGeom>
            <a:solidFill>
              <a:srgbClr val="DDDDD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6" name="Content Placeholder 4">
              <a:extLst>
                <a:ext uri="{FF2B5EF4-FFF2-40B4-BE49-F238E27FC236}">
                  <a16:creationId xmlns:a16="http://schemas.microsoft.com/office/drawing/2014/main" id="{3239B73F-CD70-C84F-F9B6-1DA59D784CB5}"/>
                </a:ext>
              </a:extLst>
            </p:cNvPr>
            <p:cNvSpPr/>
            <p:nvPr/>
          </p:nvSpPr>
          <p:spPr>
            <a:xfrm>
              <a:off x="6068891" y="1798947"/>
              <a:ext cx="135614" cy="146125"/>
            </a:xfrm>
            <a:custGeom>
              <a:avLst/>
              <a:gdLst>
                <a:gd name="connsiteX0" fmla="*/ 132610 w 135614"/>
                <a:gd name="connsiteY0" fmla="*/ 1013 h 146125"/>
                <a:gd name="connsiteX1" fmla="*/ 118716 w 135614"/>
                <a:gd name="connsiteY1" fmla="*/ 68064 h 146125"/>
                <a:gd name="connsiteX2" fmla="*/ 78913 w 135614"/>
                <a:gd name="connsiteY2" fmla="*/ 142172 h 146125"/>
                <a:gd name="connsiteX3" fmla="*/ 38735 w 135614"/>
                <a:gd name="connsiteY3" fmla="*/ 117319 h 146125"/>
                <a:gd name="connsiteX4" fmla="*/ 15679 w 135614"/>
                <a:gd name="connsiteY4" fmla="*/ 79101 h 146125"/>
                <a:gd name="connsiteX5" fmla="*/ 1410 w 135614"/>
                <a:gd name="connsiteY5" fmla="*/ 20986 h 146125"/>
                <a:gd name="connsiteX6" fmla="*/ 208 w 135614"/>
                <a:gd name="connsiteY6" fmla="*/ 22187 h 146125"/>
                <a:gd name="connsiteX7" fmla="*/ 13952 w 135614"/>
                <a:gd name="connsiteY7" fmla="*/ 76924 h 146125"/>
                <a:gd name="connsiteX8" fmla="*/ 22288 w 135614"/>
                <a:gd name="connsiteY8" fmla="*/ 104780 h 146125"/>
                <a:gd name="connsiteX9" fmla="*/ 56308 w 135614"/>
                <a:gd name="connsiteY9" fmla="*/ 137818 h 146125"/>
                <a:gd name="connsiteX10" fmla="*/ 79589 w 135614"/>
                <a:gd name="connsiteY10" fmla="*/ 145326 h 146125"/>
                <a:gd name="connsiteX11" fmla="*/ 117815 w 135614"/>
                <a:gd name="connsiteY11" fmla="*/ 93292 h 146125"/>
                <a:gd name="connsiteX12" fmla="*/ 124499 w 135614"/>
                <a:gd name="connsiteY12" fmla="*/ 46364 h 146125"/>
                <a:gd name="connsiteX13" fmla="*/ 135539 w 135614"/>
                <a:gd name="connsiteY13" fmla="*/ 2140 h 146125"/>
                <a:gd name="connsiteX14" fmla="*/ 132610 w 135614"/>
                <a:gd name="connsiteY14" fmla="*/ 1013 h 146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5614" h="146125">
                  <a:moveTo>
                    <a:pt x="132610" y="1013"/>
                  </a:moveTo>
                  <a:cubicBezTo>
                    <a:pt x="126384" y="23006"/>
                    <a:pt x="121743" y="45411"/>
                    <a:pt x="118716" y="68064"/>
                  </a:cubicBezTo>
                  <a:cubicBezTo>
                    <a:pt x="115487" y="94794"/>
                    <a:pt x="109554" y="133613"/>
                    <a:pt x="78913" y="142172"/>
                  </a:cubicBezTo>
                  <a:cubicBezTo>
                    <a:pt x="62391" y="146828"/>
                    <a:pt x="49699" y="127156"/>
                    <a:pt x="38735" y="117319"/>
                  </a:cubicBezTo>
                  <a:cubicBezTo>
                    <a:pt x="26118" y="106057"/>
                    <a:pt x="16205" y="97722"/>
                    <a:pt x="15679" y="79101"/>
                  </a:cubicBezTo>
                  <a:cubicBezTo>
                    <a:pt x="14778" y="56576"/>
                    <a:pt x="16731" y="39457"/>
                    <a:pt x="1410" y="20986"/>
                  </a:cubicBezTo>
                  <a:cubicBezTo>
                    <a:pt x="659" y="20160"/>
                    <a:pt x="-542" y="21361"/>
                    <a:pt x="208" y="22187"/>
                  </a:cubicBezTo>
                  <a:cubicBezTo>
                    <a:pt x="14102" y="39006"/>
                    <a:pt x="14027" y="56351"/>
                    <a:pt x="13952" y="76924"/>
                  </a:cubicBezTo>
                  <a:cubicBezTo>
                    <a:pt x="13231" y="86918"/>
                    <a:pt x="16197" y="96821"/>
                    <a:pt x="22288" y="104780"/>
                  </a:cubicBezTo>
                  <a:cubicBezTo>
                    <a:pt x="33027" y="116396"/>
                    <a:pt x="44382" y="127418"/>
                    <a:pt x="56308" y="137818"/>
                  </a:cubicBezTo>
                  <a:cubicBezTo>
                    <a:pt x="61918" y="144680"/>
                    <a:pt x="71028" y="147624"/>
                    <a:pt x="79589" y="145326"/>
                  </a:cubicBezTo>
                  <a:cubicBezTo>
                    <a:pt x="102119" y="139244"/>
                    <a:pt x="113309" y="113790"/>
                    <a:pt x="117815" y="93292"/>
                  </a:cubicBezTo>
                  <a:cubicBezTo>
                    <a:pt x="121270" y="77825"/>
                    <a:pt x="121946" y="61982"/>
                    <a:pt x="124499" y="46364"/>
                  </a:cubicBezTo>
                  <a:cubicBezTo>
                    <a:pt x="127390" y="31438"/>
                    <a:pt x="131078" y="16676"/>
                    <a:pt x="135539" y="2140"/>
                  </a:cubicBezTo>
                  <a:cubicBezTo>
                    <a:pt x="135989" y="-38"/>
                    <a:pt x="133060" y="-864"/>
                    <a:pt x="132610" y="1013"/>
                  </a:cubicBezTo>
                  <a:close/>
                </a:path>
              </a:pathLst>
            </a:custGeom>
            <a:solidFill>
              <a:srgbClr val="DDDDD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7" name="Content Placeholder 4">
              <a:extLst>
                <a:ext uri="{FF2B5EF4-FFF2-40B4-BE49-F238E27FC236}">
                  <a16:creationId xmlns:a16="http://schemas.microsoft.com/office/drawing/2014/main" id="{9EAEF5E6-FCCC-B3C4-D456-588392FC5BD3}"/>
                </a:ext>
              </a:extLst>
            </p:cNvPr>
            <p:cNvSpPr/>
            <p:nvPr/>
          </p:nvSpPr>
          <p:spPr>
            <a:xfrm>
              <a:off x="6202807" y="1688075"/>
              <a:ext cx="67028" cy="102279"/>
            </a:xfrm>
            <a:custGeom>
              <a:avLst/>
              <a:gdLst>
                <a:gd name="connsiteX0" fmla="*/ 66134 w 67028"/>
                <a:gd name="connsiteY0" fmla="*/ 5265 h 102279"/>
                <a:gd name="connsiteX1" fmla="*/ 66660 w 67028"/>
                <a:gd name="connsiteY1" fmla="*/ 4214 h 102279"/>
                <a:gd name="connsiteX2" fmla="*/ 66660 w 67028"/>
                <a:gd name="connsiteY2" fmla="*/ 3689 h 102279"/>
                <a:gd name="connsiteX3" fmla="*/ 66660 w 67028"/>
                <a:gd name="connsiteY3" fmla="*/ 1962 h 102279"/>
                <a:gd name="connsiteX4" fmla="*/ 65833 w 67028"/>
                <a:gd name="connsiteY4" fmla="*/ 760 h 102279"/>
                <a:gd name="connsiteX5" fmla="*/ 63881 w 67028"/>
                <a:gd name="connsiteY5" fmla="*/ 85 h 102279"/>
                <a:gd name="connsiteX6" fmla="*/ 63881 w 67028"/>
                <a:gd name="connsiteY6" fmla="*/ 85 h 102279"/>
                <a:gd name="connsiteX7" fmla="*/ 62304 w 67028"/>
                <a:gd name="connsiteY7" fmla="*/ 2487 h 102279"/>
                <a:gd name="connsiteX8" fmla="*/ 62304 w 67028"/>
                <a:gd name="connsiteY8" fmla="*/ 2487 h 102279"/>
                <a:gd name="connsiteX9" fmla="*/ 62664 w 67028"/>
                <a:gd name="connsiteY9" fmla="*/ 5228 h 102279"/>
                <a:gd name="connsiteX10" fmla="*/ 63355 w 67028"/>
                <a:gd name="connsiteY10" fmla="*/ 5566 h 102279"/>
                <a:gd name="connsiteX11" fmla="*/ 61928 w 67028"/>
                <a:gd name="connsiteY11" fmla="*/ 39429 h 102279"/>
                <a:gd name="connsiteX12" fmla="*/ 33916 w 67028"/>
                <a:gd name="connsiteY12" fmla="*/ 70214 h 102279"/>
                <a:gd name="connsiteX13" fmla="*/ -29 w 67028"/>
                <a:gd name="connsiteY13" fmla="*/ 102049 h 102279"/>
                <a:gd name="connsiteX14" fmla="*/ 496 w 67028"/>
                <a:gd name="connsiteY14" fmla="*/ 102049 h 102279"/>
                <a:gd name="connsiteX15" fmla="*/ 30536 w 67028"/>
                <a:gd name="connsiteY15" fmla="*/ 75019 h 102279"/>
                <a:gd name="connsiteX16" fmla="*/ 55094 w 67028"/>
                <a:gd name="connsiteY16" fmla="*/ 54671 h 102279"/>
                <a:gd name="connsiteX17" fmla="*/ 66134 w 67028"/>
                <a:gd name="connsiteY17" fmla="*/ 5265 h 102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7028" h="102279">
                  <a:moveTo>
                    <a:pt x="66134" y="5265"/>
                  </a:moveTo>
                  <a:lnTo>
                    <a:pt x="66660" y="4214"/>
                  </a:lnTo>
                  <a:lnTo>
                    <a:pt x="66660" y="3689"/>
                  </a:lnTo>
                  <a:cubicBezTo>
                    <a:pt x="67050" y="3178"/>
                    <a:pt x="67050" y="2472"/>
                    <a:pt x="66660" y="1962"/>
                  </a:cubicBezTo>
                  <a:lnTo>
                    <a:pt x="65833" y="760"/>
                  </a:lnTo>
                  <a:cubicBezTo>
                    <a:pt x="65443" y="77"/>
                    <a:pt x="64609" y="-208"/>
                    <a:pt x="63881" y="85"/>
                  </a:cubicBezTo>
                  <a:lnTo>
                    <a:pt x="63881" y="85"/>
                  </a:lnTo>
                  <a:cubicBezTo>
                    <a:pt x="62829" y="377"/>
                    <a:pt x="62153" y="1406"/>
                    <a:pt x="62304" y="2487"/>
                  </a:cubicBezTo>
                  <a:lnTo>
                    <a:pt x="62304" y="2487"/>
                  </a:lnTo>
                  <a:cubicBezTo>
                    <a:pt x="61643" y="3343"/>
                    <a:pt x="61808" y="4567"/>
                    <a:pt x="62664" y="5228"/>
                  </a:cubicBezTo>
                  <a:cubicBezTo>
                    <a:pt x="62867" y="5386"/>
                    <a:pt x="63100" y="5498"/>
                    <a:pt x="63355" y="5566"/>
                  </a:cubicBezTo>
                  <a:cubicBezTo>
                    <a:pt x="65300" y="16828"/>
                    <a:pt x="64812" y="28369"/>
                    <a:pt x="61928" y="39429"/>
                  </a:cubicBezTo>
                  <a:cubicBezTo>
                    <a:pt x="57647" y="52043"/>
                    <a:pt x="44355" y="62780"/>
                    <a:pt x="33916" y="70214"/>
                  </a:cubicBezTo>
                  <a:cubicBezTo>
                    <a:pt x="21224" y="79224"/>
                    <a:pt x="3350" y="85230"/>
                    <a:pt x="-29" y="102049"/>
                  </a:cubicBezTo>
                  <a:cubicBezTo>
                    <a:pt x="-29" y="102049"/>
                    <a:pt x="346" y="102500"/>
                    <a:pt x="496" y="102049"/>
                  </a:cubicBezTo>
                  <a:cubicBezTo>
                    <a:pt x="4176" y="87408"/>
                    <a:pt x="18595" y="82152"/>
                    <a:pt x="30536" y="75019"/>
                  </a:cubicBezTo>
                  <a:cubicBezTo>
                    <a:pt x="39668" y="69463"/>
                    <a:pt x="47937" y="62607"/>
                    <a:pt x="55094" y="54671"/>
                  </a:cubicBezTo>
                  <a:cubicBezTo>
                    <a:pt x="68237" y="40405"/>
                    <a:pt x="67861" y="24112"/>
                    <a:pt x="66134" y="5265"/>
                  </a:cubicBezTo>
                  <a:close/>
                </a:path>
              </a:pathLst>
            </a:custGeom>
            <a:solidFill>
              <a:srgbClr val="DDDDD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8" name="Content Placeholder 4">
              <a:extLst>
                <a:ext uri="{FF2B5EF4-FFF2-40B4-BE49-F238E27FC236}">
                  <a16:creationId xmlns:a16="http://schemas.microsoft.com/office/drawing/2014/main" id="{F51D2BB4-0680-373F-389B-0374875DCF45}"/>
                </a:ext>
              </a:extLst>
            </p:cNvPr>
            <p:cNvSpPr/>
            <p:nvPr/>
          </p:nvSpPr>
          <p:spPr>
            <a:xfrm>
              <a:off x="6201259" y="1714723"/>
              <a:ext cx="7780" cy="74089"/>
            </a:xfrm>
            <a:custGeom>
              <a:avLst/>
              <a:gdLst>
                <a:gd name="connsiteX0" fmla="*/ 5799 w 7780"/>
                <a:gd name="connsiteY0" fmla="*/ 467 h 74089"/>
                <a:gd name="connsiteX1" fmla="*/ 166 w 7780"/>
                <a:gd name="connsiteY1" fmla="*/ 39210 h 74089"/>
                <a:gd name="connsiteX2" fmla="*/ 2344 w 7780"/>
                <a:gd name="connsiteY2" fmla="*/ 73524 h 74089"/>
                <a:gd name="connsiteX3" fmla="*/ 3471 w 7780"/>
                <a:gd name="connsiteY3" fmla="*/ 73524 h 74089"/>
                <a:gd name="connsiteX4" fmla="*/ 2119 w 7780"/>
                <a:gd name="connsiteY4" fmla="*/ 43490 h 74089"/>
                <a:gd name="connsiteX5" fmla="*/ 7751 w 7780"/>
                <a:gd name="connsiteY5" fmla="*/ 3020 h 74089"/>
                <a:gd name="connsiteX6" fmla="*/ 5799 w 7780"/>
                <a:gd name="connsiteY6" fmla="*/ 467 h 74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780" h="74089">
                  <a:moveTo>
                    <a:pt x="5799" y="467"/>
                  </a:moveTo>
                  <a:cubicBezTo>
                    <a:pt x="4222" y="12330"/>
                    <a:pt x="-1110" y="27272"/>
                    <a:pt x="166" y="39210"/>
                  </a:cubicBezTo>
                  <a:cubicBezTo>
                    <a:pt x="2014" y="50548"/>
                    <a:pt x="2750" y="62044"/>
                    <a:pt x="2344" y="73524"/>
                  </a:cubicBezTo>
                  <a:cubicBezTo>
                    <a:pt x="2344" y="74275"/>
                    <a:pt x="3396" y="74200"/>
                    <a:pt x="3471" y="73524"/>
                  </a:cubicBezTo>
                  <a:cubicBezTo>
                    <a:pt x="4147" y="63493"/>
                    <a:pt x="3689" y="53416"/>
                    <a:pt x="2119" y="43490"/>
                  </a:cubicBezTo>
                  <a:cubicBezTo>
                    <a:pt x="542" y="30050"/>
                    <a:pt x="5123" y="16234"/>
                    <a:pt x="7751" y="3020"/>
                  </a:cubicBezTo>
                  <a:cubicBezTo>
                    <a:pt x="7751" y="2945"/>
                    <a:pt x="6099" y="-1485"/>
                    <a:pt x="5799" y="467"/>
                  </a:cubicBezTo>
                  <a:close/>
                </a:path>
              </a:pathLst>
            </a:custGeom>
            <a:solidFill>
              <a:srgbClr val="DDDDD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9" name="Content Placeholder 4">
              <a:extLst>
                <a:ext uri="{FF2B5EF4-FFF2-40B4-BE49-F238E27FC236}">
                  <a16:creationId xmlns:a16="http://schemas.microsoft.com/office/drawing/2014/main" id="{D8601871-7498-4729-AB9F-DB09028723F9}"/>
                </a:ext>
              </a:extLst>
            </p:cNvPr>
            <p:cNvSpPr/>
            <p:nvPr/>
          </p:nvSpPr>
          <p:spPr>
            <a:xfrm>
              <a:off x="6065406" y="1814639"/>
              <a:ext cx="6203" cy="8118"/>
            </a:xfrm>
            <a:custGeom>
              <a:avLst/>
              <a:gdLst>
                <a:gd name="connsiteX0" fmla="*/ 5947 w 6203"/>
                <a:gd name="connsiteY0" fmla="*/ 5069 h 8118"/>
                <a:gd name="connsiteX1" fmla="*/ 5947 w 6203"/>
                <a:gd name="connsiteY1" fmla="*/ 4243 h 8118"/>
                <a:gd name="connsiteX2" fmla="*/ 5496 w 6203"/>
                <a:gd name="connsiteY2" fmla="*/ 2891 h 8118"/>
                <a:gd name="connsiteX3" fmla="*/ 4970 w 6203"/>
                <a:gd name="connsiteY3" fmla="*/ 2216 h 8118"/>
                <a:gd name="connsiteX4" fmla="*/ 1365 w 6203"/>
                <a:gd name="connsiteY4" fmla="*/ 38 h 8118"/>
                <a:gd name="connsiteX5" fmla="*/ 389 w 6203"/>
                <a:gd name="connsiteY5" fmla="*/ 2291 h 8118"/>
                <a:gd name="connsiteX6" fmla="*/ 840 w 6203"/>
                <a:gd name="connsiteY6" fmla="*/ 2741 h 8118"/>
                <a:gd name="connsiteX7" fmla="*/ 2867 w 6203"/>
                <a:gd name="connsiteY7" fmla="*/ 7922 h 8118"/>
                <a:gd name="connsiteX8" fmla="*/ 3393 w 6203"/>
                <a:gd name="connsiteY8" fmla="*/ 7922 h 8118"/>
                <a:gd name="connsiteX9" fmla="*/ 5947 w 6203"/>
                <a:gd name="connsiteY9" fmla="*/ 5069 h 8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203" h="8118">
                  <a:moveTo>
                    <a:pt x="5947" y="5069"/>
                  </a:moveTo>
                  <a:cubicBezTo>
                    <a:pt x="6059" y="4806"/>
                    <a:pt x="6059" y="4506"/>
                    <a:pt x="5947" y="4243"/>
                  </a:cubicBezTo>
                  <a:lnTo>
                    <a:pt x="5496" y="2891"/>
                  </a:lnTo>
                  <a:cubicBezTo>
                    <a:pt x="5413" y="2606"/>
                    <a:pt x="5226" y="2366"/>
                    <a:pt x="4970" y="2216"/>
                  </a:cubicBezTo>
                  <a:cubicBezTo>
                    <a:pt x="4527" y="654"/>
                    <a:pt x="2950" y="-300"/>
                    <a:pt x="1365" y="38"/>
                  </a:cubicBezTo>
                  <a:cubicBezTo>
                    <a:pt x="314" y="38"/>
                    <a:pt x="-587" y="1540"/>
                    <a:pt x="389" y="2291"/>
                  </a:cubicBezTo>
                  <a:lnTo>
                    <a:pt x="840" y="2741"/>
                  </a:lnTo>
                  <a:cubicBezTo>
                    <a:pt x="1441" y="4543"/>
                    <a:pt x="2116" y="6195"/>
                    <a:pt x="2867" y="7922"/>
                  </a:cubicBezTo>
                  <a:cubicBezTo>
                    <a:pt x="2867" y="7922"/>
                    <a:pt x="3243" y="8298"/>
                    <a:pt x="3393" y="7922"/>
                  </a:cubicBezTo>
                  <a:cubicBezTo>
                    <a:pt x="5796" y="7997"/>
                    <a:pt x="6622" y="7246"/>
                    <a:pt x="5947" y="5069"/>
                  </a:cubicBezTo>
                  <a:close/>
                </a:path>
              </a:pathLst>
            </a:custGeom>
            <a:solidFill>
              <a:srgbClr val="DDDDD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0" name="Content Placeholder 4">
              <a:extLst>
                <a:ext uri="{FF2B5EF4-FFF2-40B4-BE49-F238E27FC236}">
                  <a16:creationId xmlns:a16="http://schemas.microsoft.com/office/drawing/2014/main" id="{A1F121A5-9D37-3BBC-943D-E16EBECF62E9}"/>
                </a:ext>
              </a:extLst>
            </p:cNvPr>
            <p:cNvSpPr/>
            <p:nvPr/>
          </p:nvSpPr>
          <p:spPr>
            <a:xfrm>
              <a:off x="6198301" y="1785696"/>
              <a:ext cx="9917" cy="23563"/>
            </a:xfrm>
            <a:custGeom>
              <a:avLst/>
              <a:gdLst>
                <a:gd name="connsiteX0" fmla="*/ 9584 w 9917"/>
                <a:gd name="connsiteY0" fmla="*/ 2251 h 23563"/>
                <a:gd name="connsiteX1" fmla="*/ 4552 w 9917"/>
                <a:gd name="connsiteY1" fmla="*/ -2 h 23563"/>
                <a:gd name="connsiteX2" fmla="*/ 3125 w 9917"/>
                <a:gd name="connsiteY2" fmla="*/ 3677 h 23563"/>
                <a:gd name="connsiteX3" fmla="*/ 1398 w 9917"/>
                <a:gd name="connsiteY3" fmla="*/ 12387 h 23563"/>
                <a:gd name="connsiteX4" fmla="*/ -29 w 9917"/>
                <a:gd name="connsiteY4" fmla="*/ 20947 h 23563"/>
                <a:gd name="connsiteX5" fmla="*/ 4049 w 9917"/>
                <a:gd name="connsiteY5" fmla="*/ 23440 h 23563"/>
                <a:gd name="connsiteX6" fmla="*/ 5228 w 9917"/>
                <a:gd name="connsiteY6" fmla="*/ 22899 h 23563"/>
                <a:gd name="connsiteX7" fmla="*/ 6655 w 9917"/>
                <a:gd name="connsiteY7" fmla="*/ 18694 h 23563"/>
                <a:gd name="connsiteX8" fmla="*/ 9133 w 9917"/>
                <a:gd name="connsiteY8" fmla="*/ 7807 h 23563"/>
                <a:gd name="connsiteX9" fmla="*/ 9584 w 9917"/>
                <a:gd name="connsiteY9" fmla="*/ 2251 h 23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917" h="23563">
                  <a:moveTo>
                    <a:pt x="9584" y="2251"/>
                  </a:moveTo>
                  <a:cubicBezTo>
                    <a:pt x="8682" y="449"/>
                    <a:pt x="5904" y="299"/>
                    <a:pt x="4552" y="-2"/>
                  </a:cubicBezTo>
                  <a:cubicBezTo>
                    <a:pt x="3200" y="-302"/>
                    <a:pt x="3425" y="1875"/>
                    <a:pt x="3125" y="3677"/>
                  </a:cubicBezTo>
                  <a:cubicBezTo>
                    <a:pt x="2825" y="5479"/>
                    <a:pt x="1923" y="9459"/>
                    <a:pt x="1398" y="12387"/>
                  </a:cubicBezTo>
                  <a:cubicBezTo>
                    <a:pt x="587" y="15173"/>
                    <a:pt x="114" y="18049"/>
                    <a:pt x="-29" y="20947"/>
                  </a:cubicBezTo>
                  <a:cubicBezTo>
                    <a:pt x="406" y="22764"/>
                    <a:pt x="2231" y="23875"/>
                    <a:pt x="4049" y="23440"/>
                  </a:cubicBezTo>
                  <a:cubicBezTo>
                    <a:pt x="4469" y="23335"/>
                    <a:pt x="4875" y="23154"/>
                    <a:pt x="5228" y="22899"/>
                  </a:cubicBezTo>
                  <a:cubicBezTo>
                    <a:pt x="6016" y="21623"/>
                    <a:pt x="6497" y="20189"/>
                    <a:pt x="6655" y="18694"/>
                  </a:cubicBezTo>
                  <a:cubicBezTo>
                    <a:pt x="7631" y="15090"/>
                    <a:pt x="8382" y="11186"/>
                    <a:pt x="9133" y="7807"/>
                  </a:cubicBezTo>
                  <a:cubicBezTo>
                    <a:pt x="9508" y="6005"/>
                    <a:pt x="10335" y="3828"/>
                    <a:pt x="9584" y="2251"/>
                  </a:cubicBezTo>
                  <a:close/>
                </a:path>
              </a:pathLst>
            </a:custGeom>
            <a:solidFill>
              <a:srgbClr val="DDDDD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61" name="Group 460">
            <a:extLst>
              <a:ext uri="{FF2B5EF4-FFF2-40B4-BE49-F238E27FC236}">
                <a16:creationId xmlns:a16="http://schemas.microsoft.com/office/drawing/2014/main" id="{F63CB63F-A8BF-5CD6-4C44-1A6F5B1F98F4}"/>
              </a:ext>
            </a:extLst>
          </p:cNvPr>
          <p:cNvGrpSpPr/>
          <p:nvPr userDrawn="1"/>
        </p:nvGrpSpPr>
        <p:grpSpPr>
          <a:xfrm>
            <a:off x="9026420" y="5138487"/>
            <a:ext cx="312678" cy="846703"/>
            <a:chOff x="11864289" y="4857607"/>
            <a:chExt cx="312678" cy="846703"/>
          </a:xfrm>
        </p:grpSpPr>
        <p:sp>
          <p:nvSpPr>
            <p:cNvPr id="462" name="Content Placeholder 4">
              <a:extLst>
                <a:ext uri="{FF2B5EF4-FFF2-40B4-BE49-F238E27FC236}">
                  <a16:creationId xmlns:a16="http://schemas.microsoft.com/office/drawing/2014/main" id="{DF776633-914C-A60A-406F-C8892220952F}"/>
                </a:ext>
              </a:extLst>
            </p:cNvPr>
            <p:cNvSpPr/>
            <p:nvPr/>
          </p:nvSpPr>
          <p:spPr>
            <a:xfrm>
              <a:off x="11865613" y="5668211"/>
              <a:ext cx="261378" cy="36099"/>
            </a:xfrm>
            <a:custGeom>
              <a:avLst/>
              <a:gdLst>
                <a:gd name="connsiteX0" fmla="*/ 213358 w 261378"/>
                <a:gd name="connsiteY0" fmla="*/ 36070 h 36099"/>
                <a:gd name="connsiteX1" fmla="*/ 257516 w 261378"/>
                <a:gd name="connsiteY1" fmla="*/ 24732 h 36099"/>
                <a:gd name="connsiteX2" fmla="*/ 261347 w 261378"/>
                <a:gd name="connsiteY2" fmla="*/ 15647 h 36099"/>
                <a:gd name="connsiteX3" fmla="*/ 243022 w 261378"/>
                <a:gd name="connsiteY3" fmla="*/ 4309 h 36099"/>
                <a:gd name="connsiteX4" fmla="*/ 103261 w 261378"/>
                <a:gd name="connsiteY4" fmla="*/ 2808 h 36099"/>
                <a:gd name="connsiteX5" fmla="*/ 17046 w 261378"/>
                <a:gd name="connsiteY5" fmla="*/ 14221 h 36099"/>
                <a:gd name="connsiteX6" fmla="*/ 9536 w 261378"/>
                <a:gd name="connsiteY6" fmla="*/ 33893 h 36099"/>
                <a:gd name="connsiteX7" fmla="*/ 72846 w 261378"/>
                <a:gd name="connsiteY7" fmla="*/ 34268 h 36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1378" h="36099">
                  <a:moveTo>
                    <a:pt x="213358" y="36070"/>
                  </a:moveTo>
                  <a:cubicBezTo>
                    <a:pt x="229279" y="36070"/>
                    <a:pt x="247378" y="35619"/>
                    <a:pt x="257516" y="24732"/>
                  </a:cubicBezTo>
                  <a:cubicBezTo>
                    <a:pt x="260070" y="22405"/>
                    <a:pt x="261422" y="19086"/>
                    <a:pt x="261347" y="15647"/>
                  </a:cubicBezTo>
                  <a:cubicBezTo>
                    <a:pt x="260521" y="8589"/>
                    <a:pt x="250908" y="5511"/>
                    <a:pt x="243022" y="4309"/>
                  </a:cubicBezTo>
                  <a:cubicBezTo>
                    <a:pt x="196986" y="-2524"/>
                    <a:pt x="149899" y="105"/>
                    <a:pt x="103261" y="2808"/>
                  </a:cubicBezTo>
                  <a:cubicBezTo>
                    <a:pt x="74197" y="3453"/>
                    <a:pt x="45284" y="7283"/>
                    <a:pt x="17046" y="14221"/>
                  </a:cubicBezTo>
                  <a:cubicBezTo>
                    <a:pt x="2553" y="18350"/>
                    <a:pt x="-8938" y="29237"/>
                    <a:pt x="9536" y="33893"/>
                  </a:cubicBezTo>
                  <a:cubicBezTo>
                    <a:pt x="28012" y="38548"/>
                    <a:pt x="54596" y="33893"/>
                    <a:pt x="72846" y="34268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3" name="Content Placeholder 4">
              <a:extLst>
                <a:ext uri="{FF2B5EF4-FFF2-40B4-BE49-F238E27FC236}">
                  <a16:creationId xmlns:a16="http://schemas.microsoft.com/office/drawing/2014/main" id="{02022451-1B4B-0A6B-F1E2-9C6C0D59837A}"/>
                </a:ext>
              </a:extLst>
            </p:cNvPr>
            <p:cNvSpPr/>
            <p:nvPr/>
          </p:nvSpPr>
          <p:spPr>
            <a:xfrm>
              <a:off x="11889231" y="5555395"/>
              <a:ext cx="28472" cy="25252"/>
            </a:xfrm>
            <a:custGeom>
              <a:avLst/>
              <a:gdLst>
                <a:gd name="connsiteX0" fmla="*/ 26924 w 28472"/>
                <a:gd name="connsiteY0" fmla="*/ 15085 h 25252"/>
                <a:gd name="connsiteX1" fmla="*/ 28200 w 28472"/>
                <a:gd name="connsiteY1" fmla="*/ 13809 h 25252"/>
                <a:gd name="connsiteX2" fmla="*/ 27374 w 28472"/>
                <a:gd name="connsiteY2" fmla="*/ 10130 h 25252"/>
                <a:gd name="connsiteX3" fmla="*/ 21591 w 28472"/>
                <a:gd name="connsiteY3" fmla="*/ 1195 h 25252"/>
                <a:gd name="connsiteX4" fmla="*/ 20315 w 28472"/>
                <a:gd name="connsiteY4" fmla="*/ -7 h 25252"/>
                <a:gd name="connsiteX5" fmla="*/ 18137 w 28472"/>
                <a:gd name="connsiteY5" fmla="*/ 594 h 25252"/>
                <a:gd name="connsiteX6" fmla="*/ 10627 w 28472"/>
                <a:gd name="connsiteY6" fmla="*/ 5925 h 25252"/>
                <a:gd name="connsiteX7" fmla="*/ 1314 w 28472"/>
                <a:gd name="connsiteY7" fmla="*/ 12908 h 25252"/>
                <a:gd name="connsiteX8" fmla="*/ 188 w 28472"/>
                <a:gd name="connsiteY8" fmla="*/ 16512 h 25252"/>
                <a:gd name="connsiteX9" fmla="*/ 10777 w 28472"/>
                <a:gd name="connsiteY9" fmla="*/ 24921 h 25252"/>
                <a:gd name="connsiteX10" fmla="*/ 26924 w 28472"/>
                <a:gd name="connsiteY10" fmla="*/ 15085 h 25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472" h="25252">
                  <a:moveTo>
                    <a:pt x="26924" y="15085"/>
                  </a:moveTo>
                  <a:cubicBezTo>
                    <a:pt x="27449" y="14777"/>
                    <a:pt x="27899" y="14342"/>
                    <a:pt x="28200" y="13809"/>
                  </a:cubicBezTo>
                  <a:cubicBezTo>
                    <a:pt x="28801" y="12682"/>
                    <a:pt x="28200" y="11256"/>
                    <a:pt x="27374" y="10130"/>
                  </a:cubicBezTo>
                  <a:cubicBezTo>
                    <a:pt x="25421" y="7126"/>
                    <a:pt x="23468" y="4198"/>
                    <a:pt x="21591" y="1195"/>
                  </a:cubicBezTo>
                  <a:cubicBezTo>
                    <a:pt x="21291" y="669"/>
                    <a:pt x="20840" y="248"/>
                    <a:pt x="20315" y="-7"/>
                  </a:cubicBezTo>
                  <a:cubicBezTo>
                    <a:pt x="19563" y="-105"/>
                    <a:pt x="18737" y="114"/>
                    <a:pt x="18137" y="594"/>
                  </a:cubicBezTo>
                  <a:lnTo>
                    <a:pt x="10627" y="5925"/>
                  </a:lnTo>
                  <a:cubicBezTo>
                    <a:pt x="7322" y="8013"/>
                    <a:pt x="4243" y="10347"/>
                    <a:pt x="1314" y="12908"/>
                  </a:cubicBezTo>
                  <a:cubicBezTo>
                    <a:pt x="112" y="13674"/>
                    <a:pt x="-338" y="15198"/>
                    <a:pt x="188" y="16512"/>
                  </a:cubicBezTo>
                  <a:cubicBezTo>
                    <a:pt x="1465" y="20567"/>
                    <a:pt x="5895" y="26648"/>
                    <a:pt x="10777" y="24921"/>
                  </a:cubicBezTo>
                  <a:cubicBezTo>
                    <a:pt x="16560" y="22376"/>
                    <a:pt x="22042" y="19072"/>
                    <a:pt x="26924" y="15085"/>
                  </a:cubicBezTo>
                  <a:close/>
                </a:path>
              </a:pathLst>
            </a:custGeom>
            <a:solidFill>
              <a:srgbClr val="C7B29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4" name="Content Placeholder 4">
              <a:extLst>
                <a:ext uri="{FF2B5EF4-FFF2-40B4-BE49-F238E27FC236}">
                  <a16:creationId xmlns:a16="http://schemas.microsoft.com/office/drawing/2014/main" id="{9CEB2ED6-AA4A-D486-2FEC-5FADFB4C72C8}"/>
                </a:ext>
              </a:extLst>
            </p:cNvPr>
            <p:cNvSpPr/>
            <p:nvPr/>
          </p:nvSpPr>
          <p:spPr>
            <a:xfrm>
              <a:off x="11963465" y="5631553"/>
              <a:ext cx="16721" cy="27097"/>
            </a:xfrm>
            <a:custGeom>
              <a:avLst/>
              <a:gdLst>
                <a:gd name="connsiteX0" fmla="*/ 15848 w 16721"/>
                <a:gd name="connsiteY0" fmla="*/ 26400 h 27097"/>
                <a:gd name="connsiteX1" fmla="*/ 15848 w 16721"/>
                <a:gd name="connsiteY1" fmla="*/ 27001 h 27097"/>
                <a:gd name="connsiteX2" fmla="*/ 15172 w 16721"/>
                <a:gd name="connsiteY2" fmla="*/ 27001 h 27097"/>
                <a:gd name="connsiteX3" fmla="*/ 2105 w 16721"/>
                <a:gd name="connsiteY3" fmla="*/ 25574 h 27097"/>
                <a:gd name="connsiteX4" fmla="*/ 2 w 16721"/>
                <a:gd name="connsiteY4" fmla="*/ 23509 h 27097"/>
                <a:gd name="connsiteX5" fmla="*/ 77 w 16721"/>
                <a:gd name="connsiteY5" fmla="*/ 22796 h 27097"/>
                <a:gd name="connsiteX6" fmla="*/ 678 w 16721"/>
                <a:gd name="connsiteY6" fmla="*/ 3725 h 27097"/>
                <a:gd name="connsiteX7" fmla="*/ 1354 w 16721"/>
                <a:gd name="connsiteY7" fmla="*/ 1172 h 27097"/>
                <a:gd name="connsiteX8" fmla="*/ 4283 w 16721"/>
                <a:gd name="connsiteY8" fmla="*/ -30 h 27097"/>
                <a:gd name="connsiteX9" fmla="*/ 16674 w 16721"/>
                <a:gd name="connsiteY9" fmla="*/ 4926 h 27097"/>
                <a:gd name="connsiteX10" fmla="*/ 15848 w 16721"/>
                <a:gd name="connsiteY10" fmla="*/ 26400 h 27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1" h="27097">
                  <a:moveTo>
                    <a:pt x="15848" y="26400"/>
                  </a:moveTo>
                  <a:cubicBezTo>
                    <a:pt x="15848" y="26400"/>
                    <a:pt x="15848" y="26851"/>
                    <a:pt x="15848" y="27001"/>
                  </a:cubicBezTo>
                  <a:cubicBezTo>
                    <a:pt x="15848" y="27151"/>
                    <a:pt x="15848" y="27001"/>
                    <a:pt x="15172" y="27001"/>
                  </a:cubicBezTo>
                  <a:cubicBezTo>
                    <a:pt x="10817" y="27001"/>
                    <a:pt x="6460" y="26250"/>
                    <a:pt x="2105" y="25574"/>
                  </a:cubicBezTo>
                  <a:cubicBezTo>
                    <a:pt x="978" y="25597"/>
                    <a:pt x="2" y="24673"/>
                    <a:pt x="2" y="23509"/>
                  </a:cubicBezTo>
                  <a:cubicBezTo>
                    <a:pt x="-73" y="23269"/>
                    <a:pt x="2" y="23029"/>
                    <a:pt x="77" y="22796"/>
                  </a:cubicBezTo>
                  <a:lnTo>
                    <a:pt x="678" y="3725"/>
                  </a:lnTo>
                  <a:cubicBezTo>
                    <a:pt x="602" y="2824"/>
                    <a:pt x="828" y="1915"/>
                    <a:pt x="1354" y="1172"/>
                  </a:cubicBezTo>
                  <a:cubicBezTo>
                    <a:pt x="2105" y="398"/>
                    <a:pt x="3156" y="-37"/>
                    <a:pt x="4283" y="-30"/>
                  </a:cubicBezTo>
                  <a:cubicBezTo>
                    <a:pt x="8488" y="-30"/>
                    <a:pt x="16374" y="-30"/>
                    <a:pt x="16674" y="4926"/>
                  </a:cubicBezTo>
                  <a:cubicBezTo>
                    <a:pt x="16824" y="12059"/>
                    <a:pt x="15998" y="19342"/>
                    <a:pt x="15848" y="26400"/>
                  </a:cubicBezTo>
                  <a:close/>
                </a:path>
              </a:pathLst>
            </a:custGeom>
            <a:solidFill>
              <a:srgbClr val="C7B29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5" name="Content Placeholder 4">
              <a:extLst>
                <a:ext uri="{FF2B5EF4-FFF2-40B4-BE49-F238E27FC236}">
                  <a16:creationId xmlns:a16="http://schemas.microsoft.com/office/drawing/2014/main" id="{C343CA5B-3E38-FD9F-2DFC-BFCB5192B0D6}"/>
                </a:ext>
              </a:extLst>
            </p:cNvPr>
            <p:cNvSpPr/>
            <p:nvPr/>
          </p:nvSpPr>
          <p:spPr>
            <a:xfrm>
              <a:off x="11957178" y="5653478"/>
              <a:ext cx="81943" cy="32267"/>
            </a:xfrm>
            <a:custGeom>
              <a:avLst/>
              <a:gdLst>
                <a:gd name="connsiteX0" fmla="*/ 25590 w 81943"/>
                <a:gd name="connsiteY0" fmla="*/ -30 h 32267"/>
                <a:gd name="connsiteX1" fmla="*/ 33100 w 81943"/>
                <a:gd name="connsiteY1" fmla="*/ 11909 h 32267"/>
                <a:gd name="connsiteX2" fmla="*/ 43538 w 81943"/>
                <a:gd name="connsiteY2" fmla="*/ 13035 h 32267"/>
                <a:gd name="connsiteX3" fmla="*/ 72301 w 81943"/>
                <a:gd name="connsiteY3" fmla="*/ 15513 h 32267"/>
                <a:gd name="connsiteX4" fmla="*/ 79210 w 81943"/>
                <a:gd name="connsiteY4" fmla="*/ 20919 h 32267"/>
                <a:gd name="connsiteX5" fmla="*/ 81914 w 81943"/>
                <a:gd name="connsiteY5" fmla="*/ 30455 h 32267"/>
                <a:gd name="connsiteX6" fmla="*/ 22736 w 81943"/>
                <a:gd name="connsiteY6" fmla="*/ 31956 h 32267"/>
                <a:gd name="connsiteX7" fmla="*/ 4260 w 81943"/>
                <a:gd name="connsiteY7" fmla="*/ 31956 h 32267"/>
                <a:gd name="connsiteX8" fmla="*/ 731 w 81943"/>
                <a:gd name="connsiteY8" fmla="*/ 30680 h 32267"/>
                <a:gd name="connsiteX9" fmla="*/ 55 w 81943"/>
                <a:gd name="connsiteY9" fmla="*/ 27001 h 32267"/>
                <a:gd name="connsiteX10" fmla="*/ 806 w 81943"/>
                <a:gd name="connsiteY10" fmla="*/ 13561 h 32267"/>
                <a:gd name="connsiteX11" fmla="*/ 1933 w 81943"/>
                <a:gd name="connsiteY11" fmla="*/ 2373 h 32267"/>
                <a:gd name="connsiteX12" fmla="*/ 11620 w 81943"/>
                <a:gd name="connsiteY12" fmla="*/ 1022 h 32267"/>
                <a:gd name="connsiteX13" fmla="*/ 25590 w 81943"/>
                <a:gd name="connsiteY13" fmla="*/ -30 h 32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1943" h="32267">
                  <a:moveTo>
                    <a:pt x="25590" y="-30"/>
                  </a:moveTo>
                  <a:cubicBezTo>
                    <a:pt x="25364" y="5121"/>
                    <a:pt x="28368" y="9867"/>
                    <a:pt x="33100" y="11909"/>
                  </a:cubicBezTo>
                  <a:cubicBezTo>
                    <a:pt x="36479" y="12998"/>
                    <a:pt x="40008" y="13388"/>
                    <a:pt x="43538" y="13035"/>
                  </a:cubicBezTo>
                  <a:cubicBezTo>
                    <a:pt x="53151" y="12885"/>
                    <a:pt x="62839" y="13711"/>
                    <a:pt x="72301" y="15513"/>
                  </a:cubicBezTo>
                  <a:cubicBezTo>
                    <a:pt x="75530" y="15641"/>
                    <a:pt x="78309" y="17818"/>
                    <a:pt x="79210" y="20919"/>
                  </a:cubicBezTo>
                  <a:cubicBezTo>
                    <a:pt x="80562" y="23952"/>
                    <a:pt x="81463" y="27166"/>
                    <a:pt x="81914" y="30455"/>
                  </a:cubicBezTo>
                  <a:lnTo>
                    <a:pt x="22736" y="31956"/>
                  </a:lnTo>
                  <a:cubicBezTo>
                    <a:pt x="16577" y="32332"/>
                    <a:pt x="10419" y="32332"/>
                    <a:pt x="4260" y="31956"/>
                  </a:cubicBezTo>
                  <a:cubicBezTo>
                    <a:pt x="2984" y="32016"/>
                    <a:pt x="1707" y="31559"/>
                    <a:pt x="731" y="30680"/>
                  </a:cubicBezTo>
                  <a:cubicBezTo>
                    <a:pt x="55" y="29584"/>
                    <a:pt x="-170" y="28270"/>
                    <a:pt x="55" y="27001"/>
                  </a:cubicBezTo>
                  <a:lnTo>
                    <a:pt x="806" y="13561"/>
                  </a:lnTo>
                  <a:cubicBezTo>
                    <a:pt x="806" y="10782"/>
                    <a:pt x="55" y="4626"/>
                    <a:pt x="1933" y="2373"/>
                  </a:cubicBezTo>
                  <a:cubicBezTo>
                    <a:pt x="3810" y="121"/>
                    <a:pt x="8841" y="1097"/>
                    <a:pt x="11620" y="1022"/>
                  </a:cubicBezTo>
                  <a:cubicBezTo>
                    <a:pt x="16351" y="646"/>
                    <a:pt x="21008" y="646"/>
                    <a:pt x="2559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6" name="Content Placeholder 4">
              <a:extLst>
                <a:ext uri="{FF2B5EF4-FFF2-40B4-BE49-F238E27FC236}">
                  <a16:creationId xmlns:a16="http://schemas.microsoft.com/office/drawing/2014/main" id="{7837CEC5-64BD-8FBC-64AB-E88E79BC6CC2}"/>
                </a:ext>
              </a:extLst>
            </p:cNvPr>
            <p:cNvSpPr/>
            <p:nvPr/>
          </p:nvSpPr>
          <p:spPr>
            <a:xfrm>
              <a:off x="11950159" y="5242008"/>
              <a:ext cx="90810" cy="397044"/>
            </a:xfrm>
            <a:custGeom>
              <a:avLst/>
              <a:gdLst>
                <a:gd name="connsiteX0" fmla="*/ 49506 w 90810"/>
                <a:gd name="connsiteY0" fmla="*/ 127 h 397044"/>
                <a:gd name="connsiteX1" fmla="*/ 4446 w 90810"/>
                <a:gd name="connsiteY1" fmla="*/ 20700 h 397044"/>
                <a:gd name="connsiteX2" fmla="*/ 165 w 90810"/>
                <a:gd name="connsiteY2" fmla="*/ 45403 h 397044"/>
                <a:gd name="connsiteX3" fmla="*/ 16462 w 90810"/>
                <a:gd name="connsiteY3" fmla="*/ 245578 h 397044"/>
                <a:gd name="connsiteX4" fmla="*/ 8952 w 90810"/>
                <a:gd name="connsiteY4" fmla="*/ 385686 h 397044"/>
                <a:gd name="connsiteX5" fmla="*/ 5948 w 90810"/>
                <a:gd name="connsiteY5" fmla="*/ 385686 h 397044"/>
                <a:gd name="connsiteX6" fmla="*/ 4446 w 90810"/>
                <a:gd name="connsiteY6" fmla="*/ 391993 h 397044"/>
                <a:gd name="connsiteX7" fmla="*/ 5347 w 90810"/>
                <a:gd name="connsiteY7" fmla="*/ 393795 h 397044"/>
                <a:gd name="connsiteX8" fmla="*/ 7976 w 90810"/>
                <a:gd name="connsiteY8" fmla="*/ 394546 h 397044"/>
                <a:gd name="connsiteX9" fmla="*/ 38016 w 90810"/>
                <a:gd name="connsiteY9" fmla="*/ 396873 h 397044"/>
                <a:gd name="connsiteX10" fmla="*/ 39968 w 90810"/>
                <a:gd name="connsiteY10" fmla="*/ 396873 h 397044"/>
                <a:gd name="connsiteX11" fmla="*/ 41244 w 90810"/>
                <a:gd name="connsiteY11" fmla="*/ 393870 h 397044"/>
                <a:gd name="connsiteX12" fmla="*/ 40043 w 90810"/>
                <a:gd name="connsiteY12" fmla="*/ 389140 h 397044"/>
                <a:gd name="connsiteX13" fmla="*/ 37414 w 90810"/>
                <a:gd name="connsiteY13" fmla="*/ 388389 h 397044"/>
                <a:gd name="connsiteX14" fmla="*/ 70159 w 90810"/>
                <a:gd name="connsiteY14" fmla="*/ 264425 h 397044"/>
                <a:gd name="connsiteX15" fmla="*/ 76542 w 90810"/>
                <a:gd name="connsiteY15" fmla="*/ 234391 h 397044"/>
                <a:gd name="connsiteX16" fmla="*/ 86530 w 90810"/>
                <a:gd name="connsiteY16" fmla="*/ 94208 h 397044"/>
                <a:gd name="connsiteX17" fmla="*/ 90661 w 90810"/>
                <a:gd name="connsiteY17" fmla="*/ 23854 h 397044"/>
                <a:gd name="connsiteX18" fmla="*/ 49506 w 90810"/>
                <a:gd name="connsiteY18" fmla="*/ 127 h 397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0810" h="397044">
                  <a:moveTo>
                    <a:pt x="49506" y="127"/>
                  </a:moveTo>
                  <a:cubicBezTo>
                    <a:pt x="31782" y="1253"/>
                    <a:pt x="11956" y="6434"/>
                    <a:pt x="4446" y="20700"/>
                  </a:cubicBezTo>
                  <a:cubicBezTo>
                    <a:pt x="841" y="28411"/>
                    <a:pt x="-586" y="36933"/>
                    <a:pt x="165" y="45403"/>
                  </a:cubicBezTo>
                  <a:cubicBezTo>
                    <a:pt x="1141" y="112378"/>
                    <a:pt x="18490" y="178603"/>
                    <a:pt x="16462" y="245578"/>
                  </a:cubicBezTo>
                  <a:cubicBezTo>
                    <a:pt x="15035" y="292356"/>
                    <a:pt x="4221" y="339134"/>
                    <a:pt x="8952" y="385686"/>
                  </a:cubicBezTo>
                  <a:cubicBezTo>
                    <a:pt x="7976" y="385498"/>
                    <a:pt x="6924" y="385498"/>
                    <a:pt x="5948" y="385686"/>
                  </a:cubicBezTo>
                  <a:cubicBezTo>
                    <a:pt x="3694" y="386362"/>
                    <a:pt x="3845" y="389966"/>
                    <a:pt x="4446" y="391993"/>
                  </a:cubicBezTo>
                  <a:cubicBezTo>
                    <a:pt x="4596" y="392661"/>
                    <a:pt x="4896" y="393285"/>
                    <a:pt x="5347" y="393795"/>
                  </a:cubicBezTo>
                  <a:cubicBezTo>
                    <a:pt x="6098" y="394306"/>
                    <a:pt x="7074" y="394561"/>
                    <a:pt x="7976" y="394546"/>
                  </a:cubicBezTo>
                  <a:lnTo>
                    <a:pt x="38016" y="396873"/>
                  </a:lnTo>
                  <a:cubicBezTo>
                    <a:pt x="38616" y="397061"/>
                    <a:pt x="39367" y="397061"/>
                    <a:pt x="39968" y="396873"/>
                  </a:cubicBezTo>
                  <a:cubicBezTo>
                    <a:pt x="41020" y="396348"/>
                    <a:pt x="41169" y="394996"/>
                    <a:pt x="41244" y="393870"/>
                  </a:cubicBezTo>
                  <a:cubicBezTo>
                    <a:pt x="41695" y="392188"/>
                    <a:pt x="41244" y="390416"/>
                    <a:pt x="40043" y="389140"/>
                  </a:cubicBezTo>
                  <a:cubicBezTo>
                    <a:pt x="39217" y="388667"/>
                    <a:pt x="38315" y="388404"/>
                    <a:pt x="37414" y="388389"/>
                  </a:cubicBezTo>
                  <a:cubicBezTo>
                    <a:pt x="49731" y="347393"/>
                    <a:pt x="60771" y="305796"/>
                    <a:pt x="70159" y="264425"/>
                  </a:cubicBezTo>
                  <a:cubicBezTo>
                    <a:pt x="72486" y="254363"/>
                    <a:pt x="74664" y="244302"/>
                    <a:pt x="76542" y="234391"/>
                  </a:cubicBezTo>
                  <a:cubicBezTo>
                    <a:pt x="83601" y="188003"/>
                    <a:pt x="86981" y="141128"/>
                    <a:pt x="86530" y="94208"/>
                  </a:cubicBezTo>
                  <a:cubicBezTo>
                    <a:pt x="86380" y="70692"/>
                    <a:pt x="87732" y="47190"/>
                    <a:pt x="90661" y="23854"/>
                  </a:cubicBezTo>
                  <a:cubicBezTo>
                    <a:pt x="92689" y="2229"/>
                    <a:pt x="68806" y="-849"/>
                    <a:pt x="49506" y="127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7" name="Content Placeholder 4">
              <a:extLst>
                <a:ext uri="{FF2B5EF4-FFF2-40B4-BE49-F238E27FC236}">
                  <a16:creationId xmlns:a16="http://schemas.microsoft.com/office/drawing/2014/main" id="{797DC3DE-3242-8291-94AC-7CE05D8594F4}"/>
                </a:ext>
              </a:extLst>
            </p:cNvPr>
            <p:cNvSpPr/>
            <p:nvPr/>
          </p:nvSpPr>
          <p:spPr>
            <a:xfrm>
              <a:off x="11864289" y="5568182"/>
              <a:ext cx="54503" cy="72006"/>
            </a:xfrm>
            <a:custGeom>
              <a:avLst/>
              <a:gdLst>
                <a:gd name="connsiteX0" fmla="*/ 38272 w 54503"/>
                <a:gd name="connsiteY0" fmla="*/ 11458 h 72006"/>
                <a:gd name="connsiteX1" fmla="*/ 39098 w 54503"/>
                <a:gd name="connsiteY1" fmla="*/ 16564 h 72006"/>
                <a:gd name="connsiteX2" fmla="*/ 35042 w 54503"/>
                <a:gd name="connsiteY2" fmla="*/ 22346 h 72006"/>
                <a:gd name="connsiteX3" fmla="*/ 35718 w 54503"/>
                <a:gd name="connsiteY3" fmla="*/ 26025 h 72006"/>
                <a:gd name="connsiteX4" fmla="*/ 39022 w 54503"/>
                <a:gd name="connsiteY4" fmla="*/ 32782 h 72006"/>
                <a:gd name="connsiteX5" fmla="*/ 44429 w 54503"/>
                <a:gd name="connsiteY5" fmla="*/ 39089 h 72006"/>
                <a:gd name="connsiteX6" fmla="*/ 51939 w 54503"/>
                <a:gd name="connsiteY6" fmla="*/ 50352 h 72006"/>
                <a:gd name="connsiteX7" fmla="*/ 53743 w 54503"/>
                <a:gd name="connsiteY7" fmla="*/ 53656 h 72006"/>
                <a:gd name="connsiteX8" fmla="*/ 53743 w 54503"/>
                <a:gd name="connsiteY8" fmla="*/ 63041 h 72006"/>
                <a:gd name="connsiteX9" fmla="*/ 50513 w 54503"/>
                <a:gd name="connsiteY9" fmla="*/ 71977 h 72006"/>
                <a:gd name="connsiteX10" fmla="*/ 44956 w 54503"/>
                <a:gd name="connsiteY10" fmla="*/ 66120 h 72006"/>
                <a:gd name="connsiteX11" fmla="*/ 22426 w 54503"/>
                <a:gd name="connsiteY11" fmla="*/ 43594 h 72006"/>
                <a:gd name="connsiteX12" fmla="*/ 3425 w 54503"/>
                <a:gd name="connsiteY12" fmla="*/ 23472 h 72006"/>
                <a:gd name="connsiteX13" fmla="*/ -29 w 54503"/>
                <a:gd name="connsiteY13" fmla="*/ 17390 h 72006"/>
                <a:gd name="connsiteX14" fmla="*/ 2223 w 54503"/>
                <a:gd name="connsiteY14" fmla="*/ 11984 h 72006"/>
                <a:gd name="connsiteX15" fmla="*/ 17243 w 54503"/>
                <a:gd name="connsiteY15" fmla="*/ 2298 h 72006"/>
                <a:gd name="connsiteX16" fmla="*/ 24002 w 54503"/>
                <a:gd name="connsiteY16" fmla="*/ -30 h 72006"/>
                <a:gd name="connsiteX17" fmla="*/ 30161 w 54503"/>
                <a:gd name="connsiteY17" fmla="*/ 4025 h 72006"/>
                <a:gd name="connsiteX18" fmla="*/ 38272 w 54503"/>
                <a:gd name="connsiteY18" fmla="*/ 11458 h 72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4503" h="72006">
                  <a:moveTo>
                    <a:pt x="38272" y="11458"/>
                  </a:moveTo>
                  <a:cubicBezTo>
                    <a:pt x="39323" y="12923"/>
                    <a:pt x="39698" y="14830"/>
                    <a:pt x="39098" y="16564"/>
                  </a:cubicBezTo>
                  <a:cubicBezTo>
                    <a:pt x="38196" y="18741"/>
                    <a:pt x="35493" y="19943"/>
                    <a:pt x="35042" y="22346"/>
                  </a:cubicBezTo>
                  <a:cubicBezTo>
                    <a:pt x="34892" y="23614"/>
                    <a:pt x="35117" y="24898"/>
                    <a:pt x="35718" y="26025"/>
                  </a:cubicBezTo>
                  <a:cubicBezTo>
                    <a:pt x="36620" y="28375"/>
                    <a:pt x="37746" y="30635"/>
                    <a:pt x="39022" y="32782"/>
                  </a:cubicBezTo>
                  <a:cubicBezTo>
                    <a:pt x="40674" y="35005"/>
                    <a:pt x="42478" y="37107"/>
                    <a:pt x="44429" y="39089"/>
                  </a:cubicBezTo>
                  <a:cubicBezTo>
                    <a:pt x="47208" y="42633"/>
                    <a:pt x="49762" y="46403"/>
                    <a:pt x="51939" y="50352"/>
                  </a:cubicBezTo>
                  <a:cubicBezTo>
                    <a:pt x="52691" y="51388"/>
                    <a:pt x="53292" y="52492"/>
                    <a:pt x="53743" y="53656"/>
                  </a:cubicBezTo>
                  <a:cubicBezTo>
                    <a:pt x="54718" y="56704"/>
                    <a:pt x="54718" y="59993"/>
                    <a:pt x="53743" y="63041"/>
                  </a:cubicBezTo>
                  <a:cubicBezTo>
                    <a:pt x="52766" y="66045"/>
                    <a:pt x="51339" y="68973"/>
                    <a:pt x="50513" y="71977"/>
                  </a:cubicBezTo>
                  <a:cubicBezTo>
                    <a:pt x="48861" y="69867"/>
                    <a:pt x="46983" y="67907"/>
                    <a:pt x="44956" y="66120"/>
                  </a:cubicBezTo>
                  <a:cubicBezTo>
                    <a:pt x="37446" y="58611"/>
                    <a:pt x="29936" y="51103"/>
                    <a:pt x="22426" y="43594"/>
                  </a:cubicBezTo>
                  <a:lnTo>
                    <a:pt x="3425" y="23472"/>
                  </a:lnTo>
                  <a:cubicBezTo>
                    <a:pt x="1623" y="21887"/>
                    <a:pt x="421" y="19748"/>
                    <a:pt x="-29" y="17390"/>
                  </a:cubicBezTo>
                  <a:cubicBezTo>
                    <a:pt x="-29" y="15370"/>
                    <a:pt x="797" y="13433"/>
                    <a:pt x="2223" y="11984"/>
                  </a:cubicBezTo>
                  <a:cubicBezTo>
                    <a:pt x="6504" y="7704"/>
                    <a:pt x="11611" y="4400"/>
                    <a:pt x="17243" y="2298"/>
                  </a:cubicBezTo>
                  <a:cubicBezTo>
                    <a:pt x="19271" y="991"/>
                    <a:pt x="21600" y="188"/>
                    <a:pt x="24002" y="-30"/>
                  </a:cubicBezTo>
                  <a:cubicBezTo>
                    <a:pt x="26706" y="-30"/>
                    <a:pt x="28433" y="2298"/>
                    <a:pt x="30161" y="4025"/>
                  </a:cubicBezTo>
                  <a:cubicBezTo>
                    <a:pt x="33015" y="6300"/>
                    <a:pt x="35718" y="8785"/>
                    <a:pt x="38272" y="1145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8" name="Content Placeholder 4">
              <a:extLst>
                <a:ext uri="{FF2B5EF4-FFF2-40B4-BE49-F238E27FC236}">
                  <a16:creationId xmlns:a16="http://schemas.microsoft.com/office/drawing/2014/main" id="{AD7AB61C-1EAF-D3FF-A7A9-A67EDA83534E}"/>
                </a:ext>
              </a:extLst>
            </p:cNvPr>
            <p:cNvSpPr/>
            <p:nvPr/>
          </p:nvSpPr>
          <p:spPr>
            <a:xfrm>
              <a:off x="11896774" y="5270265"/>
              <a:ext cx="188821" cy="307971"/>
            </a:xfrm>
            <a:custGeom>
              <a:avLst/>
              <a:gdLst>
                <a:gd name="connsiteX0" fmla="*/ 187753 w 188821"/>
                <a:gd name="connsiteY0" fmla="*/ 10238 h 307971"/>
                <a:gd name="connsiteX1" fmla="*/ 177090 w 188821"/>
                <a:gd name="connsiteY1" fmla="*/ 4306 h 307971"/>
                <a:gd name="connsiteX2" fmla="*/ 133381 w 188821"/>
                <a:gd name="connsiteY2" fmla="*/ 102 h 307971"/>
                <a:gd name="connsiteX3" fmla="*/ 100562 w 188821"/>
                <a:gd name="connsiteY3" fmla="*/ 10313 h 307971"/>
                <a:gd name="connsiteX4" fmla="*/ 105369 w 188821"/>
                <a:gd name="connsiteY4" fmla="*/ 43425 h 307971"/>
                <a:gd name="connsiteX5" fmla="*/ 112353 w 188821"/>
                <a:gd name="connsiteY5" fmla="*/ 89227 h 307971"/>
                <a:gd name="connsiteX6" fmla="*/ 115808 w 188821"/>
                <a:gd name="connsiteY6" fmla="*/ 138933 h 307971"/>
                <a:gd name="connsiteX7" fmla="*/ 115808 w 188821"/>
                <a:gd name="connsiteY7" fmla="*/ 144864 h 307971"/>
                <a:gd name="connsiteX8" fmla="*/ 115808 w 188821"/>
                <a:gd name="connsiteY8" fmla="*/ 144864 h 307971"/>
                <a:gd name="connsiteX9" fmla="*/ 112428 w 188821"/>
                <a:gd name="connsiteY9" fmla="*/ 152373 h 307971"/>
                <a:gd name="connsiteX10" fmla="*/ 103942 w 188821"/>
                <a:gd name="connsiteY10" fmla="*/ 170168 h 307971"/>
                <a:gd name="connsiteX11" fmla="*/ 86368 w 188821"/>
                <a:gd name="connsiteY11" fmla="*/ 190741 h 307971"/>
                <a:gd name="connsiteX12" fmla="*/ 33799 w 188821"/>
                <a:gd name="connsiteY12" fmla="*/ 253737 h 307971"/>
                <a:gd name="connsiteX13" fmla="*/ 11269 w 188821"/>
                <a:gd name="connsiteY13" fmla="*/ 279341 h 307971"/>
                <a:gd name="connsiteX14" fmla="*/ 7063 w 188821"/>
                <a:gd name="connsiteY14" fmla="*/ 275737 h 307971"/>
                <a:gd name="connsiteX15" fmla="*/ 5335 w 188821"/>
                <a:gd name="connsiteY15" fmla="*/ 274911 h 307971"/>
                <a:gd name="connsiteX16" fmla="*/ 4285 w 188821"/>
                <a:gd name="connsiteY16" fmla="*/ 275437 h 307971"/>
                <a:gd name="connsiteX17" fmla="*/ 4 w 188821"/>
                <a:gd name="connsiteY17" fmla="*/ 282945 h 307971"/>
                <a:gd name="connsiteX18" fmla="*/ 5862 w 188821"/>
                <a:gd name="connsiteY18" fmla="*/ 289777 h 307971"/>
                <a:gd name="connsiteX19" fmla="*/ 13822 w 188821"/>
                <a:gd name="connsiteY19" fmla="*/ 298938 h 307971"/>
                <a:gd name="connsiteX20" fmla="*/ 18854 w 188821"/>
                <a:gd name="connsiteY20" fmla="*/ 305621 h 307971"/>
                <a:gd name="connsiteX21" fmla="*/ 26364 w 188821"/>
                <a:gd name="connsiteY21" fmla="*/ 307648 h 307971"/>
                <a:gd name="connsiteX22" fmla="*/ 31546 w 188821"/>
                <a:gd name="connsiteY22" fmla="*/ 301866 h 307971"/>
                <a:gd name="connsiteX23" fmla="*/ 31996 w 188821"/>
                <a:gd name="connsiteY23" fmla="*/ 300289 h 307971"/>
                <a:gd name="connsiteX24" fmla="*/ 31170 w 188821"/>
                <a:gd name="connsiteY24" fmla="*/ 298863 h 307971"/>
                <a:gd name="connsiteX25" fmla="*/ 54301 w 188821"/>
                <a:gd name="connsiteY25" fmla="*/ 275286 h 307971"/>
                <a:gd name="connsiteX26" fmla="*/ 81187 w 188821"/>
                <a:gd name="connsiteY26" fmla="*/ 253362 h 307971"/>
                <a:gd name="connsiteX27" fmla="*/ 168077 w 188821"/>
                <a:gd name="connsiteY27" fmla="*/ 181206 h 307971"/>
                <a:gd name="connsiteX28" fmla="*/ 174461 w 188821"/>
                <a:gd name="connsiteY28" fmla="*/ 155827 h 307971"/>
                <a:gd name="connsiteX29" fmla="*/ 188355 w 188821"/>
                <a:gd name="connsiteY29" fmla="*/ 19924 h 307971"/>
                <a:gd name="connsiteX30" fmla="*/ 187753 w 188821"/>
                <a:gd name="connsiteY30" fmla="*/ 10238 h 307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88821" h="307971">
                  <a:moveTo>
                    <a:pt x="187753" y="10238"/>
                  </a:moveTo>
                  <a:cubicBezTo>
                    <a:pt x="185125" y="6897"/>
                    <a:pt x="181295" y="4757"/>
                    <a:pt x="177090" y="4306"/>
                  </a:cubicBezTo>
                  <a:cubicBezTo>
                    <a:pt x="162745" y="927"/>
                    <a:pt x="148100" y="-492"/>
                    <a:pt x="133381" y="102"/>
                  </a:cubicBezTo>
                  <a:cubicBezTo>
                    <a:pt x="123918" y="477"/>
                    <a:pt x="105068" y="-349"/>
                    <a:pt x="100562" y="10313"/>
                  </a:cubicBezTo>
                  <a:cubicBezTo>
                    <a:pt x="96807" y="19098"/>
                    <a:pt x="103642" y="34716"/>
                    <a:pt x="105369" y="43425"/>
                  </a:cubicBezTo>
                  <a:cubicBezTo>
                    <a:pt x="108298" y="58442"/>
                    <a:pt x="110626" y="73909"/>
                    <a:pt x="112353" y="89227"/>
                  </a:cubicBezTo>
                  <a:cubicBezTo>
                    <a:pt x="114230" y="105746"/>
                    <a:pt x="115432" y="122317"/>
                    <a:pt x="115808" y="138933"/>
                  </a:cubicBezTo>
                  <a:cubicBezTo>
                    <a:pt x="115808" y="140885"/>
                    <a:pt x="115808" y="142837"/>
                    <a:pt x="115808" y="144864"/>
                  </a:cubicBezTo>
                  <a:lnTo>
                    <a:pt x="115808" y="144864"/>
                  </a:lnTo>
                  <a:cubicBezTo>
                    <a:pt x="114982" y="147267"/>
                    <a:pt x="113329" y="150271"/>
                    <a:pt x="112428" y="152373"/>
                  </a:cubicBezTo>
                  <a:cubicBezTo>
                    <a:pt x="110251" y="158575"/>
                    <a:pt x="107397" y="164544"/>
                    <a:pt x="103942" y="170168"/>
                  </a:cubicBezTo>
                  <a:cubicBezTo>
                    <a:pt x="98760" y="177586"/>
                    <a:pt x="92902" y="184472"/>
                    <a:pt x="86368" y="190741"/>
                  </a:cubicBezTo>
                  <a:cubicBezTo>
                    <a:pt x="67518" y="210571"/>
                    <a:pt x="49945" y="231610"/>
                    <a:pt x="33799" y="253737"/>
                  </a:cubicBezTo>
                  <a:cubicBezTo>
                    <a:pt x="27415" y="263228"/>
                    <a:pt x="19905" y="271833"/>
                    <a:pt x="11269" y="279341"/>
                  </a:cubicBezTo>
                  <a:lnTo>
                    <a:pt x="7063" y="275737"/>
                  </a:lnTo>
                  <a:cubicBezTo>
                    <a:pt x="6612" y="275226"/>
                    <a:pt x="6012" y="274926"/>
                    <a:pt x="5335" y="274911"/>
                  </a:cubicBezTo>
                  <a:cubicBezTo>
                    <a:pt x="4960" y="275008"/>
                    <a:pt x="4585" y="275189"/>
                    <a:pt x="4285" y="275437"/>
                  </a:cubicBezTo>
                  <a:cubicBezTo>
                    <a:pt x="2557" y="276863"/>
                    <a:pt x="-371" y="280167"/>
                    <a:pt x="4" y="282945"/>
                  </a:cubicBezTo>
                  <a:cubicBezTo>
                    <a:pt x="379" y="285723"/>
                    <a:pt x="4285" y="288051"/>
                    <a:pt x="5862" y="289777"/>
                  </a:cubicBezTo>
                  <a:cubicBezTo>
                    <a:pt x="8791" y="292616"/>
                    <a:pt x="11419" y="295679"/>
                    <a:pt x="13822" y="298938"/>
                  </a:cubicBezTo>
                  <a:cubicBezTo>
                    <a:pt x="15249" y="301348"/>
                    <a:pt x="16901" y="303593"/>
                    <a:pt x="18854" y="305621"/>
                  </a:cubicBezTo>
                  <a:cubicBezTo>
                    <a:pt x="20806" y="307640"/>
                    <a:pt x="23660" y="308421"/>
                    <a:pt x="26364" y="307648"/>
                  </a:cubicBezTo>
                  <a:cubicBezTo>
                    <a:pt x="28692" y="306402"/>
                    <a:pt x="30570" y="304352"/>
                    <a:pt x="31546" y="301866"/>
                  </a:cubicBezTo>
                  <a:cubicBezTo>
                    <a:pt x="31771" y="301378"/>
                    <a:pt x="31996" y="300838"/>
                    <a:pt x="31996" y="300289"/>
                  </a:cubicBezTo>
                  <a:cubicBezTo>
                    <a:pt x="31846" y="299741"/>
                    <a:pt x="31620" y="299246"/>
                    <a:pt x="31170" y="298863"/>
                  </a:cubicBezTo>
                  <a:cubicBezTo>
                    <a:pt x="39431" y="291354"/>
                    <a:pt x="46190" y="282945"/>
                    <a:pt x="54301" y="275286"/>
                  </a:cubicBezTo>
                  <a:cubicBezTo>
                    <a:pt x="62787" y="267447"/>
                    <a:pt x="71800" y="260127"/>
                    <a:pt x="81187" y="253362"/>
                  </a:cubicBezTo>
                  <a:cubicBezTo>
                    <a:pt x="110851" y="230836"/>
                    <a:pt x="140666" y="206283"/>
                    <a:pt x="168077" y="181206"/>
                  </a:cubicBezTo>
                  <a:cubicBezTo>
                    <a:pt x="171532" y="173134"/>
                    <a:pt x="173710" y="164574"/>
                    <a:pt x="174461" y="155827"/>
                  </a:cubicBezTo>
                  <a:cubicBezTo>
                    <a:pt x="180919" y="110776"/>
                    <a:pt x="185575" y="65478"/>
                    <a:pt x="188355" y="19924"/>
                  </a:cubicBezTo>
                  <a:cubicBezTo>
                    <a:pt x="189106" y="16703"/>
                    <a:pt x="188880" y="13339"/>
                    <a:pt x="187753" y="10238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9" name="Content Placeholder 4">
              <a:extLst>
                <a:ext uri="{FF2B5EF4-FFF2-40B4-BE49-F238E27FC236}">
                  <a16:creationId xmlns:a16="http://schemas.microsoft.com/office/drawing/2014/main" id="{A7CAFAE6-3A75-78E5-7E40-669D23162006}"/>
                </a:ext>
              </a:extLst>
            </p:cNvPr>
            <p:cNvSpPr/>
            <p:nvPr/>
          </p:nvSpPr>
          <p:spPr>
            <a:xfrm>
              <a:off x="12144851" y="5006822"/>
              <a:ext cx="32116" cy="37822"/>
            </a:xfrm>
            <a:custGeom>
              <a:avLst/>
              <a:gdLst>
                <a:gd name="connsiteX0" fmla="*/ 5540 w 32116"/>
                <a:gd name="connsiteY0" fmla="*/ 36940 h 37822"/>
                <a:gd name="connsiteX1" fmla="*/ 11022 w 32116"/>
                <a:gd name="connsiteY1" fmla="*/ 37465 h 37822"/>
                <a:gd name="connsiteX2" fmla="*/ 16204 w 32116"/>
                <a:gd name="connsiteY2" fmla="*/ 30557 h 37822"/>
                <a:gd name="connsiteX3" fmla="*/ 22587 w 32116"/>
                <a:gd name="connsiteY3" fmla="*/ 25752 h 37822"/>
                <a:gd name="connsiteX4" fmla="*/ 32050 w 32116"/>
                <a:gd name="connsiteY4" fmla="*/ 8257 h 37822"/>
                <a:gd name="connsiteX5" fmla="*/ 31149 w 32116"/>
                <a:gd name="connsiteY5" fmla="*/ 3527 h 37822"/>
                <a:gd name="connsiteX6" fmla="*/ 21761 w 32116"/>
                <a:gd name="connsiteY6" fmla="*/ 599 h 37822"/>
                <a:gd name="connsiteX7" fmla="*/ 13425 w 32116"/>
                <a:gd name="connsiteY7" fmla="*/ 7206 h 37822"/>
                <a:gd name="connsiteX8" fmla="*/ 3512 w 32116"/>
                <a:gd name="connsiteY8" fmla="*/ 22824 h 37822"/>
                <a:gd name="connsiteX9" fmla="*/ -18 w 32116"/>
                <a:gd name="connsiteY9" fmla="*/ 31609 h 37822"/>
                <a:gd name="connsiteX10" fmla="*/ 5540 w 32116"/>
                <a:gd name="connsiteY10" fmla="*/ 36940 h 3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116" h="37822">
                  <a:moveTo>
                    <a:pt x="5540" y="36940"/>
                  </a:moveTo>
                  <a:cubicBezTo>
                    <a:pt x="7192" y="37848"/>
                    <a:pt x="9219" y="38043"/>
                    <a:pt x="11022" y="37465"/>
                  </a:cubicBezTo>
                  <a:cubicBezTo>
                    <a:pt x="13725" y="36264"/>
                    <a:pt x="14402" y="32885"/>
                    <a:pt x="16204" y="30557"/>
                  </a:cubicBezTo>
                  <a:cubicBezTo>
                    <a:pt x="18082" y="28613"/>
                    <a:pt x="20184" y="26991"/>
                    <a:pt x="22587" y="25752"/>
                  </a:cubicBezTo>
                  <a:cubicBezTo>
                    <a:pt x="28295" y="21705"/>
                    <a:pt x="31749" y="15240"/>
                    <a:pt x="32050" y="8257"/>
                  </a:cubicBezTo>
                  <a:cubicBezTo>
                    <a:pt x="32200" y="6628"/>
                    <a:pt x="31900" y="4984"/>
                    <a:pt x="31149" y="3527"/>
                  </a:cubicBezTo>
                  <a:cubicBezTo>
                    <a:pt x="29196" y="351"/>
                    <a:pt x="25216" y="-895"/>
                    <a:pt x="21761" y="599"/>
                  </a:cubicBezTo>
                  <a:cubicBezTo>
                    <a:pt x="18456" y="1996"/>
                    <a:pt x="15527" y="4286"/>
                    <a:pt x="13425" y="7206"/>
                  </a:cubicBezTo>
                  <a:cubicBezTo>
                    <a:pt x="9520" y="11981"/>
                    <a:pt x="6140" y="17230"/>
                    <a:pt x="3512" y="22824"/>
                  </a:cubicBezTo>
                  <a:cubicBezTo>
                    <a:pt x="1860" y="25527"/>
                    <a:pt x="658" y="28500"/>
                    <a:pt x="-18" y="31609"/>
                  </a:cubicBezTo>
                  <a:cubicBezTo>
                    <a:pt x="-243" y="34462"/>
                    <a:pt x="2911" y="35813"/>
                    <a:pt x="5540" y="36940"/>
                  </a:cubicBezTo>
                  <a:close/>
                </a:path>
              </a:pathLst>
            </a:custGeom>
            <a:solidFill>
              <a:srgbClr val="C7B29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0" name="Content Placeholder 4">
              <a:extLst>
                <a:ext uri="{FF2B5EF4-FFF2-40B4-BE49-F238E27FC236}">
                  <a16:creationId xmlns:a16="http://schemas.microsoft.com/office/drawing/2014/main" id="{83BB18FE-58C6-7B13-3A95-ED9A227E2295}"/>
                </a:ext>
              </a:extLst>
            </p:cNvPr>
            <p:cNvSpPr/>
            <p:nvPr/>
          </p:nvSpPr>
          <p:spPr>
            <a:xfrm>
              <a:off x="11927288" y="5012763"/>
              <a:ext cx="163112" cy="277867"/>
            </a:xfrm>
            <a:custGeom>
              <a:avLst/>
              <a:gdLst>
                <a:gd name="connsiteX0" fmla="*/ 6514 w 163112"/>
                <a:gd name="connsiteY0" fmla="*/ 102029 h 277867"/>
                <a:gd name="connsiteX1" fmla="*/ 29720 w 163112"/>
                <a:gd name="connsiteY1" fmla="*/ 31825 h 277867"/>
                <a:gd name="connsiteX2" fmla="*/ 93104 w 163112"/>
                <a:gd name="connsiteY2" fmla="*/ 664 h 277867"/>
                <a:gd name="connsiteX3" fmla="*/ 108124 w 163112"/>
                <a:gd name="connsiteY3" fmla="*/ 7272 h 277867"/>
                <a:gd name="connsiteX4" fmla="*/ 115634 w 163112"/>
                <a:gd name="connsiteY4" fmla="*/ 18009 h 277867"/>
                <a:gd name="connsiteX5" fmla="*/ 129753 w 163112"/>
                <a:gd name="connsiteY5" fmla="*/ 61633 h 277867"/>
                <a:gd name="connsiteX6" fmla="*/ 162646 w 163112"/>
                <a:gd name="connsiteY6" fmla="*/ 255652 h 277867"/>
                <a:gd name="connsiteX7" fmla="*/ 160769 w 163112"/>
                <a:gd name="connsiteY7" fmla="*/ 267890 h 277867"/>
                <a:gd name="connsiteX8" fmla="*/ 148603 w 163112"/>
                <a:gd name="connsiteY8" fmla="*/ 272170 h 277867"/>
                <a:gd name="connsiteX9" fmla="*/ 86045 w 163112"/>
                <a:gd name="connsiteY9" fmla="*/ 276450 h 277867"/>
                <a:gd name="connsiteX10" fmla="*/ 27317 w 163112"/>
                <a:gd name="connsiteY10" fmla="*/ 275173 h 277867"/>
                <a:gd name="connsiteX11" fmla="*/ 1783 w 163112"/>
                <a:gd name="connsiteY11" fmla="*/ 237631 h 277867"/>
                <a:gd name="connsiteX12" fmla="*/ 6514 w 163112"/>
                <a:gd name="connsiteY12" fmla="*/ 102029 h 277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3112" h="277867">
                  <a:moveTo>
                    <a:pt x="6514" y="102029"/>
                  </a:moveTo>
                  <a:cubicBezTo>
                    <a:pt x="10119" y="77476"/>
                    <a:pt x="15601" y="52323"/>
                    <a:pt x="29720" y="31825"/>
                  </a:cubicBezTo>
                  <a:cubicBezTo>
                    <a:pt x="43839" y="11327"/>
                    <a:pt x="68622" y="-3465"/>
                    <a:pt x="93104" y="664"/>
                  </a:cubicBezTo>
                  <a:cubicBezTo>
                    <a:pt x="98662" y="1430"/>
                    <a:pt x="103843" y="3721"/>
                    <a:pt x="108124" y="7272"/>
                  </a:cubicBezTo>
                  <a:cubicBezTo>
                    <a:pt x="111278" y="10328"/>
                    <a:pt x="113831" y="13977"/>
                    <a:pt x="115634" y="18009"/>
                  </a:cubicBezTo>
                  <a:cubicBezTo>
                    <a:pt x="122093" y="31922"/>
                    <a:pt x="126824" y="46571"/>
                    <a:pt x="129753" y="61633"/>
                  </a:cubicBezTo>
                  <a:cubicBezTo>
                    <a:pt x="144548" y="125590"/>
                    <a:pt x="155587" y="190381"/>
                    <a:pt x="162646" y="255652"/>
                  </a:cubicBezTo>
                  <a:cubicBezTo>
                    <a:pt x="163623" y="259819"/>
                    <a:pt x="162947" y="264204"/>
                    <a:pt x="160769" y="267890"/>
                  </a:cubicBezTo>
                  <a:cubicBezTo>
                    <a:pt x="157465" y="270924"/>
                    <a:pt x="153109" y="272471"/>
                    <a:pt x="148603" y="272170"/>
                  </a:cubicBezTo>
                  <a:lnTo>
                    <a:pt x="86045" y="276450"/>
                  </a:lnTo>
                  <a:cubicBezTo>
                    <a:pt x="66519" y="278657"/>
                    <a:pt x="46768" y="278230"/>
                    <a:pt x="27317" y="275173"/>
                  </a:cubicBezTo>
                  <a:cubicBezTo>
                    <a:pt x="2233" y="269993"/>
                    <a:pt x="3736" y="261433"/>
                    <a:pt x="1783" y="237631"/>
                  </a:cubicBezTo>
                  <a:cubicBezTo>
                    <a:pt x="-1747" y="192393"/>
                    <a:pt x="-95" y="146914"/>
                    <a:pt x="6514" y="102029"/>
                  </a:cubicBezTo>
                  <a:close/>
                </a:path>
              </a:pathLst>
            </a:custGeom>
            <a:solidFill>
              <a:srgbClr val="537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1" name="Content Placeholder 4">
              <a:extLst>
                <a:ext uri="{FF2B5EF4-FFF2-40B4-BE49-F238E27FC236}">
                  <a16:creationId xmlns:a16="http://schemas.microsoft.com/office/drawing/2014/main" id="{D614C2EE-AEE7-337F-41CD-35C741A2F3E9}"/>
                </a:ext>
              </a:extLst>
            </p:cNvPr>
            <p:cNvSpPr/>
            <p:nvPr/>
          </p:nvSpPr>
          <p:spPr>
            <a:xfrm>
              <a:off x="11975275" y="4871626"/>
              <a:ext cx="99520" cy="135587"/>
            </a:xfrm>
            <a:custGeom>
              <a:avLst/>
              <a:gdLst>
                <a:gd name="connsiteX0" fmla="*/ 28070 w 99520"/>
                <a:gd name="connsiteY0" fmla="*/ 15209 h 135587"/>
                <a:gd name="connsiteX1" fmla="*/ 3587 w 99520"/>
                <a:gd name="connsiteY1" fmla="*/ 57181 h 135587"/>
                <a:gd name="connsiteX2" fmla="*/ 5840 w 99520"/>
                <a:gd name="connsiteY2" fmla="*/ 109741 h 135587"/>
                <a:gd name="connsiteX3" fmla="*/ 49022 w 99520"/>
                <a:gd name="connsiteY3" fmla="*/ 135419 h 135587"/>
                <a:gd name="connsiteX4" fmla="*/ 79062 w 99520"/>
                <a:gd name="connsiteY4" fmla="*/ 116723 h 135587"/>
                <a:gd name="connsiteX5" fmla="*/ 94759 w 99520"/>
                <a:gd name="connsiteY5" fmla="*/ 29926 h 135587"/>
                <a:gd name="connsiteX6" fmla="*/ 71778 w 99520"/>
                <a:gd name="connsiteY6" fmla="*/ 567 h 135587"/>
                <a:gd name="connsiteX7" fmla="*/ 28070 w 99520"/>
                <a:gd name="connsiteY7" fmla="*/ 15209 h 135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9520" h="135587">
                  <a:moveTo>
                    <a:pt x="28070" y="15209"/>
                  </a:moveTo>
                  <a:cubicBezTo>
                    <a:pt x="15979" y="26532"/>
                    <a:pt x="7492" y="41113"/>
                    <a:pt x="3587" y="57181"/>
                  </a:cubicBezTo>
                  <a:cubicBezTo>
                    <a:pt x="-1895" y="74413"/>
                    <a:pt x="-1144" y="93042"/>
                    <a:pt x="5840" y="109741"/>
                  </a:cubicBezTo>
                  <a:cubicBezTo>
                    <a:pt x="13350" y="126589"/>
                    <a:pt x="30623" y="136883"/>
                    <a:pt x="49022" y="135419"/>
                  </a:cubicBezTo>
                  <a:cubicBezTo>
                    <a:pt x="60964" y="132994"/>
                    <a:pt x="71627" y="126356"/>
                    <a:pt x="79062" y="116723"/>
                  </a:cubicBezTo>
                  <a:cubicBezTo>
                    <a:pt x="98813" y="92373"/>
                    <a:pt x="104671" y="59636"/>
                    <a:pt x="94759" y="29926"/>
                  </a:cubicBezTo>
                  <a:cubicBezTo>
                    <a:pt x="90778" y="18137"/>
                    <a:pt x="84619" y="3571"/>
                    <a:pt x="71778" y="567"/>
                  </a:cubicBezTo>
                  <a:cubicBezTo>
                    <a:pt x="58936" y="-2436"/>
                    <a:pt x="38133" y="6424"/>
                    <a:pt x="28070" y="15209"/>
                  </a:cubicBezTo>
                  <a:close/>
                </a:path>
              </a:pathLst>
            </a:custGeom>
            <a:solidFill>
              <a:srgbClr val="C7B29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2" name="Content Placeholder 4">
              <a:extLst>
                <a:ext uri="{FF2B5EF4-FFF2-40B4-BE49-F238E27FC236}">
                  <a16:creationId xmlns:a16="http://schemas.microsoft.com/office/drawing/2014/main" id="{64B91639-E3CD-091C-806A-64B900475072}"/>
                </a:ext>
              </a:extLst>
            </p:cNvPr>
            <p:cNvSpPr/>
            <p:nvPr/>
          </p:nvSpPr>
          <p:spPr>
            <a:xfrm>
              <a:off x="11975323" y="5019556"/>
              <a:ext cx="117479" cy="164343"/>
            </a:xfrm>
            <a:custGeom>
              <a:avLst/>
              <a:gdLst>
                <a:gd name="connsiteX0" fmla="*/ 86074 w 117479"/>
                <a:gd name="connsiteY0" fmla="*/ 57318 h 164343"/>
                <a:gd name="connsiteX1" fmla="*/ 113411 w 117479"/>
                <a:gd name="connsiteY1" fmla="*/ 124894 h 164343"/>
                <a:gd name="connsiteX2" fmla="*/ 117316 w 117479"/>
                <a:gd name="connsiteY2" fmla="*/ 144116 h 164343"/>
                <a:gd name="connsiteX3" fmla="*/ 91256 w 117479"/>
                <a:gd name="connsiteY3" fmla="*/ 164314 h 164343"/>
                <a:gd name="connsiteX4" fmla="*/ 20437 w 117479"/>
                <a:gd name="connsiteY4" fmla="*/ 71284 h 164343"/>
                <a:gd name="connsiteX5" fmla="*/ 16757 w 117479"/>
                <a:gd name="connsiteY5" fmla="*/ 2732 h 164343"/>
                <a:gd name="connsiteX6" fmla="*/ 86074 w 117479"/>
                <a:gd name="connsiteY6" fmla="*/ 57318 h 164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7479" h="164343">
                  <a:moveTo>
                    <a:pt x="86074" y="57318"/>
                  </a:moveTo>
                  <a:lnTo>
                    <a:pt x="113411" y="124894"/>
                  </a:lnTo>
                  <a:cubicBezTo>
                    <a:pt x="116489" y="130796"/>
                    <a:pt x="117916" y="137464"/>
                    <a:pt x="117316" y="144116"/>
                  </a:cubicBezTo>
                  <a:cubicBezTo>
                    <a:pt x="115138" y="155529"/>
                    <a:pt x="102296" y="161761"/>
                    <a:pt x="91256" y="164314"/>
                  </a:cubicBezTo>
                  <a:cubicBezTo>
                    <a:pt x="68801" y="132478"/>
                    <a:pt x="45219" y="101468"/>
                    <a:pt x="20437" y="71284"/>
                  </a:cubicBezTo>
                  <a:cubicBezTo>
                    <a:pt x="6318" y="54165"/>
                    <a:pt x="-15611" y="14595"/>
                    <a:pt x="16757" y="2732"/>
                  </a:cubicBezTo>
                  <a:cubicBezTo>
                    <a:pt x="53331" y="-11159"/>
                    <a:pt x="75109" y="30513"/>
                    <a:pt x="86074" y="57318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3" name="Content Placeholder 4">
              <a:extLst>
                <a:ext uri="{FF2B5EF4-FFF2-40B4-BE49-F238E27FC236}">
                  <a16:creationId xmlns:a16="http://schemas.microsoft.com/office/drawing/2014/main" id="{171B9705-76BD-DA97-3A22-96711310DB3F}"/>
                </a:ext>
              </a:extLst>
            </p:cNvPr>
            <p:cNvSpPr/>
            <p:nvPr/>
          </p:nvSpPr>
          <p:spPr>
            <a:xfrm>
              <a:off x="12068099" y="5040579"/>
              <a:ext cx="92308" cy="155246"/>
            </a:xfrm>
            <a:custGeom>
              <a:avLst/>
              <a:gdLst>
                <a:gd name="connsiteX0" fmla="*/ 72904 w 92308"/>
                <a:gd name="connsiteY0" fmla="*/ 2658 h 155246"/>
                <a:gd name="connsiteX1" fmla="*/ 92280 w 92308"/>
                <a:gd name="connsiteY1" fmla="*/ 3559 h 155246"/>
                <a:gd name="connsiteX2" fmla="*/ 58635 w 92308"/>
                <a:gd name="connsiteY2" fmla="*/ 117612 h 155246"/>
                <a:gd name="connsiteX3" fmla="*/ 42789 w 92308"/>
                <a:gd name="connsiteY3" fmla="*/ 149373 h 155246"/>
                <a:gd name="connsiteX4" fmla="*/ 28220 w 92308"/>
                <a:gd name="connsiteY4" fmla="*/ 154554 h 155246"/>
                <a:gd name="connsiteX5" fmla="*/ 2761 w 92308"/>
                <a:gd name="connsiteY5" fmla="*/ 147571 h 155246"/>
                <a:gd name="connsiteX6" fmla="*/ 11773 w 92308"/>
                <a:gd name="connsiteY6" fmla="*/ 117537 h 155246"/>
                <a:gd name="connsiteX7" fmla="*/ 29346 w 92308"/>
                <a:gd name="connsiteY7" fmla="*/ 90356 h 155246"/>
                <a:gd name="connsiteX8" fmla="*/ 72904 w 92308"/>
                <a:gd name="connsiteY8" fmla="*/ 2658 h 15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2308" h="155246">
                  <a:moveTo>
                    <a:pt x="72904" y="2658"/>
                  </a:moveTo>
                  <a:cubicBezTo>
                    <a:pt x="75833" y="-1773"/>
                    <a:pt x="88525" y="-196"/>
                    <a:pt x="92280" y="3559"/>
                  </a:cubicBezTo>
                  <a:cubicBezTo>
                    <a:pt x="81841" y="41101"/>
                    <a:pt x="66746" y="79319"/>
                    <a:pt x="58635" y="117612"/>
                  </a:cubicBezTo>
                  <a:cubicBezTo>
                    <a:pt x="56082" y="129476"/>
                    <a:pt x="52852" y="142540"/>
                    <a:pt x="42789" y="149373"/>
                  </a:cubicBezTo>
                  <a:cubicBezTo>
                    <a:pt x="38358" y="152106"/>
                    <a:pt x="33402" y="153878"/>
                    <a:pt x="28220" y="154554"/>
                  </a:cubicBezTo>
                  <a:cubicBezTo>
                    <a:pt x="19057" y="156130"/>
                    <a:pt x="7943" y="155304"/>
                    <a:pt x="2761" y="147571"/>
                  </a:cubicBezTo>
                  <a:cubicBezTo>
                    <a:pt x="-4749" y="136458"/>
                    <a:pt x="4488" y="125646"/>
                    <a:pt x="11773" y="117537"/>
                  </a:cubicBezTo>
                  <a:cubicBezTo>
                    <a:pt x="19508" y="109811"/>
                    <a:pt x="25442" y="100553"/>
                    <a:pt x="29346" y="90356"/>
                  </a:cubicBezTo>
                  <a:cubicBezTo>
                    <a:pt x="41363" y="59947"/>
                    <a:pt x="55932" y="30604"/>
                    <a:pt x="72904" y="2658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4" name="Content Placeholder 4">
              <a:extLst>
                <a:ext uri="{FF2B5EF4-FFF2-40B4-BE49-F238E27FC236}">
                  <a16:creationId xmlns:a16="http://schemas.microsoft.com/office/drawing/2014/main" id="{DA57AA4A-4D7A-50BF-5498-B076131756C6}"/>
                </a:ext>
              </a:extLst>
            </p:cNvPr>
            <p:cNvSpPr/>
            <p:nvPr/>
          </p:nvSpPr>
          <p:spPr>
            <a:xfrm>
              <a:off x="12127514" y="4997164"/>
              <a:ext cx="47920" cy="46319"/>
            </a:xfrm>
            <a:custGeom>
              <a:avLst/>
              <a:gdLst>
                <a:gd name="connsiteX0" fmla="*/ 13489 w 47920"/>
                <a:gd name="connsiteY0" fmla="*/ 46072 h 46319"/>
                <a:gd name="connsiteX1" fmla="*/ 22051 w 47920"/>
                <a:gd name="connsiteY1" fmla="*/ 37062 h 46319"/>
                <a:gd name="connsiteX2" fmla="*/ 46833 w 47920"/>
                <a:gd name="connsiteY2" fmla="*/ 8755 h 46319"/>
                <a:gd name="connsiteX3" fmla="*/ 47885 w 47920"/>
                <a:gd name="connsiteY3" fmla="*/ 6803 h 46319"/>
                <a:gd name="connsiteX4" fmla="*/ 47059 w 47920"/>
                <a:gd name="connsiteY4" fmla="*/ 5226 h 46319"/>
                <a:gd name="connsiteX5" fmla="*/ 34442 w 47920"/>
                <a:gd name="connsiteY5" fmla="*/ -30 h 46319"/>
                <a:gd name="connsiteX6" fmla="*/ 30311 w 47920"/>
                <a:gd name="connsiteY6" fmla="*/ 1622 h 46319"/>
                <a:gd name="connsiteX7" fmla="*/ 18070 w 47920"/>
                <a:gd name="connsiteY7" fmla="*/ 12059 h 46319"/>
                <a:gd name="connsiteX8" fmla="*/ 8607 w 47920"/>
                <a:gd name="connsiteY8" fmla="*/ 25049 h 46319"/>
                <a:gd name="connsiteX9" fmla="*/ 497 w 47920"/>
                <a:gd name="connsiteY9" fmla="*/ 37212 h 46319"/>
                <a:gd name="connsiteX10" fmla="*/ -29 w 47920"/>
                <a:gd name="connsiteY10" fmla="*/ 38864 h 46319"/>
                <a:gd name="connsiteX11" fmla="*/ 6655 w 47920"/>
                <a:gd name="connsiteY11" fmla="*/ 42618 h 46319"/>
                <a:gd name="connsiteX12" fmla="*/ 10485 w 47920"/>
                <a:gd name="connsiteY12" fmla="*/ 45997 h 46319"/>
                <a:gd name="connsiteX13" fmla="*/ 13489 w 47920"/>
                <a:gd name="connsiteY13" fmla="*/ 46072 h 46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920" h="46319">
                  <a:moveTo>
                    <a:pt x="13489" y="46072"/>
                  </a:moveTo>
                  <a:cubicBezTo>
                    <a:pt x="17094" y="44871"/>
                    <a:pt x="20023" y="39540"/>
                    <a:pt x="22051" y="37062"/>
                  </a:cubicBezTo>
                  <a:cubicBezTo>
                    <a:pt x="29786" y="27158"/>
                    <a:pt x="38047" y="17713"/>
                    <a:pt x="46833" y="8755"/>
                  </a:cubicBezTo>
                  <a:cubicBezTo>
                    <a:pt x="47359" y="8155"/>
                    <a:pt x="47960" y="7554"/>
                    <a:pt x="47885" y="6803"/>
                  </a:cubicBezTo>
                  <a:cubicBezTo>
                    <a:pt x="47809" y="6195"/>
                    <a:pt x="47510" y="5632"/>
                    <a:pt x="47059" y="5226"/>
                  </a:cubicBezTo>
                  <a:cubicBezTo>
                    <a:pt x="43604" y="2012"/>
                    <a:pt x="39174" y="143"/>
                    <a:pt x="34442" y="-30"/>
                  </a:cubicBezTo>
                  <a:cubicBezTo>
                    <a:pt x="32940" y="143"/>
                    <a:pt x="31513" y="714"/>
                    <a:pt x="30311" y="1622"/>
                  </a:cubicBezTo>
                  <a:cubicBezTo>
                    <a:pt x="25730" y="4475"/>
                    <a:pt x="21600" y="7989"/>
                    <a:pt x="18070" y="12059"/>
                  </a:cubicBezTo>
                  <a:cubicBezTo>
                    <a:pt x="14541" y="16128"/>
                    <a:pt x="11386" y="20476"/>
                    <a:pt x="8607" y="25049"/>
                  </a:cubicBezTo>
                  <a:lnTo>
                    <a:pt x="497" y="37212"/>
                  </a:lnTo>
                  <a:cubicBezTo>
                    <a:pt x="121" y="37685"/>
                    <a:pt x="-29" y="38271"/>
                    <a:pt x="-29" y="38864"/>
                  </a:cubicBezTo>
                  <a:cubicBezTo>
                    <a:pt x="-29" y="40967"/>
                    <a:pt x="5153" y="41567"/>
                    <a:pt x="6655" y="42618"/>
                  </a:cubicBezTo>
                  <a:cubicBezTo>
                    <a:pt x="8157" y="43670"/>
                    <a:pt x="8908" y="45321"/>
                    <a:pt x="10485" y="45997"/>
                  </a:cubicBezTo>
                  <a:cubicBezTo>
                    <a:pt x="11461" y="46357"/>
                    <a:pt x="12513" y="46388"/>
                    <a:pt x="13489" y="46072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5" name="Content Placeholder 4">
              <a:extLst>
                <a:ext uri="{FF2B5EF4-FFF2-40B4-BE49-F238E27FC236}">
                  <a16:creationId xmlns:a16="http://schemas.microsoft.com/office/drawing/2014/main" id="{38A37A7C-446F-8F8E-27B5-E064208EC33B}"/>
                </a:ext>
              </a:extLst>
            </p:cNvPr>
            <p:cNvSpPr/>
            <p:nvPr/>
          </p:nvSpPr>
          <p:spPr>
            <a:xfrm>
              <a:off x="12133205" y="4999717"/>
              <a:ext cx="36102" cy="37316"/>
            </a:xfrm>
            <a:custGeom>
              <a:avLst/>
              <a:gdLst>
                <a:gd name="connsiteX0" fmla="*/ 4944 w 36102"/>
                <a:gd name="connsiteY0" fmla="*/ 36611 h 37316"/>
                <a:gd name="connsiteX1" fmla="*/ 6445 w 36102"/>
                <a:gd name="connsiteY1" fmla="*/ 37287 h 37316"/>
                <a:gd name="connsiteX2" fmla="*/ 9075 w 36102"/>
                <a:gd name="connsiteY2" fmla="*/ 35485 h 37316"/>
                <a:gd name="connsiteX3" fmla="*/ 24996 w 36102"/>
                <a:gd name="connsiteY3" fmla="*/ 17915 h 37316"/>
                <a:gd name="connsiteX4" fmla="*/ 35960 w 36102"/>
                <a:gd name="connsiteY4" fmla="*/ 4175 h 37316"/>
                <a:gd name="connsiteX5" fmla="*/ 35960 w 36102"/>
                <a:gd name="connsiteY5" fmla="*/ 3274 h 37316"/>
                <a:gd name="connsiteX6" fmla="*/ 35284 w 36102"/>
                <a:gd name="connsiteY6" fmla="*/ 2673 h 37316"/>
                <a:gd name="connsiteX7" fmla="*/ 31454 w 36102"/>
                <a:gd name="connsiteY7" fmla="*/ 796 h 37316"/>
                <a:gd name="connsiteX8" fmla="*/ 28901 w 36102"/>
                <a:gd name="connsiteY8" fmla="*/ -30 h 37316"/>
                <a:gd name="connsiteX9" fmla="*/ 25521 w 36102"/>
                <a:gd name="connsiteY9" fmla="*/ 1547 h 37316"/>
                <a:gd name="connsiteX10" fmla="*/ 9075 w 36102"/>
                <a:gd name="connsiteY10" fmla="*/ 18216 h 37316"/>
                <a:gd name="connsiteX11" fmla="*/ 2541 w 36102"/>
                <a:gd name="connsiteY11" fmla="*/ 27977 h 37316"/>
                <a:gd name="connsiteX12" fmla="*/ -13 w 36102"/>
                <a:gd name="connsiteY12" fmla="*/ 33007 h 37316"/>
                <a:gd name="connsiteX13" fmla="*/ 4944 w 36102"/>
                <a:gd name="connsiteY13" fmla="*/ 36611 h 37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102" h="37316">
                  <a:moveTo>
                    <a:pt x="4944" y="36611"/>
                  </a:moveTo>
                  <a:cubicBezTo>
                    <a:pt x="5395" y="36957"/>
                    <a:pt x="5920" y="37189"/>
                    <a:pt x="6445" y="37287"/>
                  </a:cubicBezTo>
                  <a:cubicBezTo>
                    <a:pt x="7572" y="37287"/>
                    <a:pt x="8398" y="36386"/>
                    <a:pt x="9075" y="35485"/>
                  </a:cubicBezTo>
                  <a:cubicBezTo>
                    <a:pt x="13955" y="29230"/>
                    <a:pt x="19213" y="23351"/>
                    <a:pt x="24996" y="17915"/>
                  </a:cubicBezTo>
                  <a:cubicBezTo>
                    <a:pt x="29652" y="14266"/>
                    <a:pt x="33482" y="9558"/>
                    <a:pt x="35960" y="4175"/>
                  </a:cubicBezTo>
                  <a:cubicBezTo>
                    <a:pt x="36110" y="3889"/>
                    <a:pt x="36110" y="3559"/>
                    <a:pt x="35960" y="3274"/>
                  </a:cubicBezTo>
                  <a:cubicBezTo>
                    <a:pt x="35810" y="3004"/>
                    <a:pt x="35584" y="2793"/>
                    <a:pt x="35284" y="2673"/>
                  </a:cubicBezTo>
                  <a:lnTo>
                    <a:pt x="31454" y="796"/>
                  </a:lnTo>
                  <a:cubicBezTo>
                    <a:pt x="30703" y="330"/>
                    <a:pt x="29802" y="53"/>
                    <a:pt x="28901" y="-30"/>
                  </a:cubicBezTo>
                  <a:cubicBezTo>
                    <a:pt x="27624" y="83"/>
                    <a:pt x="26422" y="646"/>
                    <a:pt x="25521" y="1547"/>
                  </a:cubicBezTo>
                  <a:cubicBezTo>
                    <a:pt x="19363" y="6375"/>
                    <a:pt x="13806" y="11976"/>
                    <a:pt x="9075" y="18216"/>
                  </a:cubicBezTo>
                  <a:cubicBezTo>
                    <a:pt x="6671" y="21302"/>
                    <a:pt x="4494" y="24568"/>
                    <a:pt x="2541" y="27977"/>
                  </a:cubicBezTo>
                  <a:cubicBezTo>
                    <a:pt x="1940" y="28953"/>
                    <a:pt x="-238" y="31806"/>
                    <a:pt x="-13" y="33007"/>
                  </a:cubicBezTo>
                  <a:cubicBezTo>
                    <a:pt x="212" y="34209"/>
                    <a:pt x="3817" y="35860"/>
                    <a:pt x="4944" y="36611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6" name="Content Placeholder 4">
              <a:extLst>
                <a:ext uri="{FF2B5EF4-FFF2-40B4-BE49-F238E27FC236}">
                  <a16:creationId xmlns:a16="http://schemas.microsoft.com/office/drawing/2014/main" id="{CB166725-C6BD-2450-5D38-0C2543317734}"/>
                </a:ext>
              </a:extLst>
            </p:cNvPr>
            <p:cNvSpPr/>
            <p:nvPr/>
          </p:nvSpPr>
          <p:spPr>
            <a:xfrm>
              <a:off x="12133065" y="5035369"/>
              <a:ext cx="3518" cy="1951"/>
            </a:xfrm>
            <a:custGeom>
              <a:avLst/>
              <a:gdLst>
                <a:gd name="connsiteX0" fmla="*/ 2906 w 3518"/>
                <a:gd name="connsiteY0" fmla="*/ 1260 h 1951"/>
                <a:gd name="connsiteX1" fmla="*/ 3432 w 3518"/>
                <a:gd name="connsiteY1" fmla="*/ 1260 h 1951"/>
                <a:gd name="connsiteX2" fmla="*/ 3432 w 3518"/>
                <a:gd name="connsiteY2" fmla="*/ 1860 h 1951"/>
                <a:gd name="connsiteX3" fmla="*/ 2906 w 3518"/>
                <a:gd name="connsiteY3" fmla="*/ 1860 h 1951"/>
                <a:gd name="connsiteX4" fmla="*/ 2231 w 3518"/>
                <a:gd name="connsiteY4" fmla="*/ 1860 h 1951"/>
                <a:gd name="connsiteX5" fmla="*/ 428 w 3518"/>
                <a:gd name="connsiteY5" fmla="*/ 1034 h 1951"/>
                <a:gd name="connsiteX6" fmla="*/ 428 w 3518"/>
                <a:gd name="connsiteY6" fmla="*/ -17 h 1951"/>
                <a:gd name="connsiteX7" fmla="*/ 2906 w 3518"/>
                <a:gd name="connsiteY7" fmla="*/ 1260 h 1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18" h="1951">
                  <a:moveTo>
                    <a:pt x="2906" y="1260"/>
                  </a:moveTo>
                  <a:lnTo>
                    <a:pt x="3432" y="1260"/>
                  </a:lnTo>
                  <a:cubicBezTo>
                    <a:pt x="3508" y="1455"/>
                    <a:pt x="3508" y="1665"/>
                    <a:pt x="3432" y="1860"/>
                  </a:cubicBezTo>
                  <a:cubicBezTo>
                    <a:pt x="3282" y="1943"/>
                    <a:pt x="3057" y="1943"/>
                    <a:pt x="2906" y="1860"/>
                  </a:cubicBezTo>
                  <a:cubicBezTo>
                    <a:pt x="2682" y="1935"/>
                    <a:pt x="2456" y="1935"/>
                    <a:pt x="2231" y="1860"/>
                  </a:cubicBezTo>
                  <a:cubicBezTo>
                    <a:pt x="1630" y="1650"/>
                    <a:pt x="1029" y="1372"/>
                    <a:pt x="428" y="1034"/>
                  </a:cubicBezTo>
                  <a:cubicBezTo>
                    <a:pt x="-23" y="1034"/>
                    <a:pt x="-323" y="133"/>
                    <a:pt x="428" y="-17"/>
                  </a:cubicBezTo>
                  <a:cubicBezTo>
                    <a:pt x="1179" y="-167"/>
                    <a:pt x="2306" y="1034"/>
                    <a:pt x="2906" y="1260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7" name="Content Placeholder 4">
              <a:extLst>
                <a:ext uri="{FF2B5EF4-FFF2-40B4-BE49-F238E27FC236}">
                  <a16:creationId xmlns:a16="http://schemas.microsoft.com/office/drawing/2014/main" id="{CF8EC16D-EE29-AF5C-5397-DEFB6A38FD6B}"/>
                </a:ext>
              </a:extLst>
            </p:cNvPr>
            <p:cNvSpPr/>
            <p:nvPr/>
          </p:nvSpPr>
          <p:spPr>
            <a:xfrm>
              <a:off x="12044228" y="4997690"/>
              <a:ext cx="27411" cy="85746"/>
            </a:xfrm>
            <a:custGeom>
              <a:avLst/>
              <a:gdLst>
                <a:gd name="connsiteX0" fmla="*/ 20774 w 27411"/>
                <a:gd name="connsiteY0" fmla="*/ 76932 h 85746"/>
                <a:gd name="connsiteX1" fmla="*/ 14465 w 27411"/>
                <a:gd name="connsiteY1" fmla="*/ 56434 h 85746"/>
                <a:gd name="connsiteX2" fmla="*/ 422 w 27411"/>
                <a:gd name="connsiteY2" fmla="*/ -30 h 85746"/>
                <a:gd name="connsiteX3" fmla="*/ -29 w 27411"/>
                <a:gd name="connsiteY3" fmla="*/ -30 h 85746"/>
                <a:gd name="connsiteX4" fmla="*/ 14014 w 27411"/>
                <a:gd name="connsiteY4" fmla="*/ 56208 h 85746"/>
                <a:gd name="connsiteX5" fmla="*/ 20323 w 27411"/>
                <a:gd name="connsiteY5" fmla="*/ 76857 h 85746"/>
                <a:gd name="connsiteX6" fmla="*/ 27382 w 27411"/>
                <a:gd name="connsiteY6" fmla="*/ 85717 h 85746"/>
                <a:gd name="connsiteX7" fmla="*/ 27382 w 27411"/>
                <a:gd name="connsiteY7" fmla="*/ 85717 h 85746"/>
                <a:gd name="connsiteX8" fmla="*/ 20774 w 27411"/>
                <a:gd name="connsiteY8" fmla="*/ 76932 h 85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411" h="85746">
                  <a:moveTo>
                    <a:pt x="20774" y="76932"/>
                  </a:moveTo>
                  <a:cubicBezTo>
                    <a:pt x="17319" y="70595"/>
                    <a:pt x="15141" y="63619"/>
                    <a:pt x="14465" y="56434"/>
                  </a:cubicBezTo>
                  <a:cubicBezTo>
                    <a:pt x="12888" y="46297"/>
                    <a:pt x="6955" y="23021"/>
                    <a:pt x="422" y="-30"/>
                  </a:cubicBezTo>
                  <a:lnTo>
                    <a:pt x="-29" y="-30"/>
                  </a:lnTo>
                  <a:cubicBezTo>
                    <a:pt x="6429" y="23021"/>
                    <a:pt x="12438" y="46072"/>
                    <a:pt x="14014" y="56208"/>
                  </a:cubicBezTo>
                  <a:cubicBezTo>
                    <a:pt x="14690" y="63447"/>
                    <a:pt x="16868" y="70467"/>
                    <a:pt x="20323" y="76857"/>
                  </a:cubicBezTo>
                  <a:cubicBezTo>
                    <a:pt x="22426" y="80018"/>
                    <a:pt x="24754" y="82983"/>
                    <a:pt x="27382" y="85717"/>
                  </a:cubicBezTo>
                  <a:lnTo>
                    <a:pt x="27382" y="85717"/>
                  </a:lnTo>
                  <a:cubicBezTo>
                    <a:pt x="24904" y="82999"/>
                    <a:pt x="22726" y="80056"/>
                    <a:pt x="20774" y="76932"/>
                  </a:cubicBezTo>
                  <a:close/>
                </a:path>
              </a:pathLst>
            </a:custGeom>
            <a:solidFill>
              <a:srgbClr val="E5E5E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8" name="Content Placeholder 4">
              <a:extLst>
                <a:ext uri="{FF2B5EF4-FFF2-40B4-BE49-F238E27FC236}">
                  <a16:creationId xmlns:a16="http://schemas.microsoft.com/office/drawing/2014/main" id="{531D0F08-0397-F623-84D6-B4511EC90420}"/>
                </a:ext>
              </a:extLst>
            </p:cNvPr>
            <p:cNvSpPr/>
            <p:nvPr/>
          </p:nvSpPr>
          <p:spPr>
            <a:xfrm>
              <a:off x="12004433" y="4940547"/>
              <a:ext cx="126235" cy="214895"/>
            </a:xfrm>
            <a:custGeom>
              <a:avLst/>
              <a:gdLst>
                <a:gd name="connsiteX0" fmla="*/ 126206 w 126235"/>
                <a:gd name="connsiteY0" fmla="*/ 96757 h 214895"/>
                <a:gd name="connsiteX1" fmla="*/ 112237 w 126235"/>
                <a:gd name="connsiteY1" fmla="*/ 131446 h 214895"/>
                <a:gd name="connsiteX2" fmla="*/ 110435 w 126235"/>
                <a:gd name="connsiteY2" fmla="*/ 150518 h 214895"/>
                <a:gd name="connsiteX3" fmla="*/ 110435 w 126235"/>
                <a:gd name="connsiteY3" fmla="*/ 152620 h 214895"/>
                <a:gd name="connsiteX4" fmla="*/ 98494 w 126235"/>
                <a:gd name="connsiteY4" fmla="*/ 204428 h 214895"/>
                <a:gd name="connsiteX5" fmla="*/ 81447 w 126235"/>
                <a:gd name="connsiteY5" fmla="*/ 213964 h 214895"/>
                <a:gd name="connsiteX6" fmla="*/ 73937 w 126235"/>
                <a:gd name="connsiteY6" fmla="*/ 207282 h 214895"/>
                <a:gd name="connsiteX7" fmla="*/ 70332 w 126235"/>
                <a:gd name="connsiteY7" fmla="*/ 190388 h 214895"/>
                <a:gd name="connsiteX8" fmla="*/ 69505 w 126235"/>
                <a:gd name="connsiteY8" fmla="*/ 175371 h 214895"/>
                <a:gd name="connsiteX9" fmla="*/ 66201 w 126235"/>
                <a:gd name="connsiteY9" fmla="*/ 136176 h 214895"/>
                <a:gd name="connsiteX10" fmla="*/ 47876 w 126235"/>
                <a:gd name="connsiteY10" fmla="*/ 85570 h 214895"/>
                <a:gd name="connsiteX11" fmla="*/ 20840 w 126235"/>
                <a:gd name="connsiteY11" fmla="*/ 57713 h 214895"/>
                <a:gd name="connsiteX12" fmla="*/ 20390 w 126235"/>
                <a:gd name="connsiteY12" fmla="*/ 57338 h 214895"/>
                <a:gd name="connsiteX13" fmla="*/ 11303 w 126235"/>
                <a:gd name="connsiteY13" fmla="*/ 48628 h 214895"/>
                <a:gd name="connsiteX14" fmla="*/ 3042 w 126235"/>
                <a:gd name="connsiteY14" fmla="*/ 4328 h 214895"/>
                <a:gd name="connsiteX15" fmla="*/ 5220 w 126235"/>
                <a:gd name="connsiteY15" fmla="*/ 4328 h 214895"/>
                <a:gd name="connsiteX16" fmla="*/ 5220 w 126235"/>
                <a:gd name="connsiteY16" fmla="*/ 1625 h 214895"/>
                <a:gd name="connsiteX17" fmla="*/ 3267 w 126235"/>
                <a:gd name="connsiteY17" fmla="*/ 198 h 214895"/>
                <a:gd name="connsiteX18" fmla="*/ 3267 w 126235"/>
                <a:gd name="connsiteY18" fmla="*/ 198 h 214895"/>
                <a:gd name="connsiteX19" fmla="*/ 413 w 126235"/>
                <a:gd name="connsiteY19" fmla="*/ 2827 h 214895"/>
                <a:gd name="connsiteX20" fmla="*/ 1766 w 126235"/>
                <a:gd name="connsiteY20" fmla="*/ 4178 h 214895"/>
                <a:gd name="connsiteX21" fmla="*/ 10177 w 126235"/>
                <a:gd name="connsiteY21" fmla="*/ 49229 h 214895"/>
                <a:gd name="connsiteX22" fmla="*/ 19414 w 126235"/>
                <a:gd name="connsiteY22" fmla="*/ 58014 h 214895"/>
                <a:gd name="connsiteX23" fmla="*/ 19414 w 126235"/>
                <a:gd name="connsiteY23" fmla="*/ 58014 h 214895"/>
                <a:gd name="connsiteX24" fmla="*/ 46375 w 126235"/>
                <a:gd name="connsiteY24" fmla="*/ 85720 h 214895"/>
                <a:gd name="connsiteX25" fmla="*/ 64549 w 126235"/>
                <a:gd name="connsiteY25" fmla="*/ 135951 h 214895"/>
                <a:gd name="connsiteX26" fmla="*/ 67853 w 126235"/>
                <a:gd name="connsiteY26" fmla="*/ 175145 h 214895"/>
                <a:gd name="connsiteX27" fmla="*/ 68679 w 126235"/>
                <a:gd name="connsiteY27" fmla="*/ 190162 h 214895"/>
                <a:gd name="connsiteX28" fmla="*/ 72284 w 126235"/>
                <a:gd name="connsiteY28" fmla="*/ 207282 h 214895"/>
                <a:gd name="connsiteX29" fmla="*/ 79794 w 126235"/>
                <a:gd name="connsiteY29" fmla="*/ 214340 h 214895"/>
                <a:gd name="connsiteX30" fmla="*/ 82873 w 126235"/>
                <a:gd name="connsiteY30" fmla="*/ 214865 h 214895"/>
                <a:gd name="connsiteX31" fmla="*/ 97893 w 126235"/>
                <a:gd name="connsiteY31" fmla="*/ 204579 h 214895"/>
                <a:gd name="connsiteX32" fmla="*/ 109909 w 126235"/>
                <a:gd name="connsiteY32" fmla="*/ 152020 h 214895"/>
                <a:gd name="connsiteX33" fmla="*/ 109909 w 126235"/>
                <a:gd name="connsiteY33" fmla="*/ 150443 h 214895"/>
                <a:gd name="connsiteX34" fmla="*/ 111637 w 126235"/>
                <a:gd name="connsiteY34" fmla="*/ 131596 h 214895"/>
                <a:gd name="connsiteX35" fmla="*/ 125380 w 126235"/>
                <a:gd name="connsiteY35" fmla="*/ 97208 h 214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26235" h="214895">
                  <a:moveTo>
                    <a:pt x="126206" y="96757"/>
                  </a:moveTo>
                  <a:cubicBezTo>
                    <a:pt x="118696" y="105092"/>
                    <a:pt x="115392" y="119282"/>
                    <a:pt x="112237" y="131446"/>
                  </a:cubicBezTo>
                  <a:cubicBezTo>
                    <a:pt x="110960" y="137716"/>
                    <a:pt x="110360" y="144113"/>
                    <a:pt x="110435" y="150518"/>
                  </a:cubicBezTo>
                  <a:lnTo>
                    <a:pt x="110435" y="152620"/>
                  </a:lnTo>
                  <a:cubicBezTo>
                    <a:pt x="110435" y="169439"/>
                    <a:pt x="108558" y="188811"/>
                    <a:pt x="98494" y="204428"/>
                  </a:cubicBezTo>
                  <a:cubicBezTo>
                    <a:pt x="94814" y="210210"/>
                    <a:pt x="88131" y="216142"/>
                    <a:pt x="81447" y="213964"/>
                  </a:cubicBezTo>
                  <a:cubicBezTo>
                    <a:pt x="78142" y="212860"/>
                    <a:pt x="75438" y="210443"/>
                    <a:pt x="73937" y="207282"/>
                  </a:cubicBezTo>
                  <a:cubicBezTo>
                    <a:pt x="71533" y="201966"/>
                    <a:pt x="70332" y="196206"/>
                    <a:pt x="70332" y="190388"/>
                  </a:cubicBezTo>
                  <a:cubicBezTo>
                    <a:pt x="70332" y="185507"/>
                    <a:pt x="69731" y="180476"/>
                    <a:pt x="69505" y="175371"/>
                  </a:cubicBezTo>
                  <a:cubicBezTo>
                    <a:pt x="68829" y="162456"/>
                    <a:pt x="68154" y="149166"/>
                    <a:pt x="66201" y="136176"/>
                  </a:cubicBezTo>
                  <a:cubicBezTo>
                    <a:pt x="64098" y="118111"/>
                    <a:pt x="57865" y="100782"/>
                    <a:pt x="47876" y="85570"/>
                  </a:cubicBezTo>
                  <a:cubicBezTo>
                    <a:pt x="40066" y="75178"/>
                    <a:pt x="30979" y="65815"/>
                    <a:pt x="20840" y="57713"/>
                  </a:cubicBezTo>
                  <a:lnTo>
                    <a:pt x="20390" y="57338"/>
                  </a:lnTo>
                  <a:cubicBezTo>
                    <a:pt x="17161" y="54687"/>
                    <a:pt x="14081" y="51774"/>
                    <a:pt x="11303" y="48628"/>
                  </a:cubicBezTo>
                  <a:cubicBezTo>
                    <a:pt x="2065" y="35848"/>
                    <a:pt x="-1013" y="19585"/>
                    <a:pt x="3042" y="4328"/>
                  </a:cubicBezTo>
                  <a:cubicBezTo>
                    <a:pt x="3718" y="4583"/>
                    <a:pt x="4544" y="4583"/>
                    <a:pt x="5220" y="4328"/>
                  </a:cubicBezTo>
                  <a:cubicBezTo>
                    <a:pt x="5521" y="3449"/>
                    <a:pt x="5521" y="2504"/>
                    <a:pt x="5220" y="1625"/>
                  </a:cubicBezTo>
                  <a:cubicBezTo>
                    <a:pt x="5220" y="799"/>
                    <a:pt x="4093" y="-27"/>
                    <a:pt x="3267" y="198"/>
                  </a:cubicBezTo>
                  <a:lnTo>
                    <a:pt x="3267" y="198"/>
                  </a:lnTo>
                  <a:cubicBezTo>
                    <a:pt x="1841" y="-703"/>
                    <a:pt x="-187" y="1250"/>
                    <a:pt x="413" y="2827"/>
                  </a:cubicBezTo>
                  <a:cubicBezTo>
                    <a:pt x="639" y="3442"/>
                    <a:pt x="1164" y="3930"/>
                    <a:pt x="1766" y="4178"/>
                  </a:cubicBezTo>
                  <a:cubicBezTo>
                    <a:pt x="-2365" y="19698"/>
                    <a:pt x="714" y="36239"/>
                    <a:pt x="10177" y="49229"/>
                  </a:cubicBezTo>
                  <a:cubicBezTo>
                    <a:pt x="13031" y="52405"/>
                    <a:pt x="16109" y="55340"/>
                    <a:pt x="19414" y="58014"/>
                  </a:cubicBezTo>
                  <a:lnTo>
                    <a:pt x="19414" y="58014"/>
                  </a:lnTo>
                  <a:cubicBezTo>
                    <a:pt x="29552" y="66063"/>
                    <a:pt x="38639" y="75373"/>
                    <a:pt x="46375" y="85720"/>
                  </a:cubicBezTo>
                  <a:cubicBezTo>
                    <a:pt x="56213" y="100849"/>
                    <a:pt x="62446" y="118036"/>
                    <a:pt x="64549" y="135951"/>
                  </a:cubicBezTo>
                  <a:cubicBezTo>
                    <a:pt x="66502" y="148941"/>
                    <a:pt x="67177" y="162231"/>
                    <a:pt x="67853" y="175145"/>
                  </a:cubicBezTo>
                  <a:cubicBezTo>
                    <a:pt x="67853" y="179951"/>
                    <a:pt x="68379" y="184981"/>
                    <a:pt x="68679" y="190162"/>
                  </a:cubicBezTo>
                  <a:cubicBezTo>
                    <a:pt x="68679" y="196057"/>
                    <a:pt x="69956" y="201883"/>
                    <a:pt x="72284" y="207282"/>
                  </a:cubicBezTo>
                  <a:cubicBezTo>
                    <a:pt x="73786" y="210525"/>
                    <a:pt x="76490" y="213056"/>
                    <a:pt x="79794" y="214340"/>
                  </a:cubicBezTo>
                  <a:cubicBezTo>
                    <a:pt x="80770" y="214700"/>
                    <a:pt x="81822" y="214880"/>
                    <a:pt x="82873" y="214865"/>
                  </a:cubicBezTo>
                  <a:cubicBezTo>
                    <a:pt x="89256" y="214039"/>
                    <a:pt x="94814" y="210210"/>
                    <a:pt x="97893" y="204579"/>
                  </a:cubicBezTo>
                  <a:cubicBezTo>
                    <a:pt x="106680" y="188518"/>
                    <a:pt x="110885" y="170317"/>
                    <a:pt x="109909" y="152020"/>
                  </a:cubicBezTo>
                  <a:lnTo>
                    <a:pt x="109909" y="150443"/>
                  </a:lnTo>
                  <a:cubicBezTo>
                    <a:pt x="109759" y="144113"/>
                    <a:pt x="110285" y="137791"/>
                    <a:pt x="111637" y="131596"/>
                  </a:cubicBezTo>
                  <a:cubicBezTo>
                    <a:pt x="114715" y="119733"/>
                    <a:pt x="117644" y="105467"/>
                    <a:pt x="125380" y="97208"/>
                  </a:cubicBezTo>
                  <a:close/>
                </a:path>
              </a:pathLst>
            </a:custGeom>
            <a:solidFill>
              <a:srgbClr val="E5E5E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9" name="Content Placeholder 4">
              <a:extLst>
                <a:ext uri="{FF2B5EF4-FFF2-40B4-BE49-F238E27FC236}">
                  <a16:creationId xmlns:a16="http://schemas.microsoft.com/office/drawing/2014/main" id="{193B811B-76ED-ABF0-E377-C0DA21820096}"/>
                </a:ext>
              </a:extLst>
            </p:cNvPr>
            <p:cNvSpPr/>
            <p:nvPr/>
          </p:nvSpPr>
          <p:spPr>
            <a:xfrm>
              <a:off x="12070547" y="5082460"/>
              <a:ext cx="3796" cy="10361"/>
            </a:xfrm>
            <a:custGeom>
              <a:avLst/>
              <a:gdLst>
                <a:gd name="connsiteX0" fmla="*/ 839 w 3796"/>
                <a:gd name="connsiteY0" fmla="*/ 10032 h 10361"/>
                <a:gd name="connsiteX1" fmla="*/ 839 w 3796"/>
                <a:gd name="connsiteY1" fmla="*/ 10032 h 10361"/>
                <a:gd name="connsiteX2" fmla="*/ 839 w 3796"/>
                <a:gd name="connsiteY2" fmla="*/ 9656 h 10361"/>
                <a:gd name="connsiteX3" fmla="*/ 839 w 3796"/>
                <a:gd name="connsiteY3" fmla="*/ 8155 h 10361"/>
                <a:gd name="connsiteX4" fmla="*/ 839 w 3796"/>
                <a:gd name="connsiteY4" fmla="*/ 6503 h 10361"/>
                <a:gd name="connsiteX5" fmla="*/ 238 w 3796"/>
                <a:gd name="connsiteY5" fmla="*/ 4325 h 10361"/>
                <a:gd name="connsiteX6" fmla="*/ 238 w 3796"/>
                <a:gd name="connsiteY6" fmla="*/ 3424 h 10361"/>
                <a:gd name="connsiteX7" fmla="*/ 238 w 3796"/>
                <a:gd name="connsiteY7" fmla="*/ 196 h 10361"/>
                <a:gd name="connsiteX8" fmla="*/ 1815 w 3796"/>
                <a:gd name="connsiteY8" fmla="*/ 196 h 10361"/>
                <a:gd name="connsiteX9" fmla="*/ 3017 w 3796"/>
                <a:gd name="connsiteY9" fmla="*/ 946 h 10361"/>
                <a:gd name="connsiteX10" fmla="*/ 3017 w 3796"/>
                <a:gd name="connsiteY10" fmla="*/ 1847 h 10361"/>
                <a:gd name="connsiteX11" fmla="*/ 3768 w 3796"/>
                <a:gd name="connsiteY11" fmla="*/ 10332 h 10361"/>
                <a:gd name="connsiteX12" fmla="*/ 1514 w 3796"/>
                <a:gd name="connsiteY12" fmla="*/ 10332 h 10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796" h="10361">
                  <a:moveTo>
                    <a:pt x="839" y="10032"/>
                  </a:moveTo>
                  <a:lnTo>
                    <a:pt x="839" y="10032"/>
                  </a:lnTo>
                  <a:cubicBezTo>
                    <a:pt x="839" y="10032"/>
                    <a:pt x="839" y="10032"/>
                    <a:pt x="839" y="9656"/>
                  </a:cubicBezTo>
                  <a:lnTo>
                    <a:pt x="839" y="8155"/>
                  </a:lnTo>
                  <a:cubicBezTo>
                    <a:pt x="839" y="7607"/>
                    <a:pt x="839" y="7051"/>
                    <a:pt x="839" y="6503"/>
                  </a:cubicBezTo>
                  <a:cubicBezTo>
                    <a:pt x="688" y="5767"/>
                    <a:pt x="464" y="5038"/>
                    <a:pt x="238" y="4325"/>
                  </a:cubicBezTo>
                  <a:cubicBezTo>
                    <a:pt x="238" y="4325"/>
                    <a:pt x="238" y="3724"/>
                    <a:pt x="238" y="3424"/>
                  </a:cubicBezTo>
                  <a:cubicBezTo>
                    <a:pt x="238" y="3124"/>
                    <a:pt x="-363" y="946"/>
                    <a:pt x="238" y="196"/>
                  </a:cubicBezTo>
                  <a:cubicBezTo>
                    <a:pt x="688" y="-105"/>
                    <a:pt x="1365" y="-105"/>
                    <a:pt x="1815" y="196"/>
                  </a:cubicBezTo>
                  <a:cubicBezTo>
                    <a:pt x="2341" y="263"/>
                    <a:pt x="2716" y="533"/>
                    <a:pt x="3017" y="946"/>
                  </a:cubicBezTo>
                  <a:cubicBezTo>
                    <a:pt x="3017" y="1247"/>
                    <a:pt x="3017" y="1547"/>
                    <a:pt x="3017" y="1847"/>
                  </a:cubicBezTo>
                  <a:lnTo>
                    <a:pt x="3768" y="10332"/>
                  </a:lnTo>
                  <a:lnTo>
                    <a:pt x="1514" y="10332"/>
                  </a:lnTo>
                  <a:close/>
                </a:path>
              </a:pathLst>
            </a:custGeom>
            <a:solidFill>
              <a:srgbClr val="E5E5E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0" name="Content Placeholder 4">
              <a:extLst>
                <a:ext uri="{FF2B5EF4-FFF2-40B4-BE49-F238E27FC236}">
                  <a16:creationId xmlns:a16="http://schemas.microsoft.com/office/drawing/2014/main" id="{2BFA8F08-584A-574A-BFAA-62FD25E710BA}"/>
                </a:ext>
              </a:extLst>
            </p:cNvPr>
            <p:cNvSpPr/>
            <p:nvPr/>
          </p:nvSpPr>
          <p:spPr>
            <a:xfrm>
              <a:off x="11939764" y="4857607"/>
              <a:ext cx="152753" cy="139256"/>
            </a:xfrm>
            <a:custGeom>
              <a:avLst/>
              <a:gdLst>
                <a:gd name="connsiteX0" fmla="*/ 142211 w 152753"/>
                <a:gd name="connsiteY0" fmla="*/ 55808 h 139256"/>
                <a:gd name="connsiteX1" fmla="*/ 134100 w 152753"/>
                <a:gd name="connsiteY1" fmla="*/ 39965 h 139256"/>
                <a:gd name="connsiteX2" fmla="*/ 127266 w 152753"/>
                <a:gd name="connsiteY2" fmla="*/ 30655 h 139256"/>
                <a:gd name="connsiteX3" fmla="*/ 123586 w 152753"/>
                <a:gd name="connsiteY3" fmla="*/ 23146 h 139256"/>
                <a:gd name="connsiteX4" fmla="*/ 97901 w 152753"/>
                <a:gd name="connsiteY4" fmla="*/ 2272 h 139256"/>
                <a:gd name="connsiteX5" fmla="*/ 79352 w 152753"/>
                <a:gd name="connsiteY5" fmla="*/ 20 h 139256"/>
                <a:gd name="connsiteX6" fmla="*/ 60276 w 152753"/>
                <a:gd name="connsiteY6" fmla="*/ 1897 h 139256"/>
                <a:gd name="connsiteX7" fmla="*/ 44355 w 152753"/>
                <a:gd name="connsiteY7" fmla="*/ 12109 h 139256"/>
                <a:gd name="connsiteX8" fmla="*/ 42402 w 152753"/>
                <a:gd name="connsiteY8" fmla="*/ 17890 h 139256"/>
                <a:gd name="connsiteX9" fmla="*/ 40976 w 152753"/>
                <a:gd name="connsiteY9" fmla="*/ 17890 h 139256"/>
                <a:gd name="connsiteX10" fmla="*/ 10035 w 152753"/>
                <a:gd name="connsiteY10" fmla="*/ 57685 h 139256"/>
                <a:gd name="connsiteX11" fmla="*/ 6880 w 152753"/>
                <a:gd name="connsiteY11" fmla="*/ 67822 h 139256"/>
                <a:gd name="connsiteX12" fmla="*/ -29 w 152753"/>
                <a:gd name="connsiteY12" fmla="*/ 73378 h 139256"/>
                <a:gd name="connsiteX13" fmla="*/ 13339 w 152753"/>
                <a:gd name="connsiteY13" fmla="*/ 75630 h 139256"/>
                <a:gd name="connsiteX14" fmla="*/ 9283 w 152753"/>
                <a:gd name="connsiteY14" fmla="*/ 90647 h 139256"/>
                <a:gd name="connsiteX15" fmla="*/ 10035 w 152753"/>
                <a:gd name="connsiteY15" fmla="*/ 107391 h 139256"/>
                <a:gd name="connsiteX16" fmla="*/ 16943 w 152753"/>
                <a:gd name="connsiteY16" fmla="*/ 98606 h 139256"/>
                <a:gd name="connsiteX17" fmla="*/ 28810 w 152753"/>
                <a:gd name="connsiteY17" fmla="*/ 116101 h 139256"/>
                <a:gd name="connsiteX18" fmla="*/ 34892 w 152753"/>
                <a:gd name="connsiteY18" fmla="*/ 119705 h 139256"/>
                <a:gd name="connsiteX19" fmla="*/ 36169 w 152753"/>
                <a:gd name="connsiteY19" fmla="*/ 124285 h 139256"/>
                <a:gd name="connsiteX20" fmla="*/ 40750 w 152753"/>
                <a:gd name="connsiteY20" fmla="*/ 127213 h 139256"/>
                <a:gd name="connsiteX21" fmla="*/ 45858 w 152753"/>
                <a:gd name="connsiteY21" fmla="*/ 129541 h 139256"/>
                <a:gd name="connsiteX22" fmla="*/ 50288 w 152753"/>
                <a:gd name="connsiteY22" fmla="*/ 139227 h 139256"/>
                <a:gd name="connsiteX23" fmla="*/ 50738 w 152753"/>
                <a:gd name="connsiteY23" fmla="*/ 133070 h 139256"/>
                <a:gd name="connsiteX24" fmla="*/ 53142 w 152753"/>
                <a:gd name="connsiteY24" fmla="*/ 135398 h 139256"/>
                <a:gd name="connsiteX25" fmla="*/ 52391 w 152753"/>
                <a:gd name="connsiteY25" fmla="*/ 128415 h 139256"/>
                <a:gd name="connsiteX26" fmla="*/ 52391 w 152753"/>
                <a:gd name="connsiteY26" fmla="*/ 127664 h 139256"/>
                <a:gd name="connsiteX27" fmla="*/ 55996 w 152753"/>
                <a:gd name="connsiteY27" fmla="*/ 121732 h 139256"/>
                <a:gd name="connsiteX28" fmla="*/ 60051 w 152753"/>
                <a:gd name="connsiteY28" fmla="*/ 111220 h 139256"/>
                <a:gd name="connsiteX29" fmla="*/ 65984 w 152753"/>
                <a:gd name="connsiteY29" fmla="*/ 103036 h 139256"/>
                <a:gd name="connsiteX30" fmla="*/ 63731 w 152753"/>
                <a:gd name="connsiteY30" fmla="*/ 99282 h 139256"/>
                <a:gd name="connsiteX31" fmla="*/ 61102 w 152753"/>
                <a:gd name="connsiteY31" fmla="*/ 88920 h 139256"/>
                <a:gd name="connsiteX32" fmla="*/ 65083 w 152753"/>
                <a:gd name="connsiteY32" fmla="*/ 79159 h 139256"/>
                <a:gd name="connsiteX33" fmla="*/ 72593 w 152753"/>
                <a:gd name="connsiteY33" fmla="*/ 80361 h 139256"/>
                <a:gd name="connsiteX34" fmla="*/ 77700 w 152753"/>
                <a:gd name="connsiteY34" fmla="*/ 86668 h 139256"/>
                <a:gd name="connsiteX35" fmla="*/ 81604 w 152753"/>
                <a:gd name="connsiteY35" fmla="*/ 66996 h 139256"/>
                <a:gd name="connsiteX36" fmla="*/ 84684 w 152753"/>
                <a:gd name="connsiteY36" fmla="*/ 60764 h 139256"/>
                <a:gd name="connsiteX37" fmla="*/ 91067 w 152753"/>
                <a:gd name="connsiteY37" fmla="*/ 60388 h 139256"/>
                <a:gd name="connsiteX38" fmla="*/ 95048 w 152753"/>
                <a:gd name="connsiteY38" fmla="*/ 66169 h 139256"/>
                <a:gd name="connsiteX39" fmla="*/ 100906 w 152753"/>
                <a:gd name="connsiteY39" fmla="*/ 65644 h 139256"/>
                <a:gd name="connsiteX40" fmla="*/ 110218 w 152753"/>
                <a:gd name="connsiteY40" fmla="*/ 61740 h 139256"/>
                <a:gd name="connsiteX41" fmla="*/ 112321 w 152753"/>
                <a:gd name="connsiteY41" fmla="*/ 61289 h 139256"/>
                <a:gd name="connsiteX42" fmla="*/ 115325 w 152753"/>
                <a:gd name="connsiteY42" fmla="*/ 64968 h 139256"/>
                <a:gd name="connsiteX43" fmla="*/ 119229 w 152753"/>
                <a:gd name="connsiteY43" fmla="*/ 72477 h 139256"/>
                <a:gd name="connsiteX44" fmla="*/ 120582 w 152753"/>
                <a:gd name="connsiteY44" fmla="*/ 73528 h 139256"/>
                <a:gd name="connsiteX45" fmla="*/ 124412 w 152753"/>
                <a:gd name="connsiteY45" fmla="*/ 71200 h 139256"/>
                <a:gd name="connsiteX46" fmla="*/ 131396 w 152753"/>
                <a:gd name="connsiteY46" fmla="*/ 73152 h 139256"/>
                <a:gd name="connsiteX47" fmla="*/ 132973 w 152753"/>
                <a:gd name="connsiteY47" fmla="*/ 81036 h 139256"/>
                <a:gd name="connsiteX48" fmla="*/ 140483 w 152753"/>
                <a:gd name="connsiteY48" fmla="*/ 63166 h 139256"/>
                <a:gd name="connsiteX49" fmla="*/ 152725 w 152753"/>
                <a:gd name="connsiteY49" fmla="*/ 63767 h 139256"/>
                <a:gd name="connsiteX50" fmla="*/ 142211 w 152753"/>
                <a:gd name="connsiteY50" fmla="*/ 55808 h 139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152753" h="139256">
                  <a:moveTo>
                    <a:pt x="142211" y="55808"/>
                  </a:moveTo>
                  <a:cubicBezTo>
                    <a:pt x="138606" y="51017"/>
                    <a:pt x="135902" y="45664"/>
                    <a:pt x="134100" y="39965"/>
                  </a:cubicBezTo>
                  <a:cubicBezTo>
                    <a:pt x="132597" y="36376"/>
                    <a:pt x="130195" y="33193"/>
                    <a:pt x="127266" y="30655"/>
                  </a:cubicBezTo>
                  <a:cubicBezTo>
                    <a:pt x="126739" y="27854"/>
                    <a:pt x="125463" y="25249"/>
                    <a:pt x="123586" y="23146"/>
                  </a:cubicBezTo>
                  <a:cubicBezTo>
                    <a:pt x="117277" y="13798"/>
                    <a:pt x="108340" y="6530"/>
                    <a:pt x="97901" y="2272"/>
                  </a:cubicBezTo>
                  <a:cubicBezTo>
                    <a:pt x="91893" y="583"/>
                    <a:pt x="85585" y="-175"/>
                    <a:pt x="79352" y="20"/>
                  </a:cubicBezTo>
                  <a:cubicBezTo>
                    <a:pt x="72969" y="-220"/>
                    <a:pt x="66510" y="410"/>
                    <a:pt x="60276" y="1897"/>
                  </a:cubicBezTo>
                  <a:cubicBezTo>
                    <a:pt x="53968" y="3384"/>
                    <a:pt x="48336" y="6988"/>
                    <a:pt x="44355" y="12109"/>
                  </a:cubicBezTo>
                  <a:cubicBezTo>
                    <a:pt x="43153" y="13813"/>
                    <a:pt x="42478" y="15818"/>
                    <a:pt x="42402" y="17890"/>
                  </a:cubicBezTo>
                  <a:lnTo>
                    <a:pt x="40976" y="17890"/>
                  </a:lnTo>
                  <a:cubicBezTo>
                    <a:pt x="24229" y="16989"/>
                    <a:pt x="14240" y="40415"/>
                    <a:pt x="10035" y="57685"/>
                  </a:cubicBezTo>
                  <a:cubicBezTo>
                    <a:pt x="9358" y="61176"/>
                    <a:pt x="8308" y="64578"/>
                    <a:pt x="6880" y="67822"/>
                  </a:cubicBezTo>
                  <a:cubicBezTo>
                    <a:pt x="5754" y="70787"/>
                    <a:pt x="3125" y="72905"/>
                    <a:pt x="-29" y="73378"/>
                  </a:cubicBezTo>
                  <a:cubicBezTo>
                    <a:pt x="3801" y="76208"/>
                    <a:pt x="8758" y="77049"/>
                    <a:pt x="13339" y="75630"/>
                  </a:cubicBezTo>
                  <a:cubicBezTo>
                    <a:pt x="12964" y="80849"/>
                    <a:pt x="11536" y="85939"/>
                    <a:pt x="9283" y="90647"/>
                  </a:cubicBezTo>
                  <a:cubicBezTo>
                    <a:pt x="7706" y="96166"/>
                    <a:pt x="8007" y="102038"/>
                    <a:pt x="10035" y="107391"/>
                  </a:cubicBezTo>
                  <a:cubicBezTo>
                    <a:pt x="11161" y="103719"/>
                    <a:pt x="13639" y="100596"/>
                    <a:pt x="16943" y="98606"/>
                  </a:cubicBezTo>
                  <a:cubicBezTo>
                    <a:pt x="19573" y="106114"/>
                    <a:pt x="22877" y="113623"/>
                    <a:pt x="28810" y="116101"/>
                  </a:cubicBezTo>
                  <a:cubicBezTo>
                    <a:pt x="31062" y="116927"/>
                    <a:pt x="33766" y="117227"/>
                    <a:pt x="34892" y="119705"/>
                  </a:cubicBezTo>
                  <a:cubicBezTo>
                    <a:pt x="36019" y="122183"/>
                    <a:pt x="35494" y="122933"/>
                    <a:pt x="36169" y="124285"/>
                  </a:cubicBezTo>
                  <a:cubicBezTo>
                    <a:pt x="37221" y="125854"/>
                    <a:pt x="38873" y="126913"/>
                    <a:pt x="40750" y="127213"/>
                  </a:cubicBezTo>
                  <a:cubicBezTo>
                    <a:pt x="42553" y="127836"/>
                    <a:pt x="44205" y="128617"/>
                    <a:pt x="45858" y="129541"/>
                  </a:cubicBezTo>
                  <a:cubicBezTo>
                    <a:pt x="46233" y="133168"/>
                    <a:pt x="47809" y="136561"/>
                    <a:pt x="50288" y="139227"/>
                  </a:cubicBezTo>
                  <a:cubicBezTo>
                    <a:pt x="50063" y="137162"/>
                    <a:pt x="50288" y="135082"/>
                    <a:pt x="50738" y="133070"/>
                  </a:cubicBezTo>
                  <a:lnTo>
                    <a:pt x="53142" y="135398"/>
                  </a:lnTo>
                  <a:cubicBezTo>
                    <a:pt x="53142" y="133145"/>
                    <a:pt x="52616" y="130742"/>
                    <a:pt x="52391" y="128415"/>
                  </a:cubicBezTo>
                  <a:lnTo>
                    <a:pt x="52391" y="127664"/>
                  </a:lnTo>
                  <a:cubicBezTo>
                    <a:pt x="53517" y="125637"/>
                    <a:pt x="55020" y="123834"/>
                    <a:pt x="55996" y="121732"/>
                  </a:cubicBezTo>
                  <a:cubicBezTo>
                    <a:pt x="57573" y="118278"/>
                    <a:pt x="57648" y="114224"/>
                    <a:pt x="60051" y="111220"/>
                  </a:cubicBezTo>
                  <a:cubicBezTo>
                    <a:pt x="62454" y="108217"/>
                    <a:pt x="66584" y="106490"/>
                    <a:pt x="65984" y="103036"/>
                  </a:cubicBezTo>
                  <a:cubicBezTo>
                    <a:pt x="65534" y="101639"/>
                    <a:pt x="64707" y="100356"/>
                    <a:pt x="63731" y="99282"/>
                  </a:cubicBezTo>
                  <a:cubicBezTo>
                    <a:pt x="61853" y="96166"/>
                    <a:pt x="60952" y="92562"/>
                    <a:pt x="61102" y="88920"/>
                  </a:cubicBezTo>
                  <a:cubicBezTo>
                    <a:pt x="61102" y="85166"/>
                    <a:pt x="61779" y="80811"/>
                    <a:pt x="65083" y="79159"/>
                  </a:cubicBezTo>
                  <a:cubicBezTo>
                    <a:pt x="67636" y="78168"/>
                    <a:pt x="70490" y="78626"/>
                    <a:pt x="72593" y="80361"/>
                  </a:cubicBezTo>
                  <a:cubicBezTo>
                    <a:pt x="74696" y="82125"/>
                    <a:pt x="76423" y="84265"/>
                    <a:pt x="77700" y="86668"/>
                  </a:cubicBezTo>
                  <a:cubicBezTo>
                    <a:pt x="81680" y="81186"/>
                    <a:pt x="80328" y="73603"/>
                    <a:pt x="81604" y="66996"/>
                  </a:cubicBezTo>
                  <a:cubicBezTo>
                    <a:pt x="81905" y="64638"/>
                    <a:pt x="83032" y="62445"/>
                    <a:pt x="84684" y="60764"/>
                  </a:cubicBezTo>
                  <a:cubicBezTo>
                    <a:pt x="86411" y="59127"/>
                    <a:pt x="89114" y="58969"/>
                    <a:pt x="91067" y="60388"/>
                  </a:cubicBezTo>
                  <a:cubicBezTo>
                    <a:pt x="92869" y="61965"/>
                    <a:pt x="93020" y="64968"/>
                    <a:pt x="95048" y="66169"/>
                  </a:cubicBezTo>
                  <a:cubicBezTo>
                    <a:pt x="97000" y="66935"/>
                    <a:pt x="99178" y="66740"/>
                    <a:pt x="100906" y="65644"/>
                  </a:cubicBezTo>
                  <a:lnTo>
                    <a:pt x="110218" y="61740"/>
                  </a:lnTo>
                  <a:cubicBezTo>
                    <a:pt x="110894" y="61439"/>
                    <a:pt x="111570" y="61289"/>
                    <a:pt x="112321" y="61289"/>
                  </a:cubicBezTo>
                  <a:cubicBezTo>
                    <a:pt x="113973" y="61289"/>
                    <a:pt x="114724" y="63391"/>
                    <a:pt x="115325" y="64968"/>
                  </a:cubicBezTo>
                  <a:cubicBezTo>
                    <a:pt x="116226" y="67664"/>
                    <a:pt x="117502" y="70202"/>
                    <a:pt x="119229" y="72477"/>
                  </a:cubicBezTo>
                  <a:cubicBezTo>
                    <a:pt x="119530" y="72965"/>
                    <a:pt x="120055" y="73333"/>
                    <a:pt x="120582" y="73528"/>
                  </a:cubicBezTo>
                  <a:cubicBezTo>
                    <a:pt x="122083" y="74054"/>
                    <a:pt x="123135" y="72177"/>
                    <a:pt x="124412" y="71200"/>
                  </a:cubicBezTo>
                  <a:cubicBezTo>
                    <a:pt x="126890" y="69841"/>
                    <a:pt x="129969" y="70712"/>
                    <a:pt x="131396" y="73152"/>
                  </a:cubicBezTo>
                  <a:cubicBezTo>
                    <a:pt x="132673" y="75570"/>
                    <a:pt x="133198" y="78311"/>
                    <a:pt x="132973" y="81036"/>
                  </a:cubicBezTo>
                  <a:cubicBezTo>
                    <a:pt x="136953" y="75810"/>
                    <a:pt x="139507" y="69661"/>
                    <a:pt x="140483" y="63166"/>
                  </a:cubicBezTo>
                  <a:lnTo>
                    <a:pt x="152725" y="63767"/>
                  </a:lnTo>
                  <a:cubicBezTo>
                    <a:pt x="148144" y="62873"/>
                    <a:pt x="144314" y="59938"/>
                    <a:pt x="142211" y="55808"/>
                  </a:cubicBezTo>
                  <a:close/>
                </a:path>
              </a:pathLst>
            </a:custGeom>
            <a:solidFill>
              <a:srgbClr val="AA6A6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1" name="Content Placeholder 4">
              <a:extLst>
                <a:ext uri="{FF2B5EF4-FFF2-40B4-BE49-F238E27FC236}">
                  <a16:creationId xmlns:a16="http://schemas.microsoft.com/office/drawing/2014/main" id="{C7B7C5A8-4349-C295-424F-1591DE463C0F}"/>
                </a:ext>
              </a:extLst>
            </p:cNvPr>
            <p:cNvSpPr/>
            <p:nvPr/>
          </p:nvSpPr>
          <p:spPr>
            <a:xfrm>
              <a:off x="12005647" y="5181267"/>
              <a:ext cx="47228" cy="45308"/>
            </a:xfrm>
            <a:custGeom>
              <a:avLst/>
              <a:gdLst>
                <a:gd name="connsiteX0" fmla="*/ 36449 w 47228"/>
                <a:gd name="connsiteY0" fmla="*/ 1476 h 45308"/>
                <a:gd name="connsiteX1" fmla="*/ 38628 w 47228"/>
                <a:gd name="connsiteY1" fmla="*/ -25 h 45308"/>
                <a:gd name="connsiteX2" fmla="*/ 40129 w 47228"/>
                <a:gd name="connsiteY2" fmla="*/ 801 h 45308"/>
                <a:gd name="connsiteX3" fmla="*/ 45762 w 47228"/>
                <a:gd name="connsiteY3" fmla="*/ 5907 h 45308"/>
                <a:gd name="connsiteX4" fmla="*/ 47039 w 47228"/>
                <a:gd name="connsiteY4" fmla="*/ 7408 h 45308"/>
                <a:gd name="connsiteX5" fmla="*/ 46288 w 47228"/>
                <a:gd name="connsiteY5" fmla="*/ 11238 h 45308"/>
                <a:gd name="connsiteX6" fmla="*/ 32094 w 47228"/>
                <a:gd name="connsiteY6" fmla="*/ 26255 h 45308"/>
                <a:gd name="connsiteX7" fmla="*/ 11141 w 47228"/>
                <a:gd name="connsiteY7" fmla="*/ 42097 h 45308"/>
                <a:gd name="connsiteX8" fmla="*/ 1529 w 47228"/>
                <a:gd name="connsiteY8" fmla="*/ 45176 h 45308"/>
                <a:gd name="connsiteX9" fmla="*/ 15272 w 47228"/>
                <a:gd name="connsiteY9" fmla="*/ 24828 h 45308"/>
                <a:gd name="connsiteX10" fmla="*/ 36449 w 47228"/>
                <a:gd name="connsiteY10" fmla="*/ 1476 h 45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228" h="45308">
                  <a:moveTo>
                    <a:pt x="36449" y="1476"/>
                  </a:moveTo>
                  <a:cubicBezTo>
                    <a:pt x="36976" y="726"/>
                    <a:pt x="37651" y="-100"/>
                    <a:pt x="38628" y="-25"/>
                  </a:cubicBezTo>
                  <a:cubicBezTo>
                    <a:pt x="39228" y="65"/>
                    <a:pt x="39754" y="358"/>
                    <a:pt x="40129" y="801"/>
                  </a:cubicBezTo>
                  <a:lnTo>
                    <a:pt x="45762" y="5907"/>
                  </a:lnTo>
                  <a:cubicBezTo>
                    <a:pt x="46288" y="6335"/>
                    <a:pt x="46663" y="6845"/>
                    <a:pt x="47039" y="7408"/>
                  </a:cubicBezTo>
                  <a:cubicBezTo>
                    <a:pt x="47415" y="8730"/>
                    <a:pt x="47114" y="10149"/>
                    <a:pt x="46288" y="11238"/>
                  </a:cubicBezTo>
                  <a:cubicBezTo>
                    <a:pt x="42533" y="17102"/>
                    <a:pt x="37726" y="22200"/>
                    <a:pt x="32094" y="26255"/>
                  </a:cubicBezTo>
                  <a:cubicBezTo>
                    <a:pt x="25335" y="31811"/>
                    <a:pt x="18276" y="37067"/>
                    <a:pt x="11141" y="42097"/>
                  </a:cubicBezTo>
                  <a:cubicBezTo>
                    <a:pt x="8588" y="44515"/>
                    <a:pt x="5058" y="45641"/>
                    <a:pt x="1529" y="45176"/>
                  </a:cubicBezTo>
                  <a:cubicBezTo>
                    <a:pt x="-4630" y="34664"/>
                    <a:pt x="9039" y="30159"/>
                    <a:pt x="15272" y="24828"/>
                  </a:cubicBezTo>
                  <a:cubicBezTo>
                    <a:pt x="23307" y="17995"/>
                    <a:pt x="30442" y="10142"/>
                    <a:pt x="36449" y="1476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2" name="Content Placeholder 4">
              <a:extLst>
                <a:ext uri="{FF2B5EF4-FFF2-40B4-BE49-F238E27FC236}">
                  <a16:creationId xmlns:a16="http://schemas.microsoft.com/office/drawing/2014/main" id="{7F31AB9C-97F8-5A17-292C-F87BC1684716}"/>
                </a:ext>
              </a:extLst>
            </p:cNvPr>
            <p:cNvSpPr/>
            <p:nvPr/>
          </p:nvSpPr>
          <p:spPr>
            <a:xfrm>
              <a:off x="11992277" y="5008684"/>
              <a:ext cx="53326" cy="29025"/>
            </a:xfrm>
            <a:custGeom>
              <a:avLst/>
              <a:gdLst>
                <a:gd name="connsiteX0" fmla="*/ 403 w 53326"/>
                <a:gd name="connsiteY0" fmla="*/ 2116 h 29025"/>
                <a:gd name="connsiteX1" fmla="*/ 17677 w 53326"/>
                <a:gd name="connsiteY1" fmla="*/ 463 h 29025"/>
                <a:gd name="connsiteX2" fmla="*/ 41859 w 53326"/>
                <a:gd name="connsiteY2" fmla="*/ 4443 h 29025"/>
                <a:gd name="connsiteX3" fmla="*/ 53274 w 53326"/>
                <a:gd name="connsiteY3" fmla="*/ 28996 h 29025"/>
                <a:gd name="connsiteX4" fmla="*/ 39981 w 53326"/>
                <a:gd name="connsiteY4" fmla="*/ 18258 h 29025"/>
                <a:gd name="connsiteX5" fmla="*/ 28491 w 53326"/>
                <a:gd name="connsiteY5" fmla="*/ 10750 h 29025"/>
                <a:gd name="connsiteX6" fmla="*/ 11518 w 53326"/>
                <a:gd name="connsiteY6" fmla="*/ 8498 h 29025"/>
                <a:gd name="connsiteX7" fmla="*/ 1305 w 53326"/>
                <a:gd name="connsiteY7" fmla="*/ 8498 h 29025"/>
                <a:gd name="connsiteX8" fmla="*/ 403 w 53326"/>
                <a:gd name="connsiteY8" fmla="*/ 2116 h 2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3326" h="29025">
                  <a:moveTo>
                    <a:pt x="403" y="2116"/>
                  </a:moveTo>
                  <a:cubicBezTo>
                    <a:pt x="6111" y="1364"/>
                    <a:pt x="11894" y="839"/>
                    <a:pt x="17677" y="463"/>
                  </a:cubicBezTo>
                  <a:cubicBezTo>
                    <a:pt x="25938" y="-873"/>
                    <a:pt x="34424" y="524"/>
                    <a:pt x="41859" y="4443"/>
                  </a:cubicBezTo>
                  <a:cubicBezTo>
                    <a:pt x="49444" y="10285"/>
                    <a:pt x="53649" y="19445"/>
                    <a:pt x="53274" y="28996"/>
                  </a:cubicBezTo>
                  <a:lnTo>
                    <a:pt x="39981" y="18258"/>
                  </a:lnTo>
                  <a:cubicBezTo>
                    <a:pt x="36601" y="15173"/>
                    <a:pt x="32697" y="12635"/>
                    <a:pt x="28491" y="10750"/>
                  </a:cubicBezTo>
                  <a:cubicBezTo>
                    <a:pt x="23009" y="8903"/>
                    <a:pt x="17301" y="8145"/>
                    <a:pt x="11518" y="8498"/>
                  </a:cubicBezTo>
                  <a:cubicBezTo>
                    <a:pt x="8139" y="9023"/>
                    <a:pt x="4684" y="9023"/>
                    <a:pt x="1305" y="8498"/>
                  </a:cubicBezTo>
                  <a:cubicBezTo>
                    <a:pt x="-1023" y="7221"/>
                    <a:pt x="403" y="4743"/>
                    <a:pt x="403" y="2116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16047F46-7E9E-D415-9D8F-FBBA56DFBDAE}"/>
              </a:ext>
            </a:extLst>
          </p:cNvPr>
          <p:cNvGrpSpPr/>
          <p:nvPr userDrawn="1"/>
        </p:nvGrpSpPr>
        <p:grpSpPr>
          <a:xfrm>
            <a:off x="9436040" y="789280"/>
            <a:ext cx="307828" cy="808495"/>
            <a:chOff x="12247014" y="505322"/>
            <a:chExt cx="307828" cy="808495"/>
          </a:xfrm>
        </p:grpSpPr>
        <p:sp>
          <p:nvSpPr>
            <p:cNvPr id="484" name="Content Placeholder 4">
              <a:extLst>
                <a:ext uri="{FF2B5EF4-FFF2-40B4-BE49-F238E27FC236}">
                  <a16:creationId xmlns:a16="http://schemas.microsoft.com/office/drawing/2014/main" id="{BFAD07C7-852E-3EB8-64E4-1B5228520540}"/>
                </a:ext>
              </a:extLst>
            </p:cNvPr>
            <p:cNvSpPr/>
            <p:nvPr/>
          </p:nvSpPr>
          <p:spPr>
            <a:xfrm>
              <a:off x="12247014" y="1271361"/>
              <a:ext cx="307828" cy="42456"/>
            </a:xfrm>
            <a:custGeom>
              <a:avLst/>
              <a:gdLst>
                <a:gd name="connsiteX0" fmla="*/ 251314 w 307828"/>
                <a:gd name="connsiteY0" fmla="*/ 42427 h 42456"/>
                <a:gd name="connsiteX1" fmla="*/ 303284 w 307828"/>
                <a:gd name="connsiteY1" fmla="*/ 29062 h 42456"/>
                <a:gd name="connsiteX2" fmla="*/ 307790 w 307828"/>
                <a:gd name="connsiteY2" fmla="*/ 18400 h 42456"/>
                <a:gd name="connsiteX3" fmla="*/ 286236 w 307828"/>
                <a:gd name="connsiteY3" fmla="*/ 5110 h 42456"/>
                <a:gd name="connsiteX4" fmla="*/ 121692 w 307828"/>
                <a:gd name="connsiteY4" fmla="*/ 3308 h 42456"/>
                <a:gd name="connsiteX5" fmla="*/ 20082 w 307828"/>
                <a:gd name="connsiteY5" fmla="*/ 16748 h 42456"/>
                <a:gd name="connsiteX6" fmla="*/ 11070 w 307828"/>
                <a:gd name="connsiteY6" fmla="*/ 39799 h 42456"/>
                <a:gd name="connsiteX7" fmla="*/ 85569 w 307828"/>
                <a:gd name="connsiteY7" fmla="*/ 40324 h 42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7828" h="42456">
                  <a:moveTo>
                    <a:pt x="251314" y="42427"/>
                  </a:moveTo>
                  <a:cubicBezTo>
                    <a:pt x="270014" y="42427"/>
                    <a:pt x="291418" y="41826"/>
                    <a:pt x="303284" y="29062"/>
                  </a:cubicBezTo>
                  <a:cubicBezTo>
                    <a:pt x="306288" y="26336"/>
                    <a:pt x="307940" y="22439"/>
                    <a:pt x="307790" y="18400"/>
                  </a:cubicBezTo>
                  <a:cubicBezTo>
                    <a:pt x="306813" y="10065"/>
                    <a:pt x="295548" y="6461"/>
                    <a:pt x="286236" y="5110"/>
                  </a:cubicBezTo>
                  <a:cubicBezTo>
                    <a:pt x="232014" y="-2999"/>
                    <a:pt x="176590" y="154"/>
                    <a:pt x="121692" y="3308"/>
                  </a:cubicBezTo>
                  <a:cubicBezTo>
                    <a:pt x="87447" y="4059"/>
                    <a:pt x="53351" y="8571"/>
                    <a:pt x="20082" y="16748"/>
                  </a:cubicBezTo>
                  <a:cubicBezTo>
                    <a:pt x="3110" y="21553"/>
                    <a:pt x="-10484" y="34243"/>
                    <a:pt x="11070" y="39799"/>
                  </a:cubicBezTo>
                  <a:cubicBezTo>
                    <a:pt x="32624" y="45355"/>
                    <a:pt x="63640" y="39799"/>
                    <a:pt x="85569" y="40324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5" name="Content Placeholder 4">
              <a:extLst>
                <a:ext uri="{FF2B5EF4-FFF2-40B4-BE49-F238E27FC236}">
                  <a16:creationId xmlns:a16="http://schemas.microsoft.com/office/drawing/2014/main" id="{47B74D04-ED86-1E9D-0DED-F82FC55D8BF3}"/>
                </a:ext>
              </a:extLst>
            </p:cNvPr>
            <p:cNvSpPr/>
            <p:nvPr/>
          </p:nvSpPr>
          <p:spPr>
            <a:xfrm>
              <a:off x="12400051" y="622589"/>
              <a:ext cx="86165" cy="140484"/>
            </a:xfrm>
            <a:custGeom>
              <a:avLst/>
              <a:gdLst>
                <a:gd name="connsiteX0" fmla="*/ 85510 w 86165"/>
                <a:gd name="connsiteY0" fmla="*/ 109894 h 140484"/>
                <a:gd name="connsiteX1" fmla="*/ 69514 w 86165"/>
                <a:gd name="connsiteY1" fmla="*/ 58762 h 140484"/>
                <a:gd name="connsiteX2" fmla="*/ 40375 w 86165"/>
                <a:gd name="connsiteY2" fmla="*/ 12735 h 140484"/>
                <a:gd name="connsiteX3" fmla="*/ 32865 w 86165"/>
                <a:gd name="connsiteY3" fmla="*/ 1923 h 140484"/>
                <a:gd name="connsiteX4" fmla="*/ 30538 w 86165"/>
                <a:gd name="connsiteY4" fmla="*/ -30 h 140484"/>
                <a:gd name="connsiteX5" fmla="*/ 28284 w 86165"/>
                <a:gd name="connsiteY5" fmla="*/ 496 h 140484"/>
                <a:gd name="connsiteX6" fmla="*/ 22426 w 86165"/>
                <a:gd name="connsiteY6" fmla="*/ 3499 h 140484"/>
                <a:gd name="connsiteX7" fmla="*/ 20024 w 86165"/>
                <a:gd name="connsiteY7" fmla="*/ 5301 h 140484"/>
                <a:gd name="connsiteX8" fmla="*/ 20024 w 86165"/>
                <a:gd name="connsiteY8" fmla="*/ 12434 h 140484"/>
                <a:gd name="connsiteX9" fmla="*/ 45933 w 86165"/>
                <a:gd name="connsiteY9" fmla="*/ 84065 h 140484"/>
                <a:gd name="connsiteX10" fmla="*/ 47509 w 86165"/>
                <a:gd name="connsiteY10" fmla="*/ 90522 h 140484"/>
                <a:gd name="connsiteX11" fmla="*/ 46309 w 86165"/>
                <a:gd name="connsiteY11" fmla="*/ 87294 h 140484"/>
                <a:gd name="connsiteX12" fmla="*/ 23779 w 86165"/>
                <a:gd name="connsiteY12" fmla="*/ 48100 h 140484"/>
                <a:gd name="connsiteX13" fmla="*/ 15742 w 86165"/>
                <a:gd name="connsiteY13" fmla="*/ 40066 h 140484"/>
                <a:gd name="connsiteX14" fmla="*/ 4778 w 86165"/>
                <a:gd name="connsiteY14" fmla="*/ 39540 h 140484"/>
                <a:gd name="connsiteX15" fmla="*/ 347 w 86165"/>
                <a:gd name="connsiteY15" fmla="*/ 53881 h 140484"/>
                <a:gd name="connsiteX16" fmla="*/ 21600 w 86165"/>
                <a:gd name="connsiteY16" fmla="*/ 103061 h 140484"/>
                <a:gd name="connsiteX17" fmla="*/ 55470 w 86165"/>
                <a:gd name="connsiteY17" fmla="*/ 137826 h 140484"/>
                <a:gd name="connsiteX18" fmla="*/ 79652 w 86165"/>
                <a:gd name="connsiteY18" fmla="*/ 136099 h 140484"/>
                <a:gd name="connsiteX19" fmla="*/ 85736 w 86165"/>
                <a:gd name="connsiteY19" fmla="*/ 123860 h 140484"/>
                <a:gd name="connsiteX20" fmla="*/ 85510 w 86165"/>
                <a:gd name="connsiteY20" fmla="*/ 109894 h 14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86165" h="140484">
                  <a:moveTo>
                    <a:pt x="85510" y="109894"/>
                  </a:moveTo>
                  <a:cubicBezTo>
                    <a:pt x="82882" y="92122"/>
                    <a:pt x="77475" y="74870"/>
                    <a:pt x="69514" y="58762"/>
                  </a:cubicBezTo>
                  <a:cubicBezTo>
                    <a:pt x="61028" y="42679"/>
                    <a:pt x="51264" y="27289"/>
                    <a:pt x="40375" y="12735"/>
                  </a:cubicBezTo>
                  <a:lnTo>
                    <a:pt x="32865" y="1923"/>
                  </a:lnTo>
                  <a:cubicBezTo>
                    <a:pt x="32340" y="1009"/>
                    <a:pt x="31513" y="314"/>
                    <a:pt x="30538" y="-30"/>
                  </a:cubicBezTo>
                  <a:cubicBezTo>
                    <a:pt x="29786" y="-35"/>
                    <a:pt x="28960" y="145"/>
                    <a:pt x="28284" y="496"/>
                  </a:cubicBezTo>
                  <a:cubicBezTo>
                    <a:pt x="26332" y="1472"/>
                    <a:pt x="24304" y="2448"/>
                    <a:pt x="22426" y="3499"/>
                  </a:cubicBezTo>
                  <a:cubicBezTo>
                    <a:pt x="21525" y="3900"/>
                    <a:pt x="20699" y="4518"/>
                    <a:pt x="20024" y="5301"/>
                  </a:cubicBezTo>
                  <a:cubicBezTo>
                    <a:pt x="18822" y="7528"/>
                    <a:pt x="18822" y="10208"/>
                    <a:pt x="20024" y="12434"/>
                  </a:cubicBezTo>
                  <a:cubicBezTo>
                    <a:pt x="30312" y="35677"/>
                    <a:pt x="38949" y="59612"/>
                    <a:pt x="45933" y="84065"/>
                  </a:cubicBezTo>
                  <a:lnTo>
                    <a:pt x="47509" y="90522"/>
                  </a:lnTo>
                  <a:lnTo>
                    <a:pt x="46309" y="87294"/>
                  </a:lnTo>
                  <a:cubicBezTo>
                    <a:pt x="40375" y="73393"/>
                    <a:pt x="32790" y="60238"/>
                    <a:pt x="23779" y="48100"/>
                  </a:cubicBezTo>
                  <a:cubicBezTo>
                    <a:pt x="21676" y="44888"/>
                    <a:pt x="18972" y="42151"/>
                    <a:pt x="15742" y="40066"/>
                  </a:cubicBezTo>
                  <a:cubicBezTo>
                    <a:pt x="12438" y="37911"/>
                    <a:pt x="8232" y="37709"/>
                    <a:pt x="4778" y="39540"/>
                  </a:cubicBezTo>
                  <a:cubicBezTo>
                    <a:pt x="873" y="43187"/>
                    <a:pt x="-854" y="48653"/>
                    <a:pt x="347" y="53881"/>
                  </a:cubicBezTo>
                  <a:cubicBezTo>
                    <a:pt x="2300" y="71826"/>
                    <a:pt x="11912" y="87819"/>
                    <a:pt x="21600" y="103061"/>
                  </a:cubicBezTo>
                  <a:cubicBezTo>
                    <a:pt x="30463" y="116877"/>
                    <a:pt x="40375" y="131368"/>
                    <a:pt x="55470" y="137826"/>
                  </a:cubicBezTo>
                  <a:cubicBezTo>
                    <a:pt x="63206" y="141876"/>
                    <a:pt x="72593" y="141207"/>
                    <a:pt x="79652" y="136099"/>
                  </a:cubicBezTo>
                  <a:cubicBezTo>
                    <a:pt x="83032" y="132865"/>
                    <a:pt x="85210" y="128529"/>
                    <a:pt x="85736" y="123860"/>
                  </a:cubicBezTo>
                  <a:cubicBezTo>
                    <a:pt x="86336" y="119218"/>
                    <a:pt x="86261" y="114514"/>
                    <a:pt x="85510" y="109894"/>
                  </a:cubicBezTo>
                  <a:close/>
                </a:path>
              </a:pathLst>
            </a:custGeom>
            <a:solidFill>
              <a:srgbClr val="30303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6" name="Content Placeholder 4">
              <a:extLst>
                <a:ext uri="{FF2B5EF4-FFF2-40B4-BE49-F238E27FC236}">
                  <a16:creationId xmlns:a16="http://schemas.microsoft.com/office/drawing/2014/main" id="{6359E34E-03FC-56B0-3C13-4F681C140D39}"/>
                </a:ext>
              </a:extLst>
            </p:cNvPr>
            <p:cNvSpPr/>
            <p:nvPr/>
          </p:nvSpPr>
          <p:spPr>
            <a:xfrm>
              <a:off x="12405234" y="588282"/>
              <a:ext cx="29231" cy="60528"/>
            </a:xfrm>
            <a:custGeom>
              <a:avLst/>
              <a:gdLst>
                <a:gd name="connsiteX0" fmla="*/ 25880 w 29231"/>
                <a:gd name="connsiteY0" fmla="*/ 57705 h 60528"/>
                <a:gd name="connsiteX1" fmla="*/ 28659 w 29231"/>
                <a:gd name="connsiteY1" fmla="*/ 55001 h 60528"/>
                <a:gd name="connsiteX2" fmla="*/ 29184 w 29231"/>
                <a:gd name="connsiteY2" fmla="*/ 51397 h 60528"/>
                <a:gd name="connsiteX3" fmla="*/ 28734 w 29231"/>
                <a:gd name="connsiteY3" fmla="*/ 28346 h 60528"/>
                <a:gd name="connsiteX4" fmla="*/ 27307 w 29231"/>
                <a:gd name="connsiteY4" fmla="*/ 9575 h 60528"/>
                <a:gd name="connsiteX5" fmla="*/ 23552 w 29231"/>
                <a:gd name="connsiteY5" fmla="*/ 2067 h 60528"/>
                <a:gd name="connsiteX6" fmla="*/ 14841 w 29231"/>
                <a:gd name="connsiteY6" fmla="*/ 40 h 60528"/>
                <a:gd name="connsiteX7" fmla="*/ 2825 w 29231"/>
                <a:gd name="connsiteY7" fmla="*/ 1616 h 60528"/>
                <a:gd name="connsiteX8" fmla="*/ 1022 w 29231"/>
                <a:gd name="connsiteY8" fmla="*/ 2818 h 60528"/>
                <a:gd name="connsiteX9" fmla="*/ 196 w 29231"/>
                <a:gd name="connsiteY9" fmla="*/ 4995 h 60528"/>
                <a:gd name="connsiteX10" fmla="*/ 196 w 29231"/>
                <a:gd name="connsiteY10" fmla="*/ 14156 h 60528"/>
                <a:gd name="connsiteX11" fmla="*/ 872 w 29231"/>
                <a:gd name="connsiteY11" fmla="*/ 33677 h 60528"/>
                <a:gd name="connsiteX12" fmla="*/ 6354 w 29231"/>
                <a:gd name="connsiteY12" fmla="*/ 57029 h 60528"/>
                <a:gd name="connsiteX13" fmla="*/ 15216 w 29231"/>
                <a:gd name="connsiteY13" fmla="*/ 60483 h 60528"/>
                <a:gd name="connsiteX14" fmla="*/ 25880 w 29231"/>
                <a:gd name="connsiteY14" fmla="*/ 57705 h 60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1" h="60528">
                  <a:moveTo>
                    <a:pt x="25880" y="57705"/>
                  </a:moveTo>
                  <a:cubicBezTo>
                    <a:pt x="27082" y="57109"/>
                    <a:pt x="28058" y="56166"/>
                    <a:pt x="28659" y="55001"/>
                  </a:cubicBezTo>
                  <a:cubicBezTo>
                    <a:pt x="29110" y="53856"/>
                    <a:pt x="29259" y="52623"/>
                    <a:pt x="29184" y="51397"/>
                  </a:cubicBezTo>
                  <a:lnTo>
                    <a:pt x="28734" y="28346"/>
                  </a:lnTo>
                  <a:cubicBezTo>
                    <a:pt x="28734" y="22062"/>
                    <a:pt x="28283" y="15786"/>
                    <a:pt x="27307" y="9575"/>
                  </a:cubicBezTo>
                  <a:cubicBezTo>
                    <a:pt x="26932" y="6712"/>
                    <a:pt x="25655" y="4057"/>
                    <a:pt x="23552" y="2067"/>
                  </a:cubicBezTo>
                  <a:cubicBezTo>
                    <a:pt x="20923" y="455"/>
                    <a:pt x="17919" y="-258"/>
                    <a:pt x="14841" y="40"/>
                  </a:cubicBezTo>
                  <a:cubicBezTo>
                    <a:pt x="10785" y="-234"/>
                    <a:pt x="6654" y="302"/>
                    <a:pt x="2825" y="1616"/>
                  </a:cubicBezTo>
                  <a:cubicBezTo>
                    <a:pt x="2148" y="1853"/>
                    <a:pt x="1473" y="2267"/>
                    <a:pt x="1022" y="2818"/>
                  </a:cubicBezTo>
                  <a:cubicBezTo>
                    <a:pt x="571" y="3476"/>
                    <a:pt x="346" y="4219"/>
                    <a:pt x="196" y="4995"/>
                  </a:cubicBezTo>
                  <a:cubicBezTo>
                    <a:pt x="-104" y="8041"/>
                    <a:pt x="-104" y="11109"/>
                    <a:pt x="196" y="14156"/>
                  </a:cubicBezTo>
                  <a:cubicBezTo>
                    <a:pt x="196" y="20688"/>
                    <a:pt x="196" y="27145"/>
                    <a:pt x="872" y="33677"/>
                  </a:cubicBezTo>
                  <a:cubicBezTo>
                    <a:pt x="947" y="41769"/>
                    <a:pt x="2825" y="49740"/>
                    <a:pt x="6354" y="57029"/>
                  </a:cubicBezTo>
                  <a:cubicBezTo>
                    <a:pt x="8232" y="60408"/>
                    <a:pt x="11761" y="60182"/>
                    <a:pt x="15216" y="60483"/>
                  </a:cubicBezTo>
                  <a:cubicBezTo>
                    <a:pt x="18971" y="60635"/>
                    <a:pt x="22650" y="59668"/>
                    <a:pt x="25880" y="57705"/>
                  </a:cubicBezTo>
                  <a:close/>
                </a:path>
              </a:pathLst>
            </a:custGeom>
            <a:solidFill>
              <a:srgbClr val="BFBF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7" name="Content Placeholder 4">
              <a:extLst>
                <a:ext uri="{FF2B5EF4-FFF2-40B4-BE49-F238E27FC236}">
                  <a16:creationId xmlns:a16="http://schemas.microsoft.com/office/drawing/2014/main" id="{D79D6B23-332C-8FE1-9267-10EBF034B261}"/>
                </a:ext>
              </a:extLst>
            </p:cNvPr>
            <p:cNvSpPr/>
            <p:nvPr/>
          </p:nvSpPr>
          <p:spPr>
            <a:xfrm>
              <a:off x="12409710" y="595164"/>
              <a:ext cx="20663" cy="46778"/>
            </a:xfrm>
            <a:custGeom>
              <a:avLst/>
              <a:gdLst>
                <a:gd name="connsiteX0" fmla="*/ 3981 w 20663"/>
                <a:gd name="connsiteY0" fmla="*/ 44590 h 46778"/>
                <a:gd name="connsiteX1" fmla="*/ 4431 w 20663"/>
                <a:gd name="connsiteY1" fmla="*/ 45867 h 46778"/>
                <a:gd name="connsiteX2" fmla="*/ 6534 w 20663"/>
                <a:gd name="connsiteY2" fmla="*/ 46693 h 46778"/>
                <a:gd name="connsiteX3" fmla="*/ 13293 w 20663"/>
                <a:gd name="connsiteY3" fmla="*/ 46242 h 46778"/>
                <a:gd name="connsiteX4" fmla="*/ 19301 w 20663"/>
                <a:gd name="connsiteY4" fmla="*/ 42938 h 46778"/>
                <a:gd name="connsiteX5" fmla="*/ 20578 w 20663"/>
                <a:gd name="connsiteY5" fmla="*/ 36631 h 46778"/>
                <a:gd name="connsiteX6" fmla="*/ 18625 w 20663"/>
                <a:gd name="connsiteY6" fmla="*/ 2543 h 46778"/>
                <a:gd name="connsiteX7" fmla="*/ 18025 w 20663"/>
                <a:gd name="connsiteY7" fmla="*/ 816 h 46778"/>
                <a:gd name="connsiteX8" fmla="*/ 16522 w 20663"/>
                <a:gd name="connsiteY8" fmla="*/ 215 h 46778"/>
                <a:gd name="connsiteX9" fmla="*/ 9012 w 20663"/>
                <a:gd name="connsiteY9" fmla="*/ 215 h 46778"/>
                <a:gd name="connsiteX10" fmla="*/ 151 w 20663"/>
                <a:gd name="connsiteY10" fmla="*/ 6043 h 46778"/>
                <a:gd name="connsiteX11" fmla="*/ 76 w 20663"/>
                <a:gd name="connsiteY11" fmla="*/ 8775 h 46778"/>
                <a:gd name="connsiteX12" fmla="*/ 3981 w 20663"/>
                <a:gd name="connsiteY12" fmla="*/ 44590 h 46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663" h="46778">
                  <a:moveTo>
                    <a:pt x="3981" y="44590"/>
                  </a:moveTo>
                  <a:cubicBezTo>
                    <a:pt x="3981" y="45047"/>
                    <a:pt x="4205" y="45487"/>
                    <a:pt x="4431" y="45867"/>
                  </a:cubicBezTo>
                  <a:cubicBezTo>
                    <a:pt x="4956" y="46412"/>
                    <a:pt x="5783" y="46710"/>
                    <a:pt x="6534" y="46693"/>
                  </a:cubicBezTo>
                  <a:cubicBezTo>
                    <a:pt x="8786" y="46842"/>
                    <a:pt x="11040" y="46691"/>
                    <a:pt x="13293" y="46242"/>
                  </a:cubicBezTo>
                  <a:cubicBezTo>
                    <a:pt x="15621" y="45983"/>
                    <a:pt x="17799" y="44794"/>
                    <a:pt x="19301" y="42938"/>
                  </a:cubicBezTo>
                  <a:cubicBezTo>
                    <a:pt x="20352" y="41018"/>
                    <a:pt x="20803" y="38815"/>
                    <a:pt x="20578" y="36631"/>
                  </a:cubicBezTo>
                  <a:cubicBezTo>
                    <a:pt x="20578" y="25239"/>
                    <a:pt x="19976" y="13857"/>
                    <a:pt x="18625" y="2543"/>
                  </a:cubicBezTo>
                  <a:cubicBezTo>
                    <a:pt x="18625" y="1917"/>
                    <a:pt x="18399" y="1310"/>
                    <a:pt x="18025" y="816"/>
                  </a:cubicBezTo>
                  <a:cubicBezTo>
                    <a:pt x="17574" y="467"/>
                    <a:pt x="17048" y="257"/>
                    <a:pt x="16522" y="215"/>
                  </a:cubicBezTo>
                  <a:cubicBezTo>
                    <a:pt x="14044" y="-111"/>
                    <a:pt x="11491" y="-111"/>
                    <a:pt x="9012" y="215"/>
                  </a:cubicBezTo>
                  <a:cubicBezTo>
                    <a:pt x="4956" y="-626"/>
                    <a:pt x="977" y="1983"/>
                    <a:pt x="151" y="6043"/>
                  </a:cubicBezTo>
                  <a:cubicBezTo>
                    <a:pt x="-75" y="6942"/>
                    <a:pt x="-75" y="7869"/>
                    <a:pt x="76" y="8775"/>
                  </a:cubicBezTo>
                  <a:cubicBezTo>
                    <a:pt x="0" y="20822"/>
                    <a:pt x="1352" y="32838"/>
                    <a:pt x="3981" y="44590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8" name="Content Placeholder 4">
              <a:extLst>
                <a:ext uri="{FF2B5EF4-FFF2-40B4-BE49-F238E27FC236}">
                  <a16:creationId xmlns:a16="http://schemas.microsoft.com/office/drawing/2014/main" id="{6CA3FD45-758B-D986-2F12-9F3E7866A663}"/>
                </a:ext>
              </a:extLst>
            </p:cNvPr>
            <p:cNvSpPr/>
            <p:nvPr/>
          </p:nvSpPr>
          <p:spPr>
            <a:xfrm>
              <a:off x="12420971" y="642925"/>
              <a:ext cx="4477" cy="2119"/>
            </a:xfrm>
            <a:custGeom>
              <a:avLst/>
              <a:gdLst>
                <a:gd name="connsiteX0" fmla="*/ 605 w 4477"/>
                <a:gd name="connsiteY0" fmla="*/ 733 h 2119"/>
                <a:gd name="connsiteX1" fmla="*/ 3910 w 4477"/>
                <a:gd name="connsiteY1" fmla="*/ 208 h 2119"/>
                <a:gd name="connsiteX2" fmla="*/ 3910 w 4477"/>
                <a:gd name="connsiteY2" fmla="*/ 1559 h 2119"/>
                <a:gd name="connsiteX3" fmla="*/ 1506 w 4477"/>
                <a:gd name="connsiteY3" fmla="*/ 2085 h 2119"/>
                <a:gd name="connsiteX4" fmla="*/ 605 w 4477"/>
                <a:gd name="connsiteY4" fmla="*/ 733 h 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77" h="2119">
                  <a:moveTo>
                    <a:pt x="605" y="733"/>
                  </a:moveTo>
                  <a:cubicBezTo>
                    <a:pt x="1431" y="283"/>
                    <a:pt x="3083" y="-393"/>
                    <a:pt x="3910" y="208"/>
                  </a:cubicBezTo>
                  <a:cubicBezTo>
                    <a:pt x="4736" y="808"/>
                    <a:pt x="4510" y="1259"/>
                    <a:pt x="3910" y="1559"/>
                  </a:cubicBezTo>
                  <a:cubicBezTo>
                    <a:pt x="3158" y="1883"/>
                    <a:pt x="2332" y="2061"/>
                    <a:pt x="1506" y="2085"/>
                  </a:cubicBezTo>
                  <a:cubicBezTo>
                    <a:pt x="304" y="2160"/>
                    <a:pt x="-746" y="1409"/>
                    <a:pt x="605" y="733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9" name="Content Placeholder 4">
              <a:extLst>
                <a:ext uri="{FF2B5EF4-FFF2-40B4-BE49-F238E27FC236}">
                  <a16:creationId xmlns:a16="http://schemas.microsoft.com/office/drawing/2014/main" id="{18799CF2-E3DF-54E0-BE16-E79E817B662A}"/>
                </a:ext>
              </a:extLst>
            </p:cNvPr>
            <p:cNvSpPr/>
            <p:nvPr/>
          </p:nvSpPr>
          <p:spPr>
            <a:xfrm>
              <a:off x="12302547" y="874102"/>
              <a:ext cx="77807" cy="354161"/>
            </a:xfrm>
            <a:custGeom>
              <a:avLst/>
              <a:gdLst>
                <a:gd name="connsiteX0" fmla="*/ 75696 w 77807"/>
                <a:gd name="connsiteY0" fmla="*/ 136945 h 354161"/>
                <a:gd name="connsiteX1" fmla="*/ 76823 w 77807"/>
                <a:gd name="connsiteY1" fmla="*/ 206023 h 354161"/>
                <a:gd name="connsiteX2" fmla="*/ 70364 w 77807"/>
                <a:gd name="connsiteY2" fmla="*/ 245743 h 354161"/>
                <a:gd name="connsiteX3" fmla="*/ 51965 w 77807"/>
                <a:gd name="connsiteY3" fmla="*/ 339523 h 354161"/>
                <a:gd name="connsiteX4" fmla="*/ 44455 w 77807"/>
                <a:gd name="connsiteY4" fmla="*/ 352213 h 354161"/>
                <a:gd name="connsiteX5" fmla="*/ 36419 w 77807"/>
                <a:gd name="connsiteY5" fmla="*/ 353940 h 354161"/>
                <a:gd name="connsiteX6" fmla="*/ 20272 w 77807"/>
                <a:gd name="connsiteY6" fmla="*/ 349059 h 354161"/>
                <a:gd name="connsiteX7" fmla="*/ 21173 w 77807"/>
                <a:gd name="connsiteY7" fmla="*/ 343953 h 354161"/>
                <a:gd name="connsiteX8" fmla="*/ 34617 w 77807"/>
                <a:gd name="connsiteY8" fmla="*/ 266767 h 354161"/>
                <a:gd name="connsiteX9" fmla="*/ 40399 w 77807"/>
                <a:gd name="connsiteY9" fmla="*/ 228023 h 354161"/>
                <a:gd name="connsiteX10" fmla="*/ 20122 w 77807"/>
                <a:gd name="connsiteY10" fmla="*/ 120051 h 354161"/>
                <a:gd name="connsiteX11" fmla="*/ 2849 w 77807"/>
                <a:gd name="connsiteY11" fmla="*/ 28223 h 354161"/>
                <a:gd name="connsiteX12" fmla="*/ 12687 w 77807"/>
                <a:gd name="connsiteY12" fmla="*/ 10653 h 354161"/>
                <a:gd name="connsiteX13" fmla="*/ 41451 w 77807"/>
                <a:gd name="connsiteY13" fmla="*/ -9 h 354161"/>
                <a:gd name="connsiteX14" fmla="*/ 69162 w 77807"/>
                <a:gd name="connsiteY14" fmla="*/ 51424 h 354161"/>
                <a:gd name="connsiteX15" fmla="*/ 75696 w 77807"/>
                <a:gd name="connsiteY15" fmla="*/ 136945 h 354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7807" h="354161">
                  <a:moveTo>
                    <a:pt x="75696" y="136945"/>
                  </a:moveTo>
                  <a:cubicBezTo>
                    <a:pt x="78024" y="159899"/>
                    <a:pt x="78399" y="183010"/>
                    <a:pt x="76823" y="206023"/>
                  </a:cubicBezTo>
                  <a:cubicBezTo>
                    <a:pt x="75321" y="219366"/>
                    <a:pt x="73218" y="232618"/>
                    <a:pt x="70364" y="245743"/>
                  </a:cubicBezTo>
                  <a:cubicBezTo>
                    <a:pt x="64206" y="276978"/>
                    <a:pt x="58048" y="308236"/>
                    <a:pt x="51965" y="339523"/>
                  </a:cubicBezTo>
                  <a:cubicBezTo>
                    <a:pt x="51664" y="344727"/>
                    <a:pt x="48886" y="349465"/>
                    <a:pt x="44455" y="352213"/>
                  </a:cubicBezTo>
                  <a:cubicBezTo>
                    <a:pt x="41901" y="353219"/>
                    <a:pt x="39197" y="353804"/>
                    <a:pt x="36419" y="353940"/>
                  </a:cubicBezTo>
                  <a:cubicBezTo>
                    <a:pt x="30111" y="354540"/>
                    <a:pt x="21399" y="353940"/>
                    <a:pt x="20272" y="349059"/>
                  </a:cubicBezTo>
                  <a:cubicBezTo>
                    <a:pt x="20048" y="347302"/>
                    <a:pt x="20347" y="345515"/>
                    <a:pt x="21173" y="343953"/>
                  </a:cubicBezTo>
                  <a:cubicBezTo>
                    <a:pt x="30786" y="318725"/>
                    <a:pt x="29435" y="292821"/>
                    <a:pt x="34617" y="266767"/>
                  </a:cubicBezTo>
                  <a:cubicBezTo>
                    <a:pt x="37546" y="254025"/>
                    <a:pt x="39498" y="241065"/>
                    <a:pt x="40399" y="228023"/>
                  </a:cubicBezTo>
                  <a:cubicBezTo>
                    <a:pt x="41976" y="190954"/>
                    <a:pt x="35068" y="154020"/>
                    <a:pt x="20122" y="120051"/>
                  </a:cubicBezTo>
                  <a:cubicBezTo>
                    <a:pt x="7506" y="90018"/>
                    <a:pt x="-6088" y="58933"/>
                    <a:pt x="2849" y="28223"/>
                  </a:cubicBezTo>
                  <a:cubicBezTo>
                    <a:pt x="4577" y="21610"/>
                    <a:pt x="7956" y="15553"/>
                    <a:pt x="12687" y="10653"/>
                  </a:cubicBezTo>
                  <a:cubicBezTo>
                    <a:pt x="20498" y="3478"/>
                    <a:pt x="30862" y="-349"/>
                    <a:pt x="41451" y="-9"/>
                  </a:cubicBezTo>
                  <a:cubicBezTo>
                    <a:pt x="75621" y="667"/>
                    <a:pt x="67510" y="32052"/>
                    <a:pt x="69162" y="51424"/>
                  </a:cubicBezTo>
                  <a:cubicBezTo>
                    <a:pt x="71416" y="79906"/>
                    <a:pt x="73594" y="108413"/>
                    <a:pt x="75696" y="136945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0" name="Content Placeholder 4">
              <a:extLst>
                <a:ext uri="{FF2B5EF4-FFF2-40B4-BE49-F238E27FC236}">
                  <a16:creationId xmlns:a16="http://schemas.microsoft.com/office/drawing/2014/main" id="{F13D98DC-130E-5A25-2F2D-2026395DCFC8}"/>
                </a:ext>
              </a:extLst>
            </p:cNvPr>
            <p:cNvSpPr/>
            <p:nvPr/>
          </p:nvSpPr>
          <p:spPr>
            <a:xfrm>
              <a:off x="12315576" y="1283559"/>
              <a:ext cx="73578" cy="18490"/>
            </a:xfrm>
            <a:custGeom>
              <a:avLst/>
              <a:gdLst>
                <a:gd name="connsiteX0" fmla="*/ 72880 w 73578"/>
                <a:gd name="connsiteY0" fmla="*/ 14837 h 18490"/>
                <a:gd name="connsiteX1" fmla="*/ 69050 w 73578"/>
                <a:gd name="connsiteY1" fmla="*/ 17915 h 18490"/>
                <a:gd name="connsiteX2" fmla="*/ 64019 w 73578"/>
                <a:gd name="connsiteY2" fmla="*/ 18441 h 18490"/>
                <a:gd name="connsiteX3" fmla="*/ 10247 w 73578"/>
                <a:gd name="connsiteY3" fmla="*/ 9806 h 18490"/>
                <a:gd name="connsiteX4" fmla="*/ 2737 w 73578"/>
                <a:gd name="connsiteY4" fmla="*/ 7554 h 18490"/>
                <a:gd name="connsiteX5" fmla="*/ 335 w 73578"/>
                <a:gd name="connsiteY5" fmla="*/ 796 h 18490"/>
                <a:gd name="connsiteX6" fmla="*/ 1161 w 73578"/>
                <a:gd name="connsiteY6" fmla="*/ -30 h 18490"/>
                <a:gd name="connsiteX7" fmla="*/ 1836 w 73578"/>
                <a:gd name="connsiteY7" fmla="*/ -30 h 18490"/>
                <a:gd name="connsiteX8" fmla="*/ 63794 w 73578"/>
                <a:gd name="connsiteY8" fmla="*/ 9131 h 18490"/>
                <a:gd name="connsiteX9" fmla="*/ 72880 w 73578"/>
                <a:gd name="connsiteY9" fmla="*/ 14837 h 18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578" h="18490">
                  <a:moveTo>
                    <a:pt x="72880" y="14837"/>
                  </a:moveTo>
                  <a:cubicBezTo>
                    <a:pt x="72130" y="16361"/>
                    <a:pt x="70703" y="17480"/>
                    <a:pt x="69050" y="17915"/>
                  </a:cubicBezTo>
                  <a:cubicBezTo>
                    <a:pt x="67398" y="18351"/>
                    <a:pt x="65746" y="18524"/>
                    <a:pt x="64019" y="18441"/>
                  </a:cubicBezTo>
                  <a:cubicBezTo>
                    <a:pt x="45845" y="18441"/>
                    <a:pt x="28196" y="12434"/>
                    <a:pt x="10247" y="9806"/>
                  </a:cubicBezTo>
                  <a:cubicBezTo>
                    <a:pt x="7619" y="9641"/>
                    <a:pt x="5066" y="8875"/>
                    <a:pt x="2737" y="7554"/>
                  </a:cubicBezTo>
                  <a:cubicBezTo>
                    <a:pt x="410" y="6187"/>
                    <a:pt x="-642" y="3334"/>
                    <a:pt x="335" y="796"/>
                  </a:cubicBezTo>
                  <a:cubicBezTo>
                    <a:pt x="485" y="406"/>
                    <a:pt x="785" y="98"/>
                    <a:pt x="1161" y="-30"/>
                  </a:cubicBezTo>
                  <a:lnTo>
                    <a:pt x="1836" y="-30"/>
                  </a:lnTo>
                  <a:cubicBezTo>
                    <a:pt x="22263" y="4258"/>
                    <a:pt x="42991" y="7321"/>
                    <a:pt x="63794" y="9131"/>
                  </a:cubicBezTo>
                  <a:cubicBezTo>
                    <a:pt x="67624" y="9281"/>
                    <a:pt x="75960" y="8154"/>
                    <a:pt x="72880" y="1483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1" name="Content Placeholder 4">
              <a:extLst>
                <a:ext uri="{FF2B5EF4-FFF2-40B4-BE49-F238E27FC236}">
                  <a16:creationId xmlns:a16="http://schemas.microsoft.com/office/drawing/2014/main" id="{03A333DB-4D8E-6512-8504-9FFFDDB2AC51}"/>
                </a:ext>
              </a:extLst>
            </p:cNvPr>
            <p:cNvSpPr/>
            <p:nvPr/>
          </p:nvSpPr>
          <p:spPr>
            <a:xfrm>
              <a:off x="12312196" y="1129127"/>
              <a:ext cx="80164" cy="169448"/>
            </a:xfrm>
            <a:custGeom>
              <a:avLst/>
              <a:gdLst>
                <a:gd name="connsiteX0" fmla="*/ 77463 w 80164"/>
                <a:gd name="connsiteY0" fmla="*/ 154552 h 169448"/>
                <a:gd name="connsiteX1" fmla="*/ 68901 w 80164"/>
                <a:gd name="connsiteY1" fmla="*/ 142614 h 169448"/>
                <a:gd name="connsiteX2" fmla="*/ 51554 w 80164"/>
                <a:gd name="connsiteY2" fmla="*/ 135105 h 169448"/>
                <a:gd name="connsiteX3" fmla="*/ 41865 w 80164"/>
                <a:gd name="connsiteY3" fmla="*/ 129924 h 169448"/>
                <a:gd name="connsiteX4" fmla="*/ 39612 w 80164"/>
                <a:gd name="connsiteY4" fmla="*/ 118061 h 169448"/>
                <a:gd name="connsiteX5" fmla="*/ 41865 w 80164"/>
                <a:gd name="connsiteY5" fmla="*/ 100566 h 169448"/>
                <a:gd name="connsiteX6" fmla="*/ 45320 w 80164"/>
                <a:gd name="connsiteY6" fmla="*/ 80894 h 169448"/>
                <a:gd name="connsiteX7" fmla="*/ 52830 w 80164"/>
                <a:gd name="connsiteY7" fmla="*/ 47707 h 169448"/>
                <a:gd name="connsiteX8" fmla="*/ 57711 w 80164"/>
                <a:gd name="connsiteY8" fmla="*/ 29837 h 169448"/>
                <a:gd name="connsiteX9" fmla="*/ 62217 w 80164"/>
                <a:gd name="connsiteY9" fmla="*/ 8287 h 169448"/>
                <a:gd name="connsiteX10" fmla="*/ 59589 w 80164"/>
                <a:gd name="connsiteY10" fmla="*/ 4924 h 169448"/>
                <a:gd name="connsiteX11" fmla="*/ 59514 w 80164"/>
                <a:gd name="connsiteY11" fmla="*/ 4909 h 169448"/>
                <a:gd name="connsiteX12" fmla="*/ 32628 w 80164"/>
                <a:gd name="connsiteY12" fmla="*/ 28 h 169448"/>
                <a:gd name="connsiteX13" fmla="*/ 24217 w 80164"/>
                <a:gd name="connsiteY13" fmla="*/ 6553 h 169448"/>
                <a:gd name="connsiteX14" fmla="*/ 24217 w 80164"/>
                <a:gd name="connsiteY14" fmla="*/ 6861 h 169448"/>
                <a:gd name="connsiteX15" fmla="*/ 21589 w 80164"/>
                <a:gd name="connsiteY15" fmla="*/ 21878 h 169448"/>
                <a:gd name="connsiteX16" fmla="*/ 15205 w 80164"/>
                <a:gd name="connsiteY16" fmla="*/ 50635 h 169448"/>
                <a:gd name="connsiteX17" fmla="*/ 12576 w 80164"/>
                <a:gd name="connsiteY17" fmla="*/ 70007 h 169448"/>
                <a:gd name="connsiteX18" fmla="*/ 6418 w 80164"/>
                <a:gd name="connsiteY18" fmla="*/ 110327 h 169448"/>
                <a:gd name="connsiteX19" fmla="*/ 260 w 80164"/>
                <a:gd name="connsiteY19" fmla="*/ 152300 h 169448"/>
                <a:gd name="connsiteX20" fmla="*/ 3114 w 80164"/>
                <a:gd name="connsiteY20" fmla="*/ 158472 h 169448"/>
                <a:gd name="connsiteX21" fmla="*/ 4466 w 80164"/>
                <a:gd name="connsiteY21" fmla="*/ 158757 h 169448"/>
                <a:gd name="connsiteX22" fmla="*/ 37960 w 80164"/>
                <a:gd name="connsiteY22" fmla="*/ 166265 h 169448"/>
                <a:gd name="connsiteX23" fmla="*/ 60040 w 80164"/>
                <a:gd name="connsiteY23" fmla="*/ 169419 h 169448"/>
                <a:gd name="connsiteX24" fmla="*/ 77463 w 80164"/>
                <a:gd name="connsiteY24" fmla="*/ 154552 h 169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0164" h="169448">
                  <a:moveTo>
                    <a:pt x="77463" y="154552"/>
                  </a:moveTo>
                  <a:cubicBezTo>
                    <a:pt x="75284" y="151624"/>
                    <a:pt x="72131" y="144416"/>
                    <a:pt x="68901" y="142614"/>
                  </a:cubicBezTo>
                  <a:cubicBezTo>
                    <a:pt x="63344" y="139565"/>
                    <a:pt x="57561" y="137050"/>
                    <a:pt x="51554" y="135105"/>
                  </a:cubicBezTo>
                  <a:cubicBezTo>
                    <a:pt x="47874" y="134400"/>
                    <a:pt x="44494" y="132590"/>
                    <a:pt x="41865" y="129924"/>
                  </a:cubicBezTo>
                  <a:cubicBezTo>
                    <a:pt x="39687" y="126365"/>
                    <a:pt x="38936" y="122161"/>
                    <a:pt x="39612" y="118061"/>
                  </a:cubicBezTo>
                  <a:cubicBezTo>
                    <a:pt x="39913" y="112182"/>
                    <a:pt x="40664" y="106333"/>
                    <a:pt x="41865" y="100566"/>
                  </a:cubicBezTo>
                  <a:cubicBezTo>
                    <a:pt x="43142" y="93959"/>
                    <a:pt x="43442" y="87351"/>
                    <a:pt x="45320" y="80894"/>
                  </a:cubicBezTo>
                  <a:cubicBezTo>
                    <a:pt x="48324" y="69932"/>
                    <a:pt x="49751" y="61147"/>
                    <a:pt x="52830" y="47707"/>
                  </a:cubicBezTo>
                  <a:cubicBezTo>
                    <a:pt x="54332" y="41625"/>
                    <a:pt x="55759" y="35844"/>
                    <a:pt x="57711" y="29837"/>
                  </a:cubicBezTo>
                  <a:cubicBezTo>
                    <a:pt x="60565" y="22989"/>
                    <a:pt x="62068" y="15683"/>
                    <a:pt x="62217" y="8287"/>
                  </a:cubicBezTo>
                  <a:cubicBezTo>
                    <a:pt x="62443" y="6643"/>
                    <a:pt x="61241" y="5134"/>
                    <a:pt x="59589" y="4924"/>
                  </a:cubicBezTo>
                  <a:cubicBezTo>
                    <a:pt x="59589" y="4916"/>
                    <a:pt x="59514" y="4909"/>
                    <a:pt x="59514" y="4909"/>
                  </a:cubicBezTo>
                  <a:cubicBezTo>
                    <a:pt x="50652" y="2611"/>
                    <a:pt x="41715" y="982"/>
                    <a:pt x="32628" y="28"/>
                  </a:cubicBezTo>
                  <a:cubicBezTo>
                    <a:pt x="28497" y="-482"/>
                    <a:pt x="24742" y="2438"/>
                    <a:pt x="24217" y="6553"/>
                  </a:cubicBezTo>
                  <a:cubicBezTo>
                    <a:pt x="24217" y="6658"/>
                    <a:pt x="24217" y="6756"/>
                    <a:pt x="24217" y="6861"/>
                  </a:cubicBezTo>
                  <a:cubicBezTo>
                    <a:pt x="23691" y="11816"/>
                    <a:pt x="22565" y="16622"/>
                    <a:pt x="21589" y="21878"/>
                  </a:cubicBezTo>
                  <a:cubicBezTo>
                    <a:pt x="19711" y="31489"/>
                    <a:pt x="17157" y="41024"/>
                    <a:pt x="15205" y="50635"/>
                  </a:cubicBezTo>
                  <a:cubicBezTo>
                    <a:pt x="13853" y="57017"/>
                    <a:pt x="13703" y="63550"/>
                    <a:pt x="12576" y="70007"/>
                  </a:cubicBezTo>
                  <a:cubicBezTo>
                    <a:pt x="11150" y="78792"/>
                    <a:pt x="8596" y="101618"/>
                    <a:pt x="6418" y="110327"/>
                  </a:cubicBezTo>
                  <a:cubicBezTo>
                    <a:pt x="2288" y="123933"/>
                    <a:pt x="185" y="138079"/>
                    <a:pt x="260" y="152300"/>
                  </a:cubicBezTo>
                  <a:cubicBezTo>
                    <a:pt x="-641" y="154792"/>
                    <a:pt x="636" y="157556"/>
                    <a:pt x="3114" y="158472"/>
                  </a:cubicBezTo>
                  <a:cubicBezTo>
                    <a:pt x="3565" y="158629"/>
                    <a:pt x="4015" y="158727"/>
                    <a:pt x="4466" y="158757"/>
                  </a:cubicBezTo>
                  <a:lnTo>
                    <a:pt x="37960" y="166265"/>
                  </a:lnTo>
                  <a:cubicBezTo>
                    <a:pt x="45170" y="168210"/>
                    <a:pt x="52605" y="169269"/>
                    <a:pt x="60040" y="169419"/>
                  </a:cubicBezTo>
                  <a:cubicBezTo>
                    <a:pt x="68901" y="169119"/>
                    <a:pt x="86925" y="167392"/>
                    <a:pt x="77463" y="154552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2" name="Content Placeholder 4">
              <a:extLst>
                <a:ext uri="{FF2B5EF4-FFF2-40B4-BE49-F238E27FC236}">
                  <a16:creationId xmlns:a16="http://schemas.microsoft.com/office/drawing/2014/main" id="{7820D99B-862D-5903-8C8D-DA905169A640}"/>
                </a:ext>
              </a:extLst>
            </p:cNvPr>
            <p:cNvSpPr/>
            <p:nvPr/>
          </p:nvSpPr>
          <p:spPr>
            <a:xfrm>
              <a:off x="12355065" y="885503"/>
              <a:ext cx="102852" cy="351824"/>
            </a:xfrm>
            <a:custGeom>
              <a:avLst/>
              <a:gdLst>
                <a:gd name="connsiteX0" fmla="*/ 90093 w 102852"/>
                <a:gd name="connsiteY0" fmla="*/ 129974 h 351824"/>
                <a:gd name="connsiteX1" fmla="*/ 102335 w 102852"/>
                <a:gd name="connsiteY1" fmla="*/ 198000 h 351824"/>
                <a:gd name="connsiteX2" fmla="*/ 102335 w 102852"/>
                <a:gd name="connsiteY2" fmla="*/ 238246 h 351824"/>
                <a:gd name="connsiteX3" fmla="*/ 99180 w 102852"/>
                <a:gd name="connsiteY3" fmla="*/ 333678 h 351824"/>
                <a:gd name="connsiteX4" fmla="*/ 93698 w 102852"/>
                <a:gd name="connsiteY4" fmla="*/ 347494 h 351824"/>
                <a:gd name="connsiteX5" fmla="*/ 86188 w 102852"/>
                <a:gd name="connsiteY5" fmla="*/ 350497 h 351824"/>
                <a:gd name="connsiteX6" fmla="*/ 69441 w 102852"/>
                <a:gd name="connsiteY6" fmla="*/ 348244 h 351824"/>
                <a:gd name="connsiteX7" fmla="*/ 69441 w 102852"/>
                <a:gd name="connsiteY7" fmla="*/ 343139 h 351824"/>
                <a:gd name="connsiteX8" fmla="*/ 70342 w 102852"/>
                <a:gd name="connsiteY8" fmla="*/ 264750 h 351824"/>
                <a:gd name="connsiteX9" fmla="*/ 69817 w 102852"/>
                <a:gd name="connsiteY9" fmla="*/ 225556 h 351824"/>
                <a:gd name="connsiteX10" fmla="*/ 32267 w 102852"/>
                <a:gd name="connsiteY10" fmla="*/ 122240 h 351824"/>
                <a:gd name="connsiteX11" fmla="*/ 499 w 102852"/>
                <a:gd name="connsiteY11" fmla="*/ 34391 h 351824"/>
                <a:gd name="connsiteX12" fmla="*/ 7333 w 102852"/>
                <a:gd name="connsiteY12" fmla="*/ 15470 h 351824"/>
                <a:gd name="connsiteX13" fmla="*/ 34069 w 102852"/>
                <a:gd name="connsiteY13" fmla="*/ 453 h 351824"/>
                <a:gd name="connsiteX14" fmla="*/ 69666 w 102852"/>
                <a:gd name="connsiteY14" fmla="*/ 46705 h 351824"/>
                <a:gd name="connsiteX15" fmla="*/ 90093 w 102852"/>
                <a:gd name="connsiteY15" fmla="*/ 129974 h 351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2852" h="351824">
                  <a:moveTo>
                    <a:pt x="90093" y="129974"/>
                  </a:moveTo>
                  <a:cubicBezTo>
                    <a:pt x="96102" y="152259"/>
                    <a:pt x="100231" y="175017"/>
                    <a:pt x="102335" y="198000"/>
                  </a:cubicBezTo>
                  <a:cubicBezTo>
                    <a:pt x="103161" y="211365"/>
                    <a:pt x="102785" y="224805"/>
                    <a:pt x="102335" y="238246"/>
                  </a:cubicBezTo>
                  <a:lnTo>
                    <a:pt x="99180" y="333678"/>
                  </a:lnTo>
                  <a:cubicBezTo>
                    <a:pt x="99781" y="338904"/>
                    <a:pt x="97678" y="344085"/>
                    <a:pt x="93698" y="347494"/>
                  </a:cubicBezTo>
                  <a:cubicBezTo>
                    <a:pt x="91370" y="348890"/>
                    <a:pt x="88816" y="349904"/>
                    <a:pt x="86188" y="350497"/>
                  </a:cubicBezTo>
                  <a:cubicBezTo>
                    <a:pt x="80030" y="352149"/>
                    <a:pt x="71168" y="352975"/>
                    <a:pt x="69441" y="348244"/>
                  </a:cubicBezTo>
                  <a:cubicBezTo>
                    <a:pt x="68915" y="346585"/>
                    <a:pt x="68915" y="344798"/>
                    <a:pt x="69441" y="343139"/>
                  </a:cubicBezTo>
                  <a:cubicBezTo>
                    <a:pt x="74848" y="316634"/>
                    <a:pt x="69441" y="291255"/>
                    <a:pt x="70342" y="264750"/>
                  </a:cubicBezTo>
                  <a:cubicBezTo>
                    <a:pt x="71168" y="251693"/>
                    <a:pt x="71018" y="238591"/>
                    <a:pt x="69817" y="225556"/>
                  </a:cubicBezTo>
                  <a:cubicBezTo>
                    <a:pt x="65385" y="188705"/>
                    <a:pt x="52468" y="153363"/>
                    <a:pt x="32267" y="122240"/>
                  </a:cubicBezTo>
                  <a:cubicBezTo>
                    <a:pt x="15068" y="94984"/>
                    <a:pt x="-3406" y="66077"/>
                    <a:pt x="499" y="34391"/>
                  </a:cubicBezTo>
                  <a:cubicBezTo>
                    <a:pt x="1100" y="27604"/>
                    <a:pt x="3503" y="21091"/>
                    <a:pt x="7333" y="15470"/>
                  </a:cubicBezTo>
                  <a:cubicBezTo>
                    <a:pt x="13942" y="7190"/>
                    <a:pt x="23555" y="1805"/>
                    <a:pt x="34069" y="453"/>
                  </a:cubicBezTo>
                  <a:cubicBezTo>
                    <a:pt x="67864" y="-4352"/>
                    <a:pt x="64935" y="27859"/>
                    <a:pt x="69666" y="46705"/>
                  </a:cubicBezTo>
                  <a:cubicBezTo>
                    <a:pt x="76650" y="74436"/>
                    <a:pt x="83409" y="102192"/>
                    <a:pt x="90093" y="129974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3" name="Content Placeholder 4">
              <a:extLst>
                <a:ext uri="{FF2B5EF4-FFF2-40B4-BE49-F238E27FC236}">
                  <a16:creationId xmlns:a16="http://schemas.microsoft.com/office/drawing/2014/main" id="{9ED810AF-B170-23AC-E392-4B0BB7157D11}"/>
                </a:ext>
              </a:extLst>
            </p:cNvPr>
            <p:cNvSpPr/>
            <p:nvPr/>
          </p:nvSpPr>
          <p:spPr>
            <a:xfrm>
              <a:off x="12277693" y="996660"/>
              <a:ext cx="199787" cy="47348"/>
            </a:xfrm>
            <a:custGeom>
              <a:avLst/>
              <a:gdLst>
                <a:gd name="connsiteX0" fmla="*/ 199758 w 199787"/>
                <a:gd name="connsiteY0" fmla="*/ 15288 h 47348"/>
                <a:gd name="connsiteX1" fmla="*/ 190820 w 199787"/>
                <a:gd name="connsiteY1" fmla="*/ 22346 h 47348"/>
                <a:gd name="connsiteX2" fmla="*/ 178955 w 199787"/>
                <a:gd name="connsiteY2" fmla="*/ 25800 h 47348"/>
                <a:gd name="connsiteX3" fmla="*/ 174824 w 199787"/>
                <a:gd name="connsiteY3" fmla="*/ 33308 h 47348"/>
                <a:gd name="connsiteX4" fmla="*/ 163409 w 199787"/>
                <a:gd name="connsiteY4" fmla="*/ 36086 h 47348"/>
                <a:gd name="connsiteX5" fmla="*/ 151167 w 199787"/>
                <a:gd name="connsiteY5" fmla="*/ 35035 h 47348"/>
                <a:gd name="connsiteX6" fmla="*/ 135697 w 199787"/>
                <a:gd name="connsiteY6" fmla="*/ 43370 h 47348"/>
                <a:gd name="connsiteX7" fmla="*/ 114744 w 199787"/>
                <a:gd name="connsiteY7" fmla="*/ 40141 h 47348"/>
                <a:gd name="connsiteX8" fmla="*/ 86732 w 199787"/>
                <a:gd name="connsiteY8" fmla="*/ 46373 h 47348"/>
                <a:gd name="connsiteX9" fmla="*/ 76443 w 199787"/>
                <a:gd name="connsiteY9" fmla="*/ 40066 h 47348"/>
                <a:gd name="connsiteX10" fmla="*/ 59396 w 199787"/>
                <a:gd name="connsiteY10" fmla="*/ 44946 h 47348"/>
                <a:gd name="connsiteX11" fmla="*/ 38893 w 199787"/>
                <a:gd name="connsiteY11" fmla="*/ 31431 h 47348"/>
                <a:gd name="connsiteX12" fmla="*/ 23498 w 199787"/>
                <a:gd name="connsiteY12" fmla="*/ 33158 h 47348"/>
                <a:gd name="connsiteX13" fmla="*/ 13585 w 199787"/>
                <a:gd name="connsiteY13" fmla="*/ 24749 h 47348"/>
                <a:gd name="connsiteX14" fmla="*/ 593 w 199787"/>
                <a:gd name="connsiteY14" fmla="*/ 27226 h 47348"/>
                <a:gd name="connsiteX15" fmla="*/ 3522 w 199787"/>
                <a:gd name="connsiteY15" fmla="*/ 9581 h 47348"/>
                <a:gd name="connsiteX16" fmla="*/ 21695 w 199787"/>
                <a:gd name="connsiteY16" fmla="*/ 4326 h 47348"/>
                <a:gd name="connsiteX17" fmla="*/ 93866 w 199787"/>
                <a:gd name="connsiteY17" fmla="*/ 14387 h 47348"/>
                <a:gd name="connsiteX18" fmla="*/ 165211 w 199787"/>
                <a:gd name="connsiteY18" fmla="*/ 6052 h 47348"/>
                <a:gd name="connsiteX19" fmla="*/ 186164 w 199787"/>
                <a:gd name="connsiteY19" fmla="*/ 1397 h 47348"/>
                <a:gd name="connsiteX20" fmla="*/ 199758 w 199787"/>
                <a:gd name="connsiteY20" fmla="*/ 15288 h 47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9787" h="47348">
                  <a:moveTo>
                    <a:pt x="199758" y="15288"/>
                  </a:moveTo>
                  <a:cubicBezTo>
                    <a:pt x="199758" y="19493"/>
                    <a:pt x="195026" y="21895"/>
                    <a:pt x="190820" y="22346"/>
                  </a:cubicBezTo>
                  <a:cubicBezTo>
                    <a:pt x="186615" y="22796"/>
                    <a:pt x="181734" y="22346"/>
                    <a:pt x="178955" y="25800"/>
                  </a:cubicBezTo>
                  <a:cubicBezTo>
                    <a:pt x="176176" y="29254"/>
                    <a:pt x="176702" y="31356"/>
                    <a:pt x="174824" y="33308"/>
                  </a:cubicBezTo>
                  <a:cubicBezTo>
                    <a:pt x="171745" y="36184"/>
                    <a:pt x="167464" y="37243"/>
                    <a:pt x="163409" y="36086"/>
                  </a:cubicBezTo>
                  <a:cubicBezTo>
                    <a:pt x="159429" y="34923"/>
                    <a:pt x="155298" y="34562"/>
                    <a:pt x="151167" y="35035"/>
                  </a:cubicBezTo>
                  <a:cubicBezTo>
                    <a:pt x="145460" y="36312"/>
                    <a:pt x="141480" y="41943"/>
                    <a:pt x="135697" y="43370"/>
                  </a:cubicBezTo>
                  <a:cubicBezTo>
                    <a:pt x="128788" y="45021"/>
                    <a:pt x="121879" y="39916"/>
                    <a:pt x="114744" y="40141"/>
                  </a:cubicBezTo>
                  <a:cubicBezTo>
                    <a:pt x="104907" y="40141"/>
                    <a:pt x="95669" y="50427"/>
                    <a:pt x="86732" y="46373"/>
                  </a:cubicBezTo>
                  <a:cubicBezTo>
                    <a:pt x="83052" y="44721"/>
                    <a:pt x="80424" y="40817"/>
                    <a:pt x="76443" y="40066"/>
                  </a:cubicBezTo>
                  <a:cubicBezTo>
                    <a:pt x="70585" y="38864"/>
                    <a:pt x="65404" y="45021"/>
                    <a:pt x="59396" y="44946"/>
                  </a:cubicBezTo>
                  <a:cubicBezTo>
                    <a:pt x="51060" y="44946"/>
                    <a:pt x="47004" y="33533"/>
                    <a:pt x="38893" y="31431"/>
                  </a:cubicBezTo>
                  <a:cubicBezTo>
                    <a:pt x="33711" y="31123"/>
                    <a:pt x="28530" y="31709"/>
                    <a:pt x="23498" y="33158"/>
                  </a:cubicBezTo>
                  <a:cubicBezTo>
                    <a:pt x="18316" y="33684"/>
                    <a:pt x="11783" y="29629"/>
                    <a:pt x="13585" y="24749"/>
                  </a:cubicBezTo>
                  <a:cubicBezTo>
                    <a:pt x="9154" y="24621"/>
                    <a:pt x="4723" y="25469"/>
                    <a:pt x="593" y="27226"/>
                  </a:cubicBezTo>
                  <a:cubicBezTo>
                    <a:pt x="-835" y="21190"/>
                    <a:pt x="217" y="14822"/>
                    <a:pt x="3522" y="9581"/>
                  </a:cubicBezTo>
                  <a:cubicBezTo>
                    <a:pt x="8478" y="5151"/>
                    <a:pt x="15162" y="3214"/>
                    <a:pt x="21695" y="4326"/>
                  </a:cubicBezTo>
                  <a:cubicBezTo>
                    <a:pt x="45952" y="5302"/>
                    <a:pt x="69759" y="11383"/>
                    <a:pt x="93866" y="14387"/>
                  </a:cubicBezTo>
                  <a:cubicBezTo>
                    <a:pt x="117974" y="17390"/>
                    <a:pt x="143508" y="17090"/>
                    <a:pt x="165211" y="6052"/>
                  </a:cubicBezTo>
                  <a:cubicBezTo>
                    <a:pt x="171970" y="2674"/>
                    <a:pt x="178880" y="-2582"/>
                    <a:pt x="186164" y="1397"/>
                  </a:cubicBezTo>
                  <a:cubicBezTo>
                    <a:pt x="189619" y="3575"/>
                    <a:pt x="199532" y="11158"/>
                    <a:pt x="199758" y="15288"/>
                  </a:cubicBezTo>
                  <a:close/>
                </a:path>
              </a:pathLst>
            </a:custGeom>
            <a:solidFill>
              <a:srgbClr val="EAEA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4" name="Content Placeholder 4">
              <a:extLst>
                <a:ext uri="{FF2B5EF4-FFF2-40B4-BE49-F238E27FC236}">
                  <a16:creationId xmlns:a16="http://schemas.microsoft.com/office/drawing/2014/main" id="{E2893F78-A846-ADBE-263C-6E8BBD9BED54}"/>
                </a:ext>
              </a:extLst>
            </p:cNvPr>
            <p:cNvSpPr/>
            <p:nvPr/>
          </p:nvSpPr>
          <p:spPr>
            <a:xfrm>
              <a:off x="12278401" y="657914"/>
              <a:ext cx="194114" cy="368883"/>
            </a:xfrm>
            <a:custGeom>
              <a:avLst/>
              <a:gdLst>
                <a:gd name="connsiteX0" fmla="*/ 111 w 194114"/>
                <a:gd name="connsiteY0" fmla="*/ 336089 h 368883"/>
                <a:gd name="connsiteX1" fmla="*/ 12202 w 194114"/>
                <a:gd name="connsiteY1" fmla="*/ 282028 h 368883"/>
                <a:gd name="connsiteX2" fmla="*/ 33455 w 194114"/>
                <a:gd name="connsiteY2" fmla="*/ 179313 h 368883"/>
                <a:gd name="connsiteX3" fmla="*/ 51178 w 194114"/>
                <a:gd name="connsiteY3" fmla="*/ 63607 h 368883"/>
                <a:gd name="connsiteX4" fmla="*/ 61391 w 194114"/>
                <a:gd name="connsiteY4" fmla="*/ 12024 h 368883"/>
                <a:gd name="connsiteX5" fmla="*/ 66499 w 194114"/>
                <a:gd name="connsiteY5" fmla="*/ 4966 h 368883"/>
                <a:gd name="connsiteX6" fmla="*/ 72581 w 194114"/>
                <a:gd name="connsiteY6" fmla="*/ 3615 h 368883"/>
                <a:gd name="connsiteX7" fmla="*/ 105475 w 194114"/>
                <a:gd name="connsiteY7" fmla="*/ 1212 h 368883"/>
                <a:gd name="connsiteX8" fmla="*/ 130258 w 194114"/>
                <a:gd name="connsiteY8" fmla="*/ 11 h 368883"/>
                <a:gd name="connsiteX9" fmla="*/ 136116 w 194114"/>
                <a:gd name="connsiteY9" fmla="*/ 1437 h 368883"/>
                <a:gd name="connsiteX10" fmla="*/ 138444 w 194114"/>
                <a:gd name="connsiteY10" fmla="*/ 4891 h 368883"/>
                <a:gd name="connsiteX11" fmla="*/ 144827 w 194114"/>
                <a:gd name="connsiteY11" fmla="*/ 47764 h 368883"/>
                <a:gd name="connsiteX12" fmla="*/ 150310 w 194114"/>
                <a:gd name="connsiteY12" fmla="*/ 96044 h 368883"/>
                <a:gd name="connsiteX13" fmla="*/ 165330 w 194114"/>
                <a:gd name="connsiteY13" fmla="*/ 159866 h 368883"/>
                <a:gd name="connsiteX14" fmla="*/ 176069 w 194114"/>
                <a:gd name="connsiteY14" fmla="*/ 198234 h 368883"/>
                <a:gd name="connsiteX15" fmla="*/ 193868 w 194114"/>
                <a:gd name="connsiteY15" fmla="*/ 329707 h 368883"/>
                <a:gd name="connsiteX16" fmla="*/ 191240 w 194114"/>
                <a:gd name="connsiteY16" fmla="*/ 343522 h 368883"/>
                <a:gd name="connsiteX17" fmla="*/ 183730 w 194114"/>
                <a:gd name="connsiteY17" fmla="*/ 348928 h 368883"/>
                <a:gd name="connsiteX18" fmla="*/ 11000 w 194114"/>
                <a:gd name="connsiteY18" fmla="*/ 352533 h 368883"/>
                <a:gd name="connsiteX19" fmla="*/ 1312 w 194114"/>
                <a:gd name="connsiteY19" fmla="*/ 345024 h 368883"/>
                <a:gd name="connsiteX20" fmla="*/ 111 w 194114"/>
                <a:gd name="connsiteY20" fmla="*/ 336089 h 368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4114" h="368883">
                  <a:moveTo>
                    <a:pt x="111" y="336089"/>
                  </a:moveTo>
                  <a:cubicBezTo>
                    <a:pt x="1988" y="317093"/>
                    <a:pt x="10324" y="301025"/>
                    <a:pt x="12202" y="282028"/>
                  </a:cubicBezTo>
                  <a:cubicBezTo>
                    <a:pt x="18059" y="246438"/>
                    <a:pt x="27222" y="213551"/>
                    <a:pt x="33455" y="179313"/>
                  </a:cubicBezTo>
                  <a:cubicBezTo>
                    <a:pt x="41941" y="132985"/>
                    <a:pt x="43068" y="110009"/>
                    <a:pt x="51178" y="63607"/>
                  </a:cubicBezTo>
                  <a:cubicBezTo>
                    <a:pt x="54182" y="46338"/>
                    <a:pt x="54783" y="28318"/>
                    <a:pt x="61391" y="12024"/>
                  </a:cubicBezTo>
                  <a:cubicBezTo>
                    <a:pt x="62293" y="9167"/>
                    <a:pt x="64020" y="6683"/>
                    <a:pt x="66499" y="4966"/>
                  </a:cubicBezTo>
                  <a:cubicBezTo>
                    <a:pt x="68376" y="4095"/>
                    <a:pt x="70479" y="3635"/>
                    <a:pt x="72581" y="3615"/>
                  </a:cubicBezTo>
                  <a:lnTo>
                    <a:pt x="105475" y="1212"/>
                  </a:lnTo>
                  <a:cubicBezTo>
                    <a:pt x="113736" y="536"/>
                    <a:pt x="121998" y="-64"/>
                    <a:pt x="130258" y="11"/>
                  </a:cubicBezTo>
                  <a:cubicBezTo>
                    <a:pt x="132286" y="-182"/>
                    <a:pt x="134388" y="320"/>
                    <a:pt x="136116" y="1437"/>
                  </a:cubicBezTo>
                  <a:cubicBezTo>
                    <a:pt x="137168" y="2373"/>
                    <a:pt x="137994" y="3561"/>
                    <a:pt x="138444" y="4891"/>
                  </a:cubicBezTo>
                  <a:cubicBezTo>
                    <a:pt x="143175" y="18673"/>
                    <a:pt x="145354" y="33203"/>
                    <a:pt x="144827" y="47764"/>
                  </a:cubicBezTo>
                  <a:cubicBezTo>
                    <a:pt x="145729" y="63950"/>
                    <a:pt x="147531" y="80071"/>
                    <a:pt x="150310" y="96044"/>
                  </a:cubicBezTo>
                  <a:cubicBezTo>
                    <a:pt x="154065" y="117600"/>
                    <a:pt x="159021" y="138912"/>
                    <a:pt x="165330" y="159866"/>
                  </a:cubicBezTo>
                  <a:lnTo>
                    <a:pt x="176069" y="198234"/>
                  </a:lnTo>
                  <a:cubicBezTo>
                    <a:pt x="191089" y="238629"/>
                    <a:pt x="192066" y="286608"/>
                    <a:pt x="193868" y="329707"/>
                  </a:cubicBezTo>
                  <a:cubicBezTo>
                    <a:pt x="194543" y="334475"/>
                    <a:pt x="193642" y="339340"/>
                    <a:pt x="191240" y="343522"/>
                  </a:cubicBezTo>
                  <a:cubicBezTo>
                    <a:pt x="189212" y="345888"/>
                    <a:pt x="186583" y="347735"/>
                    <a:pt x="183730" y="348928"/>
                  </a:cubicBezTo>
                  <a:cubicBezTo>
                    <a:pt x="129207" y="374179"/>
                    <a:pt x="66574" y="375486"/>
                    <a:pt x="11000" y="352533"/>
                  </a:cubicBezTo>
                  <a:cubicBezTo>
                    <a:pt x="6944" y="351354"/>
                    <a:pt x="3490" y="348666"/>
                    <a:pt x="1312" y="345024"/>
                  </a:cubicBezTo>
                  <a:cubicBezTo>
                    <a:pt x="111" y="342208"/>
                    <a:pt x="-265" y="339122"/>
                    <a:pt x="111" y="336089"/>
                  </a:cubicBezTo>
                  <a:close/>
                </a:path>
              </a:pathLst>
            </a:custGeom>
            <a:solidFill>
              <a:srgbClr val="4A4A4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5" name="Content Placeholder 4">
              <a:extLst>
                <a:ext uri="{FF2B5EF4-FFF2-40B4-BE49-F238E27FC236}">
                  <a16:creationId xmlns:a16="http://schemas.microsoft.com/office/drawing/2014/main" id="{0796D68F-9947-8285-14C6-E3B4E3F2A5F2}"/>
                </a:ext>
              </a:extLst>
            </p:cNvPr>
            <p:cNvSpPr/>
            <p:nvPr/>
          </p:nvSpPr>
          <p:spPr>
            <a:xfrm>
              <a:off x="12338621" y="546693"/>
              <a:ext cx="77187" cy="106870"/>
            </a:xfrm>
            <a:custGeom>
              <a:avLst/>
              <a:gdLst>
                <a:gd name="connsiteX0" fmla="*/ 65683 w 77187"/>
                <a:gd name="connsiteY0" fmla="*/ 93361 h 106870"/>
                <a:gd name="connsiteX1" fmla="*/ 41125 w 77187"/>
                <a:gd name="connsiteY1" fmla="*/ 106651 h 106870"/>
                <a:gd name="connsiteX2" fmla="*/ 8382 w 77187"/>
                <a:gd name="connsiteY2" fmla="*/ 89607 h 106870"/>
                <a:gd name="connsiteX3" fmla="*/ -29 w 77187"/>
                <a:gd name="connsiteY3" fmla="*/ 39751 h 106870"/>
                <a:gd name="connsiteX4" fmla="*/ 4477 w 77187"/>
                <a:gd name="connsiteY4" fmla="*/ 22256 h 106870"/>
                <a:gd name="connsiteX5" fmla="*/ 18595 w 77187"/>
                <a:gd name="connsiteY5" fmla="*/ 4686 h 106870"/>
                <a:gd name="connsiteX6" fmla="*/ 55094 w 77187"/>
                <a:gd name="connsiteY6" fmla="*/ 4161 h 106870"/>
                <a:gd name="connsiteX7" fmla="*/ 65683 w 77187"/>
                <a:gd name="connsiteY7" fmla="*/ 93361 h 10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187" h="106870">
                  <a:moveTo>
                    <a:pt x="65683" y="93361"/>
                  </a:moveTo>
                  <a:cubicBezTo>
                    <a:pt x="63955" y="97491"/>
                    <a:pt x="45406" y="106576"/>
                    <a:pt x="41125" y="106651"/>
                  </a:cubicBezTo>
                  <a:cubicBezTo>
                    <a:pt x="27757" y="108079"/>
                    <a:pt x="14840" y="101362"/>
                    <a:pt x="8382" y="89607"/>
                  </a:cubicBezTo>
                  <a:cubicBezTo>
                    <a:pt x="872" y="76467"/>
                    <a:pt x="271" y="57321"/>
                    <a:pt x="-29" y="39751"/>
                  </a:cubicBezTo>
                  <a:cubicBezTo>
                    <a:pt x="722" y="33747"/>
                    <a:pt x="2223" y="27865"/>
                    <a:pt x="4477" y="22256"/>
                  </a:cubicBezTo>
                  <a:cubicBezTo>
                    <a:pt x="5678" y="14297"/>
                    <a:pt x="11085" y="7599"/>
                    <a:pt x="18595" y="4686"/>
                  </a:cubicBezTo>
                  <a:cubicBezTo>
                    <a:pt x="30611" y="31"/>
                    <a:pt x="43453" y="-2822"/>
                    <a:pt x="55094" y="4161"/>
                  </a:cubicBezTo>
                  <a:cubicBezTo>
                    <a:pt x="82805" y="20154"/>
                    <a:pt x="82130" y="55218"/>
                    <a:pt x="65683" y="93361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6" name="Content Placeholder 4">
              <a:extLst>
                <a:ext uri="{FF2B5EF4-FFF2-40B4-BE49-F238E27FC236}">
                  <a16:creationId xmlns:a16="http://schemas.microsoft.com/office/drawing/2014/main" id="{5E273FC7-35D2-7974-9F7B-B28D1E92A504}"/>
                </a:ext>
              </a:extLst>
            </p:cNvPr>
            <p:cNvSpPr/>
            <p:nvPr/>
          </p:nvSpPr>
          <p:spPr>
            <a:xfrm>
              <a:off x="12349059" y="652382"/>
              <a:ext cx="30380" cy="28684"/>
            </a:xfrm>
            <a:custGeom>
              <a:avLst/>
              <a:gdLst>
                <a:gd name="connsiteX0" fmla="*/ 29485 w 30380"/>
                <a:gd name="connsiteY0" fmla="*/ 11399 h 28684"/>
                <a:gd name="connsiteX1" fmla="*/ 28960 w 30380"/>
                <a:gd name="connsiteY1" fmla="*/ 8771 h 28684"/>
                <a:gd name="connsiteX2" fmla="*/ 25730 w 30380"/>
                <a:gd name="connsiteY2" fmla="*/ 6744 h 28684"/>
                <a:gd name="connsiteX3" fmla="*/ 8308 w 30380"/>
                <a:gd name="connsiteY3" fmla="*/ 587 h 28684"/>
                <a:gd name="connsiteX4" fmla="*/ 1097 w 30380"/>
                <a:gd name="connsiteY4" fmla="*/ 2817 h 28684"/>
                <a:gd name="connsiteX5" fmla="*/ 798 w 30380"/>
                <a:gd name="connsiteY5" fmla="*/ 3515 h 28684"/>
                <a:gd name="connsiteX6" fmla="*/ -29 w 30380"/>
                <a:gd name="connsiteY6" fmla="*/ 5242 h 28684"/>
                <a:gd name="connsiteX7" fmla="*/ 1848 w 30380"/>
                <a:gd name="connsiteY7" fmla="*/ 8470 h 28684"/>
                <a:gd name="connsiteX8" fmla="*/ 20774 w 30380"/>
                <a:gd name="connsiteY8" fmla="*/ 25214 h 28684"/>
                <a:gd name="connsiteX9" fmla="*/ 29936 w 30380"/>
                <a:gd name="connsiteY9" fmla="*/ 26115 h 28684"/>
                <a:gd name="connsiteX10" fmla="*/ 29485 w 30380"/>
                <a:gd name="connsiteY10" fmla="*/ 11399 h 28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380" h="28684">
                  <a:moveTo>
                    <a:pt x="29485" y="11399"/>
                  </a:moveTo>
                  <a:cubicBezTo>
                    <a:pt x="29561" y="10492"/>
                    <a:pt x="29335" y="9586"/>
                    <a:pt x="28960" y="8771"/>
                  </a:cubicBezTo>
                  <a:cubicBezTo>
                    <a:pt x="28133" y="7778"/>
                    <a:pt x="27007" y="7070"/>
                    <a:pt x="25730" y="6744"/>
                  </a:cubicBezTo>
                  <a:lnTo>
                    <a:pt x="8308" y="587"/>
                  </a:lnTo>
                  <a:cubicBezTo>
                    <a:pt x="5678" y="-787"/>
                    <a:pt x="2450" y="212"/>
                    <a:pt x="1097" y="2817"/>
                  </a:cubicBezTo>
                  <a:cubicBezTo>
                    <a:pt x="947" y="3042"/>
                    <a:pt x="872" y="3275"/>
                    <a:pt x="798" y="3515"/>
                  </a:cubicBezTo>
                  <a:cubicBezTo>
                    <a:pt x="422" y="4016"/>
                    <a:pt x="121" y="4609"/>
                    <a:pt x="-29" y="5242"/>
                  </a:cubicBezTo>
                  <a:cubicBezTo>
                    <a:pt x="-29" y="6518"/>
                    <a:pt x="872" y="7569"/>
                    <a:pt x="1848" y="8470"/>
                  </a:cubicBezTo>
                  <a:lnTo>
                    <a:pt x="20774" y="25214"/>
                  </a:lnTo>
                  <a:cubicBezTo>
                    <a:pt x="23402" y="27542"/>
                    <a:pt x="28284" y="31146"/>
                    <a:pt x="29936" y="26115"/>
                  </a:cubicBezTo>
                  <a:cubicBezTo>
                    <a:pt x="30612" y="21219"/>
                    <a:pt x="30462" y="16245"/>
                    <a:pt x="29485" y="11399"/>
                  </a:cubicBezTo>
                  <a:close/>
                </a:path>
              </a:pathLst>
            </a:custGeom>
            <a:solidFill>
              <a:srgbClr val="EAEA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7" name="Content Placeholder 4">
              <a:extLst>
                <a:ext uri="{FF2B5EF4-FFF2-40B4-BE49-F238E27FC236}">
                  <a16:creationId xmlns:a16="http://schemas.microsoft.com/office/drawing/2014/main" id="{EDF09BEB-3A6F-F3E8-BA79-A2007EA364A0}"/>
                </a:ext>
              </a:extLst>
            </p:cNvPr>
            <p:cNvSpPr/>
            <p:nvPr/>
          </p:nvSpPr>
          <p:spPr>
            <a:xfrm>
              <a:off x="12382365" y="651595"/>
              <a:ext cx="19388" cy="27252"/>
            </a:xfrm>
            <a:custGeom>
              <a:avLst/>
              <a:gdLst>
                <a:gd name="connsiteX0" fmla="*/ 6693 w 19388"/>
                <a:gd name="connsiteY0" fmla="*/ 5053 h 27252"/>
                <a:gd name="connsiteX1" fmla="*/ 2637 w 19388"/>
                <a:gd name="connsiteY1" fmla="*/ 6780 h 27252"/>
                <a:gd name="connsiteX2" fmla="*/ 9 w 19388"/>
                <a:gd name="connsiteY2" fmla="*/ 10084 h 27252"/>
                <a:gd name="connsiteX3" fmla="*/ 760 w 19388"/>
                <a:gd name="connsiteY3" fmla="*/ 13763 h 27252"/>
                <a:gd name="connsiteX4" fmla="*/ 7294 w 19388"/>
                <a:gd name="connsiteY4" fmla="*/ 25927 h 27252"/>
                <a:gd name="connsiteX5" fmla="*/ 9246 w 19388"/>
                <a:gd name="connsiteY5" fmla="*/ 27203 h 27252"/>
                <a:gd name="connsiteX6" fmla="*/ 10373 w 19388"/>
                <a:gd name="connsiteY6" fmla="*/ 25927 h 27252"/>
                <a:gd name="connsiteX7" fmla="*/ 16231 w 19388"/>
                <a:gd name="connsiteY7" fmla="*/ 14589 h 27252"/>
                <a:gd name="connsiteX8" fmla="*/ 19159 w 19388"/>
                <a:gd name="connsiteY8" fmla="*/ 1900 h 27252"/>
                <a:gd name="connsiteX9" fmla="*/ 17808 w 19388"/>
                <a:gd name="connsiteY9" fmla="*/ 23 h 27252"/>
                <a:gd name="connsiteX10" fmla="*/ 16531 w 19388"/>
                <a:gd name="connsiteY10" fmla="*/ 23 h 27252"/>
                <a:gd name="connsiteX11" fmla="*/ 11799 w 19388"/>
                <a:gd name="connsiteY11" fmla="*/ 1750 h 27252"/>
                <a:gd name="connsiteX12" fmla="*/ 6693 w 19388"/>
                <a:gd name="connsiteY12" fmla="*/ 5053 h 27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388" h="27252">
                  <a:moveTo>
                    <a:pt x="6693" y="5053"/>
                  </a:moveTo>
                  <a:cubicBezTo>
                    <a:pt x="5341" y="5551"/>
                    <a:pt x="3990" y="6128"/>
                    <a:pt x="2637" y="6780"/>
                  </a:cubicBezTo>
                  <a:cubicBezTo>
                    <a:pt x="1286" y="7443"/>
                    <a:pt x="384" y="8651"/>
                    <a:pt x="9" y="10084"/>
                  </a:cubicBezTo>
                  <a:cubicBezTo>
                    <a:pt x="-141" y="11358"/>
                    <a:pt x="159" y="12640"/>
                    <a:pt x="760" y="13763"/>
                  </a:cubicBezTo>
                  <a:cubicBezTo>
                    <a:pt x="2562" y="18015"/>
                    <a:pt x="4740" y="22088"/>
                    <a:pt x="7294" y="25927"/>
                  </a:cubicBezTo>
                  <a:cubicBezTo>
                    <a:pt x="7745" y="26603"/>
                    <a:pt x="8420" y="27353"/>
                    <a:pt x="9246" y="27203"/>
                  </a:cubicBezTo>
                  <a:cubicBezTo>
                    <a:pt x="10072" y="27053"/>
                    <a:pt x="10072" y="26452"/>
                    <a:pt x="10373" y="25927"/>
                  </a:cubicBezTo>
                  <a:lnTo>
                    <a:pt x="16231" y="14589"/>
                  </a:lnTo>
                  <a:cubicBezTo>
                    <a:pt x="18784" y="10872"/>
                    <a:pt x="19836" y="6347"/>
                    <a:pt x="19159" y="1900"/>
                  </a:cubicBezTo>
                  <a:cubicBezTo>
                    <a:pt x="19010" y="1103"/>
                    <a:pt x="18483" y="415"/>
                    <a:pt x="17808" y="23"/>
                  </a:cubicBezTo>
                  <a:cubicBezTo>
                    <a:pt x="17357" y="-47"/>
                    <a:pt x="16982" y="-47"/>
                    <a:pt x="16531" y="23"/>
                  </a:cubicBezTo>
                  <a:cubicBezTo>
                    <a:pt x="14804" y="-133"/>
                    <a:pt x="13076" y="500"/>
                    <a:pt x="11799" y="1750"/>
                  </a:cubicBezTo>
                  <a:cubicBezTo>
                    <a:pt x="10674" y="2651"/>
                    <a:pt x="8345" y="5053"/>
                    <a:pt x="6693" y="5053"/>
                  </a:cubicBezTo>
                  <a:close/>
                </a:path>
              </a:pathLst>
            </a:custGeom>
            <a:solidFill>
              <a:srgbClr val="EAEA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8" name="Content Placeholder 4">
              <a:extLst>
                <a:ext uri="{FF2B5EF4-FFF2-40B4-BE49-F238E27FC236}">
                  <a16:creationId xmlns:a16="http://schemas.microsoft.com/office/drawing/2014/main" id="{F36639AB-5AEC-B55E-E01C-EB3ED5618831}"/>
                </a:ext>
              </a:extLst>
            </p:cNvPr>
            <p:cNvSpPr/>
            <p:nvPr/>
          </p:nvSpPr>
          <p:spPr>
            <a:xfrm>
              <a:off x="12427130" y="1288636"/>
              <a:ext cx="73959" cy="11182"/>
            </a:xfrm>
            <a:custGeom>
              <a:avLst/>
              <a:gdLst>
                <a:gd name="connsiteX0" fmla="*/ 73602 w 73959"/>
                <a:gd name="connsiteY0" fmla="*/ 5030 h 11182"/>
                <a:gd name="connsiteX1" fmla="*/ 70297 w 73959"/>
                <a:gd name="connsiteY1" fmla="*/ 8709 h 11182"/>
                <a:gd name="connsiteX2" fmla="*/ 65416 w 73959"/>
                <a:gd name="connsiteY2" fmla="*/ 9985 h 11182"/>
                <a:gd name="connsiteX3" fmla="*/ 11043 w 73959"/>
                <a:gd name="connsiteY3" fmla="*/ 9985 h 11182"/>
                <a:gd name="connsiteX4" fmla="*/ 3533 w 73959"/>
                <a:gd name="connsiteY4" fmla="*/ 9009 h 11182"/>
                <a:gd name="connsiteX5" fmla="*/ 79 w 73959"/>
                <a:gd name="connsiteY5" fmla="*/ 2702 h 11182"/>
                <a:gd name="connsiteX6" fmla="*/ 755 w 73959"/>
                <a:gd name="connsiteY6" fmla="*/ 1726 h 11182"/>
                <a:gd name="connsiteX7" fmla="*/ 1431 w 73959"/>
                <a:gd name="connsiteY7" fmla="*/ 1726 h 11182"/>
                <a:gd name="connsiteX8" fmla="*/ 63989 w 73959"/>
                <a:gd name="connsiteY8" fmla="*/ 825 h 11182"/>
                <a:gd name="connsiteX9" fmla="*/ 73602 w 73959"/>
                <a:gd name="connsiteY9" fmla="*/ 5030 h 11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959" h="11182">
                  <a:moveTo>
                    <a:pt x="73602" y="5030"/>
                  </a:moveTo>
                  <a:cubicBezTo>
                    <a:pt x="73076" y="6666"/>
                    <a:pt x="71875" y="7995"/>
                    <a:pt x="70297" y="8709"/>
                  </a:cubicBezTo>
                  <a:cubicBezTo>
                    <a:pt x="68720" y="9407"/>
                    <a:pt x="67068" y="9835"/>
                    <a:pt x="65416" y="9985"/>
                  </a:cubicBezTo>
                  <a:cubicBezTo>
                    <a:pt x="47467" y="12613"/>
                    <a:pt x="29143" y="9985"/>
                    <a:pt x="11043" y="9985"/>
                  </a:cubicBezTo>
                  <a:cubicBezTo>
                    <a:pt x="8490" y="10225"/>
                    <a:pt x="5937" y="9895"/>
                    <a:pt x="3533" y="9009"/>
                  </a:cubicBezTo>
                  <a:cubicBezTo>
                    <a:pt x="980" y="8033"/>
                    <a:pt x="-446" y="5367"/>
                    <a:pt x="79" y="2702"/>
                  </a:cubicBezTo>
                  <a:cubicBezTo>
                    <a:pt x="154" y="2296"/>
                    <a:pt x="380" y="1944"/>
                    <a:pt x="755" y="1726"/>
                  </a:cubicBezTo>
                  <a:lnTo>
                    <a:pt x="1431" y="1726"/>
                  </a:lnTo>
                  <a:cubicBezTo>
                    <a:pt x="22308" y="2664"/>
                    <a:pt x="43186" y="2364"/>
                    <a:pt x="63989" y="825"/>
                  </a:cubicBezTo>
                  <a:cubicBezTo>
                    <a:pt x="67744" y="374"/>
                    <a:pt x="75630" y="-2329"/>
                    <a:pt x="73602" y="5030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9" name="Content Placeholder 4">
              <a:extLst>
                <a:ext uri="{FF2B5EF4-FFF2-40B4-BE49-F238E27FC236}">
                  <a16:creationId xmlns:a16="http://schemas.microsoft.com/office/drawing/2014/main" id="{E862C80D-AB4D-2904-4F1D-26B2E8272848}"/>
                </a:ext>
              </a:extLst>
            </p:cNvPr>
            <p:cNvSpPr/>
            <p:nvPr/>
          </p:nvSpPr>
          <p:spPr>
            <a:xfrm>
              <a:off x="12420618" y="1133070"/>
              <a:ext cx="82689" cy="164123"/>
            </a:xfrm>
            <a:custGeom>
              <a:avLst/>
              <a:gdLst>
                <a:gd name="connsiteX0" fmla="*/ 78987 w 82689"/>
                <a:gd name="connsiteY0" fmla="*/ 145878 h 164123"/>
                <a:gd name="connsiteX1" fmla="*/ 69449 w 82689"/>
                <a:gd name="connsiteY1" fmla="*/ 140622 h 164123"/>
                <a:gd name="connsiteX2" fmla="*/ 51050 w 82689"/>
                <a:gd name="connsiteY2" fmla="*/ 135892 h 164123"/>
                <a:gd name="connsiteX3" fmla="*/ 40686 w 82689"/>
                <a:gd name="connsiteY3" fmla="*/ 132363 h 164123"/>
                <a:gd name="connsiteX4" fmla="*/ 36555 w 82689"/>
                <a:gd name="connsiteY4" fmla="*/ 121100 h 164123"/>
                <a:gd name="connsiteX5" fmla="*/ 35129 w 82689"/>
                <a:gd name="connsiteY5" fmla="*/ 98575 h 164123"/>
                <a:gd name="connsiteX6" fmla="*/ 35129 w 82689"/>
                <a:gd name="connsiteY6" fmla="*/ 78152 h 164123"/>
                <a:gd name="connsiteX7" fmla="*/ 37457 w 82689"/>
                <a:gd name="connsiteY7" fmla="*/ 44139 h 164123"/>
                <a:gd name="connsiteX8" fmla="*/ 37007 w 82689"/>
                <a:gd name="connsiteY8" fmla="*/ 25368 h 164123"/>
                <a:gd name="connsiteX9" fmla="*/ 40310 w 82689"/>
                <a:gd name="connsiteY9" fmla="*/ 3743 h 164123"/>
                <a:gd name="connsiteX10" fmla="*/ 38959 w 82689"/>
                <a:gd name="connsiteY10" fmla="*/ 1265 h 164123"/>
                <a:gd name="connsiteX11" fmla="*/ 37082 w 82689"/>
                <a:gd name="connsiteY11" fmla="*/ 815 h 164123"/>
                <a:gd name="connsiteX12" fmla="*/ 1784 w 82689"/>
                <a:gd name="connsiteY12" fmla="*/ 815 h 164123"/>
                <a:gd name="connsiteX13" fmla="*/ 2386 w 82689"/>
                <a:gd name="connsiteY13" fmla="*/ 23340 h 164123"/>
                <a:gd name="connsiteX14" fmla="*/ 658 w 82689"/>
                <a:gd name="connsiteY14" fmla="*/ 52698 h 164123"/>
                <a:gd name="connsiteX15" fmla="*/ 1259 w 82689"/>
                <a:gd name="connsiteY15" fmla="*/ 72220 h 164123"/>
                <a:gd name="connsiteX16" fmla="*/ 1259 w 82689"/>
                <a:gd name="connsiteY16" fmla="*/ 113066 h 164123"/>
                <a:gd name="connsiteX17" fmla="*/ 1935 w 82689"/>
                <a:gd name="connsiteY17" fmla="*/ 155489 h 164123"/>
                <a:gd name="connsiteX18" fmla="*/ 4413 w 82689"/>
                <a:gd name="connsiteY18" fmla="*/ 160595 h 164123"/>
                <a:gd name="connsiteX19" fmla="*/ 7042 w 82689"/>
                <a:gd name="connsiteY19" fmla="*/ 161195 h 164123"/>
                <a:gd name="connsiteX20" fmla="*/ 41437 w 82689"/>
                <a:gd name="connsiteY20" fmla="*/ 163373 h 164123"/>
                <a:gd name="connsiteX21" fmla="*/ 63967 w 82689"/>
                <a:gd name="connsiteY21" fmla="*/ 163373 h 164123"/>
                <a:gd name="connsiteX22" fmla="*/ 78987 w 82689"/>
                <a:gd name="connsiteY22" fmla="*/ 145878 h 16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2689" h="164123">
                  <a:moveTo>
                    <a:pt x="78987" y="145878"/>
                  </a:moveTo>
                  <a:cubicBezTo>
                    <a:pt x="76208" y="143453"/>
                    <a:pt x="72979" y="141659"/>
                    <a:pt x="69449" y="140622"/>
                  </a:cubicBezTo>
                  <a:cubicBezTo>
                    <a:pt x="63516" y="138437"/>
                    <a:pt x="57358" y="136853"/>
                    <a:pt x="51050" y="135892"/>
                  </a:cubicBezTo>
                  <a:cubicBezTo>
                    <a:pt x="47295" y="135757"/>
                    <a:pt x="43691" y="134525"/>
                    <a:pt x="40686" y="132363"/>
                  </a:cubicBezTo>
                  <a:cubicBezTo>
                    <a:pt x="37983" y="129217"/>
                    <a:pt x="36555" y="125222"/>
                    <a:pt x="36555" y="121100"/>
                  </a:cubicBezTo>
                  <a:cubicBezTo>
                    <a:pt x="35504" y="113637"/>
                    <a:pt x="35054" y="106106"/>
                    <a:pt x="35129" y="98575"/>
                  </a:cubicBezTo>
                  <a:cubicBezTo>
                    <a:pt x="35129" y="91667"/>
                    <a:pt x="34603" y="84985"/>
                    <a:pt x="35129" y="78152"/>
                  </a:cubicBezTo>
                  <a:cubicBezTo>
                    <a:pt x="36405" y="66889"/>
                    <a:pt x="36405" y="57954"/>
                    <a:pt x="37457" y="44139"/>
                  </a:cubicBezTo>
                  <a:cubicBezTo>
                    <a:pt x="37908" y="37907"/>
                    <a:pt x="35955" y="31600"/>
                    <a:pt x="37007" y="25368"/>
                  </a:cubicBezTo>
                  <a:cubicBezTo>
                    <a:pt x="38058" y="19136"/>
                    <a:pt x="41888" y="10951"/>
                    <a:pt x="40310" y="3743"/>
                  </a:cubicBezTo>
                  <a:cubicBezTo>
                    <a:pt x="40160" y="2775"/>
                    <a:pt x="39710" y="1896"/>
                    <a:pt x="38959" y="1265"/>
                  </a:cubicBezTo>
                  <a:cubicBezTo>
                    <a:pt x="38358" y="1003"/>
                    <a:pt x="37757" y="852"/>
                    <a:pt x="37082" y="815"/>
                  </a:cubicBezTo>
                  <a:cubicBezTo>
                    <a:pt x="25366" y="-311"/>
                    <a:pt x="13500" y="-311"/>
                    <a:pt x="1784" y="815"/>
                  </a:cubicBezTo>
                  <a:cubicBezTo>
                    <a:pt x="2836" y="8278"/>
                    <a:pt x="2986" y="15832"/>
                    <a:pt x="2386" y="23340"/>
                  </a:cubicBezTo>
                  <a:cubicBezTo>
                    <a:pt x="2386" y="33101"/>
                    <a:pt x="1109" y="42937"/>
                    <a:pt x="658" y="52698"/>
                  </a:cubicBezTo>
                  <a:cubicBezTo>
                    <a:pt x="658" y="59231"/>
                    <a:pt x="1259" y="65763"/>
                    <a:pt x="1259" y="72220"/>
                  </a:cubicBezTo>
                  <a:cubicBezTo>
                    <a:pt x="1259" y="81155"/>
                    <a:pt x="2386" y="104131"/>
                    <a:pt x="1259" y="113066"/>
                  </a:cubicBezTo>
                  <a:cubicBezTo>
                    <a:pt x="-694" y="127160"/>
                    <a:pt x="-393" y="141463"/>
                    <a:pt x="1935" y="155489"/>
                  </a:cubicBezTo>
                  <a:cubicBezTo>
                    <a:pt x="1859" y="157494"/>
                    <a:pt x="2761" y="159409"/>
                    <a:pt x="4413" y="160595"/>
                  </a:cubicBezTo>
                  <a:cubicBezTo>
                    <a:pt x="5239" y="160985"/>
                    <a:pt x="6141" y="161188"/>
                    <a:pt x="7042" y="161195"/>
                  </a:cubicBezTo>
                  <a:lnTo>
                    <a:pt x="41437" y="163373"/>
                  </a:lnTo>
                  <a:cubicBezTo>
                    <a:pt x="48947" y="164334"/>
                    <a:pt x="56457" y="164334"/>
                    <a:pt x="63967" y="163373"/>
                  </a:cubicBezTo>
                  <a:cubicBezTo>
                    <a:pt x="72829" y="161571"/>
                    <a:pt x="90252" y="156991"/>
                    <a:pt x="78987" y="14587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" name="Content Placeholder 4">
              <a:extLst>
                <a:ext uri="{FF2B5EF4-FFF2-40B4-BE49-F238E27FC236}">
                  <a16:creationId xmlns:a16="http://schemas.microsoft.com/office/drawing/2014/main" id="{422F88D3-5978-4534-98C5-01913B5B33C7}"/>
                </a:ext>
              </a:extLst>
            </p:cNvPr>
            <p:cNvSpPr/>
            <p:nvPr/>
          </p:nvSpPr>
          <p:spPr>
            <a:xfrm>
              <a:off x="12252405" y="805943"/>
              <a:ext cx="133979" cy="122214"/>
            </a:xfrm>
            <a:custGeom>
              <a:avLst/>
              <a:gdLst>
                <a:gd name="connsiteX0" fmla="*/ 104586 w 133979"/>
                <a:gd name="connsiteY0" fmla="*/ 121760 h 122214"/>
                <a:gd name="connsiteX1" fmla="*/ 110519 w 133979"/>
                <a:gd name="connsiteY1" fmla="*/ 121760 h 122214"/>
                <a:gd name="connsiteX2" fmla="*/ 115025 w 133979"/>
                <a:gd name="connsiteY2" fmla="*/ 115603 h 122214"/>
                <a:gd name="connsiteX3" fmla="*/ 133950 w 133979"/>
                <a:gd name="connsiteY3" fmla="*/ 10485 h 122214"/>
                <a:gd name="connsiteX4" fmla="*/ 109993 w 133979"/>
                <a:gd name="connsiteY4" fmla="*/ 6130 h 122214"/>
                <a:gd name="connsiteX5" fmla="*/ 43680 w 133979"/>
                <a:gd name="connsiteY5" fmla="*/ 1024 h 122214"/>
                <a:gd name="connsiteX6" fmla="*/ 4702 w 133979"/>
                <a:gd name="connsiteY6" fmla="*/ 1475 h 122214"/>
                <a:gd name="connsiteX7" fmla="*/ -29 w 133979"/>
                <a:gd name="connsiteY7" fmla="*/ 110347 h 122214"/>
                <a:gd name="connsiteX8" fmla="*/ 104586 w 133979"/>
                <a:gd name="connsiteY8" fmla="*/ 121760 h 122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3979" h="122214">
                  <a:moveTo>
                    <a:pt x="104586" y="121760"/>
                  </a:moveTo>
                  <a:cubicBezTo>
                    <a:pt x="106538" y="122326"/>
                    <a:pt x="108566" y="122326"/>
                    <a:pt x="110519" y="121760"/>
                  </a:cubicBezTo>
                  <a:cubicBezTo>
                    <a:pt x="112771" y="120398"/>
                    <a:pt x="114423" y="118178"/>
                    <a:pt x="115025" y="115603"/>
                  </a:cubicBezTo>
                  <a:cubicBezTo>
                    <a:pt x="127866" y="82191"/>
                    <a:pt x="131621" y="46075"/>
                    <a:pt x="133950" y="10485"/>
                  </a:cubicBezTo>
                  <a:cubicBezTo>
                    <a:pt x="126214" y="7833"/>
                    <a:pt x="118178" y="6364"/>
                    <a:pt x="109993" y="6130"/>
                  </a:cubicBezTo>
                  <a:lnTo>
                    <a:pt x="43680" y="1024"/>
                  </a:lnTo>
                  <a:cubicBezTo>
                    <a:pt x="30687" y="-519"/>
                    <a:pt x="17620" y="-367"/>
                    <a:pt x="4702" y="1475"/>
                  </a:cubicBezTo>
                  <a:lnTo>
                    <a:pt x="-29" y="110347"/>
                  </a:lnTo>
                  <a:cubicBezTo>
                    <a:pt x="-178" y="112450"/>
                    <a:pt x="96024" y="120183"/>
                    <a:pt x="104586" y="121760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" name="Content Placeholder 4">
              <a:extLst>
                <a:ext uri="{FF2B5EF4-FFF2-40B4-BE49-F238E27FC236}">
                  <a16:creationId xmlns:a16="http://schemas.microsoft.com/office/drawing/2014/main" id="{5AB0BF33-8A96-601E-AB60-5F6918E5FA84}"/>
                </a:ext>
              </a:extLst>
            </p:cNvPr>
            <p:cNvSpPr/>
            <p:nvPr/>
          </p:nvSpPr>
          <p:spPr>
            <a:xfrm>
              <a:off x="12297763" y="844892"/>
              <a:ext cx="25568" cy="32233"/>
            </a:xfrm>
            <a:custGeom>
              <a:avLst/>
              <a:gdLst>
                <a:gd name="connsiteX0" fmla="*/ 1326 w 25568"/>
                <a:gd name="connsiteY0" fmla="*/ 30177 h 32233"/>
                <a:gd name="connsiteX1" fmla="*/ 23856 w 25568"/>
                <a:gd name="connsiteY1" fmla="*/ 32204 h 32233"/>
                <a:gd name="connsiteX2" fmla="*/ 24682 w 25568"/>
                <a:gd name="connsiteY2" fmla="*/ 29050 h 32233"/>
                <a:gd name="connsiteX3" fmla="*/ 15519 w 25568"/>
                <a:gd name="connsiteY3" fmla="*/ 1194 h 32233"/>
                <a:gd name="connsiteX4" fmla="*/ 13342 w 25568"/>
                <a:gd name="connsiteY4" fmla="*/ 46 h 32233"/>
                <a:gd name="connsiteX5" fmla="*/ 12215 w 25568"/>
                <a:gd name="connsiteY5" fmla="*/ 1194 h 32233"/>
                <a:gd name="connsiteX6" fmla="*/ 49 w 25568"/>
                <a:gd name="connsiteY6" fmla="*/ 27924 h 32233"/>
                <a:gd name="connsiteX7" fmla="*/ 1251 w 25568"/>
                <a:gd name="connsiteY7" fmla="*/ 30161 h 32233"/>
                <a:gd name="connsiteX8" fmla="*/ 1326 w 25568"/>
                <a:gd name="connsiteY8" fmla="*/ 30177 h 32233"/>
                <a:gd name="connsiteX9" fmla="*/ 13792 w 25568"/>
                <a:gd name="connsiteY9" fmla="*/ 6900 h 32233"/>
                <a:gd name="connsiteX10" fmla="*/ 20777 w 25568"/>
                <a:gd name="connsiteY10" fmla="*/ 28375 h 32233"/>
                <a:gd name="connsiteX11" fmla="*/ 4329 w 25568"/>
                <a:gd name="connsiteY11" fmla="*/ 26948 h 32233"/>
                <a:gd name="connsiteX12" fmla="*/ 13792 w 25568"/>
                <a:gd name="connsiteY12" fmla="*/ 6900 h 3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568" h="32233">
                  <a:moveTo>
                    <a:pt x="1326" y="30177"/>
                  </a:moveTo>
                  <a:cubicBezTo>
                    <a:pt x="8836" y="30627"/>
                    <a:pt x="16346" y="31303"/>
                    <a:pt x="23856" y="32204"/>
                  </a:cubicBezTo>
                  <a:cubicBezTo>
                    <a:pt x="25809" y="32204"/>
                    <a:pt x="26033" y="29951"/>
                    <a:pt x="24682" y="29050"/>
                  </a:cubicBezTo>
                  <a:cubicBezTo>
                    <a:pt x="21903" y="19665"/>
                    <a:pt x="18899" y="10354"/>
                    <a:pt x="15519" y="1194"/>
                  </a:cubicBezTo>
                  <a:cubicBezTo>
                    <a:pt x="15219" y="282"/>
                    <a:pt x="14243" y="-233"/>
                    <a:pt x="13342" y="46"/>
                  </a:cubicBezTo>
                  <a:cubicBezTo>
                    <a:pt x="12816" y="213"/>
                    <a:pt x="12365" y="644"/>
                    <a:pt x="12215" y="1194"/>
                  </a:cubicBezTo>
                  <a:cubicBezTo>
                    <a:pt x="9812" y="10757"/>
                    <a:pt x="5681" y="19808"/>
                    <a:pt x="49" y="27924"/>
                  </a:cubicBezTo>
                  <a:cubicBezTo>
                    <a:pt x="-252" y="28879"/>
                    <a:pt x="350" y="29881"/>
                    <a:pt x="1251" y="30161"/>
                  </a:cubicBezTo>
                  <a:cubicBezTo>
                    <a:pt x="1251" y="30167"/>
                    <a:pt x="1326" y="30172"/>
                    <a:pt x="1326" y="30177"/>
                  </a:cubicBezTo>
                  <a:close/>
                  <a:moveTo>
                    <a:pt x="13792" y="6900"/>
                  </a:moveTo>
                  <a:cubicBezTo>
                    <a:pt x="16271" y="14409"/>
                    <a:pt x="18598" y="21166"/>
                    <a:pt x="20777" y="28375"/>
                  </a:cubicBezTo>
                  <a:cubicBezTo>
                    <a:pt x="15294" y="27774"/>
                    <a:pt x="9812" y="27248"/>
                    <a:pt x="4329" y="26948"/>
                  </a:cubicBezTo>
                  <a:cubicBezTo>
                    <a:pt x="8310" y="20678"/>
                    <a:pt x="11464" y="13945"/>
                    <a:pt x="13792" y="6900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" name="Content Placeholder 4">
              <a:extLst>
                <a:ext uri="{FF2B5EF4-FFF2-40B4-BE49-F238E27FC236}">
                  <a16:creationId xmlns:a16="http://schemas.microsoft.com/office/drawing/2014/main" id="{2C55A1A9-C6B8-0634-A3AE-4D1150230657}"/>
                </a:ext>
              </a:extLst>
            </p:cNvPr>
            <p:cNvSpPr/>
            <p:nvPr/>
          </p:nvSpPr>
          <p:spPr>
            <a:xfrm>
              <a:off x="12287042" y="658504"/>
              <a:ext cx="59978" cy="244690"/>
            </a:xfrm>
            <a:custGeom>
              <a:avLst/>
              <a:gdLst>
                <a:gd name="connsiteX0" fmla="*/ 1759 w 59978"/>
                <a:gd name="connsiteY0" fmla="*/ 87420 h 244690"/>
                <a:gd name="connsiteX1" fmla="*/ 8517 w 59978"/>
                <a:gd name="connsiteY1" fmla="*/ 44997 h 244690"/>
                <a:gd name="connsiteX2" fmla="*/ 31423 w 59978"/>
                <a:gd name="connsiteY2" fmla="*/ 7455 h 244690"/>
                <a:gd name="connsiteX3" fmla="*/ 53953 w 59978"/>
                <a:gd name="connsiteY3" fmla="*/ 1598 h 244690"/>
                <a:gd name="connsiteX4" fmla="*/ 59209 w 59978"/>
                <a:gd name="connsiteY4" fmla="*/ 21045 h 244690"/>
                <a:gd name="connsiteX5" fmla="*/ 36679 w 59978"/>
                <a:gd name="connsiteY5" fmla="*/ 114525 h 244690"/>
                <a:gd name="connsiteX6" fmla="*/ 27142 w 59978"/>
                <a:gd name="connsiteY6" fmla="*/ 152968 h 244690"/>
                <a:gd name="connsiteX7" fmla="*/ 29695 w 59978"/>
                <a:gd name="connsiteY7" fmla="*/ 243671 h 244690"/>
                <a:gd name="connsiteX8" fmla="*/ 13624 w 59978"/>
                <a:gd name="connsiteY8" fmla="*/ 241718 h 244690"/>
                <a:gd name="connsiteX9" fmla="*/ 10845 w 59978"/>
                <a:gd name="connsiteY9" fmla="*/ 230531 h 244690"/>
                <a:gd name="connsiteX10" fmla="*/ 6639 w 59978"/>
                <a:gd name="connsiteY10" fmla="*/ 217992 h 244690"/>
                <a:gd name="connsiteX11" fmla="*/ 2585 w 59978"/>
                <a:gd name="connsiteY11" fmla="*/ 186381 h 244690"/>
                <a:gd name="connsiteX12" fmla="*/ 30 w 59978"/>
                <a:gd name="connsiteY12" fmla="*/ 122409 h 244690"/>
                <a:gd name="connsiteX13" fmla="*/ 1759 w 59978"/>
                <a:gd name="connsiteY13" fmla="*/ 87420 h 244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9978" h="244690">
                  <a:moveTo>
                    <a:pt x="1759" y="87420"/>
                  </a:moveTo>
                  <a:cubicBezTo>
                    <a:pt x="2359" y="73064"/>
                    <a:pt x="4612" y="58825"/>
                    <a:pt x="8517" y="44997"/>
                  </a:cubicBezTo>
                  <a:cubicBezTo>
                    <a:pt x="12648" y="30643"/>
                    <a:pt x="20534" y="17669"/>
                    <a:pt x="31423" y="7455"/>
                  </a:cubicBezTo>
                  <a:cubicBezTo>
                    <a:pt x="37431" y="2049"/>
                    <a:pt x="47043" y="-2607"/>
                    <a:pt x="53953" y="1598"/>
                  </a:cubicBezTo>
                  <a:cubicBezTo>
                    <a:pt x="60862" y="5803"/>
                    <a:pt x="60486" y="14137"/>
                    <a:pt x="59209" y="21045"/>
                  </a:cubicBezTo>
                  <a:cubicBezTo>
                    <a:pt x="53277" y="52568"/>
                    <a:pt x="45767" y="83769"/>
                    <a:pt x="36679" y="114525"/>
                  </a:cubicBezTo>
                  <a:cubicBezTo>
                    <a:pt x="33150" y="127290"/>
                    <a:pt x="29169" y="140054"/>
                    <a:pt x="27142" y="152968"/>
                  </a:cubicBezTo>
                  <a:cubicBezTo>
                    <a:pt x="22336" y="183099"/>
                    <a:pt x="23237" y="213857"/>
                    <a:pt x="29695" y="243671"/>
                  </a:cubicBezTo>
                  <a:cubicBezTo>
                    <a:pt x="24138" y="244872"/>
                    <a:pt x="17153" y="245698"/>
                    <a:pt x="13624" y="241718"/>
                  </a:cubicBezTo>
                  <a:cubicBezTo>
                    <a:pt x="10095" y="237739"/>
                    <a:pt x="12047" y="234210"/>
                    <a:pt x="10845" y="230531"/>
                  </a:cubicBezTo>
                  <a:cubicBezTo>
                    <a:pt x="9043" y="226493"/>
                    <a:pt x="7616" y="222294"/>
                    <a:pt x="6639" y="217992"/>
                  </a:cubicBezTo>
                  <a:cubicBezTo>
                    <a:pt x="4987" y="207480"/>
                    <a:pt x="3636" y="196968"/>
                    <a:pt x="2585" y="186381"/>
                  </a:cubicBezTo>
                  <a:cubicBezTo>
                    <a:pt x="557" y="165119"/>
                    <a:pt x="-269" y="143764"/>
                    <a:pt x="30" y="122409"/>
                  </a:cubicBezTo>
                  <a:cubicBezTo>
                    <a:pt x="482" y="110846"/>
                    <a:pt x="932" y="99133"/>
                    <a:pt x="1759" y="87420"/>
                  </a:cubicBezTo>
                  <a:close/>
                </a:path>
              </a:pathLst>
            </a:custGeom>
            <a:solidFill>
              <a:srgbClr val="30303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" name="Content Placeholder 4">
              <a:extLst>
                <a:ext uri="{FF2B5EF4-FFF2-40B4-BE49-F238E27FC236}">
                  <a16:creationId xmlns:a16="http://schemas.microsoft.com/office/drawing/2014/main" id="{6F7350F5-9E75-8667-A7E4-F538C44C3C8F}"/>
                </a:ext>
              </a:extLst>
            </p:cNvPr>
            <p:cNvSpPr/>
            <p:nvPr/>
          </p:nvSpPr>
          <p:spPr>
            <a:xfrm>
              <a:off x="12387007" y="561925"/>
              <a:ext cx="58555" cy="53542"/>
            </a:xfrm>
            <a:custGeom>
              <a:avLst/>
              <a:gdLst>
                <a:gd name="connsiteX0" fmla="*/ 7383 w 58555"/>
                <a:gd name="connsiteY0" fmla="*/ 19789 h 53542"/>
                <a:gd name="connsiteX1" fmla="*/ 20225 w 58555"/>
                <a:gd name="connsiteY1" fmla="*/ 19789 h 53542"/>
                <a:gd name="connsiteX2" fmla="*/ 32466 w 58555"/>
                <a:gd name="connsiteY2" fmla="*/ 22867 h 53542"/>
                <a:gd name="connsiteX3" fmla="*/ 37573 w 58555"/>
                <a:gd name="connsiteY3" fmla="*/ 37884 h 53542"/>
                <a:gd name="connsiteX4" fmla="*/ 41554 w 58555"/>
                <a:gd name="connsiteY4" fmla="*/ 48621 h 53542"/>
                <a:gd name="connsiteX5" fmla="*/ 51542 w 58555"/>
                <a:gd name="connsiteY5" fmla="*/ 53502 h 53542"/>
                <a:gd name="connsiteX6" fmla="*/ 58526 w 58555"/>
                <a:gd name="connsiteY6" fmla="*/ 45993 h 53542"/>
                <a:gd name="connsiteX7" fmla="*/ 51692 w 58555"/>
                <a:gd name="connsiteY7" fmla="*/ 47270 h 53542"/>
                <a:gd name="connsiteX8" fmla="*/ 47111 w 58555"/>
                <a:gd name="connsiteY8" fmla="*/ 41413 h 53542"/>
                <a:gd name="connsiteX9" fmla="*/ 44408 w 58555"/>
                <a:gd name="connsiteY9" fmla="*/ 9202 h 53542"/>
                <a:gd name="connsiteX10" fmla="*/ 23003 w 58555"/>
                <a:gd name="connsiteY10" fmla="*/ 642 h 53542"/>
                <a:gd name="connsiteX11" fmla="*/ 15493 w 58555"/>
                <a:gd name="connsiteY11" fmla="*/ 3270 h 53542"/>
                <a:gd name="connsiteX12" fmla="*/ 473 w 58555"/>
                <a:gd name="connsiteY12" fmla="*/ 10253 h 53542"/>
                <a:gd name="connsiteX13" fmla="*/ 7383 w 58555"/>
                <a:gd name="connsiteY13" fmla="*/ 19789 h 53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8555" h="53542">
                  <a:moveTo>
                    <a:pt x="7383" y="19789"/>
                  </a:moveTo>
                  <a:cubicBezTo>
                    <a:pt x="11664" y="20428"/>
                    <a:pt x="15944" y="20428"/>
                    <a:pt x="20225" y="19789"/>
                  </a:cubicBezTo>
                  <a:cubicBezTo>
                    <a:pt x="24581" y="19203"/>
                    <a:pt x="28936" y="20306"/>
                    <a:pt x="32466" y="22867"/>
                  </a:cubicBezTo>
                  <a:cubicBezTo>
                    <a:pt x="35771" y="27170"/>
                    <a:pt x="37573" y="32452"/>
                    <a:pt x="37573" y="37884"/>
                  </a:cubicBezTo>
                  <a:cubicBezTo>
                    <a:pt x="38023" y="41736"/>
                    <a:pt x="39375" y="45423"/>
                    <a:pt x="41554" y="48621"/>
                  </a:cubicBezTo>
                  <a:cubicBezTo>
                    <a:pt x="43806" y="51835"/>
                    <a:pt x="47636" y="53672"/>
                    <a:pt x="51542" y="53502"/>
                  </a:cubicBezTo>
                  <a:cubicBezTo>
                    <a:pt x="55447" y="53225"/>
                    <a:pt x="58526" y="49943"/>
                    <a:pt x="58526" y="45993"/>
                  </a:cubicBezTo>
                  <a:cubicBezTo>
                    <a:pt x="56798" y="47966"/>
                    <a:pt x="54020" y="48497"/>
                    <a:pt x="51692" y="47270"/>
                  </a:cubicBezTo>
                  <a:cubicBezTo>
                    <a:pt x="49514" y="45941"/>
                    <a:pt x="47862" y="43858"/>
                    <a:pt x="47111" y="41413"/>
                  </a:cubicBezTo>
                  <a:cubicBezTo>
                    <a:pt x="43506" y="31126"/>
                    <a:pt x="49439" y="18888"/>
                    <a:pt x="44408" y="9202"/>
                  </a:cubicBezTo>
                  <a:cubicBezTo>
                    <a:pt x="39976" y="1894"/>
                    <a:pt x="31265" y="-1598"/>
                    <a:pt x="23003" y="642"/>
                  </a:cubicBezTo>
                  <a:cubicBezTo>
                    <a:pt x="20450" y="1312"/>
                    <a:pt x="17897" y="2190"/>
                    <a:pt x="15493" y="3270"/>
                  </a:cubicBezTo>
                  <a:cubicBezTo>
                    <a:pt x="11738" y="4922"/>
                    <a:pt x="2727" y="6874"/>
                    <a:pt x="473" y="10253"/>
                  </a:cubicBezTo>
                  <a:cubicBezTo>
                    <a:pt x="-1779" y="13632"/>
                    <a:pt x="4079" y="18888"/>
                    <a:pt x="7383" y="19789"/>
                  </a:cubicBezTo>
                  <a:close/>
                </a:path>
              </a:pathLst>
            </a:custGeom>
            <a:solidFill>
              <a:srgbClr val="AA4A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" name="Content Placeholder 4">
              <a:extLst>
                <a:ext uri="{FF2B5EF4-FFF2-40B4-BE49-F238E27FC236}">
                  <a16:creationId xmlns:a16="http://schemas.microsoft.com/office/drawing/2014/main" id="{1DC2D4CC-A1FE-96E5-D45C-A2022A285741}"/>
                </a:ext>
              </a:extLst>
            </p:cNvPr>
            <p:cNvSpPr/>
            <p:nvPr/>
          </p:nvSpPr>
          <p:spPr>
            <a:xfrm>
              <a:off x="12300013" y="570333"/>
              <a:ext cx="63223" cy="119992"/>
            </a:xfrm>
            <a:custGeom>
              <a:avLst/>
              <a:gdLst>
                <a:gd name="connsiteX0" fmla="*/ 57729 w 63223"/>
                <a:gd name="connsiteY0" fmla="*/ 23694 h 119992"/>
                <a:gd name="connsiteX1" fmla="*/ 54274 w 63223"/>
                <a:gd name="connsiteY1" fmla="*/ 25646 h 119992"/>
                <a:gd name="connsiteX2" fmla="*/ 51646 w 63223"/>
                <a:gd name="connsiteY2" fmla="*/ 36384 h 119992"/>
                <a:gd name="connsiteX3" fmla="*/ 44962 w 63223"/>
                <a:gd name="connsiteY3" fmla="*/ 29476 h 119992"/>
                <a:gd name="connsiteX4" fmla="*/ 43085 w 63223"/>
                <a:gd name="connsiteY4" fmla="*/ 40814 h 119992"/>
                <a:gd name="connsiteX5" fmla="*/ 43760 w 63223"/>
                <a:gd name="connsiteY5" fmla="*/ 52452 h 119992"/>
                <a:gd name="connsiteX6" fmla="*/ 44661 w 63223"/>
                <a:gd name="connsiteY6" fmla="*/ 58909 h 119992"/>
                <a:gd name="connsiteX7" fmla="*/ 47590 w 63223"/>
                <a:gd name="connsiteY7" fmla="*/ 65141 h 119992"/>
                <a:gd name="connsiteX8" fmla="*/ 52622 w 63223"/>
                <a:gd name="connsiteY8" fmla="*/ 80158 h 119992"/>
                <a:gd name="connsiteX9" fmla="*/ 52622 w 63223"/>
                <a:gd name="connsiteY9" fmla="*/ 89694 h 119992"/>
                <a:gd name="connsiteX10" fmla="*/ 44661 w 63223"/>
                <a:gd name="connsiteY10" fmla="*/ 114922 h 119992"/>
                <a:gd name="connsiteX11" fmla="*/ 42784 w 63223"/>
                <a:gd name="connsiteY11" fmla="*/ 119652 h 119992"/>
                <a:gd name="connsiteX12" fmla="*/ 39330 w 63223"/>
                <a:gd name="connsiteY12" fmla="*/ 119652 h 119992"/>
                <a:gd name="connsiteX13" fmla="*/ 33020 w 63223"/>
                <a:gd name="connsiteY13" fmla="*/ 117099 h 119992"/>
                <a:gd name="connsiteX14" fmla="*/ 30693 w 63223"/>
                <a:gd name="connsiteY14" fmla="*/ 110417 h 119992"/>
                <a:gd name="connsiteX15" fmla="*/ 10491 w 63223"/>
                <a:gd name="connsiteY15" fmla="*/ 82110 h 119992"/>
                <a:gd name="connsiteX16" fmla="*/ 7637 w 63223"/>
                <a:gd name="connsiteY16" fmla="*/ 67469 h 119992"/>
                <a:gd name="connsiteX17" fmla="*/ 578 w 63223"/>
                <a:gd name="connsiteY17" fmla="*/ 55230 h 119992"/>
                <a:gd name="connsiteX18" fmla="*/ 1855 w 63223"/>
                <a:gd name="connsiteY18" fmla="*/ 41564 h 119992"/>
                <a:gd name="connsiteX19" fmla="*/ 7036 w 63223"/>
                <a:gd name="connsiteY19" fmla="*/ 28650 h 119992"/>
                <a:gd name="connsiteX20" fmla="*/ 8989 w 63223"/>
                <a:gd name="connsiteY20" fmla="*/ 16186 h 119992"/>
                <a:gd name="connsiteX21" fmla="*/ 14697 w 63223"/>
                <a:gd name="connsiteY21" fmla="*/ 5374 h 119992"/>
                <a:gd name="connsiteX22" fmla="*/ 22207 w 63223"/>
                <a:gd name="connsiteY22" fmla="*/ 2295 h 119992"/>
                <a:gd name="connsiteX23" fmla="*/ 48416 w 63223"/>
                <a:gd name="connsiteY23" fmla="*/ 268 h 119992"/>
                <a:gd name="connsiteX24" fmla="*/ 56903 w 63223"/>
                <a:gd name="connsiteY24" fmla="*/ 2220 h 119992"/>
                <a:gd name="connsiteX25" fmla="*/ 61408 w 63223"/>
                <a:gd name="connsiteY25" fmla="*/ 19694 h 119992"/>
                <a:gd name="connsiteX26" fmla="*/ 57729 w 63223"/>
                <a:gd name="connsiteY26" fmla="*/ 23694 h 119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3223" h="119992">
                  <a:moveTo>
                    <a:pt x="57729" y="23694"/>
                  </a:moveTo>
                  <a:cubicBezTo>
                    <a:pt x="56527" y="24272"/>
                    <a:pt x="55401" y="24923"/>
                    <a:pt x="54274" y="25646"/>
                  </a:cubicBezTo>
                  <a:cubicBezTo>
                    <a:pt x="51721" y="28598"/>
                    <a:pt x="50745" y="32590"/>
                    <a:pt x="51646" y="36384"/>
                  </a:cubicBezTo>
                  <a:lnTo>
                    <a:pt x="44962" y="29476"/>
                  </a:lnTo>
                  <a:cubicBezTo>
                    <a:pt x="43085" y="32926"/>
                    <a:pt x="42408" y="36931"/>
                    <a:pt x="43085" y="40814"/>
                  </a:cubicBezTo>
                  <a:lnTo>
                    <a:pt x="43760" y="52452"/>
                  </a:lnTo>
                  <a:cubicBezTo>
                    <a:pt x="43760" y="54636"/>
                    <a:pt x="44061" y="56809"/>
                    <a:pt x="44661" y="58909"/>
                  </a:cubicBezTo>
                  <a:cubicBezTo>
                    <a:pt x="45487" y="61068"/>
                    <a:pt x="46464" y="63153"/>
                    <a:pt x="47590" y="65141"/>
                  </a:cubicBezTo>
                  <a:cubicBezTo>
                    <a:pt x="50143" y="69817"/>
                    <a:pt x="51795" y="74898"/>
                    <a:pt x="52622" y="80158"/>
                  </a:cubicBezTo>
                  <a:cubicBezTo>
                    <a:pt x="53072" y="83318"/>
                    <a:pt x="53072" y="86534"/>
                    <a:pt x="52622" y="89694"/>
                  </a:cubicBezTo>
                  <a:cubicBezTo>
                    <a:pt x="51421" y="98478"/>
                    <a:pt x="45638" y="106137"/>
                    <a:pt x="44661" y="114922"/>
                  </a:cubicBezTo>
                  <a:cubicBezTo>
                    <a:pt x="44661" y="116649"/>
                    <a:pt x="44285" y="118751"/>
                    <a:pt x="42784" y="119652"/>
                  </a:cubicBezTo>
                  <a:cubicBezTo>
                    <a:pt x="41657" y="120067"/>
                    <a:pt x="40456" y="120067"/>
                    <a:pt x="39330" y="119652"/>
                  </a:cubicBezTo>
                  <a:cubicBezTo>
                    <a:pt x="37001" y="119524"/>
                    <a:pt x="34749" y="118626"/>
                    <a:pt x="33020" y="117099"/>
                  </a:cubicBezTo>
                  <a:cubicBezTo>
                    <a:pt x="31744" y="115082"/>
                    <a:pt x="30918" y="112794"/>
                    <a:pt x="30693" y="110417"/>
                  </a:cubicBezTo>
                  <a:cubicBezTo>
                    <a:pt x="27839" y="99004"/>
                    <a:pt x="14096" y="93223"/>
                    <a:pt x="10491" y="82110"/>
                  </a:cubicBezTo>
                  <a:cubicBezTo>
                    <a:pt x="8989" y="77380"/>
                    <a:pt x="9514" y="72124"/>
                    <a:pt x="7637" y="67469"/>
                  </a:cubicBezTo>
                  <a:cubicBezTo>
                    <a:pt x="5759" y="62813"/>
                    <a:pt x="2079" y="59960"/>
                    <a:pt x="578" y="55230"/>
                  </a:cubicBezTo>
                  <a:cubicBezTo>
                    <a:pt x="-549" y="50660"/>
                    <a:pt x="-98" y="45849"/>
                    <a:pt x="1855" y="41564"/>
                  </a:cubicBezTo>
                  <a:cubicBezTo>
                    <a:pt x="3882" y="37370"/>
                    <a:pt x="5610" y="33057"/>
                    <a:pt x="7036" y="28650"/>
                  </a:cubicBezTo>
                  <a:cubicBezTo>
                    <a:pt x="8088" y="24595"/>
                    <a:pt x="8163" y="20315"/>
                    <a:pt x="8989" y="16186"/>
                  </a:cubicBezTo>
                  <a:cubicBezTo>
                    <a:pt x="9514" y="12004"/>
                    <a:pt x="11542" y="8157"/>
                    <a:pt x="14697" y="5374"/>
                  </a:cubicBezTo>
                  <a:cubicBezTo>
                    <a:pt x="16950" y="3827"/>
                    <a:pt x="19503" y="2777"/>
                    <a:pt x="22207" y="2295"/>
                  </a:cubicBezTo>
                  <a:cubicBezTo>
                    <a:pt x="30768" y="197"/>
                    <a:pt x="39629" y="-487"/>
                    <a:pt x="48416" y="268"/>
                  </a:cubicBezTo>
                  <a:cubicBezTo>
                    <a:pt x="51345" y="345"/>
                    <a:pt x="54199" y="1009"/>
                    <a:pt x="56903" y="2220"/>
                  </a:cubicBezTo>
                  <a:cubicBezTo>
                    <a:pt x="62986" y="5795"/>
                    <a:pt x="65013" y="13618"/>
                    <a:pt x="61408" y="19694"/>
                  </a:cubicBezTo>
                  <a:cubicBezTo>
                    <a:pt x="60507" y="21279"/>
                    <a:pt x="59231" y="22643"/>
                    <a:pt x="57729" y="23694"/>
                  </a:cubicBezTo>
                  <a:close/>
                </a:path>
              </a:pathLst>
            </a:custGeom>
            <a:solidFill>
              <a:srgbClr val="AA4A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5" name="Content Placeholder 4">
              <a:extLst>
                <a:ext uri="{FF2B5EF4-FFF2-40B4-BE49-F238E27FC236}">
                  <a16:creationId xmlns:a16="http://schemas.microsoft.com/office/drawing/2014/main" id="{6569FC3E-9559-1C11-5397-F24D8DA87C39}"/>
                </a:ext>
              </a:extLst>
            </p:cNvPr>
            <p:cNvSpPr/>
            <p:nvPr/>
          </p:nvSpPr>
          <p:spPr>
            <a:xfrm>
              <a:off x="12284862" y="505322"/>
              <a:ext cx="187161" cy="81967"/>
            </a:xfrm>
            <a:custGeom>
              <a:avLst/>
              <a:gdLst>
                <a:gd name="connsiteX0" fmla="*/ 4238 w 187161"/>
                <a:gd name="connsiteY0" fmla="*/ 53791 h 81967"/>
                <a:gd name="connsiteX1" fmla="*/ 25867 w 187161"/>
                <a:gd name="connsiteY1" fmla="*/ 41853 h 81967"/>
                <a:gd name="connsiteX2" fmla="*/ 31049 w 187161"/>
                <a:gd name="connsiteY2" fmla="*/ 40276 h 81967"/>
                <a:gd name="connsiteX3" fmla="*/ 29697 w 187161"/>
                <a:gd name="connsiteY3" fmla="*/ 25860 h 81967"/>
                <a:gd name="connsiteX4" fmla="*/ 31950 w 187161"/>
                <a:gd name="connsiteY4" fmla="*/ 18351 h 81967"/>
                <a:gd name="connsiteX5" fmla="*/ 40361 w 187161"/>
                <a:gd name="connsiteY5" fmla="*/ 13321 h 81967"/>
                <a:gd name="connsiteX6" fmla="*/ 86398 w 187161"/>
                <a:gd name="connsiteY6" fmla="*/ 1157 h 81967"/>
                <a:gd name="connsiteX7" fmla="*/ 133485 w 187161"/>
                <a:gd name="connsiteY7" fmla="*/ 4986 h 81967"/>
                <a:gd name="connsiteX8" fmla="*/ 137465 w 187161"/>
                <a:gd name="connsiteY8" fmla="*/ 7389 h 81967"/>
                <a:gd name="connsiteX9" fmla="*/ 138817 w 187161"/>
                <a:gd name="connsiteY9" fmla="*/ 11143 h 81967"/>
                <a:gd name="connsiteX10" fmla="*/ 140469 w 187161"/>
                <a:gd name="connsiteY10" fmla="*/ 22181 h 81967"/>
                <a:gd name="connsiteX11" fmla="*/ 168406 w 187161"/>
                <a:gd name="connsiteY11" fmla="*/ 17450 h 81967"/>
                <a:gd name="connsiteX12" fmla="*/ 181549 w 187161"/>
                <a:gd name="connsiteY12" fmla="*/ 21580 h 81967"/>
                <a:gd name="connsiteX13" fmla="*/ 187032 w 187161"/>
                <a:gd name="connsiteY13" fmla="*/ 33668 h 81967"/>
                <a:gd name="connsiteX14" fmla="*/ 178094 w 187161"/>
                <a:gd name="connsiteY14" fmla="*/ 44330 h 81967"/>
                <a:gd name="connsiteX15" fmla="*/ 156541 w 187161"/>
                <a:gd name="connsiteY15" fmla="*/ 54242 h 81967"/>
                <a:gd name="connsiteX16" fmla="*/ 47345 w 187161"/>
                <a:gd name="connsiteY16" fmla="*/ 81347 h 81967"/>
                <a:gd name="connsiteX17" fmla="*/ 28195 w 187161"/>
                <a:gd name="connsiteY17" fmla="*/ 81347 h 81967"/>
                <a:gd name="connsiteX18" fmla="*/ 3186 w 187161"/>
                <a:gd name="connsiteY18" fmla="*/ 67682 h 81967"/>
                <a:gd name="connsiteX19" fmla="*/ 2060 w 187161"/>
                <a:gd name="connsiteY19" fmla="*/ 54988 h 81967"/>
                <a:gd name="connsiteX20" fmla="*/ 4238 w 187161"/>
                <a:gd name="connsiteY20" fmla="*/ 53115 h 8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161" h="81967">
                  <a:moveTo>
                    <a:pt x="4238" y="53791"/>
                  </a:moveTo>
                  <a:cubicBezTo>
                    <a:pt x="10547" y="48340"/>
                    <a:pt x="17906" y="44273"/>
                    <a:pt x="25867" y="41853"/>
                  </a:cubicBezTo>
                  <a:cubicBezTo>
                    <a:pt x="27594" y="41252"/>
                    <a:pt x="29322" y="40801"/>
                    <a:pt x="31049" y="40276"/>
                  </a:cubicBezTo>
                  <a:cubicBezTo>
                    <a:pt x="30073" y="35540"/>
                    <a:pt x="29546" y="30701"/>
                    <a:pt x="29697" y="25860"/>
                  </a:cubicBezTo>
                  <a:cubicBezTo>
                    <a:pt x="29622" y="23183"/>
                    <a:pt x="30448" y="20558"/>
                    <a:pt x="31950" y="18351"/>
                  </a:cubicBezTo>
                  <a:cubicBezTo>
                    <a:pt x="34203" y="15891"/>
                    <a:pt x="37132" y="14142"/>
                    <a:pt x="40361" y="13321"/>
                  </a:cubicBezTo>
                  <a:cubicBezTo>
                    <a:pt x="55231" y="7667"/>
                    <a:pt x="70701" y="3590"/>
                    <a:pt x="86398" y="1157"/>
                  </a:cubicBezTo>
                  <a:cubicBezTo>
                    <a:pt x="102168" y="-1272"/>
                    <a:pt x="118315" y="40"/>
                    <a:pt x="133485" y="4986"/>
                  </a:cubicBezTo>
                  <a:cubicBezTo>
                    <a:pt x="134987" y="5408"/>
                    <a:pt x="136413" y="6239"/>
                    <a:pt x="137465" y="7389"/>
                  </a:cubicBezTo>
                  <a:cubicBezTo>
                    <a:pt x="138217" y="8529"/>
                    <a:pt x="138667" y="9810"/>
                    <a:pt x="138817" y="11143"/>
                  </a:cubicBezTo>
                  <a:cubicBezTo>
                    <a:pt x="139418" y="14822"/>
                    <a:pt x="139944" y="18652"/>
                    <a:pt x="140469" y="22181"/>
                  </a:cubicBezTo>
                  <a:cubicBezTo>
                    <a:pt x="149406" y="18835"/>
                    <a:pt x="158869" y="17229"/>
                    <a:pt x="168406" y="17450"/>
                  </a:cubicBezTo>
                  <a:cubicBezTo>
                    <a:pt x="173062" y="17541"/>
                    <a:pt x="177644" y="18974"/>
                    <a:pt x="181549" y="21580"/>
                  </a:cubicBezTo>
                  <a:cubicBezTo>
                    <a:pt x="185529" y="24268"/>
                    <a:pt x="187632" y="28931"/>
                    <a:pt x="187032" y="33668"/>
                  </a:cubicBezTo>
                  <a:cubicBezTo>
                    <a:pt x="185604" y="38288"/>
                    <a:pt x="182375" y="42136"/>
                    <a:pt x="178094" y="44330"/>
                  </a:cubicBezTo>
                  <a:cubicBezTo>
                    <a:pt x="171260" y="48417"/>
                    <a:pt x="164051" y="51741"/>
                    <a:pt x="156541" y="54242"/>
                  </a:cubicBezTo>
                  <a:cubicBezTo>
                    <a:pt x="121319" y="67592"/>
                    <a:pt x="84670" y="76692"/>
                    <a:pt x="47345" y="81347"/>
                  </a:cubicBezTo>
                  <a:cubicBezTo>
                    <a:pt x="40962" y="82134"/>
                    <a:pt x="34578" y="82134"/>
                    <a:pt x="28195" y="81347"/>
                  </a:cubicBezTo>
                  <a:cubicBezTo>
                    <a:pt x="18507" y="79896"/>
                    <a:pt x="9645" y="75054"/>
                    <a:pt x="3186" y="67682"/>
                  </a:cubicBezTo>
                  <a:cubicBezTo>
                    <a:pt x="-644" y="64484"/>
                    <a:pt x="-1094" y="58801"/>
                    <a:pt x="2060" y="54988"/>
                  </a:cubicBezTo>
                  <a:cubicBezTo>
                    <a:pt x="2661" y="54253"/>
                    <a:pt x="3412" y="53621"/>
                    <a:pt x="4238" y="53115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6" name="Content Placeholder 4">
              <a:extLst>
                <a:ext uri="{FF2B5EF4-FFF2-40B4-BE49-F238E27FC236}">
                  <a16:creationId xmlns:a16="http://schemas.microsoft.com/office/drawing/2014/main" id="{F6B76370-8715-08C5-85F0-BBB329E8A084}"/>
                </a:ext>
              </a:extLst>
            </p:cNvPr>
            <p:cNvSpPr/>
            <p:nvPr/>
          </p:nvSpPr>
          <p:spPr>
            <a:xfrm>
              <a:off x="12326827" y="685472"/>
              <a:ext cx="21391" cy="24380"/>
            </a:xfrm>
            <a:custGeom>
              <a:avLst/>
              <a:gdLst>
                <a:gd name="connsiteX0" fmla="*/ 14918 w 21391"/>
                <a:gd name="connsiteY0" fmla="*/ 985 h 24380"/>
                <a:gd name="connsiteX1" fmla="*/ 19348 w 21391"/>
                <a:gd name="connsiteY1" fmla="*/ 3162 h 24380"/>
                <a:gd name="connsiteX2" fmla="*/ 21226 w 21391"/>
                <a:gd name="connsiteY2" fmla="*/ 10671 h 24380"/>
                <a:gd name="connsiteX3" fmla="*/ 19799 w 21391"/>
                <a:gd name="connsiteY3" fmla="*/ 20657 h 24380"/>
                <a:gd name="connsiteX4" fmla="*/ 18898 w 21391"/>
                <a:gd name="connsiteY4" fmla="*/ 22759 h 24380"/>
                <a:gd name="connsiteX5" fmla="*/ 16345 w 21391"/>
                <a:gd name="connsiteY5" fmla="*/ 23735 h 24380"/>
                <a:gd name="connsiteX6" fmla="*/ 8835 w 21391"/>
                <a:gd name="connsiteY6" fmla="*/ 24261 h 24380"/>
                <a:gd name="connsiteX7" fmla="*/ 2377 w 21391"/>
                <a:gd name="connsiteY7" fmla="*/ 20882 h 24380"/>
                <a:gd name="connsiteX8" fmla="*/ 499 w 21391"/>
                <a:gd name="connsiteY8" fmla="*/ 15401 h 24380"/>
                <a:gd name="connsiteX9" fmla="*/ -27 w 21391"/>
                <a:gd name="connsiteY9" fmla="*/ 8794 h 24380"/>
                <a:gd name="connsiteX10" fmla="*/ 14918 w 21391"/>
                <a:gd name="connsiteY10" fmla="*/ 985 h 2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391" h="24380">
                  <a:moveTo>
                    <a:pt x="14918" y="985"/>
                  </a:moveTo>
                  <a:cubicBezTo>
                    <a:pt x="16570" y="1292"/>
                    <a:pt x="18072" y="2045"/>
                    <a:pt x="19348" y="3162"/>
                  </a:cubicBezTo>
                  <a:cubicBezTo>
                    <a:pt x="21001" y="5295"/>
                    <a:pt x="21677" y="8016"/>
                    <a:pt x="21226" y="10671"/>
                  </a:cubicBezTo>
                  <a:cubicBezTo>
                    <a:pt x="21076" y="14039"/>
                    <a:pt x="20625" y="17385"/>
                    <a:pt x="19799" y="20657"/>
                  </a:cubicBezTo>
                  <a:cubicBezTo>
                    <a:pt x="19724" y="21426"/>
                    <a:pt x="19348" y="22151"/>
                    <a:pt x="18898" y="22759"/>
                  </a:cubicBezTo>
                  <a:cubicBezTo>
                    <a:pt x="18147" y="23314"/>
                    <a:pt x="17246" y="23652"/>
                    <a:pt x="16345" y="23735"/>
                  </a:cubicBezTo>
                  <a:cubicBezTo>
                    <a:pt x="13866" y="24302"/>
                    <a:pt x="11388" y="24479"/>
                    <a:pt x="8835" y="24261"/>
                  </a:cubicBezTo>
                  <a:cubicBezTo>
                    <a:pt x="6281" y="24059"/>
                    <a:pt x="3953" y="22839"/>
                    <a:pt x="2377" y="20882"/>
                  </a:cubicBezTo>
                  <a:cubicBezTo>
                    <a:pt x="1250" y="19258"/>
                    <a:pt x="649" y="17364"/>
                    <a:pt x="499" y="15401"/>
                  </a:cubicBezTo>
                  <a:cubicBezTo>
                    <a:pt x="198" y="13209"/>
                    <a:pt x="48" y="11003"/>
                    <a:pt x="-27" y="8794"/>
                  </a:cubicBezTo>
                  <a:cubicBezTo>
                    <a:pt x="-177" y="-1268"/>
                    <a:pt x="7408" y="-817"/>
                    <a:pt x="14918" y="985"/>
                  </a:cubicBezTo>
                  <a:close/>
                </a:path>
              </a:pathLst>
            </a:custGeom>
            <a:solidFill>
              <a:srgbClr val="D992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7" name="Content Placeholder 4">
              <a:extLst>
                <a:ext uri="{FF2B5EF4-FFF2-40B4-BE49-F238E27FC236}">
                  <a16:creationId xmlns:a16="http://schemas.microsoft.com/office/drawing/2014/main" id="{7AFE6270-EBE7-20EF-5356-41C736E3C17A}"/>
                </a:ext>
              </a:extLst>
            </p:cNvPr>
            <p:cNvSpPr/>
            <p:nvPr/>
          </p:nvSpPr>
          <p:spPr>
            <a:xfrm>
              <a:off x="12311284" y="705439"/>
              <a:ext cx="47988" cy="86466"/>
            </a:xfrm>
            <a:custGeom>
              <a:avLst/>
              <a:gdLst>
                <a:gd name="connsiteX0" fmla="*/ 36844 w 47988"/>
                <a:gd name="connsiteY0" fmla="*/ 8123 h 86466"/>
                <a:gd name="connsiteX1" fmla="*/ 35568 w 47988"/>
                <a:gd name="connsiteY1" fmla="*/ 20737 h 86466"/>
                <a:gd name="connsiteX2" fmla="*/ 37220 w 47988"/>
                <a:gd name="connsiteY2" fmla="*/ 33126 h 86466"/>
                <a:gd name="connsiteX3" fmla="*/ 47960 w 47988"/>
                <a:gd name="connsiteY3" fmla="*/ 37556 h 86466"/>
                <a:gd name="connsiteX4" fmla="*/ 36695 w 47988"/>
                <a:gd name="connsiteY4" fmla="*/ 39809 h 86466"/>
                <a:gd name="connsiteX5" fmla="*/ 41125 w 47988"/>
                <a:gd name="connsiteY5" fmla="*/ 55652 h 86466"/>
                <a:gd name="connsiteX6" fmla="*/ 33615 w 47988"/>
                <a:gd name="connsiteY6" fmla="*/ 62635 h 86466"/>
                <a:gd name="connsiteX7" fmla="*/ 24303 w 47988"/>
                <a:gd name="connsiteY7" fmla="*/ 86436 h 86466"/>
                <a:gd name="connsiteX8" fmla="*/ 16793 w 47988"/>
                <a:gd name="connsiteY8" fmla="*/ 71419 h 86466"/>
                <a:gd name="connsiteX9" fmla="*/ 10184 w 47988"/>
                <a:gd name="connsiteY9" fmla="*/ 68191 h 86466"/>
                <a:gd name="connsiteX10" fmla="*/ 4101 w 47988"/>
                <a:gd name="connsiteY10" fmla="*/ 55802 h 86466"/>
                <a:gd name="connsiteX11" fmla="*/ 10410 w 47988"/>
                <a:gd name="connsiteY11" fmla="*/ 40785 h 86466"/>
                <a:gd name="connsiteX12" fmla="*/ -29 w 47988"/>
                <a:gd name="connsiteY12" fmla="*/ 29297 h 86466"/>
                <a:gd name="connsiteX13" fmla="*/ 11085 w 47988"/>
                <a:gd name="connsiteY13" fmla="*/ 20812 h 86466"/>
                <a:gd name="connsiteX14" fmla="*/ 12062 w 47988"/>
                <a:gd name="connsiteY14" fmla="*/ 16533 h 86466"/>
                <a:gd name="connsiteX15" fmla="*/ 16192 w 47988"/>
                <a:gd name="connsiteY15" fmla="*/ 11202 h 86466"/>
                <a:gd name="connsiteX16" fmla="*/ 17920 w 47988"/>
                <a:gd name="connsiteY16" fmla="*/ 5720 h 86466"/>
                <a:gd name="connsiteX17" fmla="*/ 36844 w 47988"/>
                <a:gd name="connsiteY17" fmla="*/ 8123 h 86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7988" h="86466">
                  <a:moveTo>
                    <a:pt x="36844" y="8123"/>
                  </a:moveTo>
                  <a:cubicBezTo>
                    <a:pt x="36844" y="12359"/>
                    <a:pt x="36394" y="16584"/>
                    <a:pt x="35568" y="20737"/>
                  </a:cubicBezTo>
                  <a:cubicBezTo>
                    <a:pt x="34742" y="24938"/>
                    <a:pt x="35343" y="29280"/>
                    <a:pt x="37220" y="33126"/>
                  </a:cubicBezTo>
                  <a:cubicBezTo>
                    <a:pt x="39248" y="37045"/>
                    <a:pt x="43754" y="38924"/>
                    <a:pt x="47960" y="37556"/>
                  </a:cubicBezTo>
                  <a:cubicBezTo>
                    <a:pt x="44580" y="39669"/>
                    <a:pt x="40599" y="40471"/>
                    <a:pt x="36695" y="39809"/>
                  </a:cubicBezTo>
                  <a:cubicBezTo>
                    <a:pt x="36018" y="45365"/>
                    <a:pt x="42627" y="50246"/>
                    <a:pt x="41125" y="55652"/>
                  </a:cubicBezTo>
                  <a:cubicBezTo>
                    <a:pt x="40149" y="58880"/>
                    <a:pt x="36769" y="60607"/>
                    <a:pt x="33615" y="62635"/>
                  </a:cubicBezTo>
                  <a:cubicBezTo>
                    <a:pt x="26181" y="68134"/>
                    <a:pt x="22576" y="77374"/>
                    <a:pt x="24303" y="86436"/>
                  </a:cubicBezTo>
                  <a:cubicBezTo>
                    <a:pt x="18970" y="84334"/>
                    <a:pt x="21224" y="75549"/>
                    <a:pt x="16793" y="71419"/>
                  </a:cubicBezTo>
                  <a:cubicBezTo>
                    <a:pt x="14765" y="70033"/>
                    <a:pt x="12512" y="68945"/>
                    <a:pt x="10184" y="68191"/>
                  </a:cubicBezTo>
                  <a:cubicBezTo>
                    <a:pt x="5603" y="65893"/>
                    <a:pt x="3124" y="60828"/>
                    <a:pt x="4101" y="55802"/>
                  </a:cubicBezTo>
                  <a:cubicBezTo>
                    <a:pt x="5227" y="50471"/>
                    <a:pt x="10109" y="46341"/>
                    <a:pt x="10410" y="40785"/>
                  </a:cubicBezTo>
                  <a:cubicBezTo>
                    <a:pt x="10335" y="34870"/>
                    <a:pt x="5828" y="29941"/>
                    <a:pt x="-29" y="29297"/>
                  </a:cubicBezTo>
                  <a:cubicBezTo>
                    <a:pt x="4552" y="27720"/>
                    <a:pt x="9808" y="25543"/>
                    <a:pt x="11085" y="20812"/>
                  </a:cubicBezTo>
                  <a:cubicBezTo>
                    <a:pt x="11311" y="19362"/>
                    <a:pt x="11611" y="17931"/>
                    <a:pt x="12062" y="16533"/>
                  </a:cubicBezTo>
                  <a:cubicBezTo>
                    <a:pt x="12888" y="14430"/>
                    <a:pt x="15066" y="13154"/>
                    <a:pt x="16192" y="11202"/>
                  </a:cubicBezTo>
                  <a:cubicBezTo>
                    <a:pt x="16868" y="9412"/>
                    <a:pt x="17469" y="7582"/>
                    <a:pt x="17920" y="5720"/>
                  </a:cubicBezTo>
                  <a:cubicBezTo>
                    <a:pt x="21675" y="-2689"/>
                    <a:pt x="36319" y="-1863"/>
                    <a:pt x="36844" y="8123"/>
                  </a:cubicBezTo>
                  <a:close/>
                </a:path>
              </a:pathLst>
            </a:custGeom>
            <a:solidFill>
              <a:srgbClr val="AA4A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8" name="Content Placeholder 4">
              <a:extLst>
                <a:ext uri="{FF2B5EF4-FFF2-40B4-BE49-F238E27FC236}">
                  <a16:creationId xmlns:a16="http://schemas.microsoft.com/office/drawing/2014/main" id="{60499B92-71A1-D4EE-0364-9072007F8079}"/>
                </a:ext>
              </a:extLst>
            </p:cNvPr>
            <p:cNvSpPr/>
            <p:nvPr/>
          </p:nvSpPr>
          <p:spPr>
            <a:xfrm>
              <a:off x="12296680" y="901161"/>
              <a:ext cx="22720" cy="30372"/>
            </a:xfrm>
            <a:custGeom>
              <a:avLst/>
              <a:gdLst>
                <a:gd name="connsiteX0" fmla="*/ 21634 w 22720"/>
                <a:gd name="connsiteY0" fmla="*/ 11600 h 30372"/>
                <a:gd name="connsiteX1" fmla="*/ 22686 w 22720"/>
                <a:gd name="connsiteY1" fmla="*/ 14904 h 30372"/>
                <a:gd name="connsiteX2" fmla="*/ 20883 w 22720"/>
                <a:gd name="connsiteY2" fmla="*/ 17757 h 30372"/>
                <a:gd name="connsiteX3" fmla="*/ 19306 w 22720"/>
                <a:gd name="connsiteY3" fmla="*/ 18433 h 30372"/>
                <a:gd name="connsiteX4" fmla="*/ 19306 w 22720"/>
                <a:gd name="connsiteY4" fmla="*/ 19334 h 30372"/>
                <a:gd name="connsiteX5" fmla="*/ 20132 w 22720"/>
                <a:gd name="connsiteY5" fmla="*/ 26842 h 30372"/>
                <a:gd name="connsiteX6" fmla="*/ 14725 w 22720"/>
                <a:gd name="connsiteY6" fmla="*/ 29921 h 30372"/>
                <a:gd name="connsiteX7" fmla="*/ 6539 w 22720"/>
                <a:gd name="connsiteY7" fmla="*/ 29921 h 30372"/>
                <a:gd name="connsiteX8" fmla="*/ 1732 w 22720"/>
                <a:gd name="connsiteY8" fmla="*/ 27368 h 30372"/>
                <a:gd name="connsiteX9" fmla="*/ 306 w 22720"/>
                <a:gd name="connsiteY9" fmla="*/ 19259 h 30372"/>
                <a:gd name="connsiteX10" fmla="*/ 2033 w 22720"/>
                <a:gd name="connsiteY10" fmla="*/ 4242 h 30372"/>
                <a:gd name="connsiteX11" fmla="*/ 3911 w 22720"/>
                <a:gd name="connsiteY11" fmla="*/ 112 h 30372"/>
                <a:gd name="connsiteX12" fmla="*/ 6389 w 22720"/>
                <a:gd name="connsiteY12" fmla="*/ 112 h 30372"/>
                <a:gd name="connsiteX13" fmla="*/ 18105 w 22720"/>
                <a:gd name="connsiteY13" fmla="*/ 2215 h 30372"/>
                <a:gd name="connsiteX14" fmla="*/ 18705 w 22720"/>
                <a:gd name="connsiteY14" fmla="*/ 6119 h 30372"/>
                <a:gd name="connsiteX15" fmla="*/ 21634 w 22720"/>
                <a:gd name="connsiteY15" fmla="*/ 11600 h 30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720" h="30372">
                  <a:moveTo>
                    <a:pt x="21634" y="11600"/>
                  </a:moveTo>
                  <a:cubicBezTo>
                    <a:pt x="22235" y="12604"/>
                    <a:pt x="22610" y="13736"/>
                    <a:pt x="22686" y="14904"/>
                  </a:cubicBezTo>
                  <a:cubicBezTo>
                    <a:pt x="22761" y="16134"/>
                    <a:pt x="22010" y="17265"/>
                    <a:pt x="20883" y="17757"/>
                  </a:cubicBezTo>
                  <a:cubicBezTo>
                    <a:pt x="20283" y="17824"/>
                    <a:pt x="19757" y="18059"/>
                    <a:pt x="19306" y="18433"/>
                  </a:cubicBezTo>
                  <a:cubicBezTo>
                    <a:pt x="19231" y="18729"/>
                    <a:pt x="19231" y="19038"/>
                    <a:pt x="19306" y="19334"/>
                  </a:cubicBezTo>
                  <a:cubicBezTo>
                    <a:pt x="19306" y="21962"/>
                    <a:pt x="21333" y="24665"/>
                    <a:pt x="20132" y="26842"/>
                  </a:cubicBezTo>
                  <a:cubicBezTo>
                    <a:pt x="18931" y="28659"/>
                    <a:pt x="16903" y="29798"/>
                    <a:pt x="14725" y="29921"/>
                  </a:cubicBezTo>
                  <a:cubicBezTo>
                    <a:pt x="12021" y="30484"/>
                    <a:pt x="9242" y="30484"/>
                    <a:pt x="6539" y="29921"/>
                  </a:cubicBezTo>
                  <a:cubicBezTo>
                    <a:pt x="4737" y="29563"/>
                    <a:pt x="3085" y="28674"/>
                    <a:pt x="1732" y="27368"/>
                  </a:cubicBezTo>
                  <a:cubicBezTo>
                    <a:pt x="80" y="25015"/>
                    <a:pt x="-445" y="22039"/>
                    <a:pt x="306" y="19259"/>
                  </a:cubicBezTo>
                  <a:cubicBezTo>
                    <a:pt x="831" y="14153"/>
                    <a:pt x="1433" y="9122"/>
                    <a:pt x="2033" y="4242"/>
                  </a:cubicBezTo>
                  <a:cubicBezTo>
                    <a:pt x="1883" y="2633"/>
                    <a:pt x="2634" y="1070"/>
                    <a:pt x="3911" y="112"/>
                  </a:cubicBezTo>
                  <a:cubicBezTo>
                    <a:pt x="4737" y="-77"/>
                    <a:pt x="5563" y="-77"/>
                    <a:pt x="6389" y="112"/>
                  </a:cubicBezTo>
                  <a:cubicBezTo>
                    <a:pt x="9018" y="112"/>
                    <a:pt x="16903" y="-413"/>
                    <a:pt x="18105" y="2215"/>
                  </a:cubicBezTo>
                  <a:cubicBezTo>
                    <a:pt x="18630" y="3266"/>
                    <a:pt x="18105" y="4842"/>
                    <a:pt x="18705" y="6119"/>
                  </a:cubicBezTo>
                  <a:cubicBezTo>
                    <a:pt x="19306" y="7395"/>
                    <a:pt x="20733" y="9573"/>
                    <a:pt x="21634" y="11600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CFFFDCE1-3341-0E25-8311-12CF311315C8}"/>
              </a:ext>
            </a:extLst>
          </p:cNvPr>
          <p:cNvGrpSpPr/>
          <p:nvPr userDrawn="1"/>
        </p:nvGrpSpPr>
        <p:grpSpPr>
          <a:xfrm>
            <a:off x="2655066" y="5141991"/>
            <a:ext cx="273691" cy="861449"/>
            <a:chOff x="5492935" y="4861111"/>
            <a:chExt cx="273691" cy="861449"/>
          </a:xfrm>
        </p:grpSpPr>
        <p:sp>
          <p:nvSpPr>
            <p:cNvPr id="510" name="Content Placeholder 4">
              <a:extLst>
                <a:ext uri="{FF2B5EF4-FFF2-40B4-BE49-F238E27FC236}">
                  <a16:creationId xmlns:a16="http://schemas.microsoft.com/office/drawing/2014/main" id="{C63EAFB0-1CF9-5E66-B083-4F19A6E1A72A}"/>
                </a:ext>
              </a:extLst>
            </p:cNvPr>
            <p:cNvSpPr/>
            <p:nvPr/>
          </p:nvSpPr>
          <p:spPr>
            <a:xfrm>
              <a:off x="5512587" y="5680160"/>
              <a:ext cx="254039" cy="42400"/>
            </a:xfrm>
            <a:custGeom>
              <a:avLst/>
              <a:gdLst>
                <a:gd name="connsiteX0" fmla="*/ 206847 w 254039"/>
                <a:gd name="connsiteY0" fmla="*/ 42216 h 42400"/>
                <a:gd name="connsiteX1" fmla="*/ 250105 w 254039"/>
                <a:gd name="connsiteY1" fmla="*/ 30277 h 42400"/>
                <a:gd name="connsiteX2" fmla="*/ 254010 w 254039"/>
                <a:gd name="connsiteY2" fmla="*/ 20066 h 42400"/>
                <a:gd name="connsiteX3" fmla="*/ 236587 w 254039"/>
                <a:gd name="connsiteY3" fmla="*/ 6701 h 42400"/>
                <a:gd name="connsiteX4" fmla="*/ 100956 w 254039"/>
                <a:gd name="connsiteY4" fmla="*/ 1595 h 42400"/>
                <a:gd name="connsiteX5" fmla="*/ 16919 w 254039"/>
                <a:gd name="connsiteY5" fmla="*/ 12557 h 42400"/>
                <a:gd name="connsiteX6" fmla="*/ 8884 w 254039"/>
                <a:gd name="connsiteY6" fmla="*/ 35083 h 42400"/>
                <a:gd name="connsiteX7" fmla="*/ 70315 w 254039"/>
                <a:gd name="connsiteY7" fmla="*/ 37110 h 4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039" h="42400">
                  <a:moveTo>
                    <a:pt x="206847" y="42216"/>
                  </a:moveTo>
                  <a:cubicBezTo>
                    <a:pt x="222243" y="42816"/>
                    <a:pt x="239966" y="42216"/>
                    <a:pt x="250105" y="30277"/>
                  </a:cubicBezTo>
                  <a:cubicBezTo>
                    <a:pt x="252643" y="27484"/>
                    <a:pt x="254040" y="23843"/>
                    <a:pt x="254010" y="20066"/>
                  </a:cubicBezTo>
                  <a:cubicBezTo>
                    <a:pt x="253409" y="11957"/>
                    <a:pt x="244172" y="8202"/>
                    <a:pt x="236587" y="6701"/>
                  </a:cubicBezTo>
                  <a:cubicBezTo>
                    <a:pt x="192052" y="-2235"/>
                    <a:pt x="146467" y="-357"/>
                    <a:pt x="100956" y="1595"/>
                  </a:cubicBezTo>
                  <a:cubicBezTo>
                    <a:pt x="72591" y="1663"/>
                    <a:pt x="44353" y="5342"/>
                    <a:pt x="16919" y="12557"/>
                  </a:cubicBezTo>
                  <a:cubicBezTo>
                    <a:pt x="2801" y="16912"/>
                    <a:pt x="-8690" y="28926"/>
                    <a:pt x="8884" y="35083"/>
                  </a:cubicBezTo>
                  <a:cubicBezTo>
                    <a:pt x="26457" y="41240"/>
                    <a:pt x="52366" y="36359"/>
                    <a:pt x="70315" y="37110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1" name="Content Placeholder 4">
              <a:extLst>
                <a:ext uri="{FF2B5EF4-FFF2-40B4-BE49-F238E27FC236}">
                  <a16:creationId xmlns:a16="http://schemas.microsoft.com/office/drawing/2014/main" id="{3499EC84-BAD8-1C12-79A1-EC1D1EA19667}"/>
                </a:ext>
              </a:extLst>
            </p:cNvPr>
            <p:cNvSpPr/>
            <p:nvPr/>
          </p:nvSpPr>
          <p:spPr>
            <a:xfrm>
              <a:off x="5524987" y="5263865"/>
              <a:ext cx="107738" cy="419463"/>
            </a:xfrm>
            <a:custGeom>
              <a:avLst/>
              <a:gdLst>
                <a:gd name="connsiteX0" fmla="*/ 30879 w 107738"/>
                <a:gd name="connsiteY0" fmla="*/ 321782 h 419463"/>
                <a:gd name="connsiteX1" fmla="*/ 47101 w 107738"/>
                <a:gd name="connsiteY1" fmla="*/ 414662 h 419463"/>
                <a:gd name="connsiteX2" fmla="*/ 62796 w 107738"/>
                <a:gd name="connsiteY2" fmla="*/ 418491 h 419463"/>
                <a:gd name="connsiteX3" fmla="*/ 68729 w 107738"/>
                <a:gd name="connsiteY3" fmla="*/ 410983 h 419463"/>
                <a:gd name="connsiteX4" fmla="*/ 102675 w 107738"/>
                <a:gd name="connsiteY4" fmla="*/ 45772 h 419463"/>
                <a:gd name="connsiteX5" fmla="*/ 104477 w 107738"/>
                <a:gd name="connsiteY5" fmla="*/ 18591 h 419463"/>
                <a:gd name="connsiteX6" fmla="*/ 89457 w 107738"/>
                <a:gd name="connsiteY6" fmla="*/ 8530 h 419463"/>
                <a:gd name="connsiteX7" fmla="*/ 45524 w 107738"/>
                <a:gd name="connsiteY7" fmla="*/ -30 h 419463"/>
                <a:gd name="connsiteX8" fmla="*/ 4369 w 107738"/>
                <a:gd name="connsiteY8" fmla="*/ 6578 h 419463"/>
                <a:gd name="connsiteX9" fmla="*/ 1515 w 107738"/>
                <a:gd name="connsiteY9" fmla="*/ 38639 h 419463"/>
                <a:gd name="connsiteX10" fmla="*/ 2642 w 107738"/>
                <a:gd name="connsiteY10" fmla="*/ 78058 h 419463"/>
                <a:gd name="connsiteX11" fmla="*/ 17662 w 107738"/>
                <a:gd name="connsiteY11" fmla="*/ 233633 h 419463"/>
                <a:gd name="connsiteX12" fmla="*/ 30879 w 107738"/>
                <a:gd name="connsiteY12" fmla="*/ 321782 h 419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7738" h="419463">
                  <a:moveTo>
                    <a:pt x="30879" y="321782"/>
                  </a:moveTo>
                  <a:cubicBezTo>
                    <a:pt x="33958" y="342280"/>
                    <a:pt x="37713" y="395140"/>
                    <a:pt x="47101" y="414662"/>
                  </a:cubicBezTo>
                  <a:cubicBezTo>
                    <a:pt x="51028" y="419084"/>
                    <a:pt x="57277" y="420609"/>
                    <a:pt x="62796" y="418491"/>
                  </a:cubicBezTo>
                  <a:cubicBezTo>
                    <a:pt x="66214" y="417568"/>
                    <a:pt x="68624" y="414519"/>
                    <a:pt x="68729" y="410983"/>
                  </a:cubicBezTo>
                  <a:cubicBezTo>
                    <a:pt x="67002" y="299107"/>
                    <a:pt x="55887" y="152842"/>
                    <a:pt x="102675" y="45772"/>
                  </a:cubicBezTo>
                  <a:cubicBezTo>
                    <a:pt x="106580" y="36837"/>
                    <a:pt x="110785" y="26850"/>
                    <a:pt x="104477" y="18591"/>
                  </a:cubicBezTo>
                  <a:cubicBezTo>
                    <a:pt x="100384" y="14041"/>
                    <a:pt x="95225" y="10579"/>
                    <a:pt x="89457" y="8530"/>
                  </a:cubicBezTo>
                  <a:cubicBezTo>
                    <a:pt x="75488" y="2913"/>
                    <a:pt x="60581" y="8"/>
                    <a:pt x="45524" y="-30"/>
                  </a:cubicBezTo>
                  <a:cubicBezTo>
                    <a:pt x="34709" y="-30"/>
                    <a:pt x="12104" y="-30"/>
                    <a:pt x="4369" y="6578"/>
                  </a:cubicBezTo>
                  <a:cubicBezTo>
                    <a:pt x="-3367" y="13185"/>
                    <a:pt x="1440" y="30755"/>
                    <a:pt x="1515" y="38639"/>
                  </a:cubicBezTo>
                  <a:cubicBezTo>
                    <a:pt x="1515" y="51801"/>
                    <a:pt x="1891" y="64941"/>
                    <a:pt x="2642" y="78058"/>
                  </a:cubicBezTo>
                  <a:cubicBezTo>
                    <a:pt x="4970" y="130017"/>
                    <a:pt x="10827" y="181825"/>
                    <a:pt x="17662" y="233633"/>
                  </a:cubicBezTo>
                  <a:cubicBezTo>
                    <a:pt x="21942" y="262616"/>
                    <a:pt x="26373" y="292650"/>
                    <a:pt x="30879" y="321782"/>
                  </a:cubicBezTo>
                  <a:close/>
                </a:path>
              </a:pathLst>
            </a:custGeom>
            <a:solidFill>
              <a:srgbClr val="58585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2" name="Content Placeholder 4">
              <a:extLst>
                <a:ext uri="{FF2B5EF4-FFF2-40B4-BE49-F238E27FC236}">
                  <a16:creationId xmlns:a16="http://schemas.microsoft.com/office/drawing/2014/main" id="{3E786A92-BA9F-5AF7-0E58-23466D02AB5B}"/>
                </a:ext>
              </a:extLst>
            </p:cNvPr>
            <p:cNvSpPr/>
            <p:nvPr/>
          </p:nvSpPr>
          <p:spPr>
            <a:xfrm>
              <a:off x="5595868" y="5247653"/>
              <a:ext cx="92398" cy="436650"/>
            </a:xfrm>
            <a:custGeom>
              <a:avLst/>
              <a:gdLst>
                <a:gd name="connsiteX0" fmla="*/ 7987 w 92398"/>
                <a:gd name="connsiteY0" fmla="*/ 156289 h 436650"/>
                <a:gd name="connsiteX1" fmla="*/ 13094 w 92398"/>
                <a:gd name="connsiteY1" fmla="*/ 230022 h 436650"/>
                <a:gd name="connsiteX2" fmla="*/ 15798 w 92398"/>
                <a:gd name="connsiteY2" fmla="*/ 282581 h 436650"/>
                <a:gd name="connsiteX3" fmla="*/ 15347 w 92398"/>
                <a:gd name="connsiteY3" fmla="*/ 334089 h 436650"/>
                <a:gd name="connsiteX4" fmla="*/ 17976 w 92398"/>
                <a:gd name="connsiteY4" fmla="*/ 414205 h 436650"/>
                <a:gd name="connsiteX5" fmla="*/ 20905 w 92398"/>
                <a:gd name="connsiteY5" fmla="*/ 427720 h 436650"/>
                <a:gd name="connsiteX6" fmla="*/ 33596 w 92398"/>
                <a:gd name="connsiteY6" fmla="*/ 436505 h 436650"/>
                <a:gd name="connsiteX7" fmla="*/ 43284 w 92398"/>
                <a:gd name="connsiteY7" fmla="*/ 429597 h 436650"/>
                <a:gd name="connsiteX8" fmla="*/ 43359 w 92398"/>
                <a:gd name="connsiteY8" fmla="*/ 428996 h 436650"/>
                <a:gd name="connsiteX9" fmla="*/ 59506 w 92398"/>
                <a:gd name="connsiteY9" fmla="*/ 250520 h 436650"/>
                <a:gd name="connsiteX10" fmla="*/ 67692 w 92398"/>
                <a:gd name="connsiteY10" fmla="*/ 186773 h 436650"/>
                <a:gd name="connsiteX11" fmla="*/ 92249 w 92398"/>
                <a:gd name="connsiteY11" fmla="*/ 29847 h 436650"/>
                <a:gd name="connsiteX12" fmla="*/ 91198 w 92398"/>
                <a:gd name="connsiteY12" fmla="*/ 17833 h 436650"/>
                <a:gd name="connsiteX13" fmla="*/ 52597 w 92398"/>
                <a:gd name="connsiteY13" fmla="*/ 264 h 436650"/>
                <a:gd name="connsiteX14" fmla="*/ 27 w 92398"/>
                <a:gd name="connsiteY14" fmla="*/ 47041 h 436650"/>
                <a:gd name="connsiteX15" fmla="*/ 7987 w 92398"/>
                <a:gd name="connsiteY15" fmla="*/ 156289 h 436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2398" h="436650">
                  <a:moveTo>
                    <a:pt x="7987" y="156289"/>
                  </a:moveTo>
                  <a:cubicBezTo>
                    <a:pt x="9640" y="180864"/>
                    <a:pt x="11344" y="205447"/>
                    <a:pt x="13094" y="230022"/>
                  </a:cubicBezTo>
                  <a:cubicBezTo>
                    <a:pt x="14371" y="247592"/>
                    <a:pt x="15572" y="265237"/>
                    <a:pt x="15798" y="282581"/>
                  </a:cubicBezTo>
                  <a:cubicBezTo>
                    <a:pt x="16023" y="299926"/>
                    <a:pt x="15197" y="316895"/>
                    <a:pt x="15347" y="334089"/>
                  </a:cubicBezTo>
                  <a:cubicBezTo>
                    <a:pt x="15347" y="350082"/>
                    <a:pt x="16999" y="398212"/>
                    <a:pt x="17976" y="414205"/>
                  </a:cubicBezTo>
                  <a:cubicBezTo>
                    <a:pt x="17915" y="418874"/>
                    <a:pt x="18922" y="423493"/>
                    <a:pt x="20905" y="427720"/>
                  </a:cubicBezTo>
                  <a:cubicBezTo>
                    <a:pt x="23578" y="432427"/>
                    <a:pt x="28249" y="435656"/>
                    <a:pt x="33596" y="436505"/>
                  </a:cubicBezTo>
                  <a:cubicBezTo>
                    <a:pt x="38177" y="437270"/>
                    <a:pt x="42511" y="434177"/>
                    <a:pt x="43284" y="429597"/>
                  </a:cubicBezTo>
                  <a:cubicBezTo>
                    <a:pt x="43314" y="429402"/>
                    <a:pt x="43337" y="429199"/>
                    <a:pt x="43359" y="428996"/>
                  </a:cubicBezTo>
                  <a:lnTo>
                    <a:pt x="59506" y="250520"/>
                  </a:lnTo>
                  <a:cubicBezTo>
                    <a:pt x="61909" y="229271"/>
                    <a:pt x="64312" y="207947"/>
                    <a:pt x="67692" y="186773"/>
                  </a:cubicBezTo>
                  <a:cubicBezTo>
                    <a:pt x="76103" y="134214"/>
                    <a:pt x="90222" y="82706"/>
                    <a:pt x="92249" y="29847"/>
                  </a:cubicBezTo>
                  <a:cubicBezTo>
                    <a:pt x="92580" y="25814"/>
                    <a:pt x="92227" y="21753"/>
                    <a:pt x="91198" y="17833"/>
                  </a:cubicBezTo>
                  <a:cubicBezTo>
                    <a:pt x="86842" y="3867"/>
                    <a:pt x="68067" y="-1389"/>
                    <a:pt x="52597" y="264"/>
                  </a:cubicBezTo>
                  <a:cubicBezTo>
                    <a:pt x="24660" y="3417"/>
                    <a:pt x="-1400" y="19560"/>
                    <a:pt x="27" y="47041"/>
                  </a:cubicBezTo>
                  <a:cubicBezTo>
                    <a:pt x="2580" y="83607"/>
                    <a:pt x="5809" y="119873"/>
                    <a:pt x="7987" y="156289"/>
                  </a:cubicBezTo>
                  <a:close/>
                </a:path>
              </a:pathLst>
            </a:custGeom>
            <a:solidFill>
              <a:srgbClr val="58585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3" name="Content Placeholder 4">
              <a:extLst>
                <a:ext uri="{FF2B5EF4-FFF2-40B4-BE49-F238E27FC236}">
                  <a16:creationId xmlns:a16="http://schemas.microsoft.com/office/drawing/2014/main" id="{7FD22CF3-3C93-5488-7D67-039A7A9F84F9}"/>
                </a:ext>
              </a:extLst>
            </p:cNvPr>
            <p:cNvSpPr/>
            <p:nvPr/>
          </p:nvSpPr>
          <p:spPr>
            <a:xfrm>
              <a:off x="5495115" y="5016235"/>
              <a:ext cx="69227" cy="167214"/>
            </a:xfrm>
            <a:custGeom>
              <a:avLst/>
              <a:gdLst>
                <a:gd name="connsiteX0" fmla="*/ 21925 w 69227"/>
                <a:gd name="connsiteY0" fmla="*/ 45847 h 167214"/>
                <a:gd name="connsiteX1" fmla="*/ 32664 w 69227"/>
                <a:gd name="connsiteY1" fmla="*/ 20544 h 167214"/>
                <a:gd name="connsiteX2" fmla="*/ 52340 w 69227"/>
                <a:gd name="connsiteY2" fmla="*/ 1848 h 167214"/>
                <a:gd name="connsiteX3" fmla="*/ 66234 w 69227"/>
                <a:gd name="connsiteY3" fmla="*/ 2373 h 167214"/>
                <a:gd name="connsiteX4" fmla="*/ 69087 w 69227"/>
                <a:gd name="connsiteY4" fmla="*/ 9882 h 167214"/>
                <a:gd name="connsiteX5" fmla="*/ 64581 w 69227"/>
                <a:gd name="connsiteY5" fmla="*/ 43219 h 167214"/>
                <a:gd name="connsiteX6" fmla="*/ 27031 w 69227"/>
                <a:gd name="connsiteY6" fmla="*/ 154570 h 167214"/>
                <a:gd name="connsiteX7" fmla="*/ 18245 w 69227"/>
                <a:gd name="connsiteY7" fmla="*/ 164481 h 167214"/>
                <a:gd name="connsiteX8" fmla="*/ 5553 w 69227"/>
                <a:gd name="connsiteY8" fmla="*/ 166358 h 167214"/>
                <a:gd name="connsiteX9" fmla="*/ 1272 w 69227"/>
                <a:gd name="connsiteY9" fmla="*/ 143382 h 167214"/>
                <a:gd name="connsiteX10" fmla="*/ 5853 w 69227"/>
                <a:gd name="connsiteY10" fmla="*/ 110420 h 167214"/>
                <a:gd name="connsiteX11" fmla="*/ 21925 w 69227"/>
                <a:gd name="connsiteY11" fmla="*/ 45847 h 167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9227" h="167214">
                  <a:moveTo>
                    <a:pt x="21925" y="45847"/>
                  </a:moveTo>
                  <a:cubicBezTo>
                    <a:pt x="24516" y="37025"/>
                    <a:pt x="28120" y="28533"/>
                    <a:pt x="32664" y="20544"/>
                  </a:cubicBezTo>
                  <a:cubicBezTo>
                    <a:pt x="37252" y="12525"/>
                    <a:pt x="44094" y="6022"/>
                    <a:pt x="52340" y="1848"/>
                  </a:cubicBezTo>
                  <a:cubicBezTo>
                    <a:pt x="56643" y="-833"/>
                    <a:pt x="62148" y="-630"/>
                    <a:pt x="66234" y="2373"/>
                  </a:cubicBezTo>
                  <a:cubicBezTo>
                    <a:pt x="67976" y="4498"/>
                    <a:pt x="68975" y="7134"/>
                    <a:pt x="69087" y="9882"/>
                  </a:cubicBezTo>
                  <a:cubicBezTo>
                    <a:pt x="69643" y="21175"/>
                    <a:pt x="68111" y="32475"/>
                    <a:pt x="64581" y="43219"/>
                  </a:cubicBezTo>
                  <a:cubicBezTo>
                    <a:pt x="54969" y="81362"/>
                    <a:pt x="48735" y="121607"/>
                    <a:pt x="27031" y="154570"/>
                  </a:cubicBezTo>
                  <a:cubicBezTo>
                    <a:pt x="24808" y="158437"/>
                    <a:pt x="21819" y="161808"/>
                    <a:pt x="18245" y="164481"/>
                  </a:cubicBezTo>
                  <a:cubicBezTo>
                    <a:pt x="14610" y="167229"/>
                    <a:pt x="9826" y="167934"/>
                    <a:pt x="5553" y="166358"/>
                  </a:cubicBezTo>
                  <a:cubicBezTo>
                    <a:pt x="-2933" y="162754"/>
                    <a:pt x="596" y="150365"/>
                    <a:pt x="1272" y="143382"/>
                  </a:cubicBezTo>
                  <a:cubicBezTo>
                    <a:pt x="2399" y="132344"/>
                    <a:pt x="3900" y="121382"/>
                    <a:pt x="5853" y="110420"/>
                  </a:cubicBezTo>
                  <a:cubicBezTo>
                    <a:pt x="9661" y="88540"/>
                    <a:pt x="15030" y="66961"/>
                    <a:pt x="21925" y="45847"/>
                  </a:cubicBezTo>
                  <a:close/>
                </a:path>
              </a:pathLst>
            </a:custGeom>
            <a:solidFill>
              <a:srgbClr val="91A1A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4" name="Content Placeholder 4">
              <a:extLst>
                <a:ext uri="{FF2B5EF4-FFF2-40B4-BE49-F238E27FC236}">
                  <a16:creationId xmlns:a16="http://schemas.microsoft.com/office/drawing/2014/main" id="{2856C104-3AEE-B229-E50B-C88B56253610}"/>
                </a:ext>
              </a:extLst>
            </p:cNvPr>
            <p:cNvSpPr/>
            <p:nvPr/>
          </p:nvSpPr>
          <p:spPr>
            <a:xfrm>
              <a:off x="5517849" y="5006594"/>
              <a:ext cx="176759" cy="282257"/>
            </a:xfrm>
            <a:custGeom>
              <a:avLst/>
              <a:gdLst>
                <a:gd name="connsiteX0" fmla="*/ 108536 w 176759"/>
                <a:gd name="connsiteY0" fmla="*/ 226 h 282257"/>
                <a:gd name="connsiteX1" fmla="*/ 119426 w 176759"/>
                <a:gd name="connsiteY1" fmla="*/ 977 h 282257"/>
                <a:gd name="connsiteX2" fmla="*/ 129189 w 176759"/>
                <a:gd name="connsiteY2" fmla="*/ 8486 h 282257"/>
                <a:gd name="connsiteX3" fmla="*/ 147513 w 176759"/>
                <a:gd name="connsiteY3" fmla="*/ 68553 h 282257"/>
                <a:gd name="connsiteX4" fmla="*/ 176577 w 176759"/>
                <a:gd name="connsiteY4" fmla="*/ 236517 h 282257"/>
                <a:gd name="connsiteX5" fmla="*/ 175976 w 176759"/>
                <a:gd name="connsiteY5" fmla="*/ 244776 h 282257"/>
                <a:gd name="connsiteX6" fmla="*/ 171845 w 176759"/>
                <a:gd name="connsiteY6" fmla="*/ 251534 h 282257"/>
                <a:gd name="connsiteX7" fmla="*/ 135347 w 176759"/>
                <a:gd name="connsiteY7" fmla="*/ 271882 h 282257"/>
                <a:gd name="connsiteX8" fmla="*/ 29156 w 176759"/>
                <a:gd name="connsiteY8" fmla="*/ 279390 h 282257"/>
                <a:gd name="connsiteX9" fmla="*/ 8728 w 176759"/>
                <a:gd name="connsiteY9" fmla="*/ 270606 h 282257"/>
                <a:gd name="connsiteX10" fmla="*/ 3697 w 176759"/>
                <a:gd name="connsiteY10" fmla="*/ 257841 h 282257"/>
                <a:gd name="connsiteX11" fmla="*/ 1294 w 176759"/>
                <a:gd name="connsiteY11" fmla="*/ 186436 h 282257"/>
                <a:gd name="connsiteX12" fmla="*/ 14887 w 176759"/>
                <a:gd name="connsiteY12" fmla="*/ 87400 h 282257"/>
                <a:gd name="connsiteX13" fmla="*/ 29531 w 176759"/>
                <a:gd name="connsiteY13" fmla="*/ 39571 h 282257"/>
                <a:gd name="connsiteX14" fmla="*/ 50634 w 176759"/>
                <a:gd name="connsiteY14" fmla="*/ 3305 h 282257"/>
                <a:gd name="connsiteX15" fmla="*/ 77370 w 176759"/>
                <a:gd name="connsiteY15" fmla="*/ 4055 h 282257"/>
                <a:gd name="connsiteX16" fmla="*/ 108536 w 176759"/>
                <a:gd name="connsiteY16" fmla="*/ 226 h 282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6759" h="282257">
                  <a:moveTo>
                    <a:pt x="108536" y="226"/>
                  </a:moveTo>
                  <a:cubicBezTo>
                    <a:pt x="112178" y="-284"/>
                    <a:pt x="115889" y="-29"/>
                    <a:pt x="119426" y="977"/>
                  </a:cubicBezTo>
                  <a:cubicBezTo>
                    <a:pt x="123293" y="2561"/>
                    <a:pt x="126665" y="5152"/>
                    <a:pt x="129189" y="8486"/>
                  </a:cubicBezTo>
                  <a:cubicBezTo>
                    <a:pt x="142406" y="25079"/>
                    <a:pt x="144209" y="47530"/>
                    <a:pt x="147513" y="68553"/>
                  </a:cubicBezTo>
                  <a:cubicBezTo>
                    <a:pt x="155549" y="124867"/>
                    <a:pt x="173723" y="179753"/>
                    <a:pt x="176577" y="236517"/>
                  </a:cubicBezTo>
                  <a:cubicBezTo>
                    <a:pt x="176907" y="239280"/>
                    <a:pt x="176704" y="242089"/>
                    <a:pt x="175976" y="244776"/>
                  </a:cubicBezTo>
                  <a:cubicBezTo>
                    <a:pt x="175112" y="247307"/>
                    <a:pt x="173708" y="249612"/>
                    <a:pt x="171845" y="251534"/>
                  </a:cubicBezTo>
                  <a:cubicBezTo>
                    <a:pt x="161805" y="261573"/>
                    <a:pt x="149165" y="268616"/>
                    <a:pt x="135347" y="271882"/>
                  </a:cubicBezTo>
                  <a:cubicBezTo>
                    <a:pt x="100966" y="282349"/>
                    <a:pt x="64670" y="284917"/>
                    <a:pt x="29156" y="279390"/>
                  </a:cubicBezTo>
                  <a:cubicBezTo>
                    <a:pt x="21473" y="279180"/>
                    <a:pt x="14166" y="276042"/>
                    <a:pt x="8728" y="270606"/>
                  </a:cubicBezTo>
                  <a:cubicBezTo>
                    <a:pt x="6062" y="266806"/>
                    <a:pt x="4342" y="262436"/>
                    <a:pt x="3697" y="257841"/>
                  </a:cubicBezTo>
                  <a:cubicBezTo>
                    <a:pt x="-261" y="234250"/>
                    <a:pt x="-1072" y="210238"/>
                    <a:pt x="1294" y="186436"/>
                  </a:cubicBezTo>
                  <a:cubicBezTo>
                    <a:pt x="3111" y="153106"/>
                    <a:pt x="7654" y="119986"/>
                    <a:pt x="14887" y="87400"/>
                  </a:cubicBezTo>
                  <a:cubicBezTo>
                    <a:pt x="18664" y="71136"/>
                    <a:pt x="23553" y="55158"/>
                    <a:pt x="29531" y="39571"/>
                  </a:cubicBezTo>
                  <a:cubicBezTo>
                    <a:pt x="33286" y="29960"/>
                    <a:pt x="39369" y="5783"/>
                    <a:pt x="50634" y="3305"/>
                  </a:cubicBezTo>
                  <a:cubicBezTo>
                    <a:pt x="58144" y="1653"/>
                    <a:pt x="69034" y="4731"/>
                    <a:pt x="77370" y="4055"/>
                  </a:cubicBezTo>
                  <a:cubicBezTo>
                    <a:pt x="88034" y="3079"/>
                    <a:pt x="98248" y="1127"/>
                    <a:pt x="108536" y="226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5" name="Content Placeholder 4">
              <a:extLst>
                <a:ext uri="{FF2B5EF4-FFF2-40B4-BE49-F238E27FC236}">
                  <a16:creationId xmlns:a16="http://schemas.microsoft.com/office/drawing/2014/main" id="{15B90E7A-4FF3-F98A-360E-BA9AC4FC7207}"/>
                </a:ext>
              </a:extLst>
            </p:cNvPr>
            <p:cNvSpPr/>
            <p:nvPr/>
          </p:nvSpPr>
          <p:spPr>
            <a:xfrm>
              <a:off x="5521983" y="5018057"/>
              <a:ext cx="160217" cy="261725"/>
            </a:xfrm>
            <a:custGeom>
              <a:avLst/>
              <a:gdLst>
                <a:gd name="connsiteX0" fmla="*/ 157573 w 160217"/>
                <a:gd name="connsiteY0" fmla="*/ 220925 h 261725"/>
                <a:gd name="connsiteX1" fmla="*/ 151716 w 160217"/>
                <a:gd name="connsiteY1" fmla="*/ 222727 h 261725"/>
                <a:gd name="connsiteX2" fmla="*/ 150589 w 160217"/>
                <a:gd name="connsiteY2" fmla="*/ 205983 h 261725"/>
                <a:gd name="connsiteX3" fmla="*/ 157048 w 160217"/>
                <a:gd name="connsiteY3" fmla="*/ 204632 h 261725"/>
                <a:gd name="connsiteX4" fmla="*/ 155771 w 160217"/>
                <a:gd name="connsiteY4" fmla="*/ 200052 h 261725"/>
                <a:gd name="connsiteX5" fmla="*/ 150214 w 160217"/>
                <a:gd name="connsiteY5" fmla="*/ 201253 h 261725"/>
                <a:gd name="connsiteX6" fmla="*/ 148261 w 160217"/>
                <a:gd name="connsiteY6" fmla="*/ 179478 h 261725"/>
                <a:gd name="connsiteX7" fmla="*/ 158475 w 160217"/>
                <a:gd name="connsiteY7" fmla="*/ 177601 h 261725"/>
                <a:gd name="connsiteX8" fmla="*/ 157198 w 160217"/>
                <a:gd name="connsiteY8" fmla="*/ 172946 h 261725"/>
                <a:gd name="connsiteX9" fmla="*/ 147811 w 160217"/>
                <a:gd name="connsiteY9" fmla="*/ 174823 h 261725"/>
                <a:gd name="connsiteX10" fmla="*/ 145257 w 160217"/>
                <a:gd name="connsiteY10" fmla="*/ 153424 h 261725"/>
                <a:gd name="connsiteX11" fmla="*/ 151190 w 160217"/>
                <a:gd name="connsiteY11" fmla="*/ 152223 h 261725"/>
                <a:gd name="connsiteX12" fmla="*/ 149913 w 160217"/>
                <a:gd name="connsiteY12" fmla="*/ 147718 h 261725"/>
                <a:gd name="connsiteX13" fmla="*/ 144581 w 160217"/>
                <a:gd name="connsiteY13" fmla="*/ 148694 h 261725"/>
                <a:gd name="connsiteX14" fmla="*/ 141352 w 160217"/>
                <a:gd name="connsiteY14" fmla="*/ 128872 h 261725"/>
                <a:gd name="connsiteX15" fmla="*/ 151040 w 160217"/>
                <a:gd name="connsiteY15" fmla="*/ 127670 h 261725"/>
                <a:gd name="connsiteX16" fmla="*/ 151040 w 160217"/>
                <a:gd name="connsiteY16" fmla="*/ 122865 h 261725"/>
                <a:gd name="connsiteX17" fmla="*/ 140451 w 160217"/>
                <a:gd name="connsiteY17" fmla="*/ 123916 h 261725"/>
                <a:gd name="connsiteX18" fmla="*/ 135419 w 160217"/>
                <a:gd name="connsiteY18" fmla="*/ 101390 h 261725"/>
                <a:gd name="connsiteX19" fmla="*/ 134593 w 160217"/>
                <a:gd name="connsiteY19" fmla="*/ 97937 h 261725"/>
                <a:gd name="connsiteX20" fmla="*/ 110185 w 160217"/>
                <a:gd name="connsiteY20" fmla="*/ 7835 h 261725"/>
                <a:gd name="connsiteX21" fmla="*/ 109209 w 160217"/>
                <a:gd name="connsiteY21" fmla="*/ 7835 h 261725"/>
                <a:gd name="connsiteX22" fmla="*/ 119723 w 160217"/>
                <a:gd name="connsiteY22" fmla="*/ 55214 h 261725"/>
                <a:gd name="connsiteX23" fmla="*/ 99221 w 160217"/>
                <a:gd name="connsiteY23" fmla="*/ 58517 h 261725"/>
                <a:gd name="connsiteX24" fmla="*/ 96668 w 160217"/>
                <a:gd name="connsiteY24" fmla="*/ 42224 h 261725"/>
                <a:gd name="connsiteX25" fmla="*/ 102901 w 160217"/>
                <a:gd name="connsiteY25" fmla="*/ 41098 h 261725"/>
                <a:gd name="connsiteX26" fmla="*/ 101699 w 160217"/>
                <a:gd name="connsiteY26" fmla="*/ 36743 h 261725"/>
                <a:gd name="connsiteX27" fmla="*/ 95992 w 160217"/>
                <a:gd name="connsiteY27" fmla="*/ 37419 h 261725"/>
                <a:gd name="connsiteX28" fmla="*/ 92462 w 160217"/>
                <a:gd name="connsiteY28" fmla="*/ 9562 h 261725"/>
                <a:gd name="connsiteX29" fmla="*/ 102525 w 160217"/>
                <a:gd name="connsiteY29" fmla="*/ 8136 h 261725"/>
                <a:gd name="connsiteX30" fmla="*/ 101324 w 160217"/>
                <a:gd name="connsiteY30" fmla="*/ 3631 h 261725"/>
                <a:gd name="connsiteX31" fmla="*/ 92011 w 160217"/>
                <a:gd name="connsiteY31" fmla="*/ 5508 h 261725"/>
                <a:gd name="connsiteX32" fmla="*/ 91636 w 160217"/>
                <a:gd name="connsiteY32" fmla="*/ 1829 h 261725"/>
                <a:gd name="connsiteX33" fmla="*/ 87731 w 160217"/>
                <a:gd name="connsiteY33" fmla="*/ 1829 h 261725"/>
                <a:gd name="connsiteX34" fmla="*/ 88181 w 160217"/>
                <a:gd name="connsiteY34" fmla="*/ 6258 h 261725"/>
                <a:gd name="connsiteX35" fmla="*/ 74438 w 160217"/>
                <a:gd name="connsiteY35" fmla="*/ 8286 h 261725"/>
                <a:gd name="connsiteX36" fmla="*/ 74438 w 160217"/>
                <a:gd name="connsiteY36" fmla="*/ 4081 h 261725"/>
                <a:gd name="connsiteX37" fmla="*/ 73492 w 160217"/>
                <a:gd name="connsiteY37" fmla="*/ 3600 h 261725"/>
                <a:gd name="connsiteX38" fmla="*/ 73011 w 160217"/>
                <a:gd name="connsiteY38" fmla="*/ 4081 h 261725"/>
                <a:gd name="connsiteX39" fmla="*/ 73011 w 160217"/>
                <a:gd name="connsiteY39" fmla="*/ 8511 h 261725"/>
                <a:gd name="connsiteX40" fmla="*/ 54386 w 160217"/>
                <a:gd name="connsiteY40" fmla="*/ 9788 h 261725"/>
                <a:gd name="connsiteX41" fmla="*/ 54386 w 160217"/>
                <a:gd name="connsiteY41" fmla="*/ 9112 h 261725"/>
                <a:gd name="connsiteX42" fmla="*/ 50706 w 160217"/>
                <a:gd name="connsiteY42" fmla="*/ 8060 h 261725"/>
                <a:gd name="connsiteX43" fmla="*/ 50706 w 160217"/>
                <a:gd name="connsiteY43" fmla="*/ 9862 h 261725"/>
                <a:gd name="connsiteX44" fmla="*/ 43196 w 160217"/>
                <a:gd name="connsiteY44" fmla="*/ 9862 h 261725"/>
                <a:gd name="connsiteX45" fmla="*/ 43196 w 160217"/>
                <a:gd name="connsiteY45" fmla="*/ 10989 h 261725"/>
                <a:gd name="connsiteX46" fmla="*/ 50256 w 160217"/>
                <a:gd name="connsiteY46" fmla="*/ 10989 h 261725"/>
                <a:gd name="connsiteX47" fmla="*/ 47102 w 160217"/>
                <a:gd name="connsiteY47" fmla="*/ 41023 h 261725"/>
                <a:gd name="connsiteX48" fmla="*/ 37188 w 160217"/>
                <a:gd name="connsiteY48" fmla="*/ 41023 h 261725"/>
                <a:gd name="connsiteX49" fmla="*/ 38916 w 160217"/>
                <a:gd name="connsiteY49" fmla="*/ 27132 h 261725"/>
                <a:gd name="connsiteX50" fmla="*/ 37489 w 160217"/>
                <a:gd name="connsiteY50" fmla="*/ 27132 h 261725"/>
                <a:gd name="connsiteX51" fmla="*/ 35461 w 160217"/>
                <a:gd name="connsiteY51" fmla="*/ 41098 h 261725"/>
                <a:gd name="connsiteX52" fmla="*/ 35086 w 160217"/>
                <a:gd name="connsiteY52" fmla="*/ 41098 h 261725"/>
                <a:gd name="connsiteX53" fmla="*/ 35086 w 160217"/>
                <a:gd name="connsiteY53" fmla="*/ 43576 h 261725"/>
                <a:gd name="connsiteX54" fmla="*/ 35086 w 160217"/>
                <a:gd name="connsiteY54" fmla="*/ 43576 h 261725"/>
                <a:gd name="connsiteX55" fmla="*/ 32232 w 160217"/>
                <a:gd name="connsiteY55" fmla="*/ 63773 h 261725"/>
                <a:gd name="connsiteX56" fmla="*/ 29228 w 160217"/>
                <a:gd name="connsiteY56" fmla="*/ 63773 h 261725"/>
                <a:gd name="connsiteX57" fmla="*/ 29228 w 160217"/>
                <a:gd name="connsiteY57" fmla="*/ 65951 h 261725"/>
                <a:gd name="connsiteX58" fmla="*/ 31931 w 160217"/>
                <a:gd name="connsiteY58" fmla="*/ 65951 h 261725"/>
                <a:gd name="connsiteX59" fmla="*/ 29303 w 160217"/>
                <a:gd name="connsiteY59" fmla="*/ 84872 h 261725"/>
                <a:gd name="connsiteX60" fmla="*/ 21793 w 160217"/>
                <a:gd name="connsiteY60" fmla="*/ 84872 h 261725"/>
                <a:gd name="connsiteX61" fmla="*/ 21793 w 160217"/>
                <a:gd name="connsiteY61" fmla="*/ 86299 h 261725"/>
                <a:gd name="connsiteX62" fmla="*/ 29303 w 160217"/>
                <a:gd name="connsiteY62" fmla="*/ 86824 h 261725"/>
                <a:gd name="connsiteX63" fmla="*/ 26374 w 160217"/>
                <a:gd name="connsiteY63" fmla="*/ 110176 h 261725"/>
                <a:gd name="connsiteX64" fmla="*/ 19615 w 160217"/>
                <a:gd name="connsiteY64" fmla="*/ 110176 h 261725"/>
                <a:gd name="connsiteX65" fmla="*/ 18488 w 160217"/>
                <a:gd name="connsiteY65" fmla="*/ 111302 h 261725"/>
                <a:gd name="connsiteX66" fmla="*/ 19615 w 160217"/>
                <a:gd name="connsiteY66" fmla="*/ 112428 h 261725"/>
                <a:gd name="connsiteX67" fmla="*/ 26073 w 160217"/>
                <a:gd name="connsiteY67" fmla="*/ 112428 h 261725"/>
                <a:gd name="connsiteX68" fmla="*/ 23971 w 160217"/>
                <a:gd name="connsiteY68" fmla="*/ 132250 h 261725"/>
                <a:gd name="connsiteX69" fmla="*/ 11053 w 160217"/>
                <a:gd name="connsiteY69" fmla="*/ 130598 h 261725"/>
                <a:gd name="connsiteX70" fmla="*/ 10678 w 160217"/>
                <a:gd name="connsiteY70" fmla="*/ 132025 h 261725"/>
                <a:gd name="connsiteX71" fmla="*/ 23745 w 160217"/>
                <a:gd name="connsiteY71" fmla="*/ 134128 h 261725"/>
                <a:gd name="connsiteX72" fmla="*/ 22769 w 160217"/>
                <a:gd name="connsiteY72" fmla="*/ 143063 h 261725"/>
                <a:gd name="connsiteX73" fmla="*/ 21267 w 160217"/>
                <a:gd name="connsiteY73" fmla="*/ 160182 h 261725"/>
                <a:gd name="connsiteX74" fmla="*/ 16836 w 160217"/>
                <a:gd name="connsiteY74" fmla="*/ 159806 h 261725"/>
                <a:gd name="connsiteX75" fmla="*/ 16836 w 160217"/>
                <a:gd name="connsiteY75" fmla="*/ 161233 h 261725"/>
                <a:gd name="connsiteX76" fmla="*/ 21342 w 160217"/>
                <a:gd name="connsiteY76" fmla="*/ 161909 h 261725"/>
                <a:gd name="connsiteX77" fmla="*/ 19615 w 160217"/>
                <a:gd name="connsiteY77" fmla="*/ 185786 h 261725"/>
                <a:gd name="connsiteX78" fmla="*/ 539 w 160217"/>
                <a:gd name="connsiteY78" fmla="*/ 182707 h 261725"/>
                <a:gd name="connsiteX79" fmla="*/ 539 w 160217"/>
                <a:gd name="connsiteY79" fmla="*/ 183608 h 261725"/>
                <a:gd name="connsiteX80" fmla="*/ 19840 w 160217"/>
                <a:gd name="connsiteY80" fmla="*/ 188338 h 261725"/>
                <a:gd name="connsiteX81" fmla="*/ 19240 w 160217"/>
                <a:gd name="connsiteY81" fmla="*/ 216195 h 261725"/>
                <a:gd name="connsiteX82" fmla="*/ 3318 w 160217"/>
                <a:gd name="connsiteY82" fmla="*/ 215068 h 261725"/>
                <a:gd name="connsiteX83" fmla="*/ 3318 w 160217"/>
                <a:gd name="connsiteY83" fmla="*/ 217096 h 261725"/>
                <a:gd name="connsiteX84" fmla="*/ 19240 w 160217"/>
                <a:gd name="connsiteY84" fmla="*/ 218598 h 261725"/>
                <a:gd name="connsiteX85" fmla="*/ 21042 w 160217"/>
                <a:gd name="connsiteY85" fmla="*/ 247580 h 261725"/>
                <a:gd name="connsiteX86" fmla="*/ 14208 w 160217"/>
                <a:gd name="connsiteY86" fmla="*/ 247580 h 261725"/>
                <a:gd name="connsiteX87" fmla="*/ 14208 w 160217"/>
                <a:gd name="connsiteY87" fmla="*/ 249232 h 261725"/>
                <a:gd name="connsiteX88" fmla="*/ 21267 w 160217"/>
                <a:gd name="connsiteY88" fmla="*/ 249232 h 261725"/>
                <a:gd name="connsiteX89" fmla="*/ 22093 w 160217"/>
                <a:gd name="connsiteY89" fmla="*/ 256740 h 261725"/>
                <a:gd name="connsiteX90" fmla="*/ 26224 w 160217"/>
                <a:gd name="connsiteY90" fmla="*/ 255614 h 261725"/>
                <a:gd name="connsiteX91" fmla="*/ 25548 w 160217"/>
                <a:gd name="connsiteY91" fmla="*/ 249307 h 261725"/>
                <a:gd name="connsiteX92" fmla="*/ 50481 w 160217"/>
                <a:gd name="connsiteY92" fmla="*/ 248481 h 261725"/>
                <a:gd name="connsiteX93" fmla="*/ 52208 w 160217"/>
                <a:gd name="connsiteY93" fmla="*/ 261246 h 261725"/>
                <a:gd name="connsiteX94" fmla="*/ 52659 w 160217"/>
                <a:gd name="connsiteY94" fmla="*/ 261696 h 261725"/>
                <a:gd name="connsiteX95" fmla="*/ 53109 w 160217"/>
                <a:gd name="connsiteY95" fmla="*/ 261246 h 261725"/>
                <a:gd name="connsiteX96" fmla="*/ 51833 w 160217"/>
                <a:gd name="connsiteY96" fmla="*/ 248481 h 261725"/>
                <a:gd name="connsiteX97" fmla="*/ 85477 w 160217"/>
                <a:gd name="connsiteY97" fmla="*/ 243676 h 261725"/>
                <a:gd name="connsiteX98" fmla="*/ 88782 w 160217"/>
                <a:gd name="connsiteY98" fmla="*/ 257942 h 261725"/>
                <a:gd name="connsiteX99" fmla="*/ 91966 w 160217"/>
                <a:gd name="connsiteY99" fmla="*/ 259128 h 261725"/>
                <a:gd name="connsiteX100" fmla="*/ 93363 w 160217"/>
                <a:gd name="connsiteY100" fmla="*/ 256740 h 261725"/>
                <a:gd name="connsiteX101" fmla="*/ 90134 w 160217"/>
                <a:gd name="connsiteY101" fmla="*/ 242700 h 261725"/>
                <a:gd name="connsiteX102" fmla="*/ 117170 w 160217"/>
                <a:gd name="connsiteY102" fmla="*/ 236318 h 261725"/>
                <a:gd name="connsiteX103" fmla="*/ 117921 w 160217"/>
                <a:gd name="connsiteY103" fmla="*/ 240973 h 261725"/>
                <a:gd name="connsiteX104" fmla="*/ 118672 w 160217"/>
                <a:gd name="connsiteY104" fmla="*/ 240973 h 261725"/>
                <a:gd name="connsiteX105" fmla="*/ 117996 w 160217"/>
                <a:gd name="connsiteY105" fmla="*/ 236393 h 261725"/>
                <a:gd name="connsiteX106" fmla="*/ 147435 w 160217"/>
                <a:gd name="connsiteY106" fmla="*/ 228058 h 261725"/>
                <a:gd name="connsiteX107" fmla="*/ 148486 w 160217"/>
                <a:gd name="connsiteY107" fmla="*/ 243901 h 261725"/>
                <a:gd name="connsiteX108" fmla="*/ 153668 w 160217"/>
                <a:gd name="connsiteY108" fmla="*/ 243901 h 261725"/>
                <a:gd name="connsiteX109" fmla="*/ 152617 w 160217"/>
                <a:gd name="connsiteY109" fmla="*/ 226481 h 261725"/>
                <a:gd name="connsiteX110" fmla="*/ 159376 w 160217"/>
                <a:gd name="connsiteY110" fmla="*/ 224454 h 261725"/>
                <a:gd name="connsiteX111" fmla="*/ 159023 w 160217"/>
                <a:gd name="connsiteY111" fmla="*/ 221398 h 261725"/>
                <a:gd name="connsiteX112" fmla="*/ 157573 w 160217"/>
                <a:gd name="connsiteY112" fmla="*/ 220925 h 261725"/>
                <a:gd name="connsiteX113" fmla="*/ 144957 w 160217"/>
                <a:gd name="connsiteY113" fmla="*/ 202379 h 261725"/>
                <a:gd name="connsiteX114" fmla="*/ 113790 w 160217"/>
                <a:gd name="connsiteY114" fmla="*/ 208686 h 261725"/>
                <a:gd name="connsiteX115" fmla="*/ 111913 w 160217"/>
                <a:gd name="connsiteY115" fmla="*/ 186161 h 261725"/>
                <a:gd name="connsiteX116" fmla="*/ 143079 w 160217"/>
                <a:gd name="connsiteY116" fmla="*/ 180530 h 261725"/>
                <a:gd name="connsiteX117" fmla="*/ 144957 w 160217"/>
                <a:gd name="connsiteY117" fmla="*/ 202379 h 261725"/>
                <a:gd name="connsiteX118" fmla="*/ 50030 w 160217"/>
                <a:gd name="connsiteY118" fmla="*/ 67227 h 261725"/>
                <a:gd name="connsiteX119" fmla="*/ 73537 w 160217"/>
                <a:gd name="connsiteY119" fmla="*/ 67227 h 261725"/>
                <a:gd name="connsiteX120" fmla="*/ 73537 w 160217"/>
                <a:gd name="connsiteY120" fmla="*/ 83070 h 261725"/>
                <a:gd name="connsiteX121" fmla="*/ 49655 w 160217"/>
                <a:gd name="connsiteY121" fmla="*/ 84572 h 261725"/>
                <a:gd name="connsiteX122" fmla="*/ 50030 w 160217"/>
                <a:gd name="connsiteY122" fmla="*/ 66927 h 261725"/>
                <a:gd name="connsiteX123" fmla="*/ 50030 w 160217"/>
                <a:gd name="connsiteY123" fmla="*/ 63698 h 261725"/>
                <a:gd name="connsiteX124" fmla="*/ 50706 w 160217"/>
                <a:gd name="connsiteY124" fmla="*/ 44927 h 261725"/>
                <a:gd name="connsiteX125" fmla="*/ 73236 w 160217"/>
                <a:gd name="connsiteY125" fmla="*/ 44927 h 261725"/>
                <a:gd name="connsiteX126" fmla="*/ 73236 w 160217"/>
                <a:gd name="connsiteY126" fmla="*/ 61971 h 261725"/>
                <a:gd name="connsiteX127" fmla="*/ 50105 w 160217"/>
                <a:gd name="connsiteY127" fmla="*/ 63398 h 261725"/>
                <a:gd name="connsiteX128" fmla="*/ 130012 w 160217"/>
                <a:gd name="connsiteY128" fmla="*/ 98012 h 261725"/>
                <a:gd name="connsiteX129" fmla="*/ 105529 w 160217"/>
                <a:gd name="connsiteY129" fmla="*/ 102442 h 261725"/>
                <a:gd name="connsiteX130" fmla="*/ 103126 w 160217"/>
                <a:gd name="connsiteY130" fmla="*/ 84797 h 261725"/>
                <a:gd name="connsiteX131" fmla="*/ 125656 w 160217"/>
                <a:gd name="connsiteY131" fmla="*/ 80217 h 261725"/>
                <a:gd name="connsiteX132" fmla="*/ 130087 w 160217"/>
                <a:gd name="connsiteY132" fmla="*/ 97711 h 261725"/>
                <a:gd name="connsiteX133" fmla="*/ 102225 w 160217"/>
                <a:gd name="connsiteY133" fmla="*/ 102967 h 261725"/>
                <a:gd name="connsiteX134" fmla="*/ 78268 w 160217"/>
                <a:gd name="connsiteY134" fmla="*/ 106346 h 261725"/>
                <a:gd name="connsiteX135" fmla="*/ 77367 w 160217"/>
                <a:gd name="connsiteY135" fmla="*/ 87725 h 261725"/>
                <a:gd name="connsiteX136" fmla="*/ 99521 w 160217"/>
                <a:gd name="connsiteY136" fmla="*/ 85397 h 261725"/>
                <a:gd name="connsiteX137" fmla="*/ 102225 w 160217"/>
                <a:gd name="connsiteY137" fmla="*/ 102967 h 261725"/>
                <a:gd name="connsiteX138" fmla="*/ 104703 w 160217"/>
                <a:gd name="connsiteY138" fmla="*/ 123540 h 261725"/>
                <a:gd name="connsiteX139" fmla="*/ 105154 w 160217"/>
                <a:gd name="connsiteY139" fmla="*/ 128796 h 261725"/>
                <a:gd name="connsiteX140" fmla="*/ 79470 w 160217"/>
                <a:gd name="connsiteY140" fmla="*/ 132025 h 261725"/>
                <a:gd name="connsiteX141" fmla="*/ 79470 w 160217"/>
                <a:gd name="connsiteY141" fmla="*/ 129773 h 261725"/>
                <a:gd name="connsiteX142" fmla="*/ 78568 w 160217"/>
                <a:gd name="connsiteY142" fmla="*/ 110776 h 261725"/>
                <a:gd name="connsiteX143" fmla="*/ 102976 w 160217"/>
                <a:gd name="connsiteY143" fmla="*/ 107698 h 261725"/>
                <a:gd name="connsiteX144" fmla="*/ 104703 w 160217"/>
                <a:gd name="connsiteY144" fmla="*/ 123240 h 261725"/>
                <a:gd name="connsiteX145" fmla="*/ 80671 w 160217"/>
                <a:gd name="connsiteY145" fmla="*/ 159731 h 261725"/>
                <a:gd name="connsiteX146" fmla="*/ 79620 w 160217"/>
                <a:gd name="connsiteY146" fmla="*/ 136079 h 261725"/>
                <a:gd name="connsiteX147" fmla="*/ 105604 w 160217"/>
                <a:gd name="connsiteY147" fmla="*/ 133602 h 261725"/>
                <a:gd name="connsiteX148" fmla="*/ 107482 w 160217"/>
                <a:gd name="connsiteY148" fmla="*/ 156127 h 261725"/>
                <a:gd name="connsiteX149" fmla="*/ 80671 w 160217"/>
                <a:gd name="connsiteY149" fmla="*/ 159431 h 261725"/>
                <a:gd name="connsiteX150" fmla="*/ 107857 w 160217"/>
                <a:gd name="connsiteY150" fmla="*/ 160632 h 261725"/>
                <a:gd name="connsiteX151" fmla="*/ 109660 w 160217"/>
                <a:gd name="connsiteY151" fmla="*/ 182106 h 261725"/>
                <a:gd name="connsiteX152" fmla="*/ 82098 w 160217"/>
                <a:gd name="connsiteY152" fmla="*/ 186011 h 261725"/>
                <a:gd name="connsiteX153" fmla="*/ 80821 w 160217"/>
                <a:gd name="connsiteY153" fmla="*/ 164011 h 261725"/>
                <a:gd name="connsiteX154" fmla="*/ 107857 w 160217"/>
                <a:gd name="connsiteY154" fmla="*/ 160332 h 261725"/>
                <a:gd name="connsiteX155" fmla="*/ 77142 w 160217"/>
                <a:gd name="connsiteY155" fmla="*/ 82545 h 261725"/>
                <a:gd name="connsiteX156" fmla="*/ 76390 w 160217"/>
                <a:gd name="connsiteY156" fmla="*/ 66852 h 261725"/>
                <a:gd name="connsiteX157" fmla="*/ 96142 w 160217"/>
                <a:gd name="connsiteY157" fmla="*/ 64749 h 261725"/>
                <a:gd name="connsiteX158" fmla="*/ 98620 w 160217"/>
                <a:gd name="connsiteY158" fmla="*/ 79766 h 261725"/>
                <a:gd name="connsiteX159" fmla="*/ 77142 w 160217"/>
                <a:gd name="connsiteY159" fmla="*/ 82244 h 261725"/>
                <a:gd name="connsiteX160" fmla="*/ 73912 w 160217"/>
                <a:gd name="connsiteY160" fmla="*/ 87950 h 261725"/>
                <a:gd name="connsiteX161" fmla="*/ 73912 w 160217"/>
                <a:gd name="connsiteY161" fmla="*/ 106797 h 261725"/>
                <a:gd name="connsiteX162" fmla="*/ 49805 w 160217"/>
                <a:gd name="connsiteY162" fmla="*/ 109275 h 261725"/>
                <a:gd name="connsiteX163" fmla="*/ 49805 w 160217"/>
                <a:gd name="connsiteY163" fmla="*/ 88476 h 261725"/>
                <a:gd name="connsiteX164" fmla="*/ 73912 w 160217"/>
                <a:gd name="connsiteY164" fmla="*/ 87950 h 261725"/>
                <a:gd name="connsiteX165" fmla="*/ 74438 w 160217"/>
                <a:gd name="connsiteY165" fmla="*/ 111152 h 261725"/>
                <a:gd name="connsiteX166" fmla="*/ 75114 w 160217"/>
                <a:gd name="connsiteY166" fmla="*/ 132476 h 261725"/>
                <a:gd name="connsiteX167" fmla="*/ 50556 w 160217"/>
                <a:gd name="connsiteY167" fmla="*/ 134128 h 261725"/>
                <a:gd name="connsiteX168" fmla="*/ 50556 w 160217"/>
                <a:gd name="connsiteY168" fmla="*/ 112879 h 261725"/>
                <a:gd name="connsiteX169" fmla="*/ 74438 w 160217"/>
                <a:gd name="connsiteY169" fmla="*/ 110851 h 261725"/>
                <a:gd name="connsiteX170" fmla="*/ 75264 w 160217"/>
                <a:gd name="connsiteY170" fmla="*/ 136380 h 261725"/>
                <a:gd name="connsiteX171" fmla="*/ 76240 w 160217"/>
                <a:gd name="connsiteY171" fmla="*/ 160257 h 261725"/>
                <a:gd name="connsiteX172" fmla="*/ 50331 w 160217"/>
                <a:gd name="connsiteY172" fmla="*/ 162059 h 261725"/>
                <a:gd name="connsiteX173" fmla="*/ 50331 w 160217"/>
                <a:gd name="connsiteY173" fmla="*/ 138032 h 261725"/>
                <a:gd name="connsiteX174" fmla="*/ 50331 w 160217"/>
                <a:gd name="connsiteY174" fmla="*/ 136981 h 261725"/>
                <a:gd name="connsiteX175" fmla="*/ 75264 w 160217"/>
                <a:gd name="connsiteY175" fmla="*/ 136079 h 261725"/>
                <a:gd name="connsiteX176" fmla="*/ 76390 w 160217"/>
                <a:gd name="connsiteY176" fmla="*/ 164386 h 261725"/>
                <a:gd name="connsiteX177" fmla="*/ 77667 w 160217"/>
                <a:gd name="connsiteY177" fmla="*/ 186912 h 261725"/>
                <a:gd name="connsiteX178" fmla="*/ 49880 w 160217"/>
                <a:gd name="connsiteY178" fmla="*/ 188564 h 261725"/>
                <a:gd name="connsiteX179" fmla="*/ 50331 w 160217"/>
                <a:gd name="connsiteY179" fmla="*/ 165588 h 261725"/>
                <a:gd name="connsiteX180" fmla="*/ 76390 w 160217"/>
                <a:gd name="connsiteY180" fmla="*/ 164086 h 261725"/>
                <a:gd name="connsiteX181" fmla="*/ 49655 w 160217"/>
                <a:gd name="connsiteY181" fmla="*/ 191717 h 261725"/>
                <a:gd name="connsiteX182" fmla="*/ 77817 w 160217"/>
                <a:gd name="connsiteY182" fmla="*/ 190591 h 261725"/>
                <a:gd name="connsiteX183" fmla="*/ 79920 w 160217"/>
                <a:gd name="connsiteY183" fmla="*/ 213942 h 261725"/>
                <a:gd name="connsiteX184" fmla="*/ 49880 w 160217"/>
                <a:gd name="connsiteY184" fmla="*/ 216721 h 261725"/>
                <a:gd name="connsiteX185" fmla="*/ 49655 w 160217"/>
                <a:gd name="connsiteY185" fmla="*/ 191717 h 261725"/>
                <a:gd name="connsiteX186" fmla="*/ 82248 w 160217"/>
                <a:gd name="connsiteY186" fmla="*/ 190140 h 261725"/>
                <a:gd name="connsiteX187" fmla="*/ 109960 w 160217"/>
                <a:gd name="connsiteY187" fmla="*/ 186386 h 261725"/>
                <a:gd name="connsiteX188" fmla="*/ 112288 w 160217"/>
                <a:gd name="connsiteY188" fmla="*/ 208911 h 261725"/>
                <a:gd name="connsiteX189" fmla="*/ 84501 w 160217"/>
                <a:gd name="connsiteY189" fmla="*/ 213342 h 261725"/>
                <a:gd name="connsiteX190" fmla="*/ 82398 w 160217"/>
                <a:gd name="connsiteY190" fmla="*/ 190140 h 261725"/>
                <a:gd name="connsiteX191" fmla="*/ 142328 w 160217"/>
                <a:gd name="connsiteY191" fmla="*/ 175799 h 261725"/>
                <a:gd name="connsiteX192" fmla="*/ 111312 w 160217"/>
                <a:gd name="connsiteY192" fmla="*/ 181506 h 261725"/>
                <a:gd name="connsiteX193" fmla="*/ 109960 w 160217"/>
                <a:gd name="connsiteY193" fmla="*/ 160031 h 261725"/>
                <a:gd name="connsiteX194" fmla="*/ 140000 w 160217"/>
                <a:gd name="connsiteY194" fmla="*/ 154475 h 261725"/>
                <a:gd name="connsiteX195" fmla="*/ 142629 w 160217"/>
                <a:gd name="connsiteY195" fmla="*/ 175799 h 261725"/>
                <a:gd name="connsiteX196" fmla="*/ 139249 w 160217"/>
                <a:gd name="connsiteY196" fmla="*/ 149670 h 261725"/>
                <a:gd name="connsiteX197" fmla="*/ 109660 w 160217"/>
                <a:gd name="connsiteY197" fmla="*/ 155151 h 261725"/>
                <a:gd name="connsiteX198" fmla="*/ 108233 w 160217"/>
                <a:gd name="connsiteY198" fmla="*/ 132626 h 261725"/>
                <a:gd name="connsiteX199" fmla="*/ 136170 w 160217"/>
                <a:gd name="connsiteY199" fmla="*/ 129172 h 261725"/>
                <a:gd name="connsiteX200" fmla="*/ 139775 w 160217"/>
                <a:gd name="connsiteY200" fmla="*/ 149670 h 261725"/>
                <a:gd name="connsiteX201" fmla="*/ 107782 w 160217"/>
                <a:gd name="connsiteY201" fmla="*/ 128046 h 261725"/>
                <a:gd name="connsiteX202" fmla="*/ 107031 w 160217"/>
                <a:gd name="connsiteY202" fmla="*/ 118059 h 261725"/>
                <a:gd name="connsiteX203" fmla="*/ 105830 w 160217"/>
                <a:gd name="connsiteY203" fmla="*/ 106947 h 261725"/>
                <a:gd name="connsiteX204" fmla="*/ 130838 w 160217"/>
                <a:gd name="connsiteY204" fmla="*/ 102517 h 261725"/>
                <a:gd name="connsiteX205" fmla="*/ 134893 w 160217"/>
                <a:gd name="connsiteY205" fmla="*/ 122264 h 261725"/>
                <a:gd name="connsiteX206" fmla="*/ 135269 w 160217"/>
                <a:gd name="connsiteY206" fmla="*/ 124441 h 261725"/>
                <a:gd name="connsiteX207" fmla="*/ 108083 w 160217"/>
                <a:gd name="connsiteY207" fmla="*/ 128046 h 261725"/>
                <a:gd name="connsiteX208" fmla="*/ 120474 w 160217"/>
                <a:gd name="connsiteY208" fmla="*/ 59193 h 261725"/>
                <a:gd name="connsiteX209" fmla="*/ 124530 w 160217"/>
                <a:gd name="connsiteY209" fmla="*/ 75712 h 261725"/>
                <a:gd name="connsiteX210" fmla="*/ 102000 w 160217"/>
                <a:gd name="connsiteY210" fmla="*/ 78865 h 261725"/>
                <a:gd name="connsiteX211" fmla="*/ 99671 w 160217"/>
                <a:gd name="connsiteY211" fmla="*/ 63848 h 261725"/>
                <a:gd name="connsiteX212" fmla="*/ 120775 w 160217"/>
                <a:gd name="connsiteY212" fmla="*/ 59193 h 261725"/>
                <a:gd name="connsiteX213" fmla="*/ 94940 w 160217"/>
                <a:gd name="connsiteY213" fmla="*/ 59193 h 261725"/>
                <a:gd name="connsiteX214" fmla="*/ 75865 w 160217"/>
                <a:gd name="connsiteY214" fmla="*/ 61671 h 261725"/>
                <a:gd name="connsiteX215" fmla="*/ 75189 w 160217"/>
                <a:gd name="connsiteY215" fmla="*/ 44702 h 261725"/>
                <a:gd name="connsiteX216" fmla="*/ 92387 w 160217"/>
                <a:gd name="connsiteY216" fmla="*/ 42975 h 261725"/>
                <a:gd name="connsiteX217" fmla="*/ 95241 w 160217"/>
                <a:gd name="connsiteY217" fmla="*/ 59043 h 261725"/>
                <a:gd name="connsiteX218" fmla="*/ 88181 w 160217"/>
                <a:gd name="connsiteY218" fmla="*/ 10238 h 261725"/>
                <a:gd name="connsiteX219" fmla="*/ 91636 w 160217"/>
                <a:gd name="connsiteY219" fmla="*/ 38019 h 261725"/>
                <a:gd name="connsiteX220" fmla="*/ 74964 w 160217"/>
                <a:gd name="connsiteY220" fmla="*/ 39746 h 261725"/>
                <a:gd name="connsiteX221" fmla="*/ 74213 w 160217"/>
                <a:gd name="connsiteY221" fmla="*/ 11364 h 261725"/>
                <a:gd name="connsiteX222" fmla="*/ 88482 w 160217"/>
                <a:gd name="connsiteY222" fmla="*/ 10088 h 261725"/>
                <a:gd name="connsiteX223" fmla="*/ 53785 w 160217"/>
                <a:gd name="connsiteY223" fmla="*/ 11590 h 261725"/>
                <a:gd name="connsiteX224" fmla="*/ 72635 w 160217"/>
                <a:gd name="connsiteY224" fmla="*/ 11590 h 261725"/>
                <a:gd name="connsiteX225" fmla="*/ 72635 w 160217"/>
                <a:gd name="connsiteY225" fmla="*/ 39971 h 261725"/>
                <a:gd name="connsiteX226" fmla="*/ 50105 w 160217"/>
                <a:gd name="connsiteY226" fmla="*/ 41173 h 261725"/>
                <a:gd name="connsiteX227" fmla="*/ 54086 w 160217"/>
                <a:gd name="connsiteY227" fmla="*/ 11439 h 261725"/>
                <a:gd name="connsiteX228" fmla="*/ 36738 w 160217"/>
                <a:gd name="connsiteY228" fmla="*/ 43650 h 261725"/>
                <a:gd name="connsiteX229" fmla="*/ 46801 w 160217"/>
                <a:gd name="connsiteY229" fmla="*/ 44551 h 261725"/>
                <a:gd name="connsiteX230" fmla="*/ 46050 w 160217"/>
                <a:gd name="connsiteY230" fmla="*/ 63698 h 261725"/>
                <a:gd name="connsiteX231" fmla="*/ 34635 w 160217"/>
                <a:gd name="connsiteY231" fmla="*/ 63698 h 261725"/>
                <a:gd name="connsiteX232" fmla="*/ 37038 w 160217"/>
                <a:gd name="connsiteY232" fmla="*/ 43501 h 261725"/>
                <a:gd name="connsiteX233" fmla="*/ 34109 w 160217"/>
                <a:gd name="connsiteY233" fmla="*/ 66176 h 261725"/>
                <a:gd name="connsiteX234" fmla="*/ 45975 w 160217"/>
                <a:gd name="connsiteY234" fmla="*/ 66852 h 261725"/>
                <a:gd name="connsiteX235" fmla="*/ 45975 w 160217"/>
                <a:gd name="connsiteY235" fmla="*/ 84271 h 261725"/>
                <a:gd name="connsiteX236" fmla="*/ 32082 w 160217"/>
                <a:gd name="connsiteY236" fmla="*/ 84872 h 261725"/>
                <a:gd name="connsiteX237" fmla="*/ 34635 w 160217"/>
                <a:gd name="connsiteY237" fmla="*/ 66101 h 261725"/>
                <a:gd name="connsiteX238" fmla="*/ 31631 w 160217"/>
                <a:gd name="connsiteY238" fmla="*/ 87500 h 261725"/>
                <a:gd name="connsiteX239" fmla="*/ 45825 w 160217"/>
                <a:gd name="connsiteY239" fmla="*/ 88176 h 261725"/>
                <a:gd name="connsiteX240" fmla="*/ 46200 w 160217"/>
                <a:gd name="connsiteY240" fmla="*/ 109349 h 261725"/>
                <a:gd name="connsiteX241" fmla="*/ 29153 w 160217"/>
                <a:gd name="connsiteY241" fmla="*/ 110401 h 261725"/>
                <a:gd name="connsiteX242" fmla="*/ 31931 w 160217"/>
                <a:gd name="connsiteY242" fmla="*/ 87425 h 261725"/>
                <a:gd name="connsiteX243" fmla="*/ 28852 w 160217"/>
                <a:gd name="connsiteY243" fmla="*/ 113254 h 261725"/>
                <a:gd name="connsiteX244" fmla="*/ 46275 w 160217"/>
                <a:gd name="connsiteY244" fmla="*/ 112803 h 261725"/>
                <a:gd name="connsiteX245" fmla="*/ 46651 w 160217"/>
                <a:gd name="connsiteY245" fmla="*/ 133977 h 261725"/>
                <a:gd name="connsiteX246" fmla="*/ 26900 w 160217"/>
                <a:gd name="connsiteY246" fmla="*/ 133452 h 261725"/>
                <a:gd name="connsiteX247" fmla="*/ 29153 w 160217"/>
                <a:gd name="connsiteY247" fmla="*/ 113179 h 261725"/>
                <a:gd name="connsiteX248" fmla="*/ 26224 w 160217"/>
                <a:gd name="connsiteY248" fmla="*/ 141335 h 261725"/>
                <a:gd name="connsiteX249" fmla="*/ 26750 w 160217"/>
                <a:gd name="connsiteY249" fmla="*/ 135404 h 261725"/>
                <a:gd name="connsiteX250" fmla="*/ 46726 w 160217"/>
                <a:gd name="connsiteY250" fmla="*/ 136680 h 261725"/>
                <a:gd name="connsiteX251" fmla="*/ 46726 w 160217"/>
                <a:gd name="connsiteY251" fmla="*/ 161909 h 261725"/>
                <a:gd name="connsiteX252" fmla="*/ 24572 w 160217"/>
                <a:gd name="connsiteY252" fmla="*/ 161383 h 261725"/>
                <a:gd name="connsiteX253" fmla="*/ 26524 w 160217"/>
                <a:gd name="connsiteY253" fmla="*/ 141260 h 261725"/>
                <a:gd name="connsiteX254" fmla="*/ 24421 w 160217"/>
                <a:gd name="connsiteY254" fmla="*/ 163260 h 261725"/>
                <a:gd name="connsiteX255" fmla="*/ 46951 w 160217"/>
                <a:gd name="connsiteY255" fmla="*/ 164912 h 261725"/>
                <a:gd name="connsiteX256" fmla="*/ 46951 w 160217"/>
                <a:gd name="connsiteY256" fmla="*/ 188038 h 261725"/>
                <a:gd name="connsiteX257" fmla="*/ 23295 w 160217"/>
                <a:gd name="connsiteY257" fmla="*/ 186987 h 261725"/>
                <a:gd name="connsiteX258" fmla="*/ 24722 w 160217"/>
                <a:gd name="connsiteY258" fmla="*/ 163035 h 261725"/>
                <a:gd name="connsiteX259" fmla="*/ 22844 w 160217"/>
                <a:gd name="connsiteY259" fmla="*/ 189690 h 261725"/>
                <a:gd name="connsiteX260" fmla="*/ 46651 w 160217"/>
                <a:gd name="connsiteY260" fmla="*/ 191717 h 261725"/>
                <a:gd name="connsiteX261" fmla="*/ 47102 w 160217"/>
                <a:gd name="connsiteY261" fmla="*/ 216946 h 261725"/>
                <a:gd name="connsiteX262" fmla="*/ 22469 w 160217"/>
                <a:gd name="connsiteY262" fmla="*/ 216946 h 261725"/>
                <a:gd name="connsiteX263" fmla="*/ 23145 w 160217"/>
                <a:gd name="connsiteY263" fmla="*/ 189615 h 261725"/>
                <a:gd name="connsiteX264" fmla="*/ 24346 w 160217"/>
                <a:gd name="connsiteY264" fmla="*/ 248331 h 261725"/>
                <a:gd name="connsiteX265" fmla="*/ 22544 w 160217"/>
                <a:gd name="connsiteY265" fmla="*/ 219724 h 261725"/>
                <a:gd name="connsiteX266" fmla="*/ 47252 w 160217"/>
                <a:gd name="connsiteY266" fmla="*/ 220099 h 261725"/>
                <a:gd name="connsiteX267" fmla="*/ 49204 w 160217"/>
                <a:gd name="connsiteY267" fmla="*/ 246679 h 261725"/>
                <a:gd name="connsiteX268" fmla="*/ 24647 w 160217"/>
                <a:gd name="connsiteY268" fmla="*/ 248256 h 261725"/>
                <a:gd name="connsiteX269" fmla="*/ 50631 w 160217"/>
                <a:gd name="connsiteY269" fmla="*/ 246529 h 261725"/>
                <a:gd name="connsiteX270" fmla="*/ 49505 w 160217"/>
                <a:gd name="connsiteY270" fmla="*/ 220024 h 261725"/>
                <a:gd name="connsiteX271" fmla="*/ 80296 w 160217"/>
                <a:gd name="connsiteY271" fmla="*/ 217922 h 261725"/>
                <a:gd name="connsiteX272" fmla="*/ 83900 w 160217"/>
                <a:gd name="connsiteY272" fmla="*/ 240973 h 261725"/>
                <a:gd name="connsiteX273" fmla="*/ 50932 w 160217"/>
                <a:gd name="connsiteY273" fmla="*/ 246454 h 261725"/>
                <a:gd name="connsiteX274" fmla="*/ 88181 w 160217"/>
                <a:gd name="connsiteY274" fmla="*/ 239997 h 261725"/>
                <a:gd name="connsiteX275" fmla="*/ 84576 w 160217"/>
                <a:gd name="connsiteY275" fmla="*/ 217471 h 261725"/>
                <a:gd name="connsiteX276" fmla="*/ 112363 w 160217"/>
                <a:gd name="connsiteY276" fmla="*/ 213417 h 261725"/>
                <a:gd name="connsiteX277" fmla="*/ 115292 w 160217"/>
                <a:gd name="connsiteY277" fmla="*/ 233314 h 261725"/>
                <a:gd name="connsiteX278" fmla="*/ 88782 w 160217"/>
                <a:gd name="connsiteY278" fmla="*/ 239921 h 261725"/>
                <a:gd name="connsiteX279" fmla="*/ 116193 w 160217"/>
                <a:gd name="connsiteY279" fmla="*/ 233014 h 261725"/>
                <a:gd name="connsiteX280" fmla="*/ 113640 w 160217"/>
                <a:gd name="connsiteY280" fmla="*/ 213116 h 261725"/>
                <a:gd name="connsiteX281" fmla="*/ 144731 w 160217"/>
                <a:gd name="connsiteY281" fmla="*/ 207185 h 261725"/>
                <a:gd name="connsiteX282" fmla="*/ 145933 w 160217"/>
                <a:gd name="connsiteY282" fmla="*/ 224379 h 261725"/>
                <a:gd name="connsiteX283" fmla="*/ 116794 w 160217"/>
                <a:gd name="connsiteY283" fmla="*/ 232939 h 261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</a:cxnLst>
              <a:rect l="l" t="t" r="r" b="b"/>
              <a:pathLst>
                <a:path w="160217" h="261725">
                  <a:moveTo>
                    <a:pt x="157573" y="220925"/>
                  </a:moveTo>
                  <a:lnTo>
                    <a:pt x="151716" y="222727"/>
                  </a:lnTo>
                  <a:lnTo>
                    <a:pt x="150589" y="205983"/>
                  </a:lnTo>
                  <a:lnTo>
                    <a:pt x="157048" y="204632"/>
                  </a:lnTo>
                  <a:cubicBezTo>
                    <a:pt x="159977" y="203956"/>
                    <a:pt x="158700" y="199376"/>
                    <a:pt x="155771" y="200052"/>
                  </a:cubicBezTo>
                  <a:lnTo>
                    <a:pt x="150214" y="201253"/>
                  </a:lnTo>
                  <a:cubicBezTo>
                    <a:pt x="149613" y="193745"/>
                    <a:pt x="149012" y="186761"/>
                    <a:pt x="148261" y="179478"/>
                  </a:cubicBezTo>
                  <a:lnTo>
                    <a:pt x="158475" y="177601"/>
                  </a:lnTo>
                  <a:cubicBezTo>
                    <a:pt x="161479" y="177001"/>
                    <a:pt x="160202" y="172345"/>
                    <a:pt x="157198" y="172946"/>
                  </a:cubicBezTo>
                  <a:lnTo>
                    <a:pt x="147811" y="174823"/>
                  </a:lnTo>
                  <a:cubicBezTo>
                    <a:pt x="147060" y="167315"/>
                    <a:pt x="146233" y="160557"/>
                    <a:pt x="145257" y="153424"/>
                  </a:cubicBezTo>
                  <a:lnTo>
                    <a:pt x="151190" y="152223"/>
                  </a:lnTo>
                  <a:cubicBezTo>
                    <a:pt x="154119" y="151547"/>
                    <a:pt x="152917" y="147117"/>
                    <a:pt x="149913" y="147718"/>
                  </a:cubicBezTo>
                  <a:lnTo>
                    <a:pt x="144581" y="148694"/>
                  </a:lnTo>
                  <a:cubicBezTo>
                    <a:pt x="143605" y="142087"/>
                    <a:pt x="142553" y="135479"/>
                    <a:pt x="141352" y="128872"/>
                  </a:cubicBezTo>
                  <a:lnTo>
                    <a:pt x="151040" y="127670"/>
                  </a:lnTo>
                  <a:cubicBezTo>
                    <a:pt x="154044" y="127670"/>
                    <a:pt x="154119" y="122639"/>
                    <a:pt x="151040" y="122865"/>
                  </a:cubicBezTo>
                  <a:lnTo>
                    <a:pt x="140451" y="123916"/>
                  </a:lnTo>
                  <a:cubicBezTo>
                    <a:pt x="138949" y="116407"/>
                    <a:pt x="137221" y="108899"/>
                    <a:pt x="135419" y="101390"/>
                  </a:cubicBezTo>
                  <a:cubicBezTo>
                    <a:pt x="136080" y="100197"/>
                    <a:pt x="135719" y="98703"/>
                    <a:pt x="134593" y="97937"/>
                  </a:cubicBezTo>
                  <a:cubicBezTo>
                    <a:pt x="127083" y="67903"/>
                    <a:pt x="117395" y="37869"/>
                    <a:pt x="110185" y="7835"/>
                  </a:cubicBezTo>
                  <a:cubicBezTo>
                    <a:pt x="110185" y="7235"/>
                    <a:pt x="109134" y="7835"/>
                    <a:pt x="109209" y="7835"/>
                  </a:cubicBezTo>
                  <a:cubicBezTo>
                    <a:pt x="112138" y="23753"/>
                    <a:pt x="115893" y="39521"/>
                    <a:pt x="119723" y="55214"/>
                  </a:cubicBezTo>
                  <a:cubicBezTo>
                    <a:pt x="112889" y="56415"/>
                    <a:pt x="106055" y="57541"/>
                    <a:pt x="99221" y="58517"/>
                  </a:cubicBezTo>
                  <a:cubicBezTo>
                    <a:pt x="98395" y="53111"/>
                    <a:pt x="97494" y="47705"/>
                    <a:pt x="96668" y="42224"/>
                  </a:cubicBezTo>
                  <a:cubicBezTo>
                    <a:pt x="98770" y="42224"/>
                    <a:pt x="100873" y="41548"/>
                    <a:pt x="102901" y="41098"/>
                  </a:cubicBezTo>
                  <a:cubicBezTo>
                    <a:pt x="104928" y="40647"/>
                    <a:pt x="104553" y="36292"/>
                    <a:pt x="101699" y="36743"/>
                  </a:cubicBezTo>
                  <a:lnTo>
                    <a:pt x="95992" y="37419"/>
                  </a:lnTo>
                  <a:cubicBezTo>
                    <a:pt x="94640" y="28183"/>
                    <a:pt x="93438" y="18873"/>
                    <a:pt x="92462" y="9562"/>
                  </a:cubicBezTo>
                  <a:cubicBezTo>
                    <a:pt x="95841" y="9562"/>
                    <a:pt x="99221" y="8736"/>
                    <a:pt x="102525" y="8136"/>
                  </a:cubicBezTo>
                  <a:cubicBezTo>
                    <a:pt x="105830" y="7535"/>
                    <a:pt x="104252" y="2955"/>
                    <a:pt x="101324" y="3631"/>
                  </a:cubicBezTo>
                  <a:cubicBezTo>
                    <a:pt x="98395" y="4306"/>
                    <a:pt x="95090" y="4907"/>
                    <a:pt x="92011" y="5508"/>
                  </a:cubicBezTo>
                  <a:cubicBezTo>
                    <a:pt x="92011" y="4306"/>
                    <a:pt x="92011" y="3105"/>
                    <a:pt x="91636" y="1829"/>
                  </a:cubicBezTo>
                  <a:cubicBezTo>
                    <a:pt x="91636" y="-649"/>
                    <a:pt x="87580" y="-649"/>
                    <a:pt x="87731" y="1829"/>
                  </a:cubicBezTo>
                  <a:lnTo>
                    <a:pt x="88181" y="6258"/>
                  </a:lnTo>
                  <a:cubicBezTo>
                    <a:pt x="83578" y="7107"/>
                    <a:pt x="78997" y="7783"/>
                    <a:pt x="74438" y="8286"/>
                  </a:cubicBezTo>
                  <a:cubicBezTo>
                    <a:pt x="74438" y="6934"/>
                    <a:pt x="74438" y="5508"/>
                    <a:pt x="74438" y="4081"/>
                  </a:cubicBezTo>
                  <a:cubicBezTo>
                    <a:pt x="74310" y="3691"/>
                    <a:pt x="73882" y="3473"/>
                    <a:pt x="73492" y="3600"/>
                  </a:cubicBezTo>
                  <a:cubicBezTo>
                    <a:pt x="73266" y="3676"/>
                    <a:pt x="73086" y="3856"/>
                    <a:pt x="73011" y="4081"/>
                  </a:cubicBezTo>
                  <a:cubicBezTo>
                    <a:pt x="73011" y="5583"/>
                    <a:pt x="73011" y="7084"/>
                    <a:pt x="73011" y="8511"/>
                  </a:cubicBezTo>
                  <a:cubicBezTo>
                    <a:pt x="66853" y="9262"/>
                    <a:pt x="60619" y="9637"/>
                    <a:pt x="54386" y="9788"/>
                  </a:cubicBezTo>
                  <a:cubicBezTo>
                    <a:pt x="54386" y="9788"/>
                    <a:pt x="54386" y="9337"/>
                    <a:pt x="54386" y="9112"/>
                  </a:cubicBezTo>
                  <a:cubicBezTo>
                    <a:pt x="54386" y="6709"/>
                    <a:pt x="51082" y="5733"/>
                    <a:pt x="50706" y="8060"/>
                  </a:cubicBezTo>
                  <a:lnTo>
                    <a:pt x="50706" y="9862"/>
                  </a:lnTo>
                  <a:cubicBezTo>
                    <a:pt x="48303" y="9862"/>
                    <a:pt x="45975" y="9862"/>
                    <a:pt x="43196" y="9862"/>
                  </a:cubicBezTo>
                  <a:cubicBezTo>
                    <a:pt x="42520" y="9862"/>
                    <a:pt x="42520" y="10914"/>
                    <a:pt x="43196" y="10989"/>
                  </a:cubicBezTo>
                  <a:lnTo>
                    <a:pt x="50256" y="10989"/>
                  </a:lnTo>
                  <a:cubicBezTo>
                    <a:pt x="48754" y="20825"/>
                    <a:pt x="47777" y="30736"/>
                    <a:pt x="47102" y="41023"/>
                  </a:cubicBezTo>
                  <a:lnTo>
                    <a:pt x="37188" y="41023"/>
                  </a:lnTo>
                  <a:cubicBezTo>
                    <a:pt x="37789" y="36367"/>
                    <a:pt x="38315" y="31787"/>
                    <a:pt x="38916" y="27132"/>
                  </a:cubicBezTo>
                  <a:cubicBezTo>
                    <a:pt x="38916" y="26306"/>
                    <a:pt x="37564" y="26156"/>
                    <a:pt x="37489" y="27132"/>
                  </a:cubicBezTo>
                  <a:lnTo>
                    <a:pt x="35461" y="41098"/>
                  </a:lnTo>
                  <a:lnTo>
                    <a:pt x="35086" y="41098"/>
                  </a:lnTo>
                  <a:cubicBezTo>
                    <a:pt x="33508" y="41098"/>
                    <a:pt x="33583" y="43350"/>
                    <a:pt x="35086" y="43576"/>
                  </a:cubicBezTo>
                  <a:lnTo>
                    <a:pt x="35086" y="43576"/>
                  </a:lnTo>
                  <a:cubicBezTo>
                    <a:pt x="34109" y="50258"/>
                    <a:pt x="33208" y="57016"/>
                    <a:pt x="32232" y="63773"/>
                  </a:cubicBezTo>
                  <a:lnTo>
                    <a:pt x="29228" y="63773"/>
                  </a:lnTo>
                  <a:cubicBezTo>
                    <a:pt x="27801" y="63773"/>
                    <a:pt x="27876" y="65800"/>
                    <a:pt x="29228" y="65951"/>
                  </a:cubicBezTo>
                  <a:lnTo>
                    <a:pt x="31931" y="65951"/>
                  </a:lnTo>
                  <a:cubicBezTo>
                    <a:pt x="31030" y="72258"/>
                    <a:pt x="30129" y="78565"/>
                    <a:pt x="29303" y="84872"/>
                  </a:cubicBezTo>
                  <a:lnTo>
                    <a:pt x="21793" y="84872"/>
                  </a:lnTo>
                  <a:cubicBezTo>
                    <a:pt x="20892" y="84872"/>
                    <a:pt x="20892" y="86148"/>
                    <a:pt x="21793" y="86299"/>
                  </a:cubicBezTo>
                  <a:lnTo>
                    <a:pt x="29303" y="86824"/>
                  </a:lnTo>
                  <a:cubicBezTo>
                    <a:pt x="28251" y="94332"/>
                    <a:pt x="27275" y="102367"/>
                    <a:pt x="26374" y="110176"/>
                  </a:cubicBezTo>
                  <a:lnTo>
                    <a:pt x="19615" y="110176"/>
                  </a:lnTo>
                  <a:cubicBezTo>
                    <a:pt x="18992" y="110176"/>
                    <a:pt x="18488" y="110678"/>
                    <a:pt x="18488" y="111302"/>
                  </a:cubicBezTo>
                  <a:cubicBezTo>
                    <a:pt x="18488" y="111925"/>
                    <a:pt x="18992" y="112428"/>
                    <a:pt x="19615" y="112428"/>
                  </a:cubicBezTo>
                  <a:lnTo>
                    <a:pt x="26073" y="112428"/>
                  </a:lnTo>
                  <a:cubicBezTo>
                    <a:pt x="25323" y="119036"/>
                    <a:pt x="24647" y="125643"/>
                    <a:pt x="23971" y="132250"/>
                  </a:cubicBezTo>
                  <a:cubicBezTo>
                    <a:pt x="19615" y="132250"/>
                    <a:pt x="15334" y="131350"/>
                    <a:pt x="11053" y="130598"/>
                  </a:cubicBezTo>
                  <a:cubicBezTo>
                    <a:pt x="10152" y="130598"/>
                    <a:pt x="9777" y="131875"/>
                    <a:pt x="10678" y="132025"/>
                  </a:cubicBezTo>
                  <a:cubicBezTo>
                    <a:pt x="15034" y="132926"/>
                    <a:pt x="19390" y="133527"/>
                    <a:pt x="23745" y="134128"/>
                  </a:cubicBezTo>
                  <a:cubicBezTo>
                    <a:pt x="23745" y="137131"/>
                    <a:pt x="23069" y="140059"/>
                    <a:pt x="22769" y="143063"/>
                  </a:cubicBezTo>
                  <a:cubicBezTo>
                    <a:pt x="22243" y="148769"/>
                    <a:pt x="21718" y="154475"/>
                    <a:pt x="21267" y="160182"/>
                  </a:cubicBezTo>
                  <a:lnTo>
                    <a:pt x="16836" y="159806"/>
                  </a:lnTo>
                  <a:cubicBezTo>
                    <a:pt x="16010" y="159806"/>
                    <a:pt x="15860" y="161083"/>
                    <a:pt x="16836" y="161233"/>
                  </a:cubicBezTo>
                  <a:lnTo>
                    <a:pt x="21342" y="161909"/>
                  </a:lnTo>
                  <a:cubicBezTo>
                    <a:pt x="20666" y="169867"/>
                    <a:pt x="20066" y="177826"/>
                    <a:pt x="19615" y="185786"/>
                  </a:cubicBezTo>
                  <a:cubicBezTo>
                    <a:pt x="13209" y="185095"/>
                    <a:pt x="6841" y="184066"/>
                    <a:pt x="539" y="182707"/>
                  </a:cubicBezTo>
                  <a:cubicBezTo>
                    <a:pt x="-61" y="182707"/>
                    <a:pt x="-362" y="183458"/>
                    <a:pt x="539" y="183608"/>
                  </a:cubicBezTo>
                  <a:cubicBezTo>
                    <a:pt x="6863" y="185598"/>
                    <a:pt x="13314" y="187182"/>
                    <a:pt x="19840" y="188338"/>
                  </a:cubicBezTo>
                  <a:cubicBezTo>
                    <a:pt x="19390" y="197574"/>
                    <a:pt x="19089" y="206885"/>
                    <a:pt x="19240" y="216195"/>
                  </a:cubicBezTo>
                  <a:cubicBezTo>
                    <a:pt x="13907" y="216195"/>
                    <a:pt x="8575" y="215594"/>
                    <a:pt x="3318" y="215068"/>
                  </a:cubicBezTo>
                  <a:cubicBezTo>
                    <a:pt x="1966" y="215068"/>
                    <a:pt x="2042" y="216946"/>
                    <a:pt x="3318" y="217096"/>
                  </a:cubicBezTo>
                  <a:cubicBezTo>
                    <a:pt x="8650" y="217771"/>
                    <a:pt x="13982" y="218222"/>
                    <a:pt x="19240" y="218598"/>
                  </a:cubicBezTo>
                  <a:cubicBezTo>
                    <a:pt x="19240" y="228283"/>
                    <a:pt x="19990" y="237969"/>
                    <a:pt x="21042" y="247580"/>
                  </a:cubicBezTo>
                  <a:lnTo>
                    <a:pt x="14208" y="247580"/>
                  </a:lnTo>
                  <a:cubicBezTo>
                    <a:pt x="13156" y="247580"/>
                    <a:pt x="13156" y="249157"/>
                    <a:pt x="14208" y="249232"/>
                  </a:cubicBezTo>
                  <a:lnTo>
                    <a:pt x="21267" y="249232"/>
                  </a:lnTo>
                  <a:cubicBezTo>
                    <a:pt x="21267" y="251710"/>
                    <a:pt x="21718" y="254263"/>
                    <a:pt x="22093" y="256740"/>
                  </a:cubicBezTo>
                  <a:cubicBezTo>
                    <a:pt x="22469" y="259218"/>
                    <a:pt x="26599" y="258317"/>
                    <a:pt x="26224" y="255614"/>
                  </a:cubicBezTo>
                  <a:cubicBezTo>
                    <a:pt x="25848" y="252911"/>
                    <a:pt x="25773" y="251410"/>
                    <a:pt x="25548" y="249307"/>
                  </a:cubicBezTo>
                  <a:cubicBezTo>
                    <a:pt x="33884" y="249307"/>
                    <a:pt x="42220" y="249307"/>
                    <a:pt x="50481" y="248481"/>
                  </a:cubicBezTo>
                  <a:cubicBezTo>
                    <a:pt x="51007" y="252761"/>
                    <a:pt x="51532" y="256966"/>
                    <a:pt x="52208" y="261246"/>
                  </a:cubicBezTo>
                  <a:cubicBezTo>
                    <a:pt x="52208" y="261493"/>
                    <a:pt x="52411" y="261696"/>
                    <a:pt x="52659" y="261696"/>
                  </a:cubicBezTo>
                  <a:cubicBezTo>
                    <a:pt x="52907" y="261696"/>
                    <a:pt x="53109" y="261493"/>
                    <a:pt x="53109" y="261246"/>
                  </a:cubicBezTo>
                  <a:cubicBezTo>
                    <a:pt x="52584" y="257041"/>
                    <a:pt x="52208" y="252761"/>
                    <a:pt x="51833" y="248481"/>
                  </a:cubicBezTo>
                  <a:cubicBezTo>
                    <a:pt x="63120" y="247445"/>
                    <a:pt x="74348" y="245846"/>
                    <a:pt x="85477" y="243676"/>
                  </a:cubicBezTo>
                  <a:cubicBezTo>
                    <a:pt x="86529" y="248406"/>
                    <a:pt x="87580" y="253212"/>
                    <a:pt x="88782" y="257942"/>
                  </a:cubicBezTo>
                  <a:cubicBezTo>
                    <a:pt x="89330" y="259151"/>
                    <a:pt x="90757" y="259684"/>
                    <a:pt x="91966" y="259128"/>
                  </a:cubicBezTo>
                  <a:cubicBezTo>
                    <a:pt x="92890" y="258708"/>
                    <a:pt x="93453" y="257754"/>
                    <a:pt x="93363" y="256740"/>
                  </a:cubicBezTo>
                  <a:cubicBezTo>
                    <a:pt x="92086" y="252085"/>
                    <a:pt x="91110" y="247430"/>
                    <a:pt x="90134" y="242700"/>
                  </a:cubicBezTo>
                  <a:cubicBezTo>
                    <a:pt x="99146" y="240898"/>
                    <a:pt x="108158" y="238720"/>
                    <a:pt x="117170" y="236318"/>
                  </a:cubicBezTo>
                  <a:cubicBezTo>
                    <a:pt x="117170" y="237894"/>
                    <a:pt x="117620" y="239396"/>
                    <a:pt x="117921" y="240973"/>
                  </a:cubicBezTo>
                  <a:cubicBezTo>
                    <a:pt x="117921" y="241423"/>
                    <a:pt x="118747" y="240973"/>
                    <a:pt x="118672" y="240973"/>
                  </a:cubicBezTo>
                  <a:lnTo>
                    <a:pt x="117996" y="236393"/>
                  </a:lnTo>
                  <a:cubicBezTo>
                    <a:pt x="127834" y="233764"/>
                    <a:pt x="137672" y="230911"/>
                    <a:pt x="147435" y="228058"/>
                  </a:cubicBezTo>
                  <a:cubicBezTo>
                    <a:pt x="147811" y="233314"/>
                    <a:pt x="148111" y="238645"/>
                    <a:pt x="148486" y="243901"/>
                  </a:cubicBezTo>
                  <a:cubicBezTo>
                    <a:pt x="148486" y="247280"/>
                    <a:pt x="153894" y="247280"/>
                    <a:pt x="153668" y="243901"/>
                  </a:cubicBezTo>
                  <a:cubicBezTo>
                    <a:pt x="153668" y="238119"/>
                    <a:pt x="152992" y="232338"/>
                    <a:pt x="152617" y="226481"/>
                  </a:cubicBezTo>
                  <a:lnTo>
                    <a:pt x="159376" y="224454"/>
                  </a:lnTo>
                  <a:cubicBezTo>
                    <a:pt x="160127" y="223515"/>
                    <a:pt x="159969" y="222142"/>
                    <a:pt x="159023" y="221398"/>
                  </a:cubicBezTo>
                  <a:cubicBezTo>
                    <a:pt x="158610" y="221068"/>
                    <a:pt x="158099" y="220902"/>
                    <a:pt x="157573" y="220925"/>
                  </a:cubicBezTo>
                  <a:close/>
                  <a:moveTo>
                    <a:pt x="144957" y="202379"/>
                  </a:moveTo>
                  <a:cubicBezTo>
                    <a:pt x="134668" y="204632"/>
                    <a:pt x="124229" y="206734"/>
                    <a:pt x="113790" y="208686"/>
                  </a:cubicBezTo>
                  <a:cubicBezTo>
                    <a:pt x="113114" y="201178"/>
                    <a:pt x="112514" y="193670"/>
                    <a:pt x="111913" y="186161"/>
                  </a:cubicBezTo>
                  <a:cubicBezTo>
                    <a:pt x="122502" y="184434"/>
                    <a:pt x="132866" y="182482"/>
                    <a:pt x="143079" y="180530"/>
                  </a:cubicBezTo>
                  <a:cubicBezTo>
                    <a:pt x="143755" y="187738"/>
                    <a:pt x="144431" y="195096"/>
                    <a:pt x="144957" y="202379"/>
                  </a:cubicBezTo>
                  <a:close/>
                  <a:moveTo>
                    <a:pt x="50030" y="67227"/>
                  </a:moveTo>
                  <a:cubicBezTo>
                    <a:pt x="57540" y="67227"/>
                    <a:pt x="65726" y="67227"/>
                    <a:pt x="73537" y="67227"/>
                  </a:cubicBezTo>
                  <a:cubicBezTo>
                    <a:pt x="73537" y="72558"/>
                    <a:pt x="73537" y="77814"/>
                    <a:pt x="73537" y="83070"/>
                  </a:cubicBezTo>
                  <a:cubicBezTo>
                    <a:pt x="65576" y="83821"/>
                    <a:pt x="57615" y="84271"/>
                    <a:pt x="49655" y="84572"/>
                  </a:cubicBezTo>
                  <a:cubicBezTo>
                    <a:pt x="49655" y="78339"/>
                    <a:pt x="49655" y="72934"/>
                    <a:pt x="50030" y="66927"/>
                  </a:cubicBezTo>
                  <a:close/>
                  <a:moveTo>
                    <a:pt x="50030" y="63698"/>
                  </a:moveTo>
                  <a:cubicBezTo>
                    <a:pt x="50030" y="57466"/>
                    <a:pt x="50406" y="51159"/>
                    <a:pt x="50706" y="44927"/>
                  </a:cubicBezTo>
                  <a:cubicBezTo>
                    <a:pt x="58216" y="44927"/>
                    <a:pt x="65726" y="45378"/>
                    <a:pt x="73236" y="44927"/>
                  </a:cubicBezTo>
                  <a:lnTo>
                    <a:pt x="73236" y="61971"/>
                  </a:lnTo>
                  <a:cubicBezTo>
                    <a:pt x="65726" y="62572"/>
                    <a:pt x="57991" y="63097"/>
                    <a:pt x="50105" y="63398"/>
                  </a:cubicBezTo>
                  <a:close/>
                  <a:moveTo>
                    <a:pt x="130012" y="98012"/>
                  </a:moveTo>
                  <a:cubicBezTo>
                    <a:pt x="121826" y="99664"/>
                    <a:pt x="113715" y="101165"/>
                    <a:pt x="105529" y="102442"/>
                  </a:cubicBezTo>
                  <a:cubicBezTo>
                    <a:pt x="104853" y="96585"/>
                    <a:pt x="104027" y="90729"/>
                    <a:pt x="103126" y="84797"/>
                  </a:cubicBezTo>
                  <a:cubicBezTo>
                    <a:pt x="110636" y="83595"/>
                    <a:pt x="118146" y="82094"/>
                    <a:pt x="125656" y="80217"/>
                  </a:cubicBezTo>
                  <a:cubicBezTo>
                    <a:pt x="127308" y="85848"/>
                    <a:pt x="128735" y="91780"/>
                    <a:pt x="130087" y="97711"/>
                  </a:cubicBezTo>
                  <a:close/>
                  <a:moveTo>
                    <a:pt x="102225" y="102967"/>
                  </a:moveTo>
                  <a:cubicBezTo>
                    <a:pt x="94264" y="104244"/>
                    <a:pt x="86229" y="105370"/>
                    <a:pt x="78268" y="106346"/>
                  </a:cubicBezTo>
                  <a:lnTo>
                    <a:pt x="77367" y="87725"/>
                  </a:lnTo>
                  <a:cubicBezTo>
                    <a:pt x="84877" y="87200"/>
                    <a:pt x="92387" y="86449"/>
                    <a:pt x="99521" y="85397"/>
                  </a:cubicBezTo>
                  <a:cubicBezTo>
                    <a:pt x="100520" y="91052"/>
                    <a:pt x="101421" y="96908"/>
                    <a:pt x="102225" y="102967"/>
                  </a:cubicBezTo>
                  <a:close/>
                  <a:moveTo>
                    <a:pt x="104703" y="123540"/>
                  </a:moveTo>
                  <a:lnTo>
                    <a:pt x="105154" y="128796"/>
                  </a:lnTo>
                  <a:cubicBezTo>
                    <a:pt x="96668" y="129923"/>
                    <a:pt x="88031" y="131049"/>
                    <a:pt x="79470" y="132025"/>
                  </a:cubicBezTo>
                  <a:cubicBezTo>
                    <a:pt x="79470" y="131274"/>
                    <a:pt x="79470" y="130523"/>
                    <a:pt x="79470" y="129773"/>
                  </a:cubicBezTo>
                  <a:lnTo>
                    <a:pt x="78568" y="110776"/>
                  </a:lnTo>
                  <a:cubicBezTo>
                    <a:pt x="86679" y="109950"/>
                    <a:pt x="94865" y="108899"/>
                    <a:pt x="102976" y="107698"/>
                  </a:cubicBezTo>
                  <a:cubicBezTo>
                    <a:pt x="103577" y="112728"/>
                    <a:pt x="104178" y="117984"/>
                    <a:pt x="104703" y="123240"/>
                  </a:cubicBezTo>
                  <a:close/>
                  <a:moveTo>
                    <a:pt x="80671" y="159731"/>
                  </a:moveTo>
                  <a:cubicBezTo>
                    <a:pt x="80296" y="152223"/>
                    <a:pt x="79995" y="143964"/>
                    <a:pt x="79620" y="136079"/>
                  </a:cubicBezTo>
                  <a:cubicBezTo>
                    <a:pt x="88331" y="135479"/>
                    <a:pt x="96968" y="134653"/>
                    <a:pt x="105604" y="133602"/>
                  </a:cubicBezTo>
                  <a:cubicBezTo>
                    <a:pt x="106280" y="141110"/>
                    <a:pt x="106881" y="148619"/>
                    <a:pt x="107482" y="156127"/>
                  </a:cubicBezTo>
                  <a:cubicBezTo>
                    <a:pt x="98567" y="157276"/>
                    <a:pt x="89631" y="158380"/>
                    <a:pt x="80671" y="159431"/>
                  </a:cubicBezTo>
                  <a:close/>
                  <a:moveTo>
                    <a:pt x="107857" y="160632"/>
                  </a:moveTo>
                  <a:lnTo>
                    <a:pt x="109660" y="182106"/>
                  </a:lnTo>
                  <a:cubicBezTo>
                    <a:pt x="100497" y="183683"/>
                    <a:pt x="91335" y="184960"/>
                    <a:pt x="82098" y="186011"/>
                  </a:cubicBezTo>
                  <a:cubicBezTo>
                    <a:pt x="81648" y="178502"/>
                    <a:pt x="81197" y="171369"/>
                    <a:pt x="80821" y="164011"/>
                  </a:cubicBezTo>
                  <a:cubicBezTo>
                    <a:pt x="90081" y="163013"/>
                    <a:pt x="99093" y="161781"/>
                    <a:pt x="107857" y="160332"/>
                  </a:cubicBezTo>
                  <a:close/>
                  <a:moveTo>
                    <a:pt x="77142" y="82545"/>
                  </a:moveTo>
                  <a:cubicBezTo>
                    <a:pt x="77142" y="77289"/>
                    <a:pt x="76616" y="72108"/>
                    <a:pt x="76390" y="66852"/>
                  </a:cubicBezTo>
                  <a:cubicBezTo>
                    <a:pt x="82999" y="66852"/>
                    <a:pt x="89608" y="65725"/>
                    <a:pt x="96142" y="64749"/>
                  </a:cubicBezTo>
                  <a:lnTo>
                    <a:pt x="98620" y="79766"/>
                  </a:lnTo>
                  <a:cubicBezTo>
                    <a:pt x="91486" y="80442"/>
                    <a:pt x="84351" y="81493"/>
                    <a:pt x="77142" y="82244"/>
                  </a:cubicBezTo>
                  <a:close/>
                  <a:moveTo>
                    <a:pt x="73912" y="87950"/>
                  </a:moveTo>
                  <a:cubicBezTo>
                    <a:pt x="73912" y="94258"/>
                    <a:pt x="73912" y="100565"/>
                    <a:pt x="73912" y="106797"/>
                  </a:cubicBezTo>
                  <a:cubicBezTo>
                    <a:pt x="65854" y="107750"/>
                    <a:pt x="57818" y="108576"/>
                    <a:pt x="49805" y="109275"/>
                  </a:cubicBezTo>
                  <a:lnTo>
                    <a:pt x="49805" y="88476"/>
                  </a:lnTo>
                  <a:cubicBezTo>
                    <a:pt x="57841" y="87950"/>
                    <a:pt x="65877" y="87950"/>
                    <a:pt x="73912" y="87950"/>
                  </a:cubicBezTo>
                  <a:close/>
                  <a:moveTo>
                    <a:pt x="74438" y="111152"/>
                  </a:moveTo>
                  <a:cubicBezTo>
                    <a:pt x="74438" y="118660"/>
                    <a:pt x="74813" y="125342"/>
                    <a:pt x="75114" y="132476"/>
                  </a:cubicBezTo>
                  <a:cubicBezTo>
                    <a:pt x="66928" y="133301"/>
                    <a:pt x="58667" y="133902"/>
                    <a:pt x="50556" y="134128"/>
                  </a:cubicBezTo>
                  <a:cubicBezTo>
                    <a:pt x="50556" y="127070"/>
                    <a:pt x="50556" y="119937"/>
                    <a:pt x="50556" y="112879"/>
                  </a:cubicBezTo>
                  <a:cubicBezTo>
                    <a:pt x="58367" y="112203"/>
                    <a:pt x="66402" y="111602"/>
                    <a:pt x="74438" y="110851"/>
                  </a:cubicBezTo>
                  <a:close/>
                  <a:moveTo>
                    <a:pt x="75264" y="136380"/>
                  </a:moveTo>
                  <a:cubicBezTo>
                    <a:pt x="75264" y="144339"/>
                    <a:pt x="75865" y="152298"/>
                    <a:pt x="76240" y="160257"/>
                  </a:cubicBezTo>
                  <a:cubicBezTo>
                    <a:pt x="67679" y="161158"/>
                    <a:pt x="59042" y="161834"/>
                    <a:pt x="50331" y="162059"/>
                  </a:cubicBezTo>
                  <a:cubicBezTo>
                    <a:pt x="50331" y="154100"/>
                    <a:pt x="50331" y="146066"/>
                    <a:pt x="50331" y="138032"/>
                  </a:cubicBezTo>
                  <a:lnTo>
                    <a:pt x="50331" y="136981"/>
                  </a:lnTo>
                  <a:cubicBezTo>
                    <a:pt x="58742" y="136755"/>
                    <a:pt x="67003" y="136530"/>
                    <a:pt x="75264" y="136079"/>
                  </a:cubicBezTo>
                  <a:close/>
                  <a:moveTo>
                    <a:pt x="76390" y="164386"/>
                  </a:moveTo>
                  <a:cubicBezTo>
                    <a:pt x="76766" y="171895"/>
                    <a:pt x="77142" y="179403"/>
                    <a:pt x="77667" y="186912"/>
                  </a:cubicBezTo>
                  <a:cubicBezTo>
                    <a:pt x="68355" y="187813"/>
                    <a:pt x="59118" y="188414"/>
                    <a:pt x="49880" y="188564"/>
                  </a:cubicBezTo>
                  <a:lnTo>
                    <a:pt x="50331" y="165588"/>
                  </a:lnTo>
                  <a:cubicBezTo>
                    <a:pt x="59042" y="165062"/>
                    <a:pt x="67754" y="164687"/>
                    <a:pt x="76390" y="164086"/>
                  </a:cubicBezTo>
                  <a:close/>
                  <a:moveTo>
                    <a:pt x="49655" y="191717"/>
                  </a:moveTo>
                  <a:cubicBezTo>
                    <a:pt x="59058" y="191830"/>
                    <a:pt x="68452" y="191447"/>
                    <a:pt x="77817" y="190591"/>
                  </a:cubicBezTo>
                  <a:cubicBezTo>
                    <a:pt x="78343" y="198099"/>
                    <a:pt x="79019" y="206209"/>
                    <a:pt x="79920" y="213942"/>
                  </a:cubicBezTo>
                  <a:cubicBezTo>
                    <a:pt x="69857" y="215219"/>
                    <a:pt x="59718" y="216195"/>
                    <a:pt x="49880" y="216721"/>
                  </a:cubicBezTo>
                  <a:cubicBezTo>
                    <a:pt x="49655" y="208086"/>
                    <a:pt x="49655" y="200052"/>
                    <a:pt x="49655" y="191717"/>
                  </a:cubicBezTo>
                  <a:close/>
                  <a:moveTo>
                    <a:pt x="82248" y="190140"/>
                  </a:moveTo>
                  <a:cubicBezTo>
                    <a:pt x="91561" y="189164"/>
                    <a:pt x="100798" y="187888"/>
                    <a:pt x="109960" y="186386"/>
                  </a:cubicBezTo>
                  <a:cubicBezTo>
                    <a:pt x="110636" y="193895"/>
                    <a:pt x="111387" y="201403"/>
                    <a:pt x="112288" y="208911"/>
                  </a:cubicBezTo>
                  <a:cubicBezTo>
                    <a:pt x="103051" y="210564"/>
                    <a:pt x="93814" y="212065"/>
                    <a:pt x="84501" y="213342"/>
                  </a:cubicBezTo>
                  <a:cubicBezTo>
                    <a:pt x="83698" y="205630"/>
                    <a:pt x="82999" y="197897"/>
                    <a:pt x="82398" y="190140"/>
                  </a:cubicBezTo>
                  <a:close/>
                  <a:moveTo>
                    <a:pt x="142328" y="175799"/>
                  </a:moveTo>
                  <a:cubicBezTo>
                    <a:pt x="132115" y="177826"/>
                    <a:pt x="121751" y="179779"/>
                    <a:pt x="111312" y="181506"/>
                  </a:cubicBezTo>
                  <a:lnTo>
                    <a:pt x="109960" y="160031"/>
                  </a:lnTo>
                  <a:cubicBezTo>
                    <a:pt x="119948" y="158380"/>
                    <a:pt x="129937" y="156503"/>
                    <a:pt x="140000" y="154475"/>
                  </a:cubicBezTo>
                  <a:cubicBezTo>
                    <a:pt x="141127" y="161608"/>
                    <a:pt x="141878" y="168666"/>
                    <a:pt x="142629" y="175799"/>
                  </a:cubicBezTo>
                  <a:close/>
                  <a:moveTo>
                    <a:pt x="139249" y="149670"/>
                  </a:moveTo>
                  <a:cubicBezTo>
                    <a:pt x="129411" y="151622"/>
                    <a:pt x="119498" y="153499"/>
                    <a:pt x="109660" y="155151"/>
                  </a:cubicBezTo>
                  <a:cubicBezTo>
                    <a:pt x="109209" y="147643"/>
                    <a:pt x="108759" y="140134"/>
                    <a:pt x="108233" y="132626"/>
                  </a:cubicBezTo>
                  <a:cubicBezTo>
                    <a:pt x="117620" y="131575"/>
                    <a:pt x="126933" y="130298"/>
                    <a:pt x="136170" y="129172"/>
                  </a:cubicBezTo>
                  <a:cubicBezTo>
                    <a:pt x="137597" y="136230"/>
                    <a:pt x="138648" y="142988"/>
                    <a:pt x="139775" y="149670"/>
                  </a:cubicBezTo>
                  <a:close/>
                  <a:moveTo>
                    <a:pt x="107782" y="128046"/>
                  </a:moveTo>
                  <a:cubicBezTo>
                    <a:pt x="107782" y="124742"/>
                    <a:pt x="107332" y="121438"/>
                    <a:pt x="107031" y="118059"/>
                  </a:cubicBezTo>
                  <a:cubicBezTo>
                    <a:pt x="106731" y="114681"/>
                    <a:pt x="106280" y="110551"/>
                    <a:pt x="105830" y="106947"/>
                  </a:cubicBezTo>
                  <a:cubicBezTo>
                    <a:pt x="114241" y="105670"/>
                    <a:pt x="122577" y="104168"/>
                    <a:pt x="130838" y="102517"/>
                  </a:cubicBezTo>
                  <a:cubicBezTo>
                    <a:pt x="132265" y="109049"/>
                    <a:pt x="133692" y="115657"/>
                    <a:pt x="134893" y="122264"/>
                  </a:cubicBezTo>
                  <a:cubicBezTo>
                    <a:pt x="134893" y="123015"/>
                    <a:pt x="134893" y="123766"/>
                    <a:pt x="135269" y="124441"/>
                  </a:cubicBezTo>
                  <a:cubicBezTo>
                    <a:pt x="126557" y="125493"/>
                    <a:pt x="117245" y="126769"/>
                    <a:pt x="108083" y="128046"/>
                  </a:cubicBezTo>
                  <a:close/>
                  <a:moveTo>
                    <a:pt x="120474" y="59193"/>
                  </a:moveTo>
                  <a:lnTo>
                    <a:pt x="124530" y="75712"/>
                  </a:lnTo>
                  <a:cubicBezTo>
                    <a:pt x="117020" y="76613"/>
                    <a:pt x="109510" y="77739"/>
                    <a:pt x="102000" y="78865"/>
                  </a:cubicBezTo>
                  <a:cubicBezTo>
                    <a:pt x="101249" y="73835"/>
                    <a:pt x="100497" y="68879"/>
                    <a:pt x="99671" y="63848"/>
                  </a:cubicBezTo>
                  <a:cubicBezTo>
                    <a:pt x="106791" y="62700"/>
                    <a:pt x="113835" y="61145"/>
                    <a:pt x="120775" y="59193"/>
                  </a:cubicBezTo>
                  <a:close/>
                  <a:moveTo>
                    <a:pt x="94940" y="59193"/>
                  </a:moveTo>
                  <a:cubicBezTo>
                    <a:pt x="88632" y="60094"/>
                    <a:pt x="82248" y="60995"/>
                    <a:pt x="75865" y="61671"/>
                  </a:cubicBezTo>
                  <a:lnTo>
                    <a:pt x="75189" y="44702"/>
                  </a:lnTo>
                  <a:cubicBezTo>
                    <a:pt x="80972" y="44702"/>
                    <a:pt x="86679" y="43801"/>
                    <a:pt x="92387" y="42975"/>
                  </a:cubicBezTo>
                  <a:cubicBezTo>
                    <a:pt x="93513" y="48231"/>
                    <a:pt x="94715" y="53637"/>
                    <a:pt x="95241" y="59043"/>
                  </a:cubicBezTo>
                  <a:close/>
                  <a:moveTo>
                    <a:pt x="88181" y="10238"/>
                  </a:moveTo>
                  <a:cubicBezTo>
                    <a:pt x="89082" y="19549"/>
                    <a:pt x="90284" y="28784"/>
                    <a:pt x="91636" y="38019"/>
                  </a:cubicBezTo>
                  <a:cubicBezTo>
                    <a:pt x="86078" y="38695"/>
                    <a:pt x="80521" y="39296"/>
                    <a:pt x="74964" y="39746"/>
                  </a:cubicBezTo>
                  <a:cubicBezTo>
                    <a:pt x="74964" y="30286"/>
                    <a:pt x="74363" y="20825"/>
                    <a:pt x="74213" y="11364"/>
                  </a:cubicBezTo>
                  <a:cubicBezTo>
                    <a:pt x="79071" y="11064"/>
                    <a:pt x="83825" y="10636"/>
                    <a:pt x="88482" y="10088"/>
                  </a:cubicBezTo>
                  <a:close/>
                  <a:moveTo>
                    <a:pt x="53785" y="11590"/>
                  </a:moveTo>
                  <a:cubicBezTo>
                    <a:pt x="60094" y="11590"/>
                    <a:pt x="66327" y="11590"/>
                    <a:pt x="72635" y="11590"/>
                  </a:cubicBezTo>
                  <a:cubicBezTo>
                    <a:pt x="72635" y="21050"/>
                    <a:pt x="72635" y="30511"/>
                    <a:pt x="72635" y="39971"/>
                  </a:cubicBezTo>
                  <a:cubicBezTo>
                    <a:pt x="65125" y="40572"/>
                    <a:pt x="57615" y="41023"/>
                    <a:pt x="50105" y="41173"/>
                  </a:cubicBezTo>
                  <a:cubicBezTo>
                    <a:pt x="51608" y="31111"/>
                    <a:pt x="52659" y="21275"/>
                    <a:pt x="54086" y="11439"/>
                  </a:cubicBezTo>
                  <a:close/>
                  <a:moveTo>
                    <a:pt x="36738" y="43650"/>
                  </a:moveTo>
                  <a:cubicBezTo>
                    <a:pt x="40117" y="43650"/>
                    <a:pt x="43422" y="44326"/>
                    <a:pt x="46801" y="44551"/>
                  </a:cubicBezTo>
                  <a:cubicBezTo>
                    <a:pt x="46426" y="50934"/>
                    <a:pt x="46200" y="57316"/>
                    <a:pt x="46050" y="63698"/>
                  </a:cubicBezTo>
                  <a:lnTo>
                    <a:pt x="34635" y="63698"/>
                  </a:lnTo>
                  <a:cubicBezTo>
                    <a:pt x="35461" y="56865"/>
                    <a:pt x="36287" y="50408"/>
                    <a:pt x="37038" y="43501"/>
                  </a:cubicBezTo>
                  <a:close/>
                  <a:moveTo>
                    <a:pt x="34109" y="66176"/>
                  </a:moveTo>
                  <a:cubicBezTo>
                    <a:pt x="38015" y="66176"/>
                    <a:pt x="41619" y="66701"/>
                    <a:pt x="45975" y="66852"/>
                  </a:cubicBezTo>
                  <a:cubicBezTo>
                    <a:pt x="45975" y="72708"/>
                    <a:pt x="45975" y="78490"/>
                    <a:pt x="45975" y="84271"/>
                  </a:cubicBezTo>
                  <a:lnTo>
                    <a:pt x="32082" y="84872"/>
                  </a:lnTo>
                  <a:cubicBezTo>
                    <a:pt x="32908" y="78565"/>
                    <a:pt x="33659" y="72333"/>
                    <a:pt x="34635" y="66101"/>
                  </a:cubicBezTo>
                  <a:close/>
                  <a:moveTo>
                    <a:pt x="31631" y="87500"/>
                  </a:moveTo>
                  <a:cubicBezTo>
                    <a:pt x="36287" y="87500"/>
                    <a:pt x="41093" y="88026"/>
                    <a:pt x="45825" y="88176"/>
                  </a:cubicBezTo>
                  <a:cubicBezTo>
                    <a:pt x="45825" y="95233"/>
                    <a:pt x="45825" y="102291"/>
                    <a:pt x="46200" y="109349"/>
                  </a:cubicBezTo>
                  <a:cubicBezTo>
                    <a:pt x="40493" y="109800"/>
                    <a:pt x="34860" y="110100"/>
                    <a:pt x="29153" y="110401"/>
                  </a:cubicBezTo>
                  <a:cubicBezTo>
                    <a:pt x="30204" y="102967"/>
                    <a:pt x="31030" y="95459"/>
                    <a:pt x="31931" y="87425"/>
                  </a:cubicBezTo>
                  <a:close/>
                  <a:moveTo>
                    <a:pt x="28852" y="113254"/>
                  </a:moveTo>
                  <a:lnTo>
                    <a:pt x="46275" y="112803"/>
                  </a:lnTo>
                  <a:cubicBezTo>
                    <a:pt x="46275" y="119861"/>
                    <a:pt x="46275" y="126919"/>
                    <a:pt x="46651" y="133977"/>
                  </a:cubicBezTo>
                  <a:cubicBezTo>
                    <a:pt x="40042" y="133977"/>
                    <a:pt x="33433" y="133977"/>
                    <a:pt x="26900" y="133452"/>
                  </a:cubicBezTo>
                  <a:cubicBezTo>
                    <a:pt x="27876" y="126619"/>
                    <a:pt x="28477" y="119861"/>
                    <a:pt x="29153" y="113179"/>
                  </a:cubicBezTo>
                  <a:close/>
                  <a:moveTo>
                    <a:pt x="26224" y="141335"/>
                  </a:moveTo>
                  <a:cubicBezTo>
                    <a:pt x="26224" y="139308"/>
                    <a:pt x="26599" y="137356"/>
                    <a:pt x="26750" y="135404"/>
                  </a:cubicBezTo>
                  <a:cubicBezTo>
                    <a:pt x="33358" y="136079"/>
                    <a:pt x="39967" y="136530"/>
                    <a:pt x="46726" y="136680"/>
                  </a:cubicBezTo>
                  <a:cubicBezTo>
                    <a:pt x="46726" y="145090"/>
                    <a:pt x="46726" y="153499"/>
                    <a:pt x="46726" y="161909"/>
                  </a:cubicBezTo>
                  <a:cubicBezTo>
                    <a:pt x="39216" y="161909"/>
                    <a:pt x="31706" y="161909"/>
                    <a:pt x="24572" y="161383"/>
                  </a:cubicBezTo>
                  <a:cubicBezTo>
                    <a:pt x="25398" y="154626"/>
                    <a:pt x="25923" y="148018"/>
                    <a:pt x="26524" y="141260"/>
                  </a:cubicBezTo>
                  <a:close/>
                  <a:moveTo>
                    <a:pt x="24421" y="163260"/>
                  </a:moveTo>
                  <a:cubicBezTo>
                    <a:pt x="31931" y="164161"/>
                    <a:pt x="39441" y="164687"/>
                    <a:pt x="46951" y="164912"/>
                  </a:cubicBezTo>
                  <a:cubicBezTo>
                    <a:pt x="46951" y="172421"/>
                    <a:pt x="46951" y="179929"/>
                    <a:pt x="46951" y="188038"/>
                  </a:cubicBezTo>
                  <a:cubicBezTo>
                    <a:pt x="38991" y="188038"/>
                    <a:pt x="31105" y="188038"/>
                    <a:pt x="23295" y="186987"/>
                  </a:cubicBezTo>
                  <a:cubicBezTo>
                    <a:pt x="23670" y="179028"/>
                    <a:pt x="24121" y="171069"/>
                    <a:pt x="24722" y="163035"/>
                  </a:cubicBezTo>
                  <a:close/>
                  <a:moveTo>
                    <a:pt x="22844" y="189690"/>
                  </a:moveTo>
                  <a:cubicBezTo>
                    <a:pt x="30722" y="190891"/>
                    <a:pt x="38683" y="191567"/>
                    <a:pt x="46651" y="191717"/>
                  </a:cubicBezTo>
                  <a:cubicBezTo>
                    <a:pt x="46651" y="200127"/>
                    <a:pt x="46651" y="208536"/>
                    <a:pt x="47102" y="216946"/>
                  </a:cubicBezTo>
                  <a:cubicBezTo>
                    <a:pt x="38916" y="217321"/>
                    <a:pt x="30730" y="217396"/>
                    <a:pt x="22469" y="216946"/>
                  </a:cubicBezTo>
                  <a:cubicBezTo>
                    <a:pt x="22619" y="208086"/>
                    <a:pt x="22769" y="198775"/>
                    <a:pt x="23145" y="189615"/>
                  </a:cubicBezTo>
                  <a:close/>
                  <a:moveTo>
                    <a:pt x="24346" y="248331"/>
                  </a:moveTo>
                  <a:cubicBezTo>
                    <a:pt x="23392" y="238818"/>
                    <a:pt x="22792" y="229282"/>
                    <a:pt x="22544" y="219724"/>
                  </a:cubicBezTo>
                  <a:cubicBezTo>
                    <a:pt x="30805" y="220174"/>
                    <a:pt x="39066" y="220249"/>
                    <a:pt x="47252" y="220099"/>
                  </a:cubicBezTo>
                  <a:cubicBezTo>
                    <a:pt x="47252" y="228959"/>
                    <a:pt x="48228" y="237819"/>
                    <a:pt x="49204" y="246679"/>
                  </a:cubicBezTo>
                  <a:cubicBezTo>
                    <a:pt x="41244" y="247505"/>
                    <a:pt x="32983" y="248106"/>
                    <a:pt x="24647" y="248256"/>
                  </a:cubicBezTo>
                  <a:close/>
                  <a:moveTo>
                    <a:pt x="50631" y="246529"/>
                  </a:moveTo>
                  <a:cubicBezTo>
                    <a:pt x="49955" y="237669"/>
                    <a:pt x="49655" y="228884"/>
                    <a:pt x="49505" y="220024"/>
                  </a:cubicBezTo>
                  <a:cubicBezTo>
                    <a:pt x="59793" y="220024"/>
                    <a:pt x="70082" y="218973"/>
                    <a:pt x="80296" y="217922"/>
                  </a:cubicBezTo>
                  <a:cubicBezTo>
                    <a:pt x="81272" y="225430"/>
                    <a:pt x="82474" y="233314"/>
                    <a:pt x="83900" y="240973"/>
                  </a:cubicBezTo>
                  <a:cubicBezTo>
                    <a:pt x="73236" y="243225"/>
                    <a:pt x="62122" y="245102"/>
                    <a:pt x="50932" y="246454"/>
                  </a:cubicBezTo>
                  <a:close/>
                  <a:moveTo>
                    <a:pt x="88181" y="239997"/>
                  </a:moveTo>
                  <a:cubicBezTo>
                    <a:pt x="86679" y="232488"/>
                    <a:pt x="85553" y="224980"/>
                    <a:pt x="84576" y="217471"/>
                  </a:cubicBezTo>
                  <a:cubicBezTo>
                    <a:pt x="93889" y="216345"/>
                    <a:pt x="103126" y="214993"/>
                    <a:pt x="112363" y="213417"/>
                  </a:cubicBezTo>
                  <a:cubicBezTo>
                    <a:pt x="113189" y="220099"/>
                    <a:pt x="114166" y="226706"/>
                    <a:pt x="115292" y="233314"/>
                  </a:cubicBezTo>
                  <a:cubicBezTo>
                    <a:pt x="106881" y="235642"/>
                    <a:pt x="97869" y="238119"/>
                    <a:pt x="88782" y="239921"/>
                  </a:cubicBezTo>
                  <a:close/>
                  <a:moveTo>
                    <a:pt x="116193" y="233014"/>
                  </a:moveTo>
                  <a:cubicBezTo>
                    <a:pt x="115217" y="226406"/>
                    <a:pt x="114391" y="219724"/>
                    <a:pt x="113640" y="213116"/>
                  </a:cubicBezTo>
                  <a:cubicBezTo>
                    <a:pt x="124004" y="211389"/>
                    <a:pt x="134368" y="209362"/>
                    <a:pt x="144731" y="207185"/>
                  </a:cubicBezTo>
                  <a:cubicBezTo>
                    <a:pt x="145182" y="212891"/>
                    <a:pt x="145557" y="218598"/>
                    <a:pt x="145933" y="224379"/>
                  </a:cubicBezTo>
                  <a:cubicBezTo>
                    <a:pt x="136621" y="227232"/>
                    <a:pt x="126708" y="230161"/>
                    <a:pt x="116794" y="232939"/>
                  </a:cubicBezTo>
                  <a:close/>
                </a:path>
              </a:pathLst>
            </a:custGeom>
            <a:solidFill>
              <a:srgbClr val="AFBEC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6" name="Content Placeholder 4">
              <a:extLst>
                <a:ext uri="{FF2B5EF4-FFF2-40B4-BE49-F238E27FC236}">
                  <a16:creationId xmlns:a16="http://schemas.microsoft.com/office/drawing/2014/main" id="{84929D8D-A883-C1DA-A955-D745CE0D739E}"/>
                </a:ext>
              </a:extLst>
            </p:cNvPr>
            <p:cNvSpPr/>
            <p:nvPr/>
          </p:nvSpPr>
          <p:spPr>
            <a:xfrm>
              <a:off x="5541462" y="4888907"/>
              <a:ext cx="97582" cy="115313"/>
            </a:xfrm>
            <a:custGeom>
              <a:avLst/>
              <a:gdLst>
                <a:gd name="connsiteX0" fmla="*/ 94385 w 97582"/>
                <a:gd name="connsiteY0" fmla="*/ 70985 h 115313"/>
                <a:gd name="connsiteX1" fmla="*/ 93034 w 97582"/>
                <a:gd name="connsiteY1" fmla="*/ 85101 h 115313"/>
                <a:gd name="connsiteX2" fmla="*/ 73508 w 97582"/>
                <a:gd name="connsiteY2" fmla="*/ 111005 h 115313"/>
                <a:gd name="connsiteX3" fmla="*/ 41215 w 97582"/>
                <a:gd name="connsiteY3" fmla="*/ 112207 h 115313"/>
                <a:gd name="connsiteX4" fmla="*/ 17784 w 97582"/>
                <a:gd name="connsiteY4" fmla="*/ 89682 h 115313"/>
                <a:gd name="connsiteX5" fmla="*/ 135 w 97582"/>
                <a:gd name="connsiteY5" fmla="*/ 24133 h 115313"/>
                <a:gd name="connsiteX6" fmla="*/ 3064 w 97582"/>
                <a:gd name="connsiteY6" fmla="*/ 14447 h 115313"/>
                <a:gd name="connsiteX7" fmla="*/ 16357 w 97582"/>
                <a:gd name="connsiteY7" fmla="*/ 9116 h 115313"/>
                <a:gd name="connsiteX8" fmla="*/ 90105 w 97582"/>
                <a:gd name="connsiteY8" fmla="*/ 3935 h 115313"/>
                <a:gd name="connsiteX9" fmla="*/ 94385 w 97582"/>
                <a:gd name="connsiteY9" fmla="*/ 70985 h 11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582" h="115313">
                  <a:moveTo>
                    <a:pt x="94385" y="70985"/>
                  </a:moveTo>
                  <a:cubicBezTo>
                    <a:pt x="94348" y="75723"/>
                    <a:pt x="93897" y="80446"/>
                    <a:pt x="93034" y="85101"/>
                  </a:cubicBezTo>
                  <a:cubicBezTo>
                    <a:pt x="90556" y="96139"/>
                    <a:pt x="83436" y="105577"/>
                    <a:pt x="73508" y="111005"/>
                  </a:cubicBezTo>
                  <a:cubicBezTo>
                    <a:pt x="63474" y="116254"/>
                    <a:pt x="51609" y="116697"/>
                    <a:pt x="41215" y="112207"/>
                  </a:cubicBezTo>
                  <a:cubicBezTo>
                    <a:pt x="31369" y="107154"/>
                    <a:pt x="23221" y="99323"/>
                    <a:pt x="17784" y="89682"/>
                  </a:cubicBezTo>
                  <a:cubicBezTo>
                    <a:pt x="5047" y="70279"/>
                    <a:pt x="-1142" y="47304"/>
                    <a:pt x="135" y="24133"/>
                  </a:cubicBezTo>
                  <a:cubicBezTo>
                    <a:pt x="90" y="20679"/>
                    <a:pt x="1111" y="17292"/>
                    <a:pt x="3064" y="14447"/>
                  </a:cubicBezTo>
                  <a:cubicBezTo>
                    <a:pt x="6639" y="11015"/>
                    <a:pt x="11400" y="9108"/>
                    <a:pt x="16357" y="9116"/>
                  </a:cubicBezTo>
                  <a:cubicBezTo>
                    <a:pt x="32428" y="7089"/>
                    <a:pt x="76887" y="-6652"/>
                    <a:pt x="90105" y="3935"/>
                  </a:cubicBezTo>
                  <a:cubicBezTo>
                    <a:pt x="103322" y="14522"/>
                    <a:pt x="95062" y="56494"/>
                    <a:pt x="94385" y="70985"/>
                  </a:cubicBezTo>
                  <a:close/>
                </a:path>
              </a:pathLst>
            </a:custGeom>
            <a:solidFill>
              <a:srgbClr val="C2A09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7" name="Content Placeholder 4">
              <a:extLst>
                <a:ext uri="{FF2B5EF4-FFF2-40B4-BE49-F238E27FC236}">
                  <a16:creationId xmlns:a16="http://schemas.microsoft.com/office/drawing/2014/main" id="{EBA30FEA-A496-F680-B037-705FBA97A50D}"/>
                </a:ext>
              </a:extLst>
            </p:cNvPr>
            <p:cNvSpPr/>
            <p:nvPr/>
          </p:nvSpPr>
          <p:spPr>
            <a:xfrm>
              <a:off x="5566438" y="4884932"/>
              <a:ext cx="44449" cy="32182"/>
            </a:xfrm>
            <a:custGeom>
              <a:avLst/>
              <a:gdLst>
                <a:gd name="connsiteX0" fmla="*/ 22022 w 44449"/>
                <a:gd name="connsiteY0" fmla="*/ 26906 h 32182"/>
                <a:gd name="connsiteX1" fmla="*/ 42074 w 44449"/>
                <a:gd name="connsiteY1" fmla="*/ 26155 h 32182"/>
                <a:gd name="connsiteX2" fmla="*/ 43951 w 44449"/>
                <a:gd name="connsiteY2" fmla="*/ 25555 h 32182"/>
                <a:gd name="connsiteX3" fmla="*/ 44402 w 44449"/>
                <a:gd name="connsiteY3" fmla="*/ 23752 h 32182"/>
                <a:gd name="connsiteX4" fmla="*/ 34414 w 44449"/>
                <a:gd name="connsiteY4" fmla="*/ 5282 h 32182"/>
                <a:gd name="connsiteX5" fmla="*/ 30358 w 44449"/>
                <a:gd name="connsiteY5" fmla="*/ 1753 h 32182"/>
                <a:gd name="connsiteX6" fmla="*/ 17291 w 44449"/>
                <a:gd name="connsiteY6" fmla="*/ 1302 h 32182"/>
                <a:gd name="connsiteX7" fmla="*/ 7077 w 44449"/>
                <a:gd name="connsiteY7" fmla="*/ 9937 h 32182"/>
                <a:gd name="connsiteX8" fmla="*/ 168 w 44449"/>
                <a:gd name="connsiteY8" fmla="*/ 27432 h 32182"/>
                <a:gd name="connsiteX9" fmla="*/ 168 w 44449"/>
                <a:gd name="connsiteY9" fmla="*/ 30585 h 32182"/>
                <a:gd name="connsiteX10" fmla="*/ 4298 w 44449"/>
                <a:gd name="connsiteY10" fmla="*/ 31111 h 32182"/>
                <a:gd name="connsiteX11" fmla="*/ 9856 w 44449"/>
                <a:gd name="connsiteY11" fmla="*/ 28933 h 32182"/>
                <a:gd name="connsiteX12" fmla="*/ 22022 w 44449"/>
                <a:gd name="connsiteY12" fmla="*/ 26906 h 32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4449" h="32182">
                  <a:moveTo>
                    <a:pt x="22022" y="26906"/>
                  </a:moveTo>
                  <a:cubicBezTo>
                    <a:pt x="28706" y="26381"/>
                    <a:pt x="35390" y="26906"/>
                    <a:pt x="42074" y="26155"/>
                  </a:cubicBezTo>
                  <a:cubicBezTo>
                    <a:pt x="42750" y="26163"/>
                    <a:pt x="43410" y="25953"/>
                    <a:pt x="43951" y="25555"/>
                  </a:cubicBezTo>
                  <a:cubicBezTo>
                    <a:pt x="44319" y="25029"/>
                    <a:pt x="44477" y="24391"/>
                    <a:pt x="44402" y="23752"/>
                  </a:cubicBezTo>
                  <a:cubicBezTo>
                    <a:pt x="43545" y="16545"/>
                    <a:pt x="39978" y="9937"/>
                    <a:pt x="34414" y="5282"/>
                  </a:cubicBezTo>
                  <a:cubicBezTo>
                    <a:pt x="33204" y="3945"/>
                    <a:pt x="31845" y="2759"/>
                    <a:pt x="30358" y="1753"/>
                  </a:cubicBezTo>
                  <a:cubicBezTo>
                    <a:pt x="26318" y="-455"/>
                    <a:pt x="21474" y="-620"/>
                    <a:pt x="17291" y="1302"/>
                  </a:cubicBezTo>
                  <a:cubicBezTo>
                    <a:pt x="13168" y="3210"/>
                    <a:pt x="9646" y="6190"/>
                    <a:pt x="7077" y="9937"/>
                  </a:cubicBezTo>
                  <a:cubicBezTo>
                    <a:pt x="3217" y="15028"/>
                    <a:pt x="829" y="21080"/>
                    <a:pt x="168" y="27432"/>
                  </a:cubicBezTo>
                  <a:cubicBezTo>
                    <a:pt x="-95" y="28468"/>
                    <a:pt x="-95" y="29549"/>
                    <a:pt x="168" y="30585"/>
                  </a:cubicBezTo>
                  <a:cubicBezTo>
                    <a:pt x="1144" y="33138"/>
                    <a:pt x="2646" y="32012"/>
                    <a:pt x="4298" y="31111"/>
                  </a:cubicBezTo>
                  <a:cubicBezTo>
                    <a:pt x="6071" y="30202"/>
                    <a:pt x="7933" y="29467"/>
                    <a:pt x="9856" y="28933"/>
                  </a:cubicBezTo>
                  <a:cubicBezTo>
                    <a:pt x="13821" y="27785"/>
                    <a:pt x="17899" y="27109"/>
                    <a:pt x="22022" y="26906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8" name="Content Placeholder 4">
              <a:extLst>
                <a:ext uri="{FF2B5EF4-FFF2-40B4-BE49-F238E27FC236}">
                  <a16:creationId xmlns:a16="http://schemas.microsoft.com/office/drawing/2014/main" id="{1D9447CD-F56A-ACD3-7D63-90B90B54B216}"/>
                </a:ext>
              </a:extLst>
            </p:cNvPr>
            <p:cNvSpPr/>
            <p:nvPr/>
          </p:nvSpPr>
          <p:spPr>
            <a:xfrm>
              <a:off x="5530518" y="4861111"/>
              <a:ext cx="132385" cy="113691"/>
            </a:xfrm>
            <a:custGeom>
              <a:avLst/>
              <a:gdLst>
                <a:gd name="connsiteX0" fmla="*/ 114567 w 132385"/>
                <a:gd name="connsiteY0" fmla="*/ 20468 h 113691"/>
                <a:gd name="connsiteX1" fmla="*/ 74013 w 132385"/>
                <a:gd name="connsiteY1" fmla="*/ 3724 h 113691"/>
                <a:gd name="connsiteX2" fmla="*/ 50281 w 132385"/>
                <a:gd name="connsiteY2" fmla="*/ -30 h 113691"/>
                <a:gd name="connsiteX3" fmla="*/ 17162 w 132385"/>
                <a:gd name="connsiteY3" fmla="*/ 14987 h 113691"/>
                <a:gd name="connsiteX4" fmla="*/ 1767 w 132385"/>
                <a:gd name="connsiteY4" fmla="*/ 37513 h 113691"/>
                <a:gd name="connsiteX5" fmla="*/ 4921 w 132385"/>
                <a:gd name="connsiteY5" fmla="*/ 66420 h 113691"/>
                <a:gd name="connsiteX6" fmla="*/ 3569 w 132385"/>
                <a:gd name="connsiteY6" fmla="*/ 71676 h 113691"/>
                <a:gd name="connsiteX7" fmla="*/ 13783 w 132385"/>
                <a:gd name="connsiteY7" fmla="*/ 102836 h 113691"/>
                <a:gd name="connsiteX8" fmla="*/ 20692 w 132385"/>
                <a:gd name="connsiteY8" fmla="*/ 113648 h 113691"/>
                <a:gd name="connsiteX9" fmla="*/ 25799 w 132385"/>
                <a:gd name="connsiteY9" fmla="*/ 103512 h 113691"/>
                <a:gd name="connsiteX10" fmla="*/ 39542 w 132385"/>
                <a:gd name="connsiteY10" fmla="*/ 68147 h 113691"/>
                <a:gd name="connsiteX11" fmla="*/ 47052 w 132385"/>
                <a:gd name="connsiteY11" fmla="*/ 54181 h 113691"/>
                <a:gd name="connsiteX12" fmla="*/ 51783 w 132385"/>
                <a:gd name="connsiteY12" fmla="*/ 47349 h 113691"/>
                <a:gd name="connsiteX13" fmla="*/ 54938 w 132385"/>
                <a:gd name="connsiteY13" fmla="*/ 39840 h 113691"/>
                <a:gd name="connsiteX14" fmla="*/ 55388 w 132385"/>
                <a:gd name="connsiteY14" fmla="*/ 38564 h 113691"/>
                <a:gd name="connsiteX15" fmla="*/ 66728 w 132385"/>
                <a:gd name="connsiteY15" fmla="*/ 48250 h 113691"/>
                <a:gd name="connsiteX16" fmla="*/ 71835 w 132385"/>
                <a:gd name="connsiteY16" fmla="*/ 57185 h 113691"/>
                <a:gd name="connsiteX17" fmla="*/ 104879 w 132385"/>
                <a:gd name="connsiteY17" fmla="*/ 106065 h 113691"/>
                <a:gd name="connsiteX18" fmla="*/ 106982 w 132385"/>
                <a:gd name="connsiteY18" fmla="*/ 109819 h 113691"/>
                <a:gd name="connsiteX19" fmla="*/ 123729 w 132385"/>
                <a:gd name="connsiteY19" fmla="*/ 79785 h 113691"/>
                <a:gd name="connsiteX20" fmla="*/ 132140 w 132385"/>
                <a:gd name="connsiteY20" fmla="*/ 59137 h 113691"/>
                <a:gd name="connsiteX21" fmla="*/ 114567 w 132385"/>
                <a:gd name="connsiteY21" fmla="*/ 20468 h 113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32385" h="113691">
                  <a:moveTo>
                    <a:pt x="114567" y="20468"/>
                  </a:moveTo>
                  <a:cubicBezTo>
                    <a:pt x="102333" y="12171"/>
                    <a:pt x="88537" y="6472"/>
                    <a:pt x="74013" y="3724"/>
                  </a:cubicBezTo>
                  <a:cubicBezTo>
                    <a:pt x="66278" y="1547"/>
                    <a:pt x="58310" y="286"/>
                    <a:pt x="50281" y="-30"/>
                  </a:cubicBezTo>
                  <a:cubicBezTo>
                    <a:pt x="42246" y="-30"/>
                    <a:pt x="23846" y="10407"/>
                    <a:pt x="17162" y="14987"/>
                  </a:cubicBezTo>
                  <a:cubicBezTo>
                    <a:pt x="9720" y="20626"/>
                    <a:pt x="4313" y="28533"/>
                    <a:pt x="1767" y="37513"/>
                  </a:cubicBezTo>
                  <a:cubicBezTo>
                    <a:pt x="-1455" y="47146"/>
                    <a:pt x="-306" y="57710"/>
                    <a:pt x="4921" y="66420"/>
                  </a:cubicBezTo>
                  <a:cubicBezTo>
                    <a:pt x="4200" y="68094"/>
                    <a:pt x="3742" y="69867"/>
                    <a:pt x="3569" y="71676"/>
                  </a:cubicBezTo>
                  <a:cubicBezTo>
                    <a:pt x="2743" y="81061"/>
                    <a:pt x="11079" y="94201"/>
                    <a:pt x="13783" y="102836"/>
                  </a:cubicBezTo>
                  <a:cubicBezTo>
                    <a:pt x="14684" y="105914"/>
                    <a:pt x="16712" y="113273"/>
                    <a:pt x="20692" y="113648"/>
                  </a:cubicBezTo>
                  <a:cubicBezTo>
                    <a:pt x="24672" y="114024"/>
                    <a:pt x="25198" y="106140"/>
                    <a:pt x="25799" y="103512"/>
                  </a:cubicBezTo>
                  <a:cubicBezTo>
                    <a:pt x="28878" y="91190"/>
                    <a:pt x="33496" y="79312"/>
                    <a:pt x="39542" y="68147"/>
                  </a:cubicBezTo>
                  <a:cubicBezTo>
                    <a:pt x="41690" y="63311"/>
                    <a:pt x="44198" y="58641"/>
                    <a:pt x="47052" y="54181"/>
                  </a:cubicBezTo>
                  <a:cubicBezTo>
                    <a:pt x="48629" y="51929"/>
                    <a:pt x="50431" y="49751"/>
                    <a:pt x="51783" y="47349"/>
                  </a:cubicBezTo>
                  <a:cubicBezTo>
                    <a:pt x="53038" y="44938"/>
                    <a:pt x="54096" y="42423"/>
                    <a:pt x="54938" y="39840"/>
                  </a:cubicBezTo>
                  <a:lnTo>
                    <a:pt x="55388" y="38564"/>
                  </a:lnTo>
                  <a:lnTo>
                    <a:pt x="66728" y="48250"/>
                  </a:lnTo>
                  <a:cubicBezTo>
                    <a:pt x="68606" y="51178"/>
                    <a:pt x="70108" y="54256"/>
                    <a:pt x="71835" y="57185"/>
                  </a:cubicBezTo>
                  <a:cubicBezTo>
                    <a:pt x="81898" y="74229"/>
                    <a:pt x="99472" y="87218"/>
                    <a:pt x="104879" y="106065"/>
                  </a:cubicBezTo>
                  <a:cubicBezTo>
                    <a:pt x="105097" y="107529"/>
                    <a:pt x="105848" y="108865"/>
                    <a:pt x="106982" y="109819"/>
                  </a:cubicBezTo>
                  <a:lnTo>
                    <a:pt x="123729" y="79785"/>
                  </a:lnTo>
                  <a:cubicBezTo>
                    <a:pt x="127717" y="73448"/>
                    <a:pt x="130563" y="66457"/>
                    <a:pt x="132140" y="59137"/>
                  </a:cubicBezTo>
                  <a:cubicBezTo>
                    <a:pt x="133672" y="44022"/>
                    <a:pt x="126958" y="29253"/>
                    <a:pt x="114567" y="20468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9" name="Content Placeholder 4">
              <a:extLst>
                <a:ext uri="{FF2B5EF4-FFF2-40B4-BE49-F238E27FC236}">
                  <a16:creationId xmlns:a16="http://schemas.microsoft.com/office/drawing/2014/main" id="{28B34100-D92D-DDD3-76E9-FAA56DC3A57D}"/>
                </a:ext>
              </a:extLst>
            </p:cNvPr>
            <p:cNvSpPr/>
            <p:nvPr/>
          </p:nvSpPr>
          <p:spPr>
            <a:xfrm>
              <a:off x="5587868" y="4895049"/>
              <a:ext cx="49098" cy="45999"/>
            </a:xfrm>
            <a:custGeom>
              <a:avLst/>
              <a:gdLst>
                <a:gd name="connsiteX0" fmla="*/ 23046 w 49098"/>
                <a:gd name="connsiteY0" fmla="*/ 18741 h 45999"/>
                <a:gd name="connsiteX1" fmla="*/ 516 w 49098"/>
                <a:gd name="connsiteY1" fmla="*/ -30 h 45999"/>
                <a:gd name="connsiteX2" fmla="*/ 141 w 49098"/>
                <a:gd name="connsiteY2" fmla="*/ 721 h 45999"/>
                <a:gd name="connsiteX3" fmla="*/ 23872 w 49098"/>
                <a:gd name="connsiteY3" fmla="*/ 21219 h 45999"/>
                <a:gd name="connsiteX4" fmla="*/ 47904 w 49098"/>
                <a:gd name="connsiteY4" fmla="*/ 45696 h 45999"/>
                <a:gd name="connsiteX5" fmla="*/ 48881 w 49098"/>
                <a:gd name="connsiteY5" fmla="*/ 44720 h 45999"/>
                <a:gd name="connsiteX6" fmla="*/ 23046 w 49098"/>
                <a:gd name="connsiteY6" fmla="*/ 18741 h 45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098" h="45999">
                  <a:moveTo>
                    <a:pt x="23046" y="18741"/>
                  </a:moveTo>
                  <a:cubicBezTo>
                    <a:pt x="17001" y="10910"/>
                    <a:pt x="9311" y="4505"/>
                    <a:pt x="516" y="-30"/>
                  </a:cubicBezTo>
                  <a:cubicBezTo>
                    <a:pt x="66" y="-30"/>
                    <a:pt x="-235" y="571"/>
                    <a:pt x="141" y="721"/>
                  </a:cubicBezTo>
                  <a:cubicBezTo>
                    <a:pt x="9175" y="6127"/>
                    <a:pt x="17211" y="13065"/>
                    <a:pt x="23872" y="21219"/>
                  </a:cubicBezTo>
                  <a:cubicBezTo>
                    <a:pt x="31833" y="29403"/>
                    <a:pt x="39643" y="37813"/>
                    <a:pt x="47904" y="45696"/>
                  </a:cubicBezTo>
                  <a:cubicBezTo>
                    <a:pt x="48505" y="46372"/>
                    <a:pt x="49481" y="45696"/>
                    <a:pt x="48881" y="44720"/>
                  </a:cubicBezTo>
                  <a:cubicBezTo>
                    <a:pt x="40319" y="35785"/>
                    <a:pt x="31532" y="27376"/>
                    <a:pt x="23046" y="18741"/>
                  </a:cubicBezTo>
                  <a:close/>
                </a:path>
              </a:pathLst>
            </a:custGeom>
            <a:solidFill>
              <a:srgbClr val="42424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0" name="Content Placeholder 4">
              <a:extLst>
                <a:ext uri="{FF2B5EF4-FFF2-40B4-BE49-F238E27FC236}">
                  <a16:creationId xmlns:a16="http://schemas.microsoft.com/office/drawing/2014/main" id="{059B867F-A173-2F23-59DE-556A4E565062}"/>
                </a:ext>
              </a:extLst>
            </p:cNvPr>
            <p:cNvSpPr/>
            <p:nvPr/>
          </p:nvSpPr>
          <p:spPr>
            <a:xfrm>
              <a:off x="5554619" y="4865766"/>
              <a:ext cx="101816" cy="88357"/>
            </a:xfrm>
            <a:custGeom>
              <a:avLst/>
              <a:gdLst>
                <a:gd name="connsiteX0" fmla="*/ 64106 w 101816"/>
                <a:gd name="connsiteY0" fmla="*/ 39014 h 88357"/>
                <a:gd name="connsiteX1" fmla="*/ 34066 w 101816"/>
                <a:gd name="connsiteY1" fmla="*/ 23021 h 88357"/>
                <a:gd name="connsiteX2" fmla="*/ 34592 w 101816"/>
                <a:gd name="connsiteY2" fmla="*/ 18817 h 88357"/>
                <a:gd name="connsiteX3" fmla="*/ 34592 w 101816"/>
                <a:gd name="connsiteY3" fmla="*/ 18817 h 88357"/>
                <a:gd name="connsiteX4" fmla="*/ 68011 w 101816"/>
                <a:gd name="connsiteY4" fmla="*/ 25499 h 88357"/>
                <a:gd name="connsiteX5" fmla="*/ 100605 w 101816"/>
                <a:gd name="connsiteY5" fmla="*/ 38789 h 88357"/>
                <a:gd name="connsiteX6" fmla="*/ 101431 w 101816"/>
                <a:gd name="connsiteY6" fmla="*/ 37513 h 88357"/>
                <a:gd name="connsiteX7" fmla="*/ 69063 w 101816"/>
                <a:gd name="connsiteY7" fmla="*/ 24298 h 88357"/>
                <a:gd name="connsiteX8" fmla="*/ 34667 w 101816"/>
                <a:gd name="connsiteY8" fmla="*/ 18291 h 88357"/>
                <a:gd name="connsiteX9" fmla="*/ 34667 w 101816"/>
                <a:gd name="connsiteY9" fmla="*/ 18291 h 88357"/>
                <a:gd name="connsiteX10" fmla="*/ 34291 w 101816"/>
                <a:gd name="connsiteY10" fmla="*/ 18291 h 88357"/>
                <a:gd name="connsiteX11" fmla="*/ 32940 w 101816"/>
                <a:gd name="connsiteY11" fmla="*/ -30 h 88357"/>
                <a:gd name="connsiteX12" fmla="*/ 32940 w 101816"/>
                <a:gd name="connsiteY12" fmla="*/ -30 h 88357"/>
                <a:gd name="connsiteX13" fmla="*/ 23627 w 101816"/>
                <a:gd name="connsiteY13" fmla="*/ 35861 h 88357"/>
                <a:gd name="connsiteX14" fmla="*/ 1548 w 101816"/>
                <a:gd name="connsiteY14" fmla="*/ 63266 h 88357"/>
                <a:gd name="connsiteX15" fmla="*/ 1285 w 101816"/>
                <a:gd name="connsiteY15" fmla="*/ 64205 h 88357"/>
                <a:gd name="connsiteX16" fmla="*/ 2224 w 101816"/>
                <a:gd name="connsiteY16" fmla="*/ 64468 h 88357"/>
                <a:gd name="connsiteX17" fmla="*/ 26181 w 101816"/>
                <a:gd name="connsiteY17" fmla="*/ 34434 h 88357"/>
                <a:gd name="connsiteX18" fmla="*/ 34442 w 101816"/>
                <a:gd name="connsiteY18" fmla="*/ 18591 h 88357"/>
                <a:gd name="connsiteX19" fmla="*/ 28509 w 101816"/>
                <a:gd name="connsiteY19" fmla="*/ 37663 h 88357"/>
                <a:gd name="connsiteX20" fmla="*/ 19046 w 101816"/>
                <a:gd name="connsiteY20" fmla="*/ 53430 h 88357"/>
                <a:gd name="connsiteX21" fmla="*/ -29 w 101816"/>
                <a:gd name="connsiteY21" fmla="*/ 87218 h 88357"/>
                <a:gd name="connsiteX22" fmla="*/ 1247 w 101816"/>
                <a:gd name="connsiteY22" fmla="*/ 87969 h 88357"/>
                <a:gd name="connsiteX23" fmla="*/ 21449 w 101816"/>
                <a:gd name="connsiteY23" fmla="*/ 52529 h 88357"/>
                <a:gd name="connsiteX24" fmla="*/ 33766 w 101816"/>
                <a:gd name="connsiteY24" fmla="*/ 26250 h 88357"/>
                <a:gd name="connsiteX25" fmla="*/ 33766 w 101816"/>
                <a:gd name="connsiteY25" fmla="*/ 26250 h 88357"/>
                <a:gd name="connsiteX26" fmla="*/ 62003 w 101816"/>
                <a:gd name="connsiteY26" fmla="*/ 45847 h 88357"/>
                <a:gd name="connsiteX27" fmla="*/ 88288 w 101816"/>
                <a:gd name="connsiteY27" fmla="*/ 68372 h 88357"/>
                <a:gd name="connsiteX28" fmla="*/ 89114 w 101816"/>
                <a:gd name="connsiteY28" fmla="*/ 67546 h 88357"/>
                <a:gd name="connsiteX29" fmla="*/ 62679 w 101816"/>
                <a:gd name="connsiteY29" fmla="*/ 44570 h 88357"/>
                <a:gd name="connsiteX30" fmla="*/ 48035 w 101816"/>
                <a:gd name="connsiteY30" fmla="*/ 33233 h 88357"/>
                <a:gd name="connsiteX31" fmla="*/ 33916 w 101816"/>
                <a:gd name="connsiteY31" fmla="*/ 25724 h 88357"/>
                <a:gd name="connsiteX32" fmla="*/ 33916 w 101816"/>
                <a:gd name="connsiteY32" fmla="*/ 25724 h 88357"/>
                <a:gd name="connsiteX33" fmla="*/ 34592 w 101816"/>
                <a:gd name="connsiteY33" fmla="*/ 22721 h 88357"/>
                <a:gd name="connsiteX34" fmla="*/ 64632 w 101816"/>
                <a:gd name="connsiteY34" fmla="*/ 39840 h 88357"/>
                <a:gd name="connsiteX35" fmla="*/ 92268 w 101816"/>
                <a:gd name="connsiteY35" fmla="*/ 62816 h 88357"/>
                <a:gd name="connsiteX36" fmla="*/ 93095 w 101816"/>
                <a:gd name="connsiteY36" fmla="*/ 61990 h 88357"/>
                <a:gd name="connsiteX37" fmla="*/ 64106 w 101816"/>
                <a:gd name="connsiteY37" fmla="*/ 39014 h 88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01816" h="88357">
                  <a:moveTo>
                    <a:pt x="64106" y="39014"/>
                  </a:moveTo>
                  <a:cubicBezTo>
                    <a:pt x="55394" y="32557"/>
                    <a:pt x="45556" y="23997"/>
                    <a:pt x="34066" y="23021"/>
                  </a:cubicBezTo>
                  <a:cubicBezTo>
                    <a:pt x="34066" y="21595"/>
                    <a:pt x="34442" y="20243"/>
                    <a:pt x="34592" y="18817"/>
                  </a:cubicBezTo>
                  <a:lnTo>
                    <a:pt x="34592" y="18817"/>
                  </a:lnTo>
                  <a:cubicBezTo>
                    <a:pt x="45849" y="20401"/>
                    <a:pt x="57009" y="22631"/>
                    <a:pt x="68011" y="25499"/>
                  </a:cubicBezTo>
                  <a:cubicBezTo>
                    <a:pt x="79269" y="28893"/>
                    <a:pt x="90181" y="33345"/>
                    <a:pt x="100605" y="38789"/>
                  </a:cubicBezTo>
                  <a:cubicBezTo>
                    <a:pt x="101506" y="39239"/>
                    <a:pt x="102257" y="37963"/>
                    <a:pt x="101431" y="37513"/>
                  </a:cubicBezTo>
                  <a:cubicBezTo>
                    <a:pt x="91127" y="31994"/>
                    <a:pt x="80283" y="27572"/>
                    <a:pt x="69063" y="24298"/>
                  </a:cubicBezTo>
                  <a:cubicBezTo>
                    <a:pt x="57933" y="20694"/>
                    <a:pt x="46360" y="18674"/>
                    <a:pt x="34667" y="18291"/>
                  </a:cubicBezTo>
                  <a:lnTo>
                    <a:pt x="34667" y="18291"/>
                  </a:lnTo>
                  <a:lnTo>
                    <a:pt x="34291" y="18291"/>
                  </a:lnTo>
                  <a:cubicBezTo>
                    <a:pt x="36710" y="12307"/>
                    <a:pt x="36206" y="5534"/>
                    <a:pt x="32940" y="-30"/>
                  </a:cubicBezTo>
                  <a:lnTo>
                    <a:pt x="32940" y="-30"/>
                  </a:lnTo>
                  <a:cubicBezTo>
                    <a:pt x="38948" y="12885"/>
                    <a:pt x="30386" y="25199"/>
                    <a:pt x="23627" y="35861"/>
                  </a:cubicBezTo>
                  <a:cubicBezTo>
                    <a:pt x="17469" y="45396"/>
                    <a:pt x="11836" y="57485"/>
                    <a:pt x="1548" y="63266"/>
                  </a:cubicBezTo>
                  <a:cubicBezTo>
                    <a:pt x="1217" y="63454"/>
                    <a:pt x="1097" y="63875"/>
                    <a:pt x="1285" y="64205"/>
                  </a:cubicBezTo>
                  <a:cubicBezTo>
                    <a:pt x="1473" y="64535"/>
                    <a:pt x="1893" y="64656"/>
                    <a:pt x="2224" y="64468"/>
                  </a:cubicBezTo>
                  <a:cubicBezTo>
                    <a:pt x="13489" y="58161"/>
                    <a:pt x="19572" y="44646"/>
                    <a:pt x="26181" y="34434"/>
                  </a:cubicBezTo>
                  <a:cubicBezTo>
                    <a:pt x="29553" y="29501"/>
                    <a:pt x="32331" y="24185"/>
                    <a:pt x="34442" y="18591"/>
                  </a:cubicBezTo>
                  <a:cubicBezTo>
                    <a:pt x="33420" y="25206"/>
                    <a:pt x="31423" y="31633"/>
                    <a:pt x="28509" y="37663"/>
                  </a:cubicBezTo>
                  <a:cubicBezTo>
                    <a:pt x="25662" y="43099"/>
                    <a:pt x="22501" y="48362"/>
                    <a:pt x="19046" y="53430"/>
                  </a:cubicBezTo>
                  <a:cubicBezTo>
                    <a:pt x="12107" y="64355"/>
                    <a:pt x="5738" y="75633"/>
                    <a:pt x="-29" y="87218"/>
                  </a:cubicBezTo>
                  <a:cubicBezTo>
                    <a:pt x="-29" y="88044"/>
                    <a:pt x="797" y="88795"/>
                    <a:pt x="1247" y="87969"/>
                  </a:cubicBezTo>
                  <a:cubicBezTo>
                    <a:pt x="7556" y="75881"/>
                    <a:pt x="14165" y="64018"/>
                    <a:pt x="21449" y="52529"/>
                  </a:cubicBezTo>
                  <a:cubicBezTo>
                    <a:pt x="27007" y="44526"/>
                    <a:pt x="31167" y="35643"/>
                    <a:pt x="33766" y="26250"/>
                  </a:cubicBezTo>
                  <a:cubicBezTo>
                    <a:pt x="33766" y="26250"/>
                    <a:pt x="33766" y="26250"/>
                    <a:pt x="33766" y="26250"/>
                  </a:cubicBezTo>
                  <a:cubicBezTo>
                    <a:pt x="44002" y="31506"/>
                    <a:pt x="53502" y="38098"/>
                    <a:pt x="62003" y="45847"/>
                  </a:cubicBezTo>
                  <a:cubicBezTo>
                    <a:pt x="71436" y="52537"/>
                    <a:pt x="80230" y="60075"/>
                    <a:pt x="88288" y="68372"/>
                  </a:cubicBezTo>
                  <a:cubicBezTo>
                    <a:pt x="88739" y="68898"/>
                    <a:pt x="89565" y="68372"/>
                    <a:pt x="89114" y="67546"/>
                  </a:cubicBezTo>
                  <a:cubicBezTo>
                    <a:pt x="81169" y="58949"/>
                    <a:pt x="72307" y="51238"/>
                    <a:pt x="62679" y="44570"/>
                  </a:cubicBezTo>
                  <a:cubicBezTo>
                    <a:pt x="57723" y="40816"/>
                    <a:pt x="52916" y="37062"/>
                    <a:pt x="48035" y="33233"/>
                  </a:cubicBezTo>
                  <a:cubicBezTo>
                    <a:pt x="43844" y="29862"/>
                    <a:pt x="39053" y="27308"/>
                    <a:pt x="33916" y="25724"/>
                  </a:cubicBezTo>
                  <a:lnTo>
                    <a:pt x="33916" y="25724"/>
                  </a:lnTo>
                  <a:lnTo>
                    <a:pt x="34592" y="22721"/>
                  </a:lnTo>
                  <a:cubicBezTo>
                    <a:pt x="45579" y="26512"/>
                    <a:pt x="55770" y="32317"/>
                    <a:pt x="64632" y="39840"/>
                  </a:cubicBezTo>
                  <a:cubicBezTo>
                    <a:pt x="74244" y="47349"/>
                    <a:pt x="83106" y="54857"/>
                    <a:pt x="92268" y="62816"/>
                  </a:cubicBezTo>
                  <a:cubicBezTo>
                    <a:pt x="92794" y="63266"/>
                    <a:pt x="93620" y="62816"/>
                    <a:pt x="93095" y="61990"/>
                  </a:cubicBezTo>
                  <a:cubicBezTo>
                    <a:pt x="83992" y="53648"/>
                    <a:pt x="74305" y="45967"/>
                    <a:pt x="64106" y="39014"/>
                  </a:cubicBezTo>
                  <a:close/>
                </a:path>
              </a:pathLst>
            </a:custGeom>
            <a:solidFill>
              <a:srgbClr val="42424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1" name="Content Placeholder 4">
              <a:extLst>
                <a:ext uri="{FF2B5EF4-FFF2-40B4-BE49-F238E27FC236}">
                  <a16:creationId xmlns:a16="http://schemas.microsoft.com/office/drawing/2014/main" id="{0C7C6415-EEE3-0504-47D9-C69BE4355365}"/>
                </a:ext>
              </a:extLst>
            </p:cNvPr>
            <p:cNvSpPr/>
            <p:nvPr/>
          </p:nvSpPr>
          <p:spPr>
            <a:xfrm>
              <a:off x="5589390" y="4887218"/>
              <a:ext cx="67675" cy="30609"/>
            </a:xfrm>
            <a:custGeom>
              <a:avLst/>
              <a:gdLst>
                <a:gd name="connsiteX0" fmla="*/ 67335 w 67675"/>
                <a:gd name="connsiteY0" fmla="*/ 29125 h 30609"/>
                <a:gd name="connsiteX1" fmla="*/ 32865 w 67675"/>
                <a:gd name="connsiteY1" fmla="*/ 11105 h 30609"/>
                <a:gd name="connsiteX2" fmla="*/ 15366 w 67675"/>
                <a:gd name="connsiteY2" fmla="*/ 2695 h 30609"/>
                <a:gd name="connsiteX3" fmla="*/ -29 w 67675"/>
                <a:gd name="connsiteY3" fmla="*/ 218 h 30609"/>
                <a:gd name="connsiteX4" fmla="*/ -29 w 67675"/>
                <a:gd name="connsiteY4" fmla="*/ 668 h 30609"/>
                <a:gd name="connsiteX5" fmla="*/ 18370 w 67675"/>
                <a:gd name="connsiteY5" fmla="*/ 5323 h 30609"/>
                <a:gd name="connsiteX6" fmla="*/ 35418 w 67675"/>
                <a:gd name="connsiteY6" fmla="*/ 13733 h 30609"/>
                <a:gd name="connsiteX7" fmla="*/ 66585 w 67675"/>
                <a:gd name="connsiteY7" fmla="*/ 30401 h 30609"/>
                <a:gd name="connsiteX8" fmla="*/ 67335 w 67675"/>
                <a:gd name="connsiteY8" fmla="*/ 29125 h 30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675" h="30609">
                  <a:moveTo>
                    <a:pt x="67335" y="29125"/>
                  </a:moveTo>
                  <a:cubicBezTo>
                    <a:pt x="56288" y="22307"/>
                    <a:pt x="44768" y="16286"/>
                    <a:pt x="32865" y="11105"/>
                  </a:cubicBezTo>
                  <a:cubicBezTo>
                    <a:pt x="27082" y="8252"/>
                    <a:pt x="21299" y="5248"/>
                    <a:pt x="15366" y="2695"/>
                  </a:cubicBezTo>
                  <a:cubicBezTo>
                    <a:pt x="10597" y="360"/>
                    <a:pt x="5235" y="-503"/>
                    <a:pt x="-29" y="218"/>
                  </a:cubicBezTo>
                  <a:lnTo>
                    <a:pt x="-29" y="668"/>
                  </a:lnTo>
                  <a:cubicBezTo>
                    <a:pt x="6422" y="465"/>
                    <a:pt x="12790" y="2080"/>
                    <a:pt x="18370" y="5323"/>
                  </a:cubicBezTo>
                  <a:lnTo>
                    <a:pt x="35418" y="13733"/>
                  </a:lnTo>
                  <a:cubicBezTo>
                    <a:pt x="46217" y="18478"/>
                    <a:pt x="56641" y="24057"/>
                    <a:pt x="66585" y="30401"/>
                  </a:cubicBezTo>
                  <a:cubicBezTo>
                    <a:pt x="67335" y="31077"/>
                    <a:pt x="68086" y="29651"/>
                    <a:pt x="67335" y="29125"/>
                  </a:cubicBezTo>
                  <a:close/>
                </a:path>
              </a:pathLst>
            </a:custGeom>
            <a:solidFill>
              <a:srgbClr val="42424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2" name="Content Placeholder 4">
              <a:extLst>
                <a:ext uri="{FF2B5EF4-FFF2-40B4-BE49-F238E27FC236}">
                  <a16:creationId xmlns:a16="http://schemas.microsoft.com/office/drawing/2014/main" id="{C767E771-DBE3-82CE-9690-7947E7CBAE4F}"/>
                </a:ext>
              </a:extLst>
            </p:cNvPr>
            <p:cNvSpPr/>
            <p:nvPr/>
          </p:nvSpPr>
          <p:spPr>
            <a:xfrm>
              <a:off x="5550012" y="4869408"/>
              <a:ext cx="37576" cy="58289"/>
            </a:xfrm>
            <a:custGeom>
              <a:avLst/>
              <a:gdLst>
                <a:gd name="connsiteX0" fmla="*/ 32816 w 37576"/>
                <a:gd name="connsiteY0" fmla="*/ 14424 h 58289"/>
                <a:gd name="connsiteX1" fmla="*/ 4954 w 37576"/>
                <a:gd name="connsiteY1" fmla="*/ 57297 h 58289"/>
                <a:gd name="connsiteX2" fmla="*/ 6306 w 37576"/>
                <a:gd name="connsiteY2" fmla="*/ 57898 h 58289"/>
                <a:gd name="connsiteX3" fmla="*/ 36346 w 37576"/>
                <a:gd name="connsiteY3" fmla="*/ 9018 h 58289"/>
                <a:gd name="connsiteX4" fmla="*/ 36346 w 37576"/>
                <a:gd name="connsiteY4" fmla="*/ 9018 h 58289"/>
                <a:gd name="connsiteX5" fmla="*/ 36346 w 37576"/>
                <a:gd name="connsiteY5" fmla="*/ 8492 h 58289"/>
                <a:gd name="connsiteX6" fmla="*/ 37547 w 37576"/>
                <a:gd name="connsiteY6" fmla="*/ 308 h 58289"/>
                <a:gd name="connsiteX7" fmla="*/ 36796 w 37576"/>
                <a:gd name="connsiteY7" fmla="*/ 308 h 58289"/>
                <a:gd name="connsiteX8" fmla="*/ 35595 w 37576"/>
                <a:gd name="connsiteY8" fmla="*/ 6465 h 58289"/>
                <a:gd name="connsiteX9" fmla="*/ 19073 w 37576"/>
                <a:gd name="connsiteY9" fmla="*/ 13298 h 58289"/>
                <a:gd name="connsiteX10" fmla="*/ 9760 w 37576"/>
                <a:gd name="connsiteY10" fmla="*/ 19455 h 58289"/>
                <a:gd name="connsiteX11" fmla="*/ 10962 w 37576"/>
                <a:gd name="connsiteY11" fmla="*/ 20206 h 58289"/>
                <a:gd name="connsiteX12" fmla="*/ 23729 w 37576"/>
                <a:gd name="connsiteY12" fmla="*/ 12697 h 58289"/>
                <a:gd name="connsiteX13" fmla="*/ 35294 w 37576"/>
                <a:gd name="connsiteY13" fmla="*/ 7216 h 58289"/>
                <a:gd name="connsiteX14" fmla="*/ 34844 w 37576"/>
                <a:gd name="connsiteY14" fmla="*/ 8793 h 58289"/>
                <a:gd name="connsiteX15" fmla="*/ 1725 w 37576"/>
                <a:gd name="connsiteY15" fmla="*/ 28165 h 58289"/>
                <a:gd name="connsiteX16" fmla="*/ 2701 w 37576"/>
                <a:gd name="connsiteY16" fmla="*/ 29141 h 58289"/>
                <a:gd name="connsiteX17" fmla="*/ 34393 w 37576"/>
                <a:gd name="connsiteY17" fmla="*/ 9994 h 58289"/>
                <a:gd name="connsiteX18" fmla="*/ 33041 w 37576"/>
                <a:gd name="connsiteY18" fmla="*/ 13373 h 58289"/>
                <a:gd name="connsiteX19" fmla="*/ -3 w 37576"/>
                <a:gd name="connsiteY19" fmla="*/ 41605 h 58289"/>
                <a:gd name="connsiteX20" fmla="*/ 485 w 37576"/>
                <a:gd name="connsiteY20" fmla="*/ 42468 h 58289"/>
                <a:gd name="connsiteX21" fmla="*/ 1349 w 37576"/>
                <a:gd name="connsiteY21" fmla="*/ 41980 h 58289"/>
                <a:gd name="connsiteX22" fmla="*/ 32816 w 37576"/>
                <a:gd name="connsiteY22" fmla="*/ 14424 h 58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7576" h="58289">
                  <a:moveTo>
                    <a:pt x="32816" y="14424"/>
                  </a:moveTo>
                  <a:cubicBezTo>
                    <a:pt x="25306" y="29441"/>
                    <a:pt x="11563" y="41530"/>
                    <a:pt x="4954" y="57297"/>
                  </a:cubicBezTo>
                  <a:cubicBezTo>
                    <a:pt x="4954" y="58123"/>
                    <a:pt x="6005" y="58649"/>
                    <a:pt x="6306" y="57898"/>
                  </a:cubicBezTo>
                  <a:cubicBezTo>
                    <a:pt x="13816" y="40779"/>
                    <a:pt x="31314" y="27264"/>
                    <a:pt x="36346" y="9018"/>
                  </a:cubicBezTo>
                  <a:lnTo>
                    <a:pt x="36346" y="9018"/>
                  </a:lnTo>
                  <a:cubicBezTo>
                    <a:pt x="36346" y="9018"/>
                    <a:pt x="36346" y="8568"/>
                    <a:pt x="36346" y="8492"/>
                  </a:cubicBezTo>
                  <a:cubicBezTo>
                    <a:pt x="37021" y="5812"/>
                    <a:pt x="37420" y="3071"/>
                    <a:pt x="37547" y="308"/>
                  </a:cubicBezTo>
                  <a:cubicBezTo>
                    <a:pt x="37547" y="-142"/>
                    <a:pt x="36871" y="-142"/>
                    <a:pt x="36796" y="308"/>
                  </a:cubicBezTo>
                  <a:cubicBezTo>
                    <a:pt x="36548" y="2388"/>
                    <a:pt x="36143" y="4445"/>
                    <a:pt x="35595" y="6465"/>
                  </a:cubicBezTo>
                  <a:cubicBezTo>
                    <a:pt x="30188" y="9018"/>
                    <a:pt x="24705" y="11195"/>
                    <a:pt x="19073" y="13298"/>
                  </a:cubicBezTo>
                  <a:cubicBezTo>
                    <a:pt x="15385" y="14289"/>
                    <a:pt x="12118" y="16451"/>
                    <a:pt x="9760" y="19455"/>
                  </a:cubicBezTo>
                  <a:cubicBezTo>
                    <a:pt x="9235" y="20206"/>
                    <a:pt x="10436" y="20882"/>
                    <a:pt x="10962" y="20206"/>
                  </a:cubicBezTo>
                  <a:cubicBezTo>
                    <a:pt x="14341" y="16444"/>
                    <a:pt x="18802" y="13824"/>
                    <a:pt x="23729" y="12697"/>
                  </a:cubicBezTo>
                  <a:cubicBezTo>
                    <a:pt x="27709" y="11143"/>
                    <a:pt x="31577" y="9311"/>
                    <a:pt x="35294" y="7216"/>
                  </a:cubicBezTo>
                  <a:lnTo>
                    <a:pt x="34844" y="8793"/>
                  </a:lnTo>
                  <a:cubicBezTo>
                    <a:pt x="23879" y="15400"/>
                    <a:pt x="10962" y="19004"/>
                    <a:pt x="1725" y="28165"/>
                  </a:cubicBezTo>
                  <a:cubicBezTo>
                    <a:pt x="1049" y="28765"/>
                    <a:pt x="1725" y="29741"/>
                    <a:pt x="2701" y="29141"/>
                  </a:cubicBezTo>
                  <a:cubicBezTo>
                    <a:pt x="11863" y="20581"/>
                    <a:pt x="23879" y="16602"/>
                    <a:pt x="34393" y="9994"/>
                  </a:cubicBezTo>
                  <a:lnTo>
                    <a:pt x="33041" y="13373"/>
                  </a:lnTo>
                  <a:cubicBezTo>
                    <a:pt x="21025" y="20882"/>
                    <a:pt x="4804" y="27039"/>
                    <a:pt x="-3" y="41605"/>
                  </a:cubicBezTo>
                  <a:cubicBezTo>
                    <a:pt x="-108" y="41980"/>
                    <a:pt x="110" y="42363"/>
                    <a:pt x="485" y="42468"/>
                  </a:cubicBezTo>
                  <a:cubicBezTo>
                    <a:pt x="861" y="42573"/>
                    <a:pt x="1244" y="42356"/>
                    <a:pt x="1349" y="41980"/>
                  </a:cubicBezTo>
                  <a:cubicBezTo>
                    <a:pt x="6606" y="27414"/>
                    <a:pt x="22077" y="23434"/>
                    <a:pt x="32816" y="14424"/>
                  </a:cubicBezTo>
                  <a:close/>
                </a:path>
              </a:pathLst>
            </a:custGeom>
            <a:solidFill>
              <a:srgbClr val="42424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3" name="Content Placeholder 4">
              <a:extLst>
                <a:ext uri="{FF2B5EF4-FFF2-40B4-BE49-F238E27FC236}">
                  <a16:creationId xmlns:a16="http://schemas.microsoft.com/office/drawing/2014/main" id="{3691067A-E629-7781-1BC5-586A738624AE}"/>
                </a:ext>
              </a:extLst>
            </p:cNvPr>
            <p:cNvSpPr/>
            <p:nvPr/>
          </p:nvSpPr>
          <p:spPr>
            <a:xfrm>
              <a:off x="5596901" y="4966417"/>
              <a:ext cx="24150" cy="8478"/>
            </a:xfrm>
            <a:custGeom>
              <a:avLst/>
              <a:gdLst>
                <a:gd name="connsiteX0" fmla="*/ 24077 w 24150"/>
                <a:gd name="connsiteY0" fmla="*/ 2261 h 8478"/>
                <a:gd name="connsiteX1" fmla="*/ 22500 w 24150"/>
                <a:gd name="connsiteY1" fmla="*/ 83 h 8478"/>
                <a:gd name="connsiteX2" fmla="*/ 20360 w 24150"/>
                <a:gd name="connsiteY2" fmla="*/ 1022 h 8478"/>
                <a:gd name="connsiteX3" fmla="*/ 20322 w 24150"/>
                <a:gd name="connsiteY3" fmla="*/ 1134 h 8478"/>
                <a:gd name="connsiteX4" fmla="*/ 22425 w 24150"/>
                <a:gd name="connsiteY4" fmla="*/ 1134 h 8478"/>
                <a:gd name="connsiteX5" fmla="*/ 21899 w 24150"/>
                <a:gd name="connsiteY5" fmla="*/ 3462 h 8478"/>
                <a:gd name="connsiteX6" fmla="*/ 19496 w 24150"/>
                <a:gd name="connsiteY6" fmla="*/ 4363 h 8478"/>
                <a:gd name="connsiteX7" fmla="*/ 9357 w 24150"/>
                <a:gd name="connsiteY7" fmla="*/ 3162 h 8478"/>
                <a:gd name="connsiteX8" fmla="*/ 5978 w 24150"/>
                <a:gd name="connsiteY8" fmla="*/ 2035 h 8478"/>
                <a:gd name="connsiteX9" fmla="*/ 270 w 24150"/>
                <a:gd name="connsiteY9" fmla="*/ 3612 h 8478"/>
                <a:gd name="connsiteX10" fmla="*/ 2598 w 24150"/>
                <a:gd name="connsiteY10" fmla="*/ 6390 h 8478"/>
                <a:gd name="connsiteX11" fmla="*/ 4852 w 24150"/>
                <a:gd name="connsiteY11" fmla="*/ 5940 h 8478"/>
                <a:gd name="connsiteX12" fmla="*/ 12362 w 24150"/>
                <a:gd name="connsiteY12" fmla="*/ 7892 h 8478"/>
                <a:gd name="connsiteX13" fmla="*/ 16191 w 24150"/>
                <a:gd name="connsiteY13" fmla="*/ 8418 h 8478"/>
                <a:gd name="connsiteX14" fmla="*/ 21599 w 24150"/>
                <a:gd name="connsiteY14" fmla="*/ 7141 h 8478"/>
                <a:gd name="connsiteX15" fmla="*/ 24077 w 24150"/>
                <a:gd name="connsiteY15" fmla="*/ 2261 h 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150" h="8478">
                  <a:moveTo>
                    <a:pt x="24077" y="2261"/>
                  </a:moveTo>
                  <a:cubicBezTo>
                    <a:pt x="24009" y="1292"/>
                    <a:pt x="23394" y="451"/>
                    <a:pt x="22500" y="83"/>
                  </a:cubicBezTo>
                  <a:cubicBezTo>
                    <a:pt x="21651" y="-247"/>
                    <a:pt x="20690" y="173"/>
                    <a:pt x="20360" y="1022"/>
                  </a:cubicBezTo>
                  <a:cubicBezTo>
                    <a:pt x="20345" y="1059"/>
                    <a:pt x="20337" y="1097"/>
                    <a:pt x="20322" y="1134"/>
                  </a:cubicBezTo>
                  <a:cubicBezTo>
                    <a:pt x="20322" y="308"/>
                    <a:pt x="21899" y="308"/>
                    <a:pt x="22425" y="1134"/>
                  </a:cubicBezTo>
                  <a:cubicBezTo>
                    <a:pt x="22830" y="1938"/>
                    <a:pt x="22605" y="2914"/>
                    <a:pt x="21899" y="3462"/>
                  </a:cubicBezTo>
                  <a:cubicBezTo>
                    <a:pt x="21178" y="3950"/>
                    <a:pt x="20360" y="4258"/>
                    <a:pt x="19496" y="4363"/>
                  </a:cubicBezTo>
                  <a:cubicBezTo>
                    <a:pt x="16071" y="4791"/>
                    <a:pt x="12587" y="4378"/>
                    <a:pt x="9357" y="3162"/>
                  </a:cubicBezTo>
                  <a:cubicBezTo>
                    <a:pt x="8261" y="2711"/>
                    <a:pt x="7127" y="2328"/>
                    <a:pt x="5978" y="2035"/>
                  </a:cubicBezTo>
                  <a:cubicBezTo>
                    <a:pt x="4401" y="2035"/>
                    <a:pt x="1247" y="2035"/>
                    <a:pt x="270" y="3612"/>
                  </a:cubicBezTo>
                  <a:cubicBezTo>
                    <a:pt x="-706" y="5189"/>
                    <a:pt x="871" y="6615"/>
                    <a:pt x="2598" y="6390"/>
                  </a:cubicBezTo>
                  <a:lnTo>
                    <a:pt x="4852" y="5940"/>
                  </a:lnTo>
                  <a:cubicBezTo>
                    <a:pt x="7457" y="6082"/>
                    <a:pt x="10011" y="6743"/>
                    <a:pt x="12362" y="7892"/>
                  </a:cubicBezTo>
                  <a:cubicBezTo>
                    <a:pt x="13608" y="8252"/>
                    <a:pt x="14900" y="8425"/>
                    <a:pt x="16191" y="8418"/>
                  </a:cubicBezTo>
                  <a:cubicBezTo>
                    <a:pt x="18084" y="8575"/>
                    <a:pt x="19976" y="8125"/>
                    <a:pt x="21599" y="7141"/>
                  </a:cubicBezTo>
                  <a:cubicBezTo>
                    <a:pt x="23364" y="6187"/>
                    <a:pt x="24347" y="4243"/>
                    <a:pt x="24077" y="2261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4" name="Content Placeholder 4">
              <a:extLst>
                <a:ext uri="{FF2B5EF4-FFF2-40B4-BE49-F238E27FC236}">
                  <a16:creationId xmlns:a16="http://schemas.microsoft.com/office/drawing/2014/main" id="{DACDF9F6-F775-2881-5CF4-62701CE7676E}"/>
                </a:ext>
              </a:extLst>
            </p:cNvPr>
            <p:cNvSpPr/>
            <p:nvPr/>
          </p:nvSpPr>
          <p:spPr>
            <a:xfrm>
              <a:off x="5574596" y="4969137"/>
              <a:ext cx="21134" cy="10156"/>
            </a:xfrm>
            <a:custGeom>
              <a:avLst/>
              <a:gdLst>
                <a:gd name="connsiteX0" fmla="*/ 15216 w 21134"/>
                <a:gd name="connsiteY0" fmla="*/ 66 h 10156"/>
                <a:gd name="connsiteX1" fmla="*/ 6354 w 21134"/>
                <a:gd name="connsiteY1" fmla="*/ 7574 h 10156"/>
                <a:gd name="connsiteX2" fmla="*/ 3801 w 21134"/>
                <a:gd name="connsiteY2" fmla="*/ 8175 h 10156"/>
                <a:gd name="connsiteX3" fmla="*/ 2149 w 21134"/>
                <a:gd name="connsiteY3" fmla="*/ 8175 h 10156"/>
                <a:gd name="connsiteX4" fmla="*/ 1022 w 21134"/>
                <a:gd name="connsiteY4" fmla="*/ 7049 h 10156"/>
                <a:gd name="connsiteX5" fmla="*/ 2599 w 21134"/>
                <a:gd name="connsiteY5" fmla="*/ 5246 h 10156"/>
                <a:gd name="connsiteX6" fmla="*/ 91 w 21134"/>
                <a:gd name="connsiteY6" fmla="*/ 6395 h 10156"/>
                <a:gd name="connsiteX7" fmla="*/ -29 w 21134"/>
                <a:gd name="connsiteY7" fmla="*/ 6974 h 10156"/>
                <a:gd name="connsiteX8" fmla="*/ 2074 w 21134"/>
                <a:gd name="connsiteY8" fmla="*/ 9677 h 10156"/>
                <a:gd name="connsiteX9" fmla="*/ 5678 w 21134"/>
                <a:gd name="connsiteY9" fmla="*/ 10052 h 10156"/>
                <a:gd name="connsiteX10" fmla="*/ 9208 w 21134"/>
                <a:gd name="connsiteY10" fmla="*/ 9226 h 10156"/>
                <a:gd name="connsiteX11" fmla="*/ 12287 w 21134"/>
                <a:gd name="connsiteY11" fmla="*/ 6148 h 10156"/>
                <a:gd name="connsiteX12" fmla="*/ 16868 w 21134"/>
                <a:gd name="connsiteY12" fmla="*/ 4721 h 10156"/>
                <a:gd name="connsiteX13" fmla="*/ 20773 w 21134"/>
                <a:gd name="connsiteY13" fmla="*/ 4721 h 10156"/>
                <a:gd name="connsiteX14" fmla="*/ 15216 w 21134"/>
                <a:gd name="connsiteY14" fmla="*/ 66 h 10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1134" h="10156">
                  <a:moveTo>
                    <a:pt x="15216" y="66"/>
                  </a:moveTo>
                  <a:cubicBezTo>
                    <a:pt x="11536" y="1042"/>
                    <a:pt x="9884" y="5772"/>
                    <a:pt x="6354" y="7574"/>
                  </a:cubicBezTo>
                  <a:cubicBezTo>
                    <a:pt x="5543" y="7920"/>
                    <a:pt x="4679" y="8123"/>
                    <a:pt x="3801" y="8175"/>
                  </a:cubicBezTo>
                  <a:cubicBezTo>
                    <a:pt x="3252" y="8250"/>
                    <a:pt x="2697" y="8250"/>
                    <a:pt x="2149" y="8175"/>
                  </a:cubicBezTo>
                  <a:cubicBezTo>
                    <a:pt x="1578" y="8062"/>
                    <a:pt x="1135" y="7619"/>
                    <a:pt x="1022" y="7049"/>
                  </a:cubicBezTo>
                  <a:cubicBezTo>
                    <a:pt x="1022" y="6222"/>
                    <a:pt x="1773" y="5547"/>
                    <a:pt x="2599" y="5246"/>
                  </a:cubicBezTo>
                  <a:cubicBezTo>
                    <a:pt x="1585" y="4871"/>
                    <a:pt x="466" y="5389"/>
                    <a:pt x="91" y="6395"/>
                  </a:cubicBezTo>
                  <a:cubicBezTo>
                    <a:pt x="23" y="6583"/>
                    <a:pt x="-22" y="6778"/>
                    <a:pt x="-29" y="6974"/>
                  </a:cubicBezTo>
                  <a:cubicBezTo>
                    <a:pt x="38" y="8227"/>
                    <a:pt x="879" y="9301"/>
                    <a:pt x="2074" y="9677"/>
                  </a:cubicBezTo>
                  <a:cubicBezTo>
                    <a:pt x="3222" y="10097"/>
                    <a:pt x="4462" y="10225"/>
                    <a:pt x="5678" y="10052"/>
                  </a:cubicBezTo>
                  <a:cubicBezTo>
                    <a:pt x="6902" y="10045"/>
                    <a:pt x="8111" y="9767"/>
                    <a:pt x="9208" y="9226"/>
                  </a:cubicBezTo>
                  <a:cubicBezTo>
                    <a:pt x="10410" y="8475"/>
                    <a:pt x="11161" y="7123"/>
                    <a:pt x="12287" y="6148"/>
                  </a:cubicBezTo>
                  <a:cubicBezTo>
                    <a:pt x="13564" y="5089"/>
                    <a:pt x="15216" y="4578"/>
                    <a:pt x="16868" y="4721"/>
                  </a:cubicBezTo>
                  <a:cubicBezTo>
                    <a:pt x="18145" y="4721"/>
                    <a:pt x="19947" y="5847"/>
                    <a:pt x="20773" y="4721"/>
                  </a:cubicBezTo>
                  <a:cubicBezTo>
                    <a:pt x="22501" y="1192"/>
                    <a:pt x="17018" y="-460"/>
                    <a:pt x="15216" y="66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5" name="Content Placeholder 4">
              <a:extLst>
                <a:ext uri="{FF2B5EF4-FFF2-40B4-BE49-F238E27FC236}">
                  <a16:creationId xmlns:a16="http://schemas.microsoft.com/office/drawing/2014/main" id="{D6015616-1AE1-E745-EDFE-82864A27558C}"/>
                </a:ext>
              </a:extLst>
            </p:cNvPr>
            <p:cNvSpPr/>
            <p:nvPr/>
          </p:nvSpPr>
          <p:spPr>
            <a:xfrm>
              <a:off x="5541509" y="5098936"/>
              <a:ext cx="102441" cy="133625"/>
            </a:xfrm>
            <a:custGeom>
              <a:avLst/>
              <a:gdLst>
                <a:gd name="connsiteX0" fmla="*/ 89 w 102441"/>
                <a:gd name="connsiteY0" fmla="*/ 26743 h 133625"/>
                <a:gd name="connsiteX1" fmla="*/ 14531 w 102441"/>
                <a:gd name="connsiteY1" fmla="*/ 8378 h 133625"/>
                <a:gd name="connsiteX2" fmla="*/ 15935 w 102441"/>
                <a:gd name="connsiteY2" fmla="*/ 8272 h 133625"/>
                <a:gd name="connsiteX3" fmla="*/ 87055 w 102441"/>
                <a:gd name="connsiteY3" fmla="*/ 764 h 133625"/>
                <a:gd name="connsiteX4" fmla="*/ 93138 w 102441"/>
                <a:gd name="connsiteY4" fmla="*/ 2566 h 133625"/>
                <a:gd name="connsiteX5" fmla="*/ 96292 w 102441"/>
                <a:gd name="connsiteY5" fmla="*/ 7297 h 133625"/>
                <a:gd name="connsiteX6" fmla="*/ 100573 w 102441"/>
                <a:gd name="connsiteY6" fmla="*/ 30347 h 133625"/>
                <a:gd name="connsiteX7" fmla="*/ 101699 w 102441"/>
                <a:gd name="connsiteY7" fmla="*/ 107985 h 133625"/>
                <a:gd name="connsiteX8" fmla="*/ 98996 w 102441"/>
                <a:gd name="connsiteY8" fmla="*/ 118872 h 133625"/>
                <a:gd name="connsiteX9" fmla="*/ 90659 w 102441"/>
                <a:gd name="connsiteY9" fmla="*/ 124428 h 133625"/>
                <a:gd name="connsiteX10" fmla="*/ 26749 w 102441"/>
                <a:gd name="connsiteY10" fmla="*/ 132463 h 133625"/>
                <a:gd name="connsiteX11" fmla="*/ 4219 w 102441"/>
                <a:gd name="connsiteY11" fmla="*/ 119698 h 133625"/>
                <a:gd name="connsiteX12" fmla="*/ 3694 w 102441"/>
                <a:gd name="connsiteY12" fmla="*/ 100702 h 133625"/>
                <a:gd name="connsiteX13" fmla="*/ 89 w 102441"/>
                <a:gd name="connsiteY13" fmla="*/ 26743 h 133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2441" h="133625">
                  <a:moveTo>
                    <a:pt x="89" y="26743"/>
                  </a:moveTo>
                  <a:cubicBezTo>
                    <a:pt x="-993" y="17688"/>
                    <a:pt x="5474" y="9466"/>
                    <a:pt x="14531" y="8378"/>
                  </a:cubicBezTo>
                  <a:cubicBezTo>
                    <a:pt x="14996" y="8325"/>
                    <a:pt x="15469" y="8288"/>
                    <a:pt x="15935" y="8272"/>
                  </a:cubicBezTo>
                  <a:cubicBezTo>
                    <a:pt x="38908" y="1065"/>
                    <a:pt x="63083" y="-1488"/>
                    <a:pt x="87055" y="764"/>
                  </a:cubicBezTo>
                  <a:cubicBezTo>
                    <a:pt x="89218" y="749"/>
                    <a:pt x="91335" y="1373"/>
                    <a:pt x="93138" y="2566"/>
                  </a:cubicBezTo>
                  <a:cubicBezTo>
                    <a:pt x="94610" y="3820"/>
                    <a:pt x="95699" y="5457"/>
                    <a:pt x="96292" y="7297"/>
                  </a:cubicBezTo>
                  <a:cubicBezTo>
                    <a:pt x="98845" y="14730"/>
                    <a:pt x="100287" y="22494"/>
                    <a:pt x="100573" y="30347"/>
                  </a:cubicBezTo>
                  <a:cubicBezTo>
                    <a:pt x="102563" y="56176"/>
                    <a:pt x="102938" y="82111"/>
                    <a:pt x="101699" y="107985"/>
                  </a:cubicBezTo>
                  <a:cubicBezTo>
                    <a:pt x="101894" y="111799"/>
                    <a:pt x="100956" y="115591"/>
                    <a:pt x="98996" y="118872"/>
                  </a:cubicBezTo>
                  <a:cubicBezTo>
                    <a:pt x="96810" y="121485"/>
                    <a:pt x="93911" y="123415"/>
                    <a:pt x="90659" y="124428"/>
                  </a:cubicBezTo>
                  <a:cubicBezTo>
                    <a:pt x="70420" y="132620"/>
                    <a:pt x="48393" y="135391"/>
                    <a:pt x="26749" y="132463"/>
                  </a:cubicBezTo>
                  <a:cubicBezTo>
                    <a:pt x="17557" y="132312"/>
                    <a:pt x="9071" y="127507"/>
                    <a:pt x="4219" y="119698"/>
                  </a:cubicBezTo>
                  <a:cubicBezTo>
                    <a:pt x="2620" y="113488"/>
                    <a:pt x="2439" y="106994"/>
                    <a:pt x="3694" y="100702"/>
                  </a:cubicBezTo>
                  <a:cubicBezTo>
                    <a:pt x="3769" y="76224"/>
                    <a:pt x="-437" y="51521"/>
                    <a:pt x="89" y="26743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6" name="Content Placeholder 4">
              <a:extLst>
                <a:ext uri="{FF2B5EF4-FFF2-40B4-BE49-F238E27FC236}">
                  <a16:creationId xmlns:a16="http://schemas.microsoft.com/office/drawing/2014/main" id="{772CFBD2-6DDA-11BC-3621-77387EDFF143}"/>
                </a:ext>
              </a:extLst>
            </p:cNvPr>
            <p:cNvSpPr/>
            <p:nvPr/>
          </p:nvSpPr>
          <p:spPr>
            <a:xfrm>
              <a:off x="5585260" y="5154979"/>
              <a:ext cx="21815" cy="28554"/>
            </a:xfrm>
            <a:custGeom>
              <a:avLst/>
              <a:gdLst>
                <a:gd name="connsiteX0" fmla="*/ 21449 w 21815"/>
                <a:gd name="connsiteY0" fmla="*/ 21983 h 28554"/>
                <a:gd name="connsiteX1" fmla="*/ 11311 w 21815"/>
                <a:gd name="connsiteY1" fmla="*/ 960 h 28554"/>
                <a:gd name="connsiteX2" fmla="*/ 9651 w 21815"/>
                <a:gd name="connsiteY2" fmla="*/ 21 h 28554"/>
                <a:gd name="connsiteX3" fmla="*/ 9058 w 21815"/>
                <a:gd name="connsiteY3" fmla="*/ 359 h 28554"/>
                <a:gd name="connsiteX4" fmla="*/ 4252 w 21815"/>
                <a:gd name="connsiteY4" fmla="*/ 9895 h 28554"/>
                <a:gd name="connsiteX5" fmla="*/ -29 w 21815"/>
                <a:gd name="connsiteY5" fmla="*/ 24912 h 28554"/>
                <a:gd name="connsiteX6" fmla="*/ -29 w 21815"/>
                <a:gd name="connsiteY6" fmla="*/ 25362 h 28554"/>
                <a:gd name="connsiteX7" fmla="*/ 2224 w 21815"/>
                <a:gd name="connsiteY7" fmla="*/ 28516 h 28554"/>
                <a:gd name="connsiteX8" fmla="*/ 20248 w 21815"/>
                <a:gd name="connsiteY8" fmla="*/ 24987 h 28554"/>
                <a:gd name="connsiteX9" fmla="*/ 21742 w 21815"/>
                <a:gd name="connsiteY9" fmla="*/ 22667 h 28554"/>
                <a:gd name="connsiteX10" fmla="*/ 21449 w 21815"/>
                <a:gd name="connsiteY10" fmla="*/ 21983 h 28554"/>
                <a:gd name="connsiteX11" fmla="*/ 6054 w 21815"/>
                <a:gd name="connsiteY11" fmla="*/ 14475 h 28554"/>
                <a:gd name="connsiteX12" fmla="*/ 9584 w 21815"/>
                <a:gd name="connsiteY12" fmla="*/ 4188 h 28554"/>
                <a:gd name="connsiteX13" fmla="*/ 17094 w 21815"/>
                <a:gd name="connsiteY13" fmla="*/ 21833 h 28554"/>
                <a:gd name="connsiteX14" fmla="*/ 2749 w 21815"/>
                <a:gd name="connsiteY14" fmla="*/ 23560 h 28554"/>
                <a:gd name="connsiteX15" fmla="*/ 6054 w 21815"/>
                <a:gd name="connsiteY15" fmla="*/ 14325 h 28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815" h="28554">
                  <a:moveTo>
                    <a:pt x="21449" y="21983"/>
                  </a:moveTo>
                  <a:cubicBezTo>
                    <a:pt x="17544" y="15241"/>
                    <a:pt x="14157" y="8213"/>
                    <a:pt x="11311" y="960"/>
                  </a:cubicBezTo>
                  <a:cubicBezTo>
                    <a:pt x="11108" y="239"/>
                    <a:pt x="10365" y="-182"/>
                    <a:pt x="9651" y="21"/>
                  </a:cubicBezTo>
                  <a:cubicBezTo>
                    <a:pt x="9426" y="81"/>
                    <a:pt x="9223" y="194"/>
                    <a:pt x="9058" y="359"/>
                  </a:cubicBezTo>
                  <a:cubicBezTo>
                    <a:pt x="6617" y="3040"/>
                    <a:pt x="4957" y="6336"/>
                    <a:pt x="4252" y="9895"/>
                  </a:cubicBezTo>
                  <a:cubicBezTo>
                    <a:pt x="2329" y="14745"/>
                    <a:pt x="895" y="19776"/>
                    <a:pt x="-29" y="24912"/>
                  </a:cubicBezTo>
                  <a:cubicBezTo>
                    <a:pt x="-29" y="24912"/>
                    <a:pt x="-29" y="24912"/>
                    <a:pt x="-29" y="25362"/>
                  </a:cubicBezTo>
                  <a:cubicBezTo>
                    <a:pt x="-29" y="26864"/>
                    <a:pt x="421" y="28666"/>
                    <a:pt x="2224" y="28516"/>
                  </a:cubicBezTo>
                  <a:cubicBezTo>
                    <a:pt x="8344" y="28020"/>
                    <a:pt x="14390" y="26841"/>
                    <a:pt x="20248" y="24987"/>
                  </a:cubicBezTo>
                  <a:cubicBezTo>
                    <a:pt x="21299" y="24762"/>
                    <a:pt x="21968" y="23718"/>
                    <a:pt x="21742" y="22667"/>
                  </a:cubicBezTo>
                  <a:cubicBezTo>
                    <a:pt x="21690" y="22419"/>
                    <a:pt x="21592" y="22194"/>
                    <a:pt x="21449" y="21983"/>
                  </a:cubicBezTo>
                  <a:close/>
                  <a:moveTo>
                    <a:pt x="6054" y="14475"/>
                  </a:moveTo>
                  <a:cubicBezTo>
                    <a:pt x="7030" y="10983"/>
                    <a:pt x="8209" y="7544"/>
                    <a:pt x="9584" y="4188"/>
                  </a:cubicBezTo>
                  <a:cubicBezTo>
                    <a:pt x="11837" y="10195"/>
                    <a:pt x="14465" y="15977"/>
                    <a:pt x="17094" y="21833"/>
                  </a:cubicBezTo>
                  <a:cubicBezTo>
                    <a:pt x="12415" y="23080"/>
                    <a:pt x="7586" y="23658"/>
                    <a:pt x="2749" y="23560"/>
                  </a:cubicBezTo>
                  <a:cubicBezTo>
                    <a:pt x="3666" y="20422"/>
                    <a:pt x="4770" y="17336"/>
                    <a:pt x="6054" y="14325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7" name="Content Placeholder 4">
              <a:extLst>
                <a:ext uri="{FF2B5EF4-FFF2-40B4-BE49-F238E27FC236}">
                  <a16:creationId xmlns:a16="http://schemas.microsoft.com/office/drawing/2014/main" id="{6AF4DDE4-7495-56AD-3047-57412E15AFAA}"/>
                </a:ext>
              </a:extLst>
            </p:cNvPr>
            <p:cNvSpPr/>
            <p:nvPr/>
          </p:nvSpPr>
          <p:spPr>
            <a:xfrm>
              <a:off x="5624658" y="5178332"/>
              <a:ext cx="41033" cy="34988"/>
            </a:xfrm>
            <a:custGeom>
              <a:avLst/>
              <a:gdLst>
                <a:gd name="connsiteX0" fmla="*/ 16146 w 41033"/>
                <a:gd name="connsiteY0" fmla="*/ 7865 h 34988"/>
                <a:gd name="connsiteX1" fmla="*/ 8636 w 41033"/>
                <a:gd name="connsiteY1" fmla="*/ 13346 h 34988"/>
                <a:gd name="connsiteX2" fmla="*/ 8636 w 41033"/>
                <a:gd name="connsiteY2" fmla="*/ 17026 h 34988"/>
                <a:gd name="connsiteX3" fmla="*/ 6008 w 41033"/>
                <a:gd name="connsiteY3" fmla="*/ 19203 h 34988"/>
                <a:gd name="connsiteX4" fmla="*/ 1352 w 41033"/>
                <a:gd name="connsiteY4" fmla="*/ 22732 h 34988"/>
                <a:gd name="connsiteX5" fmla="*/ 225 w 41033"/>
                <a:gd name="connsiteY5" fmla="*/ 28288 h 34988"/>
                <a:gd name="connsiteX6" fmla="*/ 1727 w 41033"/>
                <a:gd name="connsiteY6" fmla="*/ 30616 h 34988"/>
                <a:gd name="connsiteX7" fmla="*/ 15996 w 41033"/>
                <a:gd name="connsiteY7" fmla="*/ 34370 h 34988"/>
                <a:gd name="connsiteX8" fmla="*/ 24783 w 41033"/>
                <a:gd name="connsiteY8" fmla="*/ 28889 h 34988"/>
                <a:gd name="connsiteX9" fmla="*/ 37099 w 41033"/>
                <a:gd name="connsiteY9" fmla="*/ 17776 h 34988"/>
                <a:gd name="connsiteX10" fmla="*/ 41004 w 41033"/>
                <a:gd name="connsiteY10" fmla="*/ 9141 h 34988"/>
                <a:gd name="connsiteX11" fmla="*/ 32068 w 41033"/>
                <a:gd name="connsiteY11" fmla="*/ -19 h 34988"/>
                <a:gd name="connsiteX12" fmla="*/ 25008 w 41033"/>
                <a:gd name="connsiteY12" fmla="*/ 4186 h 34988"/>
                <a:gd name="connsiteX13" fmla="*/ 16146 w 41033"/>
                <a:gd name="connsiteY13" fmla="*/ 7865 h 34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033" h="34988">
                  <a:moveTo>
                    <a:pt x="16146" y="7865"/>
                  </a:moveTo>
                  <a:cubicBezTo>
                    <a:pt x="13142" y="8841"/>
                    <a:pt x="9463" y="10193"/>
                    <a:pt x="8636" y="13346"/>
                  </a:cubicBezTo>
                  <a:cubicBezTo>
                    <a:pt x="8824" y="14563"/>
                    <a:pt x="8824" y="15809"/>
                    <a:pt x="8636" y="17026"/>
                  </a:cubicBezTo>
                  <a:cubicBezTo>
                    <a:pt x="8006" y="18002"/>
                    <a:pt x="7089" y="18760"/>
                    <a:pt x="6008" y="19203"/>
                  </a:cubicBezTo>
                  <a:cubicBezTo>
                    <a:pt x="4228" y="20051"/>
                    <a:pt x="2643" y="21253"/>
                    <a:pt x="1352" y="22732"/>
                  </a:cubicBezTo>
                  <a:cubicBezTo>
                    <a:pt x="68" y="24279"/>
                    <a:pt x="-353" y="26366"/>
                    <a:pt x="225" y="28288"/>
                  </a:cubicBezTo>
                  <a:cubicBezTo>
                    <a:pt x="578" y="29152"/>
                    <a:pt x="1089" y="29940"/>
                    <a:pt x="1727" y="30616"/>
                  </a:cubicBezTo>
                  <a:cubicBezTo>
                    <a:pt x="5407" y="34438"/>
                    <a:pt x="10912" y="35879"/>
                    <a:pt x="15996" y="34370"/>
                  </a:cubicBezTo>
                  <a:cubicBezTo>
                    <a:pt x="19248" y="33116"/>
                    <a:pt x="22229" y="31254"/>
                    <a:pt x="24783" y="28889"/>
                  </a:cubicBezTo>
                  <a:cubicBezTo>
                    <a:pt x="29154" y="25487"/>
                    <a:pt x="33269" y="21779"/>
                    <a:pt x="37099" y="17776"/>
                  </a:cubicBezTo>
                  <a:cubicBezTo>
                    <a:pt x="39465" y="15509"/>
                    <a:pt x="40862" y="12415"/>
                    <a:pt x="41004" y="9141"/>
                  </a:cubicBezTo>
                  <a:cubicBezTo>
                    <a:pt x="41004" y="5538"/>
                    <a:pt x="35898" y="-319"/>
                    <a:pt x="32068" y="-19"/>
                  </a:cubicBezTo>
                  <a:cubicBezTo>
                    <a:pt x="29965" y="-19"/>
                    <a:pt x="26811" y="3135"/>
                    <a:pt x="25008" y="4186"/>
                  </a:cubicBezTo>
                  <a:cubicBezTo>
                    <a:pt x="22169" y="5673"/>
                    <a:pt x="19203" y="6904"/>
                    <a:pt x="16146" y="7865"/>
                  </a:cubicBezTo>
                  <a:close/>
                </a:path>
              </a:pathLst>
            </a:custGeom>
            <a:solidFill>
              <a:srgbClr val="C2A09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8" name="Content Placeholder 4">
              <a:extLst>
                <a:ext uri="{FF2B5EF4-FFF2-40B4-BE49-F238E27FC236}">
                  <a16:creationId xmlns:a16="http://schemas.microsoft.com/office/drawing/2014/main" id="{F79D179B-86C9-CC0A-80F8-074849DF670E}"/>
                </a:ext>
              </a:extLst>
            </p:cNvPr>
            <p:cNvSpPr/>
            <p:nvPr/>
          </p:nvSpPr>
          <p:spPr>
            <a:xfrm>
              <a:off x="5530612" y="5019744"/>
              <a:ext cx="27258" cy="50862"/>
            </a:xfrm>
            <a:custGeom>
              <a:avLst/>
              <a:gdLst>
                <a:gd name="connsiteX0" fmla="*/ 26006 w 27258"/>
                <a:gd name="connsiteY0" fmla="*/ 29499 h 50862"/>
                <a:gd name="connsiteX1" fmla="*/ 27207 w 27258"/>
                <a:gd name="connsiteY1" fmla="*/ 24318 h 50862"/>
                <a:gd name="connsiteX2" fmla="*/ 23903 w 27258"/>
                <a:gd name="connsiteY2" fmla="*/ 22291 h 50862"/>
                <a:gd name="connsiteX3" fmla="*/ 24804 w 27258"/>
                <a:gd name="connsiteY3" fmla="*/ 12230 h 50862"/>
                <a:gd name="connsiteX4" fmla="*/ 24278 w 27258"/>
                <a:gd name="connsiteY4" fmla="*/ 2394 h 50862"/>
                <a:gd name="connsiteX5" fmla="*/ 14651 w 27258"/>
                <a:gd name="connsiteY5" fmla="*/ 1582 h 50862"/>
                <a:gd name="connsiteX6" fmla="*/ 13839 w 27258"/>
                <a:gd name="connsiteY6" fmla="*/ 2394 h 50862"/>
                <a:gd name="connsiteX7" fmla="*/ 7456 w 27258"/>
                <a:gd name="connsiteY7" fmla="*/ 14107 h 50862"/>
                <a:gd name="connsiteX8" fmla="*/ 697 w 27258"/>
                <a:gd name="connsiteY8" fmla="*/ 35731 h 50862"/>
                <a:gd name="connsiteX9" fmla="*/ 96 w 27258"/>
                <a:gd name="connsiteY9" fmla="*/ 41512 h 50862"/>
                <a:gd name="connsiteX10" fmla="*/ 1899 w 27258"/>
                <a:gd name="connsiteY10" fmla="*/ 44516 h 50862"/>
                <a:gd name="connsiteX11" fmla="*/ 15792 w 27258"/>
                <a:gd name="connsiteY11" fmla="*/ 49997 h 50862"/>
                <a:gd name="connsiteX12" fmla="*/ 26006 w 27258"/>
                <a:gd name="connsiteY12" fmla="*/ 29499 h 50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58" h="50862">
                  <a:moveTo>
                    <a:pt x="26006" y="29499"/>
                  </a:moveTo>
                  <a:cubicBezTo>
                    <a:pt x="26914" y="27930"/>
                    <a:pt x="27335" y="26128"/>
                    <a:pt x="27207" y="24318"/>
                  </a:cubicBezTo>
                  <a:cubicBezTo>
                    <a:pt x="27207" y="22591"/>
                    <a:pt x="25180" y="21240"/>
                    <a:pt x="23903" y="22291"/>
                  </a:cubicBezTo>
                  <a:cubicBezTo>
                    <a:pt x="23497" y="18912"/>
                    <a:pt x="23805" y="15481"/>
                    <a:pt x="24804" y="12230"/>
                  </a:cubicBezTo>
                  <a:cubicBezTo>
                    <a:pt x="25855" y="9001"/>
                    <a:pt x="25668" y="5494"/>
                    <a:pt x="24278" y="2394"/>
                  </a:cubicBezTo>
                  <a:cubicBezTo>
                    <a:pt x="21845" y="-490"/>
                    <a:pt x="17527" y="-850"/>
                    <a:pt x="14651" y="1582"/>
                  </a:cubicBezTo>
                  <a:cubicBezTo>
                    <a:pt x="14358" y="1830"/>
                    <a:pt x="14087" y="2101"/>
                    <a:pt x="13839" y="2394"/>
                  </a:cubicBezTo>
                  <a:cubicBezTo>
                    <a:pt x="10820" y="5742"/>
                    <a:pt x="8635" y="9752"/>
                    <a:pt x="7456" y="14107"/>
                  </a:cubicBezTo>
                  <a:cubicBezTo>
                    <a:pt x="5053" y="21217"/>
                    <a:pt x="2800" y="28425"/>
                    <a:pt x="697" y="35731"/>
                  </a:cubicBezTo>
                  <a:cubicBezTo>
                    <a:pt x="14" y="37578"/>
                    <a:pt x="-189" y="39568"/>
                    <a:pt x="96" y="41512"/>
                  </a:cubicBezTo>
                  <a:cubicBezTo>
                    <a:pt x="472" y="42631"/>
                    <a:pt x="1088" y="43660"/>
                    <a:pt x="1899" y="44516"/>
                  </a:cubicBezTo>
                  <a:cubicBezTo>
                    <a:pt x="4677" y="47744"/>
                    <a:pt x="11511" y="52850"/>
                    <a:pt x="15792" y="49997"/>
                  </a:cubicBezTo>
                  <a:cubicBezTo>
                    <a:pt x="20073" y="47144"/>
                    <a:pt x="23678" y="34454"/>
                    <a:pt x="26006" y="29499"/>
                  </a:cubicBezTo>
                  <a:close/>
                </a:path>
              </a:pathLst>
            </a:custGeom>
            <a:solidFill>
              <a:srgbClr val="C2A09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9" name="Content Placeholder 4">
              <a:extLst>
                <a:ext uri="{FF2B5EF4-FFF2-40B4-BE49-F238E27FC236}">
                  <a16:creationId xmlns:a16="http://schemas.microsoft.com/office/drawing/2014/main" id="{C6DCF4E9-B649-E062-524F-62F6BC054F1C}"/>
                </a:ext>
              </a:extLst>
            </p:cNvPr>
            <p:cNvSpPr/>
            <p:nvPr/>
          </p:nvSpPr>
          <p:spPr>
            <a:xfrm>
              <a:off x="5492935" y="5058210"/>
              <a:ext cx="54624" cy="133790"/>
            </a:xfrm>
            <a:custGeom>
              <a:avLst/>
              <a:gdLst>
                <a:gd name="connsiteX0" fmla="*/ 49939 w 54624"/>
                <a:gd name="connsiteY0" fmla="*/ 7402 h 133790"/>
                <a:gd name="connsiteX1" fmla="*/ 53544 w 54624"/>
                <a:gd name="connsiteY1" fmla="*/ 11231 h 133790"/>
                <a:gd name="connsiteX2" fmla="*/ 54070 w 54624"/>
                <a:gd name="connsiteY2" fmla="*/ 20241 h 133790"/>
                <a:gd name="connsiteX3" fmla="*/ 31540 w 54624"/>
                <a:gd name="connsiteY3" fmla="*/ 122206 h 133790"/>
                <a:gd name="connsiteX4" fmla="*/ 18480 w 54624"/>
                <a:gd name="connsiteY4" fmla="*/ 133732 h 133790"/>
                <a:gd name="connsiteX5" fmla="*/ 17421 w 54624"/>
                <a:gd name="connsiteY5" fmla="*/ 133619 h 133790"/>
                <a:gd name="connsiteX6" fmla="*/ 7132 w 54624"/>
                <a:gd name="connsiteY6" fmla="*/ 132117 h 133790"/>
                <a:gd name="connsiteX7" fmla="*/ -2 w 54624"/>
                <a:gd name="connsiteY7" fmla="*/ 120254 h 133790"/>
                <a:gd name="connsiteX8" fmla="*/ 1950 w 54624"/>
                <a:gd name="connsiteY8" fmla="*/ 105988 h 133790"/>
                <a:gd name="connsiteX9" fmla="*/ 7433 w 54624"/>
                <a:gd name="connsiteY9" fmla="*/ 83463 h 133790"/>
                <a:gd name="connsiteX10" fmla="*/ 16520 w 54624"/>
                <a:gd name="connsiteY10" fmla="*/ 46821 h 133790"/>
                <a:gd name="connsiteX11" fmla="*/ 26808 w 54624"/>
                <a:gd name="connsiteY11" fmla="*/ 12508 h 133790"/>
                <a:gd name="connsiteX12" fmla="*/ 34318 w 54624"/>
                <a:gd name="connsiteY12" fmla="*/ 119 h 133790"/>
                <a:gd name="connsiteX13" fmla="*/ 49939 w 54624"/>
                <a:gd name="connsiteY13" fmla="*/ 7402 h 13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624" h="133790">
                  <a:moveTo>
                    <a:pt x="49939" y="7402"/>
                  </a:moveTo>
                  <a:cubicBezTo>
                    <a:pt x="51366" y="8445"/>
                    <a:pt x="52583" y="9745"/>
                    <a:pt x="53544" y="11231"/>
                  </a:cubicBezTo>
                  <a:cubicBezTo>
                    <a:pt x="54738" y="14092"/>
                    <a:pt x="54918" y="17268"/>
                    <a:pt x="54070" y="20241"/>
                  </a:cubicBezTo>
                  <a:cubicBezTo>
                    <a:pt x="48287" y="54555"/>
                    <a:pt x="40852" y="88643"/>
                    <a:pt x="31540" y="122206"/>
                  </a:cubicBezTo>
                  <a:cubicBezTo>
                    <a:pt x="31119" y="128994"/>
                    <a:pt x="25269" y="134152"/>
                    <a:pt x="18480" y="133732"/>
                  </a:cubicBezTo>
                  <a:cubicBezTo>
                    <a:pt x="18127" y="133709"/>
                    <a:pt x="17774" y="133672"/>
                    <a:pt x="17421" y="133619"/>
                  </a:cubicBezTo>
                  <a:cubicBezTo>
                    <a:pt x="13921" y="134040"/>
                    <a:pt x="10369" y="133521"/>
                    <a:pt x="7132" y="132117"/>
                  </a:cubicBezTo>
                  <a:cubicBezTo>
                    <a:pt x="2964" y="129557"/>
                    <a:pt x="306" y="125134"/>
                    <a:pt x="-2" y="120254"/>
                  </a:cubicBezTo>
                  <a:cubicBezTo>
                    <a:pt x="-175" y="115418"/>
                    <a:pt x="486" y="110598"/>
                    <a:pt x="1950" y="105988"/>
                  </a:cubicBezTo>
                  <a:cubicBezTo>
                    <a:pt x="3753" y="98479"/>
                    <a:pt x="5630" y="90971"/>
                    <a:pt x="7433" y="83463"/>
                  </a:cubicBezTo>
                  <a:cubicBezTo>
                    <a:pt x="10489" y="71299"/>
                    <a:pt x="13516" y="59082"/>
                    <a:pt x="16520" y="46821"/>
                  </a:cubicBezTo>
                  <a:cubicBezTo>
                    <a:pt x="19163" y="35161"/>
                    <a:pt x="22595" y="23695"/>
                    <a:pt x="26808" y="12508"/>
                  </a:cubicBezTo>
                  <a:cubicBezTo>
                    <a:pt x="28461" y="8378"/>
                    <a:pt x="30188" y="1245"/>
                    <a:pt x="34318" y="119"/>
                  </a:cubicBezTo>
                  <a:cubicBezTo>
                    <a:pt x="38449" y="-1008"/>
                    <a:pt x="46334" y="4549"/>
                    <a:pt x="49939" y="7402"/>
                  </a:cubicBezTo>
                  <a:close/>
                </a:path>
              </a:pathLst>
            </a:custGeom>
            <a:solidFill>
              <a:srgbClr val="91A1A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0" name="Content Placeholder 4">
              <a:extLst>
                <a:ext uri="{FF2B5EF4-FFF2-40B4-BE49-F238E27FC236}">
                  <a16:creationId xmlns:a16="http://schemas.microsoft.com/office/drawing/2014/main" id="{BA477B61-F96F-B64B-95FA-88F04E551C06}"/>
                </a:ext>
              </a:extLst>
            </p:cNvPr>
            <p:cNvSpPr/>
            <p:nvPr/>
          </p:nvSpPr>
          <p:spPr>
            <a:xfrm>
              <a:off x="5624213" y="5011054"/>
              <a:ext cx="82157" cy="178015"/>
            </a:xfrm>
            <a:custGeom>
              <a:avLst/>
              <a:gdLst>
                <a:gd name="connsiteX0" fmla="*/ 27331 w 82157"/>
                <a:gd name="connsiteY0" fmla="*/ 1923 h 178015"/>
                <a:gd name="connsiteX1" fmla="*/ 31386 w 82157"/>
                <a:gd name="connsiteY1" fmla="*/ 7554 h 178015"/>
                <a:gd name="connsiteX2" fmla="*/ 77273 w 82157"/>
                <a:gd name="connsiteY2" fmla="*/ 99834 h 178015"/>
                <a:gd name="connsiteX3" fmla="*/ 79225 w 82157"/>
                <a:gd name="connsiteY3" fmla="*/ 129867 h 178015"/>
                <a:gd name="connsiteX4" fmla="*/ 71715 w 82157"/>
                <a:gd name="connsiteY4" fmla="*/ 150741 h 178015"/>
                <a:gd name="connsiteX5" fmla="*/ 67509 w 82157"/>
                <a:gd name="connsiteY5" fmla="*/ 160802 h 178015"/>
                <a:gd name="connsiteX6" fmla="*/ 45580 w 82157"/>
                <a:gd name="connsiteY6" fmla="*/ 176645 h 178015"/>
                <a:gd name="connsiteX7" fmla="*/ 34315 w 82157"/>
                <a:gd name="connsiteY7" fmla="*/ 177396 h 178015"/>
                <a:gd name="connsiteX8" fmla="*/ 29209 w 82157"/>
                <a:gd name="connsiteY8" fmla="*/ 168461 h 178015"/>
                <a:gd name="connsiteX9" fmla="*/ 32137 w 82157"/>
                <a:gd name="connsiteY9" fmla="*/ 164556 h 178015"/>
                <a:gd name="connsiteX10" fmla="*/ 50312 w 82157"/>
                <a:gd name="connsiteY10" fmla="*/ 130844 h 178015"/>
                <a:gd name="connsiteX11" fmla="*/ 37169 w 82157"/>
                <a:gd name="connsiteY11" fmla="*/ 89171 h 178015"/>
                <a:gd name="connsiteX12" fmla="*/ 6679 w 82157"/>
                <a:gd name="connsiteY12" fmla="*/ 33534 h 178015"/>
                <a:gd name="connsiteX13" fmla="*/ 2999 w 82157"/>
                <a:gd name="connsiteY13" fmla="*/ 6503 h 178015"/>
                <a:gd name="connsiteX14" fmla="*/ 27331 w 82157"/>
                <a:gd name="connsiteY14" fmla="*/ 1923 h 178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2157" h="178015">
                  <a:moveTo>
                    <a:pt x="27331" y="1923"/>
                  </a:moveTo>
                  <a:cubicBezTo>
                    <a:pt x="29021" y="3538"/>
                    <a:pt x="30395" y="5445"/>
                    <a:pt x="31386" y="7554"/>
                  </a:cubicBezTo>
                  <a:cubicBezTo>
                    <a:pt x="47233" y="38039"/>
                    <a:pt x="63079" y="68523"/>
                    <a:pt x="77273" y="99834"/>
                  </a:cubicBezTo>
                  <a:cubicBezTo>
                    <a:pt x="82965" y="108866"/>
                    <a:pt x="83701" y="120174"/>
                    <a:pt x="79225" y="129867"/>
                  </a:cubicBezTo>
                  <a:lnTo>
                    <a:pt x="71715" y="150741"/>
                  </a:lnTo>
                  <a:cubicBezTo>
                    <a:pt x="70626" y="154217"/>
                    <a:pt x="69214" y="157581"/>
                    <a:pt x="67509" y="160802"/>
                  </a:cubicBezTo>
                  <a:cubicBezTo>
                    <a:pt x="62343" y="168551"/>
                    <a:pt x="54562" y="174175"/>
                    <a:pt x="45580" y="176645"/>
                  </a:cubicBezTo>
                  <a:cubicBezTo>
                    <a:pt x="42006" y="178124"/>
                    <a:pt x="38048" y="178387"/>
                    <a:pt x="34315" y="177396"/>
                  </a:cubicBezTo>
                  <a:cubicBezTo>
                    <a:pt x="30515" y="176232"/>
                    <a:pt x="28277" y="172320"/>
                    <a:pt x="29209" y="168461"/>
                  </a:cubicBezTo>
                  <a:cubicBezTo>
                    <a:pt x="29885" y="166959"/>
                    <a:pt x="30883" y="165622"/>
                    <a:pt x="32137" y="164556"/>
                  </a:cubicBezTo>
                  <a:cubicBezTo>
                    <a:pt x="41885" y="155734"/>
                    <a:pt x="48299" y="143833"/>
                    <a:pt x="50312" y="130844"/>
                  </a:cubicBezTo>
                  <a:cubicBezTo>
                    <a:pt x="51588" y="115827"/>
                    <a:pt x="44304" y="102161"/>
                    <a:pt x="37169" y="89171"/>
                  </a:cubicBezTo>
                  <a:cubicBezTo>
                    <a:pt x="27158" y="70603"/>
                    <a:pt x="16990" y="52057"/>
                    <a:pt x="6679" y="33534"/>
                  </a:cubicBezTo>
                  <a:cubicBezTo>
                    <a:pt x="2773" y="26025"/>
                    <a:pt x="-3986" y="13787"/>
                    <a:pt x="2999" y="6503"/>
                  </a:cubicBezTo>
                  <a:cubicBezTo>
                    <a:pt x="7955" y="1623"/>
                    <a:pt x="21774" y="-2657"/>
                    <a:pt x="27331" y="1923"/>
                  </a:cubicBezTo>
                  <a:close/>
                </a:path>
              </a:pathLst>
            </a:custGeom>
            <a:solidFill>
              <a:srgbClr val="91A1A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1" name="Content Placeholder 4">
              <a:extLst>
                <a:ext uri="{FF2B5EF4-FFF2-40B4-BE49-F238E27FC236}">
                  <a16:creationId xmlns:a16="http://schemas.microsoft.com/office/drawing/2014/main" id="{C902A656-9A91-9385-4BBC-074D464FD24C}"/>
                </a:ext>
              </a:extLst>
            </p:cNvPr>
            <p:cNvSpPr/>
            <p:nvPr/>
          </p:nvSpPr>
          <p:spPr>
            <a:xfrm>
              <a:off x="5534896" y="5676036"/>
              <a:ext cx="62823" cy="29623"/>
            </a:xfrm>
            <a:custGeom>
              <a:avLst/>
              <a:gdLst>
                <a:gd name="connsiteX0" fmla="*/ 33738 w 62823"/>
                <a:gd name="connsiteY0" fmla="*/ 1665 h 29623"/>
                <a:gd name="connsiteX1" fmla="*/ 29908 w 62823"/>
                <a:gd name="connsiteY1" fmla="*/ 11276 h 29623"/>
                <a:gd name="connsiteX2" fmla="*/ 26528 w 62823"/>
                <a:gd name="connsiteY2" fmla="*/ 12702 h 29623"/>
                <a:gd name="connsiteX3" fmla="*/ 12860 w 62823"/>
                <a:gd name="connsiteY3" fmla="*/ 15030 h 29623"/>
                <a:gd name="connsiteX4" fmla="*/ 919 w 62823"/>
                <a:gd name="connsiteY4" fmla="*/ 19986 h 29623"/>
                <a:gd name="connsiteX5" fmla="*/ 243 w 62823"/>
                <a:gd name="connsiteY5" fmla="*/ 27494 h 29623"/>
                <a:gd name="connsiteX6" fmla="*/ 2038 w 62823"/>
                <a:gd name="connsiteY6" fmla="*/ 29589 h 29623"/>
                <a:gd name="connsiteX7" fmla="*/ 2721 w 62823"/>
                <a:gd name="connsiteY7" fmla="*/ 29521 h 29623"/>
                <a:gd name="connsiteX8" fmla="*/ 59572 w 62823"/>
                <a:gd name="connsiteY8" fmla="*/ 26743 h 29623"/>
                <a:gd name="connsiteX9" fmla="*/ 61975 w 62823"/>
                <a:gd name="connsiteY9" fmla="*/ 25842 h 29623"/>
                <a:gd name="connsiteX10" fmla="*/ 62576 w 62823"/>
                <a:gd name="connsiteY10" fmla="*/ 23815 h 29623"/>
                <a:gd name="connsiteX11" fmla="*/ 59197 w 62823"/>
                <a:gd name="connsiteY11" fmla="*/ 313 h 29623"/>
                <a:gd name="connsiteX12" fmla="*/ 46880 w 62823"/>
                <a:gd name="connsiteY12" fmla="*/ 1590 h 29623"/>
                <a:gd name="connsiteX13" fmla="*/ 33738 w 62823"/>
                <a:gd name="connsiteY13" fmla="*/ 1665 h 29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2823" h="29623">
                  <a:moveTo>
                    <a:pt x="33738" y="1665"/>
                  </a:moveTo>
                  <a:cubicBezTo>
                    <a:pt x="31635" y="4443"/>
                    <a:pt x="32611" y="9173"/>
                    <a:pt x="29908" y="11276"/>
                  </a:cubicBezTo>
                  <a:cubicBezTo>
                    <a:pt x="28916" y="12027"/>
                    <a:pt x="27752" y="12515"/>
                    <a:pt x="26528" y="12702"/>
                  </a:cubicBezTo>
                  <a:cubicBezTo>
                    <a:pt x="22045" y="13851"/>
                    <a:pt x="17471" y="14625"/>
                    <a:pt x="12860" y="15030"/>
                  </a:cubicBezTo>
                  <a:cubicBezTo>
                    <a:pt x="8354" y="15480"/>
                    <a:pt x="3022" y="16006"/>
                    <a:pt x="919" y="19986"/>
                  </a:cubicBezTo>
                  <a:cubicBezTo>
                    <a:pt x="-42" y="22365"/>
                    <a:pt x="-282" y="24979"/>
                    <a:pt x="243" y="27494"/>
                  </a:cubicBezTo>
                  <a:cubicBezTo>
                    <a:pt x="161" y="28568"/>
                    <a:pt x="964" y="29506"/>
                    <a:pt x="2038" y="29589"/>
                  </a:cubicBezTo>
                  <a:cubicBezTo>
                    <a:pt x="2271" y="29604"/>
                    <a:pt x="2504" y="29581"/>
                    <a:pt x="2721" y="29521"/>
                  </a:cubicBezTo>
                  <a:cubicBezTo>
                    <a:pt x="21707" y="29686"/>
                    <a:pt x="40692" y="28755"/>
                    <a:pt x="59572" y="26743"/>
                  </a:cubicBezTo>
                  <a:cubicBezTo>
                    <a:pt x="60466" y="26780"/>
                    <a:pt x="61329" y="26458"/>
                    <a:pt x="61975" y="25842"/>
                  </a:cubicBezTo>
                  <a:cubicBezTo>
                    <a:pt x="62373" y="25242"/>
                    <a:pt x="62584" y="24535"/>
                    <a:pt x="62576" y="23815"/>
                  </a:cubicBezTo>
                  <a:cubicBezTo>
                    <a:pt x="62576" y="19159"/>
                    <a:pt x="64078" y="2716"/>
                    <a:pt x="59197" y="313"/>
                  </a:cubicBezTo>
                  <a:cubicBezTo>
                    <a:pt x="56718" y="-888"/>
                    <a:pt x="49659" y="1439"/>
                    <a:pt x="46880" y="1590"/>
                  </a:cubicBezTo>
                  <a:cubicBezTo>
                    <a:pt x="42502" y="1274"/>
                    <a:pt x="38109" y="1297"/>
                    <a:pt x="33738" y="1665"/>
                  </a:cubicBezTo>
                  <a:close/>
                </a:path>
              </a:pathLst>
            </a:custGeom>
            <a:solidFill>
              <a:srgbClr val="3D3D3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2" name="Content Placeholder 4">
              <a:extLst>
                <a:ext uri="{FF2B5EF4-FFF2-40B4-BE49-F238E27FC236}">
                  <a16:creationId xmlns:a16="http://schemas.microsoft.com/office/drawing/2014/main" id="{FD4D6F4C-8858-0870-8710-7F338FEBDCFB}"/>
                </a:ext>
              </a:extLst>
            </p:cNvPr>
            <p:cNvSpPr/>
            <p:nvPr/>
          </p:nvSpPr>
          <p:spPr>
            <a:xfrm>
              <a:off x="5611606" y="5672922"/>
              <a:ext cx="60505" cy="29327"/>
            </a:xfrm>
            <a:custGeom>
              <a:avLst/>
              <a:gdLst>
                <a:gd name="connsiteX0" fmla="*/ 29499 w 60505"/>
                <a:gd name="connsiteY0" fmla="*/ 1250 h 29327"/>
                <a:gd name="connsiteX1" fmla="*/ 31226 w 60505"/>
                <a:gd name="connsiteY1" fmla="*/ 11161 h 29327"/>
                <a:gd name="connsiteX2" fmla="*/ 39712 w 60505"/>
                <a:gd name="connsiteY2" fmla="*/ 14089 h 29327"/>
                <a:gd name="connsiteX3" fmla="*/ 54732 w 60505"/>
                <a:gd name="connsiteY3" fmla="*/ 15741 h 29327"/>
                <a:gd name="connsiteX4" fmla="*/ 59088 w 60505"/>
                <a:gd name="connsiteY4" fmla="*/ 19570 h 29327"/>
                <a:gd name="connsiteX5" fmla="*/ 60365 w 60505"/>
                <a:gd name="connsiteY5" fmla="*/ 26704 h 29327"/>
                <a:gd name="connsiteX6" fmla="*/ 59989 w 60505"/>
                <a:gd name="connsiteY6" fmla="*/ 28806 h 29327"/>
                <a:gd name="connsiteX7" fmla="*/ 58187 w 60505"/>
                <a:gd name="connsiteY7" fmla="*/ 29257 h 29327"/>
                <a:gd name="connsiteX8" fmla="*/ 16732 w 60505"/>
                <a:gd name="connsiteY8" fmla="*/ 29257 h 29327"/>
                <a:gd name="connsiteX9" fmla="*/ 3364 w 60505"/>
                <a:gd name="connsiteY9" fmla="*/ 28656 h 29327"/>
                <a:gd name="connsiteX10" fmla="*/ 1787 w 60505"/>
                <a:gd name="connsiteY10" fmla="*/ 28055 h 29327"/>
                <a:gd name="connsiteX11" fmla="*/ 1186 w 60505"/>
                <a:gd name="connsiteY11" fmla="*/ 26253 h 29327"/>
                <a:gd name="connsiteX12" fmla="*/ 2463 w 60505"/>
                <a:gd name="connsiteY12" fmla="*/ 1700 h 29327"/>
                <a:gd name="connsiteX13" fmla="*/ 13578 w 60505"/>
                <a:gd name="connsiteY13" fmla="*/ 274 h 29327"/>
                <a:gd name="connsiteX14" fmla="*/ 29499 w 60505"/>
                <a:gd name="connsiteY14" fmla="*/ 1250 h 29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505" h="29327">
                  <a:moveTo>
                    <a:pt x="29499" y="1250"/>
                  </a:moveTo>
                  <a:cubicBezTo>
                    <a:pt x="30850" y="4404"/>
                    <a:pt x="29499" y="8758"/>
                    <a:pt x="31226" y="11161"/>
                  </a:cubicBezTo>
                  <a:cubicBezTo>
                    <a:pt x="33471" y="13353"/>
                    <a:pt x="36588" y="14427"/>
                    <a:pt x="39712" y="14089"/>
                  </a:cubicBezTo>
                  <a:cubicBezTo>
                    <a:pt x="44751" y="14240"/>
                    <a:pt x="49776" y="14788"/>
                    <a:pt x="54732" y="15741"/>
                  </a:cubicBezTo>
                  <a:cubicBezTo>
                    <a:pt x="56963" y="15689"/>
                    <a:pt x="58855" y="17356"/>
                    <a:pt x="59088" y="19570"/>
                  </a:cubicBezTo>
                  <a:cubicBezTo>
                    <a:pt x="59704" y="21913"/>
                    <a:pt x="60132" y="24293"/>
                    <a:pt x="60365" y="26704"/>
                  </a:cubicBezTo>
                  <a:cubicBezTo>
                    <a:pt x="60597" y="27424"/>
                    <a:pt x="60462" y="28213"/>
                    <a:pt x="59989" y="28806"/>
                  </a:cubicBezTo>
                  <a:cubicBezTo>
                    <a:pt x="59471" y="29189"/>
                    <a:pt x="58825" y="29354"/>
                    <a:pt x="58187" y="29257"/>
                  </a:cubicBezTo>
                  <a:lnTo>
                    <a:pt x="16732" y="29257"/>
                  </a:lnTo>
                  <a:cubicBezTo>
                    <a:pt x="12263" y="29392"/>
                    <a:pt x="7795" y="29197"/>
                    <a:pt x="3364" y="28656"/>
                  </a:cubicBezTo>
                  <a:cubicBezTo>
                    <a:pt x="2786" y="28641"/>
                    <a:pt x="2230" y="28430"/>
                    <a:pt x="1787" y="28055"/>
                  </a:cubicBezTo>
                  <a:cubicBezTo>
                    <a:pt x="1359" y="27560"/>
                    <a:pt x="1141" y="26906"/>
                    <a:pt x="1186" y="26253"/>
                  </a:cubicBezTo>
                  <a:cubicBezTo>
                    <a:pt x="585" y="20622"/>
                    <a:pt x="-1818" y="6281"/>
                    <a:pt x="2463" y="1700"/>
                  </a:cubicBezTo>
                  <a:cubicBezTo>
                    <a:pt x="4866" y="-928"/>
                    <a:pt x="10498" y="199"/>
                    <a:pt x="13578" y="274"/>
                  </a:cubicBezTo>
                  <a:cubicBezTo>
                    <a:pt x="19060" y="649"/>
                    <a:pt x="24317" y="874"/>
                    <a:pt x="29499" y="1250"/>
                  </a:cubicBezTo>
                  <a:close/>
                </a:path>
              </a:pathLst>
            </a:custGeom>
            <a:solidFill>
              <a:srgbClr val="3D3D3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C463B2B0-92E1-1B65-F205-80BF83138DD3}"/>
              </a:ext>
            </a:extLst>
          </p:cNvPr>
          <p:cNvGrpSpPr/>
          <p:nvPr userDrawn="1"/>
        </p:nvGrpSpPr>
        <p:grpSpPr>
          <a:xfrm>
            <a:off x="8814896" y="778488"/>
            <a:ext cx="299006" cy="830078"/>
            <a:chOff x="11693106" y="482399"/>
            <a:chExt cx="299006" cy="830078"/>
          </a:xfrm>
        </p:grpSpPr>
        <p:sp>
          <p:nvSpPr>
            <p:cNvPr id="534" name="Content Placeholder 4">
              <a:extLst>
                <a:ext uri="{FF2B5EF4-FFF2-40B4-BE49-F238E27FC236}">
                  <a16:creationId xmlns:a16="http://schemas.microsoft.com/office/drawing/2014/main" id="{484037C4-A16A-DB87-A7B9-AB51BDB2D4EF}"/>
                </a:ext>
              </a:extLst>
            </p:cNvPr>
            <p:cNvSpPr/>
            <p:nvPr/>
          </p:nvSpPr>
          <p:spPr>
            <a:xfrm>
              <a:off x="11693106" y="1271291"/>
              <a:ext cx="299006" cy="41186"/>
            </a:xfrm>
            <a:custGeom>
              <a:avLst/>
              <a:gdLst>
                <a:gd name="connsiteX0" fmla="*/ 244151 w 299006"/>
                <a:gd name="connsiteY0" fmla="*/ 41070 h 41186"/>
                <a:gd name="connsiteX1" fmla="*/ 294618 w 299006"/>
                <a:gd name="connsiteY1" fmla="*/ 28080 h 41186"/>
                <a:gd name="connsiteX2" fmla="*/ 298975 w 299006"/>
                <a:gd name="connsiteY2" fmla="*/ 17719 h 41186"/>
                <a:gd name="connsiteX3" fmla="*/ 278021 w 299006"/>
                <a:gd name="connsiteY3" fmla="*/ 4804 h 41186"/>
                <a:gd name="connsiteX4" fmla="*/ 118284 w 299006"/>
                <a:gd name="connsiteY4" fmla="*/ 3152 h 41186"/>
                <a:gd name="connsiteX5" fmla="*/ 19677 w 299006"/>
                <a:gd name="connsiteY5" fmla="*/ 16142 h 41186"/>
                <a:gd name="connsiteX6" fmla="*/ 10891 w 299006"/>
                <a:gd name="connsiteY6" fmla="*/ 38667 h 41186"/>
                <a:gd name="connsiteX7" fmla="*/ 83212 w 299006"/>
                <a:gd name="connsiteY7" fmla="*/ 39193 h 41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9006" h="41186">
                  <a:moveTo>
                    <a:pt x="244151" y="41070"/>
                  </a:moveTo>
                  <a:cubicBezTo>
                    <a:pt x="262251" y="41070"/>
                    <a:pt x="283053" y="40469"/>
                    <a:pt x="294618" y="28080"/>
                  </a:cubicBezTo>
                  <a:cubicBezTo>
                    <a:pt x="297472" y="25407"/>
                    <a:pt x="299050" y="21638"/>
                    <a:pt x="298975" y="17719"/>
                  </a:cubicBezTo>
                  <a:cubicBezTo>
                    <a:pt x="298073" y="9609"/>
                    <a:pt x="287108" y="6156"/>
                    <a:pt x="278021" y="4804"/>
                  </a:cubicBezTo>
                  <a:cubicBezTo>
                    <a:pt x="225451" y="-2704"/>
                    <a:pt x="171529" y="-1"/>
                    <a:pt x="118284" y="3152"/>
                  </a:cubicBezTo>
                  <a:cubicBezTo>
                    <a:pt x="85015" y="3820"/>
                    <a:pt x="51971" y="8183"/>
                    <a:pt x="19677" y="16142"/>
                  </a:cubicBezTo>
                  <a:cubicBezTo>
                    <a:pt x="3156" y="20797"/>
                    <a:pt x="-10363" y="33111"/>
                    <a:pt x="10891" y="38667"/>
                  </a:cubicBezTo>
                  <a:cubicBezTo>
                    <a:pt x="32144" y="44223"/>
                    <a:pt x="62034" y="38667"/>
                    <a:pt x="83212" y="39193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5" name="Content Placeholder 4">
              <a:extLst>
                <a:ext uri="{FF2B5EF4-FFF2-40B4-BE49-F238E27FC236}">
                  <a16:creationId xmlns:a16="http://schemas.microsoft.com/office/drawing/2014/main" id="{240878AA-8310-FAD1-B520-0DCD5A8EF400}"/>
                </a:ext>
              </a:extLst>
            </p:cNvPr>
            <p:cNvSpPr/>
            <p:nvPr/>
          </p:nvSpPr>
          <p:spPr>
            <a:xfrm>
              <a:off x="11752911" y="888228"/>
              <a:ext cx="175327" cy="176243"/>
            </a:xfrm>
            <a:custGeom>
              <a:avLst/>
              <a:gdLst>
                <a:gd name="connsiteX0" fmla="*/ 2003 w 175327"/>
                <a:gd name="connsiteY0" fmla="*/ 103147 h 176243"/>
                <a:gd name="connsiteX1" fmla="*/ 1252 w 175327"/>
                <a:gd name="connsiteY1" fmla="*/ 117488 h 176243"/>
                <a:gd name="connsiteX2" fmla="*/ 6134 w 175327"/>
                <a:gd name="connsiteY2" fmla="*/ 121918 h 176243"/>
                <a:gd name="connsiteX3" fmla="*/ 19652 w 175327"/>
                <a:gd name="connsiteY3" fmla="*/ 128300 h 176243"/>
                <a:gd name="connsiteX4" fmla="*/ 36249 w 175327"/>
                <a:gd name="connsiteY4" fmla="*/ 137536 h 176243"/>
                <a:gd name="connsiteX5" fmla="*/ 38727 w 175327"/>
                <a:gd name="connsiteY5" fmla="*/ 155256 h 176243"/>
                <a:gd name="connsiteX6" fmla="*/ 49917 w 175327"/>
                <a:gd name="connsiteY6" fmla="*/ 170273 h 176243"/>
                <a:gd name="connsiteX7" fmla="*/ 68016 w 175327"/>
                <a:gd name="connsiteY7" fmla="*/ 175829 h 176243"/>
                <a:gd name="connsiteX8" fmla="*/ 79357 w 175327"/>
                <a:gd name="connsiteY8" fmla="*/ 175228 h 176243"/>
                <a:gd name="connsiteX9" fmla="*/ 91448 w 175327"/>
                <a:gd name="connsiteY9" fmla="*/ 168471 h 176243"/>
                <a:gd name="connsiteX10" fmla="*/ 109547 w 175327"/>
                <a:gd name="connsiteY10" fmla="*/ 166594 h 176243"/>
                <a:gd name="connsiteX11" fmla="*/ 132077 w 175327"/>
                <a:gd name="connsiteY11" fmla="*/ 149549 h 176243"/>
                <a:gd name="connsiteX12" fmla="*/ 164444 w 175327"/>
                <a:gd name="connsiteY12" fmla="*/ 121843 h 176243"/>
                <a:gd name="connsiteX13" fmla="*/ 173156 w 175327"/>
                <a:gd name="connsiteY13" fmla="*/ 114335 h 176243"/>
                <a:gd name="connsiteX14" fmla="*/ 175259 w 175327"/>
                <a:gd name="connsiteY14" fmla="*/ 103823 h 176243"/>
                <a:gd name="connsiteX15" fmla="*/ 167749 w 175327"/>
                <a:gd name="connsiteY15" fmla="*/ 31592 h 176243"/>
                <a:gd name="connsiteX16" fmla="*/ 161666 w 175327"/>
                <a:gd name="connsiteY16" fmla="*/ 14923 h 176243"/>
                <a:gd name="connsiteX17" fmla="*/ 137258 w 175327"/>
                <a:gd name="connsiteY17" fmla="*/ 3435 h 176243"/>
                <a:gd name="connsiteX18" fmla="*/ 61408 w 175327"/>
                <a:gd name="connsiteY18" fmla="*/ 4786 h 176243"/>
                <a:gd name="connsiteX19" fmla="*/ 38878 w 175327"/>
                <a:gd name="connsiteY19" fmla="*/ 15223 h 176243"/>
                <a:gd name="connsiteX20" fmla="*/ 24834 w 175327"/>
                <a:gd name="connsiteY20" fmla="*/ 36622 h 176243"/>
                <a:gd name="connsiteX21" fmla="*/ 8312 w 175327"/>
                <a:gd name="connsiteY21" fmla="*/ 76117 h 176243"/>
                <a:gd name="connsiteX22" fmla="*/ 5909 w 175327"/>
                <a:gd name="connsiteY22" fmla="*/ 90533 h 176243"/>
                <a:gd name="connsiteX23" fmla="*/ 2003 w 175327"/>
                <a:gd name="connsiteY23" fmla="*/ 103147 h 17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5327" h="176243">
                  <a:moveTo>
                    <a:pt x="2003" y="103147"/>
                  </a:moveTo>
                  <a:cubicBezTo>
                    <a:pt x="-400" y="107562"/>
                    <a:pt x="-700" y="112848"/>
                    <a:pt x="1252" y="117488"/>
                  </a:cubicBezTo>
                  <a:cubicBezTo>
                    <a:pt x="2529" y="119320"/>
                    <a:pt x="4181" y="120837"/>
                    <a:pt x="6134" y="121918"/>
                  </a:cubicBezTo>
                  <a:cubicBezTo>
                    <a:pt x="10339" y="124569"/>
                    <a:pt x="14921" y="126709"/>
                    <a:pt x="19652" y="128300"/>
                  </a:cubicBezTo>
                  <a:cubicBezTo>
                    <a:pt x="25810" y="130328"/>
                    <a:pt x="33020" y="131905"/>
                    <a:pt x="36249" y="137536"/>
                  </a:cubicBezTo>
                  <a:cubicBezTo>
                    <a:pt x="39478" y="143167"/>
                    <a:pt x="37601" y="149324"/>
                    <a:pt x="38727" y="155256"/>
                  </a:cubicBezTo>
                  <a:cubicBezTo>
                    <a:pt x="40230" y="161593"/>
                    <a:pt x="44285" y="167029"/>
                    <a:pt x="49917" y="170273"/>
                  </a:cubicBezTo>
                  <a:cubicBezTo>
                    <a:pt x="55550" y="173321"/>
                    <a:pt x="61708" y="175206"/>
                    <a:pt x="68016" y="175829"/>
                  </a:cubicBezTo>
                  <a:cubicBezTo>
                    <a:pt x="71771" y="176497"/>
                    <a:pt x="75677" y="176294"/>
                    <a:pt x="79357" y="175228"/>
                  </a:cubicBezTo>
                  <a:cubicBezTo>
                    <a:pt x="83712" y="173652"/>
                    <a:pt x="86867" y="170123"/>
                    <a:pt x="91448" y="168471"/>
                  </a:cubicBezTo>
                  <a:cubicBezTo>
                    <a:pt x="97456" y="167344"/>
                    <a:pt x="103463" y="166721"/>
                    <a:pt x="109547" y="166594"/>
                  </a:cubicBezTo>
                  <a:cubicBezTo>
                    <a:pt x="118859" y="164716"/>
                    <a:pt x="125468" y="156607"/>
                    <a:pt x="132077" y="149549"/>
                  </a:cubicBezTo>
                  <a:cubicBezTo>
                    <a:pt x="141615" y="138978"/>
                    <a:pt x="152504" y="129667"/>
                    <a:pt x="164444" y="121843"/>
                  </a:cubicBezTo>
                  <a:cubicBezTo>
                    <a:pt x="167900" y="120064"/>
                    <a:pt x="170903" y="117488"/>
                    <a:pt x="173156" y="114335"/>
                  </a:cubicBezTo>
                  <a:cubicBezTo>
                    <a:pt x="174733" y="111061"/>
                    <a:pt x="175484" y="107449"/>
                    <a:pt x="175259" y="103823"/>
                  </a:cubicBezTo>
                  <a:cubicBezTo>
                    <a:pt x="175410" y="79543"/>
                    <a:pt x="172931" y="55319"/>
                    <a:pt x="167749" y="31592"/>
                  </a:cubicBezTo>
                  <a:cubicBezTo>
                    <a:pt x="166998" y="25643"/>
                    <a:pt x="164971" y="19941"/>
                    <a:pt x="161666" y="14923"/>
                  </a:cubicBezTo>
                  <a:cubicBezTo>
                    <a:pt x="155207" y="8203"/>
                    <a:pt x="146571" y="4109"/>
                    <a:pt x="137258" y="3435"/>
                  </a:cubicBezTo>
                  <a:cubicBezTo>
                    <a:pt x="112175" y="-1603"/>
                    <a:pt x="86266" y="-1142"/>
                    <a:pt x="61408" y="4786"/>
                  </a:cubicBezTo>
                  <a:cubicBezTo>
                    <a:pt x="53222" y="6481"/>
                    <a:pt x="45486" y="10054"/>
                    <a:pt x="38878" y="15223"/>
                  </a:cubicBezTo>
                  <a:cubicBezTo>
                    <a:pt x="32794" y="21342"/>
                    <a:pt x="28064" y="28619"/>
                    <a:pt x="24834" y="36622"/>
                  </a:cubicBezTo>
                  <a:cubicBezTo>
                    <a:pt x="18826" y="49587"/>
                    <a:pt x="13343" y="62752"/>
                    <a:pt x="8312" y="76117"/>
                  </a:cubicBezTo>
                  <a:cubicBezTo>
                    <a:pt x="6810" y="80779"/>
                    <a:pt x="5984" y="85637"/>
                    <a:pt x="5909" y="90533"/>
                  </a:cubicBezTo>
                  <a:cubicBezTo>
                    <a:pt x="5233" y="94903"/>
                    <a:pt x="3881" y="99145"/>
                    <a:pt x="2003" y="103147"/>
                  </a:cubicBezTo>
                  <a:close/>
                </a:path>
              </a:pathLst>
            </a:custGeom>
            <a:solidFill>
              <a:srgbClr val="F5F5F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6" name="Content Placeholder 4">
              <a:extLst>
                <a:ext uri="{FF2B5EF4-FFF2-40B4-BE49-F238E27FC236}">
                  <a16:creationId xmlns:a16="http://schemas.microsoft.com/office/drawing/2014/main" id="{C33F19AC-A74C-DFCE-6F94-B4F3EF01B01F}"/>
                </a:ext>
              </a:extLst>
            </p:cNvPr>
            <p:cNvSpPr/>
            <p:nvPr/>
          </p:nvSpPr>
          <p:spPr>
            <a:xfrm>
              <a:off x="11718652" y="482399"/>
              <a:ext cx="202587" cy="305247"/>
            </a:xfrm>
            <a:custGeom>
              <a:avLst/>
              <a:gdLst>
                <a:gd name="connsiteX0" fmla="*/ 44899 w 202587"/>
                <a:gd name="connsiteY0" fmla="*/ 147144 h 305247"/>
                <a:gd name="connsiteX1" fmla="*/ 24698 w 202587"/>
                <a:gd name="connsiteY1" fmla="*/ 164789 h 305247"/>
                <a:gd name="connsiteX2" fmla="*/ 2168 w 202587"/>
                <a:gd name="connsiteY2" fmla="*/ 209088 h 305247"/>
                <a:gd name="connsiteX3" fmla="*/ 2168 w 202587"/>
                <a:gd name="connsiteY3" fmla="*/ 259170 h 305247"/>
                <a:gd name="connsiteX4" fmla="*/ 5547 w 202587"/>
                <a:gd name="connsiteY4" fmla="*/ 272235 h 305247"/>
                <a:gd name="connsiteX5" fmla="*/ 20041 w 202587"/>
                <a:gd name="connsiteY5" fmla="*/ 287251 h 305247"/>
                <a:gd name="connsiteX6" fmla="*/ 77868 w 202587"/>
                <a:gd name="connsiteY6" fmla="*/ 304070 h 305247"/>
                <a:gd name="connsiteX7" fmla="*/ 156873 w 202587"/>
                <a:gd name="connsiteY7" fmla="*/ 292207 h 305247"/>
                <a:gd name="connsiteX8" fmla="*/ 202458 w 202587"/>
                <a:gd name="connsiteY8" fmla="*/ 229737 h 305247"/>
                <a:gd name="connsiteX9" fmla="*/ 200355 w 202587"/>
                <a:gd name="connsiteY9" fmla="*/ 203007 h 305247"/>
                <a:gd name="connsiteX10" fmla="*/ 190518 w 202587"/>
                <a:gd name="connsiteY10" fmla="*/ 160133 h 305247"/>
                <a:gd name="connsiteX11" fmla="*/ 179853 w 202587"/>
                <a:gd name="connsiteY11" fmla="*/ 122591 h 305247"/>
                <a:gd name="connsiteX12" fmla="*/ 173320 w 202587"/>
                <a:gd name="connsiteY12" fmla="*/ 46681 h 305247"/>
                <a:gd name="connsiteX13" fmla="*/ 167087 w 202587"/>
                <a:gd name="connsiteY13" fmla="*/ 26183 h 305247"/>
                <a:gd name="connsiteX14" fmla="*/ 143355 w 202587"/>
                <a:gd name="connsiteY14" fmla="*/ 3657 h 305247"/>
                <a:gd name="connsiteX15" fmla="*/ 91912 w 202587"/>
                <a:gd name="connsiteY15" fmla="*/ 5009 h 305247"/>
                <a:gd name="connsiteX16" fmla="*/ 63599 w 202587"/>
                <a:gd name="connsiteY16" fmla="*/ 41575 h 305247"/>
                <a:gd name="connsiteX17" fmla="*/ 69382 w 202587"/>
                <a:gd name="connsiteY17" fmla="*/ 70482 h 305247"/>
                <a:gd name="connsiteX18" fmla="*/ 44899 w 202587"/>
                <a:gd name="connsiteY18" fmla="*/ 147144 h 305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02587" h="305247">
                  <a:moveTo>
                    <a:pt x="44899" y="147144"/>
                  </a:moveTo>
                  <a:cubicBezTo>
                    <a:pt x="38516" y="153451"/>
                    <a:pt x="31006" y="158481"/>
                    <a:pt x="24698" y="164789"/>
                  </a:cubicBezTo>
                  <a:cubicBezTo>
                    <a:pt x="12981" y="177010"/>
                    <a:pt x="5171" y="192423"/>
                    <a:pt x="2168" y="209088"/>
                  </a:cubicBezTo>
                  <a:cubicBezTo>
                    <a:pt x="-761" y="225657"/>
                    <a:pt x="-761" y="242601"/>
                    <a:pt x="2168" y="259170"/>
                  </a:cubicBezTo>
                  <a:cubicBezTo>
                    <a:pt x="2618" y="263674"/>
                    <a:pt x="3744" y="268082"/>
                    <a:pt x="5547" y="272235"/>
                  </a:cubicBezTo>
                  <a:cubicBezTo>
                    <a:pt x="8926" y="278471"/>
                    <a:pt x="13958" y="283665"/>
                    <a:pt x="20041" y="287251"/>
                  </a:cubicBezTo>
                  <a:cubicBezTo>
                    <a:pt x="37690" y="297423"/>
                    <a:pt x="57516" y="303193"/>
                    <a:pt x="77868" y="304070"/>
                  </a:cubicBezTo>
                  <a:cubicBezTo>
                    <a:pt x="104829" y="307446"/>
                    <a:pt x="132090" y="303341"/>
                    <a:pt x="156873" y="292207"/>
                  </a:cubicBezTo>
                  <a:cubicBezTo>
                    <a:pt x="181055" y="280118"/>
                    <a:pt x="200581" y="256617"/>
                    <a:pt x="202458" y="229737"/>
                  </a:cubicBezTo>
                  <a:cubicBezTo>
                    <a:pt x="202834" y="220775"/>
                    <a:pt x="202159" y="211798"/>
                    <a:pt x="200355" y="203007"/>
                  </a:cubicBezTo>
                  <a:cubicBezTo>
                    <a:pt x="197877" y="188547"/>
                    <a:pt x="194573" y="174234"/>
                    <a:pt x="190518" y="160133"/>
                  </a:cubicBezTo>
                  <a:cubicBezTo>
                    <a:pt x="186838" y="147594"/>
                    <a:pt x="182483" y="135280"/>
                    <a:pt x="179853" y="122591"/>
                  </a:cubicBezTo>
                  <a:cubicBezTo>
                    <a:pt x="174747" y="97663"/>
                    <a:pt x="176549" y="71909"/>
                    <a:pt x="173320" y="46681"/>
                  </a:cubicBezTo>
                  <a:cubicBezTo>
                    <a:pt x="172719" y="39477"/>
                    <a:pt x="170616" y="32483"/>
                    <a:pt x="167087" y="26183"/>
                  </a:cubicBezTo>
                  <a:cubicBezTo>
                    <a:pt x="161979" y="18674"/>
                    <a:pt x="152067" y="6360"/>
                    <a:pt x="143355" y="3657"/>
                  </a:cubicBezTo>
                  <a:cubicBezTo>
                    <a:pt x="126533" y="-1686"/>
                    <a:pt x="108433" y="-1210"/>
                    <a:pt x="91912" y="5009"/>
                  </a:cubicBezTo>
                  <a:cubicBezTo>
                    <a:pt x="77492" y="12360"/>
                    <a:pt x="67128" y="25771"/>
                    <a:pt x="63599" y="41575"/>
                  </a:cubicBezTo>
                  <a:cubicBezTo>
                    <a:pt x="61721" y="51486"/>
                    <a:pt x="68330" y="60646"/>
                    <a:pt x="69382" y="70482"/>
                  </a:cubicBezTo>
                  <a:cubicBezTo>
                    <a:pt x="72085" y="96687"/>
                    <a:pt x="64350" y="127772"/>
                    <a:pt x="44899" y="147144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7" name="Content Placeholder 4">
              <a:extLst>
                <a:ext uri="{FF2B5EF4-FFF2-40B4-BE49-F238E27FC236}">
                  <a16:creationId xmlns:a16="http://schemas.microsoft.com/office/drawing/2014/main" id="{D3E81074-8989-1AE8-106C-9D72C53175E0}"/>
                </a:ext>
              </a:extLst>
            </p:cNvPr>
            <p:cNvSpPr/>
            <p:nvPr/>
          </p:nvSpPr>
          <p:spPr>
            <a:xfrm>
              <a:off x="11767185" y="812003"/>
              <a:ext cx="137403" cy="453010"/>
            </a:xfrm>
            <a:custGeom>
              <a:avLst/>
              <a:gdLst>
                <a:gd name="connsiteX0" fmla="*/ 10861 w 137403"/>
                <a:gd name="connsiteY0" fmla="*/ 35435 h 453010"/>
                <a:gd name="connsiteX1" fmla="*/ -29 w 137403"/>
                <a:gd name="connsiteY1" fmla="*/ 449226 h 453010"/>
                <a:gd name="connsiteX2" fmla="*/ 18446 w 137403"/>
                <a:gd name="connsiteY2" fmla="*/ 450427 h 453010"/>
                <a:gd name="connsiteX3" fmla="*/ 65233 w 137403"/>
                <a:gd name="connsiteY3" fmla="*/ 107216 h 453010"/>
                <a:gd name="connsiteX4" fmla="*/ 75221 w 137403"/>
                <a:gd name="connsiteY4" fmla="*/ 107216 h 453010"/>
                <a:gd name="connsiteX5" fmla="*/ 84984 w 137403"/>
                <a:gd name="connsiteY5" fmla="*/ 452980 h 453010"/>
                <a:gd name="connsiteX6" fmla="*/ 103233 w 137403"/>
                <a:gd name="connsiteY6" fmla="*/ 452980 h 453010"/>
                <a:gd name="connsiteX7" fmla="*/ 137254 w 137403"/>
                <a:gd name="connsiteY7" fmla="*/ 37763 h 453010"/>
                <a:gd name="connsiteX8" fmla="*/ 83257 w 137403"/>
                <a:gd name="connsiteY8" fmla="*/ 221 h 453010"/>
                <a:gd name="connsiteX9" fmla="*/ 10861 w 137403"/>
                <a:gd name="connsiteY9" fmla="*/ 35435 h 453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7403" h="453010">
                  <a:moveTo>
                    <a:pt x="10861" y="35435"/>
                  </a:moveTo>
                  <a:cubicBezTo>
                    <a:pt x="10861" y="35435"/>
                    <a:pt x="121" y="391486"/>
                    <a:pt x="-29" y="449226"/>
                  </a:cubicBezTo>
                  <a:lnTo>
                    <a:pt x="18446" y="450427"/>
                  </a:lnTo>
                  <a:cubicBezTo>
                    <a:pt x="18446" y="450427"/>
                    <a:pt x="47734" y="124561"/>
                    <a:pt x="65233" y="107216"/>
                  </a:cubicBezTo>
                  <a:cubicBezTo>
                    <a:pt x="68537" y="106549"/>
                    <a:pt x="71917" y="106549"/>
                    <a:pt x="75221" y="107216"/>
                  </a:cubicBezTo>
                  <a:cubicBezTo>
                    <a:pt x="78075" y="108568"/>
                    <a:pt x="89641" y="431506"/>
                    <a:pt x="84984" y="452980"/>
                  </a:cubicBezTo>
                  <a:lnTo>
                    <a:pt x="103233" y="452980"/>
                  </a:lnTo>
                  <a:cubicBezTo>
                    <a:pt x="103233" y="452980"/>
                    <a:pt x="139732" y="120131"/>
                    <a:pt x="137254" y="37763"/>
                  </a:cubicBezTo>
                  <a:cubicBezTo>
                    <a:pt x="137254" y="37763"/>
                    <a:pt x="138830" y="-3609"/>
                    <a:pt x="83257" y="221"/>
                  </a:cubicBezTo>
                  <a:cubicBezTo>
                    <a:pt x="27683" y="4050"/>
                    <a:pt x="16418" y="-5711"/>
                    <a:pt x="10861" y="35435"/>
                  </a:cubicBezTo>
                  <a:close/>
                </a:path>
              </a:pathLst>
            </a:custGeom>
            <a:solidFill>
              <a:srgbClr val="67302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8" name="Content Placeholder 4">
              <a:extLst>
                <a:ext uri="{FF2B5EF4-FFF2-40B4-BE49-F238E27FC236}">
                  <a16:creationId xmlns:a16="http://schemas.microsoft.com/office/drawing/2014/main" id="{E3038C91-EBBC-5703-DF3E-88FD16CFB4BD}"/>
                </a:ext>
              </a:extLst>
            </p:cNvPr>
            <p:cNvSpPr/>
            <p:nvPr/>
          </p:nvSpPr>
          <p:spPr>
            <a:xfrm>
              <a:off x="11722189" y="1258983"/>
              <a:ext cx="65685" cy="43122"/>
            </a:xfrm>
            <a:custGeom>
              <a:avLst/>
              <a:gdLst>
                <a:gd name="connsiteX0" fmla="*/ 18757 w 65685"/>
                <a:gd name="connsiteY0" fmla="*/ 31604 h 43122"/>
                <a:gd name="connsiteX1" fmla="*/ 30773 w 65685"/>
                <a:gd name="connsiteY1" fmla="*/ 24095 h 43122"/>
                <a:gd name="connsiteX2" fmla="*/ 36631 w 65685"/>
                <a:gd name="connsiteY2" fmla="*/ 15085 h 43122"/>
                <a:gd name="connsiteX3" fmla="*/ 41212 w 65685"/>
                <a:gd name="connsiteY3" fmla="*/ 6150 h 43122"/>
                <a:gd name="connsiteX4" fmla="*/ 43766 w 65685"/>
                <a:gd name="connsiteY4" fmla="*/ 2846 h 43122"/>
                <a:gd name="connsiteX5" fmla="*/ 47446 w 65685"/>
                <a:gd name="connsiteY5" fmla="*/ 1570 h 43122"/>
                <a:gd name="connsiteX6" fmla="*/ 62466 w 65685"/>
                <a:gd name="connsiteY6" fmla="*/ -7 h 43122"/>
                <a:gd name="connsiteX7" fmla="*/ 64643 w 65685"/>
                <a:gd name="connsiteY7" fmla="*/ 594 h 43122"/>
                <a:gd name="connsiteX8" fmla="*/ 64643 w 65685"/>
                <a:gd name="connsiteY8" fmla="*/ 1645 h 43122"/>
                <a:gd name="connsiteX9" fmla="*/ 65544 w 65685"/>
                <a:gd name="connsiteY9" fmla="*/ 37310 h 43122"/>
                <a:gd name="connsiteX10" fmla="*/ 65544 w 65685"/>
                <a:gd name="connsiteY10" fmla="*/ 38361 h 43122"/>
                <a:gd name="connsiteX11" fmla="*/ 64492 w 65685"/>
                <a:gd name="connsiteY11" fmla="*/ 38361 h 43122"/>
                <a:gd name="connsiteX12" fmla="*/ 58034 w 65685"/>
                <a:gd name="connsiteY12" fmla="*/ 39037 h 43122"/>
                <a:gd name="connsiteX13" fmla="*/ 56908 w 65685"/>
                <a:gd name="connsiteY13" fmla="*/ 29651 h 43122"/>
                <a:gd name="connsiteX14" fmla="*/ 55782 w 65685"/>
                <a:gd name="connsiteY14" fmla="*/ 28225 h 43122"/>
                <a:gd name="connsiteX15" fmla="*/ 54204 w 65685"/>
                <a:gd name="connsiteY15" fmla="*/ 28751 h 43122"/>
                <a:gd name="connsiteX16" fmla="*/ 45868 w 65685"/>
                <a:gd name="connsiteY16" fmla="*/ 36259 h 43122"/>
                <a:gd name="connsiteX17" fmla="*/ 43390 w 65685"/>
                <a:gd name="connsiteY17" fmla="*/ 39638 h 43122"/>
                <a:gd name="connsiteX18" fmla="*/ 40310 w 65685"/>
                <a:gd name="connsiteY18" fmla="*/ 40464 h 43122"/>
                <a:gd name="connsiteX19" fmla="*/ 9369 w 65685"/>
                <a:gd name="connsiteY19" fmla="*/ 43092 h 43122"/>
                <a:gd name="connsiteX20" fmla="*/ 1334 w 65685"/>
                <a:gd name="connsiteY20" fmla="*/ 37460 h 43122"/>
                <a:gd name="connsiteX21" fmla="*/ 8844 w 65685"/>
                <a:gd name="connsiteY21" fmla="*/ 34532 h 43122"/>
                <a:gd name="connsiteX22" fmla="*/ 18757 w 65685"/>
                <a:gd name="connsiteY22" fmla="*/ 31604 h 43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5685" h="43122">
                  <a:moveTo>
                    <a:pt x="18757" y="31604"/>
                  </a:moveTo>
                  <a:cubicBezTo>
                    <a:pt x="23187" y="29817"/>
                    <a:pt x="27243" y="27271"/>
                    <a:pt x="30773" y="24095"/>
                  </a:cubicBezTo>
                  <a:cubicBezTo>
                    <a:pt x="33176" y="21430"/>
                    <a:pt x="35204" y="18389"/>
                    <a:pt x="36631" y="15085"/>
                  </a:cubicBezTo>
                  <a:lnTo>
                    <a:pt x="41212" y="6150"/>
                  </a:lnTo>
                  <a:cubicBezTo>
                    <a:pt x="41738" y="4829"/>
                    <a:pt x="42639" y="3687"/>
                    <a:pt x="43766" y="2846"/>
                  </a:cubicBezTo>
                  <a:cubicBezTo>
                    <a:pt x="44891" y="2223"/>
                    <a:pt x="46168" y="1788"/>
                    <a:pt x="47446" y="1570"/>
                  </a:cubicBezTo>
                  <a:cubicBezTo>
                    <a:pt x="52401" y="534"/>
                    <a:pt x="57433" y="8"/>
                    <a:pt x="62466" y="-7"/>
                  </a:cubicBezTo>
                  <a:cubicBezTo>
                    <a:pt x="63216" y="-104"/>
                    <a:pt x="64042" y="113"/>
                    <a:pt x="64643" y="594"/>
                  </a:cubicBezTo>
                  <a:cubicBezTo>
                    <a:pt x="64718" y="939"/>
                    <a:pt x="64718" y="1300"/>
                    <a:pt x="64643" y="1645"/>
                  </a:cubicBezTo>
                  <a:lnTo>
                    <a:pt x="65544" y="37310"/>
                  </a:lnTo>
                  <a:cubicBezTo>
                    <a:pt x="65694" y="37648"/>
                    <a:pt x="65694" y="38023"/>
                    <a:pt x="65544" y="38361"/>
                  </a:cubicBezTo>
                  <a:cubicBezTo>
                    <a:pt x="65169" y="38436"/>
                    <a:pt x="64868" y="38436"/>
                    <a:pt x="64492" y="38361"/>
                  </a:cubicBezTo>
                  <a:lnTo>
                    <a:pt x="58034" y="39037"/>
                  </a:lnTo>
                  <a:cubicBezTo>
                    <a:pt x="58034" y="35876"/>
                    <a:pt x="57659" y="32722"/>
                    <a:pt x="56908" y="29651"/>
                  </a:cubicBezTo>
                  <a:cubicBezTo>
                    <a:pt x="56833" y="28998"/>
                    <a:pt x="56382" y="28450"/>
                    <a:pt x="55782" y="28225"/>
                  </a:cubicBezTo>
                  <a:cubicBezTo>
                    <a:pt x="55180" y="28202"/>
                    <a:pt x="54655" y="28390"/>
                    <a:pt x="54204" y="28751"/>
                  </a:cubicBezTo>
                  <a:cubicBezTo>
                    <a:pt x="50975" y="30665"/>
                    <a:pt x="48121" y="33218"/>
                    <a:pt x="45868" y="36259"/>
                  </a:cubicBezTo>
                  <a:cubicBezTo>
                    <a:pt x="45418" y="37618"/>
                    <a:pt x="44517" y="38797"/>
                    <a:pt x="43390" y="39638"/>
                  </a:cubicBezTo>
                  <a:cubicBezTo>
                    <a:pt x="42413" y="40111"/>
                    <a:pt x="41362" y="40396"/>
                    <a:pt x="40310" y="40464"/>
                  </a:cubicBezTo>
                  <a:cubicBezTo>
                    <a:pt x="30097" y="42243"/>
                    <a:pt x="19733" y="43122"/>
                    <a:pt x="9369" y="43092"/>
                  </a:cubicBezTo>
                  <a:cubicBezTo>
                    <a:pt x="5690" y="43092"/>
                    <a:pt x="-3472" y="41440"/>
                    <a:pt x="1334" y="37460"/>
                  </a:cubicBezTo>
                  <a:cubicBezTo>
                    <a:pt x="3662" y="36124"/>
                    <a:pt x="6216" y="35133"/>
                    <a:pt x="8844" y="34532"/>
                  </a:cubicBezTo>
                  <a:cubicBezTo>
                    <a:pt x="12524" y="34157"/>
                    <a:pt x="15677" y="32730"/>
                    <a:pt x="18757" y="31604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9" name="Content Placeholder 4">
              <a:extLst>
                <a:ext uri="{FF2B5EF4-FFF2-40B4-BE49-F238E27FC236}">
                  <a16:creationId xmlns:a16="http://schemas.microsoft.com/office/drawing/2014/main" id="{819C0922-CCD1-FEE2-A85E-A652DF10D802}"/>
                </a:ext>
              </a:extLst>
            </p:cNvPr>
            <p:cNvSpPr/>
            <p:nvPr/>
          </p:nvSpPr>
          <p:spPr>
            <a:xfrm>
              <a:off x="11813156" y="1260990"/>
              <a:ext cx="62840" cy="41569"/>
            </a:xfrm>
            <a:custGeom>
              <a:avLst/>
              <a:gdLst>
                <a:gd name="connsiteX0" fmla="*/ 6795 w 62840"/>
                <a:gd name="connsiteY0" fmla="*/ 29897 h 41569"/>
                <a:gd name="connsiteX1" fmla="*/ 21815 w 62840"/>
                <a:gd name="connsiteY1" fmla="*/ 24341 h 41569"/>
                <a:gd name="connsiteX2" fmla="*/ 34807 w 62840"/>
                <a:gd name="connsiteY2" fmla="*/ 11051 h 41569"/>
                <a:gd name="connsiteX3" fmla="*/ 38637 w 62840"/>
                <a:gd name="connsiteY3" fmla="*/ 464 h 41569"/>
                <a:gd name="connsiteX4" fmla="*/ 57412 w 62840"/>
                <a:gd name="connsiteY4" fmla="*/ 88 h 41569"/>
                <a:gd name="connsiteX5" fmla="*/ 59064 w 62840"/>
                <a:gd name="connsiteY5" fmla="*/ 88 h 41569"/>
                <a:gd name="connsiteX6" fmla="*/ 59816 w 62840"/>
                <a:gd name="connsiteY6" fmla="*/ 1290 h 41569"/>
                <a:gd name="connsiteX7" fmla="*/ 62594 w 62840"/>
                <a:gd name="connsiteY7" fmla="*/ 37030 h 41569"/>
                <a:gd name="connsiteX8" fmla="*/ 61543 w 62840"/>
                <a:gd name="connsiteY8" fmla="*/ 39508 h 41569"/>
                <a:gd name="connsiteX9" fmla="*/ 54033 w 62840"/>
                <a:gd name="connsiteY9" fmla="*/ 40109 h 41569"/>
                <a:gd name="connsiteX10" fmla="*/ 53132 w 62840"/>
                <a:gd name="connsiteY10" fmla="*/ 34402 h 41569"/>
                <a:gd name="connsiteX11" fmla="*/ 51780 w 62840"/>
                <a:gd name="connsiteY11" fmla="*/ 31849 h 41569"/>
                <a:gd name="connsiteX12" fmla="*/ 42091 w 62840"/>
                <a:gd name="connsiteY12" fmla="*/ 33426 h 41569"/>
                <a:gd name="connsiteX13" fmla="*/ 38787 w 62840"/>
                <a:gd name="connsiteY13" fmla="*/ 37706 h 41569"/>
                <a:gd name="connsiteX14" fmla="*/ 27973 w 62840"/>
                <a:gd name="connsiteY14" fmla="*/ 40859 h 41569"/>
                <a:gd name="connsiteX15" fmla="*/ 12953 w 62840"/>
                <a:gd name="connsiteY15" fmla="*/ 41235 h 41569"/>
                <a:gd name="connsiteX16" fmla="*/ 186 w 62840"/>
                <a:gd name="connsiteY16" fmla="*/ 38607 h 41569"/>
                <a:gd name="connsiteX17" fmla="*/ 6795 w 62840"/>
                <a:gd name="connsiteY17" fmla="*/ 29897 h 41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840" h="41569">
                  <a:moveTo>
                    <a:pt x="6795" y="29897"/>
                  </a:moveTo>
                  <a:cubicBezTo>
                    <a:pt x="13103" y="26894"/>
                    <a:pt x="15131" y="27344"/>
                    <a:pt x="21815" y="24341"/>
                  </a:cubicBezTo>
                  <a:cubicBezTo>
                    <a:pt x="27823" y="21901"/>
                    <a:pt x="32479" y="17088"/>
                    <a:pt x="34807" y="11051"/>
                  </a:cubicBezTo>
                  <a:cubicBezTo>
                    <a:pt x="35258" y="7274"/>
                    <a:pt x="36609" y="3655"/>
                    <a:pt x="38637" y="464"/>
                  </a:cubicBezTo>
                  <a:lnTo>
                    <a:pt x="57412" y="88"/>
                  </a:lnTo>
                  <a:cubicBezTo>
                    <a:pt x="57938" y="-69"/>
                    <a:pt x="58539" y="-69"/>
                    <a:pt x="59064" y="88"/>
                  </a:cubicBezTo>
                  <a:cubicBezTo>
                    <a:pt x="59515" y="329"/>
                    <a:pt x="59816" y="787"/>
                    <a:pt x="59816" y="1290"/>
                  </a:cubicBezTo>
                  <a:cubicBezTo>
                    <a:pt x="62369" y="13026"/>
                    <a:pt x="63270" y="25047"/>
                    <a:pt x="62594" y="37030"/>
                  </a:cubicBezTo>
                  <a:cubicBezTo>
                    <a:pt x="62669" y="37976"/>
                    <a:pt x="62294" y="38900"/>
                    <a:pt x="61543" y="39508"/>
                  </a:cubicBezTo>
                  <a:cubicBezTo>
                    <a:pt x="60040" y="40559"/>
                    <a:pt x="55685" y="39508"/>
                    <a:pt x="54033" y="40109"/>
                  </a:cubicBezTo>
                  <a:lnTo>
                    <a:pt x="53132" y="34402"/>
                  </a:lnTo>
                  <a:cubicBezTo>
                    <a:pt x="53132" y="33388"/>
                    <a:pt x="52606" y="32442"/>
                    <a:pt x="51780" y="31849"/>
                  </a:cubicBezTo>
                  <a:cubicBezTo>
                    <a:pt x="48476" y="31121"/>
                    <a:pt x="45020" y="31684"/>
                    <a:pt x="42091" y="33426"/>
                  </a:cubicBezTo>
                  <a:cubicBezTo>
                    <a:pt x="40740" y="34702"/>
                    <a:pt x="40214" y="36429"/>
                    <a:pt x="38787" y="37706"/>
                  </a:cubicBezTo>
                  <a:cubicBezTo>
                    <a:pt x="35558" y="39808"/>
                    <a:pt x="31803" y="40904"/>
                    <a:pt x="27973" y="40859"/>
                  </a:cubicBezTo>
                  <a:cubicBezTo>
                    <a:pt x="21139" y="41535"/>
                    <a:pt x="20012" y="40859"/>
                    <a:pt x="12953" y="41235"/>
                  </a:cubicBezTo>
                  <a:cubicBezTo>
                    <a:pt x="8823" y="41610"/>
                    <a:pt x="1388" y="42286"/>
                    <a:pt x="186" y="38607"/>
                  </a:cubicBezTo>
                  <a:cubicBezTo>
                    <a:pt x="-1016" y="34928"/>
                    <a:pt x="3040" y="31699"/>
                    <a:pt x="6795" y="29897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0" name="Content Placeholder 4">
              <a:extLst>
                <a:ext uri="{FF2B5EF4-FFF2-40B4-BE49-F238E27FC236}">
                  <a16:creationId xmlns:a16="http://schemas.microsoft.com/office/drawing/2014/main" id="{F067FF3B-7FFE-5228-F7C5-25D5528BDAD3}"/>
                </a:ext>
              </a:extLst>
            </p:cNvPr>
            <p:cNvSpPr/>
            <p:nvPr/>
          </p:nvSpPr>
          <p:spPr>
            <a:xfrm>
              <a:off x="11882791" y="624981"/>
              <a:ext cx="49715" cy="143724"/>
            </a:xfrm>
            <a:custGeom>
              <a:avLst/>
              <a:gdLst>
                <a:gd name="connsiteX0" fmla="*/ 17142 w 49715"/>
                <a:gd name="connsiteY0" fmla="*/ 6665 h 143724"/>
                <a:gd name="connsiteX1" fmla="*/ 23675 w 49715"/>
                <a:gd name="connsiteY1" fmla="*/ 21156 h 143724"/>
                <a:gd name="connsiteX2" fmla="*/ 45304 w 49715"/>
                <a:gd name="connsiteY2" fmla="*/ 95565 h 143724"/>
                <a:gd name="connsiteX3" fmla="*/ 45304 w 49715"/>
                <a:gd name="connsiteY3" fmla="*/ 136260 h 143724"/>
                <a:gd name="connsiteX4" fmla="*/ 37193 w 49715"/>
                <a:gd name="connsiteY4" fmla="*/ 142943 h 143724"/>
                <a:gd name="connsiteX5" fmla="*/ 26003 w 49715"/>
                <a:gd name="connsiteY5" fmla="*/ 141441 h 143724"/>
                <a:gd name="connsiteX6" fmla="*/ 22699 w 49715"/>
                <a:gd name="connsiteY6" fmla="*/ 133933 h 143724"/>
                <a:gd name="connsiteX7" fmla="*/ 1971 w 49715"/>
                <a:gd name="connsiteY7" fmla="*/ 21306 h 143724"/>
                <a:gd name="connsiteX8" fmla="*/ 1971 w 49715"/>
                <a:gd name="connsiteY8" fmla="*/ 1409 h 143724"/>
                <a:gd name="connsiteX9" fmla="*/ 17142 w 49715"/>
                <a:gd name="connsiteY9" fmla="*/ 6665 h 143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9715" h="143724">
                  <a:moveTo>
                    <a:pt x="17142" y="6665"/>
                  </a:moveTo>
                  <a:cubicBezTo>
                    <a:pt x="20295" y="10974"/>
                    <a:pt x="22549" y="15914"/>
                    <a:pt x="23675" y="21156"/>
                  </a:cubicBezTo>
                  <a:lnTo>
                    <a:pt x="45304" y="95565"/>
                  </a:lnTo>
                  <a:cubicBezTo>
                    <a:pt x="49209" y="109230"/>
                    <a:pt x="52814" y="124247"/>
                    <a:pt x="45304" y="136260"/>
                  </a:cubicBezTo>
                  <a:cubicBezTo>
                    <a:pt x="43351" y="139301"/>
                    <a:pt x="40573" y="141643"/>
                    <a:pt x="37193" y="142943"/>
                  </a:cubicBezTo>
                  <a:cubicBezTo>
                    <a:pt x="33438" y="144334"/>
                    <a:pt x="29233" y="143772"/>
                    <a:pt x="26003" y="141441"/>
                  </a:cubicBezTo>
                  <a:cubicBezTo>
                    <a:pt x="24050" y="139411"/>
                    <a:pt x="22849" y="136748"/>
                    <a:pt x="22699" y="133933"/>
                  </a:cubicBezTo>
                  <a:lnTo>
                    <a:pt x="1971" y="21306"/>
                  </a:lnTo>
                  <a:cubicBezTo>
                    <a:pt x="1145" y="16576"/>
                    <a:pt x="-2084" y="5463"/>
                    <a:pt x="1971" y="1409"/>
                  </a:cubicBezTo>
                  <a:cubicBezTo>
                    <a:pt x="6027" y="-2646"/>
                    <a:pt x="13912" y="2760"/>
                    <a:pt x="17142" y="6665"/>
                  </a:cubicBezTo>
                  <a:close/>
                </a:path>
              </a:pathLst>
            </a:custGeom>
            <a:solidFill>
              <a:srgbClr val="F5F5F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1" name="Content Placeholder 4">
              <a:extLst>
                <a:ext uri="{FF2B5EF4-FFF2-40B4-BE49-F238E27FC236}">
                  <a16:creationId xmlns:a16="http://schemas.microsoft.com/office/drawing/2014/main" id="{3F92B7AA-A6D1-2649-119C-E877F2F5138C}"/>
                </a:ext>
              </a:extLst>
            </p:cNvPr>
            <p:cNvSpPr/>
            <p:nvPr/>
          </p:nvSpPr>
          <p:spPr>
            <a:xfrm>
              <a:off x="11743528" y="625803"/>
              <a:ext cx="74189" cy="153554"/>
            </a:xfrm>
            <a:custGeom>
              <a:avLst/>
              <a:gdLst>
                <a:gd name="connsiteX0" fmla="*/ 33390 w 74189"/>
                <a:gd name="connsiteY0" fmla="*/ 31972 h 153554"/>
                <a:gd name="connsiteX1" fmla="*/ 1323 w 74189"/>
                <a:gd name="connsiteY1" fmla="*/ 130558 h 153554"/>
                <a:gd name="connsiteX2" fmla="*/ 1323 w 74189"/>
                <a:gd name="connsiteY2" fmla="*/ 146325 h 153554"/>
                <a:gd name="connsiteX3" fmla="*/ 16342 w 74189"/>
                <a:gd name="connsiteY3" fmla="*/ 153158 h 153554"/>
                <a:gd name="connsiteX4" fmla="*/ 25054 w 74189"/>
                <a:gd name="connsiteY4" fmla="*/ 140093 h 153554"/>
                <a:gd name="connsiteX5" fmla="*/ 30161 w 74189"/>
                <a:gd name="connsiteY5" fmla="*/ 113288 h 153554"/>
                <a:gd name="connsiteX6" fmla="*/ 61853 w 74189"/>
                <a:gd name="connsiteY6" fmla="*/ 40982 h 153554"/>
                <a:gd name="connsiteX7" fmla="*/ 73719 w 74189"/>
                <a:gd name="connsiteY7" fmla="*/ 8470 h 153554"/>
                <a:gd name="connsiteX8" fmla="*/ 52466 w 74189"/>
                <a:gd name="connsiteY8" fmla="*/ 962 h 153554"/>
                <a:gd name="connsiteX9" fmla="*/ 33390 w 74189"/>
                <a:gd name="connsiteY9" fmla="*/ 31972 h 153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4189" h="153554">
                  <a:moveTo>
                    <a:pt x="33390" y="31972"/>
                  </a:moveTo>
                  <a:cubicBezTo>
                    <a:pt x="24528" y="65234"/>
                    <a:pt x="8833" y="97070"/>
                    <a:pt x="1323" y="130558"/>
                  </a:cubicBezTo>
                  <a:cubicBezTo>
                    <a:pt x="-480" y="135665"/>
                    <a:pt x="-480" y="141218"/>
                    <a:pt x="1323" y="146325"/>
                  </a:cubicBezTo>
                  <a:cubicBezTo>
                    <a:pt x="4176" y="151769"/>
                    <a:pt x="10334" y="154582"/>
                    <a:pt x="16342" y="153158"/>
                  </a:cubicBezTo>
                  <a:cubicBezTo>
                    <a:pt x="21450" y="150788"/>
                    <a:pt x="24829" y="145740"/>
                    <a:pt x="25054" y="140093"/>
                  </a:cubicBezTo>
                  <a:cubicBezTo>
                    <a:pt x="26706" y="131158"/>
                    <a:pt x="27983" y="122148"/>
                    <a:pt x="30161" y="113288"/>
                  </a:cubicBezTo>
                  <a:cubicBezTo>
                    <a:pt x="36470" y="88060"/>
                    <a:pt x="50213" y="64708"/>
                    <a:pt x="61853" y="40982"/>
                  </a:cubicBezTo>
                  <a:cubicBezTo>
                    <a:pt x="65983" y="32572"/>
                    <a:pt x="76422" y="17856"/>
                    <a:pt x="73719" y="8470"/>
                  </a:cubicBezTo>
                  <a:cubicBezTo>
                    <a:pt x="71541" y="962"/>
                    <a:pt x="60426" y="-1666"/>
                    <a:pt x="52466" y="962"/>
                  </a:cubicBezTo>
                  <a:cubicBezTo>
                    <a:pt x="38872" y="5166"/>
                    <a:pt x="36244" y="21535"/>
                    <a:pt x="33390" y="31972"/>
                  </a:cubicBezTo>
                  <a:close/>
                </a:path>
              </a:pathLst>
            </a:custGeom>
            <a:solidFill>
              <a:srgbClr val="F5F5F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2" name="Content Placeholder 4">
              <a:extLst>
                <a:ext uri="{FF2B5EF4-FFF2-40B4-BE49-F238E27FC236}">
                  <a16:creationId xmlns:a16="http://schemas.microsoft.com/office/drawing/2014/main" id="{87732294-F352-9F23-F278-7BCDBA11AA8A}"/>
                </a:ext>
              </a:extLst>
            </p:cNvPr>
            <p:cNvSpPr/>
            <p:nvPr/>
          </p:nvSpPr>
          <p:spPr>
            <a:xfrm>
              <a:off x="11748753" y="616052"/>
              <a:ext cx="190652" cy="391952"/>
            </a:xfrm>
            <a:custGeom>
              <a:avLst/>
              <a:gdLst>
                <a:gd name="connsiteX0" fmla="*/ 116257 w 190652"/>
                <a:gd name="connsiteY0" fmla="*/ 3955 h 391952"/>
                <a:gd name="connsiteX1" fmla="*/ 127598 w 190652"/>
                <a:gd name="connsiteY1" fmla="*/ 1778 h 391952"/>
                <a:gd name="connsiteX2" fmla="*/ 140214 w 190652"/>
                <a:gd name="connsiteY2" fmla="*/ 17545 h 391952"/>
                <a:gd name="connsiteX3" fmla="*/ 155234 w 190652"/>
                <a:gd name="connsiteY3" fmla="*/ 133025 h 391952"/>
                <a:gd name="connsiteX4" fmla="*/ 161468 w 190652"/>
                <a:gd name="connsiteY4" fmla="*/ 197448 h 391952"/>
                <a:gd name="connsiteX5" fmla="*/ 167100 w 190652"/>
                <a:gd name="connsiteY5" fmla="*/ 223502 h 391952"/>
                <a:gd name="connsiteX6" fmla="*/ 170329 w 190652"/>
                <a:gd name="connsiteY6" fmla="*/ 256014 h 391952"/>
                <a:gd name="connsiteX7" fmla="*/ 185349 w 190652"/>
                <a:gd name="connsiteY7" fmla="*/ 321337 h 391952"/>
                <a:gd name="connsiteX8" fmla="*/ 187678 w 190652"/>
                <a:gd name="connsiteY8" fmla="*/ 387712 h 391952"/>
                <a:gd name="connsiteX9" fmla="*/ 178065 w 190652"/>
                <a:gd name="connsiteY9" fmla="*/ 386361 h 391952"/>
                <a:gd name="connsiteX10" fmla="*/ 174310 w 190652"/>
                <a:gd name="connsiteY10" fmla="*/ 376374 h 391952"/>
                <a:gd name="connsiteX11" fmla="*/ 165673 w 190652"/>
                <a:gd name="connsiteY11" fmla="*/ 330272 h 391952"/>
                <a:gd name="connsiteX12" fmla="*/ 154033 w 190652"/>
                <a:gd name="connsiteY12" fmla="*/ 290628 h 391952"/>
                <a:gd name="connsiteX13" fmla="*/ 139013 w 190652"/>
                <a:gd name="connsiteY13" fmla="*/ 269604 h 391952"/>
                <a:gd name="connsiteX14" fmla="*/ 80435 w 190652"/>
                <a:gd name="connsiteY14" fmla="*/ 237994 h 391952"/>
                <a:gd name="connsiteX15" fmla="*/ 27865 w 190652"/>
                <a:gd name="connsiteY15" fmla="*/ 272608 h 391952"/>
                <a:gd name="connsiteX16" fmla="*/ 27865 w 190652"/>
                <a:gd name="connsiteY16" fmla="*/ 301665 h 391952"/>
                <a:gd name="connsiteX17" fmla="*/ 17126 w 190652"/>
                <a:gd name="connsiteY17" fmla="*/ 381480 h 391952"/>
                <a:gd name="connsiteX18" fmla="*/ 12094 w 190652"/>
                <a:gd name="connsiteY18" fmla="*/ 390115 h 391952"/>
                <a:gd name="connsiteX19" fmla="*/ 3007 w 190652"/>
                <a:gd name="connsiteY19" fmla="*/ 390115 h 391952"/>
                <a:gd name="connsiteX20" fmla="*/ 1580 w 190652"/>
                <a:gd name="connsiteY20" fmla="*/ 385084 h 391952"/>
                <a:gd name="connsiteX21" fmla="*/ 28616 w 190652"/>
                <a:gd name="connsiteY21" fmla="*/ 147967 h 391952"/>
                <a:gd name="connsiteX22" fmla="*/ 41158 w 190652"/>
                <a:gd name="connsiteY22" fmla="*/ 98036 h 391952"/>
                <a:gd name="connsiteX23" fmla="*/ 52498 w 190652"/>
                <a:gd name="connsiteY23" fmla="*/ 59217 h 391952"/>
                <a:gd name="connsiteX24" fmla="*/ 64363 w 190652"/>
                <a:gd name="connsiteY24" fmla="*/ 3429 h 391952"/>
                <a:gd name="connsiteX25" fmla="*/ 86893 w 190652"/>
                <a:gd name="connsiteY25" fmla="*/ 5682 h 391952"/>
                <a:gd name="connsiteX26" fmla="*/ 116257 w 190652"/>
                <a:gd name="connsiteY26" fmla="*/ 3955 h 391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90652" h="391952">
                  <a:moveTo>
                    <a:pt x="116257" y="3955"/>
                  </a:moveTo>
                  <a:cubicBezTo>
                    <a:pt x="119787" y="2321"/>
                    <a:pt x="123692" y="1574"/>
                    <a:pt x="127598" y="1778"/>
                  </a:cubicBezTo>
                  <a:cubicBezTo>
                    <a:pt x="134657" y="2979"/>
                    <a:pt x="138187" y="10713"/>
                    <a:pt x="140214" y="17545"/>
                  </a:cubicBezTo>
                  <a:cubicBezTo>
                    <a:pt x="151554" y="55088"/>
                    <a:pt x="153807" y="94132"/>
                    <a:pt x="155234" y="133025"/>
                  </a:cubicBezTo>
                  <a:cubicBezTo>
                    <a:pt x="155685" y="154628"/>
                    <a:pt x="157713" y="176166"/>
                    <a:pt x="161468" y="197448"/>
                  </a:cubicBezTo>
                  <a:cubicBezTo>
                    <a:pt x="163270" y="206158"/>
                    <a:pt x="165673" y="214717"/>
                    <a:pt x="167100" y="223502"/>
                  </a:cubicBezTo>
                  <a:cubicBezTo>
                    <a:pt x="168827" y="234239"/>
                    <a:pt x="169053" y="245202"/>
                    <a:pt x="170329" y="256014"/>
                  </a:cubicBezTo>
                  <a:cubicBezTo>
                    <a:pt x="174159" y="278037"/>
                    <a:pt x="179191" y="299842"/>
                    <a:pt x="185349" y="321337"/>
                  </a:cubicBezTo>
                  <a:cubicBezTo>
                    <a:pt x="191508" y="342950"/>
                    <a:pt x="192259" y="365727"/>
                    <a:pt x="187678" y="387712"/>
                  </a:cubicBezTo>
                  <a:cubicBezTo>
                    <a:pt x="184598" y="389882"/>
                    <a:pt x="180393" y="389289"/>
                    <a:pt x="178065" y="386361"/>
                  </a:cubicBezTo>
                  <a:cubicBezTo>
                    <a:pt x="175962" y="383410"/>
                    <a:pt x="174685" y="379971"/>
                    <a:pt x="174310" y="376374"/>
                  </a:cubicBezTo>
                  <a:lnTo>
                    <a:pt x="165673" y="330272"/>
                  </a:lnTo>
                  <a:cubicBezTo>
                    <a:pt x="163795" y="316558"/>
                    <a:pt x="159816" y="303200"/>
                    <a:pt x="154033" y="290628"/>
                  </a:cubicBezTo>
                  <a:cubicBezTo>
                    <a:pt x="149977" y="282986"/>
                    <a:pt x="144945" y="275916"/>
                    <a:pt x="139013" y="269604"/>
                  </a:cubicBezTo>
                  <a:cubicBezTo>
                    <a:pt x="123542" y="252935"/>
                    <a:pt x="103115" y="239570"/>
                    <a:pt x="80435" y="237994"/>
                  </a:cubicBezTo>
                  <a:cubicBezTo>
                    <a:pt x="57754" y="236417"/>
                    <a:pt x="33272" y="250458"/>
                    <a:pt x="27865" y="272608"/>
                  </a:cubicBezTo>
                  <a:cubicBezTo>
                    <a:pt x="26438" y="282241"/>
                    <a:pt x="26438" y="292032"/>
                    <a:pt x="27865" y="301665"/>
                  </a:cubicBezTo>
                  <a:cubicBezTo>
                    <a:pt x="29592" y="328717"/>
                    <a:pt x="25912" y="355839"/>
                    <a:pt x="17126" y="381480"/>
                  </a:cubicBezTo>
                  <a:cubicBezTo>
                    <a:pt x="16299" y="384769"/>
                    <a:pt x="14572" y="387765"/>
                    <a:pt x="12094" y="390115"/>
                  </a:cubicBezTo>
                  <a:cubicBezTo>
                    <a:pt x="9541" y="392525"/>
                    <a:pt x="5560" y="392525"/>
                    <a:pt x="3007" y="390115"/>
                  </a:cubicBezTo>
                  <a:cubicBezTo>
                    <a:pt x="2031" y="388613"/>
                    <a:pt x="1580" y="386864"/>
                    <a:pt x="1580" y="385084"/>
                  </a:cubicBezTo>
                  <a:cubicBezTo>
                    <a:pt x="-5329" y="305495"/>
                    <a:pt x="11193" y="225980"/>
                    <a:pt x="28616" y="147967"/>
                  </a:cubicBezTo>
                  <a:cubicBezTo>
                    <a:pt x="32295" y="131223"/>
                    <a:pt x="36126" y="114480"/>
                    <a:pt x="41158" y="98036"/>
                  </a:cubicBezTo>
                  <a:cubicBezTo>
                    <a:pt x="45588" y="85299"/>
                    <a:pt x="49418" y="72342"/>
                    <a:pt x="52498" y="59217"/>
                  </a:cubicBezTo>
                  <a:cubicBezTo>
                    <a:pt x="55577" y="43149"/>
                    <a:pt x="53474" y="16795"/>
                    <a:pt x="64363" y="3429"/>
                  </a:cubicBezTo>
                  <a:cubicBezTo>
                    <a:pt x="70972" y="-4529"/>
                    <a:pt x="77281" y="3429"/>
                    <a:pt x="86893" y="5682"/>
                  </a:cubicBezTo>
                  <a:cubicBezTo>
                    <a:pt x="96657" y="7630"/>
                    <a:pt x="106795" y="7035"/>
                    <a:pt x="116257" y="3955"/>
                  </a:cubicBezTo>
                  <a:close/>
                </a:path>
              </a:pathLst>
            </a:custGeom>
            <a:solidFill>
              <a:srgbClr val="F5F5F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3" name="Content Placeholder 4">
              <a:extLst>
                <a:ext uri="{FF2B5EF4-FFF2-40B4-BE49-F238E27FC236}">
                  <a16:creationId xmlns:a16="http://schemas.microsoft.com/office/drawing/2014/main" id="{272B8E97-3402-B955-6547-90C8B5F4C1DE}"/>
                </a:ext>
              </a:extLst>
            </p:cNvPr>
            <p:cNvSpPr/>
            <p:nvPr/>
          </p:nvSpPr>
          <p:spPr>
            <a:xfrm>
              <a:off x="11799903" y="508610"/>
              <a:ext cx="81597" cy="104894"/>
            </a:xfrm>
            <a:custGeom>
              <a:avLst/>
              <a:gdLst>
                <a:gd name="connsiteX0" fmla="*/ 43479 w 81597"/>
                <a:gd name="connsiteY0" fmla="*/ 104865 h 104894"/>
                <a:gd name="connsiteX1" fmla="*/ 63455 w 81597"/>
                <a:gd name="connsiteY1" fmla="*/ 94879 h 104894"/>
                <a:gd name="connsiteX2" fmla="*/ 80653 w 81597"/>
                <a:gd name="connsiteY2" fmla="*/ 14013 h 104894"/>
                <a:gd name="connsiteX3" fmla="*/ 78475 w 81597"/>
                <a:gd name="connsiteY3" fmla="*/ 5303 h 104894"/>
                <a:gd name="connsiteX4" fmla="*/ 66084 w 81597"/>
                <a:gd name="connsiteY4" fmla="*/ -28 h 104894"/>
                <a:gd name="connsiteX5" fmla="*/ 7055 w 81597"/>
                <a:gd name="connsiteY5" fmla="*/ 1774 h 104894"/>
                <a:gd name="connsiteX6" fmla="*/ 2249 w 81597"/>
                <a:gd name="connsiteY6" fmla="*/ 3050 h 104894"/>
                <a:gd name="connsiteX7" fmla="*/ 71 w 81597"/>
                <a:gd name="connsiteY7" fmla="*/ 7781 h 104894"/>
                <a:gd name="connsiteX8" fmla="*/ 1197 w 81597"/>
                <a:gd name="connsiteY8" fmla="*/ 32784 h 104894"/>
                <a:gd name="connsiteX9" fmla="*/ 2924 w 81597"/>
                <a:gd name="connsiteY9" fmla="*/ 58388 h 104894"/>
                <a:gd name="connsiteX10" fmla="*/ 27557 w 81597"/>
                <a:gd name="connsiteY10" fmla="*/ 99384 h 104894"/>
                <a:gd name="connsiteX11" fmla="*/ 43479 w 81597"/>
                <a:gd name="connsiteY11" fmla="*/ 104865 h 104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1597" h="104894">
                  <a:moveTo>
                    <a:pt x="43479" y="104865"/>
                  </a:moveTo>
                  <a:cubicBezTo>
                    <a:pt x="51214" y="104297"/>
                    <a:pt x="58348" y="100708"/>
                    <a:pt x="63455" y="94879"/>
                  </a:cubicBezTo>
                  <a:cubicBezTo>
                    <a:pt x="83207" y="74381"/>
                    <a:pt x="82605" y="42320"/>
                    <a:pt x="80653" y="14013"/>
                  </a:cubicBezTo>
                  <a:cubicBezTo>
                    <a:pt x="80728" y="10967"/>
                    <a:pt x="79977" y="7959"/>
                    <a:pt x="78475" y="5303"/>
                  </a:cubicBezTo>
                  <a:cubicBezTo>
                    <a:pt x="75321" y="1845"/>
                    <a:pt x="70815" y="-95"/>
                    <a:pt x="66084" y="-28"/>
                  </a:cubicBezTo>
                  <a:cubicBezTo>
                    <a:pt x="46408" y="-28"/>
                    <a:pt x="26957" y="798"/>
                    <a:pt x="7055" y="1774"/>
                  </a:cubicBezTo>
                  <a:cubicBezTo>
                    <a:pt x="5328" y="1696"/>
                    <a:pt x="3675" y="2141"/>
                    <a:pt x="2249" y="3050"/>
                  </a:cubicBezTo>
                  <a:cubicBezTo>
                    <a:pt x="972" y="4317"/>
                    <a:pt x="221" y="5994"/>
                    <a:pt x="71" y="7781"/>
                  </a:cubicBezTo>
                  <a:cubicBezTo>
                    <a:pt x="-229" y="16132"/>
                    <a:pt x="146" y="24493"/>
                    <a:pt x="1197" y="32784"/>
                  </a:cubicBezTo>
                  <a:cubicBezTo>
                    <a:pt x="972" y="41354"/>
                    <a:pt x="1498" y="49929"/>
                    <a:pt x="2924" y="58388"/>
                  </a:cubicBezTo>
                  <a:cubicBezTo>
                    <a:pt x="5027" y="74897"/>
                    <a:pt x="13964" y="89767"/>
                    <a:pt x="27557" y="99384"/>
                  </a:cubicBezTo>
                  <a:cubicBezTo>
                    <a:pt x="32214" y="102722"/>
                    <a:pt x="37771" y="104627"/>
                    <a:pt x="43479" y="104865"/>
                  </a:cubicBezTo>
                  <a:close/>
                </a:path>
              </a:pathLst>
            </a:custGeom>
            <a:solidFill>
              <a:srgbClr val="F0E5D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4" name="Content Placeholder 4">
              <a:extLst>
                <a:ext uri="{FF2B5EF4-FFF2-40B4-BE49-F238E27FC236}">
                  <a16:creationId xmlns:a16="http://schemas.microsoft.com/office/drawing/2014/main" id="{A288D30C-9A12-F2D8-2403-0D15B4122E9B}"/>
                </a:ext>
              </a:extLst>
            </p:cNvPr>
            <p:cNvSpPr/>
            <p:nvPr/>
          </p:nvSpPr>
          <p:spPr>
            <a:xfrm>
              <a:off x="11773888" y="697020"/>
              <a:ext cx="131557" cy="101935"/>
            </a:xfrm>
            <a:custGeom>
              <a:avLst/>
              <a:gdLst>
                <a:gd name="connsiteX0" fmla="*/ 114479 w 131557"/>
                <a:gd name="connsiteY0" fmla="*/ 1525 h 101935"/>
                <a:gd name="connsiteX1" fmla="*/ 121989 w 131557"/>
                <a:gd name="connsiteY1" fmla="*/ 3027 h 101935"/>
                <a:gd name="connsiteX2" fmla="*/ 131527 w 131557"/>
                <a:gd name="connsiteY2" fmla="*/ 18569 h 101935"/>
                <a:gd name="connsiteX3" fmla="*/ 128823 w 131557"/>
                <a:gd name="connsiteY3" fmla="*/ 89975 h 101935"/>
                <a:gd name="connsiteX4" fmla="*/ 126645 w 131557"/>
                <a:gd name="connsiteY4" fmla="*/ 95981 h 101935"/>
                <a:gd name="connsiteX5" fmla="*/ 121688 w 131557"/>
                <a:gd name="connsiteY5" fmla="*/ 98759 h 101935"/>
                <a:gd name="connsiteX6" fmla="*/ 98483 w 131557"/>
                <a:gd name="connsiteY6" fmla="*/ 101538 h 101935"/>
                <a:gd name="connsiteX7" fmla="*/ 16774 w 131557"/>
                <a:gd name="connsiteY7" fmla="*/ 99360 h 101935"/>
                <a:gd name="connsiteX8" fmla="*/ 6110 w 131557"/>
                <a:gd name="connsiteY8" fmla="*/ 95906 h 101935"/>
                <a:gd name="connsiteX9" fmla="*/ 1153 w 131557"/>
                <a:gd name="connsiteY9" fmla="*/ 87197 h 101935"/>
                <a:gd name="connsiteX10" fmla="*/ 1153 w 131557"/>
                <a:gd name="connsiteY10" fmla="*/ 21197 h 101935"/>
                <a:gd name="connsiteX11" fmla="*/ 11817 w 131557"/>
                <a:gd name="connsiteY11" fmla="*/ 1675 h 101935"/>
                <a:gd name="connsiteX12" fmla="*/ 34347 w 131557"/>
                <a:gd name="connsiteY12" fmla="*/ 549 h 101935"/>
                <a:gd name="connsiteX13" fmla="*/ 114479 w 131557"/>
                <a:gd name="connsiteY13" fmla="*/ 1525 h 10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1557" h="101935">
                  <a:moveTo>
                    <a:pt x="114479" y="1525"/>
                  </a:moveTo>
                  <a:cubicBezTo>
                    <a:pt x="117032" y="1567"/>
                    <a:pt x="119586" y="2075"/>
                    <a:pt x="121989" y="3027"/>
                  </a:cubicBezTo>
                  <a:cubicBezTo>
                    <a:pt x="127922" y="5929"/>
                    <a:pt x="131602" y="11981"/>
                    <a:pt x="131527" y="18569"/>
                  </a:cubicBezTo>
                  <a:cubicBezTo>
                    <a:pt x="130475" y="41770"/>
                    <a:pt x="132729" y="66323"/>
                    <a:pt x="128823" y="89975"/>
                  </a:cubicBezTo>
                  <a:cubicBezTo>
                    <a:pt x="128673" y="92142"/>
                    <a:pt x="127922" y="94225"/>
                    <a:pt x="126645" y="95981"/>
                  </a:cubicBezTo>
                  <a:cubicBezTo>
                    <a:pt x="125294" y="97319"/>
                    <a:pt x="123566" y="98275"/>
                    <a:pt x="121688" y="98759"/>
                  </a:cubicBezTo>
                  <a:cubicBezTo>
                    <a:pt x="114104" y="100813"/>
                    <a:pt x="106293" y="101749"/>
                    <a:pt x="98483" y="101538"/>
                  </a:cubicBezTo>
                  <a:cubicBezTo>
                    <a:pt x="71221" y="102429"/>
                    <a:pt x="43960" y="101701"/>
                    <a:pt x="16774" y="99360"/>
                  </a:cubicBezTo>
                  <a:cubicBezTo>
                    <a:pt x="12944" y="99272"/>
                    <a:pt x="9264" y="98071"/>
                    <a:pt x="6110" y="95906"/>
                  </a:cubicBezTo>
                  <a:cubicBezTo>
                    <a:pt x="3406" y="93740"/>
                    <a:pt x="1603" y="90625"/>
                    <a:pt x="1153" y="87197"/>
                  </a:cubicBezTo>
                  <a:cubicBezTo>
                    <a:pt x="-423" y="65224"/>
                    <a:pt x="-423" y="43170"/>
                    <a:pt x="1153" y="21197"/>
                  </a:cubicBezTo>
                  <a:cubicBezTo>
                    <a:pt x="1153" y="12562"/>
                    <a:pt x="3106" y="5054"/>
                    <a:pt x="11817" y="1675"/>
                  </a:cubicBezTo>
                  <a:cubicBezTo>
                    <a:pt x="19178" y="-119"/>
                    <a:pt x="26837" y="-502"/>
                    <a:pt x="34347" y="549"/>
                  </a:cubicBezTo>
                  <a:cubicBezTo>
                    <a:pt x="59431" y="2576"/>
                    <a:pt x="89771" y="98"/>
                    <a:pt x="114479" y="1525"/>
                  </a:cubicBezTo>
                  <a:close/>
                </a:path>
              </a:pathLst>
            </a:custGeom>
            <a:solidFill>
              <a:srgbClr val="E3E3E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5" name="Content Placeholder 4">
              <a:extLst>
                <a:ext uri="{FF2B5EF4-FFF2-40B4-BE49-F238E27FC236}">
                  <a16:creationId xmlns:a16="http://schemas.microsoft.com/office/drawing/2014/main" id="{7258C432-0EE0-FDF3-BDC8-8006E6F49622}"/>
                </a:ext>
              </a:extLst>
            </p:cNvPr>
            <p:cNvSpPr/>
            <p:nvPr/>
          </p:nvSpPr>
          <p:spPr>
            <a:xfrm>
              <a:off x="11827866" y="739014"/>
              <a:ext cx="27815" cy="22046"/>
            </a:xfrm>
            <a:custGeom>
              <a:avLst/>
              <a:gdLst>
                <a:gd name="connsiteX0" fmla="*/ 5002 w 27815"/>
                <a:gd name="connsiteY0" fmla="*/ 21852 h 22046"/>
                <a:gd name="connsiteX1" fmla="*/ 26706 w 27815"/>
                <a:gd name="connsiteY1" fmla="*/ 13067 h 22046"/>
                <a:gd name="connsiteX2" fmla="*/ 27757 w 27815"/>
                <a:gd name="connsiteY2" fmla="*/ 11454 h 22046"/>
                <a:gd name="connsiteX3" fmla="*/ 27457 w 27815"/>
                <a:gd name="connsiteY3" fmla="*/ 10890 h 22046"/>
                <a:gd name="connsiteX4" fmla="*/ 18220 w 27815"/>
                <a:gd name="connsiteY4" fmla="*/ 5408 h 22046"/>
                <a:gd name="connsiteX5" fmla="*/ 3651 w 27815"/>
                <a:gd name="connsiteY5" fmla="*/ 153 h 22046"/>
                <a:gd name="connsiteX6" fmla="*/ 3200 w 27815"/>
                <a:gd name="connsiteY6" fmla="*/ 153 h 22046"/>
                <a:gd name="connsiteX7" fmla="*/ 120 w 27815"/>
                <a:gd name="connsiteY7" fmla="*/ 1397 h 22046"/>
                <a:gd name="connsiteX8" fmla="*/ -29 w 27815"/>
                <a:gd name="connsiteY8" fmla="*/ 2255 h 22046"/>
                <a:gd name="connsiteX9" fmla="*/ 2298 w 27815"/>
                <a:gd name="connsiteY9" fmla="*/ 20425 h 22046"/>
                <a:gd name="connsiteX10" fmla="*/ 4552 w 27815"/>
                <a:gd name="connsiteY10" fmla="*/ 21983 h 22046"/>
                <a:gd name="connsiteX11" fmla="*/ 5002 w 27815"/>
                <a:gd name="connsiteY11" fmla="*/ 21852 h 22046"/>
                <a:gd name="connsiteX12" fmla="*/ 13639 w 27815"/>
                <a:gd name="connsiteY12" fmla="*/ 6835 h 22046"/>
                <a:gd name="connsiteX13" fmla="*/ 23702 w 27815"/>
                <a:gd name="connsiteY13" fmla="*/ 11115 h 22046"/>
                <a:gd name="connsiteX14" fmla="*/ 5603 w 27815"/>
                <a:gd name="connsiteY14" fmla="*/ 17422 h 22046"/>
                <a:gd name="connsiteX15" fmla="*/ 4852 w 27815"/>
                <a:gd name="connsiteY15" fmla="*/ 3006 h 22046"/>
                <a:gd name="connsiteX16" fmla="*/ 13639 w 27815"/>
                <a:gd name="connsiteY16" fmla="*/ 6910 h 22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815" h="22046">
                  <a:moveTo>
                    <a:pt x="5002" y="21852"/>
                  </a:moveTo>
                  <a:cubicBezTo>
                    <a:pt x="11987" y="18321"/>
                    <a:pt x="19271" y="15383"/>
                    <a:pt x="26706" y="13067"/>
                  </a:cubicBezTo>
                  <a:cubicBezTo>
                    <a:pt x="27457" y="12905"/>
                    <a:pt x="27908" y="12183"/>
                    <a:pt x="27757" y="11454"/>
                  </a:cubicBezTo>
                  <a:cubicBezTo>
                    <a:pt x="27682" y="11247"/>
                    <a:pt x="27607" y="11053"/>
                    <a:pt x="27457" y="10890"/>
                  </a:cubicBezTo>
                  <a:cubicBezTo>
                    <a:pt x="24904" y="8280"/>
                    <a:pt x="21749" y="6389"/>
                    <a:pt x="18220" y="5408"/>
                  </a:cubicBezTo>
                  <a:cubicBezTo>
                    <a:pt x="13563" y="3214"/>
                    <a:pt x="8682" y="1454"/>
                    <a:pt x="3651" y="153"/>
                  </a:cubicBezTo>
                  <a:lnTo>
                    <a:pt x="3200" y="153"/>
                  </a:lnTo>
                  <a:cubicBezTo>
                    <a:pt x="1998" y="-345"/>
                    <a:pt x="646" y="212"/>
                    <a:pt x="120" y="1397"/>
                  </a:cubicBezTo>
                  <a:cubicBezTo>
                    <a:pt x="46" y="1669"/>
                    <a:pt x="-29" y="1960"/>
                    <a:pt x="-29" y="2255"/>
                  </a:cubicBezTo>
                  <a:cubicBezTo>
                    <a:pt x="-29" y="8385"/>
                    <a:pt x="797" y="14488"/>
                    <a:pt x="2298" y="20425"/>
                  </a:cubicBezTo>
                  <a:cubicBezTo>
                    <a:pt x="2524" y="21485"/>
                    <a:pt x="3500" y="22182"/>
                    <a:pt x="4552" y="21983"/>
                  </a:cubicBezTo>
                  <a:cubicBezTo>
                    <a:pt x="4702" y="21956"/>
                    <a:pt x="4852" y="21911"/>
                    <a:pt x="5002" y="21852"/>
                  </a:cubicBezTo>
                  <a:close/>
                  <a:moveTo>
                    <a:pt x="13639" y="6835"/>
                  </a:moveTo>
                  <a:cubicBezTo>
                    <a:pt x="17093" y="8036"/>
                    <a:pt x="20473" y="9466"/>
                    <a:pt x="23702" y="11115"/>
                  </a:cubicBezTo>
                  <a:cubicBezTo>
                    <a:pt x="17544" y="12917"/>
                    <a:pt x="11611" y="15169"/>
                    <a:pt x="5603" y="17422"/>
                  </a:cubicBezTo>
                  <a:cubicBezTo>
                    <a:pt x="4627" y="12680"/>
                    <a:pt x="4401" y="7822"/>
                    <a:pt x="4852" y="3006"/>
                  </a:cubicBezTo>
                  <a:cubicBezTo>
                    <a:pt x="7856" y="4582"/>
                    <a:pt x="10710" y="5559"/>
                    <a:pt x="13639" y="6910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6" name="Content Placeholder 4">
              <a:extLst>
                <a:ext uri="{FF2B5EF4-FFF2-40B4-BE49-F238E27FC236}">
                  <a16:creationId xmlns:a16="http://schemas.microsoft.com/office/drawing/2014/main" id="{D7D2930C-CC43-F594-EF8A-60C7717CCB7C}"/>
                </a:ext>
              </a:extLst>
            </p:cNvPr>
            <p:cNvSpPr/>
            <p:nvPr/>
          </p:nvSpPr>
          <p:spPr>
            <a:xfrm>
              <a:off x="11752388" y="754330"/>
              <a:ext cx="37638" cy="28339"/>
            </a:xfrm>
            <a:custGeom>
              <a:avLst/>
              <a:gdLst>
                <a:gd name="connsiteX0" fmla="*/ 23178 w 37638"/>
                <a:gd name="connsiteY0" fmla="*/ 25758 h 28339"/>
                <a:gd name="connsiteX1" fmla="*/ 32566 w 37638"/>
                <a:gd name="connsiteY1" fmla="*/ 22079 h 28339"/>
                <a:gd name="connsiteX2" fmla="*/ 37598 w 37638"/>
                <a:gd name="connsiteY2" fmla="*/ 13744 h 28339"/>
                <a:gd name="connsiteX3" fmla="*/ 36922 w 37638"/>
                <a:gd name="connsiteY3" fmla="*/ 11191 h 28339"/>
                <a:gd name="connsiteX4" fmla="*/ 35344 w 37638"/>
                <a:gd name="connsiteY4" fmla="*/ 9990 h 28339"/>
                <a:gd name="connsiteX5" fmla="*/ 27834 w 37638"/>
                <a:gd name="connsiteY5" fmla="*/ 7812 h 28339"/>
                <a:gd name="connsiteX6" fmla="*/ 22878 w 37638"/>
                <a:gd name="connsiteY6" fmla="*/ 5560 h 28339"/>
                <a:gd name="connsiteX7" fmla="*/ 22878 w 37638"/>
                <a:gd name="connsiteY7" fmla="*/ 3007 h 28339"/>
                <a:gd name="connsiteX8" fmla="*/ 15818 w 37638"/>
                <a:gd name="connsiteY8" fmla="*/ 754 h 28339"/>
                <a:gd name="connsiteX9" fmla="*/ 10111 w 37638"/>
                <a:gd name="connsiteY9" fmla="*/ 7437 h 28339"/>
                <a:gd name="connsiteX10" fmla="*/ 3427 w 37638"/>
                <a:gd name="connsiteY10" fmla="*/ 13669 h 28339"/>
                <a:gd name="connsiteX11" fmla="*/ 4854 w 37638"/>
                <a:gd name="connsiteY11" fmla="*/ 28085 h 28339"/>
                <a:gd name="connsiteX12" fmla="*/ 23178 w 37638"/>
                <a:gd name="connsiteY12" fmla="*/ 25758 h 28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7638" h="28339">
                  <a:moveTo>
                    <a:pt x="23178" y="25758"/>
                  </a:moveTo>
                  <a:cubicBezTo>
                    <a:pt x="26483" y="25152"/>
                    <a:pt x="29712" y="23902"/>
                    <a:pt x="32566" y="22079"/>
                  </a:cubicBezTo>
                  <a:cubicBezTo>
                    <a:pt x="35419" y="20198"/>
                    <a:pt x="37222" y="17137"/>
                    <a:pt x="37598" y="13744"/>
                  </a:cubicBezTo>
                  <a:cubicBezTo>
                    <a:pt x="37673" y="12844"/>
                    <a:pt x="37372" y="11952"/>
                    <a:pt x="36922" y="11191"/>
                  </a:cubicBezTo>
                  <a:cubicBezTo>
                    <a:pt x="36471" y="10693"/>
                    <a:pt x="35946" y="10285"/>
                    <a:pt x="35344" y="9990"/>
                  </a:cubicBezTo>
                  <a:cubicBezTo>
                    <a:pt x="33017" y="8751"/>
                    <a:pt x="30463" y="8010"/>
                    <a:pt x="27834" y="7812"/>
                  </a:cubicBezTo>
                  <a:cubicBezTo>
                    <a:pt x="25882" y="7812"/>
                    <a:pt x="23404" y="7812"/>
                    <a:pt x="22878" y="5560"/>
                  </a:cubicBezTo>
                  <a:cubicBezTo>
                    <a:pt x="22803" y="4711"/>
                    <a:pt x="22803" y="3856"/>
                    <a:pt x="22878" y="3007"/>
                  </a:cubicBezTo>
                  <a:cubicBezTo>
                    <a:pt x="22878" y="4"/>
                    <a:pt x="18372" y="-822"/>
                    <a:pt x="15818" y="754"/>
                  </a:cubicBezTo>
                  <a:cubicBezTo>
                    <a:pt x="13640" y="2698"/>
                    <a:pt x="11689" y="4949"/>
                    <a:pt x="10111" y="7437"/>
                  </a:cubicBezTo>
                  <a:cubicBezTo>
                    <a:pt x="8008" y="9667"/>
                    <a:pt x="5831" y="11749"/>
                    <a:pt x="3427" y="13669"/>
                  </a:cubicBezTo>
                  <a:cubicBezTo>
                    <a:pt x="-929" y="18024"/>
                    <a:pt x="-1905" y="25457"/>
                    <a:pt x="4854" y="28085"/>
                  </a:cubicBezTo>
                  <a:cubicBezTo>
                    <a:pt x="11087" y="28745"/>
                    <a:pt x="17321" y="27949"/>
                    <a:pt x="23178" y="25758"/>
                  </a:cubicBezTo>
                  <a:close/>
                </a:path>
              </a:pathLst>
            </a:custGeom>
            <a:solidFill>
              <a:srgbClr val="F0E5D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7" name="Content Placeholder 4">
              <a:extLst>
                <a:ext uri="{FF2B5EF4-FFF2-40B4-BE49-F238E27FC236}">
                  <a16:creationId xmlns:a16="http://schemas.microsoft.com/office/drawing/2014/main" id="{A64FCB43-068D-0997-57B1-963F1C0383B9}"/>
                </a:ext>
              </a:extLst>
            </p:cNvPr>
            <p:cNvSpPr/>
            <p:nvPr/>
          </p:nvSpPr>
          <p:spPr>
            <a:xfrm>
              <a:off x="11883185" y="746218"/>
              <a:ext cx="33359" cy="29670"/>
            </a:xfrm>
            <a:custGeom>
              <a:avLst/>
              <a:gdLst>
                <a:gd name="connsiteX0" fmla="*/ 1276 w 33359"/>
                <a:gd name="connsiteY0" fmla="*/ 14647 h 29670"/>
                <a:gd name="connsiteX1" fmla="*/ 9162 w 33359"/>
                <a:gd name="connsiteY1" fmla="*/ 21705 h 29670"/>
                <a:gd name="connsiteX2" fmla="*/ 17573 w 33359"/>
                <a:gd name="connsiteY2" fmla="*/ 26661 h 29670"/>
                <a:gd name="connsiteX3" fmla="*/ 29664 w 33359"/>
                <a:gd name="connsiteY3" fmla="*/ 28688 h 29670"/>
                <a:gd name="connsiteX4" fmla="*/ 33194 w 33359"/>
                <a:gd name="connsiteY4" fmla="*/ 19753 h 29670"/>
                <a:gd name="connsiteX5" fmla="*/ 27787 w 33359"/>
                <a:gd name="connsiteY5" fmla="*/ 3985 h 29670"/>
                <a:gd name="connsiteX6" fmla="*/ 22455 w 33359"/>
                <a:gd name="connsiteY6" fmla="*/ 156 h 29670"/>
                <a:gd name="connsiteX7" fmla="*/ 20127 w 33359"/>
                <a:gd name="connsiteY7" fmla="*/ 3910 h 29670"/>
                <a:gd name="connsiteX8" fmla="*/ 13818 w 33359"/>
                <a:gd name="connsiteY8" fmla="*/ 2334 h 29670"/>
                <a:gd name="connsiteX9" fmla="*/ 1276 w 33359"/>
                <a:gd name="connsiteY9" fmla="*/ 14647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359" h="29670">
                  <a:moveTo>
                    <a:pt x="1276" y="14647"/>
                  </a:moveTo>
                  <a:cubicBezTo>
                    <a:pt x="3154" y="17754"/>
                    <a:pt x="5857" y="20219"/>
                    <a:pt x="9162" y="21705"/>
                  </a:cubicBezTo>
                  <a:lnTo>
                    <a:pt x="17573" y="26661"/>
                  </a:lnTo>
                  <a:cubicBezTo>
                    <a:pt x="21328" y="28763"/>
                    <a:pt x="25985" y="30941"/>
                    <a:pt x="29664" y="28688"/>
                  </a:cubicBezTo>
                  <a:cubicBezTo>
                    <a:pt x="32368" y="26593"/>
                    <a:pt x="33795" y="23155"/>
                    <a:pt x="33194" y="19753"/>
                  </a:cubicBezTo>
                  <a:cubicBezTo>
                    <a:pt x="32443" y="14191"/>
                    <a:pt x="30641" y="8831"/>
                    <a:pt x="27787" y="3985"/>
                  </a:cubicBezTo>
                  <a:cubicBezTo>
                    <a:pt x="26660" y="1808"/>
                    <a:pt x="24708" y="-745"/>
                    <a:pt x="22455" y="156"/>
                  </a:cubicBezTo>
                  <a:cubicBezTo>
                    <a:pt x="20202" y="1057"/>
                    <a:pt x="20502" y="2484"/>
                    <a:pt x="20127" y="3910"/>
                  </a:cubicBezTo>
                  <a:cubicBezTo>
                    <a:pt x="17874" y="4512"/>
                    <a:pt x="15470" y="3916"/>
                    <a:pt x="13818" y="2334"/>
                  </a:cubicBezTo>
                  <a:cubicBezTo>
                    <a:pt x="4356" y="-4424"/>
                    <a:pt x="-3154" y="4886"/>
                    <a:pt x="1276" y="14647"/>
                  </a:cubicBezTo>
                  <a:close/>
                </a:path>
              </a:pathLst>
            </a:custGeom>
            <a:solidFill>
              <a:srgbClr val="F0E5D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8" name="Content Placeholder 4">
              <a:extLst>
                <a:ext uri="{FF2B5EF4-FFF2-40B4-BE49-F238E27FC236}">
                  <a16:creationId xmlns:a16="http://schemas.microsoft.com/office/drawing/2014/main" id="{997BC064-9F87-4C4A-5329-4EA3772B3850}"/>
                </a:ext>
              </a:extLst>
            </p:cNvPr>
            <p:cNvSpPr/>
            <p:nvPr/>
          </p:nvSpPr>
          <p:spPr>
            <a:xfrm>
              <a:off x="11795509" y="494723"/>
              <a:ext cx="92135" cy="56657"/>
            </a:xfrm>
            <a:custGeom>
              <a:avLst/>
              <a:gdLst>
                <a:gd name="connsiteX0" fmla="*/ 27671 w 92135"/>
                <a:gd name="connsiteY0" fmla="*/ 44943 h 56657"/>
                <a:gd name="connsiteX1" fmla="*/ 92107 w 92135"/>
                <a:gd name="connsiteY1" fmla="*/ 54929 h 56657"/>
                <a:gd name="connsiteX2" fmla="*/ 87676 w 92135"/>
                <a:gd name="connsiteY2" fmla="*/ 24896 h 56657"/>
                <a:gd name="connsiteX3" fmla="*/ 84521 w 92135"/>
                <a:gd name="connsiteY3" fmla="*/ 12281 h 56657"/>
                <a:gd name="connsiteX4" fmla="*/ 61991 w 92135"/>
                <a:gd name="connsiteY4" fmla="*/ 493 h 56657"/>
                <a:gd name="connsiteX5" fmla="*/ 8970 w 92135"/>
                <a:gd name="connsiteY5" fmla="*/ 13182 h 56657"/>
                <a:gd name="connsiteX6" fmla="*/ 2813 w 92135"/>
                <a:gd name="connsiteY6" fmla="*/ 20691 h 56657"/>
                <a:gd name="connsiteX7" fmla="*/ 485 w 92135"/>
                <a:gd name="connsiteY7" fmla="*/ 30677 h 56657"/>
                <a:gd name="connsiteX8" fmla="*/ 5591 w 92135"/>
                <a:gd name="connsiteY8" fmla="*/ 56281 h 56657"/>
                <a:gd name="connsiteX9" fmla="*/ 15579 w 92135"/>
                <a:gd name="connsiteY9" fmla="*/ 48772 h 56657"/>
                <a:gd name="connsiteX10" fmla="*/ 27671 w 92135"/>
                <a:gd name="connsiteY10" fmla="*/ 44943 h 56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2135" h="56657">
                  <a:moveTo>
                    <a:pt x="27671" y="44943"/>
                  </a:moveTo>
                  <a:cubicBezTo>
                    <a:pt x="49675" y="40351"/>
                    <a:pt x="72581" y="43900"/>
                    <a:pt x="92107" y="54929"/>
                  </a:cubicBezTo>
                  <a:lnTo>
                    <a:pt x="87676" y="24896"/>
                  </a:lnTo>
                  <a:cubicBezTo>
                    <a:pt x="87225" y="20564"/>
                    <a:pt x="86173" y="16317"/>
                    <a:pt x="84521" y="12281"/>
                  </a:cubicBezTo>
                  <a:cubicBezTo>
                    <a:pt x="79790" y="4442"/>
                    <a:pt x="71153" y="-108"/>
                    <a:pt x="61991" y="493"/>
                  </a:cubicBezTo>
                  <a:cubicBezTo>
                    <a:pt x="43742" y="-934"/>
                    <a:pt x="24442" y="-258"/>
                    <a:pt x="8970" y="13182"/>
                  </a:cubicBezTo>
                  <a:cubicBezTo>
                    <a:pt x="6417" y="15234"/>
                    <a:pt x="4314" y="17790"/>
                    <a:pt x="2813" y="20691"/>
                  </a:cubicBezTo>
                  <a:cubicBezTo>
                    <a:pt x="1536" y="23880"/>
                    <a:pt x="710" y="27249"/>
                    <a:pt x="485" y="30677"/>
                  </a:cubicBezTo>
                  <a:cubicBezTo>
                    <a:pt x="-116" y="36383"/>
                    <a:pt x="-1468" y="59735"/>
                    <a:pt x="5591" y="56281"/>
                  </a:cubicBezTo>
                  <a:cubicBezTo>
                    <a:pt x="8970" y="54554"/>
                    <a:pt x="11975" y="50499"/>
                    <a:pt x="15579" y="48772"/>
                  </a:cubicBezTo>
                  <a:cubicBezTo>
                    <a:pt x="19409" y="47007"/>
                    <a:pt x="23465" y="45721"/>
                    <a:pt x="27671" y="44943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49" name="Group 548">
            <a:extLst>
              <a:ext uri="{FF2B5EF4-FFF2-40B4-BE49-F238E27FC236}">
                <a16:creationId xmlns:a16="http://schemas.microsoft.com/office/drawing/2014/main" id="{FF6D523F-F16B-955B-1B19-659160059BA0}"/>
              </a:ext>
            </a:extLst>
          </p:cNvPr>
          <p:cNvGrpSpPr/>
          <p:nvPr userDrawn="1"/>
        </p:nvGrpSpPr>
        <p:grpSpPr>
          <a:xfrm>
            <a:off x="2068594" y="5155140"/>
            <a:ext cx="277340" cy="865063"/>
            <a:chOff x="4906463" y="4874260"/>
            <a:chExt cx="277340" cy="865063"/>
          </a:xfrm>
        </p:grpSpPr>
        <p:sp>
          <p:nvSpPr>
            <p:cNvPr id="550" name="Content Placeholder 4">
              <a:extLst>
                <a:ext uri="{FF2B5EF4-FFF2-40B4-BE49-F238E27FC236}">
                  <a16:creationId xmlns:a16="http://schemas.microsoft.com/office/drawing/2014/main" id="{9AA2535E-AC0C-BF0F-4FFF-4E54053D684A}"/>
                </a:ext>
              </a:extLst>
            </p:cNvPr>
            <p:cNvSpPr/>
            <p:nvPr/>
          </p:nvSpPr>
          <p:spPr>
            <a:xfrm>
              <a:off x="4906463" y="5697548"/>
              <a:ext cx="259218" cy="41775"/>
            </a:xfrm>
            <a:custGeom>
              <a:avLst/>
              <a:gdLst>
                <a:gd name="connsiteX0" fmla="*/ 202784 w 259218"/>
                <a:gd name="connsiteY0" fmla="*/ 41572 h 41775"/>
                <a:gd name="connsiteX1" fmla="*/ 153744 w 259218"/>
                <a:gd name="connsiteY1" fmla="*/ 40520 h 41775"/>
                <a:gd name="connsiteX2" fmla="*/ 16912 w 259218"/>
                <a:gd name="connsiteY2" fmla="*/ 34213 h 41775"/>
                <a:gd name="connsiteX3" fmla="*/ 15 w 259218"/>
                <a:gd name="connsiteY3" fmla="*/ 23926 h 41775"/>
                <a:gd name="connsiteX4" fmla="*/ 12706 w 259218"/>
                <a:gd name="connsiteY4" fmla="*/ 11012 h 41775"/>
                <a:gd name="connsiteX5" fmla="*/ 80296 w 259218"/>
                <a:gd name="connsiteY5" fmla="*/ 2377 h 41775"/>
                <a:gd name="connsiteX6" fmla="*/ 180330 w 259218"/>
                <a:gd name="connsiteY6" fmla="*/ -25 h 41775"/>
                <a:gd name="connsiteX7" fmla="*/ 242137 w 259218"/>
                <a:gd name="connsiteY7" fmla="*/ 7483 h 41775"/>
                <a:gd name="connsiteX8" fmla="*/ 251900 w 259218"/>
                <a:gd name="connsiteY8" fmla="*/ 37893 h 41775"/>
                <a:gd name="connsiteX9" fmla="*/ 232824 w 259218"/>
                <a:gd name="connsiteY9" fmla="*/ 39394 h 41775"/>
                <a:gd name="connsiteX10" fmla="*/ 202784 w 259218"/>
                <a:gd name="connsiteY10" fmla="*/ 41572 h 41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9218" h="41775">
                  <a:moveTo>
                    <a:pt x="202784" y="41572"/>
                  </a:moveTo>
                  <a:cubicBezTo>
                    <a:pt x="186488" y="42022"/>
                    <a:pt x="170116" y="41572"/>
                    <a:pt x="153744" y="40520"/>
                  </a:cubicBezTo>
                  <a:lnTo>
                    <a:pt x="16912" y="34213"/>
                  </a:lnTo>
                  <a:cubicBezTo>
                    <a:pt x="9853" y="34213"/>
                    <a:pt x="691" y="31585"/>
                    <a:pt x="15" y="23926"/>
                  </a:cubicBezTo>
                  <a:cubicBezTo>
                    <a:pt x="-661" y="16268"/>
                    <a:pt x="6623" y="12889"/>
                    <a:pt x="12706" y="11012"/>
                  </a:cubicBezTo>
                  <a:cubicBezTo>
                    <a:pt x="34741" y="5073"/>
                    <a:pt x="57481" y="2167"/>
                    <a:pt x="80296" y="2377"/>
                  </a:cubicBezTo>
                  <a:cubicBezTo>
                    <a:pt x="113641" y="1229"/>
                    <a:pt x="146985" y="425"/>
                    <a:pt x="180330" y="-25"/>
                  </a:cubicBezTo>
                  <a:cubicBezTo>
                    <a:pt x="201207" y="-25"/>
                    <a:pt x="222611" y="-476"/>
                    <a:pt x="242137" y="7483"/>
                  </a:cubicBezTo>
                  <a:cubicBezTo>
                    <a:pt x="252726" y="11838"/>
                    <a:pt x="268647" y="30009"/>
                    <a:pt x="251900" y="37893"/>
                  </a:cubicBezTo>
                  <a:cubicBezTo>
                    <a:pt x="245644" y="39266"/>
                    <a:pt x="239223" y="39770"/>
                    <a:pt x="232824" y="39394"/>
                  </a:cubicBezTo>
                  <a:cubicBezTo>
                    <a:pt x="222611" y="40445"/>
                    <a:pt x="212773" y="41271"/>
                    <a:pt x="202784" y="41572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1" name="Content Placeholder 4">
              <a:extLst>
                <a:ext uri="{FF2B5EF4-FFF2-40B4-BE49-F238E27FC236}">
                  <a16:creationId xmlns:a16="http://schemas.microsoft.com/office/drawing/2014/main" id="{8C6244AF-B772-B603-CFA6-201212E89130}"/>
                </a:ext>
              </a:extLst>
            </p:cNvPr>
            <p:cNvSpPr/>
            <p:nvPr/>
          </p:nvSpPr>
          <p:spPr>
            <a:xfrm>
              <a:off x="4966476" y="5238487"/>
              <a:ext cx="136642" cy="470102"/>
            </a:xfrm>
            <a:custGeom>
              <a:avLst/>
              <a:gdLst>
                <a:gd name="connsiteX0" fmla="*/ 125874 w 136642"/>
                <a:gd name="connsiteY0" fmla="*/ 35409 h 470102"/>
                <a:gd name="connsiteX1" fmla="*/ 136613 w 136642"/>
                <a:gd name="connsiteY1" fmla="*/ 466319 h 470102"/>
                <a:gd name="connsiteX2" fmla="*/ 118739 w 136642"/>
                <a:gd name="connsiteY2" fmla="*/ 466319 h 470102"/>
                <a:gd name="connsiteX3" fmla="*/ 71727 w 136642"/>
                <a:gd name="connsiteY3" fmla="*/ 106814 h 470102"/>
                <a:gd name="connsiteX4" fmla="*/ 61813 w 136642"/>
                <a:gd name="connsiteY4" fmla="*/ 106814 h 470102"/>
                <a:gd name="connsiteX5" fmla="*/ 53778 w 136642"/>
                <a:gd name="connsiteY5" fmla="*/ 468947 h 470102"/>
                <a:gd name="connsiteX6" fmla="*/ 37631 w 136642"/>
                <a:gd name="connsiteY6" fmla="*/ 470073 h 470102"/>
                <a:gd name="connsiteX7" fmla="*/ 81 w 136642"/>
                <a:gd name="connsiteY7" fmla="*/ 37736 h 470102"/>
                <a:gd name="connsiteX8" fmla="*/ 53853 w 136642"/>
                <a:gd name="connsiteY8" fmla="*/ 194 h 470102"/>
                <a:gd name="connsiteX9" fmla="*/ 125874 w 136642"/>
                <a:gd name="connsiteY9" fmla="*/ 35409 h 470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42" h="470102">
                  <a:moveTo>
                    <a:pt x="125874" y="35409"/>
                  </a:moveTo>
                  <a:cubicBezTo>
                    <a:pt x="125874" y="35409"/>
                    <a:pt x="136463" y="408879"/>
                    <a:pt x="136613" y="466319"/>
                  </a:cubicBezTo>
                  <a:lnTo>
                    <a:pt x="118739" y="466319"/>
                  </a:lnTo>
                  <a:cubicBezTo>
                    <a:pt x="118739" y="466319"/>
                    <a:pt x="89150" y="124008"/>
                    <a:pt x="71727" y="106814"/>
                  </a:cubicBezTo>
                  <a:cubicBezTo>
                    <a:pt x="68460" y="106108"/>
                    <a:pt x="65080" y="106108"/>
                    <a:pt x="61813" y="106814"/>
                  </a:cubicBezTo>
                  <a:cubicBezTo>
                    <a:pt x="59035" y="108165"/>
                    <a:pt x="49122" y="447623"/>
                    <a:pt x="53778" y="468947"/>
                  </a:cubicBezTo>
                  <a:lnTo>
                    <a:pt x="37631" y="470073"/>
                  </a:lnTo>
                  <a:cubicBezTo>
                    <a:pt x="37631" y="470073"/>
                    <a:pt x="-2397" y="119578"/>
                    <a:pt x="81" y="37736"/>
                  </a:cubicBezTo>
                  <a:cubicBezTo>
                    <a:pt x="81" y="37736"/>
                    <a:pt x="-1496" y="-3410"/>
                    <a:pt x="53853" y="194"/>
                  </a:cubicBezTo>
                  <a:cubicBezTo>
                    <a:pt x="109201" y="3798"/>
                    <a:pt x="120316" y="-5513"/>
                    <a:pt x="125874" y="35409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2" name="Content Placeholder 4">
              <a:extLst>
                <a:ext uri="{FF2B5EF4-FFF2-40B4-BE49-F238E27FC236}">
                  <a16:creationId xmlns:a16="http://schemas.microsoft.com/office/drawing/2014/main" id="{207ED400-A8DC-03A7-0689-AB7EA4A6FABA}"/>
                </a:ext>
              </a:extLst>
            </p:cNvPr>
            <p:cNvSpPr/>
            <p:nvPr/>
          </p:nvSpPr>
          <p:spPr>
            <a:xfrm>
              <a:off x="5077725" y="5704335"/>
              <a:ext cx="60711" cy="19328"/>
            </a:xfrm>
            <a:custGeom>
              <a:avLst/>
              <a:gdLst>
                <a:gd name="connsiteX0" fmla="*/ 3135 w 60711"/>
                <a:gd name="connsiteY0" fmla="*/ 1147 h 19328"/>
                <a:gd name="connsiteX1" fmla="*/ 29795 w 60711"/>
                <a:gd name="connsiteY1" fmla="*/ 245 h 19328"/>
                <a:gd name="connsiteX2" fmla="*/ 52325 w 60711"/>
                <a:gd name="connsiteY2" fmla="*/ 8730 h 19328"/>
                <a:gd name="connsiteX3" fmla="*/ 58859 w 60711"/>
                <a:gd name="connsiteY3" fmla="*/ 11208 h 19328"/>
                <a:gd name="connsiteX4" fmla="*/ 60181 w 60711"/>
                <a:gd name="connsiteY4" fmla="*/ 16239 h 19328"/>
                <a:gd name="connsiteX5" fmla="*/ 59985 w 60711"/>
                <a:gd name="connsiteY5" fmla="*/ 16539 h 19328"/>
                <a:gd name="connsiteX6" fmla="*/ 54127 w 60711"/>
                <a:gd name="connsiteY6" fmla="*/ 18341 h 19328"/>
                <a:gd name="connsiteX7" fmla="*/ 4937 w 60711"/>
                <a:gd name="connsiteY7" fmla="*/ 18341 h 19328"/>
                <a:gd name="connsiteX8" fmla="*/ 2233 w 60711"/>
                <a:gd name="connsiteY8" fmla="*/ 17665 h 19328"/>
                <a:gd name="connsiteX9" fmla="*/ 1107 w 60711"/>
                <a:gd name="connsiteY9" fmla="*/ 16089 h 19328"/>
                <a:gd name="connsiteX10" fmla="*/ 3135 w 60711"/>
                <a:gd name="connsiteY10" fmla="*/ 1147 h 19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0711" h="19328">
                  <a:moveTo>
                    <a:pt x="3135" y="1147"/>
                  </a:moveTo>
                  <a:cubicBezTo>
                    <a:pt x="11974" y="-17"/>
                    <a:pt x="20903" y="-317"/>
                    <a:pt x="29795" y="245"/>
                  </a:cubicBezTo>
                  <a:cubicBezTo>
                    <a:pt x="36967" y="3910"/>
                    <a:pt x="44522" y="6755"/>
                    <a:pt x="52325" y="8730"/>
                  </a:cubicBezTo>
                  <a:cubicBezTo>
                    <a:pt x="54638" y="9136"/>
                    <a:pt x="56861" y="9977"/>
                    <a:pt x="58859" y="11208"/>
                  </a:cubicBezTo>
                  <a:cubicBezTo>
                    <a:pt x="60616" y="12237"/>
                    <a:pt x="61202" y="14489"/>
                    <a:pt x="60181" y="16239"/>
                  </a:cubicBezTo>
                  <a:cubicBezTo>
                    <a:pt x="60120" y="16344"/>
                    <a:pt x="60053" y="16442"/>
                    <a:pt x="59985" y="16539"/>
                  </a:cubicBezTo>
                  <a:cubicBezTo>
                    <a:pt x="58303" y="17800"/>
                    <a:pt x="56230" y="18439"/>
                    <a:pt x="54127" y="18341"/>
                  </a:cubicBezTo>
                  <a:cubicBezTo>
                    <a:pt x="37756" y="19617"/>
                    <a:pt x="21309" y="19617"/>
                    <a:pt x="4937" y="18341"/>
                  </a:cubicBezTo>
                  <a:cubicBezTo>
                    <a:pt x="3991" y="18364"/>
                    <a:pt x="3060" y="18131"/>
                    <a:pt x="2233" y="17665"/>
                  </a:cubicBezTo>
                  <a:cubicBezTo>
                    <a:pt x="1693" y="17282"/>
                    <a:pt x="1295" y="16727"/>
                    <a:pt x="1107" y="16089"/>
                  </a:cubicBezTo>
                  <a:cubicBezTo>
                    <a:pt x="-951" y="11103"/>
                    <a:pt x="-177" y="5404"/>
                    <a:pt x="3135" y="1147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3" name="Content Placeholder 4">
              <a:extLst>
                <a:ext uri="{FF2B5EF4-FFF2-40B4-BE49-F238E27FC236}">
                  <a16:creationId xmlns:a16="http://schemas.microsoft.com/office/drawing/2014/main" id="{26279024-09AA-39D2-7336-ECD8FB3F35F7}"/>
                </a:ext>
              </a:extLst>
            </p:cNvPr>
            <p:cNvSpPr/>
            <p:nvPr/>
          </p:nvSpPr>
          <p:spPr>
            <a:xfrm>
              <a:off x="4994344" y="5704408"/>
              <a:ext cx="57401" cy="19875"/>
            </a:xfrm>
            <a:custGeom>
              <a:avLst/>
              <a:gdLst>
                <a:gd name="connsiteX0" fmla="*/ 30265 w 57401"/>
                <a:gd name="connsiteY0" fmla="*/ 398 h 19875"/>
                <a:gd name="connsiteX1" fmla="*/ 5708 w 57401"/>
                <a:gd name="connsiteY1" fmla="*/ 398 h 19875"/>
                <a:gd name="connsiteX2" fmla="*/ 1953 w 57401"/>
                <a:gd name="connsiteY2" fmla="*/ 17367 h 19875"/>
                <a:gd name="connsiteX3" fmla="*/ 56250 w 57401"/>
                <a:gd name="connsiteY3" fmla="*/ 19845 h 19875"/>
                <a:gd name="connsiteX4" fmla="*/ 47914 w 57401"/>
                <a:gd name="connsiteY4" fmla="*/ 9859 h 19875"/>
                <a:gd name="connsiteX5" fmla="*/ 30265 w 57401"/>
                <a:gd name="connsiteY5" fmla="*/ 398 h 19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401" h="19875">
                  <a:moveTo>
                    <a:pt x="30265" y="398"/>
                  </a:moveTo>
                  <a:cubicBezTo>
                    <a:pt x="22087" y="-172"/>
                    <a:pt x="13886" y="-172"/>
                    <a:pt x="5708" y="398"/>
                  </a:cubicBezTo>
                  <a:cubicBezTo>
                    <a:pt x="2328" y="1599"/>
                    <a:pt x="-2929" y="14889"/>
                    <a:pt x="1953" y="17367"/>
                  </a:cubicBezTo>
                  <a:cubicBezTo>
                    <a:pt x="6834" y="19845"/>
                    <a:pt x="56250" y="19845"/>
                    <a:pt x="56250" y="19845"/>
                  </a:cubicBezTo>
                  <a:cubicBezTo>
                    <a:pt x="56250" y="19845"/>
                    <a:pt x="61882" y="14739"/>
                    <a:pt x="47914" y="9859"/>
                  </a:cubicBezTo>
                  <a:cubicBezTo>
                    <a:pt x="33945" y="4978"/>
                    <a:pt x="31767" y="4828"/>
                    <a:pt x="30265" y="39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4" name="Content Placeholder 4">
              <a:extLst>
                <a:ext uri="{FF2B5EF4-FFF2-40B4-BE49-F238E27FC236}">
                  <a16:creationId xmlns:a16="http://schemas.microsoft.com/office/drawing/2014/main" id="{A68E6598-1518-BDFF-426B-3E69541F1B4F}"/>
                </a:ext>
              </a:extLst>
            </p:cNvPr>
            <p:cNvSpPr/>
            <p:nvPr/>
          </p:nvSpPr>
          <p:spPr>
            <a:xfrm>
              <a:off x="5124238" y="5095169"/>
              <a:ext cx="59565" cy="128409"/>
            </a:xfrm>
            <a:custGeom>
              <a:avLst/>
              <a:gdLst>
                <a:gd name="connsiteX0" fmla="*/ 3860 w 59565"/>
                <a:gd name="connsiteY0" fmla="*/ 103492 h 128409"/>
                <a:gd name="connsiteX1" fmla="*/ 6488 w 59565"/>
                <a:gd name="connsiteY1" fmla="*/ 92004 h 128409"/>
                <a:gd name="connsiteX2" fmla="*/ 11595 w 59565"/>
                <a:gd name="connsiteY2" fmla="*/ 81793 h 128409"/>
                <a:gd name="connsiteX3" fmla="*/ 20307 w 59565"/>
                <a:gd name="connsiteY3" fmla="*/ 37268 h 128409"/>
                <a:gd name="connsiteX4" fmla="*/ 26840 w 59565"/>
                <a:gd name="connsiteY4" fmla="*/ 3329 h 128409"/>
                <a:gd name="connsiteX5" fmla="*/ 35852 w 59565"/>
                <a:gd name="connsiteY5" fmla="*/ 176 h 128409"/>
                <a:gd name="connsiteX6" fmla="*/ 49145 w 59565"/>
                <a:gd name="connsiteY6" fmla="*/ 1302 h 128409"/>
                <a:gd name="connsiteX7" fmla="*/ 57857 w 59565"/>
                <a:gd name="connsiteY7" fmla="*/ 9561 h 128409"/>
                <a:gd name="connsiteX8" fmla="*/ 59058 w 59565"/>
                <a:gd name="connsiteY8" fmla="*/ 17971 h 128409"/>
                <a:gd name="connsiteX9" fmla="*/ 59434 w 59565"/>
                <a:gd name="connsiteY9" fmla="*/ 33889 h 128409"/>
                <a:gd name="connsiteX10" fmla="*/ 58833 w 59565"/>
                <a:gd name="connsiteY10" fmla="*/ 48906 h 128409"/>
                <a:gd name="connsiteX11" fmla="*/ 56354 w 59565"/>
                <a:gd name="connsiteY11" fmla="*/ 59042 h 128409"/>
                <a:gd name="connsiteX12" fmla="*/ 33149 w 59565"/>
                <a:gd name="connsiteY12" fmla="*/ 119635 h 128409"/>
                <a:gd name="connsiteX13" fmla="*/ 27516 w 59565"/>
                <a:gd name="connsiteY13" fmla="*/ 127144 h 128409"/>
                <a:gd name="connsiteX14" fmla="*/ 19105 w 59565"/>
                <a:gd name="connsiteY14" fmla="*/ 128120 h 128409"/>
                <a:gd name="connsiteX15" fmla="*/ 10093 w 59565"/>
                <a:gd name="connsiteY15" fmla="*/ 126618 h 128409"/>
                <a:gd name="connsiteX16" fmla="*/ 330 w 59565"/>
                <a:gd name="connsiteY16" fmla="*/ 119110 h 128409"/>
                <a:gd name="connsiteX17" fmla="*/ 3860 w 59565"/>
                <a:gd name="connsiteY17" fmla="*/ 103492 h 128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9565" h="128409">
                  <a:moveTo>
                    <a:pt x="3860" y="103492"/>
                  </a:moveTo>
                  <a:cubicBezTo>
                    <a:pt x="4911" y="99663"/>
                    <a:pt x="5211" y="95984"/>
                    <a:pt x="6488" y="92004"/>
                  </a:cubicBezTo>
                  <a:cubicBezTo>
                    <a:pt x="7855" y="88445"/>
                    <a:pt x="9567" y="85021"/>
                    <a:pt x="11595" y="81793"/>
                  </a:cubicBezTo>
                  <a:cubicBezTo>
                    <a:pt x="19105" y="68953"/>
                    <a:pt x="18053" y="51759"/>
                    <a:pt x="20307" y="37268"/>
                  </a:cubicBezTo>
                  <a:cubicBezTo>
                    <a:pt x="21381" y="25772"/>
                    <a:pt x="23566" y="14404"/>
                    <a:pt x="26840" y="3329"/>
                  </a:cubicBezTo>
                  <a:cubicBezTo>
                    <a:pt x="27666" y="1077"/>
                    <a:pt x="33524" y="551"/>
                    <a:pt x="35852" y="176"/>
                  </a:cubicBezTo>
                  <a:cubicBezTo>
                    <a:pt x="40313" y="-312"/>
                    <a:pt x="44827" y="71"/>
                    <a:pt x="49145" y="1302"/>
                  </a:cubicBezTo>
                  <a:cubicBezTo>
                    <a:pt x="53433" y="2083"/>
                    <a:pt x="56850" y="5319"/>
                    <a:pt x="57857" y="9561"/>
                  </a:cubicBezTo>
                  <a:cubicBezTo>
                    <a:pt x="58750" y="12272"/>
                    <a:pt x="59156" y="15118"/>
                    <a:pt x="59058" y="17971"/>
                  </a:cubicBezTo>
                  <a:cubicBezTo>
                    <a:pt x="59058" y="23302"/>
                    <a:pt x="59058" y="28558"/>
                    <a:pt x="59434" y="33889"/>
                  </a:cubicBezTo>
                  <a:cubicBezTo>
                    <a:pt x="59681" y="38904"/>
                    <a:pt x="59479" y="43927"/>
                    <a:pt x="58833" y="48906"/>
                  </a:cubicBezTo>
                  <a:cubicBezTo>
                    <a:pt x="58232" y="52337"/>
                    <a:pt x="57398" y="55724"/>
                    <a:pt x="56354" y="59042"/>
                  </a:cubicBezTo>
                  <a:cubicBezTo>
                    <a:pt x="50091" y="79773"/>
                    <a:pt x="42341" y="100023"/>
                    <a:pt x="33149" y="119635"/>
                  </a:cubicBezTo>
                  <a:cubicBezTo>
                    <a:pt x="32120" y="122676"/>
                    <a:pt x="30145" y="125304"/>
                    <a:pt x="27516" y="127144"/>
                  </a:cubicBezTo>
                  <a:cubicBezTo>
                    <a:pt x="24880" y="128337"/>
                    <a:pt x="21944" y="128675"/>
                    <a:pt x="19105" y="128120"/>
                  </a:cubicBezTo>
                  <a:cubicBezTo>
                    <a:pt x="16101" y="127744"/>
                    <a:pt x="13097" y="127294"/>
                    <a:pt x="10093" y="126618"/>
                  </a:cubicBezTo>
                  <a:cubicBezTo>
                    <a:pt x="5647" y="126258"/>
                    <a:pt x="1824" y="123314"/>
                    <a:pt x="330" y="119110"/>
                  </a:cubicBezTo>
                  <a:cubicBezTo>
                    <a:pt x="-1172" y="113553"/>
                    <a:pt x="2433" y="108448"/>
                    <a:pt x="3860" y="103492"/>
                  </a:cubicBezTo>
                  <a:close/>
                </a:path>
              </a:pathLst>
            </a:custGeom>
            <a:solidFill>
              <a:srgbClr val="1919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5" name="Content Placeholder 4">
              <a:extLst>
                <a:ext uri="{FF2B5EF4-FFF2-40B4-BE49-F238E27FC236}">
                  <a16:creationId xmlns:a16="http://schemas.microsoft.com/office/drawing/2014/main" id="{A5E5AAE2-DAF8-99C3-9BB4-03E7400EA15C}"/>
                </a:ext>
              </a:extLst>
            </p:cNvPr>
            <p:cNvSpPr/>
            <p:nvPr/>
          </p:nvSpPr>
          <p:spPr>
            <a:xfrm>
              <a:off x="5127271" y="5158145"/>
              <a:ext cx="18598" cy="13301"/>
            </a:xfrm>
            <a:custGeom>
              <a:avLst/>
              <a:gdLst>
                <a:gd name="connsiteX0" fmla="*/ 601 w 18598"/>
                <a:gd name="connsiteY0" fmla="*/ 2598 h 13301"/>
                <a:gd name="connsiteX1" fmla="*/ 3831 w 18598"/>
                <a:gd name="connsiteY1" fmla="*/ -30 h 13301"/>
                <a:gd name="connsiteX2" fmla="*/ 8261 w 18598"/>
                <a:gd name="connsiteY2" fmla="*/ 1772 h 13301"/>
                <a:gd name="connsiteX3" fmla="*/ 13744 w 18598"/>
                <a:gd name="connsiteY3" fmla="*/ 2598 h 13301"/>
                <a:gd name="connsiteX4" fmla="*/ 18325 w 18598"/>
                <a:gd name="connsiteY4" fmla="*/ 5226 h 13301"/>
                <a:gd name="connsiteX5" fmla="*/ 16673 w 18598"/>
                <a:gd name="connsiteY5" fmla="*/ 10707 h 13301"/>
                <a:gd name="connsiteX6" fmla="*/ 6834 w 18598"/>
                <a:gd name="connsiteY6" fmla="*/ 12735 h 13301"/>
                <a:gd name="connsiteX7" fmla="*/ 3230 w 18598"/>
                <a:gd name="connsiteY7" fmla="*/ 10858 h 13301"/>
                <a:gd name="connsiteX8" fmla="*/ 601 w 18598"/>
                <a:gd name="connsiteY8" fmla="*/ 9206 h 13301"/>
                <a:gd name="connsiteX9" fmla="*/ 0 w 18598"/>
                <a:gd name="connsiteY9" fmla="*/ 6878 h 13301"/>
                <a:gd name="connsiteX10" fmla="*/ 601 w 18598"/>
                <a:gd name="connsiteY10" fmla="*/ 2598 h 13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98" h="13301">
                  <a:moveTo>
                    <a:pt x="601" y="2598"/>
                  </a:moveTo>
                  <a:cubicBezTo>
                    <a:pt x="1097" y="1187"/>
                    <a:pt x="2344" y="165"/>
                    <a:pt x="3831" y="-30"/>
                  </a:cubicBezTo>
                  <a:cubicBezTo>
                    <a:pt x="5408" y="-30"/>
                    <a:pt x="6760" y="1171"/>
                    <a:pt x="8261" y="1772"/>
                  </a:cubicBezTo>
                  <a:cubicBezTo>
                    <a:pt x="10049" y="2275"/>
                    <a:pt x="11889" y="2553"/>
                    <a:pt x="13744" y="2598"/>
                  </a:cubicBezTo>
                  <a:cubicBezTo>
                    <a:pt x="15614" y="2658"/>
                    <a:pt x="17326" y="3642"/>
                    <a:pt x="18325" y="5226"/>
                  </a:cubicBezTo>
                  <a:cubicBezTo>
                    <a:pt x="18971" y="7216"/>
                    <a:pt x="18310" y="9401"/>
                    <a:pt x="16673" y="10707"/>
                  </a:cubicBezTo>
                  <a:cubicBezTo>
                    <a:pt x="14014" y="13133"/>
                    <a:pt x="10237" y="13906"/>
                    <a:pt x="6834" y="12735"/>
                  </a:cubicBezTo>
                  <a:lnTo>
                    <a:pt x="3230" y="10858"/>
                  </a:lnTo>
                  <a:cubicBezTo>
                    <a:pt x="2779" y="9881"/>
                    <a:pt x="1352" y="9957"/>
                    <a:pt x="601" y="9206"/>
                  </a:cubicBezTo>
                  <a:cubicBezTo>
                    <a:pt x="98" y="8537"/>
                    <a:pt x="-112" y="7704"/>
                    <a:pt x="0" y="6878"/>
                  </a:cubicBezTo>
                  <a:cubicBezTo>
                    <a:pt x="-67" y="5429"/>
                    <a:pt x="136" y="3972"/>
                    <a:pt x="601" y="2598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6" name="Content Placeholder 4">
              <a:extLst>
                <a:ext uri="{FF2B5EF4-FFF2-40B4-BE49-F238E27FC236}">
                  <a16:creationId xmlns:a16="http://schemas.microsoft.com/office/drawing/2014/main" id="{F1224A5E-47C3-9E67-A120-F438C87F98D0}"/>
                </a:ext>
              </a:extLst>
            </p:cNvPr>
            <p:cNvSpPr/>
            <p:nvPr/>
          </p:nvSpPr>
          <p:spPr>
            <a:xfrm>
              <a:off x="5125179" y="5098328"/>
              <a:ext cx="55612" cy="117951"/>
            </a:xfrm>
            <a:custGeom>
              <a:avLst/>
              <a:gdLst>
                <a:gd name="connsiteX0" fmla="*/ 54362 w 55612"/>
                <a:gd name="connsiteY0" fmla="*/ 5276 h 117951"/>
                <a:gd name="connsiteX1" fmla="*/ 52935 w 55612"/>
                <a:gd name="connsiteY1" fmla="*/ 3024 h 117951"/>
                <a:gd name="connsiteX2" fmla="*/ 50232 w 55612"/>
                <a:gd name="connsiteY2" fmla="*/ 2048 h 117951"/>
                <a:gd name="connsiteX3" fmla="*/ 32508 w 55612"/>
                <a:gd name="connsiteY3" fmla="*/ 20 h 117951"/>
                <a:gd name="connsiteX4" fmla="*/ 26801 w 55612"/>
                <a:gd name="connsiteY4" fmla="*/ 2498 h 117951"/>
                <a:gd name="connsiteX5" fmla="*/ 22520 w 55612"/>
                <a:gd name="connsiteY5" fmla="*/ 11358 h 117951"/>
                <a:gd name="connsiteX6" fmla="*/ 1792 w 55612"/>
                <a:gd name="connsiteY6" fmla="*/ 83214 h 117951"/>
                <a:gd name="connsiteX7" fmla="*/ 966 w 55612"/>
                <a:gd name="connsiteY7" fmla="*/ 108067 h 117951"/>
                <a:gd name="connsiteX8" fmla="*/ 3369 w 55612"/>
                <a:gd name="connsiteY8" fmla="*/ 113023 h 117951"/>
                <a:gd name="connsiteX9" fmla="*/ 14785 w 55612"/>
                <a:gd name="connsiteY9" fmla="*/ 117452 h 117951"/>
                <a:gd name="connsiteX10" fmla="*/ 23421 w 55612"/>
                <a:gd name="connsiteY10" fmla="*/ 117903 h 117951"/>
                <a:gd name="connsiteX11" fmla="*/ 26500 w 55612"/>
                <a:gd name="connsiteY11" fmla="*/ 117227 h 117951"/>
                <a:gd name="connsiteX12" fmla="*/ 28603 w 55612"/>
                <a:gd name="connsiteY12" fmla="*/ 114599 h 117951"/>
                <a:gd name="connsiteX13" fmla="*/ 54437 w 55612"/>
                <a:gd name="connsiteY13" fmla="*/ 24498 h 117951"/>
                <a:gd name="connsiteX14" fmla="*/ 54362 w 55612"/>
                <a:gd name="connsiteY14" fmla="*/ 5276 h 117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5612" h="117951">
                  <a:moveTo>
                    <a:pt x="54362" y="5276"/>
                  </a:moveTo>
                  <a:cubicBezTo>
                    <a:pt x="54175" y="4375"/>
                    <a:pt x="53664" y="3579"/>
                    <a:pt x="52935" y="3024"/>
                  </a:cubicBezTo>
                  <a:cubicBezTo>
                    <a:pt x="52124" y="2491"/>
                    <a:pt x="51193" y="2160"/>
                    <a:pt x="50232" y="2048"/>
                  </a:cubicBezTo>
                  <a:cubicBezTo>
                    <a:pt x="43323" y="771"/>
                    <a:pt x="38667" y="846"/>
                    <a:pt x="32508" y="20"/>
                  </a:cubicBezTo>
                  <a:cubicBezTo>
                    <a:pt x="30293" y="-265"/>
                    <a:pt x="28107" y="688"/>
                    <a:pt x="26801" y="2498"/>
                  </a:cubicBezTo>
                  <a:cubicBezTo>
                    <a:pt x="24503" y="4946"/>
                    <a:pt x="23008" y="8039"/>
                    <a:pt x="22520" y="11358"/>
                  </a:cubicBezTo>
                  <a:cubicBezTo>
                    <a:pt x="20688" y="36489"/>
                    <a:pt x="13628" y="60966"/>
                    <a:pt x="1792" y="83214"/>
                  </a:cubicBezTo>
                  <a:lnTo>
                    <a:pt x="966" y="108067"/>
                  </a:lnTo>
                  <a:cubicBezTo>
                    <a:pt x="-1437" y="110319"/>
                    <a:pt x="966" y="110620"/>
                    <a:pt x="3369" y="113023"/>
                  </a:cubicBezTo>
                  <a:cubicBezTo>
                    <a:pt x="6591" y="115695"/>
                    <a:pt x="10602" y="117257"/>
                    <a:pt x="14785" y="117452"/>
                  </a:cubicBezTo>
                  <a:cubicBezTo>
                    <a:pt x="17646" y="117828"/>
                    <a:pt x="20537" y="117978"/>
                    <a:pt x="23421" y="117903"/>
                  </a:cubicBezTo>
                  <a:cubicBezTo>
                    <a:pt x="24488" y="117985"/>
                    <a:pt x="25561" y="117753"/>
                    <a:pt x="26500" y="117227"/>
                  </a:cubicBezTo>
                  <a:cubicBezTo>
                    <a:pt x="27432" y="116567"/>
                    <a:pt x="28160" y="115658"/>
                    <a:pt x="28603" y="114599"/>
                  </a:cubicBezTo>
                  <a:cubicBezTo>
                    <a:pt x="43623" y="85692"/>
                    <a:pt x="47453" y="56484"/>
                    <a:pt x="54437" y="24498"/>
                  </a:cubicBezTo>
                  <a:cubicBezTo>
                    <a:pt x="55992" y="18183"/>
                    <a:pt x="55962" y="11583"/>
                    <a:pt x="54362" y="5276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7" name="Content Placeholder 4">
              <a:extLst>
                <a:ext uri="{FF2B5EF4-FFF2-40B4-BE49-F238E27FC236}">
                  <a16:creationId xmlns:a16="http://schemas.microsoft.com/office/drawing/2014/main" id="{83279BDA-0433-B5B5-C771-3B436D24CE9A}"/>
                </a:ext>
              </a:extLst>
            </p:cNvPr>
            <p:cNvSpPr/>
            <p:nvPr/>
          </p:nvSpPr>
          <p:spPr>
            <a:xfrm>
              <a:off x="5147690" y="5152586"/>
              <a:ext cx="30110" cy="29138"/>
            </a:xfrm>
            <a:custGeom>
              <a:avLst/>
              <a:gdLst>
                <a:gd name="connsiteX0" fmla="*/ 22914 w 30110"/>
                <a:gd name="connsiteY0" fmla="*/ 24827 h 29138"/>
                <a:gd name="connsiteX1" fmla="*/ 27720 w 30110"/>
                <a:gd name="connsiteY1" fmla="*/ 21297 h 29138"/>
                <a:gd name="connsiteX2" fmla="*/ 29898 w 30110"/>
                <a:gd name="connsiteY2" fmla="*/ 10560 h 29138"/>
                <a:gd name="connsiteX3" fmla="*/ 28246 w 30110"/>
                <a:gd name="connsiteY3" fmla="*/ 6731 h 29138"/>
                <a:gd name="connsiteX4" fmla="*/ 22463 w 30110"/>
                <a:gd name="connsiteY4" fmla="*/ 7632 h 29138"/>
                <a:gd name="connsiteX5" fmla="*/ 22463 w 30110"/>
                <a:gd name="connsiteY5" fmla="*/ 2752 h 29138"/>
                <a:gd name="connsiteX6" fmla="*/ 18858 w 30110"/>
                <a:gd name="connsiteY6" fmla="*/ -26 h 29138"/>
                <a:gd name="connsiteX7" fmla="*/ 16756 w 30110"/>
                <a:gd name="connsiteY7" fmla="*/ 8608 h 29138"/>
                <a:gd name="connsiteX8" fmla="*/ 7218 w 30110"/>
                <a:gd name="connsiteY8" fmla="*/ 13414 h 29138"/>
                <a:gd name="connsiteX9" fmla="*/ 1135 w 30110"/>
                <a:gd name="connsiteY9" fmla="*/ 19946 h 29138"/>
                <a:gd name="connsiteX10" fmla="*/ 2224 w 30110"/>
                <a:gd name="connsiteY10" fmla="*/ 27942 h 29138"/>
                <a:gd name="connsiteX11" fmla="*/ 5566 w 30110"/>
                <a:gd name="connsiteY11" fmla="*/ 29107 h 29138"/>
                <a:gd name="connsiteX12" fmla="*/ 22914 w 30110"/>
                <a:gd name="connsiteY12" fmla="*/ 24827 h 29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110" h="29138">
                  <a:moveTo>
                    <a:pt x="22914" y="24827"/>
                  </a:moveTo>
                  <a:cubicBezTo>
                    <a:pt x="24761" y="24031"/>
                    <a:pt x="26406" y="22822"/>
                    <a:pt x="27720" y="21297"/>
                  </a:cubicBezTo>
                  <a:cubicBezTo>
                    <a:pt x="29695" y="18091"/>
                    <a:pt x="30469" y="14285"/>
                    <a:pt x="29898" y="10560"/>
                  </a:cubicBezTo>
                  <a:cubicBezTo>
                    <a:pt x="29898" y="9059"/>
                    <a:pt x="29898" y="7257"/>
                    <a:pt x="28246" y="6731"/>
                  </a:cubicBezTo>
                  <a:cubicBezTo>
                    <a:pt x="26594" y="6206"/>
                    <a:pt x="24341" y="8383"/>
                    <a:pt x="22463" y="7632"/>
                  </a:cubicBezTo>
                  <a:cubicBezTo>
                    <a:pt x="22876" y="6033"/>
                    <a:pt x="22876" y="4351"/>
                    <a:pt x="22463" y="2752"/>
                  </a:cubicBezTo>
                  <a:cubicBezTo>
                    <a:pt x="22103" y="1070"/>
                    <a:pt x="20578" y="-101"/>
                    <a:pt x="18858" y="-26"/>
                  </a:cubicBezTo>
                  <a:cubicBezTo>
                    <a:pt x="17807" y="2752"/>
                    <a:pt x="18483" y="6131"/>
                    <a:pt x="16756" y="8608"/>
                  </a:cubicBezTo>
                  <a:cubicBezTo>
                    <a:pt x="15028" y="11086"/>
                    <a:pt x="10372" y="11687"/>
                    <a:pt x="7218" y="13414"/>
                  </a:cubicBezTo>
                  <a:cubicBezTo>
                    <a:pt x="4709" y="15096"/>
                    <a:pt x="2629" y="17326"/>
                    <a:pt x="1135" y="19946"/>
                  </a:cubicBezTo>
                  <a:cubicBezTo>
                    <a:pt x="-773" y="22454"/>
                    <a:pt x="-285" y="26036"/>
                    <a:pt x="2224" y="27942"/>
                  </a:cubicBezTo>
                  <a:cubicBezTo>
                    <a:pt x="3185" y="28678"/>
                    <a:pt x="4357" y="29084"/>
                    <a:pt x="5566" y="29107"/>
                  </a:cubicBezTo>
                  <a:cubicBezTo>
                    <a:pt x="11619" y="29174"/>
                    <a:pt x="17589" y="27702"/>
                    <a:pt x="22914" y="24827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8" name="Content Placeholder 4">
              <a:extLst>
                <a:ext uri="{FF2B5EF4-FFF2-40B4-BE49-F238E27FC236}">
                  <a16:creationId xmlns:a16="http://schemas.microsoft.com/office/drawing/2014/main" id="{D06DBE69-855A-A6BA-243E-08ADABDDEB67}"/>
                </a:ext>
              </a:extLst>
            </p:cNvPr>
            <p:cNvSpPr/>
            <p:nvPr/>
          </p:nvSpPr>
          <p:spPr>
            <a:xfrm>
              <a:off x="5055726" y="5054800"/>
              <a:ext cx="78878" cy="110187"/>
            </a:xfrm>
            <a:custGeom>
              <a:avLst/>
              <a:gdLst>
                <a:gd name="connsiteX0" fmla="*/ 19426 w 78878"/>
                <a:gd name="connsiteY0" fmla="*/ 80640 h 110187"/>
                <a:gd name="connsiteX1" fmla="*/ 74925 w 78878"/>
                <a:gd name="connsiteY1" fmla="*/ 110074 h 110187"/>
                <a:gd name="connsiteX2" fmla="*/ 76352 w 78878"/>
                <a:gd name="connsiteY2" fmla="*/ 110074 h 110187"/>
                <a:gd name="connsiteX3" fmla="*/ 77328 w 78878"/>
                <a:gd name="connsiteY3" fmla="*/ 108497 h 110187"/>
                <a:gd name="connsiteX4" fmla="*/ 78380 w 78878"/>
                <a:gd name="connsiteY4" fmla="*/ 104142 h 110187"/>
                <a:gd name="connsiteX5" fmla="*/ 78830 w 78878"/>
                <a:gd name="connsiteY5" fmla="*/ 100387 h 110187"/>
                <a:gd name="connsiteX6" fmla="*/ 72972 w 78878"/>
                <a:gd name="connsiteY6" fmla="*/ 93930 h 110187"/>
                <a:gd name="connsiteX7" fmla="*/ 56526 w 78878"/>
                <a:gd name="connsiteY7" fmla="*/ 82592 h 110187"/>
                <a:gd name="connsiteX8" fmla="*/ 38276 w 78878"/>
                <a:gd name="connsiteY8" fmla="*/ 42723 h 110187"/>
                <a:gd name="connsiteX9" fmla="*/ 19051 w 78878"/>
                <a:gd name="connsiteY9" fmla="*/ 3979 h 110187"/>
                <a:gd name="connsiteX10" fmla="*/ 15146 w 78878"/>
                <a:gd name="connsiteY10" fmla="*/ 300 h 110187"/>
                <a:gd name="connsiteX11" fmla="*/ 5533 w 78878"/>
                <a:gd name="connsiteY11" fmla="*/ 3378 h 110187"/>
                <a:gd name="connsiteX12" fmla="*/ 576 w 78878"/>
                <a:gd name="connsiteY12" fmla="*/ 21924 h 110187"/>
                <a:gd name="connsiteX13" fmla="*/ 3130 w 78878"/>
                <a:gd name="connsiteY13" fmla="*/ 40245 h 110187"/>
                <a:gd name="connsiteX14" fmla="*/ 19426 w 78878"/>
                <a:gd name="connsiteY14" fmla="*/ 80640 h 11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8878" h="110187">
                  <a:moveTo>
                    <a:pt x="19426" y="80640"/>
                  </a:moveTo>
                  <a:cubicBezTo>
                    <a:pt x="33282" y="97437"/>
                    <a:pt x="53251" y="108024"/>
                    <a:pt x="74925" y="110074"/>
                  </a:cubicBezTo>
                  <a:cubicBezTo>
                    <a:pt x="75391" y="110186"/>
                    <a:pt x="75886" y="110186"/>
                    <a:pt x="76352" y="110074"/>
                  </a:cubicBezTo>
                  <a:cubicBezTo>
                    <a:pt x="76953" y="110074"/>
                    <a:pt x="77103" y="109097"/>
                    <a:pt x="77328" y="108497"/>
                  </a:cubicBezTo>
                  <a:cubicBezTo>
                    <a:pt x="77554" y="107896"/>
                    <a:pt x="78004" y="105568"/>
                    <a:pt x="78380" y="104142"/>
                  </a:cubicBezTo>
                  <a:cubicBezTo>
                    <a:pt x="78755" y="102925"/>
                    <a:pt x="78905" y="101656"/>
                    <a:pt x="78830" y="100387"/>
                  </a:cubicBezTo>
                  <a:cubicBezTo>
                    <a:pt x="78380" y="97534"/>
                    <a:pt x="75601" y="95507"/>
                    <a:pt x="72972" y="93930"/>
                  </a:cubicBezTo>
                  <a:cubicBezTo>
                    <a:pt x="67160" y="90657"/>
                    <a:pt x="61655" y="86865"/>
                    <a:pt x="56526" y="82592"/>
                  </a:cubicBezTo>
                  <a:cubicBezTo>
                    <a:pt x="45411" y="72081"/>
                    <a:pt x="42707" y="56763"/>
                    <a:pt x="38276" y="42723"/>
                  </a:cubicBezTo>
                  <a:cubicBezTo>
                    <a:pt x="33845" y="28915"/>
                    <a:pt x="27364" y="15857"/>
                    <a:pt x="19051" y="3979"/>
                  </a:cubicBezTo>
                  <a:cubicBezTo>
                    <a:pt x="18120" y="2409"/>
                    <a:pt x="16768" y="1133"/>
                    <a:pt x="15146" y="300"/>
                  </a:cubicBezTo>
                  <a:cubicBezTo>
                    <a:pt x="11616" y="-669"/>
                    <a:pt x="7846" y="540"/>
                    <a:pt x="5533" y="3378"/>
                  </a:cubicBezTo>
                  <a:cubicBezTo>
                    <a:pt x="771" y="8281"/>
                    <a:pt x="-1106" y="15302"/>
                    <a:pt x="576" y="21924"/>
                  </a:cubicBezTo>
                  <a:cubicBezTo>
                    <a:pt x="1958" y="27946"/>
                    <a:pt x="2814" y="34073"/>
                    <a:pt x="3130" y="40245"/>
                  </a:cubicBezTo>
                  <a:cubicBezTo>
                    <a:pt x="4519" y="55006"/>
                    <a:pt x="10181" y="69047"/>
                    <a:pt x="19426" y="80640"/>
                  </a:cubicBezTo>
                  <a:close/>
                </a:path>
              </a:pathLst>
            </a:custGeom>
            <a:solidFill>
              <a:srgbClr val="56577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9" name="Content Placeholder 4">
              <a:extLst>
                <a:ext uri="{FF2B5EF4-FFF2-40B4-BE49-F238E27FC236}">
                  <a16:creationId xmlns:a16="http://schemas.microsoft.com/office/drawing/2014/main" id="{5DAB0734-50CB-B2DA-7671-B89729271A62}"/>
                </a:ext>
              </a:extLst>
            </p:cNvPr>
            <p:cNvSpPr/>
            <p:nvPr/>
          </p:nvSpPr>
          <p:spPr>
            <a:xfrm>
              <a:off x="5025991" y="4913069"/>
              <a:ext cx="92748" cy="106405"/>
            </a:xfrm>
            <a:custGeom>
              <a:avLst/>
              <a:gdLst>
                <a:gd name="connsiteX0" fmla="*/ 30762 w 92748"/>
                <a:gd name="connsiteY0" fmla="*/ 105464 h 106405"/>
                <a:gd name="connsiteX1" fmla="*/ -29 w 92748"/>
                <a:gd name="connsiteY1" fmla="*/ 92700 h 106405"/>
                <a:gd name="connsiteX2" fmla="*/ 3050 w 92748"/>
                <a:gd name="connsiteY2" fmla="*/ 64469 h 106405"/>
                <a:gd name="connsiteX3" fmla="*/ 15216 w 92748"/>
                <a:gd name="connsiteY3" fmla="*/ 27902 h 106405"/>
                <a:gd name="connsiteX4" fmla="*/ 33090 w 92748"/>
                <a:gd name="connsiteY4" fmla="*/ 2599 h 106405"/>
                <a:gd name="connsiteX5" fmla="*/ 38647 w 92748"/>
                <a:gd name="connsiteY5" fmla="*/ -29 h 106405"/>
                <a:gd name="connsiteX6" fmla="*/ 43829 w 92748"/>
                <a:gd name="connsiteY6" fmla="*/ 947 h 106405"/>
                <a:gd name="connsiteX7" fmla="*/ 89941 w 92748"/>
                <a:gd name="connsiteY7" fmla="*/ 20694 h 106405"/>
                <a:gd name="connsiteX8" fmla="*/ 92494 w 92748"/>
                <a:gd name="connsiteY8" fmla="*/ 23247 h 106405"/>
                <a:gd name="connsiteX9" fmla="*/ 92494 w 92748"/>
                <a:gd name="connsiteY9" fmla="*/ 26476 h 106405"/>
                <a:gd name="connsiteX10" fmla="*/ 55620 w 92748"/>
                <a:gd name="connsiteY10" fmla="*/ 104789 h 106405"/>
                <a:gd name="connsiteX11" fmla="*/ 30762 w 92748"/>
                <a:gd name="connsiteY11" fmla="*/ 105464 h 106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748" h="106405">
                  <a:moveTo>
                    <a:pt x="30762" y="105464"/>
                  </a:moveTo>
                  <a:cubicBezTo>
                    <a:pt x="20623" y="100960"/>
                    <a:pt x="10335" y="96680"/>
                    <a:pt x="-29" y="92700"/>
                  </a:cubicBezTo>
                  <a:cubicBezTo>
                    <a:pt x="4327" y="84216"/>
                    <a:pt x="2449" y="74004"/>
                    <a:pt x="3050" y="64469"/>
                  </a:cubicBezTo>
                  <a:cubicBezTo>
                    <a:pt x="4665" y="51599"/>
                    <a:pt x="8802" y="39172"/>
                    <a:pt x="15216" y="27902"/>
                  </a:cubicBezTo>
                  <a:cubicBezTo>
                    <a:pt x="19136" y="18202"/>
                    <a:pt x="25249" y="9536"/>
                    <a:pt x="33090" y="2599"/>
                  </a:cubicBezTo>
                  <a:cubicBezTo>
                    <a:pt x="34674" y="1240"/>
                    <a:pt x="36590" y="331"/>
                    <a:pt x="38647" y="-29"/>
                  </a:cubicBezTo>
                  <a:cubicBezTo>
                    <a:pt x="40420" y="-44"/>
                    <a:pt x="42184" y="286"/>
                    <a:pt x="43829" y="947"/>
                  </a:cubicBezTo>
                  <a:cubicBezTo>
                    <a:pt x="60028" y="5384"/>
                    <a:pt x="75544" y="12029"/>
                    <a:pt x="89941" y="20694"/>
                  </a:cubicBezTo>
                  <a:cubicBezTo>
                    <a:pt x="91052" y="21242"/>
                    <a:pt x="91946" y="22143"/>
                    <a:pt x="92494" y="23247"/>
                  </a:cubicBezTo>
                  <a:cubicBezTo>
                    <a:pt x="92794" y="24306"/>
                    <a:pt x="92794" y="25425"/>
                    <a:pt x="92494" y="26476"/>
                  </a:cubicBezTo>
                  <a:cubicBezTo>
                    <a:pt x="86704" y="55173"/>
                    <a:pt x="74049" y="82046"/>
                    <a:pt x="55620" y="104789"/>
                  </a:cubicBezTo>
                  <a:cubicBezTo>
                    <a:pt x="47456" y="106644"/>
                    <a:pt x="39015" y="106876"/>
                    <a:pt x="30762" y="105464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0" name="Content Placeholder 4">
              <a:extLst>
                <a:ext uri="{FF2B5EF4-FFF2-40B4-BE49-F238E27FC236}">
                  <a16:creationId xmlns:a16="http://schemas.microsoft.com/office/drawing/2014/main" id="{4471EB68-7DAF-046D-2960-EBF60DC6DB8D}"/>
                </a:ext>
              </a:extLst>
            </p:cNvPr>
            <p:cNvSpPr/>
            <p:nvPr/>
          </p:nvSpPr>
          <p:spPr>
            <a:xfrm>
              <a:off x="4940638" y="5011497"/>
              <a:ext cx="187037" cy="516740"/>
            </a:xfrm>
            <a:custGeom>
              <a:avLst/>
              <a:gdLst>
                <a:gd name="connsiteX0" fmla="*/ 125051 w 187037"/>
                <a:gd name="connsiteY0" fmla="*/ 23781 h 516740"/>
                <a:gd name="connsiteX1" fmla="*/ 116865 w 187037"/>
                <a:gd name="connsiteY1" fmla="*/ 20177 h 516740"/>
                <a:gd name="connsiteX2" fmla="*/ 76236 w 187037"/>
                <a:gd name="connsiteY2" fmla="*/ 1481 h 516740"/>
                <a:gd name="connsiteX3" fmla="*/ 65722 w 187037"/>
                <a:gd name="connsiteY3" fmla="*/ 2960 h 516740"/>
                <a:gd name="connsiteX4" fmla="*/ 65647 w 187037"/>
                <a:gd name="connsiteY4" fmla="*/ 3058 h 516740"/>
                <a:gd name="connsiteX5" fmla="*/ 26520 w 187037"/>
                <a:gd name="connsiteY5" fmla="*/ 103220 h 516740"/>
                <a:gd name="connsiteX6" fmla="*/ 3990 w 187037"/>
                <a:gd name="connsiteY6" fmla="*/ 492684 h 516740"/>
                <a:gd name="connsiteX7" fmla="*/ 187008 w 187037"/>
                <a:gd name="connsiteY7" fmla="*/ 516711 h 516740"/>
                <a:gd name="connsiteX8" fmla="*/ 175743 w 187037"/>
                <a:gd name="connsiteY8" fmla="*/ 418650 h 516740"/>
                <a:gd name="connsiteX9" fmla="*/ 169059 w 187037"/>
                <a:gd name="connsiteY9" fmla="*/ 263451 h 516740"/>
                <a:gd name="connsiteX10" fmla="*/ 163953 w 187037"/>
                <a:gd name="connsiteY10" fmla="*/ 107650 h 516740"/>
                <a:gd name="connsiteX11" fmla="*/ 159672 w 187037"/>
                <a:gd name="connsiteY11" fmla="*/ 44729 h 516740"/>
                <a:gd name="connsiteX12" fmla="*/ 134138 w 187037"/>
                <a:gd name="connsiteY12" fmla="*/ 26709 h 516740"/>
                <a:gd name="connsiteX13" fmla="*/ 125051 w 187037"/>
                <a:gd name="connsiteY13" fmla="*/ 23781 h 516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7037" h="516740">
                  <a:moveTo>
                    <a:pt x="125051" y="23781"/>
                  </a:moveTo>
                  <a:cubicBezTo>
                    <a:pt x="122272" y="22654"/>
                    <a:pt x="119569" y="21378"/>
                    <a:pt x="116865" y="20177"/>
                  </a:cubicBezTo>
                  <a:lnTo>
                    <a:pt x="76236" y="1481"/>
                  </a:lnTo>
                  <a:cubicBezTo>
                    <a:pt x="72924" y="-1012"/>
                    <a:pt x="68215" y="-351"/>
                    <a:pt x="65722" y="2960"/>
                  </a:cubicBezTo>
                  <a:cubicBezTo>
                    <a:pt x="65692" y="2990"/>
                    <a:pt x="65669" y="3027"/>
                    <a:pt x="65647" y="3058"/>
                  </a:cubicBezTo>
                  <a:cubicBezTo>
                    <a:pt x="40338" y="27460"/>
                    <a:pt x="33429" y="67104"/>
                    <a:pt x="26520" y="103220"/>
                  </a:cubicBezTo>
                  <a:cubicBezTo>
                    <a:pt x="1977" y="231495"/>
                    <a:pt x="-5593" y="362434"/>
                    <a:pt x="3990" y="492684"/>
                  </a:cubicBezTo>
                  <a:cubicBezTo>
                    <a:pt x="64340" y="505057"/>
                    <a:pt x="125509" y="513084"/>
                    <a:pt x="187008" y="516711"/>
                  </a:cubicBezTo>
                  <a:cubicBezTo>
                    <a:pt x="183554" y="516711"/>
                    <a:pt x="176569" y="427360"/>
                    <a:pt x="175743" y="418650"/>
                  </a:cubicBezTo>
                  <a:cubicBezTo>
                    <a:pt x="171087" y="367067"/>
                    <a:pt x="168609" y="315259"/>
                    <a:pt x="169059" y="263451"/>
                  </a:cubicBezTo>
                  <a:cubicBezTo>
                    <a:pt x="169510" y="211642"/>
                    <a:pt x="167182" y="159609"/>
                    <a:pt x="163953" y="107650"/>
                  </a:cubicBezTo>
                  <a:cubicBezTo>
                    <a:pt x="162676" y="86702"/>
                    <a:pt x="161249" y="65678"/>
                    <a:pt x="159672" y="44729"/>
                  </a:cubicBezTo>
                  <a:cubicBezTo>
                    <a:pt x="158996" y="36545"/>
                    <a:pt x="139170" y="28061"/>
                    <a:pt x="134138" y="26709"/>
                  </a:cubicBezTo>
                  <a:cubicBezTo>
                    <a:pt x="131051" y="25928"/>
                    <a:pt x="128017" y="24952"/>
                    <a:pt x="125051" y="23781"/>
                  </a:cubicBezTo>
                  <a:close/>
                </a:path>
              </a:pathLst>
            </a:custGeom>
            <a:solidFill>
              <a:srgbClr val="5C5D7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1" name="Content Placeholder 4">
              <a:extLst>
                <a:ext uri="{FF2B5EF4-FFF2-40B4-BE49-F238E27FC236}">
                  <a16:creationId xmlns:a16="http://schemas.microsoft.com/office/drawing/2014/main" id="{18557CF3-5D2B-DB2F-8051-C4D345A923AC}"/>
                </a:ext>
              </a:extLst>
            </p:cNvPr>
            <p:cNvSpPr/>
            <p:nvPr/>
          </p:nvSpPr>
          <p:spPr>
            <a:xfrm>
              <a:off x="5009064" y="5070292"/>
              <a:ext cx="144885" cy="158152"/>
            </a:xfrm>
            <a:custGeom>
              <a:avLst/>
              <a:gdLst>
                <a:gd name="connsiteX0" fmla="*/ 22455 w 144885"/>
                <a:gd name="connsiteY0" fmla="*/ 122438 h 158152"/>
                <a:gd name="connsiteX1" fmla="*/ 45886 w 144885"/>
                <a:gd name="connsiteY1" fmla="*/ 156601 h 158152"/>
                <a:gd name="connsiteX2" fmla="*/ 73523 w 144885"/>
                <a:gd name="connsiteY2" fmla="*/ 154950 h 158152"/>
                <a:gd name="connsiteX3" fmla="*/ 125041 w 144885"/>
                <a:gd name="connsiteY3" fmla="*/ 132424 h 158152"/>
                <a:gd name="connsiteX4" fmla="*/ 144717 w 144885"/>
                <a:gd name="connsiteY4" fmla="*/ 105168 h 158152"/>
                <a:gd name="connsiteX5" fmla="*/ 142464 w 144885"/>
                <a:gd name="connsiteY5" fmla="*/ 100288 h 158152"/>
                <a:gd name="connsiteX6" fmla="*/ 130824 w 144885"/>
                <a:gd name="connsiteY6" fmla="*/ 102766 h 158152"/>
                <a:gd name="connsiteX7" fmla="*/ 72246 w 144885"/>
                <a:gd name="connsiteY7" fmla="*/ 124240 h 158152"/>
                <a:gd name="connsiteX8" fmla="*/ 64736 w 144885"/>
                <a:gd name="connsiteY8" fmla="*/ 123714 h 158152"/>
                <a:gd name="connsiteX9" fmla="*/ 54372 w 144885"/>
                <a:gd name="connsiteY9" fmla="*/ 106745 h 158152"/>
                <a:gd name="connsiteX10" fmla="*/ 41155 w 144885"/>
                <a:gd name="connsiteY10" fmla="*/ 25654 h 158152"/>
                <a:gd name="connsiteX11" fmla="*/ 37475 w 144885"/>
                <a:gd name="connsiteY11" fmla="*/ 10637 h 158152"/>
                <a:gd name="connsiteX12" fmla="*/ 16822 w 144885"/>
                <a:gd name="connsiteY12" fmla="*/ 125 h 158152"/>
                <a:gd name="connsiteX13" fmla="*/ 5482 w 144885"/>
                <a:gd name="connsiteY13" fmla="*/ 52684 h 158152"/>
                <a:gd name="connsiteX14" fmla="*/ 22455 w 144885"/>
                <a:gd name="connsiteY14" fmla="*/ 122438 h 158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4885" h="158152">
                  <a:moveTo>
                    <a:pt x="22455" y="122438"/>
                  </a:moveTo>
                  <a:cubicBezTo>
                    <a:pt x="26510" y="136254"/>
                    <a:pt x="32443" y="151646"/>
                    <a:pt x="45886" y="156601"/>
                  </a:cubicBezTo>
                  <a:cubicBezTo>
                    <a:pt x="55033" y="159094"/>
                    <a:pt x="64743" y="158509"/>
                    <a:pt x="73523" y="154950"/>
                  </a:cubicBezTo>
                  <a:cubicBezTo>
                    <a:pt x="91532" y="149529"/>
                    <a:pt x="108827" y="141960"/>
                    <a:pt x="125041" y="132424"/>
                  </a:cubicBezTo>
                  <a:cubicBezTo>
                    <a:pt x="135255" y="126342"/>
                    <a:pt x="146219" y="116957"/>
                    <a:pt x="144717" y="105168"/>
                  </a:cubicBezTo>
                  <a:cubicBezTo>
                    <a:pt x="144597" y="103322"/>
                    <a:pt x="143794" y="101579"/>
                    <a:pt x="142464" y="100288"/>
                  </a:cubicBezTo>
                  <a:cubicBezTo>
                    <a:pt x="139160" y="97510"/>
                    <a:pt x="134354" y="100288"/>
                    <a:pt x="130824" y="102766"/>
                  </a:cubicBezTo>
                  <a:cubicBezTo>
                    <a:pt x="113656" y="115192"/>
                    <a:pt x="93379" y="122626"/>
                    <a:pt x="72246" y="124240"/>
                  </a:cubicBezTo>
                  <a:cubicBezTo>
                    <a:pt x="69730" y="124548"/>
                    <a:pt x="67184" y="124368"/>
                    <a:pt x="64736" y="123714"/>
                  </a:cubicBezTo>
                  <a:cubicBezTo>
                    <a:pt x="58202" y="121386"/>
                    <a:pt x="55799" y="113578"/>
                    <a:pt x="54372" y="106745"/>
                  </a:cubicBezTo>
                  <a:cubicBezTo>
                    <a:pt x="48665" y="79940"/>
                    <a:pt x="44234" y="52835"/>
                    <a:pt x="41155" y="25654"/>
                  </a:cubicBezTo>
                  <a:cubicBezTo>
                    <a:pt x="40862" y="20466"/>
                    <a:pt x="39608" y="15375"/>
                    <a:pt x="37475" y="10637"/>
                  </a:cubicBezTo>
                  <a:cubicBezTo>
                    <a:pt x="33374" y="3256"/>
                    <a:pt x="25203" y="-904"/>
                    <a:pt x="16822" y="125"/>
                  </a:cubicBezTo>
                  <a:cubicBezTo>
                    <a:pt x="-9688" y="3654"/>
                    <a:pt x="2178" y="36015"/>
                    <a:pt x="5482" y="52684"/>
                  </a:cubicBezTo>
                  <a:cubicBezTo>
                    <a:pt x="9913" y="75735"/>
                    <a:pt x="15696" y="99237"/>
                    <a:pt x="22455" y="122438"/>
                  </a:cubicBezTo>
                  <a:close/>
                </a:path>
              </a:pathLst>
            </a:custGeom>
            <a:solidFill>
              <a:srgbClr val="56577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2" name="Content Placeholder 4">
              <a:extLst>
                <a:ext uri="{FF2B5EF4-FFF2-40B4-BE49-F238E27FC236}">
                  <a16:creationId xmlns:a16="http://schemas.microsoft.com/office/drawing/2014/main" id="{E9F7D9EC-ABAD-CF9E-5344-ADBA2E39D34A}"/>
                </a:ext>
              </a:extLst>
            </p:cNvPr>
            <p:cNvSpPr/>
            <p:nvPr/>
          </p:nvSpPr>
          <p:spPr>
            <a:xfrm>
              <a:off x="5133353" y="5217181"/>
              <a:ext cx="3944" cy="1839"/>
            </a:xfrm>
            <a:custGeom>
              <a:avLst/>
              <a:gdLst>
                <a:gd name="connsiteX0" fmla="*/ 527 w 3944"/>
                <a:gd name="connsiteY0" fmla="*/ 27 h 1839"/>
                <a:gd name="connsiteX1" fmla="*/ 1428 w 3944"/>
                <a:gd name="connsiteY1" fmla="*/ 27 h 1839"/>
                <a:gd name="connsiteX2" fmla="*/ 3155 w 3944"/>
                <a:gd name="connsiteY2" fmla="*/ 477 h 1839"/>
                <a:gd name="connsiteX3" fmla="*/ 3831 w 3944"/>
                <a:gd name="connsiteY3" fmla="*/ 477 h 1839"/>
                <a:gd name="connsiteX4" fmla="*/ 3831 w 3944"/>
                <a:gd name="connsiteY4" fmla="*/ 1228 h 1839"/>
                <a:gd name="connsiteX5" fmla="*/ 3230 w 3944"/>
                <a:gd name="connsiteY5" fmla="*/ 1753 h 1839"/>
                <a:gd name="connsiteX6" fmla="*/ 2404 w 3944"/>
                <a:gd name="connsiteY6" fmla="*/ 1753 h 1839"/>
                <a:gd name="connsiteX7" fmla="*/ 527 w 3944"/>
                <a:gd name="connsiteY7" fmla="*/ 27 h 1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44" h="1839">
                  <a:moveTo>
                    <a:pt x="527" y="27"/>
                  </a:moveTo>
                  <a:cubicBezTo>
                    <a:pt x="820" y="-49"/>
                    <a:pt x="1135" y="-49"/>
                    <a:pt x="1428" y="27"/>
                  </a:cubicBezTo>
                  <a:cubicBezTo>
                    <a:pt x="2014" y="132"/>
                    <a:pt x="2592" y="282"/>
                    <a:pt x="3155" y="477"/>
                  </a:cubicBezTo>
                  <a:lnTo>
                    <a:pt x="3831" y="477"/>
                  </a:lnTo>
                  <a:cubicBezTo>
                    <a:pt x="3944" y="717"/>
                    <a:pt x="3944" y="988"/>
                    <a:pt x="3831" y="1228"/>
                  </a:cubicBezTo>
                  <a:cubicBezTo>
                    <a:pt x="3734" y="1491"/>
                    <a:pt x="3508" y="1693"/>
                    <a:pt x="3230" y="1753"/>
                  </a:cubicBezTo>
                  <a:cubicBezTo>
                    <a:pt x="2960" y="1829"/>
                    <a:pt x="2675" y="1829"/>
                    <a:pt x="2404" y="1753"/>
                  </a:cubicBezTo>
                  <a:cubicBezTo>
                    <a:pt x="2104" y="1904"/>
                    <a:pt x="-1351" y="777"/>
                    <a:pt x="527" y="27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3" name="Content Placeholder 4">
              <a:extLst>
                <a:ext uri="{FF2B5EF4-FFF2-40B4-BE49-F238E27FC236}">
                  <a16:creationId xmlns:a16="http://schemas.microsoft.com/office/drawing/2014/main" id="{6B5EBD6B-D817-CB83-3252-6D2E149AD0B2}"/>
                </a:ext>
              </a:extLst>
            </p:cNvPr>
            <p:cNvSpPr/>
            <p:nvPr/>
          </p:nvSpPr>
          <p:spPr>
            <a:xfrm>
              <a:off x="4940296" y="4880279"/>
              <a:ext cx="184131" cy="243375"/>
            </a:xfrm>
            <a:custGeom>
              <a:avLst/>
              <a:gdLst>
                <a:gd name="connsiteX0" fmla="*/ 149125 w 184131"/>
                <a:gd name="connsiteY0" fmla="*/ 67525 h 243375"/>
                <a:gd name="connsiteX1" fmla="*/ 130725 w 184131"/>
                <a:gd name="connsiteY1" fmla="*/ 64447 h 243375"/>
                <a:gd name="connsiteX2" fmla="*/ 114053 w 184131"/>
                <a:gd name="connsiteY2" fmla="*/ 83143 h 243375"/>
                <a:gd name="connsiteX3" fmla="*/ 107745 w 184131"/>
                <a:gd name="connsiteY3" fmla="*/ 77812 h 243375"/>
                <a:gd name="connsiteX4" fmla="*/ 104065 w 184131"/>
                <a:gd name="connsiteY4" fmla="*/ 83143 h 243375"/>
                <a:gd name="connsiteX5" fmla="*/ 121939 w 184131"/>
                <a:gd name="connsiteY5" fmla="*/ 125340 h 243375"/>
                <a:gd name="connsiteX6" fmla="*/ 129449 w 184131"/>
                <a:gd name="connsiteY6" fmla="*/ 166637 h 243375"/>
                <a:gd name="connsiteX7" fmla="*/ 123215 w 184131"/>
                <a:gd name="connsiteY7" fmla="*/ 183380 h 243375"/>
                <a:gd name="connsiteX8" fmla="*/ 106994 w 184131"/>
                <a:gd name="connsiteY8" fmla="*/ 184206 h 243375"/>
                <a:gd name="connsiteX9" fmla="*/ 119836 w 184131"/>
                <a:gd name="connsiteY9" fmla="*/ 177224 h 243375"/>
                <a:gd name="connsiteX10" fmla="*/ 118559 w 184131"/>
                <a:gd name="connsiteY10" fmla="*/ 151620 h 243375"/>
                <a:gd name="connsiteX11" fmla="*/ 100911 w 184131"/>
                <a:gd name="connsiteY11" fmla="*/ 131797 h 243375"/>
                <a:gd name="connsiteX12" fmla="*/ 93401 w 184131"/>
                <a:gd name="connsiteY12" fmla="*/ 127743 h 243375"/>
                <a:gd name="connsiteX13" fmla="*/ 84314 w 184131"/>
                <a:gd name="connsiteY13" fmla="*/ 133450 h 243375"/>
                <a:gd name="connsiteX14" fmla="*/ 70195 w 184131"/>
                <a:gd name="connsiteY14" fmla="*/ 155149 h 243375"/>
                <a:gd name="connsiteX15" fmla="*/ 63586 w 184131"/>
                <a:gd name="connsiteY15" fmla="*/ 190889 h 243375"/>
                <a:gd name="connsiteX16" fmla="*/ 48566 w 184131"/>
                <a:gd name="connsiteY16" fmla="*/ 210111 h 243375"/>
                <a:gd name="connsiteX17" fmla="*/ 44210 w 184131"/>
                <a:gd name="connsiteY17" fmla="*/ 231435 h 243375"/>
                <a:gd name="connsiteX18" fmla="*/ 28590 w 184131"/>
                <a:gd name="connsiteY18" fmla="*/ 241872 h 243375"/>
                <a:gd name="connsiteX19" fmla="*/ 7186 w 184131"/>
                <a:gd name="connsiteY19" fmla="*/ 238042 h 243375"/>
                <a:gd name="connsiteX20" fmla="*/ 16724 w 184131"/>
                <a:gd name="connsiteY20" fmla="*/ 222200 h 243375"/>
                <a:gd name="connsiteX21" fmla="*/ 8838 w 184131"/>
                <a:gd name="connsiteY21" fmla="*/ 204554 h 243375"/>
                <a:gd name="connsiteX22" fmla="*/ 16348 w 184131"/>
                <a:gd name="connsiteY22" fmla="*/ 180602 h 243375"/>
                <a:gd name="connsiteX23" fmla="*/ 1328 w 184131"/>
                <a:gd name="connsiteY23" fmla="*/ 156801 h 243375"/>
                <a:gd name="connsiteX24" fmla="*/ 16874 w 184131"/>
                <a:gd name="connsiteY24" fmla="*/ 132623 h 243375"/>
                <a:gd name="connsiteX25" fmla="*/ 52 w 184131"/>
                <a:gd name="connsiteY25" fmla="*/ 107545 h 243375"/>
                <a:gd name="connsiteX26" fmla="*/ 9589 w 184131"/>
                <a:gd name="connsiteY26" fmla="*/ 98535 h 243375"/>
                <a:gd name="connsiteX27" fmla="*/ 23032 w 184131"/>
                <a:gd name="connsiteY27" fmla="*/ 95231 h 243375"/>
                <a:gd name="connsiteX28" fmla="*/ 30542 w 184131"/>
                <a:gd name="connsiteY28" fmla="*/ 84645 h 243375"/>
                <a:gd name="connsiteX29" fmla="*/ 16048 w 184131"/>
                <a:gd name="connsiteY29" fmla="*/ 68801 h 243375"/>
                <a:gd name="connsiteX30" fmla="*/ 23558 w 184131"/>
                <a:gd name="connsiteY30" fmla="*/ 56788 h 243375"/>
                <a:gd name="connsiteX31" fmla="*/ 38578 w 184131"/>
                <a:gd name="connsiteY31" fmla="*/ 54686 h 243375"/>
                <a:gd name="connsiteX32" fmla="*/ 51946 w 184131"/>
                <a:gd name="connsiteY32" fmla="*/ 47853 h 243375"/>
                <a:gd name="connsiteX33" fmla="*/ 53373 w 184131"/>
                <a:gd name="connsiteY33" fmla="*/ 31109 h 243375"/>
                <a:gd name="connsiteX34" fmla="*/ 67491 w 184131"/>
                <a:gd name="connsiteY34" fmla="*/ 9635 h 243375"/>
                <a:gd name="connsiteX35" fmla="*/ 93626 w 184131"/>
                <a:gd name="connsiteY35" fmla="*/ 6857 h 243375"/>
                <a:gd name="connsiteX36" fmla="*/ 100761 w 184131"/>
                <a:gd name="connsiteY36" fmla="*/ 7908 h 243375"/>
                <a:gd name="connsiteX37" fmla="*/ 106919 w 184131"/>
                <a:gd name="connsiteY37" fmla="*/ 5731 h 243375"/>
                <a:gd name="connsiteX38" fmla="*/ 169627 w 184131"/>
                <a:gd name="connsiteY38" fmla="*/ 10987 h 243375"/>
                <a:gd name="connsiteX39" fmla="*/ 183596 w 184131"/>
                <a:gd name="connsiteY39" fmla="*/ 28932 h 243375"/>
                <a:gd name="connsiteX40" fmla="*/ 181343 w 184131"/>
                <a:gd name="connsiteY40" fmla="*/ 43948 h 243375"/>
                <a:gd name="connsiteX41" fmla="*/ 149125 w 184131"/>
                <a:gd name="connsiteY41" fmla="*/ 67525 h 24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84131" h="243375">
                  <a:moveTo>
                    <a:pt x="149125" y="67525"/>
                  </a:moveTo>
                  <a:cubicBezTo>
                    <a:pt x="143094" y="65948"/>
                    <a:pt x="136936" y="64920"/>
                    <a:pt x="130725" y="64447"/>
                  </a:cubicBezTo>
                  <a:cubicBezTo>
                    <a:pt x="121165" y="65415"/>
                    <a:pt x="113926" y="73532"/>
                    <a:pt x="114053" y="83143"/>
                  </a:cubicBezTo>
                  <a:cubicBezTo>
                    <a:pt x="111199" y="83818"/>
                    <a:pt x="110599" y="78412"/>
                    <a:pt x="107745" y="77812"/>
                  </a:cubicBezTo>
                  <a:cubicBezTo>
                    <a:pt x="104891" y="77211"/>
                    <a:pt x="104065" y="80665"/>
                    <a:pt x="104065" y="83143"/>
                  </a:cubicBezTo>
                  <a:cubicBezTo>
                    <a:pt x="104065" y="98610"/>
                    <a:pt x="115255" y="111375"/>
                    <a:pt x="121939" y="125340"/>
                  </a:cubicBezTo>
                  <a:cubicBezTo>
                    <a:pt x="128044" y="138202"/>
                    <a:pt x="130635" y="152454"/>
                    <a:pt x="129449" y="166637"/>
                  </a:cubicBezTo>
                  <a:cubicBezTo>
                    <a:pt x="129366" y="172771"/>
                    <a:pt x="127166" y="178688"/>
                    <a:pt x="123215" y="183380"/>
                  </a:cubicBezTo>
                  <a:cubicBezTo>
                    <a:pt x="118927" y="188006"/>
                    <a:pt x="111733" y="188374"/>
                    <a:pt x="106994" y="184206"/>
                  </a:cubicBezTo>
                  <a:cubicBezTo>
                    <a:pt x="112318" y="184822"/>
                    <a:pt x="117463" y="182029"/>
                    <a:pt x="119836" y="177224"/>
                  </a:cubicBezTo>
                  <a:cubicBezTo>
                    <a:pt x="123786" y="169024"/>
                    <a:pt x="123305" y="159384"/>
                    <a:pt x="118559" y="151620"/>
                  </a:cubicBezTo>
                  <a:cubicBezTo>
                    <a:pt x="113835" y="144067"/>
                    <a:pt x="107865" y="137361"/>
                    <a:pt x="100911" y="131797"/>
                  </a:cubicBezTo>
                  <a:cubicBezTo>
                    <a:pt x="98936" y="129635"/>
                    <a:pt x="96292" y="128201"/>
                    <a:pt x="93401" y="127743"/>
                  </a:cubicBezTo>
                  <a:cubicBezTo>
                    <a:pt x="89683" y="128216"/>
                    <a:pt x="86356" y="130303"/>
                    <a:pt x="84314" y="133450"/>
                  </a:cubicBezTo>
                  <a:cubicBezTo>
                    <a:pt x="78163" y="139636"/>
                    <a:pt x="73356" y="147025"/>
                    <a:pt x="70195" y="155149"/>
                  </a:cubicBezTo>
                  <a:cubicBezTo>
                    <a:pt x="66590" y="166787"/>
                    <a:pt x="69744" y="180377"/>
                    <a:pt x="63586" y="190889"/>
                  </a:cubicBezTo>
                  <a:cubicBezTo>
                    <a:pt x="59456" y="197947"/>
                    <a:pt x="51720" y="202527"/>
                    <a:pt x="48566" y="210111"/>
                  </a:cubicBezTo>
                  <a:cubicBezTo>
                    <a:pt x="45412" y="217694"/>
                    <a:pt x="47740" y="225127"/>
                    <a:pt x="44210" y="231435"/>
                  </a:cubicBezTo>
                  <a:cubicBezTo>
                    <a:pt x="40523" y="236781"/>
                    <a:pt x="34935" y="240512"/>
                    <a:pt x="28590" y="241872"/>
                  </a:cubicBezTo>
                  <a:cubicBezTo>
                    <a:pt x="21080" y="244049"/>
                    <a:pt x="11467" y="244575"/>
                    <a:pt x="7186" y="238042"/>
                  </a:cubicBezTo>
                  <a:cubicBezTo>
                    <a:pt x="12826" y="234693"/>
                    <a:pt x="16408" y="228747"/>
                    <a:pt x="16724" y="222200"/>
                  </a:cubicBezTo>
                  <a:cubicBezTo>
                    <a:pt x="15973" y="215742"/>
                    <a:pt x="9214" y="211087"/>
                    <a:pt x="8838" y="204554"/>
                  </a:cubicBezTo>
                  <a:cubicBezTo>
                    <a:pt x="8012" y="196070"/>
                    <a:pt x="17700" y="189087"/>
                    <a:pt x="16348" y="180602"/>
                  </a:cubicBezTo>
                  <a:cubicBezTo>
                    <a:pt x="14996" y="172118"/>
                    <a:pt x="953" y="166411"/>
                    <a:pt x="1328" y="156801"/>
                  </a:cubicBezTo>
                  <a:cubicBezTo>
                    <a:pt x="1704" y="147190"/>
                    <a:pt x="17174" y="142459"/>
                    <a:pt x="16874" y="132623"/>
                  </a:cubicBezTo>
                  <a:cubicBezTo>
                    <a:pt x="16573" y="122787"/>
                    <a:pt x="-1375" y="117606"/>
                    <a:pt x="52" y="107545"/>
                  </a:cubicBezTo>
                  <a:cubicBezTo>
                    <a:pt x="1231" y="102957"/>
                    <a:pt x="4941" y="99451"/>
                    <a:pt x="9589" y="98535"/>
                  </a:cubicBezTo>
                  <a:cubicBezTo>
                    <a:pt x="14125" y="97672"/>
                    <a:pt x="18616" y="96568"/>
                    <a:pt x="23032" y="95231"/>
                  </a:cubicBezTo>
                  <a:cubicBezTo>
                    <a:pt x="27658" y="93827"/>
                    <a:pt x="30752" y="89473"/>
                    <a:pt x="30542" y="84645"/>
                  </a:cubicBezTo>
                  <a:cubicBezTo>
                    <a:pt x="29190" y="77136"/>
                    <a:pt x="18075" y="75859"/>
                    <a:pt x="16048" y="68801"/>
                  </a:cubicBezTo>
                  <a:cubicBezTo>
                    <a:pt x="15214" y="63486"/>
                    <a:pt x="18413" y="58365"/>
                    <a:pt x="23558" y="56788"/>
                  </a:cubicBezTo>
                  <a:cubicBezTo>
                    <a:pt x="28454" y="55437"/>
                    <a:pt x="33501" y="54731"/>
                    <a:pt x="38578" y="54686"/>
                  </a:cubicBezTo>
                  <a:cubicBezTo>
                    <a:pt x="43857" y="54633"/>
                    <a:pt x="48806" y="52103"/>
                    <a:pt x="51946" y="47853"/>
                  </a:cubicBezTo>
                  <a:cubicBezTo>
                    <a:pt x="54799" y="42898"/>
                    <a:pt x="53072" y="36741"/>
                    <a:pt x="53373" y="31109"/>
                  </a:cubicBezTo>
                  <a:cubicBezTo>
                    <a:pt x="54131" y="22017"/>
                    <a:pt x="59448" y="13938"/>
                    <a:pt x="67491" y="9635"/>
                  </a:cubicBezTo>
                  <a:cubicBezTo>
                    <a:pt x="75564" y="5535"/>
                    <a:pt x="84869" y="4552"/>
                    <a:pt x="93626" y="6857"/>
                  </a:cubicBezTo>
                  <a:cubicBezTo>
                    <a:pt x="95932" y="7578"/>
                    <a:pt x="98342" y="7930"/>
                    <a:pt x="100761" y="7908"/>
                  </a:cubicBezTo>
                  <a:cubicBezTo>
                    <a:pt x="102916" y="7510"/>
                    <a:pt x="104996" y="6774"/>
                    <a:pt x="106919" y="5731"/>
                  </a:cubicBezTo>
                  <a:cubicBezTo>
                    <a:pt x="127316" y="-3520"/>
                    <a:pt x="151055" y="-1530"/>
                    <a:pt x="169627" y="10987"/>
                  </a:cubicBezTo>
                  <a:cubicBezTo>
                    <a:pt x="176341" y="15034"/>
                    <a:pt x="181320" y="21431"/>
                    <a:pt x="183596" y="28932"/>
                  </a:cubicBezTo>
                  <a:cubicBezTo>
                    <a:pt x="184737" y="34045"/>
                    <a:pt x="183934" y="39399"/>
                    <a:pt x="181343" y="43948"/>
                  </a:cubicBezTo>
                  <a:cubicBezTo>
                    <a:pt x="174659" y="56788"/>
                    <a:pt x="165722" y="69477"/>
                    <a:pt x="149125" y="67525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4" name="Content Placeholder 4">
              <a:extLst>
                <a:ext uri="{FF2B5EF4-FFF2-40B4-BE49-F238E27FC236}">
                  <a16:creationId xmlns:a16="http://schemas.microsoft.com/office/drawing/2014/main" id="{C4E854B2-3A18-7CBB-353D-B26127499C0A}"/>
                </a:ext>
              </a:extLst>
            </p:cNvPr>
            <p:cNvSpPr/>
            <p:nvPr/>
          </p:nvSpPr>
          <p:spPr>
            <a:xfrm>
              <a:off x="5090866" y="4911070"/>
              <a:ext cx="39171" cy="59433"/>
            </a:xfrm>
            <a:custGeom>
              <a:avLst/>
              <a:gdLst>
                <a:gd name="connsiteX0" fmla="*/ 36255 w 39171"/>
                <a:gd name="connsiteY0" fmla="*/ 7226 h 59433"/>
                <a:gd name="connsiteX1" fmla="*/ 38959 w 39171"/>
                <a:gd name="connsiteY1" fmla="*/ 40788 h 59433"/>
                <a:gd name="connsiteX2" fmla="*/ 36931 w 39171"/>
                <a:gd name="connsiteY2" fmla="*/ 51451 h 59433"/>
                <a:gd name="connsiteX3" fmla="*/ 29421 w 39171"/>
                <a:gd name="connsiteY3" fmla="*/ 58959 h 59433"/>
                <a:gd name="connsiteX4" fmla="*/ 19884 w 39171"/>
                <a:gd name="connsiteY4" fmla="*/ 55655 h 59433"/>
                <a:gd name="connsiteX5" fmla="*/ 18832 w 39171"/>
                <a:gd name="connsiteY5" fmla="*/ 49949 h 59433"/>
                <a:gd name="connsiteX6" fmla="*/ 16880 w 39171"/>
                <a:gd name="connsiteY6" fmla="*/ 34932 h 59433"/>
                <a:gd name="connsiteX7" fmla="*/ 583 w 39171"/>
                <a:gd name="connsiteY7" fmla="*/ 21943 h 59433"/>
                <a:gd name="connsiteX8" fmla="*/ 3812 w 39171"/>
                <a:gd name="connsiteY8" fmla="*/ 9629 h 59433"/>
                <a:gd name="connsiteX9" fmla="*/ 15453 w 39171"/>
                <a:gd name="connsiteY9" fmla="*/ 3096 h 59433"/>
                <a:gd name="connsiteX10" fmla="*/ 36255 w 39171"/>
                <a:gd name="connsiteY10" fmla="*/ 7226 h 59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9171" h="59433">
                  <a:moveTo>
                    <a:pt x="36255" y="7226"/>
                  </a:moveTo>
                  <a:cubicBezTo>
                    <a:pt x="38659" y="18241"/>
                    <a:pt x="39567" y="29534"/>
                    <a:pt x="38959" y="40788"/>
                  </a:cubicBezTo>
                  <a:cubicBezTo>
                    <a:pt x="38892" y="44430"/>
                    <a:pt x="38201" y="48034"/>
                    <a:pt x="36931" y="51451"/>
                  </a:cubicBezTo>
                  <a:cubicBezTo>
                    <a:pt x="35602" y="54904"/>
                    <a:pt x="32876" y="57630"/>
                    <a:pt x="29421" y="58959"/>
                  </a:cubicBezTo>
                  <a:cubicBezTo>
                    <a:pt x="25862" y="60183"/>
                    <a:pt x="21927" y="58816"/>
                    <a:pt x="19884" y="55655"/>
                  </a:cubicBezTo>
                  <a:cubicBezTo>
                    <a:pt x="19073" y="53868"/>
                    <a:pt x="18712" y="51909"/>
                    <a:pt x="18832" y="49949"/>
                  </a:cubicBezTo>
                  <a:cubicBezTo>
                    <a:pt x="19651" y="44858"/>
                    <a:pt x="18975" y="39640"/>
                    <a:pt x="16880" y="34932"/>
                  </a:cubicBezTo>
                  <a:cubicBezTo>
                    <a:pt x="12974" y="29075"/>
                    <a:pt x="3437" y="28400"/>
                    <a:pt x="583" y="21943"/>
                  </a:cubicBezTo>
                  <a:cubicBezTo>
                    <a:pt x="-904" y="17565"/>
                    <a:pt x="373" y="12722"/>
                    <a:pt x="3812" y="9629"/>
                  </a:cubicBezTo>
                  <a:cubicBezTo>
                    <a:pt x="7214" y="6693"/>
                    <a:pt x="11172" y="4470"/>
                    <a:pt x="15453" y="3096"/>
                  </a:cubicBezTo>
                  <a:cubicBezTo>
                    <a:pt x="22662" y="-283"/>
                    <a:pt x="34003" y="-3211"/>
                    <a:pt x="36255" y="7226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5" name="Content Placeholder 4">
              <a:extLst>
                <a:ext uri="{FF2B5EF4-FFF2-40B4-BE49-F238E27FC236}">
                  <a16:creationId xmlns:a16="http://schemas.microsoft.com/office/drawing/2014/main" id="{BAC345F5-662C-7AD7-5084-C8208D97E6F8}"/>
                </a:ext>
              </a:extLst>
            </p:cNvPr>
            <p:cNvSpPr/>
            <p:nvPr/>
          </p:nvSpPr>
          <p:spPr>
            <a:xfrm>
              <a:off x="5037082" y="4874260"/>
              <a:ext cx="92739" cy="119449"/>
            </a:xfrm>
            <a:custGeom>
              <a:avLst/>
              <a:gdLst>
                <a:gd name="connsiteX0" fmla="*/ 48208 w 92739"/>
                <a:gd name="connsiteY0" fmla="*/ 55373 h 119449"/>
                <a:gd name="connsiteX1" fmla="*/ 21097 w 92739"/>
                <a:gd name="connsiteY1" fmla="*/ 91489 h 119449"/>
                <a:gd name="connsiteX2" fmla="*/ 18844 w 92739"/>
                <a:gd name="connsiteY2" fmla="*/ 119420 h 119449"/>
                <a:gd name="connsiteX3" fmla="*/ 14413 w 92739"/>
                <a:gd name="connsiteY3" fmla="*/ 109134 h 119449"/>
                <a:gd name="connsiteX4" fmla="*/ 12310 w 92739"/>
                <a:gd name="connsiteY4" fmla="*/ 87660 h 119449"/>
                <a:gd name="connsiteX5" fmla="*/ 11860 w 92739"/>
                <a:gd name="connsiteY5" fmla="*/ 75346 h 119449"/>
                <a:gd name="connsiteX6" fmla="*/ 2923 w 92739"/>
                <a:gd name="connsiteY6" fmla="*/ 36077 h 119449"/>
                <a:gd name="connsiteX7" fmla="*/ -6 w 92739"/>
                <a:gd name="connsiteY7" fmla="*/ 19858 h 119449"/>
                <a:gd name="connsiteX8" fmla="*/ 6077 w 92739"/>
                <a:gd name="connsiteY8" fmla="*/ 4842 h 119449"/>
                <a:gd name="connsiteX9" fmla="*/ 22599 w 92739"/>
                <a:gd name="connsiteY9" fmla="*/ 186 h 119449"/>
                <a:gd name="connsiteX10" fmla="*/ 63303 w 92739"/>
                <a:gd name="connsiteY10" fmla="*/ 6193 h 119449"/>
                <a:gd name="connsiteX11" fmla="*/ 81628 w 92739"/>
                <a:gd name="connsiteY11" fmla="*/ 18056 h 119449"/>
                <a:gd name="connsiteX12" fmla="*/ 92292 w 92739"/>
                <a:gd name="connsiteY12" fmla="*/ 35251 h 119449"/>
                <a:gd name="connsiteX13" fmla="*/ 83956 w 92739"/>
                <a:gd name="connsiteY13" fmla="*/ 36527 h 119449"/>
                <a:gd name="connsiteX14" fmla="*/ 71639 w 92739"/>
                <a:gd name="connsiteY14" fmla="*/ 41858 h 119449"/>
                <a:gd name="connsiteX15" fmla="*/ 48208 w 92739"/>
                <a:gd name="connsiteY15" fmla="*/ 55373 h 119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2739" h="119449">
                  <a:moveTo>
                    <a:pt x="48208" y="55373"/>
                  </a:moveTo>
                  <a:cubicBezTo>
                    <a:pt x="35434" y="64091"/>
                    <a:pt x="25896" y="76787"/>
                    <a:pt x="21097" y="91489"/>
                  </a:cubicBezTo>
                  <a:cubicBezTo>
                    <a:pt x="18769" y="100604"/>
                    <a:pt x="18010" y="110050"/>
                    <a:pt x="18844" y="119420"/>
                  </a:cubicBezTo>
                  <a:cubicBezTo>
                    <a:pt x="16516" y="115741"/>
                    <a:pt x="14413" y="114915"/>
                    <a:pt x="14413" y="109134"/>
                  </a:cubicBezTo>
                  <a:cubicBezTo>
                    <a:pt x="14413" y="104478"/>
                    <a:pt x="12686" y="92315"/>
                    <a:pt x="12310" y="87660"/>
                  </a:cubicBezTo>
                  <a:cubicBezTo>
                    <a:pt x="12573" y="83552"/>
                    <a:pt x="12423" y="79423"/>
                    <a:pt x="11860" y="75346"/>
                  </a:cubicBezTo>
                  <a:cubicBezTo>
                    <a:pt x="8030" y="62206"/>
                    <a:pt x="6678" y="49216"/>
                    <a:pt x="2923" y="36077"/>
                  </a:cubicBezTo>
                  <a:cubicBezTo>
                    <a:pt x="1166" y="30843"/>
                    <a:pt x="182" y="25377"/>
                    <a:pt x="-6" y="19858"/>
                  </a:cubicBezTo>
                  <a:cubicBezTo>
                    <a:pt x="-284" y="14204"/>
                    <a:pt x="1946" y="8716"/>
                    <a:pt x="6077" y="4842"/>
                  </a:cubicBezTo>
                  <a:cubicBezTo>
                    <a:pt x="10921" y="1508"/>
                    <a:pt x="16726" y="-122"/>
                    <a:pt x="22599" y="186"/>
                  </a:cubicBezTo>
                  <a:cubicBezTo>
                    <a:pt x="36440" y="-738"/>
                    <a:pt x="50318" y="1312"/>
                    <a:pt x="63303" y="6193"/>
                  </a:cubicBezTo>
                  <a:cubicBezTo>
                    <a:pt x="70107" y="8949"/>
                    <a:pt x="76326" y="12973"/>
                    <a:pt x="81628" y="18056"/>
                  </a:cubicBezTo>
                  <a:cubicBezTo>
                    <a:pt x="83806" y="20159"/>
                    <a:pt x="94995" y="32247"/>
                    <a:pt x="92292" y="35251"/>
                  </a:cubicBezTo>
                  <a:cubicBezTo>
                    <a:pt x="89543" y="35874"/>
                    <a:pt x="86764" y="36294"/>
                    <a:pt x="83956" y="36527"/>
                  </a:cubicBezTo>
                  <a:cubicBezTo>
                    <a:pt x="79728" y="38006"/>
                    <a:pt x="75612" y="39786"/>
                    <a:pt x="71639" y="41858"/>
                  </a:cubicBezTo>
                  <a:cubicBezTo>
                    <a:pt x="63401" y="45582"/>
                    <a:pt x="55553" y="50110"/>
                    <a:pt x="48208" y="55373"/>
                  </a:cubicBezTo>
                  <a:close/>
                </a:path>
              </a:pathLst>
            </a:custGeom>
            <a:solidFill>
              <a:srgbClr val="5C5D7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66" name="Group 565">
            <a:extLst>
              <a:ext uri="{FF2B5EF4-FFF2-40B4-BE49-F238E27FC236}">
                <a16:creationId xmlns:a16="http://schemas.microsoft.com/office/drawing/2014/main" id="{994324C6-50DC-79F6-EF42-060ABC8BF327}"/>
              </a:ext>
            </a:extLst>
          </p:cNvPr>
          <p:cNvGrpSpPr/>
          <p:nvPr userDrawn="1"/>
        </p:nvGrpSpPr>
        <p:grpSpPr>
          <a:xfrm>
            <a:off x="5153389" y="3101558"/>
            <a:ext cx="389949" cy="822456"/>
            <a:chOff x="3861686" y="1541944"/>
            <a:chExt cx="389949" cy="822456"/>
          </a:xfrm>
        </p:grpSpPr>
        <p:sp>
          <p:nvSpPr>
            <p:cNvPr id="567" name="Content Placeholder 4">
              <a:extLst>
                <a:ext uri="{FF2B5EF4-FFF2-40B4-BE49-F238E27FC236}">
                  <a16:creationId xmlns:a16="http://schemas.microsoft.com/office/drawing/2014/main" id="{FF309F53-0633-FE74-E55A-48C777C1B375}"/>
                </a:ext>
              </a:extLst>
            </p:cNvPr>
            <p:cNvSpPr/>
            <p:nvPr/>
          </p:nvSpPr>
          <p:spPr>
            <a:xfrm>
              <a:off x="3861686" y="2321032"/>
              <a:ext cx="389949" cy="43368"/>
            </a:xfrm>
            <a:custGeom>
              <a:avLst/>
              <a:gdLst>
                <a:gd name="connsiteX0" fmla="*/ 318275 w 389949"/>
                <a:gd name="connsiteY0" fmla="*/ 43338 h 43368"/>
                <a:gd name="connsiteX1" fmla="*/ 384213 w 389949"/>
                <a:gd name="connsiteY1" fmla="*/ 29673 h 43368"/>
                <a:gd name="connsiteX2" fmla="*/ 389920 w 389949"/>
                <a:gd name="connsiteY2" fmla="*/ 18861 h 43368"/>
                <a:gd name="connsiteX3" fmla="*/ 362584 w 389949"/>
                <a:gd name="connsiteY3" fmla="*/ 5196 h 43368"/>
                <a:gd name="connsiteX4" fmla="*/ 154182 w 389949"/>
                <a:gd name="connsiteY4" fmla="*/ 3394 h 43368"/>
                <a:gd name="connsiteX5" fmla="*/ 25460 w 389949"/>
                <a:gd name="connsiteY5" fmla="*/ 17059 h 43368"/>
                <a:gd name="connsiteX6" fmla="*/ 13970 w 389949"/>
                <a:gd name="connsiteY6" fmla="*/ 40711 h 43368"/>
                <a:gd name="connsiteX7" fmla="*/ 108446 w 389949"/>
                <a:gd name="connsiteY7" fmla="*/ 41236 h 43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9949" h="43368">
                  <a:moveTo>
                    <a:pt x="318275" y="43338"/>
                  </a:moveTo>
                  <a:cubicBezTo>
                    <a:pt x="342007" y="43338"/>
                    <a:pt x="369118" y="42813"/>
                    <a:pt x="384213" y="29673"/>
                  </a:cubicBezTo>
                  <a:cubicBezTo>
                    <a:pt x="387780" y="27225"/>
                    <a:pt x="389913" y="23186"/>
                    <a:pt x="389920" y="18861"/>
                  </a:cubicBezTo>
                  <a:cubicBezTo>
                    <a:pt x="388719" y="10301"/>
                    <a:pt x="374375" y="6622"/>
                    <a:pt x="362584" y="5196"/>
                  </a:cubicBezTo>
                  <a:cubicBezTo>
                    <a:pt x="293868" y="-3064"/>
                    <a:pt x="223649" y="165"/>
                    <a:pt x="154182" y="3394"/>
                  </a:cubicBezTo>
                  <a:cubicBezTo>
                    <a:pt x="110774" y="5421"/>
                    <a:pt x="66916" y="7523"/>
                    <a:pt x="25460" y="17059"/>
                  </a:cubicBezTo>
                  <a:cubicBezTo>
                    <a:pt x="3907" y="22090"/>
                    <a:pt x="-13216" y="35004"/>
                    <a:pt x="13970" y="40711"/>
                  </a:cubicBezTo>
                  <a:cubicBezTo>
                    <a:pt x="41156" y="46417"/>
                    <a:pt x="80734" y="40711"/>
                    <a:pt x="108446" y="41236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8" name="Content Placeholder 4">
              <a:extLst>
                <a:ext uri="{FF2B5EF4-FFF2-40B4-BE49-F238E27FC236}">
                  <a16:creationId xmlns:a16="http://schemas.microsoft.com/office/drawing/2014/main" id="{2C8F50E6-A9A1-5F22-1BFB-88D3B89C204D}"/>
                </a:ext>
              </a:extLst>
            </p:cNvPr>
            <p:cNvSpPr/>
            <p:nvPr/>
          </p:nvSpPr>
          <p:spPr>
            <a:xfrm>
              <a:off x="3997875" y="1789170"/>
              <a:ext cx="100320" cy="84394"/>
            </a:xfrm>
            <a:custGeom>
              <a:avLst/>
              <a:gdLst>
                <a:gd name="connsiteX0" fmla="*/ 269 w 100320"/>
                <a:gd name="connsiteY0" fmla="*/ 42326 h 84394"/>
                <a:gd name="connsiteX1" fmla="*/ 269 w 100320"/>
                <a:gd name="connsiteY1" fmla="*/ 69207 h 84394"/>
                <a:gd name="connsiteX2" fmla="*/ 7073 w 100320"/>
                <a:gd name="connsiteY2" fmla="*/ 77361 h 84394"/>
                <a:gd name="connsiteX3" fmla="*/ 7779 w 100320"/>
                <a:gd name="connsiteY3" fmla="*/ 77391 h 84394"/>
                <a:gd name="connsiteX4" fmla="*/ 86033 w 100320"/>
                <a:gd name="connsiteY4" fmla="*/ 83322 h 84394"/>
                <a:gd name="connsiteX5" fmla="*/ 99851 w 100320"/>
                <a:gd name="connsiteY5" fmla="*/ 75814 h 84394"/>
                <a:gd name="connsiteX6" fmla="*/ 97899 w 100320"/>
                <a:gd name="connsiteY6" fmla="*/ 62749 h 84394"/>
                <a:gd name="connsiteX7" fmla="*/ 99326 w 100320"/>
                <a:gd name="connsiteY7" fmla="*/ 2156 h 84394"/>
                <a:gd name="connsiteX8" fmla="*/ 28807 w 100320"/>
                <a:gd name="connsiteY8" fmla="*/ 504 h 84394"/>
                <a:gd name="connsiteX9" fmla="*/ 7253 w 100320"/>
                <a:gd name="connsiteY9" fmla="*/ 504 h 84394"/>
                <a:gd name="connsiteX10" fmla="*/ 1621 w 100320"/>
                <a:gd name="connsiteY10" fmla="*/ 10190 h 84394"/>
                <a:gd name="connsiteX11" fmla="*/ 269 w 100320"/>
                <a:gd name="connsiteY11" fmla="*/ 42326 h 8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20" h="84394">
                  <a:moveTo>
                    <a:pt x="269" y="42326"/>
                  </a:moveTo>
                  <a:cubicBezTo>
                    <a:pt x="269" y="51261"/>
                    <a:pt x="269" y="60196"/>
                    <a:pt x="269" y="69207"/>
                  </a:cubicBezTo>
                  <a:cubicBezTo>
                    <a:pt x="-107" y="73336"/>
                    <a:pt x="2942" y="76985"/>
                    <a:pt x="7073" y="77361"/>
                  </a:cubicBezTo>
                  <a:cubicBezTo>
                    <a:pt x="7306" y="77383"/>
                    <a:pt x="7546" y="77391"/>
                    <a:pt x="7779" y="77391"/>
                  </a:cubicBezTo>
                  <a:cubicBezTo>
                    <a:pt x="33335" y="83818"/>
                    <a:pt x="59800" y="85823"/>
                    <a:pt x="86033" y="83322"/>
                  </a:cubicBezTo>
                  <a:cubicBezTo>
                    <a:pt x="91440" y="82872"/>
                    <a:pt x="97824" y="81370"/>
                    <a:pt x="99851" y="75814"/>
                  </a:cubicBezTo>
                  <a:cubicBezTo>
                    <a:pt x="100843" y="71369"/>
                    <a:pt x="100144" y="66714"/>
                    <a:pt x="97899" y="62749"/>
                  </a:cubicBezTo>
                  <a:cubicBezTo>
                    <a:pt x="90013" y="42852"/>
                    <a:pt x="95946" y="23480"/>
                    <a:pt x="99326" y="2156"/>
                  </a:cubicBezTo>
                  <a:cubicBezTo>
                    <a:pt x="78598" y="1781"/>
                    <a:pt x="49534" y="-697"/>
                    <a:pt x="28807" y="504"/>
                  </a:cubicBezTo>
                  <a:cubicBezTo>
                    <a:pt x="23700" y="504"/>
                    <a:pt x="12285" y="-697"/>
                    <a:pt x="7253" y="504"/>
                  </a:cubicBezTo>
                  <a:cubicBezTo>
                    <a:pt x="2221" y="1705"/>
                    <a:pt x="2597" y="4258"/>
                    <a:pt x="1621" y="10190"/>
                  </a:cubicBezTo>
                  <a:cubicBezTo>
                    <a:pt x="59" y="20829"/>
                    <a:pt x="-400" y="31597"/>
                    <a:pt x="269" y="42326"/>
                  </a:cubicBezTo>
                  <a:close/>
                </a:path>
              </a:pathLst>
            </a:custGeom>
            <a:solidFill>
              <a:srgbClr val="F0DC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9" name="Content Placeholder 4">
              <a:extLst>
                <a:ext uri="{FF2B5EF4-FFF2-40B4-BE49-F238E27FC236}">
                  <a16:creationId xmlns:a16="http://schemas.microsoft.com/office/drawing/2014/main" id="{B97BEA82-762C-F960-FB9B-D4AB3D0DE39A}"/>
                </a:ext>
              </a:extLst>
            </p:cNvPr>
            <p:cNvSpPr/>
            <p:nvPr/>
          </p:nvSpPr>
          <p:spPr>
            <a:xfrm>
              <a:off x="3955821" y="1672168"/>
              <a:ext cx="71786" cy="185270"/>
            </a:xfrm>
            <a:custGeom>
              <a:avLst/>
              <a:gdLst>
                <a:gd name="connsiteX0" fmla="*/ 42699 w 71786"/>
                <a:gd name="connsiteY0" fmla="*/ 7733 h 185270"/>
                <a:gd name="connsiteX1" fmla="*/ 31809 w 71786"/>
                <a:gd name="connsiteY1" fmla="*/ 34237 h 185270"/>
                <a:gd name="connsiteX2" fmla="*/ 10256 w 71786"/>
                <a:gd name="connsiteY2" fmla="*/ 131322 h 185270"/>
                <a:gd name="connsiteX3" fmla="*/ 6801 w 71786"/>
                <a:gd name="connsiteY3" fmla="*/ 144236 h 185270"/>
                <a:gd name="connsiteX4" fmla="*/ 718 w 71786"/>
                <a:gd name="connsiteY4" fmla="*/ 172843 h 185270"/>
                <a:gd name="connsiteX5" fmla="*/ 16789 w 71786"/>
                <a:gd name="connsiteY5" fmla="*/ 185232 h 185270"/>
                <a:gd name="connsiteX6" fmla="*/ 21070 w 71786"/>
                <a:gd name="connsiteY6" fmla="*/ 184482 h 185270"/>
                <a:gd name="connsiteX7" fmla="*/ 26177 w 71786"/>
                <a:gd name="connsiteY7" fmla="*/ 175922 h 185270"/>
                <a:gd name="connsiteX8" fmla="*/ 54565 w 71786"/>
                <a:gd name="connsiteY8" fmla="*/ 88524 h 185270"/>
                <a:gd name="connsiteX9" fmla="*/ 69585 w 71786"/>
                <a:gd name="connsiteY9" fmla="*/ 43473 h 185270"/>
                <a:gd name="connsiteX10" fmla="*/ 68158 w 71786"/>
                <a:gd name="connsiteY10" fmla="*/ 5105 h 185270"/>
                <a:gd name="connsiteX11" fmla="*/ 42699 w 71786"/>
                <a:gd name="connsiteY11" fmla="*/ 7733 h 185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1786" h="185270">
                  <a:moveTo>
                    <a:pt x="42699" y="7733"/>
                  </a:moveTo>
                  <a:cubicBezTo>
                    <a:pt x="36871" y="15496"/>
                    <a:pt x="33116" y="24619"/>
                    <a:pt x="31809" y="34237"/>
                  </a:cubicBezTo>
                  <a:cubicBezTo>
                    <a:pt x="24600" y="66621"/>
                    <a:pt x="17413" y="98983"/>
                    <a:pt x="10256" y="131322"/>
                  </a:cubicBezTo>
                  <a:cubicBezTo>
                    <a:pt x="9369" y="135692"/>
                    <a:pt x="8213" y="140009"/>
                    <a:pt x="6801" y="144236"/>
                  </a:cubicBezTo>
                  <a:cubicBezTo>
                    <a:pt x="3572" y="153697"/>
                    <a:pt x="-2061" y="163308"/>
                    <a:pt x="718" y="172843"/>
                  </a:cubicBezTo>
                  <a:cubicBezTo>
                    <a:pt x="2963" y="179924"/>
                    <a:pt x="9369" y="184857"/>
                    <a:pt x="16789" y="185232"/>
                  </a:cubicBezTo>
                  <a:cubicBezTo>
                    <a:pt x="18254" y="185293"/>
                    <a:pt x="19711" y="185037"/>
                    <a:pt x="21070" y="184482"/>
                  </a:cubicBezTo>
                  <a:cubicBezTo>
                    <a:pt x="23894" y="182469"/>
                    <a:pt x="25749" y="179361"/>
                    <a:pt x="26177" y="175922"/>
                  </a:cubicBezTo>
                  <a:cubicBezTo>
                    <a:pt x="33935" y="146263"/>
                    <a:pt x="43420" y="117078"/>
                    <a:pt x="54565" y="88524"/>
                  </a:cubicBezTo>
                  <a:cubicBezTo>
                    <a:pt x="61053" y="74040"/>
                    <a:pt x="66085" y="58948"/>
                    <a:pt x="69585" y="43473"/>
                  </a:cubicBezTo>
                  <a:cubicBezTo>
                    <a:pt x="71462" y="32961"/>
                    <a:pt x="73940" y="14941"/>
                    <a:pt x="68158" y="5105"/>
                  </a:cubicBezTo>
                  <a:cubicBezTo>
                    <a:pt x="62375" y="-4731"/>
                    <a:pt x="48256" y="1501"/>
                    <a:pt x="42699" y="7733"/>
                  </a:cubicBezTo>
                  <a:close/>
                </a:path>
              </a:pathLst>
            </a:custGeom>
            <a:solidFill>
              <a:srgbClr val="D992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0" name="Content Placeholder 4">
              <a:extLst>
                <a:ext uri="{FF2B5EF4-FFF2-40B4-BE49-F238E27FC236}">
                  <a16:creationId xmlns:a16="http://schemas.microsoft.com/office/drawing/2014/main" id="{C67FD118-7300-34D6-F419-5E98D3256B29}"/>
                </a:ext>
              </a:extLst>
            </p:cNvPr>
            <p:cNvSpPr/>
            <p:nvPr/>
          </p:nvSpPr>
          <p:spPr>
            <a:xfrm>
              <a:off x="3981978" y="1855156"/>
              <a:ext cx="135818" cy="392965"/>
            </a:xfrm>
            <a:custGeom>
              <a:avLst/>
              <a:gdLst>
                <a:gd name="connsiteX0" fmla="*/ 130769 w 135818"/>
                <a:gd name="connsiteY0" fmla="*/ 18387 h 392965"/>
                <a:gd name="connsiteX1" fmla="*/ 118302 w 135818"/>
                <a:gd name="connsiteY1" fmla="*/ 2244 h 392965"/>
                <a:gd name="connsiteX2" fmla="*/ 104409 w 135818"/>
                <a:gd name="connsiteY2" fmla="*/ 1568 h 392965"/>
                <a:gd name="connsiteX3" fmla="*/ 48910 w 135818"/>
                <a:gd name="connsiteY3" fmla="*/ -9 h 392965"/>
                <a:gd name="connsiteX4" fmla="*/ 13688 w 135818"/>
                <a:gd name="connsiteY4" fmla="*/ 10128 h 392965"/>
                <a:gd name="connsiteX5" fmla="*/ 1597 w 135818"/>
                <a:gd name="connsiteY5" fmla="*/ 35131 h 392965"/>
                <a:gd name="connsiteX6" fmla="*/ 2273 w 135818"/>
                <a:gd name="connsiteY6" fmla="*/ 139648 h 392965"/>
                <a:gd name="connsiteX7" fmla="*/ 6554 w 135818"/>
                <a:gd name="connsiteY7" fmla="*/ 225921 h 392965"/>
                <a:gd name="connsiteX8" fmla="*/ 15190 w 135818"/>
                <a:gd name="connsiteY8" fmla="*/ 332465 h 392965"/>
                <a:gd name="connsiteX9" fmla="*/ 14740 w 135818"/>
                <a:gd name="connsiteY9" fmla="*/ 376165 h 392965"/>
                <a:gd name="connsiteX10" fmla="*/ 19997 w 135818"/>
                <a:gd name="connsiteY10" fmla="*/ 391557 h 392965"/>
                <a:gd name="connsiteX11" fmla="*/ 27507 w 135818"/>
                <a:gd name="connsiteY11" fmla="*/ 390881 h 392965"/>
                <a:gd name="connsiteX12" fmla="*/ 35693 w 135818"/>
                <a:gd name="connsiteY12" fmla="*/ 333742 h 392965"/>
                <a:gd name="connsiteX13" fmla="*/ 61151 w 135818"/>
                <a:gd name="connsiteY13" fmla="*/ 112768 h 392965"/>
                <a:gd name="connsiteX14" fmla="*/ 69863 w 135818"/>
                <a:gd name="connsiteY14" fmla="*/ 112768 h 392965"/>
                <a:gd name="connsiteX15" fmla="*/ 79175 w 135818"/>
                <a:gd name="connsiteY15" fmla="*/ 256330 h 392965"/>
                <a:gd name="connsiteX16" fmla="*/ 84958 w 135818"/>
                <a:gd name="connsiteY16" fmla="*/ 373762 h 392965"/>
                <a:gd name="connsiteX17" fmla="*/ 88938 w 135818"/>
                <a:gd name="connsiteY17" fmla="*/ 388779 h 392965"/>
                <a:gd name="connsiteX18" fmla="*/ 102193 w 135818"/>
                <a:gd name="connsiteY18" fmla="*/ 391272 h 392965"/>
                <a:gd name="connsiteX19" fmla="*/ 102531 w 135818"/>
                <a:gd name="connsiteY19" fmla="*/ 391031 h 392965"/>
                <a:gd name="connsiteX20" fmla="*/ 116049 w 135818"/>
                <a:gd name="connsiteY20" fmla="*/ 244091 h 392965"/>
                <a:gd name="connsiteX21" fmla="*/ 130318 w 135818"/>
                <a:gd name="connsiteY21" fmla="*/ 150911 h 392965"/>
                <a:gd name="connsiteX22" fmla="*/ 135200 w 135818"/>
                <a:gd name="connsiteY22" fmla="*/ 88065 h 392965"/>
                <a:gd name="connsiteX23" fmla="*/ 135200 w 135818"/>
                <a:gd name="connsiteY23" fmla="*/ 54052 h 392965"/>
                <a:gd name="connsiteX24" fmla="*/ 130769 w 135818"/>
                <a:gd name="connsiteY24" fmla="*/ 18387 h 392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35818" h="392965">
                  <a:moveTo>
                    <a:pt x="130769" y="18387"/>
                  </a:moveTo>
                  <a:cubicBezTo>
                    <a:pt x="126714" y="10878"/>
                    <a:pt x="126263" y="6073"/>
                    <a:pt x="118302" y="2244"/>
                  </a:cubicBezTo>
                  <a:cubicBezTo>
                    <a:pt x="113121" y="-234"/>
                    <a:pt x="110192" y="2244"/>
                    <a:pt x="104409" y="1568"/>
                  </a:cubicBezTo>
                  <a:cubicBezTo>
                    <a:pt x="87136" y="517"/>
                    <a:pt x="66258" y="-159"/>
                    <a:pt x="48910" y="-9"/>
                  </a:cubicBezTo>
                  <a:cubicBezTo>
                    <a:pt x="38471" y="-9"/>
                    <a:pt x="18870" y="1117"/>
                    <a:pt x="13688" y="10128"/>
                  </a:cubicBezTo>
                  <a:cubicBezTo>
                    <a:pt x="8852" y="18049"/>
                    <a:pt x="4796" y="26421"/>
                    <a:pt x="1597" y="35131"/>
                  </a:cubicBezTo>
                  <a:cubicBezTo>
                    <a:pt x="-2608" y="78980"/>
                    <a:pt x="2724" y="90243"/>
                    <a:pt x="2273" y="139648"/>
                  </a:cubicBezTo>
                  <a:cubicBezTo>
                    <a:pt x="2273" y="165177"/>
                    <a:pt x="6178" y="200467"/>
                    <a:pt x="6554" y="225921"/>
                  </a:cubicBezTo>
                  <a:cubicBezTo>
                    <a:pt x="7079" y="259784"/>
                    <a:pt x="14064" y="298602"/>
                    <a:pt x="15190" y="332465"/>
                  </a:cubicBezTo>
                  <a:cubicBezTo>
                    <a:pt x="16054" y="347024"/>
                    <a:pt x="15904" y="361628"/>
                    <a:pt x="14740" y="376165"/>
                  </a:cubicBezTo>
                  <a:cubicBezTo>
                    <a:pt x="13914" y="385325"/>
                    <a:pt x="11210" y="388554"/>
                    <a:pt x="19997" y="391557"/>
                  </a:cubicBezTo>
                  <a:cubicBezTo>
                    <a:pt x="22174" y="392308"/>
                    <a:pt x="26981" y="393209"/>
                    <a:pt x="27507" y="390881"/>
                  </a:cubicBezTo>
                  <a:cubicBezTo>
                    <a:pt x="34341" y="370458"/>
                    <a:pt x="33214" y="355141"/>
                    <a:pt x="35693" y="333742"/>
                  </a:cubicBezTo>
                  <a:cubicBezTo>
                    <a:pt x="44629" y="256705"/>
                    <a:pt x="60400" y="190330"/>
                    <a:pt x="61151" y="112768"/>
                  </a:cubicBezTo>
                  <a:lnTo>
                    <a:pt x="69863" y="112768"/>
                  </a:lnTo>
                  <a:cubicBezTo>
                    <a:pt x="69187" y="161573"/>
                    <a:pt x="77373" y="207525"/>
                    <a:pt x="79175" y="256330"/>
                  </a:cubicBezTo>
                  <a:cubicBezTo>
                    <a:pt x="80377" y="295524"/>
                    <a:pt x="82307" y="334665"/>
                    <a:pt x="84958" y="373762"/>
                  </a:cubicBezTo>
                  <a:cubicBezTo>
                    <a:pt x="84860" y="379040"/>
                    <a:pt x="86242" y="384244"/>
                    <a:pt x="88938" y="388779"/>
                  </a:cubicBezTo>
                  <a:cubicBezTo>
                    <a:pt x="91912" y="393126"/>
                    <a:pt x="97845" y="394245"/>
                    <a:pt x="102193" y="391272"/>
                  </a:cubicBezTo>
                  <a:cubicBezTo>
                    <a:pt x="102306" y="391197"/>
                    <a:pt x="102419" y="391114"/>
                    <a:pt x="102531" y="391031"/>
                  </a:cubicBezTo>
                  <a:cubicBezTo>
                    <a:pt x="105611" y="341926"/>
                    <a:pt x="108614" y="292746"/>
                    <a:pt x="116049" y="244091"/>
                  </a:cubicBezTo>
                  <a:cubicBezTo>
                    <a:pt x="120781" y="213006"/>
                    <a:pt x="127239" y="182221"/>
                    <a:pt x="130318" y="150911"/>
                  </a:cubicBezTo>
                  <a:cubicBezTo>
                    <a:pt x="132196" y="131464"/>
                    <a:pt x="134674" y="107587"/>
                    <a:pt x="135200" y="88065"/>
                  </a:cubicBezTo>
                  <a:cubicBezTo>
                    <a:pt x="135650" y="74400"/>
                    <a:pt x="135650" y="74400"/>
                    <a:pt x="135200" y="54052"/>
                  </a:cubicBezTo>
                  <a:cubicBezTo>
                    <a:pt x="135350" y="45192"/>
                    <a:pt x="137979" y="32353"/>
                    <a:pt x="130769" y="18387"/>
                  </a:cubicBezTo>
                  <a:close/>
                </a:path>
              </a:pathLst>
            </a:custGeom>
            <a:solidFill>
              <a:srgbClr val="441A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1" name="Content Placeholder 4">
              <a:extLst>
                <a:ext uri="{FF2B5EF4-FFF2-40B4-BE49-F238E27FC236}">
                  <a16:creationId xmlns:a16="http://schemas.microsoft.com/office/drawing/2014/main" id="{CE6E02F0-1C78-970C-1BD6-BE32C1423AA3}"/>
                </a:ext>
              </a:extLst>
            </p:cNvPr>
            <p:cNvSpPr/>
            <p:nvPr/>
          </p:nvSpPr>
          <p:spPr>
            <a:xfrm>
              <a:off x="3998146" y="1664387"/>
              <a:ext cx="123435" cy="133425"/>
            </a:xfrm>
            <a:custGeom>
              <a:avLst/>
              <a:gdLst>
                <a:gd name="connsiteX0" fmla="*/ 123012 w 123435"/>
                <a:gd name="connsiteY0" fmla="*/ 41342 h 133425"/>
                <a:gd name="connsiteX1" fmla="*/ 116778 w 123435"/>
                <a:gd name="connsiteY1" fmla="*/ 21595 h 133425"/>
                <a:gd name="connsiteX2" fmla="*/ 99055 w 123435"/>
                <a:gd name="connsiteY2" fmla="*/ 6578 h 133425"/>
                <a:gd name="connsiteX3" fmla="*/ 82232 w 123435"/>
                <a:gd name="connsiteY3" fmla="*/ -30 h 133425"/>
                <a:gd name="connsiteX4" fmla="*/ 66086 w 123435"/>
                <a:gd name="connsiteY4" fmla="*/ 3049 h 133425"/>
                <a:gd name="connsiteX5" fmla="*/ 22903 w 123435"/>
                <a:gd name="connsiteY5" fmla="*/ 6352 h 133425"/>
                <a:gd name="connsiteX6" fmla="*/ 4654 w 123435"/>
                <a:gd name="connsiteY6" fmla="*/ 27076 h 133425"/>
                <a:gd name="connsiteX7" fmla="*/ 1650 w 123435"/>
                <a:gd name="connsiteY7" fmla="*/ 116727 h 133425"/>
                <a:gd name="connsiteX8" fmla="*/ 298 w 123435"/>
                <a:gd name="connsiteY8" fmla="*/ 130467 h 133425"/>
                <a:gd name="connsiteX9" fmla="*/ 100632 w 123435"/>
                <a:gd name="connsiteY9" fmla="*/ 133395 h 133425"/>
                <a:gd name="connsiteX10" fmla="*/ 123012 w 123435"/>
                <a:gd name="connsiteY10" fmla="*/ 41342 h 133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3435" h="133425">
                  <a:moveTo>
                    <a:pt x="123012" y="41342"/>
                  </a:moveTo>
                  <a:cubicBezTo>
                    <a:pt x="122373" y="34389"/>
                    <a:pt x="120248" y="27654"/>
                    <a:pt x="116778" y="21595"/>
                  </a:cubicBezTo>
                  <a:cubicBezTo>
                    <a:pt x="112054" y="15340"/>
                    <a:pt x="106001" y="10212"/>
                    <a:pt x="99055" y="6578"/>
                  </a:cubicBezTo>
                  <a:cubicBezTo>
                    <a:pt x="94068" y="3041"/>
                    <a:pt x="88293" y="774"/>
                    <a:pt x="82232" y="-30"/>
                  </a:cubicBezTo>
                  <a:cubicBezTo>
                    <a:pt x="76712" y="53"/>
                    <a:pt x="71253" y="1096"/>
                    <a:pt x="66086" y="3049"/>
                  </a:cubicBezTo>
                  <a:cubicBezTo>
                    <a:pt x="52087" y="7178"/>
                    <a:pt x="37368" y="8305"/>
                    <a:pt x="22903" y="6352"/>
                  </a:cubicBezTo>
                  <a:cubicBezTo>
                    <a:pt x="10737" y="5001"/>
                    <a:pt x="7883" y="17315"/>
                    <a:pt x="4654" y="27076"/>
                  </a:cubicBezTo>
                  <a:cubicBezTo>
                    <a:pt x="-4733" y="55608"/>
                    <a:pt x="3152" y="86693"/>
                    <a:pt x="1650" y="116727"/>
                  </a:cubicBezTo>
                  <a:cubicBezTo>
                    <a:pt x="1650" y="121382"/>
                    <a:pt x="899" y="125887"/>
                    <a:pt x="298" y="130467"/>
                  </a:cubicBezTo>
                  <a:lnTo>
                    <a:pt x="100632" y="133395"/>
                  </a:lnTo>
                  <a:cubicBezTo>
                    <a:pt x="101533" y="105990"/>
                    <a:pt x="126842" y="68072"/>
                    <a:pt x="123012" y="41342"/>
                  </a:cubicBezTo>
                  <a:close/>
                </a:path>
              </a:pathLst>
            </a:custGeom>
            <a:solidFill>
              <a:srgbClr val="D992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2" name="Content Placeholder 4">
              <a:extLst>
                <a:ext uri="{FF2B5EF4-FFF2-40B4-BE49-F238E27FC236}">
                  <a16:creationId xmlns:a16="http://schemas.microsoft.com/office/drawing/2014/main" id="{56F7E705-046B-0CCD-CCA4-4C73BBC55E47}"/>
                </a:ext>
              </a:extLst>
            </p:cNvPr>
            <p:cNvSpPr/>
            <p:nvPr/>
          </p:nvSpPr>
          <p:spPr>
            <a:xfrm>
              <a:off x="3904807" y="2252825"/>
              <a:ext cx="102031" cy="87835"/>
            </a:xfrm>
            <a:custGeom>
              <a:avLst/>
              <a:gdLst>
                <a:gd name="connsiteX0" fmla="*/ 78918 w 102031"/>
                <a:gd name="connsiteY0" fmla="*/ 61014 h 87835"/>
                <a:gd name="connsiteX1" fmla="*/ 76214 w 102031"/>
                <a:gd name="connsiteY1" fmla="*/ 61389 h 87835"/>
                <a:gd name="connsiteX2" fmla="*/ 74337 w 102031"/>
                <a:gd name="connsiteY2" fmla="*/ 64017 h 87835"/>
                <a:gd name="connsiteX3" fmla="*/ 41744 w 102031"/>
                <a:gd name="connsiteY3" fmla="*/ 87744 h 87835"/>
                <a:gd name="connsiteX4" fmla="*/ 7949 w 102031"/>
                <a:gd name="connsiteY4" fmla="*/ 67021 h 87835"/>
                <a:gd name="connsiteX5" fmla="*/ 4194 w 102031"/>
                <a:gd name="connsiteY5" fmla="*/ 49451 h 87835"/>
                <a:gd name="connsiteX6" fmla="*/ 138 w 102031"/>
                <a:gd name="connsiteY6" fmla="*/ 24147 h 87835"/>
                <a:gd name="connsiteX7" fmla="*/ 7122 w 102031"/>
                <a:gd name="connsiteY7" fmla="*/ -30 h 87835"/>
                <a:gd name="connsiteX8" fmla="*/ 19814 w 102031"/>
                <a:gd name="connsiteY8" fmla="*/ 25875 h 87835"/>
                <a:gd name="connsiteX9" fmla="*/ 31230 w 102031"/>
                <a:gd name="connsiteY9" fmla="*/ 37588 h 87835"/>
                <a:gd name="connsiteX10" fmla="*/ 41443 w 102031"/>
                <a:gd name="connsiteY10" fmla="*/ 41342 h 87835"/>
                <a:gd name="connsiteX11" fmla="*/ 64574 w 102031"/>
                <a:gd name="connsiteY11" fmla="*/ 47649 h 87835"/>
                <a:gd name="connsiteX12" fmla="*/ 90483 w 102031"/>
                <a:gd name="connsiteY12" fmla="*/ 52379 h 87835"/>
                <a:gd name="connsiteX13" fmla="*/ 100096 w 102031"/>
                <a:gd name="connsiteY13" fmla="*/ 60263 h 87835"/>
                <a:gd name="connsiteX14" fmla="*/ 78918 w 102031"/>
                <a:gd name="connsiteY14" fmla="*/ 61014 h 8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2031" h="87835">
                  <a:moveTo>
                    <a:pt x="78918" y="61014"/>
                  </a:moveTo>
                  <a:cubicBezTo>
                    <a:pt x="78002" y="60879"/>
                    <a:pt x="77063" y="61006"/>
                    <a:pt x="76214" y="61389"/>
                  </a:cubicBezTo>
                  <a:cubicBezTo>
                    <a:pt x="75321" y="62043"/>
                    <a:pt x="74667" y="62966"/>
                    <a:pt x="74337" y="64017"/>
                  </a:cubicBezTo>
                  <a:cubicBezTo>
                    <a:pt x="68614" y="77277"/>
                    <a:pt x="56125" y="86378"/>
                    <a:pt x="41744" y="87744"/>
                  </a:cubicBezTo>
                  <a:cubicBezTo>
                    <a:pt x="27249" y="88607"/>
                    <a:pt x="13754" y="80333"/>
                    <a:pt x="7949" y="67021"/>
                  </a:cubicBezTo>
                  <a:cubicBezTo>
                    <a:pt x="6049" y="61322"/>
                    <a:pt x="4794" y="55428"/>
                    <a:pt x="4194" y="49451"/>
                  </a:cubicBezTo>
                  <a:cubicBezTo>
                    <a:pt x="2324" y="41109"/>
                    <a:pt x="972" y="32655"/>
                    <a:pt x="138" y="24147"/>
                  </a:cubicBezTo>
                  <a:cubicBezTo>
                    <a:pt x="-725" y="15490"/>
                    <a:pt x="1775" y="6833"/>
                    <a:pt x="7122" y="-30"/>
                  </a:cubicBezTo>
                  <a:cubicBezTo>
                    <a:pt x="10126" y="9153"/>
                    <a:pt x="14400" y="17870"/>
                    <a:pt x="19814" y="25875"/>
                  </a:cubicBezTo>
                  <a:cubicBezTo>
                    <a:pt x="22676" y="30597"/>
                    <a:pt x="26581" y="34607"/>
                    <a:pt x="31230" y="37588"/>
                  </a:cubicBezTo>
                  <a:cubicBezTo>
                    <a:pt x="34474" y="39232"/>
                    <a:pt x="37906" y="40493"/>
                    <a:pt x="41443" y="41342"/>
                  </a:cubicBezTo>
                  <a:lnTo>
                    <a:pt x="64574" y="47649"/>
                  </a:lnTo>
                  <a:cubicBezTo>
                    <a:pt x="72970" y="50337"/>
                    <a:pt x="81682" y="51929"/>
                    <a:pt x="90483" y="52379"/>
                  </a:cubicBezTo>
                  <a:cubicBezTo>
                    <a:pt x="94013" y="52379"/>
                    <a:pt x="106780" y="54932"/>
                    <a:pt x="100096" y="60263"/>
                  </a:cubicBezTo>
                  <a:cubicBezTo>
                    <a:pt x="95515" y="64093"/>
                    <a:pt x="84100" y="61314"/>
                    <a:pt x="78918" y="61014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3" name="Content Placeholder 4">
              <a:extLst>
                <a:ext uri="{FF2B5EF4-FFF2-40B4-BE49-F238E27FC236}">
                  <a16:creationId xmlns:a16="http://schemas.microsoft.com/office/drawing/2014/main" id="{B624FD5F-3AFF-7A7E-6167-B2A598EC258E}"/>
                </a:ext>
              </a:extLst>
            </p:cNvPr>
            <p:cNvSpPr/>
            <p:nvPr/>
          </p:nvSpPr>
          <p:spPr>
            <a:xfrm>
              <a:off x="3986133" y="1855628"/>
              <a:ext cx="82934" cy="21645"/>
            </a:xfrm>
            <a:custGeom>
              <a:avLst/>
              <a:gdLst>
                <a:gd name="connsiteX0" fmla="*/ 81478 w 82934"/>
                <a:gd name="connsiteY0" fmla="*/ 7479 h 21645"/>
                <a:gd name="connsiteX1" fmla="*/ 71340 w 82934"/>
                <a:gd name="connsiteY1" fmla="*/ -30 h 21645"/>
                <a:gd name="connsiteX2" fmla="*/ 65031 w 82934"/>
                <a:gd name="connsiteY2" fmla="*/ 1772 h 21645"/>
                <a:gd name="connsiteX3" fmla="*/ 48359 w 82934"/>
                <a:gd name="connsiteY3" fmla="*/ 3950 h 21645"/>
                <a:gd name="connsiteX4" fmla="*/ 12686 w 82934"/>
                <a:gd name="connsiteY4" fmla="*/ 4625 h 21645"/>
                <a:gd name="connsiteX5" fmla="*/ 3900 w 82934"/>
                <a:gd name="connsiteY5" fmla="*/ 6428 h 21645"/>
                <a:gd name="connsiteX6" fmla="*/ 370 w 82934"/>
                <a:gd name="connsiteY6" fmla="*/ 16264 h 21645"/>
                <a:gd name="connsiteX7" fmla="*/ 1497 w 82934"/>
                <a:gd name="connsiteY7" fmla="*/ 18141 h 21645"/>
                <a:gd name="connsiteX8" fmla="*/ 4050 w 82934"/>
                <a:gd name="connsiteY8" fmla="*/ 19267 h 21645"/>
                <a:gd name="connsiteX9" fmla="*/ 24778 w 82934"/>
                <a:gd name="connsiteY9" fmla="*/ 21595 h 21645"/>
                <a:gd name="connsiteX10" fmla="*/ 41300 w 82934"/>
                <a:gd name="connsiteY10" fmla="*/ 19868 h 21645"/>
                <a:gd name="connsiteX11" fmla="*/ 82905 w 82934"/>
                <a:gd name="connsiteY11" fmla="*/ 11758 h 21645"/>
                <a:gd name="connsiteX12" fmla="*/ 81478 w 82934"/>
                <a:gd name="connsiteY12" fmla="*/ 7479 h 21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2934" h="21645">
                  <a:moveTo>
                    <a:pt x="81478" y="7479"/>
                  </a:moveTo>
                  <a:cubicBezTo>
                    <a:pt x="79150" y="3800"/>
                    <a:pt x="75695" y="-30"/>
                    <a:pt x="71340" y="-30"/>
                  </a:cubicBezTo>
                  <a:cubicBezTo>
                    <a:pt x="69147" y="196"/>
                    <a:pt x="67014" y="811"/>
                    <a:pt x="65031" y="1772"/>
                  </a:cubicBezTo>
                  <a:cubicBezTo>
                    <a:pt x="59639" y="3432"/>
                    <a:pt x="53999" y="4175"/>
                    <a:pt x="48359" y="3950"/>
                  </a:cubicBezTo>
                  <a:lnTo>
                    <a:pt x="12686" y="4625"/>
                  </a:lnTo>
                  <a:cubicBezTo>
                    <a:pt x="9652" y="4453"/>
                    <a:pt x="6626" y="5076"/>
                    <a:pt x="3900" y="6428"/>
                  </a:cubicBezTo>
                  <a:cubicBezTo>
                    <a:pt x="648" y="8545"/>
                    <a:pt x="-794" y="12562"/>
                    <a:pt x="370" y="16264"/>
                  </a:cubicBezTo>
                  <a:cubicBezTo>
                    <a:pt x="565" y="16984"/>
                    <a:pt x="956" y="17630"/>
                    <a:pt x="1497" y="18141"/>
                  </a:cubicBezTo>
                  <a:cubicBezTo>
                    <a:pt x="2248" y="18711"/>
                    <a:pt x="3126" y="19094"/>
                    <a:pt x="4050" y="19267"/>
                  </a:cubicBezTo>
                  <a:cubicBezTo>
                    <a:pt x="10824" y="20979"/>
                    <a:pt x="17793" y="21760"/>
                    <a:pt x="24778" y="21595"/>
                  </a:cubicBezTo>
                  <a:cubicBezTo>
                    <a:pt x="30312" y="21354"/>
                    <a:pt x="35832" y="20776"/>
                    <a:pt x="41300" y="19868"/>
                  </a:cubicBezTo>
                  <a:lnTo>
                    <a:pt x="82905" y="11758"/>
                  </a:lnTo>
                  <a:cubicBezTo>
                    <a:pt x="82912" y="10212"/>
                    <a:pt x="82417" y="8710"/>
                    <a:pt x="81478" y="7479"/>
                  </a:cubicBezTo>
                  <a:close/>
                </a:path>
              </a:pathLst>
            </a:custGeom>
            <a:solidFill>
              <a:srgbClr val="DBDBD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4" name="Content Placeholder 4">
              <a:extLst>
                <a:ext uri="{FF2B5EF4-FFF2-40B4-BE49-F238E27FC236}">
                  <a16:creationId xmlns:a16="http://schemas.microsoft.com/office/drawing/2014/main" id="{63EB1B60-77CE-8D35-7159-D12A08009664}"/>
                </a:ext>
              </a:extLst>
            </p:cNvPr>
            <p:cNvSpPr/>
            <p:nvPr/>
          </p:nvSpPr>
          <p:spPr>
            <a:xfrm>
              <a:off x="4082823" y="2223016"/>
              <a:ext cx="91857" cy="124088"/>
            </a:xfrm>
            <a:custGeom>
              <a:avLst/>
              <a:gdLst>
                <a:gd name="connsiteX0" fmla="*/ 5591 w 91857"/>
                <a:gd name="connsiteY0" fmla="*/ 96530 h 124088"/>
                <a:gd name="connsiteX1" fmla="*/ 17081 w 91857"/>
                <a:gd name="connsiteY1" fmla="*/ 116502 h 124088"/>
                <a:gd name="connsiteX2" fmla="*/ 43517 w 91857"/>
                <a:gd name="connsiteY2" fmla="*/ 123635 h 124088"/>
                <a:gd name="connsiteX3" fmla="*/ 68976 w 91857"/>
                <a:gd name="connsiteY3" fmla="*/ 112147 h 124088"/>
                <a:gd name="connsiteX4" fmla="*/ 82118 w 91857"/>
                <a:gd name="connsiteY4" fmla="*/ 98332 h 124088"/>
                <a:gd name="connsiteX5" fmla="*/ 90304 w 91857"/>
                <a:gd name="connsiteY5" fmla="*/ 71151 h 124088"/>
                <a:gd name="connsiteX6" fmla="*/ 86324 w 91857"/>
                <a:gd name="connsiteY6" fmla="*/ 24674 h 124088"/>
                <a:gd name="connsiteX7" fmla="*/ 49525 w 91857"/>
                <a:gd name="connsiteY7" fmla="*/ -29 h 124088"/>
                <a:gd name="connsiteX8" fmla="*/ 4465 w 91857"/>
                <a:gd name="connsiteY8" fmla="*/ 30455 h 124088"/>
                <a:gd name="connsiteX9" fmla="*/ 5591 w 91857"/>
                <a:gd name="connsiteY9" fmla="*/ 96530 h 124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1857" h="124088">
                  <a:moveTo>
                    <a:pt x="5591" y="96530"/>
                  </a:moveTo>
                  <a:cubicBezTo>
                    <a:pt x="7626" y="104068"/>
                    <a:pt x="11584" y="110953"/>
                    <a:pt x="17081" y="116502"/>
                  </a:cubicBezTo>
                  <a:cubicBezTo>
                    <a:pt x="24464" y="122554"/>
                    <a:pt x="34092" y="125152"/>
                    <a:pt x="43517" y="123635"/>
                  </a:cubicBezTo>
                  <a:cubicBezTo>
                    <a:pt x="52859" y="122081"/>
                    <a:pt x="61631" y="118117"/>
                    <a:pt x="68976" y="112147"/>
                  </a:cubicBezTo>
                  <a:cubicBezTo>
                    <a:pt x="74150" y="108370"/>
                    <a:pt x="78603" y="103685"/>
                    <a:pt x="82118" y="98332"/>
                  </a:cubicBezTo>
                  <a:cubicBezTo>
                    <a:pt x="86759" y="89960"/>
                    <a:pt x="89545" y="80694"/>
                    <a:pt x="90304" y="71151"/>
                  </a:cubicBezTo>
                  <a:cubicBezTo>
                    <a:pt x="93270" y="55586"/>
                    <a:pt x="91888" y="39510"/>
                    <a:pt x="86324" y="24674"/>
                  </a:cubicBezTo>
                  <a:cubicBezTo>
                    <a:pt x="80286" y="9672"/>
                    <a:pt x="65701" y="-119"/>
                    <a:pt x="49525" y="-29"/>
                  </a:cubicBezTo>
                  <a:cubicBezTo>
                    <a:pt x="34505" y="1322"/>
                    <a:pt x="9646" y="14988"/>
                    <a:pt x="4465" y="30455"/>
                  </a:cubicBezTo>
                  <a:cubicBezTo>
                    <a:pt x="-1889" y="52080"/>
                    <a:pt x="-1498" y="75131"/>
                    <a:pt x="5591" y="96530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5" name="Content Placeholder 4">
              <a:extLst>
                <a:ext uri="{FF2B5EF4-FFF2-40B4-BE49-F238E27FC236}">
                  <a16:creationId xmlns:a16="http://schemas.microsoft.com/office/drawing/2014/main" id="{62F87CBF-D360-63F0-E5B7-C400837424EB}"/>
                </a:ext>
              </a:extLst>
            </p:cNvPr>
            <p:cNvSpPr/>
            <p:nvPr/>
          </p:nvSpPr>
          <p:spPr>
            <a:xfrm>
              <a:off x="4118333" y="2229896"/>
              <a:ext cx="53278" cy="99533"/>
            </a:xfrm>
            <a:custGeom>
              <a:avLst/>
              <a:gdLst>
                <a:gd name="connsiteX0" fmla="*/ 121 w 53278"/>
                <a:gd name="connsiteY0" fmla="*/ 39343 h 99533"/>
                <a:gd name="connsiteX1" fmla="*/ 572 w 53278"/>
                <a:gd name="connsiteY1" fmla="*/ 22299 h 99533"/>
                <a:gd name="connsiteX2" fmla="*/ 5603 w 53278"/>
                <a:gd name="connsiteY2" fmla="*/ 8708 h 99533"/>
                <a:gd name="connsiteX3" fmla="*/ 25580 w 53278"/>
                <a:gd name="connsiteY3" fmla="*/ 224 h 99533"/>
                <a:gd name="connsiteX4" fmla="*/ 30762 w 53278"/>
                <a:gd name="connsiteY4" fmla="*/ 224 h 99533"/>
                <a:gd name="connsiteX5" fmla="*/ 35343 w 53278"/>
                <a:gd name="connsiteY5" fmla="*/ 3377 h 99533"/>
                <a:gd name="connsiteX6" fmla="*/ 43979 w 53278"/>
                <a:gd name="connsiteY6" fmla="*/ 12688 h 99533"/>
                <a:gd name="connsiteX7" fmla="*/ 49462 w 53278"/>
                <a:gd name="connsiteY7" fmla="*/ 25227 h 99533"/>
                <a:gd name="connsiteX8" fmla="*/ 51715 w 53278"/>
                <a:gd name="connsiteY8" fmla="*/ 69151 h 99533"/>
                <a:gd name="connsiteX9" fmla="*/ 51189 w 53278"/>
                <a:gd name="connsiteY9" fmla="*/ 71779 h 99533"/>
                <a:gd name="connsiteX10" fmla="*/ 45031 w 53278"/>
                <a:gd name="connsiteY10" fmla="*/ 86796 h 99533"/>
                <a:gd name="connsiteX11" fmla="*/ 35868 w 53278"/>
                <a:gd name="connsiteY11" fmla="*/ 98359 h 99533"/>
                <a:gd name="connsiteX12" fmla="*/ 20098 w 53278"/>
                <a:gd name="connsiteY12" fmla="*/ 95881 h 99533"/>
                <a:gd name="connsiteX13" fmla="*/ 13564 w 53278"/>
                <a:gd name="connsiteY13" fmla="*/ 90100 h 99533"/>
                <a:gd name="connsiteX14" fmla="*/ 121 w 53278"/>
                <a:gd name="connsiteY14" fmla="*/ 39343 h 99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278" h="99533">
                  <a:moveTo>
                    <a:pt x="121" y="39343"/>
                  </a:moveTo>
                  <a:cubicBezTo>
                    <a:pt x="-179" y="33659"/>
                    <a:pt x="-29" y="27960"/>
                    <a:pt x="572" y="22299"/>
                  </a:cubicBezTo>
                  <a:cubicBezTo>
                    <a:pt x="992" y="17395"/>
                    <a:pt x="2727" y="12703"/>
                    <a:pt x="5603" y="8708"/>
                  </a:cubicBezTo>
                  <a:cubicBezTo>
                    <a:pt x="10883" y="3355"/>
                    <a:pt x="18062" y="306"/>
                    <a:pt x="25580" y="224"/>
                  </a:cubicBezTo>
                  <a:cubicBezTo>
                    <a:pt x="27292" y="-114"/>
                    <a:pt x="29049" y="-114"/>
                    <a:pt x="30762" y="224"/>
                  </a:cubicBezTo>
                  <a:cubicBezTo>
                    <a:pt x="32474" y="982"/>
                    <a:pt x="34029" y="2048"/>
                    <a:pt x="35343" y="3377"/>
                  </a:cubicBezTo>
                  <a:cubicBezTo>
                    <a:pt x="38565" y="6148"/>
                    <a:pt x="41463" y="9271"/>
                    <a:pt x="43979" y="12688"/>
                  </a:cubicBezTo>
                  <a:cubicBezTo>
                    <a:pt x="46488" y="16540"/>
                    <a:pt x="48335" y="20774"/>
                    <a:pt x="49462" y="25227"/>
                  </a:cubicBezTo>
                  <a:cubicBezTo>
                    <a:pt x="53585" y="39500"/>
                    <a:pt x="54351" y="54532"/>
                    <a:pt x="51715" y="69151"/>
                  </a:cubicBezTo>
                  <a:lnTo>
                    <a:pt x="51189" y="71779"/>
                  </a:lnTo>
                  <a:cubicBezTo>
                    <a:pt x="49664" y="76983"/>
                    <a:pt x="47599" y="82021"/>
                    <a:pt x="45031" y="86796"/>
                  </a:cubicBezTo>
                  <a:cubicBezTo>
                    <a:pt x="42868" y="91279"/>
                    <a:pt x="39744" y="95228"/>
                    <a:pt x="35868" y="98359"/>
                  </a:cubicBezTo>
                  <a:cubicBezTo>
                    <a:pt x="31888" y="101287"/>
                    <a:pt x="24603" y="97909"/>
                    <a:pt x="20098" y="95881"/>
                  </a:cubicBezTo>
                  <a:cubicBezTo>
                    <a:pt x="17477" y="94522"/>
                    <a:pt x="15231" y="92532"/>
                    <a:pt x="13564" y="90100"/>
                  </a:cubicBezTo>
                  <a:cubicBezTo>
                    <a:pt x="2674" y="76209"/>
                    <a:pt x="797" y="57288"/>
                    <a:pt x="121" y="39343"/>
                  </a:cubicBezTo>
                  <a:close/>
                </a:path>
              </a:pathLst>
            </a:custGeom>
            <a:solidFill>
              <a:srgbClr val="D9D9D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6" name="Content Placeholder 4">
              <a:extLst>
                <a:ext uri="{FF2B5EF4-FFF2-40B4-BE49-F238E27FC236}">
                  <a16:creationId xmlns:a16="http://schemas.microsoft.com/office/drawing/2014/main" id="{38D2C751-4A8C-801B-DF97-38F9207370C2}"/>
                </a:ext>
              </a:extLst>
            </p:cNvPr>
            <p:cNvSpPr/>
            <p:nvPr/>
          </p:nvSpPr>
          <p:spPr>
            <a:xfrm>
              <a:off x="4135116" y="2261821"/>
              <a:ext cx="21510" cy="40109"/>
            </a:xfrm>
            <a:custGeom>
              <a:avLst/>
              <a:gdLst>
                <a:gd name="connsiteX0" fmla="*/ 3089 w 21510"/>
                <a:gd name="connsiteY0" fmla="*/ 6667 h 40109"/>
                <a:gd name="connsiteX1" fmla="*/ 5568 w 21510"/>
                <a:gd name="connsiteY1" fmla="*/ 1712 h 40109"/>
                <a:gd name="connsiteX2" fmla="*/ 16142 w 21510"/>
                <a:gd name="connsiteY2" fmla="*/ 2673 h 40109"/>
                <a:gd name="connsiteX3" fmla="*/ 16157 w 21510"/>
                <a:gd name="connsiteY3" fmla="*/ 2688 h 40109"/>
                <a:gd name="connsiteX4" fmla="*/ 20587 w 21510"/>
                <a:gd name="connsiteY4" fmla="*/ 13500 h 40109"/>
                <a:gd name="connsiteX5" fmla="*/ 18259 w 21510"/>
                <a:gd name="connsiteY5" fmla="*/ 35124 h 40109"/>
                <a:gd name="connsiteX6" fmla="*/ 10749 w 21510"/>
                <a:gd name="connsiteY6" fmla="*/ 40080 h 40109"/>
                <a:gd name="connsiteX7" fmla="*/ 3239 w 21510"/>
                <a:gd name="connsiteY7" fmla="*/ 31745 h 40109"/>
                <a:gd name="connsiteX8" fmla="*/ 10 w 21510"/>
                <a:gd name="connsiteY8" fmla="*/ 21534 h 40109"/>
                <a:gd name="connsiteX9" fmla="*/ 3089 w 21510"/>
                <a:gd name="connsiteY9" fmla="*/ 6667 h 40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510" h="40109">
                  <a:moveTo>
                    <a:pt x="3089" y="6667"/>
                  </a:moveTo>
                  <a:cubicBezTo>
                    <a:pt x="3502" y="4835"/>
                    <a:pt x="4351" y="3138"/>
                    <a:pt x="5568" y="1712"/>
                  </a:cubicBezTo>
                  <a:cubicBezTo>
                    <a:pt x="8752" y="-947"/>
                    <a:pt x="13490" y="-511"/>
                    <a:pt x="16142" y="2673"/>
                  </a:cubicBezTo>
                  <a:cubicBezTo>
                    <a:pt x="16149" y="2680"/>
                    <a:pt x="16149" y="2680"/>
                    <a:pt x="16157" y="2688"/>
                  </a:cubicBezTo>
                  <a:cubicBezTo>
                    <a:pt x="18725" y="5736"/>
                    <a:pt x="20280" y="9520"/>
                    <a:pt x="20587" y="13500"/>
                  </a:cubicBezTo>
                  <a:cubicBezTo>
                    <a:pt x="22330" y="20761"/>
                    <a:pt x="21511" y="28397"/>
                    <a:pt x="18259" y="35124"/>
                  </a:cubicBezTo>
                  <a:cubicBezTo>
                    <a:pt x="16870" y="38038"/>
                    <a:pt x="13979" y="39952"/>
                    <a:pt x="10749" y="40080"/>
                  </a:cubicBezTo>
                  <a:cubicBezTo>
                    <a:pt x="6844" y="39704"/>
                    <a:pt x="4666" y="35425"/>
                    <a:pt x="3239" y="31745"/>
                  </a:cubicBezTo>
                  <a:cubicBezTo>
                    <a:pt x="1858" y="28442"/>
                    <a:pt x="784" y="25025"/>
                    <a:pt x="10" y="21534"/>
                  </a:cubicBezTo>
                  <a:cubicBezTo>
                    <a:pt x="-253" y="16398"/>
                    <a:pt x="806" y="11277"/>
                    <a:pt x="3089" y="6667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7" name="Content Placeholder 4">
              <a:extLst>
                <a:ext uri="{FF2B5EF4-FFF2-40B4-BE49-F238E27FC236}">
                  <a16:creationId xmlns:a16="http://schemas.microsoft.com/office/drawing/2014/main" id="{89621502-DEAA-17ED-5EC7-D7205A7B677C}"/>
                </a:ext>
              </a:extLst>
            </p:cNvPr>
            <p:cNvSpPr/>
            <p:nvPr/>
          </p:nvSpPr>
          <p:spPr>
            <a:xfrm>
              <a:off x="3907591" y="2213481"/>
              <a:ext cx="236275" cy="99337"/>
            </a:xfrm>
            <a:custGeom>
              <a:avLst/>
              <a:gdLst>
                <a:gd name="connsiteX0" fmla="*/ 11848 w 236275"/>
                <a:gd name="connsiteY0" fmla="*/ 14386 h 99337"/>
                <a:gd name="connsiteX1" fmla="*/ 23489 w 236275"/>
                <a:gd name="connsiteY1" fmla="*/ 8380 h 99337"/>
                <a:gd name="connsiteX2" fmla="*/ 47671 w 236275"/>
                <a:gd name="connsiteY2" fmla="*/ 5526 h 99337"/>
                <a:gd name="connsiteX3" fmla="*/ 70201 w 236275"/>
                <a:gd name="connsiteY3" fmla="*/ 22646 h 99337"/>
                <a:gd name="connsiteX4" fmla="*/ 82442 w 236275"/>
                <a:gd name="connsiteY4" fmla="*/ 36536 h 99337"/>
                <a:gd name="connsiteX5" fmla="*/ 92581 w 236275"/>
                <a:gd name="connsiteY5" fmla="*/ 38864 h 99337"/>
                <a:gd name="connsiteX6" fmla="*/ 114360 w 236275"/>
                <a:gd name="connsiteY6" fmla="*/ 40441 h 99337"/>
                <a:gd name="connsiteX7" fmla="*/ 143949 w 236275"/>
                <a:gd name="connsiteY7" fmla="*/ 40441 h 99337"/>
                <a:gd name="connsiteX8" fmla="*/ 165127 w 236275"/>
                <a:gd name="connsiteY8" fmla="*/ 41342 h 99337"/>
                <a:gd name="connsiteX9" fmla="*/ 166329 w 236275"/>
                <a:gd name="connsiteY9" fmla="*/ 41342 h 99337"/>
                <a:gd name="connsiteX10" fmla="*/ 176542 w 236275"/>
                <a:gd name="connsiteY10" fmla="*/ 27076 h 99337"/>
                <a:gd name="connsiteX11" fmla="*/ 188408 w 236275"/>
                <a:gd name="connsiteY11" fmla="*/ 9431 h 99337"/>
                <a:gd name="connsiteX12" fmla="*/ 212365 w 236275"/>
                <a:gd name="connsiteY12" fmla="*/ -30 h 99337"/>
                <a:gd name="connsiteX13" fmla="*/ 236247 w 236275"/>
                <a:gd name="connsiteY13" fmla="*/ 8229 h 99337"/>
                <a:gd name="connsiteX14" fmla="*/ 202827 w 236275"/>
                <a:gd name="connsiteY14" fmla="*/ 23246 h 99337"/>
                <a:gd name="connsiteX15" fmla="*/ 186155 w 236275"/>
                <a:gd name="connsiteY15" fmla="*/ 34885 h 99337"/>
                <a:gd name="connsiteX16" fmla="*/ 177969 w 236275"/>
                <a:gd name="connsiteY16" fmla="*/ 53806 h 99337"/>
                <a:gd name="connsiteX17" fmla="*/ 174064 w 236275"/>
                <a:gd name="connsiteY17" fmla="*/ 82713 h 99337"/>
                <a:gd name="connsiteX18" fmla="*/ 174064 w 236275"/>
                <a:gd name="connsiteY18" fmla="*/ 86167 h 99337"/>
                <a:gd name="connsiteX19" fmla="*/ 171511 w 236275"/>
                <a:gd name="connsiteY19" fmla="*/ 87669 h 99337"/>
                <a:gd name="connsiteX20" fmla="*/ 154838 w 236275"/>
                <a:gd name="connsiteY20" fmla="*/ 91423 h 99337"/>
                <a:gd name="connsiteX21" fmla="*/ 115561 w 236275"/>
                <a:gd name="connsiteY21" fmla="*/ 98481 h 99337"/>
                <a:gd name="connsiteX22" fmla="*/ 107225 w 236275"/>
                <a:gd name="connsiteY22" fmla="*/ 99307 h 99337"/>
                <a:gd name="connsiteX23" fmla="*/ 96110 w 236275"/>
                <a:gd name="connsiteY23" fmla="*/ 96454 h 99337"/>
                <a:gd name="connsiteX24" fmla="*/ 70426 w 236275"/>
                <a:gd name="connsiteY24" fmla="*/ 91798 h 99337"/>
                <a:gd name="connsiteX25" fmla="*/ 30398 w 236275"/>
                <a:gd name="connsiteY25" fmla="*/ 81512 h 99337"/>
                <a:gd name="connsiteX26" fmla="*/ 2235 w 236275"/>
                <a:gd name="connsiteY26" fmla="*/ 52454 h 99337"/>
                <a:gd name="connsiteX27" fmla="*/ 11848 w 236275"/>
                <a:gd name="connsiteY27" fmla="*/ 14386 h 99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36275" h="99337">
                  <a:moveTo>
                    <a:pt x="11848" y="14386"/>
                  </a:moveTo>
                  <a:cubicBezTo>
                    <a:pt x="15385" y="11781"/>
                    <a:pt x="19313" y="9754"/>
                    <a:pt x="23489" y="8380"/>
                  </a:cubicBezTo>
                  <a:cubicBezTo>
                    <a:pt x="31104" y="5106"/>
                    <a:pt x="39507" y="4115"/>
                    <a:pt x="47671" y="5526"/>
                  </a:cubicBezTo>
                  <a:cubicBezTo>
                    <a:pt x="56931" y="8470"/>
                    <a:pt x="64884" y="14514"/>
                    <a:pt x="70201" y="22646"/>
                  </a:cubicBezTo>
                  <a:cubicBezTo>
                    <a:pt x="73393" y="27992"/>
                    <a:pt x="77546" y="32699"/>
                    <a:pt x="82442" y="36536"/>
                  </a:cubicBezTo>
                  <a:cubicBezTo>
                    <a:pt x="85461" y="38444"/>
                    <a:pt x="89036" y="39262"/>
                    <a:pt x="92581" y="38864"/>
                  </a:cubicBezTo>
                  <a:cubicBezTo>
                    <a:pt x="99723" y="40456"/>
                    <a:pt x="107060" y="40989"/>
                    <a:pt x="114360" y="40441"/>
                  </a:cubicBezTo>
                  <a:cubicBezTo>
                    <a:pt x="124122" y="40441"/>
                    <a:pt x="134186" y="39765"/>
                    <a:pt x="143949" y="40441"/>
                  </a:cubicBezTo>
                  <a:cubicBezTo>
                    <a:pt x="150956" y="41492"/>
                    <a:pt x="158053" y="41792"/>
                    <a:pt x="165127" y="41342"/>
                  </a:cubicBezTo>
                  <a:lnTo>
                    <a:pt x="166329" y="41342"/>
                  </a:lnTo>
                  <a:cubicBezTo>
                    <a:pt x="172412" y="40516"/>
                    <a:pt x="174515" y="32932"/>
                    <a:pt x="176542" y="27076"/>
                  </a:cubicBezTo>
                  <a:cubicBezTo>
                    <a:pt x="178900" y="20266"/>
                    <a:pt x="182993" y="14184"/>
                    <a:pt x="188408" y="9431"/>
                  </a:cubicBezTo>
                  <a:cubicBezTo>
                    <a:pt x="195077" y="3627"/>
                    <a:pt x="203533" y="286"/>
                    <a:pt x="212365" y="-30"/>
                  </a:cubicBezTo>
                  <a:cubicBezTo>
                    <a:pt x="219424" y="-30"/>
                    <a:pt x="232266" y="1472"/>
                    <a:pt x="236247" y="8229"/>
                  </a:cubicBezTo>
                  <a:cubicBezTo>
                    <a:pt x="225958" y="14236"/>
                    <a:pt x="213717" y="17765"/>
                    <a:pt x="202827" y="23246"/>
                  </a:cubicBezTo>
                  <a:cubicBezTo>
                    <a:pt x="196496" y="25882"/>
                    <a:pt x="190811" y="29854"/>
                    <a:pt x="186155" y="34885"/>
                  </a:cubicBezTo>
                  <a:cubicBezTo>
                    <a:pt x="182160" y="40568"/>
                    <a:pt x="179374" y="47003"/>
                    <a:pt x="177969" y="53806"/>
                  </a:cubicBezTo>
                  <a:cubicBezTo>
                    <a:pt x="174642" y="63056"/>
                    <a:pt x="173305" y="72907"/>
                    <a:pt x="174064" y="82713"/>
                  </a:cubicBezTo>
                  <a:cubicBezTo>
                    <a:pt x="174447" y="83832"/>
                    <a:pt x="174447" y="85048"/>
                    <a:pt x="174064" y="86167"/>
                  </a:cubicBezTo>
                  <a:cubicBezTo>
                    <a:pt x="173396" y="86933"/>
                    <a:pt x="172502" y="87459"/>
                    <a:pt x="171511" y="87669"/>
                  </a:cubicBezTo>
                  <a:cubicBezTo>
                    <a:pt x="166036" y="89246"/>
                    <a:pt x="160463" y="90499"/>
                    <a:pt x="154838" y="91423"/>
                  </a:cubicBezTo>
                  <a:lnTo>
                    <a:pt x="115561" y="98481"/>
                  </a:lnTo>
                  <a:cubicBezTo>
                    <a:pt x="112820" y="99052"/>
                    <a:pt x="110026" y="99330"/>
                    <a:pt x="107225" y="99307"/>
                  </a:cubicBezTo>
                  <a:cubicBezTo>
                    <a:pt x="103417" y="98804"/>
                    <a:pt x="99693" y="97843"/>
                    <a:pt x="96110" y="96454"/>
                  </a:cubicBezTo>
                  <a:cubicBezTo>
                    <a:pt x="87692" y="94186"/>
                    <a:pt x="79100" y="92632"/>
                    <a:pt x="70426" y="91798"/>
                  </a:cubicBezTo>
                  <a:cubicBezTo>
                    <a:pt x="56630" y="90485"/>
                    <a:pt x="43120" y="87008"/>
                    <a:pt x="30398" y="81512"/>
                  </a:cubicBezTo>
                  <a:cubicBezTo>
                    <a:pt x="17586" y="75858"/>
                    <a:pt x="7485" y="65436"/>
                    <a:pt x="2235" y="52454"/>
                  </a:cubicBezTo>
                  <a:cubicBezTo>
                    <a:pt x="-2924" y="39007"/>
                    <a:pt x="921" y="23772"/>
                    <a:pt x="11848" y="14386"/>
                  </a:cubicBezTo>
                  <a:close/>
                </a:path>
              </a:pathLst>
            </a:custGeom>
            <a:solidFill>
              <a:srgbClr val="E5E5E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8" name="Content Placeholder 4">
              <a:extLst>
                <a:ext uri="{FF2B5EF4-FFF2-40B4-BE49-F238E27FC236}">
                  <a16:creationId xmlns:a16="http://schemas.microsoft.com/office/drawing/2014/main" id="{FC81DB0F-466A-EA5D-2CDC-D41037D869AD}"/>
                </a:ext>
              </a:extLst>
            </p:cNvPr>
            <p:cNvSpPr/>
            <p:nvPr/>
          </p:nvSpPr>
          <p:spPr>
            <a:xfrm>
              <a:off x="4031607" y="2256332"/>
              <a:ext cx="49483" cy="37944"/>
            </a:xfrm>
            <a:custGeom>
              <a:avLst/>
              <a:gdLst>
                <a:gd name="connsiteX0" fmla="*/ 25416 w 49483"/>
                <a:gd name="connsiteY0" fmla="*/ 8176 h 37944"/>
                <a:gd name="connsiteX1" fmla="*/ 4162 w 49483"/>
                <a:gd name="connsiteY1" fmla="*/ 23944 h 37944"/>
                <a:gd name="connsiteX2" fmla="*/ 1008 w 49483"/>
                <a:gd name="connsiteY2" fmla="*/ 26121 h 37944"/>
                <a:gd name="connsiteX3" fmla="*/ 3246 w 49483"/>
                <a:gd name="connsiteY3" fmla="*/ 35634 h 37944"/>
                <a:gd name="connsiteX4" fmla="*/ 3411 w 49483"/>
                <a:gd name="connsiteY4" fmla="*/ 35732 h 37944"/>
                <a:gd name="connsiteX5" fmla="*/ 14226 w 49483"/>
                <a:gd name="connsiteY5" fmla="*/ 37834 h 37944"/>
                <a:gd name="connsiteX6" fmla="*/ 36756 w 49483"/>
                <a:gd name="connsiteY6" fmla="*/ 37834 h 37944"/>
                <a:gd name="connsiteX7" fmla="*/ 44266 w 49483"/>
                <a:gd name="connsiteY7" fmla="*/ 35131 h 37944"/>
                <a:gd name="connsiteX8" fmla="*/ 44641 w 49483"/>
                <a:gd name="connsiteY8" fmla="*/ 29199 h 37944"/>
                <a:gd name="connsiteX9" fmla="*/ 44641 w 49483"/>
                <a:gd name="connsiteY9" fmla="*/ 16135 h 37944"/>
                <a:gd name="connsiteX10" fmla="*/ 46519 w 49483"/>
                <a:gd name="connsiteY10" fmla="*/ 9227 h 37944"/>
                <a:gd name="connsiteX11" fmla="*/ 49448 w 49483"/>
                <a:gd name="connsiteY11" fmla="*/ 2770 h 37944"/>
                <a:gd name="connsiteX12" fmla="*/ 25416 w 49483"/>
                <a:gd name="connsiteY12" fmla="*/ 8176 h 37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483" h="37944">
                  <a:moveTo>
                    <a:pt x="25416" y="8176"/>
                  </a:moveTo>
                  <a:cubicBezTo>
                    <a:pt x="18627" y="13822"/>
                    <a:pt x="11530" y="19086"/>
                    <a:pt x="4162" y="23944"/>
                  </a:cubicBezTo>
                  <a:cubicBezTo>
                    <a:pt x="3013" y="24522"/>
                    <a:pt x="1954" y="25250"/>
                    <a:pt x="1008" y="26121"/>
                  </a:cubicBezTo>
                  <a:cubicBezTo>
                    <a:pt x="-1005" y="29365"/>
                    <a:pt x="2" y="33622"/>
                    <a:pt x="3246" y="35634"/>
                  </a:cubicBezTo>
                  <a:cubicBezTo>
                    <a:pt x="3299" y="35664"/>
                    <a:pt x="3351" y="35702"/>
                    <a:pt x="3411" y="35732"/>
                  </a:cubicBezTo>
                  <a:cubicBezTo>
                    <a:pt x="6746" y="37444"/>
                    <a:pt x="10493" y="38172"/>
                    <a:pt x="14226" y="37834"/>
                  </a:cubicBezTo>
                  <a:lnTo>
                    <a:pt x="36756" y="37834"/>
                  </a:lnTo>
                  <a:cubicBezTo>
                    <a:pt x="39534" y="37834"/>
                    <a:pt x="42914" y="37834"/>
                    <a:pt x="44266" y="35131"/>
                  </a:cubicBezTo>
                  <a:cubicBezTo>
                    <a:pt x="45069" y="33254"/>
                    <a:pt x="45204" y="31159"/>
                    <a:pt x="44641" y="29199"/>
                  </a:cubicBezTo>
                  <a:cubicBezTo>
                    <a:pt x="44003" y="24867"/>
                    <a:pt x="44003" y="20467"/>
                    <a:pt x="44641" y="16135"/>
                  </a:cubicBezTo>
                  <a:cubicBezTo>
                    <a:pt x="45114" y="13792"/>
                    <a:pt x="45745" y="11487"/>
                    <a:pt x="46519" y="9227"/>
                  </a:cubicBezTo>
                  <a:cubicBezTo>
                    <a:pt x="47044" y="7725"/>
                    <a:pt x="49598" y="4272"/>
                    <a:pt x="49448" y="2770"/>
                  </a:cubicBezTo>
                  <a:cubicBezTo>
                    <a:pt x="48922" y="-5114"/>
                    <a:pt x="28645" y="5923"/>
                    <a:pt x="25416" y="8176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9" name="Content Placeholder 4">
              <a:extLst>
                <a:ext uri="{FF2B5EF4-FFF2-40B4-BE49-F238E27FC236}">
                  <a16:creationId xmlns:a16="http://schemas.microsoft.com/office/drawing/2014/main" id="{2F27A5A2-BC1D-0AA2-63A6-327451758C33}"/>
                </a:ext>
              </a:extLst>
            </p:cNvPr>
            <p:cNvSpPr/>
            <p:nvPr/>
          </p:nvSpPr>
          <p:spPr>
            <a:xfrm>
              <a:off x="3940148" y="2255385"/>
              <a:ext cx="62583" cy="34635"/>
            </a:xfrm>
            <a:custGeom>
              <a:avLst/>
              <a:gdLst>
                <a:gd name="connsiteX0" fmla="*/ 55518 w 62583"/>
                <a:gd name="connsiteY0" fmla="*/ 24966 h 34635"/>
                <a:gd name="connsiteX1" fmla="*/ 51538 w 62583"/>
                <a:gd name="connsiteY1" fmla="*/ 30823 h 34635"/>
                <a:gd name="connsiteX2" fmla="*/ 43277 w 62583"/>
                <a:gd name="connsiteY2" fmla="*/ 33526 h 34635"/>
                <a:gd name="connsiteX3" fmla="*/ 4901 w 62583"/>
                <a:gd name="connsiteY3" fmla="*/ 33075 h 34635"/>
                <a:gd name="connsiteX4" fmla="*/ 19 w 62583"/>
                <a:gd name="connsiteY4" fmla="*/ 29997 h 34635"/>
                <a:gd name="connsiteX5" fmla="*/ 3173 w 62583"/>
                <a:gd name="connsiteY5" fmla="*/ 25342 h 34635"/>
                <a:gd name="connsiteX6" fmla="*/ 33213 w 62583"/>
                <a:gd name="connsiteY6" fmla="*/ 6946 h 34635"/>
                <a:gd name="connsiteX7" fmla="*/ 43652 w 62583"/>
                <a:gd name="connsiteY7" fmla="*/ 1840 h 34635"/>
                <a:gd name="connsiteX8" fmla="*/ 62127 w 62583"/>
                <a:gd name="connsiteY8" fmla="*/ 3117 h 34635"/>
                <a:gd name="connsiteX9" fmla="*/ 55518 w 62583"/>
                <a:gd name="connsiteY9" fmla="*/ 24966 h 34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2583" h="34635">
                  <a:moveTo>
                    <a:pt x="55518" y="24966"/>
                  </a:moveTo>
                  <a:cubicBezTo>
                    <a:pt x="54677" y="27211"/>
                    <a:pt x="53310" y="29216"/>
                    <a:pt x="51538" y="30823"/>
                  </a:cubicBezTo>
                  <a:cubicBezTo>
                    <a:pt x="49112" y="32520"/>
                    <a:pt x="46236" y="33458"/>
                    <a:pt x="43277" y="33526"/>
                  </a:cubicBezTo>
                  <a:cubicBezTo>
                    <a:pt x="30525" y="35103"/>
                    <a:pt x="17615" y="34953"/>
                    <a:pt x="4901" y="33075"/>
                  </a:cubicBezTo>
                  <a:cubicBezTo>
                    <a:pt x="2873" y="33075"/>
                    <a:pt x="395" y="32024"/>
                    <a:pt x="19" y="29997"/>
                  </a:cubicBezTo>
                  <a:cubicBezTo>
                    <a:pt x="-356" y="27970"/>
                    <a:pt x="1521" y="26393"/>
                    <a:pt x="3173" y="25342"/>
                  </a:cubicBezTo>
                  <a:cubicBezTo>
                    <a:pt x="13162" y="18959"/>
                    <a:pt x="23300" y="12953"/>
                    <a:pt x="33213" y="6946"/>
                  </a:cubicBezTo>
                  <a:cubicBezTo>
                    <a:pt x="36503" y="4889"/>
                    <a:pt x="40002" y="3177"/>
                    <a:pt x="43652" y="1840"/>
                  </a:cubicBezTo>
                  <a:cubicBezTo>
                    <a:pt x="47708" y="564"/>
                    <a:pt x="59949" y="-2214"/>
                    <a:pt x="62127" y="3117"/>
                  </a:cubicBezTo>
                  <a:cubicBezTo>
                    <a:pt x="64305" y="8448"/>
                    <a:pt x="57546" y="20536"/>
                    <a:pt x="55518" y="24966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0" name="Content Placeholder 4">
              <a:extLst>
                <a:ext uri="{FF2B5EF4-FFF2-40B4-BE49-F238E27FC236}">
                  <a16:creationId xmlns:a16="http://schemas.microsoft.com/office/drawing/2014/main" id="{5912089F-E850-260E-8119-7028643A7A67}"/>
                </a:ext>
              </a:extLst>
            </p:cNvPr>
            <p:cNvSpPr/>
            <p:nvPr/>
          </p:nvSpPr>
          <p:spPr>
            <a:xfrm>
              <a:off x="4023080" y="2297065"/>
              <a:ext cx="61725" cy="19787"/>
            </a:xfrm>
            <a:custGeom>
              <a:avLst/>
              <a:gdLst>
                <a:gd name="connsiteX0" fmla="*/ 32666 w 61725"/>
                <a:gd name="connsiteY0" fmla="*/ 2733 h 19787"/>
                <a:gd name="connsiteX1" fmla="*/ 8934 w 61725"/>
                <a:gd name="connsiteY1" fmla="*/ 6713 h 19787"/>
                <a:gd name="connsiteX2" fmla="*/ 2325 w 61725"/>
                <a:gd name="connsiteY2" fmla="*/ 9566 h 19787"/>
                <a:gd name="connsiteX3" fmla="*/ 223 w 61725"/>
                <a:gd name="connsiteY3" fmla="*/ 16098 h 19787"/>
                <a:gd name="connsiteX4" fmla="*/ 10511 w 61725"/>
                <a:gd name="connsiteY4" fmla="*/ 19627 h 19787"/>
                <a:gd name="connsiteX5" fmla="*/ 54670 w 61725"/>
                <a:gd name="connsiteY5" fmla="*/ 15272 h 19787"/>
                <a:gd name="connsiteX6" fmla="*/ 59852 w 61725"/>
                <a:gd name="connsiteY6" fmla="*/ 13620 h 19787"/>
                <a:gd name="connsiteX7" fmla="*/ 61504 w 61725"/>
                <a:gd name="connsiteY7" fmla="*/ 7013 h 19787"/>
                <a:gd name="connsiteX8" fmla="*/ 51816 w 61725"/>
                <a:gd name="connsiteY8" fmla="*/ 331 h 19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725" h="19787">
                  <a:moveTo>
                    <a:pt x="32666" y="2733"/>
                  </a:moveTo>
                  <a:cubicBezTo>
                    <a:pt x="24675" y="3537"/>
                    <a:pt x="16745" y="4866"/>
                    <a:pt x="8934" y="6713"/>
                  </a:cubicBezTo>
                  <a:cubicBezTo>
                    <a:pt x="6546" y="7156"/>
                    <a:pt x="4286" y="8132"/>
                    <a:pt x="2325" y="9566"/>
                  </a:cubicBezTo>
                  <a:cubicBezTo>
                    <a:pt x="343" y="11105"/>
                    <a:pt x="-491" y="13696"/>
                    <a:pt x="223" y="16098"/>
                  </a:cubicBezTo>
                  <a:cubicBezTo>
                    <a:pt x="1650" y="19777"/>
                    <a:pt x="6606" y="20003"/>
                    <a:pt x="10511" y="19627"/>
                  </a:cubicBezTo>
                  <a:lnTo>
                    <a:pt x="54670" y="15272"/>
                  </a:lnTo>
                  <a:cubicBezTo>
                    <a:pt x="56533" y="15302"/>
                    <a:pt x="58350" y="14717"/>
                    <a:pt x="59852" y="13620"/>
                  </a:cubicBezTo>
                  <a:cubicBezTo>
                    <a:pt x="61429" y="11811"/>
                    <a:pt x="62045" y="9356"/>
                    <a:pt x="61504" y="7013"/>
                  </a:cubicBezTo>
                  <a:cubicBezTo>
                    <a:pt x="60603" y="-496"/>
                    <a:pt x="58801" y="-496"/>
                    <a:pt x="51816" y="331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1" name="Content Placeholder 4">
              <a:extLst>
                <a:ext uri="{FF2B5EF4-FFF2-40B4-BE49-F238E27FC236}">
                  <a16:creationId xmlns:a16="http://schemas.microsoft.com/office/drawing/2014/main" id="{8A5E004E-BCFB-EE17-3368-5273DE214230}"/>
                </a:ext>
              </a:extLst>
            </p:cNvPr>
            <p:cNvSpPr/>
            <p:nvPr/>
          </p:nvSpPr>
          <p:spPr>
            <a:xfrm>
              <a:off x="4057145" y="1822661"/>
              <a:ext cx="41096" cy="49539"/>
            </a:xfrm>
            <a:custGeom>
              <a:avLst/>
              <a:gdLst>
                <a:gd name="connsiteX0" fmla="*/ 20004 w 41096"/>
                <a:gd name="connsiteY0" fmla="*/ -25 h 49539"/>
                <a:gd name="connsiteX1" fmla="*/ 9415 w 41096"/>
                <a:gd name="connsiteY1" fmla="*/ 4630 h 49539"/>
                <a:gd name="connsiteX2" fmla="*/ 2505 w 41096"/>
                <a:gd name="connsiteY2" fmla="*/ 14241 h 49539"/>
                <a:gd name="connsiteX3" fmla="*/ 252 w 41096"/>
                <a:gd name="connsiteY3" fmla="*/ 19797 h 49539"/>
                <a:gd name="connsiteX4" fmla="*/ 252 w 41096"/>
                <a:gd name="connsiteY4" fmla="*/ 26029 h 49539"/>
                <a:gd name="connsiteX5" fmla="*/ 23759 w 41096"/>
                <a:gd name="connsiteY5" fmla="*/ 49080 h 49539"/>
                <a:gd name="connsiteX6" fmla="*/ 37126 w 41096"/>
                <a:gd name="connsiteY6" fmla="*/ 43073 h 49539"/>
                <a:gd name="connsiteX7" fmla="*/ 38553 w 41096"/>
                <a:gd name="connsiteY7" fmla="*/ 15892 h 49539"/>
                <a:gd name="connsiteX8" fmla="*/ 20004 w 41096"/>
                <a:gd name="connsiteY8" fmla="*/ -25 h 49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096" h="49539">
                  <a:moveTo>
                    <a:pt x="20004" y="-25"/>
                  </a:moveTo>
                  <a:cubicBezTo>
                    <a:pt x="16031" y="200"/>
                    <a:pt x="12268" y="1852"/>
                    <a:pt x="9415" y="4630"/>
                  </a:cubicBezTo>
                  <a:cubicBezTo>
                    <a:pt x="6583" y="7423"/>
                    <a:pt x="4248" y="10667"/>
                    <a:pt x="2505" y="14241"/>
                  </a:cubicBezTo>
                  <a:cubicBezTo>
                    <a:pt x="1559" y="16005"/>
                    <a:pt x="801" y="17867"/>
                    <a:pt x="252" y="19797"/>
                  </a:cubicBezTo>
                  <a:cubicBezTo>
                    <a:pt x="-123" y="21854"/>
                    <a:pt x="-123" y="23972"/>
                    <a:pt x="252" y="26029"/>
                  </a:cubicBezTo>
                  <a:cubicBezTo>
                    <a:pt x="2085" y="38087"/>
                    <a:pt x="11668" y="47481"/>
                    <a:pt x="23759" y="49080"/>
                  </a:cubicBezTo>
                  <a:cubicBezTo>
                    <a:pt x="29083" y="50582"/>
                    <a:pt x="34716" y="48051"/>
                    <a:pt x="37126" y="43073"/>
                  </a:cubicBezTo>
                  <a:cubicBezTo>
                    <a:pt x="41820" y="34731"/>
                    <a:pt x="42353" y="24677"/>
                    <a:pt x="38553" y="15892"/>
                  </a:cubicBezTo>
                  <a:cubicBezTo>
                    <a:pt x="35024" y="8309"/>
                    <a:pt x="29166" y="-251"/>
                    <a:pt x="20004" y="-25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2" name="Content Placeholder 4">
              <a:extLst>
                <a:ext uri="{FF2B5EF4-FFF2-40B4-BE49-F238E27FC236}">
                  <a16:creationId xmlns:a16="http://schemas.microsoft.com/office/drawing/2014/main" id="{980319C2-B0DB-F264-3579-EA125616F0BC}"/>
                </a:ext>
              </a:extLst>
            </p:cNvPr>
            <p:cNvSpPr/>
            <p:nvPr/>
          </p:nvSpPr>
          <p:spPr>
            <a:xfrm>
              <a:off x="3952643" y="1828441"/>
              <a:ext cx="76036" cy="52203"/>
            </a:xfrm>
            <a:custGeom>
              <a:avLst/>
              <a:gdLst>
                <a:gd name="connsiteX0" fmla="*/ 66679 w 76036"/>
                <a:gd name="connsiteY0" fmla="*/ 27607 h 52203"/>
                <a:gd name="connsiteX1" fmla="*/ 74189 w 76036"/>
                <a:gd name="connsiteY1" fmla="*/ 20099 h 52203"/>
                <a:gd name="connsiteX2" fmla="*/ 75766 w 76036"/>
                <a:gd name="connsiteY2" fmla="*/ 13041 h 52203"/>
                <a:gd name="connsiteX3" fmla="*/ 72086 w 76036"/>
                <a:gd name="connsiteY3" fmla="*/ 1327 h 52203"/>
                <a:gd name="connsiteX4" fmla="*/ 61872 w 76036"/>
                <a:gd name="connsiteY4" fmla="*/ 1327 h 52203"/>
                <a:gd name="connsiteX5" fmla="*/ 53461 w 76036"/>
                <a:gd name="connsiteY5" fmla="*/ 7785 h 52203"/>
                <a:gd name="connsiteX6" fmla="*/ 31532 w 76036"/>
                <a:gd name="connsiteY6" fmla="*/ 22802 h 52203"/>
                <a:gd name="connsiteX7" fmla="*/ 9978 w 76036"/>
                <a:gd name="connsiteY7" fmla="*/ 31286 h 52203"/>
                <a:gd name="connsiteX8" fmla="*/ 2468 w 76036"/>
                <a:gd name="connsiteY8" fmla="*/ 36392 h 52203"/>
                <a:gd name="connsiteX9" fmla="*/ 65 w 76036"/>
                <a:gd name="connsiteY9" fmla="*/ 44576 h 52203"/>
                <a:gd name="connsiteX10" fmla="*/ 5097 w 76036"/>
                <a:gd name="connsiteY10" fmla="*/ 51259 h 52203"/>
                <a:gd name="connsiteX11" fmla="*/ 9227 w 76036"/>
                <a:gd name="connsiteY11" fmla="*/ 52084 h 52203"/>
                <a:gd name="connsiteX12" fmla="*/ 31157 w 76036"/>
                <a:gd name="connsiteY12" fmla="*/ 47204 h 52203"/>
                <a:gd name="connsiteX13" fmla="*/ 44449 w 76036"/>
                <a:gd name="connsiteY13" fmla="*/ 38569 h 52203"/>
                <a:gd name="connsiteX14" fmla="*/ 56090 w 76036"/>
                <a:gd name="connsiteY14" fmla="*/ 31887 h 52203"/>
                <a:gd name="connsiteX15" fmla="*/ 66679 w 76036"/>
                <a:gd name="connsiteY15" fmla="*/ 27607 h 52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6036" h="52203">
                  <a:moveTo>
                    <a:pt x="66679" y="27607"/>
                  </a:moveTo>
                  <a:cubicBezTo>
                    <a:pt x="69946" y="26008"/>
                    <a:pt x="72589" y="23365"/>
                    <a:pt x="74189" y="20099"/>
                  </a:cubicBezTo>
                  <a:cubicBezTo>
                    <a:pt x="75165" y="17869"/>
                    <a:pt x="75698" y="15473"/>
                    <a:pt x="75766" y="13041"/>
                  </a:cubicBezTo>
                  <a:cubicBezTo>
                    <a:pt x="76607" y="8768"/>
                    <a:pt x="75218" y="4353"/>
                    <a:pt x="72086" y="1327"/>
                  </a:cubicBezTo>
                  <a:cubicBezTo>
                    <a:pt x="68924" y="-482"/>
                    <a:pt x="65034" y="-482"/>
                    <a:pt x="61872" y="1327"/>
                  </a:cubicBezTo>
                  <a:cubicBezTo>
                    <a:pt x="58771" y="3062"/>
                    <a:pt x="55932" y="5232"/>
                    <a:pt x="53461" y="7785"/>
                  </a:cubicBezTo>
                  <a:cubicBezTo>
                    <a:pt x="46958" y="13882"/>
                    <a:pt x="39568" y="18942"/>
                    <a:pt x="31532" y="22802"/>
                  </a:cubicBezTo>
                  <a:cubicBezTo>
                    <a:pt x="24548" y="26105"/>
                    <a:pt x="17038" y="28057"/>
                    <a:pt x="9978" y="31286"/>
                  </a:cubicBezTo>
                  <a:cubicBezTo>
                    <a:pt x="7132" y="32420"/>
                    <a:pt x="4564" y="34162"/>
                    <a:pt x="2468" y="36392"/>
                  </a:cubicBezTo>
                  <a:cubicBezTo>
                    <a:pt x="538" y="38652"/>
                    <a:pt x="-333" y="41633"/>
                    <a:pt x="65" y="44576"/>
                  </a:cubicBezTo>
                  <a:cubicBezTo>
                    <a:pt x="508" y="47512"/>
                    <a:pt x="2401" y="50020"/>
                    <a:pt x="5097" y="51259"/>
                  </a:cubicBezTo>
                  <a:cubicBezTo>
                    <a:pt x="6426" y="51724"/>
                    <a:pt x="7816" y="52002"/>
                    <a:pt x="9227" y="52084"/>
                  </a:cubicBezTo>
                  <a:cubicBezTo>
                    <a:pt x="16858" y="52595"/>
                    <a:pt x="24465" y="50906"/>
                    <a:pt x="31157" y="47204"/>
                  </a:cubicBezTo>
                  <a:cubicBezTo>
                    <a:pt x="35738" y="44651"/>
                    <a:pt x="39868" y="41122"/>
                    <a:pt x="44449" y="38569"/>
                  </a:cubicBezTo>
                  <a:cubicBezTo>
                    <a:pt x="48535" y="36715"/>
                    <a:pt x="52432" y="34477"/>
                    <a:pt x="56090" y="31887"/>
                  </a:cubicBezTo>
                  <a:cubicBezTo>
                    <a:pt x="59417" y="30010"/>
                    <a:pt x="62976" y="28568"/>
                    <a:pt x="66679" y="27607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3" name="Content Placeholder 4">
              <a:extLst>
                <a:ext uri="{FF2B5EF4-FFF2-40B4-BE49-F238E27FC236}">
                  <a16:creationId xmlns:a16="http://schemas.microsoft.com/office/drawing/2014/main" id="{1EB84DA7-562C-0C9D-5D5B-5C3A087A58E7}"/>
                </a:ext>
              </a:extLst>
            </p:cNvPr>
            <p:cNvSpPr/>
            <p:nvPr/>
          </p:nvSpPr>
          <p:spPr>
            <a:xfrm>
              <a:off x="3963908" y="2208609"/>
              <a:ext cx="54782" cy="79104"/>
            </a:xfrm>
            <a:custGeom>
              <a:avLst/>
              <a:gdLst>
                <a:gd name="connsiteX0" fmla="*/ 34161 w 54782"/>
                <a:gd name="connsiteY0" fmla="*/ 111 h 79104"/>
                <a:gd name="connsiteX1" fmla="*/ 31908 w 54782"/>
                <a:gd name="connsiteY1" fmla="*/ 111 h 79104"/>
                <a:gd name="connsiteX2" fmla="*/ 29655 w 54782"/>
                <a:gd name="connsiteY2" fmla="*/ 5667 h 79104"/>
                <a:gd name="connsiteX3" fmla="*/ 28228 w 54782"/>
                <a:gd name="connsiteY3" fmla="*/ 29844 h 79104"/>
                <a:gd name="connsiteX4" fmla="*/ 25524 w 54782"/>
                <a:gd name="connsiteY4" fmla="*/ 38479 h 79104"/>
                <a:gd name="connsiteX5" fmla="*/ 18915 w 54782"/>
                <a:gd name="connsiteY5" fmla="*/ 44486 h 79104"/>
                <a:gd name="connsiteX6" fmla="*/ 3895 w 54782"/>
                <a:gd name="connsiteY6" fmla="*/ 58226 h 79104"/>
                <a:gd name="connsiteX7" fmla="*/ 140 w 54782"/>
                <a:gd name="connsiteY7" fmla="*/ 64459 h 79104"/>
                <a:gd name="connsiteX8" fmla="*/ 4797 w 54782"/>
                <a:gd name="connsiteY8" fmla="*/ 75421 h 79104"/>
                <a:gd name="connsiteX9" fmla="*/ 16738 w 54782"/>
                <a:gd name="connsiteY9" fmla="*/ 79025 h 79104"/>
                <a:gd name="connsiteX10" fmla="*/ 22821 w 54782"/>
                <a:gd name="connsiteY10" fmla="*/ 78199 h 79104"/>
                <a:gd name="connsiteX11" fmla="*/ 28078 w 54782"/>
                <a:gd name="connsiteY11" fmla="*/ 73769 h 79104"/>
                <a:gd name="connsiteX12" fmla="*/ 43098 w 54782"/>
                <a:gd name="connsiteY12" fmla="*/ 57175 h 79104"/>
                <a:gd name="connsiteX13" fmla="*/ 51359 w 54782"/>
                <a:gd name="connsiteY13" fmla="*/ 46138 h 79104"/>
                <a:gd name="connsiteX14" fmla="*/ 54062 w 54782"/>
                <a:gd name="connsiteY14" fmla="*/ 14602 h 79104"/>
                <a:gd name="connsiteX15" fmla="*/ 52260 w 54782"/>
                <a:gd name="connsiteY15" fmla="*/ 2439 h 79104"/>
                <a:gd name="connsiteX16" fmla="*/ 34161 w 54782"/>
                <a:gd name="connsiteY16" fmla="*/ 111 h 79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4782" h="79104">
                  <a:moveTo>
                    <a:pt x="34161" y="111"/>
                  </a:moveTo>
                  <a:cubicBezTo>
                    <a:pt x="33425" y="-77"/>
                    <a:pt x="32644" y="-77"/>
                    <a:pt x="31908" y="111"/>
                  </a:cubicBezTo>
                  <a:cubicBezTo>
                    <a:pt x="29805" y="787"/>
                    <a:pt x="29580" y="3490"/>
                    <a:pt x="29655" y="5667"/>
                  </a:cubicBezTo>
                  <a:cubicBezTo>
                    <a:pt x="29933" y="13754"/>
                    <a:pt x="29452" y="21848"/>
                    <a:pt x="28228" y="29844"/>
                  </a:cubicBezTo>
                  <a:cubicBezTo>
                    <a:pt x="27980" y="32885"/>
                    <a:pt x="27056" y="35836"/>
                    <a:pt x="25524" y="38479"/>
                  </a:cubicBezTo>
                  <a:cubicBezTo>
                    <a:pt x="23677" y="40837"/>
                    <a:pt x="21439" y="42872"/>
                    <a:pt x="18915" y="44486"/>
                  </a:cubicBezTo>
                  <a:cubicBezTo>
                    <a:pt x="13403" y="48473"/>
                    <a:pt x="8356" y="53083"/>
                    <a:pt x="3895" y="58226"/>
                  </a:cubicBezTo>
                  <a:cubicBezTo>
                    <a:pt x="2206" y="60006"/>
                    <a:pt x="922" y="62131"/>
                    <a:pt x="140" y="64459"/>
                  </a:cubicBezTo>
                  <a:cubicBezTo>
                    <a:pt x="-618" y="68716"/>
                    <a:pt x="1207" y="73010"/>
                    <a:pt x="4797" y="75421"/>
                  </a:cubicBezTo>
                  <a:cubicBezTo>
                    <a:pt x="8334" y="77778"/>
                    <a:pt x="12487" y="79032"/>
                    <a:pt x="16738" y="79025"/>
                  </a:cubicBezTo>
                  <a:cubicBezTo>
                    <a:pt x="18803" y="79197"/>
                    <a:pt x="20876" y="78920"/>
                    <a:pt x="22821" y="78199"/>
                  </a:cubicBezTo>
                  <a:cubicBezTo>
                    <a:pt x="24863" y="77110"/>
                    <a:pt x="26658" y="75601"/>
                    <a:pt x="28078" y="73769"/>
                  </a:cubicBezTo>
                  <a:lnTo>
                    <a:pt x="43098" y="57175"/>
                  </a:lnTo>
                  <a:cubicBezTo>
                    <a:pt x="46312" y="53864"/>
                    <a:pt x="49091" y="50155"/>
                    <a:pt x="51359" y="46138"/>
                  </a:cubicBezTo>
                  <a:cubicBezTo>
                    <a:pt x="56315" y="36377"/>
                    <a:pt x="54513" y="25114"/>
                    <a:pt x="54062" y="14602"/>
                  </a:cubicBezTo>
                  <a:cubicBezTo>
                    <a:pt x="54062" y="10548"/>
                    <a:pt x="55489" y="4616"/>
                    <a:pt x="52260" y="2439"/>
                  </a:cubicBezTo>
                  <a:cubicBezTo>
                    <a:pt x="46395" y="697"/>
                    <a:pt x="40281" y="-92"/>
                    <a:pt x="34161" y="111"/>
                  </a:cubicBezTo>
                  <a:close/>
                </a:path>
              </a:pathLst>
            </a:custGeom>
            <a:solidFill>
              <a:srgbClr val="40404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4" name="Content Placeholder 4">
              <a:extLst>
                <a:ext uri="{FF2B5EF4-FFF2-40B4-BE49-F238E27FC236}">
                  <a16:creationId xmlns:a16="http://schemas.microsoft.com/office/drawing/2014/main" id="{58D0BDA1-095E-ECF8-B204-888FE1A68155}"/>
                </a:ext>
              </a:extLst>
            </p:cNvPr>
            <p:cNvSpPr/>
            <p:nvPr/>
          </p:nvSpPr>
          <p:spPr>
            <a:xfrm>
              <a:off x="4002178" y="1850760"/>
              <a:ext cx="39823" cy="443999"/>
            </a:xfrm>
            <a:custGeom>
              <a:avLst/>
              <a:gdLst>
                <a:gd name="connsiteX0" fmla="*/ 31489 w 39823"/>
                <a:gd name="connsiteY0" fmla="*/ 168447 h 443999"/>
                <a:gd name="connsiteX1" fmla="*/ 33366 w 39823"/>
                <a:gd name="connsiteY1" fmla="*/ 253518 h 443999"/>
                <a:gd name="connsiteX2" fmla="*/ 28184 w 39823"/>
                <a:gd name="connsiteY2" fmla="*/ 343619 h 443999"/>
                <a:gd name="connsiteX3" fmla="*/ 18346 w 39823"/>
                <a:gd name="connsiteY3" fmla="*/ 428239 h 443999"/>
                <a:gd name="connsiteX4" fmla="*/ 15718 w 39823"/>
                <a:gd name="connsiteY4" fmla="*/ 439127 h 443999"/>
                <a:gd name="connsiteX5" fmla="*/ 6255 w 39823"/>
                <a:gd name="connsiteY5" fmla="*/ 443857 h 443999"/>
                <a:gd name="connsiteX6" fmla="*/ 22 w 39823"/>
                <a:gd name="connsiteY6" fmla="*/ 428840 h 443999"/>
                <a:gd name="connsiteX7" fmla="*/ 10686 w 39823"/>
                <a:gd name="connsiteY7" fmla="*/ 212522 h 443999"/>
                <a:gd name="connsiteX8" fmla="*/ 10686 w 39823"/>
                <a:gd name="connsiteY8" fmla="*/ 178433 h 443999"/>
                <a:gd name="connsiteX9" fmla="*/ 10686 w 39823"/>
                <a:gd name="connsiteY9" fmla="*/ 139765 h 443999"/>
                <a:gd name="connsiteX10" fmla="*/ 22176 w 39823"/>
                <a:gd name="connsiteY10" fmla="*/ 16476 h 443999"/>
                <a:gd name="connsiteX11" fmla="*/ 27508 w 39823"/>
                <a:gd name="connsiteY11" fmla="*/ 3111 h 443999"/>
                <a:gd name="connsiteX12" fmla="*/ 38623 w 39823"/>
                <a:gd name="connsiteY12" fmla="*/ 17302 h 443999"/>
                <a:gd name="connsiteX13" fmla="*/ 30662 w 39823"/>
                <a:gd name="connsiteY13" fmla="*/ 56346 h 443999"/>
                <a:gd name="connsiteX14" fmla="*/ 29010 w 39823"/>
                <a:gd name="connsiteY14" fmla="*/ 113786 h 443999"/>
                <a:gd name="connsiteX15" fmla="*/ 31489 w 39823"/>
                <a:gd name="connsiteY15" fmla="*/ 168447 h 44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9823" h="443999">
                  <a:moveTo>
                    <a:pt x="31489" y="168447"/>
                  </a:moveTo>
                  <a:cubicBezTo>
                    <a:pt x="33516" y="196529"/>
                    <a:pt x="32915" y="225361"/>
                    <a:pt x="33366" y="253518"/>
                  </a:cubicBezTo>
                  <a:cubicBezTo>
                    <a:pt x="33328" y="283627"/>
                    <a:pt x="31601" y="313706"/>
                    <a:pt x="28184" y="343619"/>
                  </a:cubicBezTo>
                  <a:cubicBezTo>
                    <a:pt x="26156" y="365169"/>
                    <a:pt x="20674" y="406690"/>
                    <a:pt x="18346" y="428239"/>
                  </a:cubicBezTo>
                  <a:cubicBezTo>
                    <a:pt x="18248" y="432016"/>
                    <a:pt x="17355" y="435725"/>
                    <a:pt x="15718" y="439127"/>
                  </a:cubicBezTo>
                  <a:cubicBezTo>
                    <a:pt x="13900" y="442566"/>
                    <a:pt x="10100" y="444465"/>
                    <a:pt x="6255" y="443857"/>
                  </a:cubicBezTo>
                  <a:cubicBezTo>
                    <a:pt x="622" y="442280"/>
                    <a:pt x="-279" y="434697"/>
                    <a:pt x="22" y="428840"/>
                  </a:cubicBezTo>
                  <a:cubicBezTo>
                    <a:pt x="3476" y="362390"/>
                    <a:pt x="7532" y="278671"/>
                    <a:pt x="10686" y="212522"/>
                  </a:cubicBezTo>
                  <a:cubicBezTo>
                    <a:pt x="11362" y="201169"/>
                    <a:pt x="11362" y="189786"/>
                    <a:pt x="10686" y="178433"/>
                  </a:cubicBezTo>
                  <a:cubicBezTo>
                    <a:pt x="10085" y="167171"/>
                    <a:pt x="11212" y="155157"/>
                    <a:pt x="10686" y="139765"/>
                  </a:cubicBezTo>
                  <a:cubicBezTo>
                    <a:pt x="9860" y="84277"/>
                    <a:pt x="13690" y="69711"/>
                    <a:pt x="22176" y="16476"/>
                  </a:cubicBezTo>
                  <a:cubicBezTo>
                    <a:pt x="22484" y="11565"/>
                    <a:pt x="24347" y="6880"/>
                    <a:pt x="27508" y="3111"/>
                  </a:cubicBezTo>
                  <a:cubicBezTo>
                    <a:pt x="38247" y="-6950"/>
                    <a:pt x="41927" y="9718"/>
                    <a:pt x="38623" y="17302"/>
                  </a:cubicBezTo>
                  <a:cubicBezTo>
                    <a:pt x="33802" y="29781"/>
                    <a:pt x="31113" y="42981"/>
                    <a:pt x="30662" y="56346"/>
                  </a:cubicBezTo>
                  <a:cubicBezTo>
                    <a:pt x="28462" y="75410"/>
                    <a:pt x="27906" y="94624"/>
                    <a:pt x="29010" y="113786"/>
                  </a:cubicBezTo>
                  <a:cubicBezTo>
                    <a:pt x="29911" y="131731"/>
                    <a:pt x="29911" y="150202"/>
                    <a:pt x="31489" y="168447"/>
                  </a:cubicBezTo>
                  <a:close/>
                </a:path>
              </a:pathLst>
            </a:custGeom>
            <a:solidFill>
              <a:srgbClr val="D9D9D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5" name="Content Placeholder 4">
              <a:extLst>
                <a:ext uri="{FF2B5EF4-FFF2-40B4-BE49-F238E27FC236}">
                  <a16:creationId xmlns:a16="http://schemas.microsoft.com/office/drawing/2014/main" id="{A7D12E98-7B8F-C0BE-2751-C806E6748093}"/>
                </a:ext>
              </a:extLst>
            </p:cNvPr>
            <p:cNvSpPr/>
            <p:nvPr/>
          </p:nvSpPr>
          <p:spPr>
            <a:xfrm>
              <a:off x="4050590" y="2207674"/>
              <a:ext cx="38679" cy="83688"/>
            </a:xfrm>
            <a:custGeom>
              <a:avLst/>
              <a:gdLst>
                <a:gd name="connsiteX0" fmla="*/ 38199 w 38679"/>
                <a:gd name="connsiteY0" fmla="*/ 70 h 83688"/>
                <a:gd name="connsiteX1" fmla="*/ 38199 w 38679"/>
                <a:gd name="connsiteY1" fmla="*/ 10957 h 83688"/>
                <a:gd name="connsiteX2" fmla="*/ 31440 w 38679"/>
                <a:gd name="connsiteY2" fmla="*/ 73052 h 83688"/>
                <a:gd name="connsiteX3" fmla="*/ 29488 w 38679"/>
                <a:gd name="connsiteY3" fmla="*/ 78984 h 83688"/>
                <a:gd name="connsiteX4" fmla="*/ 24606 w 38679"/>
                <a:gd name="connsiteY4" fmla="*/ 81612 h 83688"/>
                <a:gd name="connsiteX5" fmla="*/ 8159 w 38679"/>
                <a:gd name="connsiteY5" fmla="*/ 83114 h 83688"/>
                <a:gd name="connsiteX6" fmla="*/ 199 w 38679"/>
                <a:gd name="connsiteY6" fmla="*/ 70424 h 83688"/>
                <a:gd name="connsiteX7" fmla="*/ 5681 w 38679"/>
                <a:gd name="connsiteY7" fmla="*/ 62916 h 83688"/>
                <a:gd name="connsiteX8" fmla="*/ 10938 w 38679"/>
                <a:gd name="connsiteY8" fmla="*/ 41367 h 83688"/>
                <a:gd name="connsiteX9" fmla="*/ 11764 w 38679"/>
                <a:gd name="connsiteY9" fmla="*/ 4725 h 83688"/>
                <a:gd name="connsiteX10" fmla="*/ 19725 w 38679"/>
                <a:gd name="connsiteY10" fmla="*/ 220 h 83688"/>
                <a:gd name="connsiteX11" fmla="*/ 38199 w 38679"/>
                <a:gd name="connsiteY11" fmla="*/ 70 h 83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8679" h="83688">
                  <a:moveTo>
                    <a:pt x="38199" y="70"/>
                  </a:moveTo>
                  <a:cubicBezTo>
                    <a:pt x="38800" y="3674"/>
                    <a:pt x="38800" y="7353"/>
                    <a:pt x="38199" y="10957"/>
                  </a:cubicBezTo>
                  <a:lnTo>
                    <a:pt x="31440" y="73052"/>
                  </a:lnTo>
                  <a:cubicBezTo>
                    <a:pt x="31425" y="75185"/>
                    <a:pt x="30742" y="77257"/>
                    <a:pt x="29488" y="78984"/>
                  </a:cubicBezTo>
                  <a:cubicBezTo>
                    <a:pt x="28128" y="80290"/>
                    <a:pt x="26446" y="81199"/>
                    <a:pt x="24606" y="81612"/>
                  </a:cubicBezTo>
                  <a:cubicBezTo>
                    <a:pt x="19379" y="83669"/>
                    <a:pt x="13672" y="84187"/>
                    <a:pt x="8159" y="83114"/>
                  </a:cubicBezTo>
                  <a:cubicBezTo>
                    <a:pt x="2527" y="81702"/>
                    <a:pt x="-980" y="76108"/>
                    <a:pt x="199" y="70424"/>
                  </a:cubicBezTo>
                  <a:cubicBezTo>
                    <a:pt x="1603" y="67639"/>
                    <a:pt x="3458" y="65101"/>
                    <a:pt x="5681" y="62916"/>
                  </a:cubicBezTo>
                  <a:cubicBezTo>
                    <a:pt x="9661" y="56466"/>
                    <a:pt x="11501" y="48927"/>
                    <a:pt x="10938" y="41367"/>
                  </a:cubicBezTo>
                  <a:cubicBezTo>
                    <a:pt x="10194" y="29150"/>
                    <a:pt x="10472" y="16896"/>
                    <a:pt x="11764" y="4725"/>
                  </a:cubicBezTo>
                  <a:cubicBezTo>
                    <a:pt x="12890" y="-681"/>
                    <a:pt x="14543" y="-230"/>
                    <a:pt x="19725" y="220"/>
                  </a:cubicBezTo>
                  <a:cubicBezTo>
                    <a:pt x="25868" y="851"/>
                    <a:pt x="32064" y="798"/>
                    <a:pt x="38199" y="70"/>
                  </a:cubicBezTo>
                  <a:close/>
                </a:path>
              </a:pathLst>
            </a:custGeom>
            <a:solidFill>
              <a:srgbClr val="40404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6" name="Content Placeholder 4">
              <a:extLst>
                <a:ext uri="{FF2B5EF4-FFF2-40B4-BE49-F238E27FC236}">
                  <a16:creationId xmlns:a16="http://schemas.microsoft.com/office/drawing/2014/main" id="{55191AF7-AFD6-DF46-6778-C6696AE92E37}"/>
                </a:ext>
              </a:extLst>
            </p:cNvPr>
            <p:cNvSpPr/>
            <p:nvPr/>
          </p:nvSpPr>
          <p:spPr>
            <a:xfrm>
              <a:off x="3964723" y="1847482"/>
              <a:ext cx="30042" cy="38003"/>
            </a:xfrm>
            <a:custGeom>
              <a:avLst/>
              <a:gdLst>
                <a:gd name="connsiteX0" fmla="*/ 377 w 30042"/>
                <a:gd name="connsiteY0" fmla="*/ 23358 h 38003"/>
                <a:gd name="connsiteX1" fmla="*/ 6460 w 30042"/>
                <a:gd name="connsiteY1" fmla="*/ 36498 h 38003"/>
                <a:gd name="connsiteX2" fmla="*/ 22757 w 30042"/>
                <a:gd name="connsiteY2" fmla="*/ 35222 h 38003"/>
                <a:gd name="connsiteX3" fmla="*/ 29816 w 30042"/>
                <a:gd name="connsiteY3" fmla="*/ 22983 h 38003"/>
                <a:gd name="connsiteX4" fmla="*/ 29816 w 30042"/>
                <a:gd name="connsiteY4" fmla="*/ 19229 h 38003"/>
                <a:gd name="connsiteX5" fmla="*/ 26061 w 30042"/>
                <a:gd name="connsiteY5" fmla="*/ 13747 h 38003"/>
                <a:gd name="connsiteX6" fmla="*/ 23883 w 30042"/>
                <a:gd name="connsiteY6" fmla="*/ 1584 h 38003"/>
                <a:gd name="connsiteX7" fmla="*/ 17575 w 30042"/>
                <a:gd name="connsiteY7" fmla="*/ 157 h 38003"/>
                <a:gd name="connsiteX8" fmla="*/ 4507 w 30042"/>
                <a:gd name="connsiteY8" fmla="*/ 3836 h 38003"/>
                <a:gd name="connsiteX9" fmla="*/ 377 w 30042"/>
                <a:gd name="connsiteY9" fmla="*/ 23358 h 3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42" h="38003">
                  <a:moveTo>
                    <a:pt x="377" y="23358"/>
                  </a:moveTo>
                  <a:cubicBezTo>
                    <a:pt x="16" y="28494"/>
                    <a:pt x="2314" y="33450"/>
                    <a:pt x="6460" y="36498"/>
                  </a:cubicBezTo>
                  <a:cubicBezTo>
                    <a:pt x="11762" y="38848"/>
                    <a:pt x="17890" y="38368"/>
                    <a:pt x="22757" y="35222"/>
                  </a:cubicBezTo>
                  <a:cubicBezTo>
                    <a:pt x="27638" y="33239"/>
                    <a:pt x="30545" y="28201"/>
                    <a:pt x="29816" y="22983"/>
                  </a:cubicBezTo>
                  <a:cubicBezTo>
                    <a:pt x="30079" y="21744"/>
                    <a:pt x="30079" y="20467"/>
                    <a:pt x="29816" y="19229"/>
                  </a:cubicBezTo>
                  <a:cubicBezTo>
                    <a:pt x="29140" y="17126"/>
                    <a:pt x="27037" y="15775"/>
                    <a:pt x="26061" y="13747"/>
                  </a:cubicBezTo>
                  <a:cubicBezTo>
                    <a:pt x="24259" y="9918"/>
                    <a:pt x="26887" y="4512"/>
                    <a:pt x="23883" y="1584"/>
                  </a:cubicBezTo>
                  <a:cubicBezTo>
                    <a:pt x="22103" y="180"/>
                    <a:pt x="19783" y="-346"/>
                    <a:pt x="17575" y="157"/>
                  </a:cubicBezTo>
                  <a:cubicBezTo>
                    <a:pt x="13031" y="577"/>
                    <a:pt x="8600" y="1824"/>
                    <a:pt x="4507" y="3836"/>
                  </a:cubicBezTo>
                  <a:cubicBezTo>
                    <a:pt x="-1726" y="6840"/>
                    <a:pt x="227" y="17502"/>
                    <a:pt x="377" y="23358"/>
                  </a:cubicBezTo>
                  <a:close/>
                </a:path>
              </a:pathLst>
            </a:custGeom>
            <a:solidFill>
              <a:srgbClr val="F0DC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7" name="Content Placeholder 4">
              <a:extLst>
                <a:ext uri="{FF2B5EF4-FFF2-40B4-BE49-F238E27FC236}">
                  <a16:creationId xmlns:a16="http://schemas.microsoft.com/office/drawing/2014/main" id="{615B24A5-36FC-E2CD-7ABF-80AB018730F0}"/>
                </a:ext>
              </a:extLst>
            </p:cNvPr>
            <p:cNvSpPr/>
            <p:nvPr/>
          </p:nvSpPr>
          <p:spPr>
            <a:xfrm>
              <a:off x="4059604" y="1819905"/>
              <a:ext cx="46636" cy="32731"/>
            </a:xfrm>
            <a:custGeom>
              <a:avLst/>
              <a:gdLst>
                <a:gd name="connsiteX0" fmla="*/ 14916 w 46636"/>
                <a:gd name="connsiteY0" fmla="*/ 19174 h 32731"/>
                <a:gd name="connsiteX1" fmla="*/ 30612 w 46636"/>
                <a:gd name="connsiteY1" fmla="*/ 28485 h 32731"/>
                <a:gd name="connsiteX2" fmla="*/ 37596 w 46636"/>
                <a:gd name="connsiteY2" fmla="*/ 32239 h 32731"/>
                <a:gd name="connsiteX3" fmla="*/ 45106 w 46636"/>
                <a:gd name="connsiteY3" fmla="*/ 30587 h 32731"/>
                <a:gd name="connsiteX4" fmla="*/ 45857 w 46636"/>
                <a:gd name="connsiteY4" fmla="*/ 23078 h 32731"/>
                <a:gd name="connsiteX5" fmla="*/ 41276 w 46636"/>
                <a:gd name="connsiteY5" fmla="*/ 16922 h 32731"/>
                <a:gd name="connsiteX6" fmla="*/ 23853 w 46636"/>
                <a:gd name="connsiteY6" fmla="*/ 2430 h 32731"/>
                <a:gd name="connsiteX7" fmla="*/ 12588 w 46636"/>
                <a:gd name="connsiteY7" fmla="*/ 28 h 32731"/>
                <a:gd name="connsiteX8" fmla="*/ -29 w 46636"/>
                <a:gd name="connsiteY8" fmla="*/ 11966 h 32731"/>
                <a:gd name="connsiteX9" fmla="*/ 14916 w 46636"/>
                <a:gd name="connsiteY9" fmla="*/ 19174 h 3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6636" h="32731">
                  <a:moveTo>
                    <a:pt x="14916" y="19174"/>
                  </a:moveTo>
                  <a:cubicBezTo>
                    <a:pt x="20248" y="22102"/>
                    <a:pt x="25580" y="25106"/>
                    <a:pt x="30612" y="28485"/>
                  </a:cubicBezTo>
                  <a:cubicBezTo>
                    <a:pt x="32707" y="30121"/>
                    <a:pt x="35073" y="31398"/>
                    <a:pt x="37596" y="32239"/>
                  </a:cubicBezTo>
                  <a:cubicBezTo>
                    <a:pt x="40202" y="33237"/>
                    <a:pt x="43161" y="32592"/>
                    <a:pt x="45106" y="30587"/>
                  </a:cubicBezTo>
                  <a:cubicBezTo>
                    <a:pt x="46789" y="28440"/>
                    <a:pt x="47081" y="25519"/>
                    <a:pt x="45857" y="23078"/>
                  </a:cubicBezTo>
                  <a:cubicBezTo>
                    <a:pt x="44753" y="20743"/>
                    <a:pt x="43199" y="18649"/>
                    <a:pt x="41276" y="16922"/>
                  </a:cubicBezTo>
                  <a:cubicBezTo>
                    <a:pt x="36335" y="11133"/>
                    <a:pt x="30439" y="6237"/>
                    <a:pt x="23853" y="2430"/>
                  </a:cubicBezTo>
                  <a:cubicBezTo>
                    <a:pt x="20406" y="568"/>
                    <a:pt x="16493" y="-265"/>
                    <a:pt x="12588" y="28"/>
                  </a:cubicBezTo>
                  <a:cubicBezTo>
                    <a:pt x="7481" y="628"/>
                    <a:pt x="-104" y="6109"/>
                    <a:pt x="-29" y="11966"/>
                  </a:cubicBezTo>
                  <a:cubicBezTo>
                    <a:pt x="46" y="17823"/>
                    <a:pt x="10035" y="16471"/>
                    <a:pt x="14916" y="19174"/>
                  </a:cubicBezTo>
                  <a:close/>
                </a:path>
              </a:pathLst>
            </a:custGeom>
            <a:solidFill>
              <a:srgbClr val="F0DC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8" name="Content Placeholder 4">
              <a:extLst>
                <a:ext uri="{FF2B5EF4-FFF2-40B4-BE49-F238E27FC236}">
                  <a16:creationId xmlns:a16="http://schemas.microsoft.com/office/drawing/2014/main" id="{4EDD5A9C-7DAF-8A71-CD1D-37BAE3BDFAC8}"/>
                </a:ext>
              </a:extLst>
            </p:cNvPr>
            <p:cNvSpPr/>
            <p:nvPr/>
          </p:nvSpPr>
          <p:spPr>
            <a:xfrm>
              <a:off x="4085668" y="1677634"/>
              <a:ext cx="63625" cy="169119"/>
            </a:xfrm>
            <a:custGeom>
              <a:avLst/>
              <a:gdLst>
                <a:gd name="connsiteX0" fmla="*/ 13185 w 63625"/>
                <a:gd name="connsiteY0" fmla="*/ 389 h 169119"/>
                <a:gd name="connsiteX1" fmla="*/ 23474 w 63625"/>
                <a:gd name="connsiteY1" fmla="*/ 7897 h 169119"/>
                <a:gd name="connsiteX2" fmla="*/ 34213 w 63625"/>
                <a:gd name="connsiteY2" fmla="*/ 21863 h 169119"/>
                <a:gd name="connsiteX3" fmla="*/ 45177 w 63625"/>
                <a:gd name="connsiteY3" fmla="*/ 50845 h 169119"/>
                <a:gd name="connsiteX4" fmla="*/ 61399 w 63625"/>
                <a:gd name="connsiteY4" fmla="*/ 108285 h 169119"/>
                <a:gd name="connsiteX5" fmla="*/ 63427 w 63625"/>
                <a:gd name="connsiteY5" fmla="*/ 124203 h 169119"/>
                <a:gd name="connsiteX6" fmla="*/ 51936 w 63625"/>
                <a:gd name="connsiteY6" fmla="*/ 141998 h 169119"/>
                <a:gd name="connsiteX7" fmla="*/ 36090 w 63625"/>
                <a:gd name="connsiteY7" fmla="*/ 158216 h 169119"/>
                <a:gd name="connsiteX8" fmla="*/ 25426 w 63625"/>
                <a:gd name="connsiteY8" fmla="*/ 167001 h 169119"/>
                <a:gd name="connsiteX9" fmla="*/ 7943 w 63625"/>
                <a:gd name="connsiteY9" fmla="*/ 163427 h 169119"/>
                <a:gd name="connsiteX10" fmla="*/ 7102 w 63625"/>
                <a:gd name="connsiteY10" fmla="*/ 151008 h 169119"/>
                <a:gd name="connsiteX11" fmla="*/ 17691 w 63625"/>
                <a:gd name="connsiteY11" fmla="*/ 135991 h 169119"/>
                <a:gd name="connsiteX12" fmla="*/ 29557 w 63625"/>
                <a:gd name="connsiteY12" fmla="*/ 121950 h 169119"/>
                <a:gd name="connsiteX13" fmla="*/ 29932 w 63625"/>
                <a:gd name="connsiteY13" fmla="*/ 95746 h 169119"/>
                <a:gd name="connsiteX14" fmla="*/ 17991 w 63625"/>
                <a:gd name="connsiteY14" fmla="*/ 71719 h 169119"/>
                <a:gd name="connsiteX15" fmla="*/ 793 w 63625"/>
                <a:gd name="connsiteY15" fmla="*/ 23364 h 169119"/>
                <a:gd name="connsiteX16" fmla="*/ 13185 w 63625"/>
                <a:gd name="connsiteY16" fmla="*/ 389 h 16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3625" h="169119">
                  <a:moveTo>
                    <a:pt x="13185" y="389"/>
                  </a:moveTo>
                  <a:cubicBezTo>
                    <a:pt x="17248" y="1883"/>
                    <a:pt x="20815" y="4481"/>
                    <a:pt x="23474" y="7897"/>
                  </a:cubicBezTo>
                  <a:cubicBezTo>
                    <a:pt x="27574" y="12132"/>
                    <a:pt x="31171" y="16817"/>
                    <a:pt x="34213" y="21863"/>
                  </a:cubicBezTo>
                  <a:cubicBezTo>
                    <a:pt x="39087" y="31016"/>
                    <a:pt x="42774" y="40754"/>
                    <a:pt x="45177" y="50845"/>
                  </a:cubicBezTo>
                  <a:lnTo>
                    <a:pt x="61399" y="108285"/>
                  </a:lnTo>
                  <a:cubicBezTo>
                    <a:pt x="63254" y="113376"/>
                    <a:pt x="63952" y="118812"/>
                    <a:pt x="63427" y="124203"/>
                  </a:cubicBezTo>
                  <a:cubicBezTo>
                    <a:pt x="61429" y="131133"/>
                    <a:pt x="57434" y="137328"/>
                    <a:pt x="51936" y="141998"/>
                  </a:cubicBezTo>
                  <a:lnTo>
                    <a:pt x="36090" y="158216"/>
                  </a:lnTo>
                  <a:cubicBezTo>
                    <a:pt x="33034" y="161700"/>
                    <a:pt x="29437" y="164674"/>
                    <a:pt x="25426" y="167001"/>
                  </a:cubicBezTo>
                  <a:cubicBezTo>
                    <a:pt x="19613" y="170838"/>
                    <a:pt x="11788" y="169239"/>
                    <a:pt x="7943" y="163427"/>
                  </a:cubicBezTo>
                  <a:cubicBezTo>
                    <a:pt x="5495" y="159726"/>
                    <a:pt x="5179" y="155010"/>
                    <a:pt x="7102" y="151008"/>
                  </a:cubicBezTo>
                  <a:cubicBezTo>
                    <a:pt x="9280" y="145174"/>
                    <a:pt x="12930" y="140001"/>
                    <a:pt x="17691" y="135991"/>
                  </a:cubicBezTo>
                  <a:cubicBezTo>
                    <a:pt x="22415" y="132019"/>
                    <a:pt x="26433" y="127274"/>
                    <a:pt x="29557" y="121950"/>
                  </a:cubicBezTo>
                  <a:cubicBezTo>
                    <a:pt x="33169" y="113616"/>
                    <a:pt x="33304" y="104186"/>
                    <a:pt x="29932" y="95746"/>
                  </a:cubicBezTo>
                  <a:cubicBezTo>
                    <a:pt x="26620" y="87419"/>
                    <a:pt x="22625" y="79385"/>
                    <a:pt x="17991" y="71719"/>
                  </a:cubicBezTo>
                  <a:cubicBezTo>
                    <a:pt x="9895" y="56544"/>
                    <a:pt x="4098" y="40243"/>
                    <a:pt x="793" y="23364"/>
                  </a:cubicBezTo>
                  <a:cubicBezTo>
                    <a:pt x="-1009" y="14955"/>
                    <a:pt x="-1009" y="-2990"/>
                    <a:pt x="13185" y="389"/>
                  </a:cubicBezTo>
                  <a:close/>
                </a:path>
              </a:pathLst>
            </a:custGeom>
            <a:solidFill>
              <a:srgbClr val="D992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9" name="Content Placeholder 4">
              <a:extLst>
                <a:ext uri="{FF2B5EF4-FFF2-40B4-BE49-F238E27FC236}">
                  <a16:creationId xmlns:a16="http://schemas.microsoft.com/office/drawing/2014/main" id="{C6431B18-3EDC-3BF5-F5FE-3A73F98CFECB}"/>
                </a:ext>
              </a:extLst>
            </p:cNvPr>
            <p:cNvSpPr/>
            <p:nvPr/>
          </p:nvSpPr>
          <p:spPr>
            <a:xfrm>
              <a:off x="4001702" y="1647918"/>
              <a:ext cx="58428" cy="76811"/>
            </a:xfrm>
            <a:custGeom>
              <a:avLst/>
              <a:gdLst>
                <a:gd name="connsiteX0" fmla="*/ 26107 w 58428"/>
                <a:gd name="connsiteY0" fmla="*/ 20419 h 76811"/>
                <a:gd name="connsiteX1" fmla="*/ 15743 w 58428"/>
                <a:gd name="connsiteY1" fmla="*/ 27177 h 76811"/>
                <a:gd name="connsiteX2" fmla="*/ 4778 w 58428"/>
                <a:gd name="connsiteY2" fmla="*/ 50078 h 76811"/>
                <a:gd name="connsiteX3" fmla="*/ 4778 w 58428"/>
                <a:gd name="connsiteY3" fmla="*/ 60139 h 76811"/>
                <a:gd name="connsiteX4" fmla="*/ -28 w 58428"/>
                <a:gd name="connsiteY4" fmla="*/ 69299 h 76811"/>
                <a:gd name="connsiteX5" fmla="*/ 6731 w 58428"/>
                <a:gd name="connsiteY5" fmla="*/ 76282 h 76811"/>
                <a:gd name="connsiteX6" fmla="*/ 25431 w 58428"/>
                <a:gd name="connsiteY6" fmla="*/ 71252 h 76811"/>
                <a:gd name="connsiteX7" fmla="*/ 35720 w 58428"/>
                <a:gd name="connsiteY7" fmla="*/ 54132 h 76811"/>
                <a:gd name="connsiteX8" fmla="*/ 39024 w 58428"/>
                <a:gd name="connsiteY8" fmla="*/ 46624 h 76811"/>
                <a:gd name="connsiteX9" fmla="*/ 51641 w 58428"/>
                <a:gd name="connsiteY9" fmla="*/ 39115 h 76811"/>
                <a:gd name="connsiteX10" fmla="*/ 58400 w 58428"/>
                <a:gd name="connsiteY10" fmla="*/ 24849 h 76811"/>
                <a:gd name="connsiteX11" fmla="*/ 55921 w 58428"/>
                <a:gd name="connsiteY11" fmla="*/ 8781 h 76811"/>
                <a:gd name="connsiteX12" fmla="*/ 52467 w 58428"/>
                <a:gd name="connsiteY12" fmla="*/ 2024 h 76811"/>
                <a:gd name="connsiteX13" fmla="*/ 45407 w 58428"/>
                <a:gd name="connsiteY13" fmla="*/ 147 h 76811"/>
                <a:gd name="connsiteX14" fmla="*/ 33467 w 58428"/>
                <a:gd name="connsiteY14" fmla="*/ 1498 h 76811"/>
                <a:gd name="connsiteX15" fmla="*/ 26107 w 58428"/>
                <a:gd name="connsiteY15" fmla="*/ 20419 h 76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428" h="76811">
                  <a:moveTo>
                    <a:pt x="26107" y="20419"/>
                  </a:moveTo>
                  <a:cubicBezTo>
                    <a:pt x="22877" y="22995"/>
                    <a:pt x="19408" y="25262"/>
                    <a:pt x="15743" y="27177"/>
                  </a:cubicBezTo>
                  <a:cubicBezTo>
                    <a:pt x="8248" y="32290"/>
                    <a:pt x="4057" y="41030"/>
                    <a:pt x="4778" y="50078"/>
                  </a:cubicBezTo>
                  <a:cubicBezTo>
                    <a:pt x="5537" y="53389"/>
                    <a:pt x="5537" y="56828"/>
                    <a:pt x="4778" y="60139"/>
                  </a:cubicBezTo>
                  <a:cubicBezTo>
                    <a:pt x="3502" y="63368"/>
                    <a:pt x="47" y="65846"/>
                    <a:pt x="-28" y="69299"/>
                  </a:cubicBezTo>
                  <a:cubicBezTo>
                    <a:pt x="-103" y="72753"/>
                    <a:pt x="3352" y="75381"/>
                    <a:pt x="6731" y="76282"/>
                  </a:cubicBezTo>
                  <a:cubicBezTo>
                    <a:pt x="13415" y="77769"/>
                    <a:pt x="20399" y="75892"/>
                    <a:pt x="25431" y="71252"/>
                  </a:cubicBezTo>
                  <a:cubicBezTo>
                    <a:pt x="30395" y="66626"/>
                    <a:pt x="33962" y="60687"/>
                    <a:pt x="35720" y="54132"/>
                  </a:cubicBezTo>
                  <a:cubicBezTo>
                    <a:pt x="36335" y="51444"/>
                    <a:pt x="37462" y="48899"/>
                    <a:pt x="39024" y="46624"/>
                  </a:cubicBezTo>
                  <a:cubicBezTo>
                    <a:pt x="42103" y="42720"/>
                    <a:pt x="47660" y="41894"/>
                    <a:pt x="51641" y="39115"/>
                  </a:cubicBezTo>
                  <a:cubicBezTo>
                    <a:pt x="55861" y="35571"/>
                    <a:pt x="58332" y="30361"/>
                    <a:pt x="58400" y="24849"/>
                  </a:cubicBezTo>
                  <a:cubicBezTo>
                    <a:pt x="58362" y="19398"/>
                    <a:pt x="57521" y="13985"/>
                    <a:pt x="55921" y="8781"/>
                  </a:cubicBezTo>
                  <a:cubicBezTo>
                    <a:pt x="55523" y="6221"/>
                    <a:pt x="54307" y="3848"/>
                    <a:pt x="52467" y="2024"/>
                  </a:cubicBezTo>
                  <a:cubicBezTo>
                    <a:pt x="50364" y="680"/>
                    <a:pt x="47901" y="26"/>
                    <a:pt x="45407" y="147"/>
                  </a:cubicBezTo>
                  <a:cubicBezTo>
                    <a:pt x="41375" y="-319"/>
                    <a:pt x="37289" y="139"/>
                    <a:pt x="33467" y="1498"/>
                  </a:cubicBezTo>
                  <a:cubicBezTo>
                    <a:pt x="23854" y="5403"/>
                    <a:pt x="32190" y="14187"/>
                    <a:pt x="26107" y="20419"/>
                  </a:cubicBezTo>
                  <a:close/>
                </a:path>
              </a:pathLst>
            </a:custGeom>
            <a:solidFill>
              <a:srgbClr val="D7C68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0" name="Content Placeholder 4">
              <a:extLst>
                <a:ext uri="{FF2B5EF4-FFF2-40B4-BE49-F238E27FC236}">
                  <a16:creationId xmlns:a16="http://schemas.microsoft.com/office/drawing/2014/main" id="{D1C261EA-0946-E5CA-039B-F421B1FF44EA}"/>
                </a:ext>
              </a:extLst>
            </p:cNvPr>
            <p:cNvSpPr/>
            <p:nvPr/>
          </p:nvSpPr>
          <p:spPr>
            <a:xfrm>
              <a:off x="4008416" y="1561812"/>
              <a:ext cx="81921" cy="98936"/>
            </a:xfrm>
            <a:custGeom>
              <a:avLst/>
              <a:gdLst>
                <a:gd name="connsiteX0" fmla="*/ 5875 w 81921"/>
                <a:gd name="connsiteY0" fmla="*/ 54791 h 98936"/>
                <a:gd name="connsiteX1" fmla="*/ 22922 w 81921"/>
                <a:gd name="connsiteY1" fmla="*/ 90982 h 98936"/>
                <a:gd name="connsiteX2" fmla="*/ 69409 w 81921"/>
                <a:gd name="connsiteY2" fmla="*/ 87386 h 98936"/>
                <a:gd name="connsiteX3" fmla="*/ 73540 w 81921"/>
                <a:gd name="connsiteY3" fmla="*/ 81296 h 98936"/>
                <a:gd name="connsiteX4" fmla="*/ 78046 w 81921"/>
                <a:gd name="connsiteY4" fmla="*/ 68006 h 98936"/>
                <a:gd name="connsiteX5" fmla="*/ 81425 w 81921"/>
                <a:gd name="connsiteY5" fmla="*/ 22130 h 98936"/>
                <a:gd name="connsiteX6" fmla="*/ 76318 w 81921"/>
                <a:gd name="connsiteY6" fmla="*/ 7113 h 98936"/>
                <a:gd name="connsiteX7" fmla="*/ 61298 w 81921"/>
                <a:gd name="connsiteY7" fmla="*/ 1556 h 98936"/>
                <a:gd name="connsiteX8" fmla="*/ 27353 w 81921"/>
                <a:gd name="connsiteY8" fmla="*/ 1106 h 98936"/>
                <a:gd name="connsiteX9" fmla="*/ 1519 w 81921"/>
                <a:gd name="connsiteY9" fmla="*/ 18450 h 98936"/>
                <a:gd name="connsiteX10" fmla="*/ 5875 w 81921"/>
                <a:gd name="connsiteY10" fmla="*/ 54791 h 98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21" h="98936">
                  <a:moveTo>
                    <a:pt x="5875" y="54791"/>
                  </a:moveTo>
                  <a:cubicBezTo>
                    <a:pt x="8804" y="68006"/>
                    <a:pt x="12559" y="82122"/>
                    <a:pt x="22922" y="90982"/>
                  </a:cubicBezTo>
                  <a:cubicBezTo>
                    <a:pt x="36756" y="102823"/>
                    <a:pt x="57566" y="101209"/>
                    <a:pt x="69409" y="87386"/>
                  </a:cubicBezTo>
                  <a:cubicBezTo>
                    <a:pt x="71009" y="85516"/>
                    <a:pt x="72391" y="83474"/>
                    <a:pt x="73540" y="81296"/>
                  </a:cubicBezTo>
                  <a:cubicBezTo>
                    <a:pt x="75613" y="77077"/>
                    <a:pt x="77122" y="72609"/>
                    <a:pt x="78046" y="68006"/>
                  </a:cubicBezTo>
                  <a:cubicBezTo>
                    <a:pt x="81493" y="52974"/>
                    <a:pt x="82634" y="37507"/>
                    <a:pt x="81425" y="22130"/>
                  </a:cubicBezTo>
                  <a:cubicBezTo>
                    <a:pt x="81500" y="16686"/>
                    <a:pt x="79698" y="11385"/>
                    <a:pt x="76318" y="7113"/>
                  </a:cubicBezTo>
                  <a:cubicBezTo>
                    <a:pt x="72053" y="3666"/>
                    <a:pt x="66781" y="1714"/>
                    <a:pt x="61298" y="1556"/>
                  </a:cubicBezTo>
                  <a:cubicBezTo>
                    <a:pt x="50079" y="-396"/>
                    <a:pt x="38618" y="-546"/>
                    <a:pt x="27353" y="1106"/>
                  </a:cubicBezTo>
                  <a:cubicBezTo>
                    <a:pt x="16592" y="2750"/>
                    <a:pt x="7121" y="9110"/>
                    <a:pt x="1519" y="18450"/>
                  </a:cubicBezTo>
                  <a:cubicBezTo>
                    <a:pt x="-2987" y="28362"/>
                    <a:pt x="3547" y="44505"/>
                    <a:pt x="5875" y="54791"/>
                  </a:cubicBezTo>
                  <a:close/>
                </a:path>
              </a:pathLst>
            </a:custGeom>
            <a:solidFill>
              <a:srgbClr val="F0DC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1" name="Content Placeholder 4">
              <a:extLst>
                <a:ext uri="{FF2B5EF4-FFF2-40B4-BE49-F238E27FC236}">
                  <a16:creationId xmlns:a16="http://schemas.microsoft.com/office/drawing/2014/main" id="{89F7AD98-C493-8B9E-658C-082F09C04253}"/>
                </a:ext>
              </a:extLst>
            </p:cNvPr>
            <p:cNvSpPr/>
            <p:nvPr/>
          </p:nvSpPr>
          <p:spPr>
            <a:xfrm>
              <a:off x="4004020" y="1541944"/>
              <a:ext cx="133976" cy="183318"/>
            </a:xfrm>
            <a:custGeom>
              <a:avLst/>
              <a:gdLst>
                <a:gd name="connsiteX0" fmla="*/ 1033 w 133976"/>
                <a:gd name="connsiteY0" fmla="*/ 38394 h 183318"/>
                <a:gd name="connsiteX1" fmla="*/ 6140 w 133976"/>
                <a:gd name="connsiteY1" fmla="*/ 23377 h 183318"/>
                <a:gd name="connsiteX2" fmla="*/ 36630 w 133976"/>
                <a:gd name="connsiteY2" fmla="*/ 2503 h 183318"/>
                <a:gd name="connsiteX3" fmla="*/ 88599 w 133976"/>
                <a:gd name="connsiteY3" fmla="*/ 8435 h 183318"/>
                <a:gd name="connsiteX4" fmla="*/ 116837 w 133976"/>
                <a:gd name="connsiteY4" fmla="*/ 51534 h 183318"/>
                <a:gd name="connsiteX5" fmla="*/ 111730 w 133976"/>
                <a:gd name="connsiteY5" fmla="*/ 82844 h 183318"/>
                <a:gd name="connsiteX6" fmla="*/ 111279 w 133976"/>
                <a:gd name="connsiteY6" fmla="*/ 104994 h 183318"/>
                <a:gd name="connsiteX7" fmla="*/ 131181 w 133976"/>
                <a:gd name="connsiteY7" fmla="*/ 121663 h 183318"/>
                <a:gd name="connsiteX8" fmla="*/ 124797 w 133976"/>
                <a:gd name="connsiteY8" fmla="*/ 146365 h 183318"/>
                <a:gd name="connsiteX9" fmla="*/ 131631 w 133976"/>
                <a:gd name="connsiteY9" fmla="*/ 155976 h 183318"/>
                <a:gd name="connsiteX10" fmla="*/ 126750 w 133976"/>
                <a:gd name="connsiteY10" fmla="*/ 179102 h 183318"/>
                <a:gd name="connsiteX11" fmla="*/ 101967 w 133976"/>
                <a:gd name="connsiteY11" fmla="*/ 180754 h 183318"/>
                <a:gd name="connsiteX12" fmla="*/ 95133 w 133976"/>
                <a:gd name="connsiteY12" fmla="*/ 175648 h 183318"/>
                <a:gd name="connsiteX13" fmla="*/ 91378 w 133976"/>
                <a:gd name="connsiteY13" fmla="*/ 162058 h 183318"/>
                <a:gd name="connsiteX14" fmla="*/ 90552 w 133976"/>
                <a:gd name="connsiteY14" fmla="*/ 126468 h 183318"/>
                <a:gd name="connsiteX15" fmla="*/ 77334 w 133976"/>
                <a:gd name="connsiteY15" fmla="*/ 102066 h 183318"/>
                <a:gd name="connsiteX16" fmla="*/ 82441 w 133976"/>
                <a:gd name="connsiteY16" fmla="*/ 82619 h 183318"/>
                <a:gd name="connsiteX17" fmla="*/ 73654 w 133976"/>
                <a:gd name="connsiteY17" fmla="*/ 69329 h 183318"/>
                <a:gd name="connsiteX18" fmla="*/ 68172 w 133976"/>
                <a:gd name="connsiteY18" fmla="*/ 47554 h 183318"/>
                <a:gd name="connsiteX19" fmla="*/ 54804 w 133976"/>
                <a:gd name="connsiteY19" fmla="*/ 31186 h 183318"/>
                <a:gd name="connsiteX20" fmla="*/ 37381 w 133976"/>
                <a:gd name="connsiteY20" fmla="*/ 34640 h 183318"/>
                <a:gd name="connsiteX21" fmla="*/ 27543 w 133976"/>
                <a:gd name="connsiteY21" fmla="*/ 32838 h 183318"/>
                <a:gd name="connsiteX22" fmla="*/ 18606 w 133976"/>
                <a:gd name="connsiteY22" fmla="*/ 35991 h 183318"/>
                <a:gd name="connsiteX23" fmla="*/ 17705 w 133976"/>
                <a:gd name="connsiteY23" fmla="*/ 42223 h 183318"/>
                <a:gd name="connsiteX24" fmla="*/ 18531 w 133976"/>
                <a:gd name="connsiteY24" fmla="*/ 60018 h 183318"/>
                <a:gd name="connsiteX25" fmla="*/ 13875 w 133976"/>
                <a:gd name="connsiteY25" fmla="*/ 79690 h 183318"/>
                <a:gd name="connsiteX26" fmla="*/ 12072 w 133976"/>
                <a:gd name="connsiteY26" fmla="*/ 82168 h 183318"/>
                <a:gd name="connsiteX27" fmla="*/ 12523 w 133976"/>
                <a:gd name="connsiteY27" fmla="*/ 84571 h 183318"/>
                <a:gd name="connsiteX28" fmla="*/ 14776 w 133976"/>
                <a:gd name="connsiteY28" fmla="*/ 94182 h 183318"/>
                <a:gd name="connsiteX29" fmla="*/ 2084 w 133976"/>
                <a:gd name="connsiteY29" fmla="*/ 67902 h 183318"/>
                <a:gd name="connsiteX30" fmla="*/ -19 w 133976"/>
                <a:gd name="connsiteY30" fmla="*/ 52885 h 183318"/>
                <a:gd name="connsiteX31" fmla="*/ 1033 w 133976"/>
                <a:gd name="connsiteY31" fmla="*/ 38394 h 183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3976" h="183318">
                  <a:moveTo>
                    <a:pt x="1033" y="38394"/>
                  </a:moveTo>
                  <a:cubicBezTo>
                    <a:pt x="1859" y="33130"/>
                    <a:pt x="3586" y="28055"/>
                    <a:pt x="6140" y="23377"/>
                  </a:cubicBezTo>
                  <a:cubicBezTo>
                    <a:pt x="13154" y="12677"/>
                    <a:pt x="24111" y="5176"/>
                    <a:pt x="36630" y="2503"/>
                  </a:cubicBezTo>
                  <a:cubicBezTo>
                    <a:pt x="54068" y="-2325"/>
                    <a:pt x="72701" y="-200"/>
                    <a:pt x="88599" y="8435"/>
                  </a:cubicBezTo>
                  <a:cubicBezTo>
                    <a:pt x="104445" y="17370"/>
                    <a:pt x="114974" y="33438"/>
                    <a:pt x="116837" y="51534"/>
                  </a:cubicBezTo>
                  <a:cubicBezTo>
                    <a:pt x="117160" y="62203"/>
                    <a:pt x="115425" y="72835"/>
                    <a:pt x="111730" y="82844"/>
                  </a:cubicBezTo>
                  <a:cubicBezTo>
                    <a:pt x="109327" y="90352"/>
                    <a:pt x="106773" y="98762"/>
                    <a:pt x="111279" y="104994"/>
                  </a:cubicBezTo>
                  <a:cubicBezTo>
                    <a:pt x="115785" y="111226"/>
                    <a:pt x="129153" y="113028"/>
                    <a:pt x="131181" y="121663"/>
                  </a:cubicBezTo>
                  <a:cubicBezTo>
                    <a:pt x="133209" y="130297"/>
                    <a:pt x="122394" y="137956"/>
                    <a:pt x="124797" y="146365"/>
                  </a:cubicBezTo>
                  <a:cubicBezTo>
                    <a:pt x="125924" y="150195"/>
                    <a:pt x="129454" y="152673"/>
                    <a:pt x="131631" y="155976"/>
                  </a:cubicBezTo>
                  <a:cubicBezTo>
                    <a:pt x="136062" y="163815"/>
                    <a:pt x="133975" y="173726"/>
                    <a:pt x="126750" y="179102"/>
                  </a:cubicBezTo>
                  <a:cubicBezTo>
                    <a:pt x="119368" y="184020"/>
                    <a:pt x="109935" y="184651"/>
                    <a:pt x="101967" y="180754"/>
                  </a:cubicBezTo>
                  <a:cubicBezTo>
                    <a:pt x="99331" y="179590"/>
                    <a:pt x="96995" y="177848"/>
                    <a:pt x="95133" y="175648"/>
                  </a:cubicBezTo>
                  <a:cubicBezTo>
                    <a:pt x="92354" y="171684"/>
                    <a:pt x="91025" y="166886"/>
                    <a:pt x="91378" y="162058"/>
                  </a:cubicBezTo>
                  <a:cubicBezTo>
                    <a:pt x="91378" y="150045"/>
                    <a:pt x="95734" y="137280"/>
                    <a:pt x="90552" y="126468"/>
                  </a:cubicBezTo>
                  <a:cubicBezTo>
                    <a:pt x="86421" y="117983"/>
                    <a:pt x="76733" y="111451"/>
                    <a:pt x="77334" y="102066"/>
                  </a:cubicBezTo>
                  <a:cubicBezTo>
                    <a:pt x="77710" y="95308"/>
                    <a:pt x="83643" y="89301"/>
                    <a:pt x="82441" y="82619"/>
                  </a:cubicBezTo>
                  <a:cubicBezTo>
                    <a:pt x="81540" y="77288"/>
                    <a:pt x="76583" y="73834"/>
                    <a:pt x="73654" y="69329"/>
                  </a:cubicBezTo>
                  <a:cubicBezTo>
                    <a:pt x="70440" y="62488"/>
                    <a:pt x="68578" y="55100"/>
                    <a:pt x="68172" y="47554"/>
                  </a:cubicBezTo>
                  <a:cubicBezTo>
                    <a:pt x="66670" y="40046"/>
                    <a:pt x="62314" y="32087"/>
                    <a:pt x="54804" y="31186"/>
                  </a:cubicBezTo>
                  <a:cubicBezTo>
                    <a:pt x="48871" y="30435"/>
                    <a:pt x="43389" y="34640"/>
                    <a:pt x="37381" y="34640"/>
                  </a:cubicBezTo>
                  <a:cubicBezTo>
                    <a:pt x="34062" y="34294"/>
                    <a:pt x="30772" y="33694"/>
                    <a:pt x="27543" y="32838"/>
                  </a:cubicBezTo>
                  <a:cubicBezTo>
                    <a:pt x="24209" y="32072"/>
                    <a:pt x="20724" y="33303"/>
                    <a:pt x="18606" y="35991"/>
                  </a:cubicBezTo>
                  <a:cubicBezTo>
                    <a:pt x="17705" y="37936"/>
                    <a:pt x="17390" y="40106"/>
                    <a:pt x="17705" y="42223"/>
                  </a:cubicBezTo>
                  <a:lnTo>
                    <a:pt x="18531" y="60018"/>
                  </a:lnTo>
                  <a:cubicBezTo>
                    <a:pt x="19755" y="66933"/>
                    <a:pt x="18065" y="74051"/>
                    <a:pt x="13875" y="79690"/>
                  </a:cubicBezTo>
                  <a:cubicBezTo>
                    <a:pt x="13041" y="80321"/>
                    <a:pt x="12418" y="81185"/>
                    <a:pt x="12072" y="82168"/>
                  </a:cubicBezTo>
                  <a:cubicBezTo>
                    <a:pt x="12005" y="82994"/>
                    <a:pt x="12155" y="83827"/>
                    <a:pt x="12523" y="84571"/>
                  </a:cubicBezTo>
                  <a:cubicBezTo>
                    <a:pt x="13650" y="87199"/>
                    <a:pt x="16503" y="91404"/>
                    <a:pt x="14776" y="94182"/>
                  </a:cubicBezTo>
                  <a:cubicBezTo>
                    <a:pt x="8167" y="86786"/>
                    <a:pt x="3766" y="77678"/>
                    <a:pt x="2084" y="67902"/>
                  </a:cubicBezTo>
                  <a:cubicBezTo>
                    <a:pt x="883" y="62977"/>
                    <a:pt x="177" y="57946"/>
                    <a:pt x="-19" y="52885"/>
                  </a:cubicBezTo>
                  <a:cubicBezTo>
                    <a:pt x="-169" y="48080"/>
                    <a:pt x="1333" y="43049"/>
                    <a:pt x="1033" y="38394"/>
                  </a:cubicBezTo>
                  <a:close/>
                </a:path>
              </a:pathLst>
            </a:custGeom>
            <a:solidFill>
              <a:srgbClr val="D7C68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92" name="Group 591">
            <a:extLst>
              <a:ext uri="{FF2B5EF4-FFF2-40B4-BE49-F238E27FC236}">
                <a16:creationId xmlns:a16="http://schemas.microsoft.com/office/drawing/2014/main" id="{703A918A-A731-B7B9-FB00-A0046D6E2098}"/>
              </a:ext>
            </a:extLst>
          </p:cNvPr>
          <p:cNvGrpSpPr/>
          <p:nvPr userDrawn="1"/>
        </p:nvGrpSpPr>
        <p:grpSpPr>
          <a:xfrm>
            <a:off x="10277434" y="546346"/>
            <a:ext cx="1108569" cy="3053419"/>
            <a:chOff x="4527550" y="1561822"/>
            <a:chExt cx="1108569" cy="3053419"/>
          </a:xfrm>
        </p:grpSpPr>
        <p:sp>
          <p:nvSpPr>
            <p:cNvPr id="593" name="Content Placeholder 4">
              <a:extLst>
                <a:ext uri="{FF2B5EF4-FFF2-40B4-BE49-F238E27FC236}">
                  <a16:creationId xmlns:a16="http://schemas.microsoft.com/office/drawing/2014/main" id="{7056BC93-97D3-BFD5-60F0-670FBCD6FB70}"/>
                </a:ext>
              </a:extLst>
            </p:cNvPr>
            <p:cNvSpPr/>
            <p:nvPr/>
          </p:nvSpPr>
          <p:spPr>
            <a:xfrm>
              <a:off x="4527550" y="4462316"/>
              <a:ext cx="1108569" cy="152925"/>
            </a:xfrm>
            <a:custGeom>
              <a:avLst/>
              <a:gdLst>
                <a:gd name="connsiteX0" fmla="*/ 905003 w 1108569"/>
                <a:gd name="connsiteY0" fmla="*/ 152789 h 152925"/>
                <a:gd name="connsiteX1" fmla="*/ 1092377 w 1108569"/>
                <a:gd name="connsiteY1" fmla="*/ 104660 h 152925"/>
                <a:gd name="connsiteX2" fmla="*/ 1108524 w 1108569"/>
                <a:gd name="connsiteY2" fmla="*/ 66366 h 152925"/>
                <a:gd name="connsiteX3" fmla="*/ 1030795 w 1108569"/>
                <a:gd name="connsiteY3" fmla="*/ 18387 h 152925"/>
                <a:gd name="connsiteX4" fmla="*/ 438332 w 1108569"/>
                <a:gd name="connsiteY4" fmla="*/ 12080 h 152925"/>
                <a:gd name="connsiteX5" fmla="*/ 72520 w 1108569"/>
                <a:gd name="connsiteY5" fmla="*/ 60285 h 152925"/>
                <a:gd name="connsiteX6" fmla="*/ 39852 w 1108569"/>
                <a:gd name="connsiteY6" fmla="*/ 143554 h 152925"/>
                <a:gd name="connsiteX7" fmla="*/ 308259 w 1108569"/>
                <a:gd name="connsiteY7" fmla="*/ 145280 h 152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08569" h="152925">
                  <a:moveTo>
                    <a:pt x="905003" y="152789"/>
                  </a:moveTo>
                  <a:cubicBezTo>
                    <a:pt x="972593" y="153615"/>
                    <a:pt x="1049420" y="150761"/>
                    <a:pt x="1092377" y="104660"/>
                  </a:cubicBezTo>
                  <a:cubicBezTo>
                    <a:pt x="1103019" y="94816"/>
                    <a:pt x="1108899" y="80858"/>
                    <a:pt x="1108524" y="66366"/>
                  </a:cubicBezTo>
                  <a:cubicBezTo>
                    <a:pt x="1105069" y="36333"/>
                    <a:pt x="1064365" y="23343"/>
                    <a:pt x="1030795" y="18387"/>
                  </a:cubicBezTo>
                  <a:cubicBezTo>
                    <a:pt x="835536" y="-10745"/>
                    <a:pt x="635920" y="667"/>
                    <a:pt x="438332" y="12080"/>
                  </a:cubicBezTo>
                  <a:cubicBezTo>
                    <a:pt x="315018" y="19589"/>
                    <a:pt x="190502" y="26647"/>
                    <a:pt x="72520" y="60285"/>
                  </a:cubicBezTo>
                  <a:cubicBezTo>
                    <a:pt x="11164" y="77779"/>
                    <a:pt x="-37576" y="123356"/>
                    <a:pt x="39852" y="143554"/>
                  </a:cubicBezTo>
                  <a:cubicBezTo>
                    <a:pt x="114952" y="163000"/>
                    <a:pt x="229629" y="144304"/>
                    <a:pt x="308259" y="145280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4" name="Content Placeholder 4">
              <a:extLst>
                <a:ext uri="{FF2B5EF4-FFF2-40B4-BE49-F238E27FC236}">
                  <a16:creationId xmlns:a16="http://schemas.microsoft.com/office/drawing/2014/main" id="{79D472EA-E2FA-9D78-CEBD-3C9CE5ABBD06}"/>
                </a:ext>
              </a:extLst>
            </p:cNvPr>
            <p:cNvSpPr/>
            <p:nvPr/>
          </p:nvSpPr>
          <p:spPr>
            <a:xfrm>
              <a:off x="5188002" y="2021801"/>
              <a:ext cx="372110" cy="350645"/>
            </a:xfrm>
            <a:custGeom>
              <a:avLst/>
              <a:gdLst>
                <a:gd name="connsiteX0" fmla="*/ 12867 w 372110"/>
                <a:gd name="connsiteY0" fmla="*/ 17679 h 350645"/>
                <a:gd name="connsiteX1" fmla="*/ 47638 w 372110"/>
                <a:gd name="connsiteY1" fmla="*/ 185 h 350645"/>
                <a:gd name="connsiteX2" fmla="*/ 80382 w 372110"/>
                <a:gd name="connsiteY2" fmla="*/ 18280 h 350645"/>
                <a:gd name="connsiteX3" fmla="*/ 141964 w 372110"/>
                <a:gd name="connsiteY3" fmla="*/ 78348 h 350645"/>
                <a:gd name="connsiteX4" fmla="*/ 218040 w 372110"/>
                <a:gd name="connsiteY4" fmla="*/ 138415 h 350645"/>
                <a:gd name="connsiteX5" fmla="*/ 343832 w 372110"/>
                <a:gd name="connsiteY5" fmla="*/ 249766 h 350645"/>
                <a:gd name="connsiteX6" fmla="*/ 369667 w 372110"/>
                <a:gd name="connsiteY6" fmla="*/ 286031 h 350645"/>
                <a:gd name="connsiteX7" fmla="*/ 346085 w 372110"/>
                <a:gd name="connsiteY7" fmla="*/ 344372 h 350645"/>
                <a:gd name="connsiteX8" fmla="*/ 278495 w 372110"/>
                <a:gd name="connsiteY8" fmla="*/ 341894 h 350645"/>
                <a:gd name="connsiteX9" fmla="*/ 216913 w 372110"/>
                <a:gd name="connsiteY9" fmla="*/ 300898 h 350645"/>
                <a:gd name="connsiteX10" fmla="*/ 26235 w 372110"/>
                <a:gd name="connsiteY10" fmla="*/ 118368 h 350645"/>
                <a:gd name="connsiteX11" fmla="*/ 12867 w 372110"/>
                <a:gd name="connsiteY11" fmla="*/ 17679 h 350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2110" h="350645">
                  <a:moveTo>
                    <a:pt x="12867" y="17679"/>
                  </a:moveTo>
                  <a:cubicBezTo>
                    <a:pt x="19986" y="5493"/>
                    <a:pt x="33609" y="-1355"/>
                    <a:pt x="47638" y="185"/>
                  </a:cubicBezTo>
                  <a:cubicBezTo>
                    <a:pt x="60037" y="3015"/>
                    <a:pt x="71385" y="9285"/>
                    <a:pt x="80382" y="18280"/>
                  </a:cubicBezTo>
                  <a:cubicBezTo>
                    <a:pt x="101935" y="36901"/>
                    <a:pt x="120936" y="58675"/>
                    <a:pt x="141964" y="78348"/>
                  </a:cubicBezTo>
                  <a:cubicBezTo>
                    <a:pt x="165921" y="100272"/>
                    <a:pt x="192431" y="118818"/>
                    <a:pt x="218040" y="138415"/>
                  </a:cubicBezTo>
                  <a:cubicBezTo>
                    <a:pt x="262597" y="172451"/>
                    <a:pt x="304637" y="209670"/>
                    <a:pt x="343832" y="249766"/>
                  </a:cubicBezTo>
                  <a:cubicBezTo>
                    <a:pt x="355015" y="259804"/>
                    <a:pt x="363831" y="272186"/>
                    <a:pt x="369667" y="286031"/>
                  </a:cubicBezTo>
                  <a:cubicBezTo>
                    <a:pt x="377034" y="308624"/>
                    <a:pt x="367083" y="333245"/>
                    <a:pt x="346085" y="344372"/>
                  </a:cubicBezTo>
                  <a:cubicBezTo>
                    <a:pt x="326334" y="354358"/>
                    <a:pt x="301025" y="351505"/>
                    <a:pt x="278495" y="341894"/>
                  </a:cubicBezTo>
                  <a:cubicBezTo>
                    <a:pt x="256153" y="331172"/>
                    <a:pt x="235426" y="317372"/>
                    <a:pt x="216913" y="300898"/>
                  </a:cubicBezTo>
                  <a:cubicBezTo>
                    <a:pt x="148865" y="244923"/>
                    <a:pt x="85128" y="183901"/>
                    <a:pt x="26235" y="118368"/>
                  </a:cubicBezTo>
                  <a:cubicBezTo>
                    <a:pt x="-3205" y="85631"/>
                    <a:pt x="-8236" y="51467"/>
                    <a:pt x="12867" y="17679"/>
                  </a:cubicBezTo>
                  <a:close/>
                </a:path>
              </a:pathLst>
            </a:custGeom>
            <a:solidFill>
              <a:srgbClr val="DDE0D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5" name="Content Placeholder 4">
              <a:extLst>
                <a:ext uri="{FF2B5EF4-FFF2-40B4-BE49-F238E27FC236}">
                  <a16:creationId xmlns:a16="http://schemas.microsoft.com/office/drawing/2014/main" id="{4927635E-30DA-4253-DB6A-A9E60BB97E45}"/>
                </a:ext>
              </a:extLst>
            </p:cNvPr>
            <p:cNvSpPr/>
            <p:nvPr/>
          </p:nvSpPr>
          <p:spPr>
            <a:xfrm>
              <a:off x="5342999" y="1986913"/>
              <a:ext cx="218807" cy="396739"/>
            </a:xfrm>
            <a:custGeom>
              <a:avLst/>
              <a:gdLst>
                <a:gd name="connsiteX0" fmla="*/ 217599 w 218807"/>
                <a:gd name="connsiteY0" fmla="*/ 352980 h 396739"/>
                <a:gd name="connsiteX1" fmla="*/ 102846 w 218807"/>
                <a:gd name="connsiteY1" fmla="*/ 356434 h 396739"/>
                <a:gd name="connsiteX2" fmla="*/ 87000 w 218807"/>
                <a:gd name="connsiteY2" fmla="*/ 294714 h 396739"/>
                <a:gd name="connsiteX3" fmla="*/ 3189 w 218807"/>
                <a:gd name="connsiteY3" fmla="*/ 45434 h 396739"/>
                <a:gd name="connsiteX4" fmla="*/ 2663 w 218807"/>
                <a:gd name="connsiteY4" fmla="*/ 25086 h 396739"/>
                <a:gd name="connsiteX5" fmla="*/ 11299 w 218807"/>
                <a:gd name="connsiteY5" fmla="*/ 19830 h 396739"/>
                <a:gd name="connsiteX6" fmla="*/ 53280 w 218807"/>
                <a:gd name="connsiteY6" fmla="*/ 2185 h 396739"/>
                <a:gd name="connsiteX7" fmla="*/ 64320 w 218807"/>
                <a:gd name="connsiteY7" fmla="*/ 158 h 396739"/>
                <a:gd name="connsiteX8" fmla="*/ 72581 w 218807"/>
                <a:gd name="connsiteY8" fmla="*/ 7666 h 396739"/>
                <a:gd name="connsiteX9" fmla="*/ 155191 w 218807"/>
                <a:gd name="connsiteY9" fmla="*/ 151003 h 396739"/>
                <a:gd name="connsiteX10" fmla="*/ 217599 w 218807"/>
                <a:gd name="connsiteY10" fmla="*/ 352980 h 396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8807" h="396739">
                  <a:moveTo>
                    <a:pt x="217599" y="352980"/>
                  </a:moveTo>
                  <a:cubicBezTo>
                    <a:pt x="210089" y="414925"/>
                    <a:pt x="126653" y="406440"/>
                    <a:pt x="102846" y="356434"/>
                  </a:cubicBezTo>
                  <a:cubicBezTo>
                    <a:pt x="93609" y="336987"/>
                    <a:pt x="90830" y="315588"/>
                    <a:pt x="87000" y="294714"/>
                  </a:cubicBezTo>
                  <a:cubicBezTo>
                    <a:pt x="71379" y="208818"/>
                    <a:pt x="36909" y="126901"/>
                    <a:pt x="3189" y="45434"/>
                  </a:cubicBezTo>
                  <a:cubicBezTo>
                    <a:pt x="410" y="38751"/>
                    <a:pt x="-2143" y="30417"/>
                    <a:pt x="2663" y="25086"/>
                  </a:cubicBezTo>
                  <a:cubicBezTo>
                    <a:pt x="5126" y="22728"/>
                    <a:pt x="8070" y="20934"/>
                    <a:pt x="11299" y="19830"/>
                  </a:cubicBezTo>
                  <a:lnTo>
                    <a:pt x="53280" y="2185"/>
                  </a:lnTo>
                  <a:cubicBezTo>
                    <a:pt x="56637" y="308"/>
                    <a:pt x="60520" y="-405"/>
                    <a:pt x="64320" y="158"/>
                  </a:cubicBezTo>
                  <a:cubicBezTo>
                    <a:pt x="67902" y="1562"/>
                    <a:pt x="70839" y="4235"/>
                    <a:pt x="72581" y="7666"/>
                  </a:cubicBezTo>
                  <a:cubicBezTo>
                    <a:pt x="103297" y="53843"/>
                    <a:pt x="129281" y="102423"/>
                    <a:pt x="155191" y="151003"/>
                  </a:cubicBezTo>
                  <a:cubicBezTo>
                    <a:pt x="187784" y="212046"/>
                    <a:pt x="226010" y="282701"/>
                    <a:pt x="217599" y="352980"/>
                  </a:cubicBezTo>
                  <a:close/>
                </a:path>
              </a:pathLst>
            </a:custGeom>
            <a:solidFill>
              <a:srgbClr val="DDE0D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6" name="Content Placeholder 4">
              <a:extLst>
                <a:ext uri="{FF2B5EF4-FFF2-40B4-BE49-F238E27FC236}">
                  <a16:creationId xmlns:a16="http://schemas.microsoft.com/office/drawing/2014/main" id="{B1A223C3-D510-317C-7114-6F255B86AF08}"/>
                </a:ext>
              </a:extLst>
            </p:cNvPr>
            <p:cNvSpPr/>
            <p:nvPr/>
          </p:nvSpPr>
          <p:spPr>
            <a:xfrm>
              <a:off x="5301682" y="1863633"/>
              <a:ext cx="103896" cy="149213"/>
            </a:xfrm>
            <a:custGeom>
              <a:avLst/>
              <a:gdLst>
                <a:gd name="connsiteX0" fmla="*/ 12889 w 103896"/>
                <a:gd name="connsiteY0" fmla="*/ 104217 h 149213"/>
                <a:gd name="connsiteX1" fmla="*/ 7031 w 103896"/>
                <a:gd name="connsiteY1" fmla="*/ 94906 h 149213"/>
                <a:gd name="connsiteX2" fmla="*/ 11011 w 103896"/>
                <a:gd name="connsiteY2" fmla="*/ 85596 h 149213"/>
                <a:gd name="connsiteX3" fmla="*/ 14991 w 103896"/>
                <a:gd name="connsiteY3" fmla="*/ 83493 h 149213"/>
                <a:gd name="connsiteX4" fmla="*/ 14616 w 103896"/>
                <a:gd name="connsiteY4" fmla="*/ 79889 h 149213"/>
                <a:gd name="connsiteX5" fmla="*/ 6355 w 103896"/>
                <a:gd name="connsiteY5" fmla="*/ 60442 h 149213"/>
                <a:gd name="connsiteX6" fmla="*/ -29 w 103896"/>
                <a:gd name="connsiteY6" fmla="*/ 39569 h 149213"/>
                <a:gd name="connsiteX7" fmla="*/ 35418 w 103896"/>
                <a:gd name="connsiteY7" fmla="*/ 149 h 149213"/>
                <a:gd name="connsiteX8" fmla="*/ 83332 w 103896"/>
                <a:gd name="connsiteY8" fmla="*/ 28306 h 149213"/>
                <a:gd name="connsiteX9" fmla="*/ 88815 w 103896"/>
                <a:gd name="connsiteY9" fmla="*/ 53910 h 149213"/>
                <a:gd name="connsiteX10" fmla="*/ 103835 w 103896"/>
                <a:gd name="connsiteY10" fmla="*/ 132599 h 149213"/>
                <a:gd name="connsiteX11" fmla="*/ 51265 w 103896"/>
                <a:gd name="connsiteY11" fmla="*/ 148516 h 149213"/>
                <a:gd name="connsiteX12" fmla="*/ 36245 w 103896"/>
                <a:gd name="connsiteY12" fmla="*/ 132298 h 149213"/>
                <a:gd name="connsiteX13" fmla="*/ 12889 w 103896"/>
                <a:gd name="connsiteY13" fmla="*/ 104217 h 149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3896" h="149213">
                  <a:moveTo>
                    <a:pt x="12889" y="104217"/>
                  </a:moveTo>
                  <a:cubicBezTo>
                    <a:pt x="10230" y="101619"/>
                    <a:pt x="8225" y="98428"/>
                    <a:pt x="7031" y="94906"/>
                  </a:cubicBezTo>
                  <a:cubicBezTo>
                    <a:pt x="5987" y="91249"/>
                    <a:pt x="7647" y="87368"/>
                    <a:pt x="11011" y="85596"/>
                  </a:cubicBezTo>
                  <a:cubicBezTo>
                    <a:pt x="12438" y="84995"/>
                    <a:pt x="14240" y="84770"/>
                    <a:pt x="14991" y="83493"/>
                  </a:cubicBezTo>
                  <a:cubicBezTo>
                    <a:pt x="15397" y="82292"/>
                    <a:pt x="15262" y="80978"/>
                    <a:pt x="14616" y="79889"/>
                  </a:cubicBezTo>
                  <a:cubicBezTo>
                    <a:pt x="11837" y="73432"/>
                    <a:pt x="9059" y="66975"/>
                    <a:pt x="6355" y="60442"/>
                  </a:cubicBezTo>
                  <a:cubicBezTo>
                    <a:pt x="3110" y="53880"/>
                    <a:pt x="955" y="46829"/>
                    <a:pt x="-29" y="39569"/>
                  </a:cubicBezTo>
                  <a:cubicBezTo>
                    <a:pt x="-134" y="19258"/>
                    <a:pt x="15209" y="2199"/>
                    <a:pt x="35418" y="149"/>
                  </a:cubicBezTo>
                  <a:cubicBezTo>
                    <a:pt x="55756" y="-1608"/>
                    <a:pt x="74974" y="9685"/>
                    <a:pt x="83332" y="28306"/>
                  </a:cubicBezTo>
                  <a:cubicBezTo>
                    <a:pt x="86329" y="36550"/>
                    <a:pt x="88169" y="45163"/>
                    <a:pt x="88815" y="53910"/>
                  </a:cubicBezTo>
                  <a:cubicBezTo>
                    <a:pt x="92134" y="80437"/>
                    <a:pt x="97151" y="106717"/>
                    <a:pt x="103835" y="132599"/>
                  </a:cubicBezTo>
                  <a:cubicBezTo>
                    <a:pt x="105262" y="138155"/>
                    <a:pt x="58775" y="152421"/>
                    <a:pt x="51265" y="148516"/>
                  </a:cubicBezTo>
                  <a:cubicBezTo>
                    <a:pt x="45332" y="145363"/>
                    <a:pt x="40676" y="137104"/>
                    <a:pt x="36245" y="132298"/>
                  </a:cubicBezTo>
                  <a:cubicBezTo>
                    <a:pt x="28960" y="122913"/>
                    <a:pt x="20849" y="113602"/>
                    <a:pt x="12889" y="104217"/>
                  </a:cubicBezTo>
                  <a:close/>
                </a:path>
              </a:pathLst>
            </a:custGeom>
            <a:solidFill>
              <a:srgbClr val="F0E3D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7" name="Content Placeholder 4">
              <a:extLst>
                <a:ext uri="{FF2B5EF4-FFF2-40B4-BE49-F238E27FC236}">
                  <a16:creationId xmlns:a16="http://schemas.microsoft.com/office/drawing/2014/main" id="{BDDA1058-267E-8C27-E76C-69586C081D19}"/>
                </a:ext>
              </a:extLst>
            </p:cNvPr>
            <p:cNvSpPr/>
            <p:nvPr/>
          </p:nvSpPr>
          <p:spPr>
            <a:xfrm>
              <a:off x="5241460" y="1786838"/>
              <a:ext cx="147125" cy="205478"/>
            </a:xfrm>
            <a:custGeom>
              <a:avLst/>
              <a:gdLst>
                <a:gd name="connsiteX0" fmla="*/ 1465 w 147125"/>
                <a:gd name="connsiteY0" fmla="*/ 48337 h 205478"/>
                <a:gd name="connsiteX1" fmla="*/ 864 w 147125"/>
                <a:gd name="connsiteY1" fmla="*/ 31443 h 205478"/>
                <a:gd name="connsiteX2" fmla="*/ 15884 w 147125"/>
                <a:gd name="connsiteY2" fmla="*/ 21156 h 205478"/>
                <a:gd name="connsiteX3" fmla="*/ 60418 w 147125"/>
                <a:gd name="connsiteY3" fmla="*/ 1559 h 205478"/>
                <a:gd name="connsiteX4" fmla="*/ 74237 w 147125"/>
                <a:gd name="connsiteY4" fmla="*/ 808 h 205478"/>
                <a:gd name="connsiteX5" fmla="*/ 88656 w 147125"/>
                <a:gd name="connsiteY5" fmla="*/ 20631 h 205478"/>
                <a:gd name="connsiteX6" fmla="*/ 143554 w 147125"/>
                <a:gd name="connsiteY6" fmla="*/ 150752 h 205478"/>
                <a:gd name="connsiteX7" fmla="*/ 147084 w 147125"/>
                <a:gd name="connsiteY7" fmla="*/ 163742 h 205478"/>
                <a:gd name="connsiteX8" fmla="*/ 145507 w 147125"/>
                <a:gd name="connsiteY8" fmla="*/ 172151 h 205478"/>
                <a:gd name="connsiteX9" fmla="*/ 114490 w 147125"/>
                <a:gd name="connsiteY9" fmla="*/ 192950 h 205478"/>
                <a:gd name="connsiteX10" fmla="*/ 98494 w 147125"/>
                <a:gd name="connsiteY10" fmla="*/ 199107 h 205478"/>
                <a:gd name="connsiteX11" fmla="*/ 80996 w 147125"/>
                <a:gd name="connsiteY11" fmla="*/ 204363 h 205478"/>
                <a:gd name="connsiteX12" fmla="*/ 71383 w 147125"/>
                <a:gd name="connsiteY12" fmla="*/ 204963 h 205478"/>
                <a:gd name="connsiteX13" fmla="*/ 58691 w 147125"/>
                <a:gd name="connsiteY13" fmla="*/ 186492 h 205478"/>
                <a:gd name="connsiteX14" fmla="*/ 50130 w 147125"/>
                <a:gd name="connsiteY14" fmla="*/ 167496 h 205478"/>
                <a:gd name="connsiteX15" fmla="*/ 18888 w 147125"/>
                <a:gd name="connsiteY15" fmla="*/ 92412 h 205478"/>
                <a:gd name="connsiteX16" fmla="*/ 1465 w 147125"/>
                <a:gd name="connsiteY16" fmla="*/ 48337 h 205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7125" h="205478">
                  <a:moveTo>
                    <a:pt x="1465" y="48337"/>
                  </a:moveTo>
                  <a:cubicBezTo>
                    <a:pt x="-300" y="42871"/>
                    <a:pt x="-503" y="37022"/>
                    <a:pt x="864" y="31443"/>
                  </a:cubicBezTo>
                  <a:cubicBezTo>
                    <a:pt x="2742" y="25887"/>
                    <a:pt x="11378" y="23934"/>
                    <a:pt x="15884" y="21156"/>
                  </a:cubicBezTo>
                  <a:cubicBezTo>
                    <a:pt x="29920" y="12919"/>
                    <a:pt x="44865" y="6350"/>
                    <a:pt x="60418" y="1559"/>
                  </a:cubicBezTo>
                  <a:cubicBezTo>
                    <a:pt x="64804" y="-258"/>
                    <a:pt x="69678" y="-528"/>
                    <a:pt x="74237" y="808"/>
                  </a:cubicBezTo>
                  <a:cubicBezTo>
                    <a:pt x="81747" y="3662"/>
                    <a:pt x="85577" y="12672"/>
                    <a:pt x="88656" y="20631"/>
                  </a:cubicBezTo>
                  <a:cubicBezTo>
                    <a:pt x="105478" y="64780"/>
                    <a:pt x="124253" y="107654"/>
                    <a:pt x="143554" y="150752"/>
                  </a:cubicBezTo>
                  <a:cubicBezTo>
                    <a:pt x="145349" y="154889"/>
                    <a:pt x="146535" y="159267"/>
                    <a:pt x="147084" y="163742"/>
                  </a:cubicBezTo>
                  <a:cubicBezTo>
                    <a:pt x="147189" y="166625"/>
                    <a:pt x="146648" y="169501"/>
                    <a:pt x="145507" y="172151"/>
                  </a:cubicBezTo>
                  <a:cubicBezTo>
                    <a:pt x="140400" y="184540"/>
                    <a:pt x="125755" y="187694"/>
                    <a:pt x="114490" y="192950"/>
                  </a:cubicBezTo>
                  <a:cubicBezTo>
                    <a:pt x="109384" y="195548"/>
                    <a:pt x="104029" y="197612"/>
                    <a:pt x="98494" y="199107"/>
                  </a:cubicBezTo>
                  <a:cubicBezTo>
                    <a:pt x="92756" y="201156"/>
                    <a:pt x="86914" y="202906"/>
                    <a:pt x="80996" y="204363"/>
                  </a:cubicBezTo>
                  <a:cubicBezTo>
                    <a:pt x="77316" y="204813"/>
                    <a:pt x="73486" y="206165"/>
                    <a:pt x="71383" y="204963"/>
                  </a:cubicBezTo>
                  <a:cubicBezTo>
                    <a:pt x="66073" y="199617"/>
                    <a:pt x="61778" y="193363"/>
                    <a:pt x="58691" y="186492"/>
                  </a:cubicBezTo>
                  <a:cubicBezTo>
                    <a:pt x="55987" y="180110"/>
                    <a:pt x="53059" y="173803"/>
                    <a:pt x="50130" y="167496"/>
                  </a:cubicBezTo>
                  <a:cubicBezTo>
                    <a:pt x="38489" y="142643"/>
                    <a:pt x="29177" y="118090"/>
                    <a:pt x="18888" y="92412"/>
                  </a:cubicBezTo>
                  <a:cubicBezTo>
                    <a:pt x="11994" y="78176"/>
                    <a:pt x="6166" y="63444"/>
                    <a:pt x="1465" y="48337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8" name="Content Placeholder 4">
              <a:extLst>
                <a:ext uri="{FF2B5EF4-FFF2-40B4-BE49-F238E27FC236}">
                  <a16:creationId xmlns:a16="http://schemas.microsoft.com/office/drawing/2014/main" id="{AB2BF276-35B1-39D8-3CED-EA677B333ECD}"/>
                </a:ext>
              </a:extLst>
            </p:cNvPr>
            <p:cNvSpPr/>
            <p:nvPr/>
          </p:nvSpPr>
          <p:spPr>
            <a:xfrm>
              <a:off x="5249798" y="1800617"/>
              <a:ext cx="126008" cy="167435"/>
            </a:xfrm>
            <a:custGeom>
              <a:avLst/>
              <a:gdLst>
                <a:gd name="connsiteX0" fmla="*/ 1013 w 126008"/>
                <a:gd name="connsiteY0" fmla="*/ 41841 h 167435"/>
                <a:gd name="connsiteX1" fmla="*/ 1013 w 126008"/>
                <a:gd name="connsiteY1" fmla="*/ 28025 h 167435"/>
                <a:gd name="connsiteX2" fmla="*/ 14906 w 126008"/>
                <a:gd name="connsiteY2" fmla="*/ 19165 h 167435"/>
                <a:gd name="connsiteX3" fmla="*/ 55010 w 126008"/>
                <a:gd name="connsiteY3" fmla="*/ 1596 h 167435"/>
                <a:gd name="connsiteX4" fmla="*/ 67326 w 126008"/>
                <a:gd name="connsiteY4" fmla="*/ 469 h 167435"/>
                <a:gd name="connsiteX5" fmla="*/ 79342 w 126008"/>
                <a:gd name="connsiteY5" fmla="*/ 16087 h 167435"/>
                <a:gd name="connsiteX6" fmla="*/ 123275 w 126008"/>
                <a:gd name="connsiteY6" fmla="*/ 120304 h 167435"/>
                <a:gd name="connsiteX7" fmla="*/ 125979 w 126008"/>
                <a:gd name="connsiteY7" fmla="*/ 130741 h 167435"/>
                <a:gd name="connsiteX8" fmla="*/ 124252 w 126008"/>
                <a:gd name="connsiteY8" fmla="*/ 137649 h 167435"/>
                <a:gd name="connsiteX9" fmla="*/ 96014 w 126008"/>
                <a:gd name="connsiteY9" fmla="*/ 155744 h 167435"/>
                <a:gd name="connsiteX10" fmla="*/ 81670 w 126008"/>
                <a:gd name="connsiteY10" fmla="*/ 161300 h 167435"/>
                <a:gd name="connsiteX11" fmla="*/ 65974 w 126008"/>
                <a:gd name="connsiteY11" fmla="*/ 166181 h 167435"/>
                <a:gd name="connsiteX12" fmla="*/ 57413 w 126008"/>
                <a:gd name="connsiteY12" fmla="*/ 167082 h 167435"/>
                <a:gd name="connsiteX13" fmla="*/ 46899 w 126008"/>
                <a:gd name="connsiteY13" fmla="*/ 152441 h 167435"/>
                <a:gd name="connsiteX14" fmla="*/ 39990 w 126008"/>
                <a:gd name="connsiteY14" fmla="*/ 137424 h 167435"/>
                <a:gd name="connsiteX15" fmla="*/ 14981 w 126008"/>
                <a:gd name="connsiteY15" fmla="*/ 77356 h 167435"/>
                <a:gd name="connsiteX16" fmla="*/ 1013 w 126008"/>
                <a:gd name="connsiteY16" fmla="*/ 41841 h 167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6008" h="167435">
                  <a:moveTo>
                    <a:pt x="1013" y="41841"/>
                  </a:moveTo>
                  <a:cubicBezTo>
                    <a:pt x="-377" y="37343"/>
                    <a:pt x="-377" y="32523"/>
                    <a:pt x="1013" y="28025"/>
                  </a:cubicBezTo>
                  <a:cubicBezTo>
                    <a:pt x="2890" y="23445"/>
                    <a:pt x="10626" y="21568"/>
                    <a:pt x="14906" y="19165"/>
                  </a:cubicBezTo>
                  <a:cubicBezTo>
                    <a:pt x="27628" y="11935"/>
                    <a:pt x="41071" y="6048"/>
                    <a:pt x="55010" y="1596"/>
                  </a:cubicBezTo>
                  <a:cubicBezTo>
                    <a:pt x="58892" y="-79"/>
                    <a:pt x="63203" y="-469"/>
                    <a:pt x="67326" y="469"/>
                  </a:cubicBezTo>
                  <a:cubicBezTo>
                    <a:pt x="73709" y="2572"/>
                    <a:pt x="76939" y="9705"/>
                    <a:pt x="79342" y="16087"/>
                  </a:cubicBezTo>
                  <a:cubicBezTo>
                    <a:pt x="92710" y="51452"/>
                    <a:pt x="107730" y="85765"/>
                    <a:pt x="123275" y="120304"/>
                  </a:cubicBezTo>
                  <a:cubicBezTo>
                    <a:pt x="124778" y="123601"/>
                    <a:pt x="125694" y="127129"/>
                    <a:pt x="125979" y="130741"/>
                  </a:cubicBezTo>
                  <a:cubicBezTo>
                    <a:pt x="125964" y="133151"/>
                    <a:pt x="125371" y="135516"/>
                    <a:pt x="124252" y="137649"/>
                  </a:cubicBezTo>
                  <a:cubicBezTo>
                    <a:pt x="119295" y="147935"/>
                    <a:pt x="106228" y="151014"/>
                    <a:pt x="96014" y="155744"/>
                  </a:cubicBezTo>
                  <a:cubicBezTo>
                    <a:pt x="91403" y="158004"/>
                    <a:pt x="86604" y="159859"/>
                    <a:pt x="81670" y="161300"/>
                  </a:cubicBezTo>
                  <a:cubicBezTo>
                    <a:pt x="76563" y="162652"/>
                    <a:pt x="71081" y="165355"/>
                    <a:pt x="65974" y="166181"/>
                  </a:cubicBezTo>
                  <a:cubicBezTo>
                    <a:pt x="62745" y="166782"/>
                    <a:pt x="58990" y="167983"/>
                    <a:pt x="57413" y="167082"/>
                  </a:cubicBezTo>
                  <a:cubicBezTo>
                    <a:pt x="52959" y="162960"/>
                    <a:pt x="49385" y="157982"/>
                    <a:pt x="46899" y="152441"/>
                  </a:cubicBezTo>
                  <a:cubicBezTo>
                    <a:pt x="44721" y="147335"/>
                    <a:pt x="42393" y="142304"/>
                    <a:pt x="39990" y="137424"/>
                  </a:cubicBezTo>
                  <a:cubicBezTo>
                    <a:pt x="30527" y="117601"/>
                    <a:pt x="23167" y="97854"/>
                    <a:pt x="14981" y="77356"/>
                  </a:cubicBezTo>
                  <a:cubicBezTo>
                    <a:pt x="9304" y="65943"/>
                    <a:pt x="4633" y="54065"/>
                    <a:pt x="1013" y="41841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9" name="Content Placeholder 4">
              <a:extLst>
                <a:ext uri="{FF2B5EF4-FFF2-40B4-BE49-F238E27FC236}">
                  <a16:creationId xmlns:a16="http://schemas.microsoft.com/office/drawing/2014/main" id="{343DD248-994F-9D06-5EEB-5CFB1863AD68}"/>
                </a:ext>
              </a:extLst>
            </p:cNvPr>
            <p:cNvSpPr/>
            <p:nvPr/>
          </p:nvSpPr>
          <p:spPr>
            <a:xfrm>
              <a:off x="5271953" y="1806220"/>
              <a:ext cx="2242" cy="2726"/>
            </a:xfrm>
            <a:custGeom>
              <a:avLst/>
              <a:gdLst>
                <a:gd name="connsiteX0" fmla="*/ 2213 w 2242"/>
                <a:gd name="connsiteY0" fmla="*/ 798 h 2726"/>
                <a:gd name="connsiteX1" fmla="*/ 1162 w 2242"/>
                <a:gd name="connsiteY1" fmla="*/ -28 h 2726"/>
                <a:gd name="connsiteX2" fmla="*/ 1162 w 2242"/>
                <a:gd name="connsiteY2" fmla="*/ -28 h 2726"/>
                <a:gd name="connsiteX3" fmla="*/ -25 w 2242"/>
                <a:gd name="connsiteY3" fmla="*/ 1031 h 2726"/>
                <a:gd name="connsiteX4" fmla="*/ 35 w 2242"/>
                <a:gd name="connsiteY4" fmla="*/ 1474 h 2726"/>
                <a:gd name="connsiteX5" fmla="*/ 1763 w 2242"/>
                <a:gd name="connsiteY5" fmla="*/ 2675 h 2726"/>
                <a:gd name="connsiteX6" fmla="*/ 1763 w 2242"/>
                <a:gd name="connsiteY6" fmla="*/ 2675 h 2726"/>
                <a:gd name="connsiteX7" fmla="*/ 1763 w 2242"/>
                <a:gd name="connsiteY7" fmla="*/ 2150 h 2726"/>
                <a:gd name="connsiteX8" fmla="*/ 2213 w 2242"/>
                <a:gd name="connsiteY8" fmla="*/ 798 h 2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42" h="2726">
                  <a:moveTo>
                    <a:pt x="2213" y="798"/>
                  </a:moveTo>
                  <a:cubicBezTo>
                    <a:pt x="2048" y="348"/>
                    <a:pt x="1643" y="25"/>
                    <a:pt x="1162" y="-28"/>
                  </a:cubicBezTo>
                  <a:lnTo>
                    <a:pt x="1162" y="-28"/>
                  </a:lnTo>
                  <a:cubicBezTo>
                    <a:pt x="539" y="-65"/>
                    <a:pt x="5" y="408"/>
                    <a:pt x="-25" y="1031"/>
                  </a:cubicBezTo>
                  <a:cubicBezTo>
                    <a:pt x="-40" y="1181"/>
                    <a:pt x="-17" y="1331"/>
                    <a:pt x="35" y="1474"/>
                  </a:cubicBezTo>
                  <a:cubicBezTo>
                    <a:pt x="186" y="2277"/>
                    <a:pt x="959" y="2810"/>
                    <a:pt x="1763" y="2675"/>
                  </a:cubicBezTo>
                  <a:lnTo>
                    <a:pt x="1763" y="2675"/>
                  </a:lnTo>
                  <a:cubicBezTo>
                    <a:pt x="1793" y="2503"/>
                    <a:pt x="1793" y="2322"/>
                    <a:pt x="1763" y="2150"/>
                  </a:cubicBezTo>
                  <a:cubicBezTo>
                    <a:pt x="2025" y="1744"/>
                    <a:pt x="2183" y="1279"/>
                    <a:pt x="2213" y="798"/>
                  </a:cubicBezTo>
                  <a:close/>
                </a:path>
              </a:pathLst>
            </a:custGeom>
            <a:solidFill>
              <a:srgbClr val="24242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0" name="Content Placeholder 4">
              <a:extLst>
                <a:ext uri="{FF2B5EF4-FFF2-40B4-BE49-F238E27FC236}">
                  <a16:creationId xmlns:a16="http://schemas.microsoft.com/office/drawing/2014/main" id="{FCAE0C5A-BBFE-2771-C8B8-8C445F03FC05}"/>
                </a:ext>
              </a:extLst>
            </p:cNvPr>
            <p:cNvSpPr/>
            <p:nvPr/>
          </p:nvSpPr>
          <p:spPr>
            <a:xfrm>
              <a:off x="5275754" y="1800731"/>
              <a:ext cx="11509" cy="6042"/>
            </a:xfrm>
            <a:custGeom>
              <a:avLst/>
              <a:gdLst>
                <a:gd name="connsiteX0" fmla="*/ 140 w 11509"/>
                <a:gd name="connsiteY0" fmla="*/ 5536 h 6042"/>
                <a:gd name="connsiteX1" fmla="*/ 140 w 11509"/>
                <a:gd name="connsiteY1" fmla="*/ 4184 h 6042"/>
                <a:gd name="connsiteX2" fmla="*/ 1266 w 11509"/>
                <a:gd name="connsiteY2" fmla="*/ 3434 h 6042"/>
                <a:gd name="connsiteX3" fmla="*/ 8776 w 11509"/>
                <a:gd name="connsiteY3" fmla="*/ 55 h 6042"/>
                <a:gd name="connsiteX4" fmla="*/ 10278 w 11509"/>
                <a:gd name="connsiteY4" fmla="*/ 55 h 6042"/>
                <a:gd name="connsiteX5" fmla="*/ 11480 w 11509"/>
                <a:gd name="connsiteY5" fmla="*/ 1106 h 6042"/>
                <a:gd name="connsiteX6" fmla="*/ 10128 w 11509"/>
                <a:gd name="connsiteY6" fmla="*/ 2683 h 6042"/>
                <a:gd name="connsiteX7" fmla="*/ 4270 w 11509"/>
                <a:gd name="connsiteY7" fmla="*/ 4935 h 6042"/>
                <a:gd name="connsiteX8" fmla="*/ 140 w 11509"/>
                <a:gd name="connsiteY8" fmla="*/ 5536 h 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509" h="6042">
                  <a:moveTo>
                    <a:pt x="140" y="5536"/>
                  </a:moveTo>
                  <a:cubicBezTo>
                    <a:pt x="-86" y="5115"/>
                    <a:pt x="-86" y="4605"/>
                    <a:pt x="140" y="4184"/>
                  </a:cubicBezTo>
                  <a:cubicBezTo>
                    <a:pt x="433" y="3831"/>
                    <a:pt x="823" y="3569"/>
                    <a:pt x="1266" y="3434"/>
                  </a:cubicBezTo>
                  <a:cubicBezTo>
                    <a:pt x="3745" y="2157"/>
                    <a:pt x="6223" y="1106"/>
                    <a:pt x="8776" y="55"/>
                  </a:cubicBezTo>
                  <a:cubicBezTo>
                    <a:pt x="9272" y="-58"/>
                    <a:pt x="9783" y="-58"/>
                    <a:pt x="10278" y="55"/>
                  </a:cubicBezTo>
                  <a:cubicBezTo>
                    <a:pt x="10857" y="130"/>
                    <a:pt x="11330" y="543"/>
                    <a:pt x="11480" y="1106"/>
                  </a:cubicBezTo>
                  <a:cubicBezTo>
                    <a:pt x="11480" y="1932"/>
                    <a:pt x="10804" y="2382"/>
                    <a:pt x="10128" y="2683"/>
                  </a:cubicBezTo>
                  <a:lnTo>
                    <a:pt x="4270" y="4935"/>
                  </a:lnTo>
                  <a:cubicBezTo>
                    <a:pt x="3669" y="4935"/>
                    <a:pt x="741" y="6887"/>
                    <a:pt x="140" y="5536"/>
                  </a:cubicBezTo>
                  <a:close/>
                </a:path>
              </a:pathLst>
            </a:custGeom>
            <a:solidFill>
              <a:srgbClr val="24242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1" name="Content Placeholder 4">
              <a:extLst>
                <a:ext uri="{FF2B5EF4-FFF2-40B4-BE49-F238E27FC236}">
                  <a16:creationId xmlns:a16="http://schemas.microsoft.com/office/drawing/2014/main" id="{3980A376-DA64-7D93-372A-C1A4753986D2}"/>
                </a:ext>
              </a:extLst>
            </p:cNvPr>
            <p:cNvSpPr/>
            <p:nvPr/>
          </p:nvSpPr>
          <p:spPr>
            <a:xfrm>
              <a:off x="5339574" y="1960824"/>
              <a:ext cx="16881" cy="15464"/>
            </a:xfrm>
            <a:custGeom>
              <a:avLst/>
              <a:gdLst>
                <a:gd name="connsiteX0" fmla="*/ 12772 w 16881"/>
                <a:gd name="connsiteY0" fmla="*/ 1169 h 15464"/>
                <a:gd name="connsiteX1" fmla="*/ 906 w 16881"/>
                <a:gd name="connsiteY1" fmla="*/ 3496 h 15464"/>
                <a:gd name="connsiteX2" fmla="*/ 906 w 16881"/>
                <a:gd name="connsiteY2" fmla="*/ 10479 h 15464"/>
                <a:gd name="connsiteX3" fmla="*/ 3835 w 16881"/>
                <a:gd name="connsiteY3" fmla="*/ 13483 h 15464"/>
                <a:gd name="connsiteX4" fmla="*/ 8791 w 16881"/>
                <a:gd name="connsiteY4" fmla="*/ 15435 h 15464"/>
                <a:gd name="connsiteX5" fmla="*/ 11570 w 16881"/>
                <a:gd name="connsiteY5" fmla="*/ 14759 h 15464"/>
                <a:gd name="connsiteX6" fmla="*/ 15625 w 16881"/>
                <a:gd name="connsiteY6" fmla="*/ 11605 h 15464"/>
                <a:gd name="connsiteX7" fmla="*/ 16752 w 16881"/>
                <a:gd name="connsiteY7" fmla="*/ 6274 h 15464"/>
                <a:gd name="connsiteX8" fmla="*/ 12772 w 16881"/>
                <a:gd name="connsiteY8" fmla="*/ 1169 h 15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881" h="15464">
                  <a:moveTo>
                    <a:pt x="12772" y="1169"/>
                  </a:moveTo>
                  <a:cubicBezTo>
                    <a:pt x="8784" y="-1076"/>
                    <a:pt x="3752" y="-93"/>
                    <a:pt x="906" y="3496"/>
                  </a:cubicBezTo>
                  <a:cubicBezTo>
                    <a:pt x="-341" y="5659"/>
                    <a:pt x="-341" y="8317"/>
                    <a:pt x="906" y="10479"/>
                  </a:cubicBezTo>
                  <a:cubicBezTo>
                    <a:pt x="1664" y="11673"/>
                    <a:pt x="2663" y="12694"/>
                    <a:pt x="3835" y="13483"/>
                  </a:cubicBezTo>
                  <a:cubicBezTo>
                    <a:pt x="5254" y="14616"/>
                    <a:pt x="6981" y="15292"/>
                    <a:pt x="8791" y="15435"/>
                  </a:cubicBezTo>
                  <a:cubicBezTo>
                    <a:pt x="9753" y="15390"/>
                    <a:pt x="10699" y="15157"/>
                    <a:pt x="11570" y="14759"/>
                  </a:cubicBezTo>
                  <a:cubicBezTo>
                    <a:pt x="13192" y="14113"/>
                    <a:pt x="14597" y="13017"/>
                    <a:pt x="15625" y="11605"/>
                  </a:cubicBezTo>
                  <a:cubicBezTo>
                    <a:pt x="16654" y="10029"/>
                    <a:pt x="17060" y="8129"/>
                    <a:pt x="16752" y="6274"/>
                  </a:cubicBezTo>
                  <a:cubicBezTo>
                    <a:pt x="16219" y="4082"/>
                    <a:pt x="14769" y="2220"/>
                    <a:pt x="12772" y="1169"/>
                  </a:cubicBezTo>
                  <a:close/>
                </a:path>
              </a:pathLst>
            </a:custGeom>
            <a:solidFill>
              <a:srgbClr val="EAEA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2" name="Content Placeholder 4">
              <a:extLst>
                <a:ext uri="{FF2B5EF4-FFF2-40B4-BE49-F238E27FC236}">
                  <a16:creationId xmlns:a16="http://schemas.microsoft.com/office/drawing/2014/main" id="{95D02ED9-106E-6133-3830-BC406D78C8F1}"/>
                </a:ext>
              </a:extLst>
            </p:cNvPr>
            <p:cNvSpPr/>
            <p:nvPr/>
          </p:nvSpPr>
          <p:spPr>
            <a:xfrm>
              <a:off x="5008466" y="1610518"/>
              <a:ext cx="286579" cy="408804"/>
            </a:xfrm>
            <a:custGeom>
              <a:avLst/>
              <a:gdLst>
                <a:gd name="connsiteX0" fmla="*/ 240242 w 286579"/>
                <a:gd name="connsiteY0" fmla="*/ 339762 h 408804"/>
                <a:gd name="connsiteX1" fmla="*/ 285978 w 286579"/>
                <a:gd name="connsiteY1" fmla="*/ 203558 h 408804"/>
                <a:gd name="connsiteX2" fmla="*/ 247076 w 286579"/>
                <a:gd name="connsiteY2" fmla="*/ 53389 h 408804"/>
                <a:gd name="connsiteX3" fmla="*/ 105212 w 286579"/>
                <a:gd name="connsiteY3" fmla="*/ 6386 h 408804"/>
                <a:gd name="connsiteX4" fmla="*/ 30112 w 286579"/>
                <a:gd name="connsiteY4" fmla="*/ 78843 h 408804"/>
                <a:gd name="connsiteX5" fmla="*/ 37622 w 286579"/>
                <a:gd name="connsiteY5" fmla="*/ 338560 h 408804"/>
                <a:gd name="connsiteX6" fmla="*/ 122861 w 286579"/>
                <a:gd name="connsiteY6" fmla="*/ 408764 h 408804"/>
                <a:gd name="connsiteX7" fmla="*/ 240242 w 286579"/>
                <a:gd name="connsiteY7" fmla="*/ 339762 h 408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6579" h="408804">
                  <a:moveTo>
                    <a:pt x="240242" y="339762"/>
                  </a:moveTo>
                  <a:cubicBezTo>
                    <a:pt x="269756" y="300868"/>
                    <a:pt x="283049" y="251913"/>
                    <a:pt x="285978" y="203558"/>
                  </a:cubicBezTo>
                  <a:cubicBezTo>
                    <a:pt x="289132" y="150999"/>
                    <a:pt x="279669" y="95211"/>
                    <a:pt x="247076" y="53389"/>
                  </a:cubicBezTo>
                  <a:cubicBezTo>
                    <a:pt x="214483" y="11567"/>
                    <a:pt x="155379" y="-12235"/>
                    <a:pt x="105212" y="6386"/>
                  </a:cubicBezTo>
                  <a:cubicBezTo>
                    <a:pt x="71718" y="18850"/>
                    <a:pt x="46784" y="47683"/>
                    <a:pt x="30112" y="78843"/>
                  </a:cubicBezTo>
                  <a:cubicBezTo>
                    <a:pt x="-13521" y="158958"/>
                    <a:pt x="-8714" y="261148"/>
                    <a:pt x="37622" y="338560"/>
                  </a:cubicBezTo>
                  <a:cubicBezTo>
                    <a:pt x="56472" y="370021"/>
                    <a:pt x="83583" y="407938"/>
                    <a:pt x="122861" y="408764"/>
                  </a:cubicBezTo>
                  <a:cubicBezTo>
                    <a:pt x="165142" y="409515"/>
                    <a:pt x="216585" y="371222"/>
                    <a:pt x="240242" y="339762"/>
                  </a:cubicBezTo>
                  <a:close/>
                </a:path>
              </a:pathLst>
            </a:custGeom>
            <a:solidFill>
              <a:srgbClr val="F0E3D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3" name="Content Placeholder 4">
              <a:extLst>
                <a:ext uri="{FF2B5EF4-FFF2-40B4-BE49-F238E27FC236}">
                  <a16:creationId xmlns:a16="http://schemas.microsoft.com/office/drawing/2014/main" id="{0576653B-2E6E-CF3D-645A-2D3A7C481A95}"/>
                </a:ext>
              </a:extLst>
            </p:cNvPr>
            <p:cNvSpPr/>
            <p:nvPr/>
          </p:nvSpPr>
          <p:spPr>
            <a:xfrm>
              <a:off x="5245793" y="4237534"/>
              <a:ext cx="359173" cy="308545"/>
            </a:xfrm>
            <a:custGeom>
              <a:avLst/>
              <a:gdLst>
                <a:gd name="connsiteX0" fmla="*/ 81470 w 359173"/>
                <a:gd name="connsiteY0" fmla="*/ 214261 h 308545"/>
                <a:gd name="connsiteX1" fmla="*/ 91082 w 359173"/>
                <a:gd name="connsiteY1" fmla="*/ 215538 h 308545"/>
                <a:gd name="connsiteX2" fmla="*/ 97541 w 359173"/>
                <a:gd name="connsiteY2" fmla="*/ 224849 h 308545"/>
                <a:gd name="connsiteX3" fmla="*/ 212519 w 359173"/>
                <a:gd name="connsiteY3" fmla="*/ 308267 h 308545"/>
                <a:gd name="connsiteX4" fmla="*/ 331553 w 359173"/>
                <a:gd name="connsiteY4" fmla="*/ 235360 h 308545"/>
                <a:gd name="connsiteX5" fmla="*/ 344770 w 359173"/>
                <a:gd name="connsiteY5" fmla="*/ 173340 h 308545"/>
                <a:gd name="connsiteX6" fmla="*/ 358964 w 359173"/>
                <a:gd name="connsiteY6" fmla="*/ 84365 h 308545"/>
                <a:gd name="connsiteX7" fmla="*/ 334406 w 359173"/>
                <a:gd name="connsiteY7" fmla="*/ -30 h 308545"/>
                <a:gd name="connsiteX8" fmla="*/ 289346 w 359173"/>
                <a:gd name="connsiteY8" fmla="*/ 91348 h 308545"/>
                <a:gd name="connsiteX9" fmla="*/ 249093 w 359173"/>
                <a:gd name="connsiteY9" fmla="*/ 132569 h 308545"/>
                <a:gd name="connsiteX10" fmla="*/ 213120 w 359173"/>
                <a:gd name="connsiteY10" fmla="*/ 145709 h 308545"/>
                <a:gd name="connsiteX11" fmla="*/ 131712 w 359173"/>
                <a:gd name="connsiteY11" fmla="*/ 168234 h 308545"/>
                <a:gd name="connsiteX12" fmla="*/ 40540 w 359173"/>
                <a:gd name="connsiteY12" fmla="*/ 184978 h 308545"/>
                <a:gd name="connsiteX13" fmla="*/ 6745 w 359173"/>
                <a:gd name="connsiteY13" fmla="*/ 212684 h 308545"/>
                <a:gd name="connsiteX14" fmla="*/ 81470 w 359173"/>
                <a:gd name="connsiteY14" fmla="*/ 214261 h 30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59173" h="308545">
                  <a:moveTo>
                    <a:pt x="81470" y="214261"/>
                  </a:moveTo>
                  <a:cubicBezTo>
                    <a:pt x="84729" y="213766"/>
                    <a:pt x="88064" y="214209"/>
                    <a:pt x="91082" y="215538"/>
                  </a:cubicBezTo>
                  <a:cubicBezTo>
                    <a:pt x="94162" y="217888"/>
                    <a:pt x="96422" y="221139"/>
                    <a:pt x="97541" y="224849"/>
                  </a:cubicBezTo>
                  <a:cubicBezTo>
                    <a:pt x="117796" y="271528"/>
                    <a:pt x="161849" y="303492"/>
                    <a:pt x="212519" y="308267"/>
                  </a:cubicBezTo>
                  <a:cubicBezTo>
                    <a:pt x="262160" y="311571"/>
                    <a:pt x="313303" y="281612"/>
                    <a:pt x="331553" y="235360"/>
                  </a:cubicBezTo>
                  <a:cubicBezTo>
                    <a:pt x="338191" y="215230"/>
                    <a:pt x="342630" y="194432"/>
                    <a:pt x="344770" y="173340"/>
                  </a:cubicBezTo>
                  <a:cubicBezTo>
                    <a:pt x="349652" y="143682"/>
                    <a:pt x="357612" y="114399"/>
                    <a:pt x="358964" y="84365"/>
                  </a:cubicBezTo>
                  <a:cubicBezTo>
                    <a:pt x="360316" y="54331"/>
                    <a:pt x="354233" y="22571"/>
                    <a:pt x="334406" y="-30"/>
                  </a:cubicBezTo>
                  <a:cubicBezTo>
                    <a:pt x="323690" y="32369"/>
                    <a:pt x="308519" y="63124"/>
                    <a:pt x="289346" y="91348"/>
                  </a:cubicBezTo>
                  <a:cubicBezTo>
                    <a:pt x="279245" y="107979"/>
                    <a:pt x="265480" y="122072"/>
                    <a:pt x="249093" y="132569"/>
                  </a:cubicBezTo>
                  <a:cubicBezTo>
                    <a:pt x="237693" y="138418"/>
                    <a:pt x="225609" y="142833"/>
                    <a:pt x="213120" y="145709"/>
                  </a:cubicBezTo>
                  <a:lnTo>
                    <a:pt x="131712" y="168234"/>
                  </a:lnTo>
                  <a:cubicBezTo>
                    <a:pt x="101672" y="176419"/>
                    <a:pt x="71632" y="184603"/>
                    <a:pt x="40540" y="184978"/>
                  </a:cubicBezTo>
                  <a:cubicBezTo>
                    <a:pt x="27999" y="184978"/>
                    <a:pt x="-16911" y="193839"/>
                    <a:pt x="6745" y="212684"/>
                  </a:cubicBezTo>
                  <a:cubicBezTo>
                    <a:pt x="23042" y="225074"/>
                    <a:pt x="63371" y="215237"/>
                    <a:pt x="81470" y="214261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4" name="Content Placeholder 4">
              <a:extLst>
                <a:ext uri="{FF2B5EF4-FFF2-40B4-BE49-F238E27FC236}">
                  <a16:creationId xmlns:a16="http://schemas.microsoft.com/office/drawing/2014/main" id="{F5C915FC-89EC-5C8A-D627-9722DAD93040}"/>
                </a:ext>
              </a:extLst>
            </p:cNvPr>
            <p:cNvSpPr/>
            <p:nvPr/>
          </p:nvSpPr>
          <p:spPr>
            <a:xfrm>
              <a:off x="4655357" y="4131440"/>
              <a:ext cx="322633" cy="437449"/>
            </a:xfrm>
            <a:custGeom>
              <a:avLst/>
              <a:gdLst>
                <a:gd name="connsiteX0" fmla="*/ 303240 w 322633"/>
                <a:gd name="connsiteY0" fmla="*/ 340328 h 437449"/>
                <a:gd name="connsiteX1" fmla="*/ 262611 w 322633"/>
                <a:gd name="connsiteY1" fmla="*/ 410682 h 437449"/>
                <a:gd name="connsiteX2" fmla="*/ 169562 w 322633"/>
                <a:gd name="connsiteY2" fmla="*/ 435910 h 437449"/>
                <a:gd name="connsiteX3" fmla="*/ 79893 w 322633"/>
                <a:gd name="connsiteY3" fmla="*/ 395364 h 437449"/>
                <a:gd name="connsiteX4" fmla="*/ 33781 w 322633"/>
                <a:gd name="connsiteY4" fmla="*/ 346785 h 437449"/>
                <a:gd name="connsiteX5" fmla="*/ 4718 w 322633"/>
                <a:gd name="connsiteY5" fmla="*/ 250902 h 437449"/>
                <a:gd name="connsiteX6" fmla="*/ 18987 w 322633"/>
                <a:gd name="connsiteY6" fmla="*/ 87293 h 437449"/>
                <a:gd name="connsiteX7" fmla="*/ 148459 w 322633"/>
                <a:gd name="connsiteY7" fmla="*/ 345 h 437449"/>
                <a:gd name="connsiteX8" fmla="*/ 306169 w 322633"/>
                <a:gd name="connsiteY8" fmla="*/ 107640 h 437449"/>
                <a:gd name="connsiteX9" fmla="*/ 303240 w 322633"/>
                <a:gd name="connsiteY9" fmla="*/ 340328 h 437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2633" h="437449">
                  <a:moveTo>
                    <a:pt x="303240" y="340328"/>
                  </a:moveTo>
                  <a:cubicBezTo>
                    <a:pt x="294829" y="366382"/>
                    <a:pt x="283113" y="392436"/>
                    <a:pt x="262611" y="410682"/>
                  </a:cubicBezTo>
                  <a:cubicBezTo>
                    <a:pt x="236679" y="432103"/>
                    <a:pt x="202764" y="441301"/>
                    <a:pt x="169562" y="435910"/>
                  </a:cubicBezTo>
                  <a:cubicBezTo>
                    <a:pt x="136691" y="430316"/>
                    <a:pt x="105810" y="416351"/>
                    <a:pt x="79893" y="395364"/>
                  </a:cubicBezTo>
                  <a:cubicBezTo>
                    <a:pt x="61756" y="382045"/>
                    <a:pt x="46135" y="365594"/>
                    <a:pt x="33781" y="346785"/>
                  </a:cubicBezTo>
                  <a:cubicBezTo>
                    <a:pt x="15908" y="318253"/>
                    <a:pt x="9074" y="284315"/>
                    <a:pt x="4718" y="250902"/>
                  </a:cubicBezTo>
                  <a:cubicBezTo>
                    <a:pt x="-2792" y="195940"/>
                    <a:pt x="-3618" y="138275"/>
                    <a:pt x="18987" y="87293"/>
                  </a:cubicBezTo>
                  <a:cubicBezTo>
                    <a:pt x="41592" y="36310"/>
                    <a:pt x="93185" y="-4386"/>
                    <a:pt x="148459" y="345"/>
                  </a:cubicBezTo>
                  <a:cubicBezTo>
                    <a:pt x="202156" y="4925"/>
                    <a:pt x="288896" y="52904"/>
                    <a:pt x="306169" y="107640"/>
                  </a:cubicBezTo>
                  <a:cubicBezTo>
                    <a:pt x="330051" y="181674"/>
                    <a:pt x="326896" y="266820"/>
                    <a:pt x="303240" y="340328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5" name="Content Placeholder 4">
              <a:extLst>
                <a:ext uri="{FF2B5EF4-FFF2-40B4-BE49-F238E27FC236}">
                  <a16:creationId xmlns:a16="http://schemas.microsoft.com/office/drawing/2014/main" id="{60114A8E-204C-51F1-E579-7DFFA057FC93}"/>
                </a:ext>
              </a:extLst>
            </p:cNvPr>
            <p:cNvSpPr/>
            <p:nvPr/>
          </p:nvSpPr>
          <p:spPr>
            <a:xfrm>
              <a:off x="4665974" y="4156889"/>
              <a:ext cx="187383" cy="351439"/>
            </a:xfrm>
            <a:custGeom>
              <a:avLst/>
              <a:gdLst>
                <a:gd name="connsiteX0" fmla="*/ 186732 w 187383"/>
                <a:gd name="connsiteY0" fmla="*/ 138205 h 351439"/>
                <a:gd name="connsiteX1" fmla="*/ 185230 w 187383"/>
                <a:gd name="connsiteY1" fmla="*/ 78138 h 351439"/>
                <a:gd name="connsiteX2" fmla="*/ 167356 w 187383"/>
                <a:gd name="connsiteY2" fmla="*/ 30459 h 351439"/>
                <a:gd name="connsiteX3" fmla="*/ 97063 w 187383"/>
                <a:gd name="connsiteY3" fmla="*/ 425 h 351439"/>
                <a:gd name="connsiteX4" fmla="*/ 78739 w 187383"/>
                <a:gd name="connsiteY4" fmla="*/ 1626 h 351439"/>
                <a:gd name="connsiteX5" fmla="*/ 62817 w 187383"/>
                <a:gd name="connsiteY5" fmla="*/ 12739 h 351439"/>
                <a:gd name="connsiteX6" fmla="*/ 32252 w 187383"/>
                <a:gd name="connsiteY6" fmla="*/ 45326 h 351439"/>
                <a:gd name="connsiteX7" fmla="*/ 13026 w 187383"/>
                <a:gd name="connsiteY7" fmla="*/ 89551 h 351439"/>
                <a:gd name="connsiteX8" fmla="*/ 5516 w 187383"/>
                <a:gd name="connsiteY8" fmla="*/ 244375 h 351439"/>
                <a:gd name="connsiteX9" fmla="*/ 7469 w 187383"/>
                <a:gd name="connsiteY9" fmla="*/ 253610 h 351439"/>
                <a:gd name="connsiteX10" fmla="*/ 29097 w 187383"/>
                <a:gd name="connsiteY10" fmla="*/ 306620 h 351439"/>
                <a:gd name="connsiteX11" fmla="*/ 61240 w 187383"/>
                <a:gd name="connsiteY11" fmla="*/ 347391 h 351439"/>
                <a:gd name="connsiteX12" fmla="*/ 116964 w 187383"/>
                <a:gd name="connsiteY12" fmla="*/ 338606 h 351439"/>
                <a:gd name="connsiteX13" fmla="*/ 139945 w 187383"/>
                <a:gd name="connsiteY13" fmla="*/ 318258 h 351439"/>
                <a:gd name="connsiteX14" fmla="*/ 186732 w 187383"/>
                <a:gd name="connsiteY14" fmla="*/ 138205 h 351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7383" h="351439">
                  <a:moveTo>
                    <a:pt x="186732" y="138205"/>
                  </a:moveTo>
                  <a:cubicBezTo>
                    <a:pt x="187911" y="118172"/>
                    <a:pt x="187416" y="98080"/>
                    <a:pt x="185230" y="78138"/>
                  </a:cubicBezTo>
                  <a:cubicBezTo>
                    <a:pt x="183773" y="60906"/>
                    <a:pt x="177593" y="44402"/>
                    <a:pt x="167356" y="30459"/>
                  </a:cubicBezTo>
                  <a:cubicBezTo>
                    <a:pt x="150835" y="10186"/>
                    <a:pt x="123198" y="2678"/>
                    <a:pt x="97063" y="425"/>
                  </a:cubicBezTo>
                  <a:cubicBezTo>
                    <a:pt x="90935" y="-461"/>
                    <a:pt x="84694" y="-48"/>
                    <a:pt x="78739" y="1626"/>
                  </a:cubicBezTo>
                  <a:cubicBezTo>
                    <a:pt x="72738" y="4217"/>
                    <a:pt x="67323" y="8001"/>
                    <a:pt x="62817" y="12739"/>
                  </a:cubicBezTo>
                  <a:cubicBezTo>
                    <a:pt x="51402" y="22380"/>
                    <a:pt x="41144" y="33320"/>
                    <a:pt x="32252" y="45326"/>
                  </a:cubicBezTo>
                  <a:cubicBezTo>
                    <a:pt x="23510" y="58938"/>
                    <a:pt x="17021" y="73873"/>
                    <a:pt x="13026" y="89551"/>
                  </a:cubicBezTo>
                  <a:cubicBezTo>
                    <a:pt x="-1310" y="139902"/>
                    <a:pt x="-3879" y="192874"/>
                    <a:pt x="5516" y="244375"/>
                  </a:cubicBezTo>
                  <a:lnTo>
                    <a:pt x="7469" y="253610"/>
                  </a:lnTo>
                  <a:cubicBezTo>
                    <a:pt x="12808" y="271991"/>
                    <a:pt x="20055" y="289756"/>
                    <a:pt x="29097" y="306620"/>
                  </a:cubicBezTo>
                  <a:cubicBezTo>
                    <a:pt x="36607" y="322455"/>
                    <a:pt x="47595" y="336391"/>
                    <a:pt x="61240" y="347391"/>
                  </a:cubicBezTo>
                  <a:cubicBezTo>
                    <a:pt x="75359" y="357677"/>
                    <a:pt x="101043" y="345814"/>
                    <a:pt x="116964" y="338606"/>
                  </a:cubicBezTo>
                  <a:cubicBezTo>
                    <a:pt x="126172" y="333808"/>
                    <a:pt x="134065" y="326817"/>
                    <a:pt x="139945" y="318258"/>
                  </a:cubicBezTo>
                  <a:cubicBezTo>
                    <a:pt x="177720" y="267576"/>
                    <a:pt x="184705" y="200826"/>
                    <a:pt x="186732" y="138205"/>
                  </a:cubicBezTo>
                  <a:close/>
                </a:path>
              </a:pathLst>
            </a:custGeom>
            <a:solidFill>
              <a:srgbClr val="D9D9D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6" name="Content Placeholder 4">
              <a:extLst>
                <a:ext uri="{FF2B5EF4-FFF2-40B4-BE49-F238E27FC236}">
                  <a16:creationId xmlns:a16="http://schemas.microsoft.com/office/drawing/2014/main" id="{DE2C6887-9888-554C-B84F-ACFB07116A31}"/>
                </a:ext>
              </a:extLst>
            </p:cNvPr>
            <p:cNvSpPr/>
            <p:nvPr/>
          </p:nvSpPr>
          <p:spPr>
            <a:xfrm>
              <a:off x="4718506" y="4268679"/>
              <a:ext cx="76400" cy="141045"/>
            </a:xfrm>
            <a:custGeom>
              <a:avLst/>
              <a:gdLst>
                <a:gd name="connsiteX0" fmla="*/ 64583 w 76400"/>
                <a:gd name="connsiteY0" fmla="*/ 23412 h 141045"/>
                <a:gd name="connsiteX1" fmla="*/ 55871 w 76400"/>
                <a:gd name="connsiteY1" fmla="*/ 5917 h 141045"/>
                <a:gd name="connsiteX2" fmla="*/ 18321 w 76400"/>
                <a:gd name="connsiteY2" fmla="*/ 9296 h 141045"/>
                <a:gd name="connsiteX3" fmla="*/ 2700 w 76400"/>
                <a:gd name="connsiteY3" fmla="*/ 47364 h 141045"/>
                <a:gd name="connsiteX4" fmla="*/ 11036 w 76400"/>
                <a:gd name="connsiteY4" fmla="*/ 123575 h 141045"/>
                <a:gd name="connsiteX5" fmla="*/ 37547 w 76400"/>
                <a:gd name="connsiteY5" fmla="*/ 140919 h 141045"/>
                <a:gd name="connsiteX6" fmla="*/ 63757 w 76400"/>
                <a:gd name="connsiteY6" fmla="*/ 111636 h 141045"/>
                <a:gd name="connsiteX7" fmla="*/ 75247 w 76400"/>
                <a:gd name="connsiteY7" fmla="*/ 75746 h 141045"/>
                <a:gd name="connsiteX8" fmla="*/ 64583 w 76400"/>
                <a:gd name="connsiteY8" fmla="*/ 23412 h 141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400" h="141045">
                  <a:moveTo>
                    <a:pt x="64583" y="23412"/>
                  </a:moveTo>
                  <a:cubicBezTo>
                    <a:pt x="63133" y="16962"/>
                    <a:pt x="60144" y="10963"/>
                    <a:pt x="55871" y="5917"/>
                  </a:cubicBezTo>
                  <a:cubicBezTo>
                    <a:pt x="46033" y="-3919"/>
                    <a:pt x="28234" y="-690"/>
                    <a:pt x="18321" y="9296"/>
                  </a:cubicBezTo>
                  <a:cubicBezTo>
                    <a:pt x="9317" y="20071"/>
                    <a:pt x="3864" y="33368"/>
                    <a:pt x="2700" y="47364"/>
                  </a:cubicBezTo>
                  <a:cubicBezTo>
                    <a:pt x="-1580" y="73118"/>
                    <a:pt x="-2181" y="101049"/>
                    <a:pt x="11036" y="123575"/>
                  </a:cubicBezTo>
                  <a:cubicBezTo>
                    <a:pt x="16669" y="133185"/>
                    <a:pt x="26432" y="142046"/>
                    <a:pt x="37547" y="140919"/>
                  </a:cubicBezTo>
                  <a:cubicBezTo>
                    <a:pt x="51290" y="139568"/>
                    <a:pt x="58800" y="124551"/>
                    <a:pt x="63757" y="111636"/>
                  </a:cubicBezTo>
                  <a:cubicBezTo>
                    <a:pt x="68578" y="100013"/>
                    <a:pt x="72423" y="88007"/>
                    <a:pt x="75247" y="75746"/>
                  </a:cubicBezTo>
                  <a:cubicBezTo>
                    <a:pt x="79603" y="56824"/>
                    <a:pt x="70290" y="41432"/>
                    <a:pt x="64583" y="23412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7" name="Content Placeholder 4">
              <a:extLst>
                <a:ext uri="{FF2B5EF4-FFF2-40B4-BE49-F238E27FC236}">
                  <a16:creationId xmlns:a16="http://schemas.microsoft.com/office/drawing/2014/main" id="{47ABCC9D-2062-525E-32DB-5F00625DD2E9}"/>
                </a:ext>
              </a:extLst>
            </p:cNvPr>
            <p:cNvSpPr/>
            <p:nvPr/>
          </p:nvSpPr>
          <p:spPr>
            <a:xfrm>
              <a:off x="4734002" y="4096785"/>
              <a:ext cx="860712" cy="349587"/>
            </a:xfrm>
            <a:custGeom>
              <a:avLst/>
              <a:gdLst>
                <a:gd name="connsiteX0" fmla="*/ 819536 w 860712"/>
                <a:gd name="connsiteY0" fmla="*/ 52044 h 349587"/>
                <a:gd name="connsiteX1" fmla="*/ 778381 w 860712"/>
                <a:gd name="connsiteY1" fmla="*/ 30946 h 349587"/>
                <a:gd name="connsiteX2" fmla="*/ 693218 w 860712"/>
                <a:gd name="connsiteY2" fmla="*/ 20959 h 349587"/>
                <a:gd name="connsiteX3" fmla="*/ 613237 w 860712"/>
                <a:gd name="connsiteY3" fmla="*/ 81027 h 349587"/>
                <a:gd name="connsiteX4" fmla="*/ 570054 w 860712"/>
                <a:gd name="connsiteY4" fmla="*/ 129757 h 349587"/>
                <a:gd name="connsiteX5" fmla="*/ 534232 w 860712"/>
                <a:gd name="connsiteY5" fmla="*/ 138241 h 349587"/>
                <a:gd name="connsiteX6" fmla="*/ 457780 w 860712"/>
                <a:gd name="connsiteY6" fmla="*/ 143722 h 349587"/>
                <a:gd name="connsiteX7" fmla="*/ 353241 w 860712"/>
                <a:gd name="connsiteY7" fmla="*/ 143722 h 349587"/>
                <a:gd name="connsiteX8" fmla="*/ 278742 w 860712"/>
                <a:gd name="connsiteY8" fmla="*/ 147026 h 349587"/>
                <a:gd name="connsiteX9" fmla="*/ 274386 w 860712"/>
                <a:gd name="connsiteY9" fmla="*/ 145750 h 349587"/>
                <a:gd name="connsiteX10" fmla="*/ 238413 w 860712"/>
                <a:gd name="connsiteY10" fmla="*/ 95593 h 349587"/>
                <a:gd name="connsiteX11" fmla="*/ 196507 w 860712"/>
                <a:gd name="connsiteY11" fmla="*/ 33198 h 349587"/>
                <a:gd name="connsiteX12" fmla="*/ 112020 w 860712"/>
                <a:gd name="connsiteY12" fmla="*/ 11 h 349587"/>
                <a:gd name="connsiteX13" fmla="*/ -29 w 860712"/>
                <a:gd name="connsiteY13" fmla="*/ 45062 h 349587"/>
                <a:gd name="connsiteX14" fmla="*/ 144238 w 860712"/>
                <a:gd name="connsiteY14" fmla="*/ 59102 h 349587"/>
                <a:gd name="connsiteX15" fmla="*/ 204318 w 860712"/>
                <a:gd name="connsiteY15" fmla="*/ 122323 h 349587"/>
                <a:gd name="connsiteX16" fmla="*/ 233156 w 860712"/>
                <a:gd name="connsiteY16" fmla="*/ 188998 h 349587"/>
                <a:gd name="connsiteX17" fmla="*/ 246899 w 860712"/>
                <a:gd name="connsiteY17" fmla="*/ 290738 h 349587"/>
                <a:gd name="connsiteX18" fmla="*/ 247951 w 860712"/>
                <a:gd name="connsiteY18" fmla="*/ 302826 h 349587"/>
                <a:gd name="connsiteX19" fmla="*/ 256963 w 860712"/>
                <a:gd name="connsiteY19" fmla="*/ 308158 h 349587"/>
                <a:gd name="connsiteX20" fmla="*/ 315691 w 860712"/>
                <a:gd name="connsiteY20" fmla="*/ 321222 h 349587"/>
                <a:gd name="connsiteX21" fmla="*/ 454626 w 860712"/>
                <a:gd name="connsiteY21" fmla="*/ 346676 h 349587"/>
                <a:gd name="connsiteX22" fmla="*/ 484065 w 860712"/>
                <a:gd name="connsiteY22" fmla="*/ 349529 h 349587"/>
                <a:gd name="connsiteX23" fmla="*/ 523042 w 860712"/>
                <a:gd name="connsiteY23" fmla="*/ 339693 h 349587"/>
                <a:gd name="connsiteX24" fmla="*/ 613612 w 860712"/>
                <a:gd name="connsiteY24" fmla="*/ 323174 h 349587"/>
                <a:gd name="connsiteX25" fmla="*/ 754575 w 860712"/>
                <a:gd name="connsiteY25" fmla="*/ 286909 h 349587"/>
                <a:gd name="connsiteX26" fmla="*/ 853632 w 860712"/>
                <a:gd name="connsiteY26" fmla="*/ 184493 h 349587"/>
                <a:gd name="connsiteX27" fmla="*/ 819536 w 860712"/>
                <a:gd name="connsiteY27" fmla="*/ 52044 h 349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60712" h="349587">
                  <a:moveTo>
                    <a:pt x="819536" y="52044"/>
                  </a:moveTo>
                  <a:cubicBezTo>
                    <a:pt x="806964" y="42974"/>
                    <a:pt x="793086" y="35863"/>
                    <a:pt x="778381" y="30946"/>
                  </a:cubicBezTo>
                  <a:cubicBezTo>
                    <a:pt x="751120" y="20959"/>
                    <a:pt x="721456" y="14352"/>
                    <a:pt x="693218" y="20959"/>
                  </a:cubicBezTo>
                  <a:cubicBezTo>
                    <a:pt x="660024" y="28468"/>
                    <a:pt x="633589" y="53921"/>
                    <a:pt x="613237" y="81027"/>
                  </a:cubicBezTo>
                  <a:cubicBezTo>
                    <a:pt x="600245" y="98596"/>
                    <a:pt x="588454" y="117968"/>
                    <a:pt x="570054" y="129757"/>
                  </a:cubicBezTo>
                  <a:cubicBezTo>
                    <a:pt x="559443" y="136612"/>
                    <a:pt x="546796" y="139608"/>
                    <a:pt x="534232" y="138241"/>
                  </a:cubicBezTo>
                  <a:cubicBezTo>
                    <a:pt x="509599" y="146200"/>
                    <a:pt x="477381" y="143722"/>
                    <a:pt x="457780" y="143722"/>
                  </a:cubicBezTo>
                  <a:cubicBezTo>
                    <a:pt x="423084" y="143722"/>
                    <a:pt x="387787" y="141245"/>
                    <a:pt x="353241" y="143722"/>
                  </a:cubicBezTo>
                  <a:cubicBezTo>
                    <a:pt x="328007" y="145524"/>
                    <a:pt x="304125" y="150630"/>
                    <a:pt x="278742" y="147026"/>
                  </a:cubicBezTo>
                  <a:cubicBezTo>
                    <a:pt x="277247" y="146771"/>
                    <a:pt x="275783" y="146335"/>
                    <a:pt x="274386" y="145750"/>
                  </a:cubicBezTo>
                  <a:cubicBezTo>
                    <a:pt x="252982" y="142896"/>
                    <a:pt x="245547" y="116166"/>
                    <a:pt x="238413" y="95593"/>
                  </a:cubicBezTo>
                  <a:cubicBezTo>
                    <a:pt x="230017" y="71551"/>
                    <a:pt x="215590" y="50070"/>
                    <a:pt x="196507" y="33198"/>
                  </a:cubicBezTo>
                  <a:cubicBezTo>
                    <a:pt x="172888" y="12932"/>
                    <a:pt x="143119" y="1242"/>
                    <a:pt x="112020" y="11"/>
                  </a:cubicBezTo>
                  <a:cubicBezTo>
                    <a:pt x="87162" y="-1116"/>
                    <a:pt x="14390" y="21410"/>
                    <a:pt x="-29" y="45062"/>
                  </a:cubicBezTo>
                  <a:cubicBezTo>
                    <a:pt x="50062" y="34099"/>
                    <a:pt x="106312" y="40406"/>
                    <a:pt x="144238" y="59102"/>
                  </a:cubicBezTo>
                  <a:cubicBezTo>
                    <a:pt x="165866" y="69764"/>
                    <a:pt x="189298" y="103627"/>
                    <a:pt x="204318" y="122323"/>
                  </a:cubicBezTo>
                  <a:cubicBezTo>
                    <a:pt x="219338" y="141019"/>
                    <a:pt x="226848" y="165497"/>
                    <a:pt x="233156" y="188998"/>
                  </a:cubicBezTo>
                  <a:cubicBezTo>
                    <a:pt x="242468" y="222186"/>
                    <a:pt x="251781" y="256575"/>
                    <a:pt x="246899" y="290738"/>
                  </a:cubicBezTo>
                  <a:cubicBezTo>
                    <a:pt x="245788" y="294762"/>
                    <a:pt x="246163" y="299050"/>
                    <a:pt x="247951" y="302826"/>
                  </a:cubicBezTo>
                  <a:cubicBezTo>
                    <a:pt x="250241" y="305604"/>
                    <a:pt x="253426" y="307489"/>
                    <a:pt x="256963" y="308158"/>
                  </a:cubicBezTo>
                  <a:cubicBezTo>
                    <a:pt x="276241" y="313751"/>
                    <a:pt x="295857" y="318114"/>
                    <a:pt x="315691" y="321222"/>
                  </a:cubicBezTo>
                  <a:lnTo>
                    <a:pt x="454626" y="346676"/>
                  </a:lnTo>
                  <a:cubicBezTo>
                    <a:pt x="464291" y="348786"/>
                    <a:pt x="474174" y="349740"/>
                    <a:pt x="484065" y="349529"/>
                  </a:cubicBezTo>
                  <a:cubicBezTo>
                    <a:pt x="497410" y="347840"/>
                    <a:pt x="510500" y="344544"/>
                    <a:pt x="523042" y="339693"/>
                  </a:cubicBezTo>
                  <a:cubicBezTo>
                    <a:pt x="552714" y="331666"/>
                    <a:pt x="583017" y="326140"/>
                    <a:pt x="613612" y="323174"/>
                  </a:cubicBezTo>
                  <a:cubicBezTo>
                    <a:pt x="661901" y="316717"/>
                    <a:pt x="710641" y="308158"/>
                    <a:pt x="754575" y="286909"/>
                  </a:cubicBezTo>
                  <a:cubicBezTo>
                    <a:pt x="798508" y="265659"/>
                    <a:pt x="837560" y="230520"/>
                    <a:pt x="853632" y="184493"/>
                  </a:cubicBezTo>
                  <a:cubicBezTo>
                    <a:pt x="869703" y="138467"/>
                    <a:pt x="858288" y="81628"/>
                    <a:pt x="819536" y="52044"/>
                  </a:cubicBezTo>
                  <a:close/>
                </a:path>
              </a:pathLst>
            </a:custGeom>
            <a:solidFill>
              <a:srgbClr val="E5E5E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8" name="Content Placeholder 4">
              <a:extLst>
                <a:ext uri="{FF2B5EF4-FFF2-40B4-BE49-F238E27FC236}">
                  <a16:creationId xmlns:a16="http://schemas.microsoft.com/office/drawing/2014/main" id="{A869E8E6-9C0D-DA58-A745-BD1CDF3A159E}"/>
                </a:ext>
              </a:extLst>
            </p:cNvPr>
            <p:cNvSpPr/>
            <p:nvPr/>
          </p:nvSpPr>
          <p:spPr>
            <a:xfrm>
              <a:off x="5002331" y="4251311"/>
              <a:ext cx="176435" cy="131415"/>
            </a:xfrm>
            <a:custGeom>
              <a:avLst/>
              <a:gdLst>
                <a:gd name="connsiteX0" fmla="*/ 118707 w 176435"/>
                <a:gd name="connsiteY0" fmla="*/ 3988 h 131415"/>
                <a:gd name="connsiteX1" fmla="*/ 161364 w 176435"/>
                <a:gd name="connsiteY1" fmla="*/ 82302 h 131415"/>
                <a:gd name="connsiteX2" fmla="*/ 172329 w 176435"/>
                <a:gd name="connsiteY2" fmla="*/ 89810 h 131415"/>
                <a:gd name="connsiteX3" fmla="*/ 163917 w 176435"/>
                <a:gd name="connsiteY3" fmla="*/ 123598 h 131415"/>
                <a:gd name="connsiteX4" fmla="*/ 125767 w 176435"/>
                <a:gd name="connsiteY4" fmla="*/ 131107 h 131415"/>
                <a:gd name="connsiteX5" fmla="*/ 47588 w 176435"/>
                <a:gd name="connsiteY5" fmla="*/ 131107 h 131415"/>
                <a:gd name="connsiteX6" fmla="*/ 20627 w 176435"/>
                <a:gd name="connsiteY6" fmla="*/ 121571 h 131415"/>
                <a:gd name="connsiteX7" fmla="*/ 19125 w 176435"/>
                <a:gd name="connsiteY7" fmla="*/ 100697 h 131415"/>
                <a:gd name="connsiteX8" fmla="*/ 11239 w 176435"/>
                <a:gd name="connsiteY8" fmla="*/ 30268 h 131415"/>
                <a:gd name="connsiteX9" fmla="*/ 1025 w 176435"/>
                <a:gd name="connsiteY9" fmla="*/ 7743 h 131415"/>
                <a:gd name="connsiteX10" fmla="*/ 118707 w 176435"/>
                <a:gd name="connsiteY10" fmla="*/ 3988 h 131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6435" h="131415">
                  <a:moveTo>
                    <a:pt x="118707" y="3988"/>
                  </a:moveTo>
                  <a:cubicBezTo>
                    <a:pt x="144166" y="22008"/>
                    <a:pt x="134103" y="67059"/>
                    <a:pt x="161364" y="82302"/>
                  </a:cubicBezTo>
                  <a:cubicBezTo>
                    <a:pt x="165419" y="84156"/>
                    <a:pt x="169129" y="86694"/>
                    <a:pt x="172329" y="89810"/>
                  </a:cubicBezTo>
                  <a:cubicBezTo>
                    <a:pt x="180890" y="99796"/>
                    <a:pt x="174957" y="116465"/>
                    <a:pt x="163917" y="123598"/>
                  </a:cubicBezTo>
                  <a:cubicBezTo>
                    <a:pt x="152179" y="129687"/>
                    <a:pt x="138939" y="132293"/>
                    <a:pt x="125767" y="131107"/>
                  </a:cubicBezTo>
                  <a:lnTo>
                    <a:pt x="47588" y="131107"/>
                  </a:lnTo>
                  <a:cubicBezTo>
                    <a:pt x="37599" y="131107"/>
                    <a:pt x="25809" y="130206"/>
                    <a:pt x="20627" y="121571"/>
                  </a:cubicBezTo>
                  <a:cubicBezTo>
                    <a:pt x="17825" y="114971"/>
                    <a:pt x="17300" y="107627"/>
                    <a:pt x="19125" y="100697"/>
                  </a:cubicBezTo>
                  <a:cubicBezTo>
                    <a:pt x="22031" y="76925"/>
                    <a:pt x="19327" y="52809"/>
                    <a:pt x="11239" y="30268"/>
                  </a:cubicBezTo>
                  <a:cubicBezTo>
                    <a:pt x="9287" y="25012"/>
                    <a:pt x="-3781" y="8794"/>
                    <a:pt x="1025" y="7743"/>
                  </a:cubicBezTo>
                  <a:cubicBezTo>
                    <a:pt x="26409" y="1286"/>
                    <a:pt x="107217" y="-3970"/>
                    <a:pt x="118707" y="3988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9" name="Content Placeholder 4">
              <a:extLst>
                <a:ext uri="{FF2B5EF4-FFF2-40B4-BE49-F238E27FC236}">
                  <a16:creationId xmlns:a16="http://schemas.microsoft.com/office/drawing/2014/main" id="{FF5F68E6-BB9D-326F-4D5F-C125BB4C345C}"/>
                </a:ext>
              </a:extLst>
            </p:cNvPr>
            <p:cNvSpPr/>
            <p:nvPr/>
          </p:nvSpPr>
          <p:spPr>
            <a:xfrm>
              <a:off x="5259744" y="4245806"/>
              <a:ext cx="221301" cy="121900"/>
            </a:xfrm>
            <a:custGeom>
              <a:avLst/>
              <a:gdLst>
                <a:gd name="connsiteX0" fmla="*/ 25387 w 221301"/>
                <a:gd name="connsiteY0" fmla="*/ 87881 h 121900"/>
                <a:gd name="connsiteX1" fmla="*/ 39581 w 221301"/>
                <a:gd name="connsiteY1" fmla="*/ 108755 h 121900"/>
                <a:gd name="connsiteX2" fmla="*/ 68570 w 221301"/>
                <a:gd name="connsiteY2" fmla="*/ 118215 h 121900"/>
                <a:gd name="connsiteX3" fmla="*/ 203750 w 221301"/>
                <a:gd name="connsiteY3" fmla="*/ 116489 h 121900"/>
                <a:gd name="connsiteX4" fmla="*/ 221098 w 221301"/>
                <a:gd name="connsiteY4" fmla="*/ 105601 h 121900"/>
                <a:gd name="connsiteX5" fmla="*/ 209758 w 221301"/>
                <a:gd name="connsiteY5" fmla="*/ 89233 h 121900"/>
                <a:gd name="connsiteX6" fmla="*/ 102965 w 221301"/>
                <a:gd name="connsiteY6" fmla="*/ 24510 h 121900"/>
                <a:gd name="connsiteX7" fmla="*/ 66242 w 221301"/>
                <a:gd name="connsiteY7" fmla="*/ 6565 h 121900"/>
                <a:gd name="connsiteX8" fmla="*/ 1205 w 221301"/>
                <a:gd name="connsiteY8" fmla="*/ 10995 h 121900"/>
                <a:gd name="connsiteX9" fmla="*/ 25387 w 221301"/>
                <a:gd name="connsiteY9" fmla="*/ 87881 h 12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1301" h="121900">
                  <a:moveTo>
                    <a:pt x="25387" y="87881"/>
                  </a:moveTo>
                  <a:cubicBezTo>
                    <a:pt x="28459" y="95833"/>
                    <a:pt x="33318" y="102974"/>
                    <a:pt x="39581" y="108755"/>
                  </a:cubicBezTo>
                  <a:cubicBezTo>
                    <a:pt x="48210" y="114476"/>
                    <a:pt x="58228" y="117750"/>
                    <a:pt x="68570" y="118215"/>
                  </a:cubicBezTo>
                  <a:cubicBezTo>
                    <a:pt x="113510" y="123614"/>
                    <a:pt x="158967" y="123028"/>
                    <a:pt x="203750" y="116489"/>
                  </a:cubicBezTo>
                  <a:cubicBezTo>
                    <a:pt x="211260" y="115437"/>
                    <a:pt x="219746" y="112734"/>
                    <a:pt x="221098" y="105601"/>
                  </a:cubicBezTo>
                  <a:cubicBezTo>
                    <a:pt x="222449" y="98468"/>
                    <a:pt x="215691" y="93062"/>
                    <a:pt x="209758" y="89233"/>
                  </a:cubicBezTo>
                  <a:cubicBezTo>
                    <a:pt x="174761" y="66708"/>
                    <a:pt x="138863" y="45609"/>
                    <a:pt x="102965" y="24510"/>
                  </a:cubicBezTo>
                  <a:cubicBezTo>
                    <a:pt x="91438" y="17174"/>
                    <a:pt x="79114" y="11153"/>
                    <a:pt x="66242" y="6565"/>
                  </a:cubicBezTo>
                  <a:cubicBezTo>
                    <a:pt x="52048" y="2060"/>
                    <a:pt x="8865" y="-7701"/>
                    <a:pt x="1205" y="10995"/>
                  </a:cubicBezTo>
                  <a:cubicBezTo>
                    <a:pt x="-5704" y="27889"/>
                    <a:pt x="18328" y="72339"/>
                    <a:pt x="25387" y="87881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0" name="Content Placeholder 4">
              <a:extLst>
                <a:ext uri="{FF2B5EF4-FFF2-40B4-BE49-F238E27FC236}">
                  <a16:creationId xmlns:a16="http://schemas.microsoft.com/office/drawing/2014/main" id="{02387C8D-5923-35D1-E847-6F69736F34B3}"/>
                </a:ext>
              </a:extLst>
            </p:cNvPr>
            <p:cNvSpPr/>
            <p:nvPr/>
          </p:nvSpPr>
          <p:spPr>
            <a:xfrm>
              <a:off x="4915966" y="1561822"/>
              <a:ext cx="418159" cy="387060"/>
            </a:xfrm>
            <a:custGeom>
              <a:avLst/>
              <a:gdLst>
                <a:gd name="connsiteX0" fmla="*/ 397928 w 418159"/>
                <a:gd name="connsiteY0" fmla="*/ 257060 h 387060"/>
                <a:gd name="connsiteX1" fmla="*/ 387414 w 418159"/>
                <a:gd name="connsiteY1" fmla="*/ 236261 h 387060"/>
                <a:gd name="connsiteX2" fmla="*/ 382232 w 418159"/>
                <a:gd name="connsiteY2" fmla="*/ 192637 h 387060"/>
                <a:gd name="connsiteX3" fmla="*/ 389142 w 418159"/>
                <a:gd name="connsiteY3" fmla="*/ 112447 h 387060"/>
                <a:gd name="connsiteX4" fmla="*/ 377576 w 418159"/>
                <a:gd name="connsiteY4" fmla="*/ 66120 h 387060"/>
                <a:gd name="connsiteX5" fmla="*/ 337173 w 418159"/>
                <a:gd name="connsiteY5" fmla="*/ 24673 h 387060"/>
                <a:gd name="connsiteX6" fmla="*/ 247804 w 418159"/>
                <a:gd name="connsiteY6" fmla="*/ 13861 h 387060"/>
                <a:gd name="connsiteX7" fmla="*/ 245851 w 418159"/>
                <a:gd name="connsiteY7" fmla="*/ 14311 h 387060"/>
                <a:gd name="connsiteX8" fmla="*/ 185170 w 418159"/>
                <a:gd name="connsiteY8" fmla="*/ -30 h 387060"/>
                <a:gd name="connsiteX9" fmla="*/ 121936 w 418159"/>
                <a:gd name="connsiteY9" fmla="*/ 16113 h 387060"/>
                <a:gd name="connsiteX10" fmla="*/ 52544 w 418159"/>
                <a:gd name="connsiteY10" fmla="*/ 65970 h 387060"/>
                <a:gd name="connsiteX11" fmla="*/ 23105 w 418159"/>
                <a:gd name="connsiteY11" fmla="*/ 103061 h 387060"/>
                <a:gd name="connsiteX12" fmla="*/ 2302 w 418159"/>
                <a:gd name="connsiteY12" fmla="*/ 163805 h 387060"/>
                <a:gd name="connsiteX13" fmla="*/ 49 w 418159"/>
                <a:gd name="connsiteY13" fmla="*/ 189333 h 387060"/>
                <a:gd name="connsiteX14" fmla="*/ 11389 w 418159"/>
                <a:gd name="connsiteY14" fmla="*/ 226125 h 387060"/>
                <a:gd name="connsiteX15" fmla="*/ 99031 w 418159"/>
                <a:gd name="connsiteY15" fmla="*/ 351741 h 387060"/>
                <a:gd name="connsiteX16" fmla="*/ 112248 w 418159"/>
                <a:gd name="connsiteY16" fmla="*/ 354144 h 387060"/>
                <a:gd name="connsiteX17" fmla="*/ 131999 w 418159"/>
                <a:gd name="connsiteY17" fmla="*/ 387031 h 387060"/>
                <a:gd name="connsiteX18" fmla="*/ 138608 w 418159"/>
                <a:gd name="connsiteY18" fmla="*/ 303312 h 387060"/>
                <a:gd name="connsiteX19" fmla="*/ 139284 w 418159"/>
                <a:gd name="connsiteY19" fmla="*/ 282438 h 387060"/>
                <a:gd name="connsiteX20" fmla="*/ 132600 w 418159"/>
                <a:gd name="connsiteY20" fmla="*/ 279210 h 387060"/>
                <a:gd name="connsiteX21" fmla="*/ 131098 w 418159"/>
                <a:gd name="connsiteY21" fmla="*/ 250002 h 387060"/>
                <a:gd name="connsiteX22" fmla="*/ 133426 w 418159"/>
                <a:gd name="connsiteY22" fmla="*/ 247449 h 387060"/>
                <a:gd name="connsiteX23" fmla="*/ 137707 w 418159"/>
                <a:gd name="connsiteY23" fmla="*/ 249326 h 387060"/>
                <a:gd name="connsiteX24" fmla="*/ 169925 w 418159"/>
                <a:gd name="connsiteY24" fmla="*/ 242568 h 387060"/>
                <a:gd name="connsiteX25" fmla="*/ 197712 w 418159"/>
                <a:gd name="connsiteY25" fmla="*/ 192262 h 387060"/>
                <a:gd name="connsiteX26" fmla="*/ 206349 w 418159"/>
                <a:gd name="connsiteY26" fmla="*/ 164631 h 387060"/>
                <a:gd name="connsiteX27" fmla="*/ 229629 w 418159"/>
                <a:gd name="connsiteY27" fmla="*/ 148562 h 387060"/>
                <a:gd name="connsiteX28" fmla="*/ 255238 w 418159"/>
                <a:gd name="connsiteY28" fmla="*/ 159825 h 387060"/>
                <a:gd name="connsiteX29" fmla="*/ 306532 w 418159"/>
                <a:gd name="connsiteY29" fmla="*/ 145634 h 387060"/>
                <a:gd name="connsiteX30" fmla="*/ 337248 w 418159"/>
                <a:gd name="connsiteY30" fmla="*/ 190310 h 387060"/>
                <a:gd name="connsiteX31" fmla="*/ 361430 w 418159"/>
                <a:gd name="connsiteY31" fmla="*/ 278984 h 387060"/>
                <a:gd name="connsiteX32" fmla="*/ 368264 w 418159"/>
                <a:gd name="connsiteY32" fmla="*/ 253306 h 387060"/>
                <a:gd name="connsiteX33" fmla="*/ 373070 w 418159"/>
                <a:gd name="connsiteY33" fmla="*/ 258486 h 387060"/>
                <a:gd name="connsiteX34" fmla="*/ 418130 w 418159"/>
                <a:gd name="connsiteY34" fmla="*/ 268698 h 387060"/>
                <a:gd name="connsiteX35" fmla="*/ 397928 w 418159"/>
                <a:gd name="connsiteY35" fmla="*/ 257060 h 387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418159" h="387060">
                  <a:moveTo>
                    <a:pt x="397928" y="257060"/>
                  </a:moveTo>
                  <a:cubicBezTo>
                    <a:pt x="393099" y="250880"/>
                    <a:pt x="389525" y="243815"/>
                    <a:pt x="387414" y="236261"/>
                  </a:cubicBezTo>
                  <a:cubicBezTo>
                    <a:pt x="385462" y="229879"/>
                    <a:pt x="385687" y="207128"/>
                    <a:pt x="382232" y="192637"/>
                  </a:cubicBezTo>
                  <a:cubicBezTo>
                    <a:pt x="387084" y="166185"/>
                    <a:pt x="389397" y="139335"/>
                    <a:pt x="389142" y="112447"/>
                  </a:cubicBezTo>
                  <a:cubicBezTo>
                    <a:pt x="389142" y="90297"/>
                    <a:pt x="385161" y="87068"/>
                    <a:pt x="377576" y="66120"/>
                  </a:cubicBezTo>
                  <a:cubicBezTo>
                    <a:pt x="369991" y="45171"/>
                    <a:pt x="356699" y="36612"/>
                    <a:pt x="337173" y="24673"/>
                  </a:cubicBezTo>
                  <a:cubicBezTo>
                    <a:pt x="311188" y="8830"/>
                    <a:pt x="277994" y="8230"/>
                    <a:pt x="247804" y="13861"/>
                  </a:cubicBezTo>
                  <a:lnTo>
                    <a:pt x="245851" y="14311"/>
                  </a:lnTo>
                  <a:cubicBezTo>
                    <a:pt x="226798" y="5481"/>
                    <a:pt x="206161" y="608"/>
                    <a:pt x="185170" y="-30"/>
                  </a:cubicBezTo>
                  <a:cubicBezTo>
                    <a:pt x="163151" y="541"/>
                    <a:pt x="141537" y="6052"/>
                    <a:pt x="121936" y="16113"/>
                  </a:cubicBezTo>
                  <a:cubicBezTo>
                    <a:pt x="96154" y="28698"/>
                    <a:pt x="72693" y="45554"/>
                    <a:pt x="52544" y="65970"/>
                  </a:cubicBezTo>
                  <a:cubicBezTo>
                    <a:pt x="41159" y="76999"/>
                    <a:pt x="31261" y="89471"/>
                    <a:pt x="23105" y="103061"/>
                  </a:cubicBezTo>
                  <a:cubicBezTo>
                    <a:pt x="12823" y="122005"/>
                    <a:pt x="5794" y="142541"/>
                    <a:pt x="2302" y="163805"/>
                  </a:cubicBezTo>
                  <a:cubicBezTo>
                    <a:pt x="470" y="172184"/>
                    <a:pt x="-289" y="180766"/>
                    <a:pt x="49" y="189333"/>
                  </a:cubicBezTo>
                  <a:cubicBezTo>
                    <a:pt x="1746" y="202143"/>
                    <a:pt x="5576" y="214584"/>
                    <a:pt x="11389" y="226125"/>
                  </a:cubicBezTo>
                  <a:cubicBezTo>
                    <a:pt x="31891" y="273353"/>
                    <a:pt x="54647" y="323284"/>
                    <a:pt x="99031" y="351741"/>
                  </a:cubicBezTo>
                  <a:cubicBezTo>
                    <a:pt x="102816" y="354579"/>
                    <a:pt x="107712" y="355465"/>
                    <a:pt x="112248" y="354144"/>
                  </a:cubicBezTo>
                  <a:cubicBezTo>
                    <a:pt x="118654" y="365204"/>
                    <a:pt x="125241" y="376166"/>
                    <a:pt x="131999" y="387031"/>
                  </a:cubicBezTo>
                  <a:cubicBezTo>
                    <a:pt x="117881" y="361277"/>
                    <a:pt x="125090" y="329291"/>
                    <a:pt x="138608" y="303312"/>
                  </a:cubicBezTo>
                  <a:cubicBezTo>
                    <a:pt x="142138" y="296554"/>
                    <a:pt x="145518" y="287094"/>
                    <a:pt x="139284" y="282438"/>
                  </a:cubicBezTo>
                  <a:cubicBezTo>
                    <a:pt x="137121" y="281229"/>
                    <a:pt x="134891" y="280148"/>
                    <a:pt x="132600" y="279210"/>
                  </a:cubicBezTo>
                  <a:cubicBezTo>
                    <a:pt x="122912" y="273728"/>
                    <a:pt x="126367" y="259763"/>
                    <a:pt x="131098" y="250002"/>
                  </a:cubicBezTo>
                  <a:cubicBezTo>
                    <a:pt x="131624" y="248951"/>
                    <a:pt x="132225" y="247749"/>
                    <a:pt x="133426" y="247449"/>
                  </a:cubicBezTo>
                  <a:cubicBezTo>
                    <a:pt x="134628" y="247149"/>
                    <a:pt x="136430" y="248350"/>
                    <a:pt x="137707" y="249326"/>
                  </a:cubicBezTo>
                  <a:cubicBezTo>
                    <a:pt x="146945" y="256834"/>
                    <a:pt x="161364" y="250677"/>
                    <a:pt x="169925" y="242568"/>
                  </a:cubicBezTo>
                  <a:cubicBezTo>
                    <a:pt x="183728" y="228738"/>
                    <a:pt x="193356" y="211303"/>
                    <a:pt x="197712" y="192262"/>
                  </a:cubicBezTo>
                  <a:cubicBezTo>
                    <a:pt x="199439" y="182726"/>
                    <a:pt x="202338" y="173446"/>
                    <a:pt x="206349" y="164631"/>
                  </a:cubicBezTo>
                  <a:cubicBezTo>
                    <a:pt x="210682" y="155508"/>
                    <a:pt x="219558" y="149381"/>
                    <a:pt x="229629" y="148562"/>
                  </a:cubicBezTo>
                  <a:cubicBezTo>
                    <a:pt x="240519" y="148562"/>
                    <a:pt x="245551" y="157798"/>
                    <a:pt x="255238" y="159825"/>
                  </a:cubicBezTo>
                  <a:cubicBezTo>
                    <a:pt x="275065" y="164105"/>
                    <a:pt x="284903" y="138651"/>
                    <a:pt x="306532" y="145634"/>
                  </a:cubicBezTo>
                  <a:cubicBezTo>
                    <a:pt x="324931" y="151641"/>
                    <a:pt x="332366" y="172289"/>
                    <a:pt x="337248" y="190310"/>
                  </a:cubicBezTo>
                  <a:cubicBezTo>
                    <a:pt x="345306" y="219893"/>
                    <a:pt x="353372" y="249454"/>
                    <a:pt x="361430" y="278984"/>
                  </a:cubicBezTo>
                  <a:cubicBezTo>
                    <a:pt x="364622" y="270695"/>
                    <a:pt x="366920" y="262083"/>
                    <a:pt x="368264" y="253306"/>
                  </a:cubicBezTo>
                  <a:cubicBezTo>
                    <a:pt x="369766" y="255107"/>
                    <a:pt x="371418" y="256759"/>
                    <a:pt x="373070" y="258486"/>
                  </a:cubicBezTo>
                  <a:cubicBezTo>
                    <a:pt x="383967" y="271821"/>
                    <a:pt x="402547" y="276026"/>
                    <a:pt x="418130" y="268698"/>
                  </a:cubicBezTo>
                  <a:cubicBezTo>
                    <a:pt x="410155" y="267542"/>
                    <a:pt x="402930" y="263374"/>
                    <a:pt x="397928" y="257060"/>
                  </a:cubicBezTo>
                  <a:close/>
                </a:path>
              </a:pathLst>
            </a:custGeom>
            <a:solidFill>
              <a:srgbClr val="8C623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1" name="Content Placeholder 4">
              <a:extLst>
                <a:ext uri="{FF2B5EF4-FFF2-40B4-BE49-F238E27FC236}">
                  <a16:creationId xmlns:a16="http://schemas.microsoft.com/office/drawing/2014/main" id="{F658D33A-9220-9D46-45B0-FC18A4FD0D97}"/>
                </a:ext>
              </a:extLst>
            </p:cNvPr>
            <p:cNvSpPr/>
            <p:nvPr/>
          </p:nvSpPr>
          <p:spPr>
            <a:xfrm>
              <a:off x="4989224" y="4166625"/>
              <a:ext cx="168371" cy="208696"/>
            </a:xfrm>
            <a:custGeom>
              <a:avLst/>
              <a:gdLst>
                <a:gd name="connsiteX0" fmla="*/ 119047 w 168371"/>
                <a:gd name="connsiteY0" fmla="*/ 76660 h 208696"/>
                <a:gd name="connsiteX1" fmla="*/ 155846 w 168371"/>
                <a:gd name="connsiteY1" fmla="*/ 124038 h 208696"/>
                <a:gd name="connsiteX2" fmla="*/ 164332 w 168371"/>
                <a:gd name="connsiteY2" fmla="*/ 180878 h 208696"/>
                <a:gd name="connsiteX3" fmla="*/ 117695 w 168371"/>
                <a:gd name="connsiteY3" fmla="*/ 208434 h 208696"/>
                <a:gd name="connsiteX4" fmla="*/ 92311 w 168371"/>
                <a:gd name="connsiteY4" fmla="*/ 205055 h 208696"/>
                <a:gd name="connsiteX5" fmla="*/ 47251 w 168371"/>
                <a:gd name="connsiteY5" fmla="*/ 150468 h 208696"/>
                <a:gd name="connsiteX6" fmla="*/ 10678 w 168371"/>
                <a:gd name="connsiteY6" fmla="*/ 81841 h 208696"/>
                <a:gd name="connsiteX7" fmla="*/ 4519 w 168371"/>
                <a:gd name="connsiteY7" fmla="*/ 5931 h 208696"/>
                <a:gd name="connsiteX8" fmla="*/ 52809 w 168371"/>
                <a:gd name="connsiteY8" fmla="*/ 2176 h 208696"/>
                <a:gd name="connsiteX9" fmla="*/ 94865 w 168371"/>
                <a:gd name="connsiteY9" fmla="*/ 3829 h 208696"/>
                <a:gd name="connsiteX10" fmla="*/ 101398 w 168371"/>
                <a:gd name="connsiteY10" fmla="*/ 35814 h 208696"/>
                <a:gd name="connsiteX11" fmla="*/ 119047 w 168371"/>
                <a:gd name="connsiteY11" fmla="*/ 76660 h 208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8371" h="208696">
                  <a:moveTo>
                    <a:pt x="119047" y="76660"/>
                  </a:moveTo>
                  <a:cubicBezTo>
                    <a:pt x="130086" y="93329"/>
                    <a:pt x="145031" y="107144"/>
                    <a:pt x="155846" y="124038"/>
                  </a:cubicBezTo>
                  <a:cubicBezTo>
                    <a:pt x="166660" y="140932"/>
                    <a:pt x="172893" y="162782"/>
                    <a:pt x="164332" y="180878"/>
                  </a:cubicBezTo>
                  <a:cubicBezTo>
                    <a:pt x="155771" y="198973"/>
                    <a:pt x="136545" y="207157"/>
                    <a:pt x="117695" y="208434"/>
                  </a:cubicBezTo>
                  <a:cubicBezTo>
                    <a:pt x="109089" y="209207"/>
                    <a:pt x="100415" y="208051"/>
                    <a:pt x="92311" y="205055"/>
                  </a:cubicBezTo>
                  <a:cubicBezTo>
                    <a:pt x="69781" y="196195"/>
                    <a:pt x="58817" y="171793"/>
                    <a:pt x="47251" y="150468"/>
                  </a:cubicBezTo>
                  <a:cubicBezTo>
                    <a:pt x="35160" y="127493"/>
                    <a:pt x="20516" y="105793"/>
                    <a:pt x="10678" y="81841"/>
                  </a:cubicBezTo>
                  <a:cubicBezTo>
                    <a:pt x="840" y="57889"/>
                    <a:pt x="-4342" y="30483"/>
                    <a:pt x="4519" y="5931"/>
                  </a:cubicBezTo>
                  <a:cubicBezTo>
                    <a:pt x="5796" y="2327"/>
                    <a:pt x="47552" y="2402"/>
                    <a:pt x="52809" y="2176"/>
                  </a:cubicBezTo>
                  <a:cubicBezTo>
                    <a:pt x="62722" y="1726"/>
                    <a:pt x="87054" y="-3455"/>
                    <a:pt x="94865" y="3829"/>
                  </a:cubicBezTo>
                  <a:cubicBezTo>
                    <a:pt x="101398" y="9910"/>
                    <a:pt x="99596" y="27781"/>
                    <a:pt x="101398" y="35814"/>
                  </a:cubicBezTo>
                  <a:cubicBezTo>
                    <a:pt x="104793" y="50373"/>
                    <a:pt x="110771" y="64211"/>
                    <a:pt x="119047" y="76660"/>
                  </a:cubicBezTo>
                  <a:close/>
                </a:path>
              </a:pathLst>
            </a:custGeom>
            <a:solidFill>
              <a:srgbClr val="9986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2" name="Content Placeholder 4">
              <a:extLst>
                <a:ext uri="{FF2B5EF4-FFF2-40B4-BE49-F238E27FC236}">
                  <a16:creationId xmlns:a16="http://schemas.microsoft.com/office/drawing/2014/main" id="{830A827F-68C2-6B83-9EC0-04815479AFD2}"/>
                </a:ext>
              </a:extLst>
            </p:cNvPr>
            <p:cNvSpPr/>
            <p:nvPr/>
          </p:nvSpPr>
          <p:spPr>
            <a:xfrm>
              <a:off x="5266408" y="4161870"/>
              <a:ext cx="187134" cy="186883"/>
            </a:xfrm>
            <a:custGeom>
              <a:avLst/>
              <a:gdLst>
                <a:gd name="connsiteX0" fmla="*/ 140461 w 187134"/>
                <a:gd name="connsiteY0" fmla="*/ 93805 h 186883"/>
                <a:gd name="connsiteX1" fmla="*/ 172979 w 187134"/>
                <a:gd name="connsiteY1" fmla="*/ 108822 h 186883"/>
                <a:gd name="connsiteX2" fmla="*/ 177635 w 187134"/>
                <a:gd name="connsiteY2" fmla="*/ 171442 h 186883"/>
                <a:gd name="connsiteX3" fmla="*/ 165844 w 187134"/>
                <a:gd name="connsiteY3" fmla="*/ 182255 h 186883"/>
                <a:gd name="connsiteX4" fmla="*/ 141587 w 187134"/>
                <a:gd name="connsiteY4" fmla="*/ 186760 h 186883"/>
                <a:gd name="connsiteX5" fmla="*/ 82483 w 187134"/>
                <a:gd name="connsiteY5" fmla="*/ 184507 h 186883"/>
                <a:gd name="connsiteX6" fmla="*/ 55222 w 187134"/>
                <a:gd name="connsiteY6" fmla="*/ 171592 h 186883"/>
                <a:gd name="connsiteX7" fmla="*/ 10162 w 187134"/>
                <a:gd name="connsiteY7" fmla="*/ 106794 h 186883"/>
                <a:gd name="connsiteX8" fmla="*/ 1225 w 187134"/>
                <a:gd name="connsiteY8" fmla="*/ 10386 h 186883"/>
                <a:gd name="connsiteX9" fmla="*/ 6197 w 187134"/>
                <a:gd name="connsiteY9" fmla="*/ 3366 h 186883"/>
                <a:gd name="connsiteX10" fmla="*/ 7984 w 187134"/>
                <a:gd name="connsiteY10" fmla="*/ 3328 h 186883"/>
                <a:gd name="connsiteX11" fmla="*/ 64835 w 187134"/>
                <a:gd name="connsiteY11" fmla="*/ 400 h 186883"/>
                <a:gd name="connsiteX12" fmla="*/ 82784 w 187134"/>
                <a:gd name="connsiteY12" fmla="*/ 29232 h 186883"/>
                <a:gd name="connsiteX13" fmla="*/ 140461 w 187134"/>
                <a:gd name="connsiteY13" fmla="*/ 93805 h 1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7134" h="186883">
                  <a:moveTo>
                    <a:pt x="140461" y="93805"/>
                  </a:moveTo>
                  <a:cubicBezTo>
                    <a:pt x="151958" y="97236"/>
                    <a:pt x="162915" y="102289"/>
                    <a:pt x="172979" y="108822"/>
                  </a:cubicBezTo>
                  <a:cubicBezTo>
                    <a:pt x="190627" y="123839"/>
                    <a:pt x="191228" y="152821"/>
                    <a:pt x="177635" y="171442"/>
                  </a:cubicBezTo>
                  <a:cubicBezTo>
                    <a:pt x="174526" y="175850"/>
                    <a:pt x="170508" y="179537"/>
                    <a:pt x="165844" y="182255"/>
                  </a:cubicBezTo>
                  <a:cubicBezTo>
                    <a:pt x="158229" y="185648"/>
                    <a:pt x="149916" y="187188"/>
                    <a:pt x="141587" y="186760"/>
                  </a:cubicBezTo>
                  <a:cubicBezTo>
                    <a:pt x="121858" y="187135"/>
                    <a:pt x="102122" y="186384"/>
                    <a:pt x="82483" y="184507"/>
                  </a:cubicBezTo>
                  <a:cubicBezTo>
                    <a:pt x="71834" y="184920"/>
                    <a:pt x="61651" y="180092"/>
                    <a:pt x="55222" y="171592"/>
                  </a:cubicBezTo>
                  <a:cubicBezTo>
                    <a:pt x="36312" y="152972"/>
                    <a:pt x="21029" y="131002"/>
                    <a:pt x="10162" y="106794"/>
                  </a:cubicBezTo>
                  <a:cubicBezTo>
                    <a:pt x="-1704" y="76761"/>
                    <a:pt x="-878" y="42897"/>
                    <a:pt x="1225" y="10386"/>
                  </a:cubicBezTo>
                  <a:cubicBezTo>
                    <a:pt x="662" y="7075"/>
                    <a:pt x="2885" y="3936"/>
                    <a:pt x="6197" y="3366"/>
                  </a:cubicBezTo>
                  <a:cubicBezTo>
                    <a:pt x="6790" y="3268"/>
                    <a:pt x="7391" y="3253"/>
                    <a:pt x="7984" y="3328"/>
                  </a:cubicBezTo>
                  <a:cubicBezTo>
                    <a:pt x="26774" y="295"/>
                    <a:pt x="45835" y="-689"/>
                    <a:pt x="64835" y="400"/>
                  </a:cubicBezTo>
                  <a:cubicBezTo>
                    <a:pt x="81357" y="2352"/>
                    <a:pt x="78804" y="16093"/>
                    <a:pt x="82784" y="29232"/>
                  </a:cubicBezTo>
                  <a:cubicBezTo>
                    <a:pt x="91773" y="58080"/>
                    <a:pt x="112801" y="81626"/>
                    <a:pt x="140461" y="93805"/>
                  </a:cubicBezTo>
                  <a:close/>
                </a:path>
              </a:pathLst>
            </a:custGeom>
            <a:solidFill>
              <a:srgbClr val="9986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3" name="Content Placeholder 4">
              <a:extLst>
                <a:ext uri="{FF2B5EF4-FFF2-40B4-BE49-F238E27FC236}">
                  <a16:creationId xmlns:a16="http://schemas.microsoft.com/office/drawing/2014/main" id="{49B1E268-DBD4-8BDA-FB17-BE2AEE90C4E7}"/>
                </a:ext>
              </a:extLst>
            </p:cNvPr>
            <p:cNvSpPr/>
            <p:nvPr/>
          </p:nvSpPr>
          <p:spPr>
            <a:xfrm>
              <a:off x="5202987" y="2707089"/>
              <a:ext cx="229633" cy="1475558"/>
            </a:xfrm>
            <a:custGeom>
              <a:avLst/>
              <a:gdLst>
                <a:gd name="connsiteX0" fmla="*/ 2313 w 229633"/>
                <a:gd name="connsiteY0" fmla="*/ 401069 h 1475558"/>
                <a:gd name="connsiteX1" fmla="*/ 26720 w 229633"/>
                <a:gd name="connsiteY1" fmla="*/ 133918 h 1475558"/>
                <a:gd name="connsiteX2" fmla="*/ 81017 w 229633"/>
                <a:gd name="connsiteY2" fmla="*/ 40137 h 1475558"/>
                <a:gd name="connsiteX3" fmla="*/ 127504 w 229633"/>
                <a:gd name="connsiteY3" fmla="*/ 3646 h 1475558"/>
                <a:gd name="connsiteX4" fmla="*/ 183003 w 229633"/>
                <a:gd name="connsiteY4" fmla="*/ 13708 h 1475558"/>
                <a:gd name="connsiteX5" fmla="*/ 198023 w 229633"/>
                <a:gd name="connsiteY5" fmla="*/ 45619 h 1475558"/>
                <a:gd name="connsiteX6" fmla="*/ 220178 w 229633"/>
                <a:gd name="connsiteY6" fmla="*/ 148034 h 1475558"/>
                <a:gd name="connsiteX7" fmla="*/ 223182 w 229633"/>
                <a:gd name="connsiteY7" fmla="*/ 458959 h 1475558"/>
                <a:gd name="connsiteX8" fmla="*/ 166631 w 229633"/>
                <a:gd name="connsiteY8" fmla="*/ 1438962 h 1475558"/>
                <a:gd name="connsiteX9" fmla="*/ 154765 w 229633"/>
                <a:gd name="connsiteY9" fmla="*/ 1469822 h 1475558"/>
                <a:gd name="connsiteX10" fmla="*/ 133287 w 229633"/>
                <a:gd name="connsiteY10" fmla="*/ 1473727 h 1475558"/>
                <a:gd name="connsiteX11" fmla="*/ 47898 w 229633"/>
                <a:gd name="connsiteY11" fmla="*/ 1464716 h 1475558"/>
                <a:gd name="connsiteX12" fmla="*/ 41965 w 229633"/>
                <a:gd name="connsiteY12" fmla="*/ 1356369 h 1475558"/>
                <a:gd name="connsiteX13" fmla="*/ 32277 w 229633"/>
                <a:gd name="connsiteY13" fmla="*/ 1123607 h 1475558"/>
                <a:gd name="connsiteX14" fmla="*/ 12827 w 229633"/>
                <a:gd name="connsiteY14" fmla="*/ 658083 h 1475558"/>
                <a:gd name="connsiteX15" fmla="*/ 2313 w 229633"/>
                <a:gd name="connsiteY15" fmla="*/ 401069 h 1475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9633" h="1475558">
                  <a:moveTo>
                    <a:pt x="2313" y="401069"/>
                  </a:moveTo>
                  <a:cubicBezTo>
                    <a:pt x="-1442" y="310967"/>
                    <a:pt x="-4747" y="218238"/>
                    <a:pt x="26720" y="133918"/>
                  </a:cubicBezTo>
                  <a:cubicBezTo>
                    <a:pt x="39344" y="99792"/>
                    <a:pt x="57706" y="68077"/>
                    <a:pt x="81017" y="40137"/>
                  </a:cubicBezTo>
                  <a:cubicBezTo>
                    <a:pt x="93071" y="24137"/>
                    <a:pt x="109097" y="11553"/>
                    <a:pt x="127504" y="3646"/>
                  </a:cubicBezTo>
                  <a:cubicBezTo>
                    <a:pt x="146204" y="-3186"/>
                    <a:pt x="169410" y="-859"/>
                    <a:pt x="183003" y="13708"/>
                  </a:cubicBezTo>
                  <a:cubicBezTo>
                    <a:pt x="190445" y="23018"/>
                    <a:pt x="195590" y="33950"/>
                    <a:pt x="198023" y="45619"/>
                  </a:cubicBezTo>
                  <a:cubicBezTo>
                    <a:pt x="207733" y="79211"/>
                    <a:pt x="215131" y="113427"/>
                    <a:pt x="220178" y="148034"/>
                  </a:cubicBezTo>
                  <a:cubicBezTo>
                    <a:pt x="235198" y="250825"/>
                    <a:pt x="229189" y="355342"/>
                    <a:pt x="223182" y="458959"/>
                  </a:cubicBezTo>
                  <a:lnTo>
                    <a:pt x="166631" y="1438962"/>
                  </a:lnTo>
                  <a:cubicBezTo>
                    <a:pt x="165955" y="1450375"/>
                    <a:pt x="164378" y="1463515"/>
                    <a:pt x="154765" y="1469822"/>
                  </a:cubicBezTo>
                  <a:cubicBezTo>
                    <a:pt x="148149" y="1473223"/>
                    <a:pt x="140677" y="1474582"/>
                    <a:pt x="133287" y="1473727"/>
                  </a:cubicBezTo>
                  <a:cubicBezTo>
                    <a:pt x="112634" y="1473276"/>
                    <a:pt x="61942" y="1481986"/>
                    <a:pt x="47898" y="1464716"/>
                  </a:cubicBezTo>
                  <a:cubicBezTo>
                    <a:pt x="33855" y="1447447"/>
                    <a:pt x="42942" y="1378820"/>
                    <a:pt x="41965" y="1356369"/>
                  </a:cubicBezTo>
                  <a:lnTo>
                    <a:pt x="32277" y="1123607"/>
                  </a:lnTo>
                  <a:cubicBezTo>
                    <a:pt x="25819" y="968430"/>
                    <a:pt x="19338" y="813260"/>
                    <a:pt x="12827" y="658083"/>
                  </a:cubicBezTo>
                  <a:cubicBezTo>
                    <a:pt x="9470" y="572539"/>
                    <a:pt x="5970" y="486868"/>
                    <a:pt x="2313" y="401069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4" name="Content Placeholder 4">
              <a:extLst>
                <a:ext uri="{FF2B5EF4-FFF2-40B4-BE49-F238E27FC236}">
                  <a16:creationId xmlns:a16="http://schemas.microsoft.com/office/drawing/2014/main" id="{5ACD499F-6FC0-B0A7-6798-C030C7BF3C87}"/>
                </a:ext>
              </a:extLst>
            </p:cNvPr>
            <p:cNvSpPr/>
            <p:nvPr/>
          </p:nvSpPr>
          <p:spPr>
            <a:xfrm>
              <a:off x="4881297" y="2696600"/>
              <a:ext cx="280979" cy="1495436"/>
            </a:xfrm>
            <a:custGeom>
              <a:avLst/>
              <a:gdLst>
                <a:gd name="connsiteX0" fmla="*/ 773 w 280979"/>
                <a:gd name="connsiteY0" fmla="*/ 204399 h 1495436"/>
                <a:gd name="connsiteX1" fmla="*/ 32916 w 280979"/>
                <a:gd name="connsiteY1" fmla="*/ 46722 h 1495436"/>
                <a:gd name="connsiteX2" fmla="*/ 139108 w 280979"/>
                <a:gd name="connsiteY2" fmla="*/ 1671 h 1495436"/>
                <a:gd name="connsiteX3" fmla="*/ 227876 w 280979"/>
                <a:gd name="connsiteY3" fmla="*/ 19166 h 1495436"/>
                <a:gd name="connsiteX4" fmla="*/ 266252 w 280979"/>
                <a:gd name="connsiteY4" fmla="*/ 121281 h 1495436"/>
                <a:gd name="connsiteX5" fmla="*/ 272710 w 280979"/>
                <a:gd name="connsiteY5" fmla="*/ 719404 h 1495436"/>
                <a:gd name="connsiteX6" fmla="*/ 243346 w 280979"/>
                <a:gd name="connsiteY6" fmla="*/ 1453430 h 1495436"/>
                <a:gd name="connsiteX7" fmla="*/ 230579 w 280979"/>
                <a:gd name="connsiteY7" fmla="*/ 1488795 h 1495436"/>
                <a:gd name="connsiteX8" fmla="*/ 213156 w 280979"/>
                <a:gd name="connsiteY8" fmla="*/ 1491798 h 1495436"/>
                <a:gd name="connsiteX9" fmla="*/ 98028 w 280979"/>
                <a:gd name="connsiteY9" fmla="*/ 1487068 h 1495436"/>
                <a:gd name="connsiteX10" fmla="*/ 84585 w 280979"/>
                <a:gd name="connsiteY10" fmla="*/ 1357022 h 1495436"/>
                <a:gd name="connsiteX11" fmla="*/ 59577 w 280979"/>
                <a:gd name="connsiteY11" fmla="*/ 1077332 h 1495436"/>
                <a:gd name="connsiteX12" fmla="*/ 17220 w 280979"/>
                <a:gd name="connsiteY12" fmla="*/ 521706 h 1495436"/>
                <a:gd name="connsiteX13" fmla="*/ 773 w 280979"/>
                <a:gd name="connsiteY13" fmla="*/ 204399 h 1495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0979" h="1495436">
                  <a:moveTo>
                    <a:pt x="773" y="204399"/>
                  </a:moveTo>
                  <a:cubicBezTo>
                    <a:pt x="-1480" y="148987"/>
                    <a:pt x="-1254" y="86892"/>
                    <a:pt x="32916" y="46722"/>
                  </a:cubicBezTo>
                  <a:cubicBezTo>
                    <a:pt x="59727" y="15412"/>
                    <a:pt x="100506" y="6176"/>
                    <a:pt x="139108" y="1671"/>
                  </a:cubicBezTo>
                  <a:cubicBezTo>
                    <a:pt x="169748" y="-1708"/>
                    <a:pt x="203468" y="-1933"/>
                    <a:pt x="227876" y="19166"/>
                  </a:cubicBezTo>
                  <a:cubicBezTo>
                    <a:pt x="254686" y="42292"/>
                    <a:pt x="261971" y="83588"/>
                    <a:pt x="266252" y="121281"/>
                  </a:cubicBezTo>
                  <a:cubicBezTo>
                    <a:pt x="288782" y="319354"/>
                    <a:pt x="280746" y="519979"/>
                    <a:pt x="272710" y="719404"/>
                  </a:cubicBezTo>
                  <a:cubicBezTo>
                    <a:pt x="262700" y="964082"/>
                    <a:pt x="252906" y="1208752"/>
                    <a:pt x="243346" y="1453430"/>
                  </a:cubicBezTo>
                  <a:cubicBezTo>
                    <a:pt x="242821" y="1466796"/>
                    <a:pt x="241093" y="1482488"/>
                    <a:pt x="230579" y="1488795"/>
                  </a:cubicBezTo>
                  <a:cubicBezTo>
                    <a:pt x="225187" y="1491476"/>
                    <a:pt x="219134" y="1492519"/>
                    <a:pt x="213156" y="1491798"/>
                  </a:cubicBezTo>
                  <a:cubicBezTo>
                    <a:pt x="191752" y="1491198"/>
                    <a:pt x="112522" y="1502911"/>
                    <a:pt x="98028" y="1487068"/>
                  </a:cubicBezTo>
                  <a:cubicBezTo>
                    <a:pt x="82407" y="1469949"/>
                    <a:pt x="86838" y="1381950"/>
                    <a:pt x="84585" y="1357022"/>
                  </a:cubicBezTo>
                  <a:cubicBezTo>
                    <a:pt x="76121" y="1263820"/>
                    <a:pt x="67785" y="1170587"/>
                    <a:pt x="59577" y="1077332"/>
                  </a:cubicBezTo>
                  <a:cubicBezTo>
                    <a:pt x="43580" y="892249"/>
                    <a:pt x="28861" y="707015"/>
                    <a:pt x="17220" y="521706"/>
                  </a:cubicBezTo>
                  <a:cubicBezTo>
                    <a:pt x="10612" y="416138"/>
                    <a:pt x="5129" y="310366"/>
                    <a:pt x="773" y="204399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5" name="Content Placeholder 4">
              <a:extLst>
                <a:ext uri="{FF2B5EF4-FFF2-40B4-BE49-F238E27FC236}">
                  <a16:creationId xmlns:a16="http://schemas.microsoft.com/office/drawing/2014/main" id="{90098A33-3CAC-80A4-768F-E45C2969B735}"/>
                </a:ext>
              </a:extLst>
            </p:cNvPr>
            <p:cNvSpPr/>
            <p:nvPr/>
          </p:nvSpPr>
          <p:spPr>
            <a:xfrm>
              <a:off x="4839097" y="2019481"/>
              <a:ext cx="632417" cy="1026644"/>
            </a:xfrm>
            <a:custGeom>
              <a:avLst/>
              <a:gdLst>
                <a:gd name="connsiteX0" fmla="*/ 289451 w 632417"/>
                <a:gd name="connsiteY0" fmla="*/ 13767 h 1026644"/>
                <a:gd name="connsiteX1" fmla="*/ 170943 w 632417"/>
                <a:gd name="connsiteY1" fmla="*/ 12190 h 1026644"/>
                <a:gd name="connsiteX2" fmla="*/ 80823 w 632417"/>
                <a:gd name="connsiteY2" fmla="*/ 134728 h 1026644"/>
                <a:gd name="connsiteX3" fmla="*/ 8427 w 632417"/>
                <a:gd name="connsiteY3" fmla="*/ 897286 h 1026644"/>
                <a:gd name="connsiteX4" fmla="*/ 54613 w 632417"/>
                <a:gd name="connsiteY4" fmla="*/ 1006835 h 1026644"/>
                <a:gd name="connsiteX5" fmla="*/ 152619 w 632417"/>
                <a:gd name="connsiteY5" fmla="*/ 1019299 h 1026644"/>
                <a:gd name="connsiteX6" fmla="*/ 546743 w 632417"/>
                <a:gd name="connsiteY6" fmla="*/ 1010514 h 1026644"/>
                <a:gd name="connsiteX7" fmla="*/ 625748 w 632417"/>
                <a:gd name="connsiteY7" fmla="*/ 966815 h 1026644"/>
                <a:gd name="connsiteX8" fmla="*/ 614558 w 632417"/>
                <a:gd name="connsiteY8" fmla="*/ 809513 h 1026644"/>
                <a:gd name="connsiteX9" fmla="*/ 530371 w 632417"/>
                <a:gd name="connsiteY9" fmla="*/ 517734 h 1026644"/>
                <a:gd name="connsiteX10" fmla="*/ 493948 w 632417"/>
                <a:gd name="connsiteY10" fmla="*/ 124141 h 1026644"/>
                <a:gd name="connsiteX11" fmla="*/ 432066 w 632417"/>
                <a:gd name="connsiteY11" fmla="*/ 4006 h 1026644"/>
                <a:gd name="connsiteX12" fmla="*/ 289451 w 632417"/>
                <a:gd name="connsiteY12" fmla="*/ 13767 h 1026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2417" h="1026644">
                  <a:moveTo>
                    <a:pt x="289451" y="13767"/>
                  </a:moveTo>
                  <a:cubicBezTo>
                    <a:pt x="249723" y="10763"/>
                    <a:pt x="208643" y="-1250"/>
                    <a:pt x="170943" y="12190"/>
                  </a:cubicBezTo>
                  <a:cubicBezTo>
                    <a:pt x="119950" y="30060"/>
                    <a:pt x="95843" y="85247"/>
                    <a:pt x="80823" y="134728"/>
                  </a:cubicBezTo>
                  <a:cubicBezTo>
                    <a:pt x="4522" y="382131"/>
                    <a:pt x="-12977" y="642449"/>
                    <a:pt x="8427" y="897286"/>
                  </a:cubicBezTo>
                  <a:cubicBezTo>
                    <a:pt x="11806" y="938132"/>
                    <a:pt x="19241" y="984009"/>
                    <a:pt x="54613" y="1006835"/>
                  </a:cubicBezTo>
                  <a:cubicBezTo>
                    <a:pt x="82250" y="1024630"/>
                    <a:pt x="118974" y="1022678"/>
                    <a:pt x="152619" y="1019299"/>
                  </a:cubicBezTo>
                  <a:cubicBezTo>
                    <a:pt x="286672" y="1005784"/>
                    <a:pt x="417271" y="1048356"/>
                    <a:pt x="546743" y="1010514"/>
                  </a:cubicBezTo>
                  <a:cubicBezTo>
                    <a:pt x="576333" y="1001879"/>
                    <a:pt x="607950" y="991142"/>
                    <a:pt x="625748" y="966815"/>
                  </a:cubicBezTo>
                  <a:cubicBezTo>
                    <a:pt x="644523" y="941286"/>
                    <a:pt x="617863" y="840072"/>
                    <a:pt x="614558" y="809513"/>
                  </a:cubicBezTo>
                  <a:cubicBezTo>
                    <a:pt x="603143" y="704394"/>
                    <a:pt x="552976" y="620900"/>
                    <a:pt x="530371" y="517734"/>
                  </a:cubicBezTo>
                  <a:cubicBezTo>
                    <a:pt x="502885" y="392643"/>
                    <a:pt x="530371" y="246979"/>
                    <a:pt x="493948" y="124141"/>
                  </a:cubicBezTo>
                  <a:cubicBezTo>
                    <a:pt x="482908" y="86599"/>
                    <a:pt x="476675" y="19023"/>
                    <a:pt x="432066" y="4006"/>
                  </a:cubicBezTo>
                  <a:cubicBezTo>
                    <a:pt x="390911" y="-9960"/>
                    <a:pt x="333234" y="17070"/>
                    <a:pt x="289451" y="13767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6" name="Content Placeholder 4">
              <a:extLst>
                <a:ext uri="{FF2B5EF4-FFF2-40B4-BE49-F238E27FC236}">
                  <a16:creationId xmlns:a16="http://schemas.microsoft.com/office/drawing/2014/main" id="{6698E7D8-187E-9F29-2F0F-BB64FB984EB8}"/>
                </a:ext>
              </a:extLst>
            </p:cNvPr>
            <p:cNvSpPr/>
            <p:nvPr/>
          </p:nvSpPr>
          <p:spPr>
            <a:xfrm>
              <a:off x="4950352" y="2853600"/>
              <a:ext cx="403018" cy="78059"/>
            </a:xfrm>
            <a:custGeom>
              <a:avLst/>
              <a:gdLst>
                <a:gd name="connsiteX0" fmla="*/ 377361 w 403018"/>
                <a:gd name="connsiteY0" fmla="*/ 2424 h 78059"/>
                <a:gd name="connsiteX1" fmla="*/ 333202 w 403018"/>
                <a:gd name="connsiteY1" fmla="*/ 1823 h 78059"/>
                <a:gd name="connsiteX2" fmla="*/ 160473 w 403018"/>
                <a:gd name="connsiteY2" fmla="*/ 22321 h 78059"/>
                <a:gd name="connsiteX3" fmla="*/ 78313 w 403018"/>
                <a:gd name="connsiteY3" fmla="*/ 25475 h 78059"/>
                <a:gd name="connsiteX4" fmla="*/ 46095 w 403018"/>
                <a:gd name="connsiteY4" fmla="*/ 23147 h 78059"/>
                <a:gd name="connsiteX5" fmla="*/ 3739 w 403018"/>
                <a:gd name="connsiteY5" fmla="*/ 55208 h 78059"/>
                <a:gd name="connsiteX6" fmla="*/ 735 w 403018"/>
                <a:gd name="connsiteY6" fmla="*/ 71577 h 78059"/>
                <a:gd name="connsiteX7" fmla="*/ 19285 w 403018"/>
                <a:gd name="connsiteY7" fmla="*/ 76683 h 78059"/>
                <a:gd name="connsiteX8" fmla="*/ 32728 w 403018"/>
                <a:gd name="connsiteY8" fmla="*/ 76007 h 78059"/>
                <a:gd name="connsiteX9" fmla="*/ 208611 w 403018"/>
                <a:gd name="connsiteY9" fmla="*/ 72853 h 78059"/>
                <a:gd name="connsiteX10" fmla="*/ 289720 w 403018"/>
                <a:gd name="connsiteY10" fmla="*/ 68198 h 78059"/>
                <a:gd name="connsiteX11" fmla="*/ 387349 w 403018"/>
                <a:gd name="connsiteY11" fmla="*/ 46949 h 78059"/>
                <a:gd name="connsiteX12" fmla="*/ 398915 w 403018"/>
                <a:gd name="connsiteY12" fmla="*/ 41243 h 78059"/>
                <a:gd name="connsiteX13" fmla="*/ 402520 w 403018"/>
                <a:gd name="connsiteY13" fmla="*/ 34110 h 78059"/>
                <a:gd name="connsiteX14" fmla="*/ 377361 w 403018"/>
                <a:gd name="connsiteY14" fmla="*/ 2424 h 78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03018" h="78059">
                  <a:moveTo>
                    <a:pt x="377361" y="2424"/>
                  </a:moveTo>
                  <a:cubicBezTo>
                    <a:pt x="362822" y="-632"/>
                    <a:pt x="347824" y="-835"/>
                    <a:pt x="333202" y="1823"/>
                  </a:cubicBezTo>
                  <a:lnTo>
                    <a:pt x="160473" y="22321"/>
                  </a:lnTo>
                  <a:cubicBezTo>
                    <a:pt x="133309" y="26631"/>
                    <a:pt x="105725" y="27690"/>
                    <a:pt x="78313" y="25475"/>
                  </a:cubicBezTo>
                  <a:cubicBezTo>
                    <a:pt x="67701" y="23433"/>
                    <a:pt x="56887" y="22652"/>
                    <a:pt x="46095" y="23147"/>
                  </a:cubicBezTo>
                  <a:cubicBezTo>
                    <a:pt x="27553" y="26203"/>
                    <a:pt x="11707" y="38194"/>
                    <a:pt x="3739" y="55208"/>
                  </a:cubicBezTo>
                  <a:cubicBezTo>
                    <a:pt x="172" y="59871"/>
                    <a:pt x="-940" y="65953"/>
                    <a:pt x="735" y="71577"/>
                  </a:cubicBezTo>
                  <a:cubicBezTo>
                    <a:pt x="4873" y="77531"/>
                    <a:pt x="12676" y="79686"/>
                    <a:pt x="19285" y="76683"/>
                  </a:cubicBezTo>
                  <a:lnTo>
                    <a:pt x="32728" y="76007"/>
                  </a:lnTo>
                  <a:cubicBezTo>
                    <a:pt x="105800" y="77658"/>
                    <a:pt x="135539" y="74730"/>
                    <a:pt x="208611" y="72853"/>
                  </a:cubicBezTo>
                  <a:cubicBezTo>
                    <a:pt x="235723" y="72177"/>
                    <a:pt x="262909" y="71201"/>
                    <a:pt x="289720" y="68198"/>
                  </a:cubicBezTo>
                  <a:cubicBezTo>
                    <a:pt x="322899" y="64444"/>
                    <a:pt x="355612" y="57326"/>
                    <a:pt x="387349" y="46949"/>
                  </a:cubicBezTo>
                  <a:cubicBezTo>
                    <a:pt x="391577" y="45928"/>
                    <a:pt x="395528" y="43976"/>
                    <a:pt x="398915" y="41243"/>
                  </a:cubicBezTo>
                  <a:cubicBezTo>
                    <a:pt x="400852" y="39313"/>
                    <a:pt x="402114" y="36813"/>
                    <a:pt x="402520" y="34110"/>
                  </a:cubicBezTo>
                  <a:cubicBezTo>
                    <a:pt x="405449" y="21045"/>
                    <a:pt x="394409" y="7379"/>
                    <a:pt x="377361" y="2424"/>
                  </a:cubicBezTo>
                  <a:close/>
                </a:path>
              </a:pathLst>
            </a:custGeom>
            <a:solidFill>
              <a:srgbClr val="DBDBD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7" name="Content Placeholder 4">
              <a:extLst>
                <a:ext uri="{FF2B5EF4-FFF2-40B4-BE49-F238E27FC236}">
                  <a16:creationId xmlns:a16="http://schemas.microsoft.com/office/drawing/2014/main" id="{93C7EB58-779B-480D-8008-397BB53891F9}"/>
                </a:ext>
              </a:extLst>
            </p:cNvPr>
            <p:cNvSpPr/>
            <p:nvPr/>
          </p:nvSpPr>
          <p:spPr>
            <a:xfrm>
              <a:off x="5231574" y="2757191"/>
              <a:ext cx="267292" cy="184823"/>
            </a:xfrm>
            <a:custGeom>
              <a:avLst/>
              <a:gdLst>
                <a:gd name="connsiteX0" fmla="*/ 33130 w 267292"/>
                <a:gd name="connsiteY0" fmla="*/ 96656 h 184823"/>
                <a:gd name="connsiteX1" fmla="*/ 5944 w 267292"/>
                <a:gd name="connsiteY1" fmla="*/ 71353 h 184823"/>
                <a:gd name="connsiteX2" fmla="*/ 237 w 267292"/>
                <a:gd name="connsiteY2" fmla="*/ 46575 h 184823"/>
                <a:gd name="connsiteX3" fmla="*/ 13379 w 267292"/>
                <a:gd name="connsiteY3" fmla="*/ 5278 h 184823"/>
                <a:gd name="connsiteX4" fmla="*/ 49202 w 267292"/>
                <a:gd name="connsiteY4" fmla="*/ 4227 h 184823"/>
                <a:gd name="connsiteX5" fmla="*/ 79242 w 267292"/>
                <a:gd name="connsiteY5" fmla="*/ 26752 h 184823"/>
                <a:gd name="connsiteX6" fmla="*/ 156144 w 267292"/>
                <a:gd name="connsiteY6" fmla="*/ 81264 h 184823"/>
                <a:gd name="connsiteX7" fmla="*/ 232145 w 267292"/>
                <a:gd name="connsiteY7" fmla="*/ 111298 h 184823"/>
                <a:gd name="connsiteX8" fmla="*/ 258505 w 267292"/>
                <a:gd name="connsiteY8" fmla="*/ 129393 h 184823"/>
                <a:gd name="connsiteX9" fmla="*/ 266991 w 267292"/>
                <a:gd name="connsiteY9" fmla="*/ 158000 h 184823"/>
                <a:gd name="connsiteX10" fmla="*/ 249268 w 267292"/>
                <a:gd name="connsiteY10" fmla="*/ 181502 h 184823"/>
                <a:gd name="connsiteX11" fmla="*/ 234849 w 267292"/>
                <a:gd name="connsiteY11" fmla="*/ 184430 h 184823"/>
                <a:gd name="connsiteX12" fmla="*/ 157571 w 267292"/>
                <a:gd name="connsiteY12" fmla="*/ 167386 h 184823"/>
                <a:gd name="connsiteX13" fmla="*/ 110634 w 267292"/>
                <a:gd name="connsiteY13" fmla="*/ 136826 h 184823"/>
                <a:gd name="connsiteX14" fmla="*/ 69554 w 267292"/>
                <a:gd name="connsiteY14" fmla="*/ 113400 h 184823"/>
                <a:gd name="connsiteX15" fmla="*/ 33130 w 267292"/>
                <a:gd name="connsiteY15" fmla="*/ 96656 h 184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67292" h="184823">
                  <a:moveTo>
                    <a:pt x="33130" y="96656"/>
                  </a:moveTo>
                  <a:cubicBezTo>
                    <a:pt x="21513" y="91460"/>
                    <a:pt x="11952" y="82563"/>
                    <a:pt x="5944" y="71353"/>
                  </a:cubicBezTo>
                  <a:cubicBezTo>
                    <a:pt x="2505" y="63521"/>
                    <a:pt x="567" y="55119"/>
                    <a:pt x="237" y="46575"/>
                  </a:cubicBezTo>
                  <a:cubicBezTo>
                    <a:pt x="-890" y="31558"/>
                    <a:pt x="1213" y="14213"/>
                    <a:pt x="13379" y="5278"/>
                  </a:cubicBezTo>
                  <a:cubicBezTo>
                    <a:pt x="24291" y="-1404"/>
                    <a:pt x="37922" y="-1802"/>
                    <a:pt x="49202" y="4227"/>
                  </a:cubicBezTo>
                  <a:cubicBezTo>
                    <a:pt x="60287" y="10189"/>
                    <a:pt x="70410" y="17787"/>
                    <a:pt x="79242" y="26752"/>
                  </a:cubicBezTo>
                  <a:cubicBezTo>
                    <a:pt x="101937" y="48752"/>
                    <a:pt x="127869" y="67133"/>
                    <a:pt x="156144" y="81264"/>
                  </a:cubicBezTo>
                  <a:cubicBezTo>
                    <a:pt x="180852" y="92827"/>
                    <a:pt x="207362" y="99885"/>
                    <a:pt x="232145" y="111298"/>
                  </a:cubicBezTo>
                  <a:cubicBezTo>
                    <a:pt x="242193" y="115240"/>
                    <a:pt x="251213" y="121434"/>
                    <a:pt x="258505" y="129393"/>
                  </a:cubicBezTo>
                  <a:cubicBezTo>
                    <a:pt x="265167" y="137344"/>
                    <a:pt x="268238" y="147699"/>
                    <a:pt x="266991" y="158000"/>
                  </a:cubicBezTo>
                  <a:cubicBezTo>
                    <a:pt x="265497" y="168347"/>
                    <a:pt x="258806" y="177214"/>
                    <a:pt x="249268" y="181502"/>
                  </a:cubicBezTo>
                  <a:cubicBezTo>
                    <a:pt x="244657" y="183259"/>
                    <a:pt x="239783" y="184250"/>
                    <a:pt x="234849" y="184430"/>
                  </a:cubicBezTo>
                  <a:cubicBezTo>
                    <a:pt x="207978" y="186382"/>
                    <a:pt x="181122" y="180458"/>
                    <a:pt x="157571" y="167386"/>
                  </a:cubicBezTo>
                  <a:cubicBezTo>
                    <a:pt x="141274" y="158225"/>
                    <a:pt x="126930" y="145911"/>
                    <a:pt x="110634" y="136826"/>
                  </a:cubicBezTo>
                  <a:cubicBezTo>
                    <a:pt x="96890" y="129318"/>
                    <a:pt x="81720" y="123762"/>
                    <a:pt x="69554" y="113400"/>
                  </a:cubicBezTo>
                  <a:cubicBezTo>
                    <a:pt x="58965" y="103789"/>
                    <a:pt x="45597" y="102813"/>
                    <a:pt x="33130" y="96656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8" name="Content Placeholder 4">
              <a:extLst>
                <a:ext uri="{FF2B5EF4-FFF2-40B4-BE49-F238E27FC236}">
                  <a16:creationId xmlns:a16="http://schemas.microsoft.com/office/drawing/2014/main" id="{10F374D3-C7BF-5E67-3904-1A08481E1488}"/>
                </a:ext>
              </a:extLst>
            </p:cNvPr>
            <p:cNvSpPr/>
            <p:nvPr/>
          </p:nvSpPr>
          <p:spPr>
            <a:xfrm>
              <a:off x="5120727" y="2820599"/>
              <a:ext cx="141335" cy="1564154"/>
            </a:xfrm>
            <a:custGeom>
              <a:avLst/>
              <a:gdLst>
                <a:gd name="connsiteX0" fmla="*/ 30351 w 141335"/>
                <a:gd name="connsiteY0" fmla="*/ 593304 h 1564154"/>
                <a:gd name="connsiteX1" fmla="*/ 23667 w 141335"/>
                <a:gd name="connsiteY1" fmla="*/ 893116 h 1564154"/>
                <a:gd name="connsiteX2" fmla="*/ 41991 w 141335"/>
                <a:gd name="connsiteY2" fmla="*/ 1210273 h 1564154"/>
                <a:gd name="connsiteX3" fmla="*/ 76612 w 141335"/>
                <a:gd name="connsiteY3" fmla="*/ 1508359 h 1564154"/>
                <a:gd name="connsiteX4" fmla="*/ 86000 w 141335"/>
                <a:gd name="connsiteY4" fmla="*/ 1546802 h 1564154"/>
                <a:gd name="connsiteX5" fmla="*/ 119269 w 141335"/>
                <a:gd name="connsiteY5" fmla="*/ 1563321 h 1564154"/>
                <a:gd name="connsiteX6" fmla="*/ 141123 w 141335"/>
                <a:gd name="connsiteY6" fmla="*/ 1510762 h 1564154"/>
                <a:gd name="connsiteX7" fmla="*/ 103573 w 141335"/>
                <a:gd name="connsiteY7" fmla="*/ 748879 h 1564154"/>
                <a:gd name="connsiteX8" fmla="*/ 103573 w 141335"/>
                <a:gd name="connsiteY8" fmla="*/ 628743 h 1564154"/>
                <a:gd name="connsiteX9" fmla="*/ 102522 w 141335"/>
                <a:gd name="connsiteY9" fmla="*/ 492315 h 1564154"/>
                <a:gd name="connsiteX10" fmla="*/ 61968 w 141335"/>
                <a:gd name="connsiteY10" fmla="*/ 58326 h 1564154"/>
                <a:gd name="connsiteX11" fmla="*/ 43193 w 141335"/>
                <a:gd name="connsiteY11" fmla="*/ 11023 h 1564154"/>
                <a:gd name="connsiteX12" fmla="*/ 4066 w 141335"/>
                <a:gd name="connsiteY12" fmla="*/ 61105 h 1564154"/>
                <a:gd name="connsiteX13" fmla="*/ 32303 w 141335"/>
                <a:gd name="connsiteY13" fmla="*/ 198734 h 1564154"/>
                <a:gd name="connsiteX14" fmla="*/ 38011 w 141335"/>
                <a:gd name="connsiteY14" fmla="*/ 400937 h 1564154"/>
                <a:gd name="connsiteX15" fmla="*/ 30351 w 141335"/>
                <a:gd name="connsiteY15" fmla="*/ 593304 h 1564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335" h="1564154">
                  <a:moveTo>
                    <a:pt x="30351" y="593304"/>
                  </a:moveTo>
                  <a:cubicBezTo>
                    <a:pt x="23291" y="692415"/>
                    <a:pt x="25394" y="793779"/>
                    <a:pt x="23667" y="893116"/>
                  </a:cubicBezTo>
                  <a:cubicBezTo>
                    <a:pt x="21864" y="999060"/>
                    <a:pt x="31928" y="1104780"/>
                    <a:pt x="41991" y="1210273"/>
                  </a:cubicBezTo>
                  <a:cubicBezTo>
                    <a:pt x="49501" y="1286259"/>
                    <a:pt x="69403" y="1432373"/>
                    <a:pt x="76612" y="1508359"/>
                  </a:cubicBezTo>
                  <a:cubicBezTo>
                    <a:pt x="76958" y="1521694"/>
                    <a:pt x="80157" y="1534803"/>
                    <a:pt x="86000" y="1546802"/>
                  </a:cubicBezTo>
                  <a:cubicBezTo>
                    <a:pt x="92759" y="1558290"/>
                    <a:pt x="106427" y="1566850"/>
                    <a:pt x="119269" y="1563321"/>
                  </a:cubicBezTo>
                  <a:cubicBezTo>
                    <a:pt x="139170" y="1557839"/>
                    <a:pt x="142175" y="1531184"/>
                    <a:pt x="141123" y="1510762"/>
                  </a:cubicBezTo>
                  <a:cubicBezTo>
                    <a:pt x="129032" y="1276648"/>
                    <a:pt x="115664" y="982992"/>
                    <a:pt x="103573" y="748879"/>
                  </a:cubicBezTo>
                  <a:cubicBezTo>
                    <a:pt x="101313" y="708866"/>
                    <a:pt x="101313" y="668756"/>
                    <a:pt x="103573" y="628743"/>
                  </a:cubicBezTo>
                  <a:cubicBezTo>
                    <a:pt x="105751" y="588874"/>
                    <a:pt x="101696" y="546751"/>
                    <a:pt x="102522" y="492315"/>
                  </a:cubicBezTo>
                  <a:cubicBezTo>
                    <a:pt x="105375" y="297095"/>
                    <a:pt x="91933" y="245587"/>
                    <a:pt x="61968" y="58326"/>
                  </a:cubicBezTo>
                  <a:cubicBezTo>
                    <a:pt x="59264" y="41282"/>
                    <a:pt x="55810" y="22887"/>
                    <a:pt x="43193" y="11023"/>
                  </a:cubicBezTo>
                  <a:cubicBezTo>
                    <a:pt x="5643" y="-24417"/>
                    <a:pt x="-7575" y="34374"/>
                    <a:pt x="4066" y="61105"/>
                  </a:cubicBezTo>
                  <a:cubicBezTo>
                    <a:pt x="23742" y="106155"/>
                    <a:pt x="27722" y="148728"/>
                    <a:pt x="32303" y="198734"/>
                  </a:cubicBezTo>
                  <a:cubicBezTo>
                    <a:pt x="42893" y="314890"/>
                    <a:pt x="38912" y="284256"/>
                    <a:pt x="38011" y="400937"/>
                  </a:cubicBezTo>
                  <a:cubicBezTo>
                    <a:pt x="37613" y="465112"/>
                    <a:pt x="35060" y="529234"/>
                    <a:pt x="30351" y="593304"/>
                  </a:cubicBezTo>
                  <a:close/>
                </a:path>
              </a:pathLst>
            </a:custGeom>
            <a:solidFill>
              <a:srgbClr val="D9D9D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9" name="Content Placeholder 4">
              <a:extLst>
                <a:ext uri="{FF2B5EF4-FFF2-40B4-BE49-F238E27FC236}">
                  <a16:creationId xmlns:a16="http://schemas.microsoft.com/office/drawing/2014/main" id="{1432D243-DF1B-251D-54EA-0D020B84BDA2}"/>
                </a:ext>
              </a:extLst>
            </p:cNvPr>
            <p:cNvSpPr/>
            <p:nvPr/>
          </p:nvSpPr>
          <p:spPr>
            <a:xfrm>
              <a:off x="4877846" y="2780213"/>
              <a:ext cx="193658" cy="185142"/>
            </a:xfrm>
            <a:custGeom>
              <a:avLst/>
              <a:gdLst>
                <a:gd name="connsiteX0" fmla="*/ 131368 w 193658"/>
                <a:gd name="connsiteY0" fmla="*/ 100063 h 185142"/>
                <a:gd name="connsiteX1" fmla="*/ 183337 w 193658"/>
                <a:gd name="connsiteY1" fmla="*/ 60644 h 185142"/>
                <a:gd name="connsiteX2" fmla="*/ 193626 w 193658"/>
                <a:gd name="connsiteY2" fmla="*/ 38119 h 185142"/>
                <a:gd name="connsiteX3" fmla="*/ 185665 w 193658"/>
                <a:gd name="connsiteY3" fmla="*/ 23102 h 185142"/>
                <a:gd name="connsiteX4" fmla="*/ 151945 w 193658"/>
                <a:gd name="connsiteY4" fmla="*/ -24 h 185142"/>
                <a:gd name="connsiteX5" fmla="*/ 116423 w 193658"/>
                <a:gd name="connsiteY5" fmla="*/ 27081 h 185142"/>
                <a:gd name="connsiteX6" fmla="*/ 619 w 193658"/>
                <a:gd name="connsiteY6" fmla="*/ 162233 h 185142"/>
                <a:gd name="connsiteX7" fmla="*/ 131368 w 193658"/>
                <a:gd name="connsiteY7" fmla="*/ 100063 h 185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3658" h="185142">
                  <a:moveTo>
                    <a:pt x="131368" y="100063"/>
                  </a:moveTo>
                  <a:cubicBezTo>
                    <a:pt x="148866" y="87074"/>
                    <a:pt x="168242" y="76337"/>
                    <a:pt x="183337" y="60644"/>
                  </a:cubicBezTo>
                  <a:cubicBezTo>
                    <a:pt x="189991" y="55073"/>
                    <a:pt x="193768" y="46791"/>
                    <a:pt x="193626" y="38119"/>
                  </a:cubicBezTo>
                  <a:cubicBezTo>
                    <a:pt x="192326" y="32502"/>
                    <a:pt x="189578" y="27329"/>
                    <a:pt x="185665" y="23102"/>
                  </a:cubicBezTo>
                  <a:cubicBezTo>
                    <a:pt x="176953" y="11914"/>
                    <a:pt x="166139" y="-325"/>
                    <a:pt x="151945" y="-24"/>
                  </a:cubicBezTo>
                  <a:cubicBezTo>
                    <a:pt x="136550" y="-24"/>
                    <a:pt x="126111" y="14993"/>
                    <a:pt x="116423" y="27081"/>
                  </a:cubicBezTo>
                  <a:cubicBezTo>
                    <a:pt x="89537" y="60569"/>
                    <a:pt x="-8919" y="112077"/>
                    <a:pt x="619" y="162233"/>
                  </a:cubicBezTo>
                  <a:cubicBezTo>
                    <a:pt x="14137" y="234690"/>
                    <a:pt x="113945" y="113053"/>
                    <a:pt x="131368" y="100063"/>
                  </a:cubicBezTo>
                  <a:close/>
                </a:path>
              </a:pathLst>
            </a:custGeom>
            <a:solidFill>
              <a:srgbClr val="2B2B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0" name="Content Placeholder 4">
              <a:extLst>
                <a:ext uri="{FF2B5EF4-FFF2-40B4-BE49-F238E27FC236}">
                  <a16:creationId xmlns:a16="http://schemas.microsoft.com/office/drawing/2014/main" id="{58FDBC5D-4769-98D7-0322-641581429DF0}"/>
                </a:ext>
              </a:extLst>
            </p:cNvPr>
            <p:cNvSpPr/>
            <p:nvPr/>
          </p:nvSpPr>
          <p:spPr>
            <a:xfrm>
              <a:off x="4827120" y="2023152"/>
              <a:ext cx="343731" cy="742072"/>
            </a:xfrm>
            <a:custGeom>
              <a:avLst/>
              <a:gdLst>
                <a:gd name="connsiteX0" fmla="*/ 235866 w 343731"/>
                <a:gd name="connsiteY0" fmla="*/ 8819 h 742072"/>
                <a:gd name="connsiteX1" fmla="*/ 273416 w 343731"/>
                <a:gd name="connsiteY1" fmla="*/ 68887 h 742072"/>
                <a:gd name="connsiteX2" fmla="*/ 276645 w 343731"/>
                <a:gd name="connsiteY2" fmla="*/ 142695 h 742072"/>
                <a:gd name="connsiteX3" fmla="*/ 287610 w 343731"/>
                <a:gd name="connsiteY3" fmla="*/ 264557 h 742072"/>
                <a:gd name="connsiteX4" fmla="*/ 342883 w 343731"/>
                <a:gd name="connsiteY4" fmla="*/ 685481 h 742072"/>
                <a:gd name="connsiteX5" fmla="*/ 339954 w 343731"/>
                <a:gd name="connsiteY5" fmla="*/ 704327 h 742072"/>
                <a:gd name="connsiteX6" fmla="*/ 329140 w 343731"/>
                <a:gd name="connsiteY6" fmla="*/ 709433 h 742072"/>
                <a:gd name="connsiteX7" fmla="*/ 103014 w 343731"/>
                <a:gd name="connsiteY7" fmla="*/ 741269 h 742072"/>
                <a:gd name="connsiteX8" fmla="*/ 35424 w 343731"/>
                <a:gd name="connsiteY8" fmla="*/ 735713 h 742072"/>
                <a:gd name="connsiteX9" fmla="*/ 4858 w 343731"/>
                <a:gd name="connsiteY9" fmla="*/ 713187 h 742072"/>
                <a:gd name="connsiteX10" fmla="*/ 428 w 343731"/>
                <a:gd name="connsiteY10" fmla="*/ 687659 h 742072"/>
                <a:gd name="connsiteX11" fmla="*/ 86717 w 343731"/>
                <a:gd name="connsiteY11" fmla="*/ 136163 h 742072"/>
                <a:gd name="connsiteX12" fmla="*/ 109247 w 343731"/>
                <a:gd name="connsiteY12" fmla="*/ 70314 h 742072"/>
                <a:gd name="connsiteX13" fmla="*/ 235866 w 343731"/>
                <a:gd name="connsiteY13" fmla="*/ 8819 h 742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3731" h="742072">
                  <a:moveTo>
                    <a:pt x="235866" y="8819"/>
                  </a:moveTo>
                  <a:cubicBezTo>
                    <a:pt x="256443" y="20608"/>
                    <a:pt x="268384" y="44635"/>
                    <a:pt x="273416" y="68887"/>
                  </a:cubicBezTo>
                  <a:cubicBezTo>
                    <a:pt x="278447" y="93139"/>
                    <a:pt x="276420" y="118068"/>
                    <a:pt x="276645" y="142695"/>
                  </a:cubicBezTo>
                  <a:cubicBezTo>
                    <a:pt x="277817" y="183504"/>
                    <a:pt x="281481" y="224199"/>
                    <a:pt x="287610" y="264557"/>
                  </a:cubicBezTo>
                  <a:cubicBezTo>
                    <a:pt x="305987" y="404718"/>
                    <a:pt x="324409" y="545021"/>
                    <a:pt x="342883" y="685481"/>
                  </a:cubicBezTo>
                  <a:cubicBezTo>
                    <a:pt x="344626" y="691893"/>
                    <a:pt x="343559" y="698749"/>
                    <a:pt x="339954" y="704327"/>
                  </a:cubicBezTo>
                  <a:cubicBezTo>
                    <a:pt x="336943" y="707068"/>
                    <a:pt x="333173" y="708847"/>
                    <a:pt x="329140" y="709433"/>
                  </a:cubicBezTo>
                  <a:cubicBezTo>
                    <a:pt x="254979" y="727363"/>
                    <a:pt x="179248" y="738025"/>
                    <a:pt x="103014" y="741269"/>
                  </a:cubicBezTo>
                  <a:cubicBezTo>
                    <a:pt x="80334" y="743266"/>
                    <a:pt x="57473" y="741389"/>
                    <a:pt x="35424" y="735713"/>
                  </a:cubicBezTo>
                  <a:cubicBezTo>
                    <a:pt x="22567" y="732739"/>
                    <a:pt x="11505" y="724593"/>
                    <a:pt x="4858" y="713187"/>
                  </a:cubicBezTo>
                  <a:cubicBezTo>
                    <a:pt x="1607" y="705086"/>
                    <a:pt x="97" y="696383"/>
                    <a:pt x="428" y="687659"/>
                  </a:cubicBezTo>
                  <a:cubicBezTo>
                    <a:pt x="-5130" y="500698"/>
                    <a:pt x="40982" y="316891"/>
                    <a:pt x="86717" y="136163"/>
                  </a:cubicBezTo>
                  <a:cubicBezTo>
                    <a:pt x="91381" y="113337"/>
                    <a:pt x="98951" y="91210"/>
                    <a:pt x="109247" y="70314"/>
                  </a:cubicBezTo>
                  <a:cubicBezTo>
                    <a:pt x="133655" y="26915"/>
                    <a:pt x="185774" y="-19938"/>
                    <a:pt x="235866" y="881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1" name="Content Placeholder 4">
              <a:extLst>
                <a:ext uri="{FF2B5EF4-FFF2-40B4-BE49-F238E27FC236}">
                  <a16:creationId xmlns:a16="http://schemas.microsoft.com/office/drawing/2014/main" id="{97102676-749E-06AA-3E35-BB05916539F3}"/>
                </a:ext>
              </a:extLst>
            </p:cNvPr>
            <p:cNvSpPr/>
            <p:nvPr/>
          </p:nvSpPr>
          <p:spPr>
            <a:xfrm>
              <a:off x="4659984" y="2039311"/>
              <a:ext cx="385934" cy="774009"/>
            </a:xfrm>
            <a:custGeom>
              <a:avLst/>
              <a:gdLst>
                <a:gd name="connsiteX0" fmla="*/ 312131 w 385934"/>
                <a:gd name="connsiteY0" fmla="*/ 19 h 774009"/>
                <a:gd name="connsiteX1" fmla="*/ 240786 w 385934"/>
                <a:gd name="connsiteY1" fmla="*/ 41841 h 774009"/>
                <a:gd name="connsiteX2" fmla="*/ 134970 w 385934"/>
                <a:gd name="connsiteY2" fmla="*/ 197416 h 774009"/>
                <a:gd name="connsiteX3" fmla="*/ 20143 w 385934"/>
                <a:gd name="connsiteY3" fmla="*/ 392035 h 774009"/>
                <a:gd name="connsiteX4" fmla="*/ 391 w 385934"/>
                <a:gd name="connsiteY4" fmla="*/ 452929 h 774009"/>
                <a:gd name="connsiteX5" fmla="*/ 7901 w 385934"/>
                <a:gd name="connsiteY5" fmla="*/ 476655 h 774009"/>
                <a:gd name="connsiteX6" fmla="*/ 142555 w 385934"/>
                <a:gd name="connsiteY6" fmla="*/ 755895 h 774009"/>
                <a:gd name="connsiteX7" fmla="*/ 155623 w 385934"/>
                <a:gd name="connsiteY7" fmla="*/ 771738 h 774009"/>
                <a:gd name="connsiteX8" fmla="*/ 183860 w 385934"/>
                <a:gd name="connsiteY8" fmla="*/ 768734 h 774009"/>
                <a:gd name="connsiteX9" fmla="*/ 217505 w 385934"/>
                <a:gd name="connsiteY9" fmla="*/ 733745 h 774009"/>
                <a:gd name="connsiteX10" fmla="*/ 213225 w 385934"/>
                <a:gd name="connsiteY10" fmla="*/ 701534 h 774009"/>
                <a:gd name="connsiteX11" fmla="*/ 174548 w 385934"/>
                <a:gd name="connsiteY11" fmla="*/ 577945 h 774009"/>
                <a:gd name="connsiteX12" fmla="*/ 161931 w 385934"/>
                <a:gd name="connsiteY12" fmla="*/ 409305 h 774009"/>
                <a:gd name="connsiteX13" fmla="*/ 249873 w 385934"/>
                <a:gd name="connsiteY13" fmla="*/ 296678 h 774009"/>
                <a:gd name="connsiteX14" fmla="*/ 307024 w 385934"/>
                <a:gd name="connsiteY14" fmla="*/ 219116 h 774009"/>
                <a:gd name="connsiteX15" fmla="*/ 374089 w 385934"/>
                <a:gd name="connsiteY15" fmla="*/ 149512 h 774009"/>
                <a:gd name="connsiteX16" fmla="*/ 312131 w 385934"/>
                <a:gd name="connsiteY16" fmla="*/ 19 h 774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5934" h="774009">
                  <a:moveTo>
                    <a:pt x="312131" y="19"/>
                  </a:moveTo>
                  <a:cubicBezTo>
                    <a:pt x="284569" y="-1182"/>
                    <a:pt x="260162" y="20066"/>
                    <a:pt x="240786" y="41841"/>
                  </a:cubicBezTo>
                  <a:cubicBezTo>
                    <a:pt x="199406" y="88468"/>
                    <a:pt x="167038" y="143130"/>
                    <a:pt x="134970" y="197416"/>
                  </a:cubicBezTo>
                  <a:lnTo>
                    <a:pt x="20143" y="392035"/>
                  </a:lnTo>
                  <a:cubicBezTo>
                    <a:pt x="9103" y="410656"/>
                    <a:pt x="-2387" y="431455"/>
                    <a:pt x="391" y="452929"/>
                  </a:cubicBezTo>
                  <a:cubicBezTo>
                    <a:pt x="1856" y="461128"/>
                    <a:pt x="4379" y="469110"/>
                    <a:pt x="7901" y="476655"/>
                  </a:cubicBezTo>
                  <a:cubicBezTo>
                    <a:pt x="48027" y="571953"/>
                    <a:pt x="92967" y="665155"/>
                    <a:pt x="142555" y="755895"/>
                  </a:cubicBezTo>
                  <a:cubicBezTo>
                    <a:pt x="145357" y="762285"/>
                    <a:pt x="149878" y="767773"/>
                    <a:pt x="155623" y="771738"/>
                  </a:cubicBezTo>
                  <a:cubicBezTo>
                    <a:pt x="164259" y="776393"/>
                    <a:pt x="174848" y="773014"/>
                    <a:pt x="183860" y="768734"/>
                  </a:cubicBezTo>
                  <a:cubicBezTo>
                    <a:pt x="198880" y="761751"/>
                    <a:pt x="213900" y="750639"/>
                    <a:pt x="217505" y="733745"/>
                  </a:cubicBezTo>
                  <a:cubicBezTo>
                    <a:pt x="218812" y="722820"/>
                    <a:pt x="217340" y="711738"/>
                    <a:pt x="213225" y="701534"/>
                  </a:cubicBezTo>
                  <a:cubicBezTo>
                    <a:pt x="200307" y="660387"/>
                    <a:pt x="187413" y="619188"/>
                    <a:pt x="174548" y="577945"/>
                  </a:cubicBezTo>
                  <a:cubicBezTo>
                    <a:pt x="157500" y="523583"/>
                    <a:pt x="140678" y="463215"/>
                    <a:pt x="161931" y="409305"/>
                  </a:cubicBezTo>
                  <a:cubicBezTo>
                    <a:pt x="179805" y="364254"/>
                    <a:pt x="220284" y="334220"/>
                    <a:pt x="249873" y="296678"/>
                  </a:cubicBezTo>
                  <a:cubicBezTo>
                    <a:pt x="269775" y="271525"/>
                    <a:pt x="285095" y="242241"/>
                    <a:pt x="307024" y="219116"/>
                  </a:cubicBezTo>
                  <a:cubicBezTo>
                    <a:pt x="328954" y="195990"/>
                    <a:pt x="358167" y="178270"/>
                    <a:pt x="374089" y="149512"/>
                  </a:cubicBezTo>
                  <a:cubicBezTo>
                    <a:pt x="403678" y="96502"/>
                    <a:pt x="375741" y="3247"/>
                    <a:pt x="312131" y="19"/>
                  </a:cubicBezTo>
                  <a:close/>
                </a:path>
              </a:pathLst>
            </a:custGeom>
            <a:solidFill>
              <a:srgbClr val="DDE0D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2" name="Content Placeholder 4">
              <a:extLst>
                <a:ext uri="{FF2B5EF4-FFF2-40B4-BE49-F238E27FC236}">
                  <a16:creationId xmlns:a16="http://schemas.microsoft.com/office/drawing/2014/main" id="{0D8635F2-39CE-41C9-5667-7DF930115E7F}"/>
                </a:ext>
              </a:extLst>
            </p:cNvPr>
            <p:cNvSpPr/>
            <p:nvPr/>
          </p:nvSpPr>
          <p:spPr>
            <a:xfrm>
              <a:off x="4832927" y="2770833"/>
              <a:ext cx="127061" cy="167124"/>
            </a:xfrm>
            <a:custGeom>
              <a:avLst/>
              <a:gdLst>
                <a:gd name="connsiteX0" fmla="*/ 16324 w 127061"/>
                <a:gd name="connsiteY0" fmla="*/ 75656 h 167124"/>
                <a:gd name="connsiteX1" fmla="*/ 40506 w 127061"/>
                <a:gd name="connsiteY1" fmla="*/ 128215 h 167124"/>
                <a:gd name="connsiteX2" fmla="*/ 51621 w 127061"/>
                <a:gd name="connsiteY2" fmla="*/ 149389 h 167124"/>
                <a:gd name="connsiteX3" fmla="*/ 61459 w 127061"/>
                <a:gd name="connsiteY3" fmla="*/ 160201 h 167124"/>
                <a:gd name="connsiteX4" fmla="*/ 88420 w 127061"/>
                <a:gd name="connsiteY4" fmla="*/ 166958 h 167124"/>
                <a:gd name="connsiteX5" fmla="*/ 120262 w 127061"/>
                <a:gd name="connsiteY5" fmla="*/ 154795 h 167124"/>
                <a:gd name="connsiteX6" fmla="*/ 125519 w 127061"/>
                <a:gd name="connsiteY6" fmla="*/ 124761 h 167124"/>
                <a:gd name="connsiteX7" fmla="*/ 108246 w 127061"/>
                <a:gd name="connsiteY7" fmla="*/ 98331 h 167124"/>
                <a:gd name="connsiteX8" fmla="*/ 104942 w 127061"/>
                <a:gd name="connsiteY8" fmla="*/ 90823 h 167124"/>
                <a:gd name="connsiteX9" fmla="*/ 107120 w 127061"/>
                <a:gd name="connsiteY9" fmla="*/ 88120 h 167124"/>
                <a:gd name="connsiteX10" fmla="*/ 107120 w 127061"/>
                <a:gd name="connsiteY10" fmla="*/ 74304 h 167124"/>
                <a:gd name="connsiteX11" fmla="*/ 96831 w 127061"/>
                <a:gd name="connsiteY11" fmla="*/ 63717 h 167124"/>
                <a:gd name="connsiteX12" fmla="*/ 71598 w 127061"/>
                <a:gd name="connsiteY12" fmla="*/ 35786 h 167124"/>
                <a:gd name="connsiteX13" fmla="*/ 46139 w 127061"/>
                <a:gd name="connsiteY13" fmla="*/ 3800 h 167124"/>
                <a:gd name="connsiteX14" fmla="*/ 40431 w 127061"/>
                <a:gd name="connsiteY14" fmla="*/ -30 h 167124"/>
                <a:gd name="connsiteX15" fmla="*/ 35550 w 127061"/>
                <a:gd name="connsiteY15" fmla="*/ 2748 h 167124"/>
                <a:gd name="connsiteX16" fmla="*/ 15798 w 127061"/>
                <a:gd name="connsiteY16" fmla="*/ 17765 h 167124"/>
                <a:gd name="connsiteX17" fmla="*/ 778 w 127061"/>
                <a:gd name="connsiteY17" fmla="*/ 40291 h 167124"/>
                <a:gd name="connsiteX18" fmla="*/ 16324 w 127061"/>
                <a:gd name="connsiteY18" fmla="*/ 75656 h 167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7061" h="167124">
                  <a:moveTo>
                    <a:pt x="16324" y="75656"/>
                  </a:moveTo>
                  <a:lnTo>
                    <a:pt x="40506" y="128215"/>
                  </a:lnTo>
                  <a:cubicBezTo>
                    <a:pt x="43638" y="135558"/>
                    <a:pt x="47355" y="142638"/>
                    <a:pt x="51621" y="149389"/>
                  </a:cubicBezTo>
                  <a:cubicBezTo>
                    <a:pt x="54250" y="153541"/>
                    <a:pt x="57576" y="157197"/>
                    <a:pt x="61459" y="160201"/>
                  </a:cubicBezTo>
                  <a:cubicBezTo>
                    <a:pt x="69465" y="165337"/>
                    <a:pt x="78935" y="167709"/>
                    <a:pt x="88420" y="166958"/>
                  </a:cubicBezTo>
                  <a:cubicBezTo>
                    <a:pt x="100278" y="167581"/>
                    <a:pt x="111844" y="163159"/>
                    <a:pt x="120262" y="154795"/>
                  </a:cubicBezTo>
                  <a:cubicBezTo>
                    <a:pt x="126774" y="146220"/>
                    <a:pt x="128726" y="135032"/>
                    <a:pt x="125519" y="124761"/>
                  </a:cubicBezTo>
                  <a:cubicBezTo>
                    <a:pt x="122245" y="114557"/>
                    <a:pt x="116282" y="105427"/>
                    <a:pt x="108246" y="98331"/>
                  </a:cubicBezTo>
                  <a:cubicBezTo>
                    <a:pt x="106144" y="96379"/>
                    <a:pt x="103740" y="93526"/>
                    <a:pt x="104942" y="90823"/>
                  </a:cubicBezTo>
                  <a:cubicBezTo>
                    <a:pt x="105535" y="89824"/>
                    <a:pt x="106271" y="88915"/>
                    <a:pt x="107120" y="88120"/>
                  </a:cubicBezTo>
                  <a:cubicBezTo>
                    <a:pt x="110011" y="83967"/>
                    <a:pt x="110011" y="78456"/>
                    <a:pt x="107120" y="74304"/>
                  </a:cubicBezTo>
                  <a:cubicBezTo>
                    <a:pt x="104304" y="70227"/>
                    <a:pt x="100827" y="66645"/>
                    <a:pt x="96831" y="63717"/>
                  </a:cubicBezTo>
                  <a:cubicBezTo>
                    <a:pt x="87631" y="55150"/>
                    <a:pt x="79190" y="45809"/>
                    <a:pt x="71598" y="35786"/>
                  </a:cubicBezTo>
                  <a:lnTo>
                    <a:pt x="46139" y="3800"/>
                  </a:lnTo>
                  <a:cubicBezTo>
                    <a:pt x="44637" y="1998"/>
                    <a:pt x="42834" y="-30"/>
                    <a:pt x="40431" y="-30"/>
                  </a:cubicBezTo>
                  <a:cubicBezTo>
                    <a:pt x="38539" y="323"/>
                    <a:pt x="36819" y="1299"/>
                    <a:pt x="35550" y="2748"/>
                  </a:cubicBezTo>
                  <a:cubicBezTo>
                    <a:pt x="29459" y="8365"/>
                    <a:pt x="22843" y="13396"/>
                    <a:pt x="15798" y="17765"/>
                  </a:cubicBezTo>
                  <a:cubicBezTo>
                    <a:pt x="7537" y="22796"/>
                    <a:pt x="-3052" y="29328"/>
                    <a:pt x="778" y="40291"/>
                  </a:cubicBezTo>
                  <a:cubicBezTo>
                    <a:pt x="4609" y="51253"/>
                    <a:pt x="10992" y="64093"/>
                    <a:pt x="16324" y="75656"/>
                  </a:cubicBezTo>
                  <a:close/>
                </a:path>
              </a:pathLst>
            </a:custGeom>
            <a:solidFill>
              <a:srgbClr val="F0E3D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3" name="Content Placeholder 4">
              <a:extLst>
                <a:ext uri="{FF2B5EF4-FFF2-40B4-BE49-F238E27FC236}">
                  <a16:creationId xmlns:a16="http://schemas.microsoft.com/office/drawing/2014/main" id="{390BE226-71EA-F540-7CFE-55EEE941BE14}"/>
                </a:ext>
              </a:extLst>
            </p:cNvPr>
            <p:cNvSpPr/>
            <p:nvPr/>
          </p:nvSpPr>
          <p:spPr>
            <a:xfrm>
              <a:off x="5185285" y="2000451"/>
              <a:ext cx="242012" cy="718485"/>
            </a:xfrm>
            <a:custGeom>
              <a:avLst/>
              <a:gdLst>
                <a:gd name="connsiteX0" fmla="*/ 30755 w 242012"/>
                <a:gd name="connsiteY0" fmla="*/ 126052 h 718485"/>
                <a:gd name="connsiteX1" fmla="*/ 66728 w 242012"/>
                <a:gd name="connsiteY1" fmla="*/ 330507 h 718485"/>
                <a:gd name="connsiteX2" fmla="*/ 102100 w 242012"/>
                <a:gd name="connsiteY2" fmla="*/ 684981 h 718485"/>
                <a:gd name="connsiteX3" fmla="*/ 105780 w 242012"/>
                <a:gd name="connsiteY3" fmla="*/ 697970 h 718485"/>
                <a:gd name="connsiteX4" fmla="*/ 117195 w 242012"/>
                <a:gd name="connsiteY4" fmla="*/ 705479 h 718485"/>
                <a:gd name="connsiteX5" fmla="*/ 229845 w 242012"/>
                <a:gd name="connsiteY5" fmla="*/ 713588 h 718485"/>
                <a:gd name="connsiteX6" fmla="*/ 241786 w 242012"/>
                <a:gd name="connsiteY6" fmla="*/ 705329 h 718485"/>
                <a:gd name="connsiteX7" fmla="*/ 241185 w 242012"/>
                <a:gd name="connsiteY7" fmla="*/ 698271 h 718485"/>
                <a:gd name="connsiteX8" fmla="*/ 193872 w 242012"/>
                <a:gd name="connsiteY8" fmla="*/ 503577 h 718485"/>
                <a:gd name="connsiteX9" fmla="*/ 187113 w 242012"/>
                <a:gd name="connsiteY9" fmla="*/ 419106 h 718485"/>
                <a:gd name="connsiteX10" fmla="*/ 154595 w 242012"/>
                <a:gd name="connsiteY10" fmla="*/ 116966 h 718485"/>
                <a:gd name="connsiteX11" fmla="*/ 102550 w 242012"/>
                <a:gd name="connsiteY11" fmla="*/ 19356 h 718485"/>
                <a:gd name="connsiteX12" fmla="*/ 8525 w 242012"/>
                <a:gd name="connsiteY12" fmla="*/ 13425 h 718485"/>
                <a:gd name="connsiteX13" fmla="*/ 30755 w 242012"/>
                <a:gd name="connsiteY13" fmla="*/ 126052 h 718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012" h="718485">
                  <a:moveTo>
                    <a:pt x="30755" y="126052"/>
                  </a:moveTo>
                  <a:cubicBezTo>
                    <a:pt x="52834" y="191826"/>
                    <a:pt x="59894" y="261204"/>
                    <a:pt x="66728" y="330507"/>
                  </a:cubicBezTo>
                  <a:lnTo>
                    <a:pt x="102100" y="684981"/>
                  </a:lnTo>
                  <a:cubicBezTo>
                    <a:pt x="102153" y="689561"/>
                    <a:pt x="103422" y="694043"/>
                    <a:pt x="105780" y="697970"/>
                  </a:cubicBezTo>
                  <a:cubicBezTo>
                    <a:pt x="108776" y="701529"/>
                    <a:pt x="112741" y="704135"/>
                    <a:pt x="117195" y="705479"/>
                  </a:cubicBezTo>
                  <a:cubicBezTo>
                    <a:pt x="153093" y="719354"/>
                    <a:pt x="192325" y="722178"/>
                    <a:pt x="229845" y="713588"/>
                  </a:cubicBezTo>
                  <a:cubicBezTo>
                    <a:pt x="234801" y="712387"/>
                    <a:pt x="240509" y="710284"/>
                    <a:pt x="241786" y="705329"/>
                  </a:cubicBezTo>
                  <a:cubicBezTo>
                    <a:pt x="242184" y="702964"/>
                    <a:pt x="241981" y="700538"/>
                    <a:pt x="241185" y="698271"/>
                  </a:cubicBezTo>
                  <a:cubicBezTo>
                    <a:pt x="224813" y="633473"/>
                    <a:pt x="203034" y="569801"/>
                    <a:pt x="193872" y="503577"/>
                  </a:cubicBezTo>
                  <a:cubicBezTo>
                    <a:pt x="190042" y="475570"/>
                    <a:pt x="188465" y="447338"/>
                    <a:pt x="187113" y="419106"/>
                  </a:cubicBezTo>
                  <a:cubicBezTo>
                    <a:pt x="182232" y="317742"/>
                    <a:pt x="179603" y="215252"/>
                    <a:pt x="154595" y="116966"/>
                  </a:cubicBezTo>
                  <a:cubicBezTo>
                    <a:pt x="145282" y="80550"/>
                    <a:pt x="131614" y="43008"/>
                    <a:pt x="102550" y="19356"/>
                  </a:cubicBezTo>
                  <a:cubicBezTo>
                    <a:pt x="78443" y="-316"/>
                    <a:pt x="33984" y="-9401"/>
                    <a:pt x="8525" y="13425"/>
                  </a:cubicBezTo>
                  <a:cubicBezTo>
                    <a:pt x="-16934" y="36250"/>
                    <a:pt x="21668" y="98871"/>
                    <a:pt x="30755" y="126052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4" name="Content Placeholder 4">
              <a:extLst>
                <a:ext uri="{FF2B5EF4-FFF2-40B4-BE49-F238E27FC236}">
                  <a16:creationId xmlns:a16="http://schemas.microsoft.com/office/drawing/2014/main" id="{08B7F0C2-DE70-F6F9-6843-75ED49419F01}"/>
                </a:ext>
              </a:extLst>
            </p:cNvPr>
            <p:cNvSpPr/>
            <p:nvPr/>
          </p:nvSpPr>
          <p:spPr>
            <a:xfrm>
              <a:off x="4901130" y="2548283"/>
              <a:ext cx="197629" cy="53384"/>
            </a:xfrm>
            <a:custGeom>
              <a:avLst/>
              <a:gdLst>
                <a:gd name="connsiteX0" fmla="*/ 131741 w 197629"/>
                <a:gd name="connsiteY0" fmla="*/ 13935 h 53384"/>
                <a:gd name="connsiteX1" fmla="*/ 158101 w 197629"/>
                <a:gd name="connsiteY1" fmla="*/ 9055 h 53384"/>
                <a:gd name="connsiteX2" fmla="*/ 182058 w 197629"/>
                <a:gd name="connsiteY2" fmla="*/ 120 h 53384"/>
                <a:gd name="connsiteX3" fmla="*/ 188441 w 197629"/>
                <a:gd name="connsiteY3" fmla="*/ 1246 h 53384"/>
                <a:gd name="connsiteX4" fmla="*/ 191521 w 197629"/>
                <a:gd name="connsiteY4" fmla="*/ 5225 h 53384"/>
                <a:gd name="connsiteX5" fmla="*/ 196402 w 197629"/>
                <a:gd name="connsiteY5" fmla="*/ 41866 h 53384"/>
                <a:gd name="connsiteX6" fmla="*/ 1142 w 197629"/>
                <a:gd name="connsiteY6" fmla="*/ 53354 h 53384"/>
                <a:gd name="connsiteX7" fmla="*/ 5273 w 197629"/>
                <a:gd name="connsiteY7" fmla="*/ 25949 h 53384"/>
                <a:gd name="connsiteX8" fmla="*/ 46503 w 197629"/>
                <a:gd name="connsiteY8" fmla="*/ 21969 h 5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7629" h="53384">
                  <a:moveTo>
                    <a:pt x="131741" y="13935"/>
                  </a:moveTo>
                  <a:cubicBezTo>
                    <a:pt x="140701" y="13455"/>
                    <a:pt x="149562" y="11810"/>
                    <a:pt x="158101" y="9055"/>
                  </a:cubicBezTo>
                  <a:cubicBezTo>
                    <a:pt x="165686" y="5090"/>
                    <a:pt x="173730" y="2087"/>
                    <a:pt x="182058" y="120"/>
                  </a:cubicBezTo>
                  <a:cubicBezTo>
                    <a:pt x="184251" y="-279"/>
                    <a:pt x="186511" y="127"/>
                    <a:pt x="188441" y="1246"/>
                  </a:cubicBezTo>
                  <a:cubicBezTo>
                    <a:pt x="189793" y="2289"/>
                    <a:pt x="190852" y="3656"/>
                    <a:pt x="191521" y="5225"/>
                  </a:cubicBezTo>
                  <a:cubicBezTo>
                    <a:pt x="197303" y="16518"/>
                    <a:pt x="199031" y="29455"/>
                    <a:pt x="196402" y="41866"/>
                  </a:cubicBezTo>
                  <a:cubicBezTo>
                    <a:pt x="131313" y="44322"/>
                    <a:pt x="66231" y="48151"/>
                    <a:pt x="1142" y="53354"/>
                  </a:cubicBezTo>
                  <a:cubicBezTo>
                    <a:pt x="-885" y="53354"/>
                    <a:pt x="-735" y="29102"/>
                    <a:pt x="5273" y="25949"/>
                  </a:cubicBezTo>
                  <a:cubicBezTo>
                    <a:pt x="15036" y="20918"/>
                    <a:pt x="35313" y="23020"/>
                    <a:pt x="46503" y="21969"/>
                  </a:cubicBezTo>
                  <a:close/>
                </a:path>
              </a:pathLst>
            </a:custGeom>
            <a:solidFill>
              <a:srgbClr val="29292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5" name="Content Placeholder 4">
              <a:extLst>
                <a:ext uri="{FF2B5EF4-FFF2-40B4-BE49-F238E27FC236}">
                  <a16:creationId xmlns:a16="http://schemas.microsoft.com/office/drawing/2014/main" id="{809D86E8-39EF-B14F-5AB7-AC150B34947A}"/>
                </a:ext>
              </a:extLst>
            </p:cNvPr>
            <p:cNvSpPr/>
            <p:nvPr/>
          </p:nvSpPr>
          <p:spPr>
            <a:xfrm>
              <a:off x="4902742" y="2388714"/>
              <a:ext cx="174377" cy="46190"/>
            </a:xfrm>
            <a:custGeom>
              <a:avLst/>
              <a:gdLst>
                <a:gd name="connsiteX0" fmla="*/ 159718 w 174377"/>
                <a:gd name="connsiteY0" fmla="*/ 33322 h 46190"/>
                <a:gd name="connsiteX1" fmla="*/ 171734 w 174377"/>
                <a:gd name="connsiteY1" fmla="*/ 28892 h 46190"/>
                <a:gd name="connsiteX2" fmla="*/ 170607 w 174377"/>
                <a:gd name="connsiteY2" fmla="*/ 134 h 46190"/>
                <a:gd name="connsiteX3" fmla="*/ 5388 w 174377"/>
                <a:gd name="connsiteY3" fmla="*/ 18980 h 46190"/>
                <a:gd name="connsiteX4" fmla="*/ 1633 w 174377"/>
                <a:gd name="connsiteY4" fmla="*/ 19731 h 46190"/>
                <a:gd name="connsiteX5" fmla="*/ 281 w 174377"/>
                <a:gd name="connsiteY5" fmla="*/ 24762 h 46190"/>
                <a:gd name="connsiteX6" fmla="*/ 1633 w 174377"/>
                <a:gd name="connsiteY6" fmla="*/ 44960 h 46190"/>
                <a:gd name="connsiteX7" fmla="*/ 21159 w 174377"/>
                <a:gd name="connsiteY7" fmla="*/ 44960 h 46190"/>
                <a:gd name="connsiteX8" fmla="*/ 67796 w 174377"/>
                <a:gd name="connsiteY8" fmla="*/ 41806 h 46190"/>
                <a:gd name="connsiteX9" fmla="*/ 159718 w 174377"/>
                <a:gd name="connsiteY9" fmla="*/ 33322 h 46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4377" h="46190">
                  <a:moveTo>
                    <a:pt x="159718" y="33322"/>
                  </a:moveTo>
                  <a:cubicBezTo>
                    <a:pt x="164119" y="33314"/>
                    <a:pt x="168377" y="31745"/>
                    <a:pt x="171734" y="28892"/>
                  </a:cubicBezTo>
                  <a:cubicBezTo>
                    <a:pt x="178493" y="21383"/>
                    <a:pt x="169931" y="10045"/>
                    <a:pt x="170607" y="134"/>
                  </a:cubicBezTo>
                  <a:cubicBezTo>
                    <a:pt x="115033" y="-2193"/>
                    <a:pt x="60811" y="21083"/>
                    <a:pt x="5388" y="18980"/>
                  </a:cubicBezTo>
                  <a:cubicBezTo>
                    <a:pt x="4088" y="18800"/>
                    <a:pt x="2767" y="19070"/>
                    <a:pt x="1633" y="19731"/>
                  </a:cubicBezTo>
                  <a:cubicBezTo>
                    <a:pt x="378" y="21083"/>
                    <a:pt x="-132" y="22967"/>
                    <a:pt x="281" y="24762"/>
                  </a:cubicBezTo>
                  <a:cubicBezTo>
                    <a:pt x="281" y="28591"/>
                    <a:pt x="-996" y="42257"/>
                    <a:pt x="1633" y="44960"/>
                  </a:cubicBezTo>
                  <a:cubicBezTo>
                    <a:pt x="4261" y="47663"/>
                    <a:pt x="17103" y="44960"/>
                    <a:pt x="21159" y="44960"/>
                  </a:cubicBezTo>
                  <a:cubicBezTo>
                    <a:pt x="36727" y="44059"/>
                    <a:pt x="52272" y="43007"/>
                    <a:pt x="67796" y="41806"/>
                  </a:cubicBezTo>
                  <a:cubicBezTo>
                    <a:pt x="98136" y="39403"/>
                    <a:pt x="129302" y="37601"/>
                    <a:pt x="159718" y="33322"/>
                  </a:cubicBezTo>
                  <a:close/>
                </a:path>
              </a:pathLst>
            </a:custGeom>
            <a:solidFill>
              <a:srgbClr val="29292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6" name="Content Placeholder 4">
              <a:extLst>
                <a:ext uri="{FF2B5EF4-FFF2-40B4-BE49-F238E27FC236}">
                  <a16:creationId xmlns:a16="http://schemas.microsoft.com/office/drawing/2014/main" id="{952BC210-09E8-D4B4-72EF-C30FC6D71057}"/>
                </a:ext>
              </a:extLst>
            </p:cNvPr>
            <p:cNvSpPr/>
            <p:nvPr/>
          </p:nvSpPr>
          <p:spPr>
            <a:xfrm>
              <a:off x="5318859" y="2533060"/>
              <a:ext cx="78215" cy="37446"/>
            </a:xfrm>
            <a:custGeom>
              <a:avLst/>
              <a:gdLst>
                <a:gd name="connsiteX0" fmla="*/ 57519 w 78215"/>
                <a:gd name="connsiteY0" fmla="*/ 1001 h 37446"/>
                <a:gd name="connsiteX1" fmla="*/ 71938 w 78215"/>
                <a:gd name="connsiteY1" fmla="*/ 5281 h 37446"/>
                <a:gd name="connsiteX2" fmla="*/ 75092 w 78215"/>
                <a:gd name="connsiteY2" fmla="*/ 13766 h 37446"/>
                <a:gd name="connsiteX3" fmla="*/ 77871 w 78215"/>
                <a:gd name="connsiteY3" fmla="*/ 28783 h 37446"/>
                <a:gd name="connsiteX4" fmla="*/ 77871 w 78215"/>
                <a:gd name="connsiteY4" fmla="*/ 32612 h 37446"/>
                <a:gd name="connsiteX5" fmla="*/ 75919 w 78215"/>
                <a:gd name="connsiteY5" fmla="*/ 34339 h 37446"/>
                <a:gd name="connsiteX6" fmla="*/ 60899 w 78215"/>
                <a:gd name="connsiteY6" fmla="*/ 37267 h 37446"/>
                <a:gd name="connsiteX7" fmla="*/ 11858 w 78215"/>
                <a:gd name="connsiteY7" fmla="*/ 36066 h 37446"/>
                <a:gd name="connsiteX8" fmla="*/ 5325 w 78215"/>
                <a:gd name="connsiteY8" fmla="*/ 33888 h 37446"/>
                <a:gd name="connsiteX9" fmla="*/ 3222 w 78215"/>
                <a:gd name="connsiteY9" fmla="*/ 29008 h 37446"/>
                <a:gd name="connsiteX10" fmla="*/ 9906 w 78215"/>
                <a:gd name="connsiteY10" fmla="*/ 1377 h 37446"/>
                <a:gd name="connsiteX11" fmla="*/ 57519 w 78215"/>
                <a:gd name="connsiteY11" fmla="*/ 1001 h 37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215" h="37446">
                  <a:moveTo>
                    <a:pt x="57519" y="1001"/>
                  </a:moveTo>
                  <a:cubicBezTo>
                    <a:pt x="62716" y="265"/>
                    <a:pt x="67981" y="1827"/>
                    <a:pt x="71938" y="5281"/>
                  </a:cubicBezTo>
                  <a:cubicBezTo>
                    <a:pt x="73711" y="7789"/>
                    <a:pt x="74800" y="10710"/>
                    <a:pt x="75092" y="13766"/>
                  </a:cubicBezTo>
                  <a:cubicBezTo>
                    <a:pt x="76069" y="18721"/>
                    <a:pt x="76970" y="23602"/>
                    <a:pt x="77871" y="28783"/>
                  </a:cubicBezTo>
                  <a:cubicBezTo>
                    <a:pt x="78292" y="30022"/>
                    <a:pt x="78292" y="31373"/>
                    <a:pt x="77871" y="32612"/>
                  </a:cubicBezTo>
                  <a:cubicBezTo>
                    <a:pt x="77413" y="33370"/>
                    <a:pt x="76730" y="33978"/>
                    <a:pt x="75919" y="34339"/>
                  </a:cubicBezTo>
                  <a:cubicBezTo>
                    <a:pt x="71232" y="36546"/>
                    <a:pt x="66073" y="37552"/>
                    <a:pt x="60899" y="37267"/>
                  </a:cubicBezTo>
                  <a:cubicBezTo>
                    <a:pt x="44527" y="37665"/>
                    <a:pt x="28178" y="37267"/>
                    <a:pt x="11858" y="36066"/>
                  </a:cubicBezTo>
                  <a:cubicBezTo>
                    <a:pt x="9485" y="36186"/>
                    <a:pt x="7150" y="35413"/>
                    <a:pt x="5325" y="33888"/>
                  </a:cubicBezTo>
                  <a:cubicBezTo>
                    <a:pt x="4176" y="32492"/>
                    <a:pt x="3447" y="30802"/>
                    <a:pt x="3222" y="29008"/>
                  </a:cubicBezTo>
                  <a:cubicBezTo>
                    <a:pt x="744" y="17745"/>
                    <a:pt x="-5189" y="4305"/>
                    <a:pt x="9906" y="1377"/>
                  </a:cubicBezTo>
                  <a:cubicBezTo>
                    <a:pt x="25001" y="-1552"/>
                    <a:pt x="42499" y="1001"/>
                    <a:pt x="57519" y="1001"/>
                  </a:cubicBezTo>
                  <a:close/>
                </a:path>
              </a:pathLst>
            </a:custGeom>
            <a:solidFill>
              <a:srgbClr val="29292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7" name="Content Placeholder 4">
              <a:extLst>
                <a:ext uri="{FF2B5EF4-FFF2-40B4-BE49-F238E27FC236}">
                  <a16:creationId xmlns:a16="http://schemas.microsoft.com/office/drawing/2014/main" id="{03C7B55A-F200-40B0-FB8A-24736681201E}"/>
                </a:ext>
              </a:extLst>
            </p:cNvPr>
            <p:cNvSpPr/>
            <p:nvPr/>
          </p:nvSpPr>
          <p:spPr>
            <a:xfrm>
              <a:off x="5295675" y="2352828"/>
              <a:ext cx="82009" cy="45310"/>
            </a:xfrm>
            <a:custGeom>
              <a:avLst/>
              <a:gdLst>
                <a:gd name="connsiteX0" fmla="*/ 78450 w 82009"/>
                <a:gd name="connsiteY0" fmla="*/ 38348 h 45310"/>
                <a:gd name="connsiteX1" fmla="*/ 80553 w 82009"/>
                <a:gd name="connsiteY1" fmla="*/ 37822 h 45310"/>
                <a:gd name="connsiteX2" fmla="*/ 81980 w 82009"/>
                <a:gd name="connsiteY2" fmla="*/ 33617 h 45310"/>
                <a:gd name="connsiteX3" fmla="*/ 80628 w 82009"/>
                <a:gd name="connsiteY3" fmla="*/ 6211 h 45310"/>
                <a:gd name="connsiteX4" fmla="*/ 78676 w 82009"/>
                <a:gd name="connsiteY4" fmla="*/ 956 h 45310"/>
                <a:gd name="connsiteX5" fmla="*/ 71992 w 82009"/>
                <a:gd name="connsiteY5" fmla="*/ 580 h 45310"/>
                <a:gd name="connsiteX6" fmla="*/ -29 w 82009"/>
                <a:gd name="connsiteY6" fmla="*/ 12218 h 45310"/>
                <a:gd name="connsiteX7" fmla="*/ 2825 w 82009"/>
                <a:gd name="connsiteY7" fmla="*/ 39549 h 45310"/>
                <a:gd name="connsiteX8" fmla="*/ 18520 w 82009"/>
                <a:gd name="connsiteY8" fmla="*/ 44505 h 45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009" h="45310">
                  <a:moveTo>
                    <a:pt x="78450" y="38348"/>
                  </a:moveTo>
                  <a:cubicBezTo>
                    <a:pt x="79179" y="38333"/>
                    <a:pt x="79900" y="38152"/>
                    <a:pt x="80553" y="37822"/>
                  </a:cubicBezTo>
                  <a:cubicBezTo>
                    <a:pt x="81905" y="36996"/>
                    <a:pt x="81980" y="35119"/>
                    <a:pt x="81980" y="33617"/>
                  </a:cubicBezTo>
                  <a:cubicBezTo>
                    <a:pt x="81980" y="24457"/>
                    <a:pt x="81454" y="15297"/>
                    <a:pt x="80628" y="6211"/>
                  </a:cubicBezTo>
                  <a:cubicBezTo>
                    <a:pt x="80636" y="4282"/>
                    <a:pt x="79945" y="2412"/>
                    <a:pt x="78676" y="956"/>
                  </a:cubicBezTo>
                  <a:cubicBezTo>
                    <a:pt x="76633" y="-208"/>
                    <a:pt x="74154" y="-351"/>
                    <a:pt x="71992" y="580"/>
                  </a:cubicBezTo>
                  <a:cubicBezTo>
                    <a:pt x="48335" y="6962"/>
                    <a:pt x="24228" y="15597"/>
                    <a:pt x="-29" y="12218"/>
                  </a:cubicBezTo>
                  <a:cubicBezTo>
                    <a:pt x="-29" y="12218"/>
                    <a:pt x="1473" y="36996"/>
                    <a:pt x="2825" y="39549"/>
                  </a:cubicBezTo>
                  <a:cubicBezTo>
                    <a:pt x="6655" y="47057"/>
                    <a:pt x="10335" y="45330"/>
                    <a:pt x="18520" y="44505"/>
                  </a:cubicBezTo>
                  <a:close/>
                </a:path>
              </a:pathLst>
            </a:custGeom>
            <a:solidFill>
              <a:srgbClr val="29292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628" name="Group 627">
            <a:extLst>
              <a:ext uri="{FF2B5EF4-FFF2-40B4-BE49-F238E27FC236}">
                <a16:creationId xmlns:a16="http://schemas.microsoft.com/office/drawing/2014/main" id="{22490801-9ABA-FC95-1CE0-11BA9B32C136}"/>
              </a:ext>
            </a:extLst>
          </p:cNvPr>
          <p:cNvGrpSpPr/>
          <p:nvPr userDrawn="1"/>
        </p:nvGrpSpPr>
        <p:grpSpPr>
          <a:xfrm>
            <a:off x="6983242" y="3030199"/>
            <a:ext cx="325382" cy="839195"/>
            <a:chOff x="8261668" y="2645099"/>
            <a:chExt cx="325382" cy="839195"/>
          </a:xfrm>
        </p:grpSpPr>
        <p:sp>
          <p:nvSpPr>
            <p:cNvPr id="629" name="Content Placeholder 4">
              <a:extLst>
                <a:ext uri="{FF2B5EF4-FFF2-40B4-BE49-F238E27FC236}">
                  <a16:creationId xmlns:a16="http://schemas.microsoft.com/office/drawing/2014/main" id="{CE884FAB-D104-55CC-2DC7-AFFBF8767022}"/>
                </a:ext>
              </a:extLst>
            </p:cNvPr>
            <p:cNvSpPr/>
            <p:nvPr/>
          </p:nvSpPr>
          <p:spPr>
            <a:xfrm>
              <a:off x="8299660" y="3443138"/>
              <a:ext cx="278786" cy="41156"/>
            </a:xfrm>
            <a:custGeom>
              <a:avLst/>
              <a:gdLst>
                <a:gd name="connsiteX0" fmla="*/ 227535 w 278786"/>
                <a:gd name="connsiteY0" fmla="*/ 41043 h 41156"/>
                <a:gd name="connsiteX1" fmla="*/ 274698 w 278786"/>
                <a:gd name="connsiteY1" fmla="*/ 28053 h 41156"/>
                <a:gd name="connsiteX2" fmla="*/ 278753 w 278786"/>
                <a:gd name="connsiteY2" fmla="*/ 17767 h 41156"/>
                <a:gd name="connsiteX3" fmla="*/ 259152 w 278786"/>
                <a:gd name="connsiteY3" fmla="*/ 4777 h 41156"/>
                <a:gd name="connsiteX4" fmla="*/ 110154 w 278786"/>
                <a:gd name="connsiteY4" fmla="*/ 3125 h 41156"/>
                <a:gd name="connsiteX5" fmla="*/ 18081 w 278786"/>
                <a:gd name="connsiteY5" fmla="*/ 16115 h 41156"/>
                <a:gd name="connsiteX6" fmla="*/ 9896 w 278786"/>
                <a:gd name="connsiteY6" fmla="*/ 38640 h 41156"/>
                <a:gd name="connsiteX7" fmla="*/ 77485 w 278786"/>
                <a:gd name="connsiteY7" fmla="*/ 39091 h 41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8786" h="41156">
                  <a:moveTo>
                    <a:pt x="227535" y="41043"/>
                  </a:moveTo>
                  <a:cubicBezTo>
                    <a:pt x="244508" y="41043"/>
                    <a:pt x="263884" y="40517"/>
                    <a:pt x="274698" y="28053"/>
                  </a:cubicBezTo>
                  <a:cubicBezTo>
                    <a:pt x="277386" y="25313"/>
                    <a:pt x="278851" y="21604"/>
                    <a:pt x="278753" y="17767"/>
                  </a:cubicBezTo>
                  <a:cubicBezTo>
                    <a:pt x="277852" y="9658"/>
                    <a:pt x="267639" y="6129"/>
                    <a:pt x="259152" y="4777"/>
                  </a:cubicBezTo>
                  <a:cubicBezTo>
                    <a:pt x="210037" y="-2731"/>
                    <a:pt x="159870" y="47"/>
                    <a:pt x="110154" y="3125"/>
                  </a:cubicBezTo>
                  <a:cubicBezTo>
                    <a:pt x="79063" y="3854"/>
                    <a:pt x="48159" y="8209"/>
                    <a:pt x="18081" y="16115"/>
                  </a:cubicBezTo>
                  <a:cubicBezTo>
                    <a:pt x="3061" y="20845"/>
                    <a:pt x="-9556" y="33084"/>
                    <a:pt x="9896" y="38640"/>
                  </a:cubicBezTo>
                  <a:cubicBezTo>
                    <a:pt x="29346" y="44197"/>
                    <a:pt x="57659" y="38640"/>
                    <a:pt x="77485" y="39091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0" name="Content Placeholder 4">
              <a:extLst>
                <a:ext uri="{FF2B5EF4-FFF2-40B4-BE49-F238E27FC236}">
                  <a16:creationId xmlns:a16="http://schemas.microsoft.com/office/drawing/2014/main" id="{387BCD56-C932-5B5A-51FE-3E7E15465380}"/>
                </a:ext>
              </a:extLst>
            </p:cNvPr>
            <p:cNvSpPr/>
            <p:nvPr/>
          </p:nvSpPr>
          <p:spPr>
            <a:xfrm>
              <a:off x="8456593" y="3417670"/>
              <a:ext cx="20652" cy="17745"/>
            </a:xfrm>
            <a:custGeom>
              <a:avLst/>
              <a:gdLst>
                <a:gd name="connsiteX0" fmla="*/ 534 w 20652"/>
                <a:gd name="connsiteY0" fmla="*/ 15905 h 17745"/>
                <a:gd name="connsiteX1" fmla="*/ 534 w 20652"/>
                <a:gd name="connsiteY1" fmla="*/ 16956 h 17745"/>
                <a:gd name="connsiteX2" fmla="*/ 1961 w 20652"/>
                <a:gd name="connsiteY2" fmla="*/ 17556 h 17745"/>
                <a:gd name="connsiteX3" fmla="*/ 18408 w 20652"/>
                <a:gd name="connsiteY3" fmla="*/ 15979 h 17745"/>
                <a:gd name="connsiteX4" fmla="*/ 19534 w 20652"/>
                <a:gd name="connsiteY4" fmla="*/ 15454 h 17745"/>
                <a:gd name="connsiteX5" fmla="*/ 20060 w 20652"/>
                <a:gd name="connsiteY5" fmla="*/ 14178 h 17745"/>
                <a:gd name="connsiteX6" fmla="*/ 20060 w 20652"/>
                <a:gd name="connsiteY6" fmla="*/ 1563 h 17745"/>
                <a:gd name="connsiteX7" fmla="*/ 19610 w 20652"/>
                <a:gd name="connsiteY7" fmla="*/ 512 h 17745"/>
                <a:gd name="connsiteX8" fmla="*/ 18483 w 20652"/>
                <a:gd name="connsiteY8" fmla="*/ 512 h 17745"/>
                <a:gd name="connsiteX9" fmla="*/ 1360 w 20652"/>
                <a:gd name="connsiteY9" fmla="*/ 1413 h 17745"/>
                <a:gd name="connsiteX10" fmla="*/ 534 w 20652"/>
                <a:gd name="connsiteY10" fmla="*/ 15905 h 17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652" h="17745">
                  <a:moveTo>
                    <a:pt x="534" y="15905"/>
                  </a:moveTo>
                  <a:cubicBezTo>
                    <a:pt x="422" y="16242"/>
                    <a:pt x="422" y="16618"/>
                    <a:pt x="534" y="16956"/>
                  </a:cubicBezTo>
                  <a:cubicBezTo>
                    <a:pt x="910" y="17346"/>
                    <a:pt x="1420" y="17564"/>
                    <a:pt x="1961" y="17556"/>
                  </a:cubicBezTo>
                  <a:cubicBezTo>
                    <a:pt x="7496" y="18014"/>
                    <a:pt x="13061" y="17481"/>
                    <a:pt x="18408" y="15979"/>
                  </a:cubicBezTo>
                  <a:cubicBezTo>
                    <a:pt x="18813" y="15882"/>
                    <a:pt x="19197" y="15702"/>
                    <a:pt x="19534" y="15454"/>
                  </a:cubicBezTo>
                  <a:cubicBezTo>
                    <a:pt x="19797" y="15071"/>
                    <a:pt x="19978" y="14636"/>
                    <a:pt x="20060" y="14178"/>
                  </a:cubicBezTo>
                  <a:cubicBezTo>
                    <a:pt x="20811" y="10003"/>
                    <a:pt x="20811" y="5738"/>
                    <a:pt x="20060" y="1563"/>
                  </a:cubicBezTo>
                  <a:cubicBezTo>
                    <a:pt x="20023" y="1173"/>
                    <a:pt x="19865" y="805"/>
                    <a:pt x="19610" y="512"/>
                  </a:cubicBezTo>
                  <a:cubicBezTo>
                    <a:pt x="19241" y="400"/>
                    <a:pt x="18851" y="400"/>
                    <a:pt x="18483" y="512"/>
                  </a:cubicBezTo>
                  <a:cubicBezTo>
                    <a:pt x="12775" y="-441"/>
                    <a:pt x="6933" y="-134"/>
                    <a:pt x="1360" y="1413"/>
                  </a:cubicBezTo>
                  <a:cubicBezTo>
                    <a:pt x="-1118" y="3065"/>
                    <a:pt x="459" y="12450"/>
                    <a:pt x="534" y="15905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1" name="Content Placeholder 4">
              <a:extLst>
                <a:ext uri="{FF2B5EF4-FFF2-40B4-BE49-F238E27FC236}">
                  <a16:creationId xmlns:a16="http://schemas.microsoft.com/office/drawing/2014/main" id="{3BEDA4E4-2F2E-436C-7C9A-A4E6F1F6BEB8}"/>
                </a:ext>
              </a:extLst>
            </p:cNvPr>
            <p:cNvSpPr/>
            <p:nvPr/>
          </p:nvSpPr>
          <p:spPr>
            <a:xfrm>
              <a:off x="8370716" y="3421277"/>
              <a:ext cx="21345" cy="14316"/>
            </a:xfrm>
            <a:custGeom>
              <a:avLst/>
              <a:gdLst>
                <a:gd name="connsiteX0" fmla="*/ 421 w 21345"/>
                <a:gd name="connsiteY0" fmla="*/ 12748 h 14316"/>
                <a:gd name="connsiteX1" fmla="*/ 797 w 21345"/>
                <a:gd name="connsiteY1" fmla="*/ 13799 h 14316"/>
                <a:gd name="connsiteX2" fmla="*/ 2149 w 21345"/>
                <a:gd name="connsiteY2" fmla="*/ 14174 h 14316"/>
                <a:gd name="connsiteX3" fmla="*/ 18595 w 21345"/>
                <a:gd name="connsiteY3" fmla="*/ 14174 h 14316"/>
                <a:gd name="connsiteX4" fmla="*/ 19872 w 21345"/>
                <a:gd name="connsiteY4" fmla="*/ 14174 h 14316"/>
                <a:gd name="connsiteX5" fmla="*/ 20548 w 21345"/>
                <a:gd name="connsiteY5" fmla="*/ 12672 h 14316"/>
                <a:gd name="connsiteX6" fmla="*/ 21299 w 21345"/>
                <a:gd name="connsiteY6" fmla="*/ -17 h 14316"/>
                <a:gd name="connsiteX7" fmla="*/ 5678 w 21345"/>
                <a:gd name="connsiteY7" fmla="*/ -17 h 14316"/>
                <a:gd name="connsiteX8" fmla="*/ 271 w 21345"/>
                <a:gd name="connsiteY8" fmla="*/ 2912 h 14316"/>
                <a:gd name="connsiteX9" fmla="*/ 421 w 21345"/>
                <a:gd name="connsiteY9" fmla="*/ 12748 h 14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345" h="14316">
                  <a:moveTo>
                    <a:pt x="421" y="12748"/>
                  </a:moveTo>
                  <a:cubicBezTo>
                    <a:pt x="466" y="13123"/>
                    <a:pt x="594" y="13483"/>
                    <a:pt x="797" y="13799"/>
                  </a:cubicBezTo>
                  <a:cubicBezTo>
                    <a:pt x="1195" y="14069"/>
                    <a:pt x="1668" y="14204"/>
                    <a:pt x="2149" y="14174"/>
                  </a:cubicBezTo>
                  <a:cubicBezTo>
                    <a:pt x="7631" y="14174"/>
                    <a:pt x="13113" y="14174"/>
                    <a:pt x="18595" y="14174"/>
                  </a:cubicBezTo>
                  <a:cubicBezTo>
                    <a:pt x="19008" y="14324"/>
                    <a:pt x="19459" y="14324"/>
                    <a:pt x="19872" y="14174"/>
                  </a:cubicBezTo>
                  <a:cubicBezTo>
                    <a:pt x="20285" y="13784"/>
                    <a:pt x="20526" y="13243"/>
                    <a:pt x="20548" y="12672"/>
                  </a:cubicBezTo>
                  <a:cubicBezTo>
                    <a:pt x="21134" y="8468"/>
                    <a:pt x="21389" y="4225"/>
                    <a:pt x="21299" y="-17"/>
                  </a:cubicBezTo>
                  <a:lnTo>
                    <a:pt x="5678" y="-17"/>
                  </a:lnTo>
                  <a:cubicBezTo>
                    <a:pt x="2149" y="-17"/>
                    <a:pt x="1097" y="-392"/>
                    <a:pt x="271" y="2912"/>
                  </a:cubicBezTo>
                  <a:cubicBezTo>
                    <a:pt x="-172" y="6178"/>
                    <a:pt x="-127" y="9496"/>
                    <a:pt x="421" y="12748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2" name="Content Placeholder 4">
              <a:extLst>
                <a:ext uri="{FF2B5EF4-FFF2-40B4-BE49-F238E27FC236}">
                  <a16:creationId xmlns:a16="http://schemas.microsoft.com/office/drawing/2014/main" id="{28E384CF-FC80-1B04-BD0D-C0975A8A5A36}"/>
                </a:ext>
              </a:extLst>
            </p:cNvPr>
            <p:cNvSpPr/>
            <p:nvPr/>
          </p:nvSpPr>
          <p:spPr>
            <a:xfrm>
              <a:off x="8421429" y="3012512"/>
              <a:ext cx="112661" cy="411233"/>
            </a:xfrm>
            <a:custGeom>
              <a:avLst/>
              <a:gdLst>
                <a:gd name="connsiteX0" fmla="*/ 22705 w 112661"/>
                <a:gd name="connsiteY0" fmla="*/ 363623 h 411233"/>
                <a:gd name="connsiteX1" fmla="*/ 29164 w 112661"/>
                <a:gd name="connsiteY1" fmla="*/ 403868 h 411233"/>
                <a:gd name="connsiteX2" fmla="*/ 32394 w 112661"/>
                <a:gd name="connsiteY2" fmla="*/ 410025 h 411233"/>
                <a:gd name="connsiteX3" fmla="*/ 37801 w 112661"/>
                <a:gd name="connsiteY3" fmla="*/ 411151 h 411233"/>
                <a:gd name="connsiteX4" fmla="*/ 51995 w 112661"/>
                <a:gd name="connsiteY4" fmla="*/ 411151 h 411233"/>
                <a:gd name="connsiteX5" fmla="*/ 57026 w 112661"/>
                <a:gd name="connsiteY5" fmla="*/ 410175 h 411233"/>
                <a:gd name="connsiteX6" fmla="*/ 60706 w 112661"/>
                <a:gd name="connsiteY6" fmla="*/ 400264 h 411233"/>
                <a:gd name="connsiteX7" fmla="*/ 101711 w 112661"/>
                <a:gd name="connsiteY7" fmla="*/ 129209 h 411233"/>
                <a:gd name="connsiteX8" fmla="*/ 112150 w 112661"/>
                <a:gd name="connsiteY8" fmla="*/ 77776 h 411233"/>
                <a:gd name="connsiteX9" fmla="*/ 101185 w 112661"/>
                <a:gd name="connsiteY9" fmla="*/ 27694 h 411233"/>
                <a:gd name="connsiteX10" fmla="*/ 43433 w 112661"/>
                <a:gd name="connsiteY10" fmla="*/ 364 h 411233"/>
                <a:gd name="connsiteX11" fmla="*/ 10765 w 112661"/>
                <a:gd name="connsiteY11" fmla="*/ 2691 h 411233"/>
                <a:gd name="connsiteX12" fmla="*/ 251 w 112661"/>
                <a:gd name="connsiteY12" fmla="*/ 25217 h 411233"/>
                <a:gd name="connsiteX13" fmla="*/ 3330 w 112661"/>
                <a:gd name="connsiteY13" fmla="*/ 107209 h 411233"/>
                <a:gd name="connsiteX14" fmla="*/ 13994 w 112661"/>
                <a:gd name="connsiteY14" fmla="*/ 270818 h 411233"/>
                <a:gd name="connsiteX15" fmla="*/ 22705 w 112661"/>
                <a:gd name="connsiteY15" fmla="*/ 363623 h 41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2661" h="411233">
                  <a:moveTo>
                    <a:pt x="22705" y="363623"/>
                  </a:moveTo>
                  <a:cubicBezTo>
                    <a:pt x="23787" y="377190"/>
                    <a:pt x="25950" y="390646"/>
                    <a:pt x="29164" y="403868"/>
                  </a:cubicBezTo>
                  <a:cubicBezTo>
                    <a:pt x="29540" y="406218"/>
                    <a:pt x="30674" y="408381"/>
                    <a:pt x="32394" y="410025"/>
                  </a:cubicBezTo>
                  <a:cubicBezTo>
                    <a:pt x="34030" y="410964"/>
                    <a:pt x="35923" y="411354"/>
                    <a:pt x="37801" y="411151"/>
                  </a:cubicBezTo>
                  <a:lnTo>
                    <a:pt x="51995" y="411151"/>
                  </a:lnTo>
                  <a:cubicBezTo>
                    <a:pt x="53729" y="411286"/>
                    <a:pt x="55472" y="410948"/>
                    <a:pt x="57026" y="410175"/>
                  </a:cubicBezTo>
                  <a:cubicBezTo>
                    <a:pt x="59647" y="407570"/>
                    <a:pt x="60992" y="403951"/>
                    <a:pt x="60706" y="400264"/>
                  </a:cubicBezTo>
                  <a:cubicBezTo>
                    <a:pt x="66271" y="308871"/>
                    <a:pt x="79992" y="218161"/>
                    <a:pt x="101711" y="129209"/>
                  </a:cubicBezTo>
                  <a:cubicBezTo>
                    <a:pt x="106802" y="112435"/>
                    <a:pt x="110302" y="95211"/>
                    <a:pt x="112150" y="77776"/>
                  </a:cubicBezTo>
                  <a:cubicBezTo>
                    <a:pt x="114072" y="60334"/>
                    <a:pt x="110220" y="42741"/>
                    <a:pt x="101185" y="27694"/>
                  </a:cubicBezTo>
                  <a:cubicBezTo>
                    <a:pt x="88042" y="8248"/>
                    <a:pt x="64912" y="1715"/>
                    <a:pt x="43433" y="364"/>
                  </a:cubicBezTo>
                  <a:cubicBezTo>
                    <a:pt x="32491" y="-590"/>
                    <a:pt x="21466" y="191"/>
                    <a:pt x="10765" y="2691"/>
                  </a:cubicBezTo>
                  <a:cubicBezTo>
                    <a:pt x="-1777" y="5920"/>
                    <a:pt x="-125" y="11476"/>
                    <a:pt x="251" y="25217"/>
                  </a:cubicBezTo>
                  <a:cubicBezTo>
                    <a:pt x="1001" y="52547"/>
                    <a:pt x="2031" y="79878"/>
                    <a:pt x="3330" y="107209"/>
                  </a:cubicBezTo>
                  <a:cubicBezTo>
                    <a:pt x="5883" y="161773"/>
                    <a:pt x="9436" y="216307"/>
                    <a:pt x="13994" y="270818"/>
                  </a:cubicBezTo>
                  <a:cubicBezTo>
                    <a:pt x="16547" y="301655"/>
                    <a:pt x="19454" y="332590"/>
                    <a:pt x="22705" y="363623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3" name="Content Placeholder 4">
              <a:extLst>
                <a:ext uri="{FF2B5EF4-FFF2-40B4-BE49-F238E27FC236}">
                  <a16:creationId xmlns:a16="http://schemas.microsoft.com/office/drawing/2014/main" id="{5E72E980-D109-82CD-FA95-619084E0F7C9}"/>
                </a:ext>
              </a:extLst>
            </p:cNvPr>
            <p:cNvSpPr/>
            <p:nvPr/>
          </p:nvSpPr>
          <p:spPr>
            <a:xfrm>
              <a:off x="8328321" y="2985505"/>
              <a:ext cx="107589" cy="440291"/>
            </a:xfrm>
            <a:custGeom>
              <a:avLst/>
              <a:gdLst>
                <a:gd name="connsiteX0" fmla="*/ 68125 w 107589"/>
                <a:gd name="connsiteY0" fmla="*/ 430650 h 440291"/>
                <a:gd name="connsiteX1" fmla="*/ 66172 w 107589"/>
                <a:gd name="connsiteY1" fmla="*/ 436131 h 440291"/>
                <a:gd name="connsiteX2" fmla="*/ 61741 w 107589"/>
                <a:gd name="connsiteY2" fmla="*/ 438308 h 440291"/>
                <a:gd name="connsiteX3" fmla="*/ 39211 w 107589"/>
                <a:gd name="connsiteY3" fmla="*/ 439810 h 440291"/>
                <a:gd name="connsiteX4" fmla="*/ 7519 w 107589"/>
                <a:gd name="connsiteY4" fmla="*/ 171158 h 440291"/>
                <a:gd name="connsiteX5" fmla="*/ 9 w 107589"/>
                <a:gd name="connsiteY5" fmla="*/ 104708 h 440291"/>
                <a:gd name="connsiteX6" fmla="*/ 15029 w 107589"/>
                <a:gd name="connsiteY6" fmla="*/ 40736 h 440291"/>
                <a:gd name="connsiteX7" fmla="*/ 50326 w 107589"/>
                <a:gd name="connsiteY7" fmla="*/ 6873 h 440291"/>
                <a:gd name="connsiteX8" fmla="*/ 104398 w 107589"/>
                <a:gd name="connsiteY8" fmla="*/ 18060 h 440291"/>
                <a:gd name="connsiteX9" fmla="*/ 107177 w 107589"/>
                <a:gd name="connsiteY9" fmla="*/ 116346 h 440291"/>
                <a:gd name="connsiteX10" fmla="*/ 87050 w 107589"/>
                <a:gd name="connsiteY10" fmla="*/ 318323 h 440291"/>
                <a:gd name="connsiteX11" fmla="*/ 68125 w 107589"/>
                <a:gd name="connsiteY11" fmla="*/ 430650 h 440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589" h="440291">
                  <a:moveTo>
                    <a:pt x="68125" y="430650"/>
                  </a:moveTo>
                  <a:cubicBezTo>
                    <a:pt x="67937" y="432609"/>
                    <a:pt x="67261" y="434494"/>
                    <a:pt x="66172" y="436131"/>
                  </a:cubicBezTo>
                  <a:cubicBezTo>
                    <a:pt x="64941" y="437280"/>
                    <a:pt x="63401" y="438038"/>
                    <a:pt x="61741" y="438308"/>
                  </a:cubicBezTo>
                  <a:cubicBezTo>
                    <a:pt x="54397" y="440231"/>
                    <a:pt x="46751" y="440741"/>
                    <a:pt x="39211" y="439810"/>
                  </a:cubicBezTo>
                  <a:cubicBezTo>
                    <a:pt x="32054" y="349709"/>
                    <a:pt x="21488" y="260155"/>
                    <a:pt x="7519" y="171158"/>
                  </a:cubicBezTo>
                  <a:cubicBezTo>
                    <a:pt x="3291" y="149240"/>
                    <a:pt x="783" y="127023"/>
                    <a:pt x="9" y="104708"/>
                  </a:cubicBezTo>
                  <a:cubicBezTo>
                    <a:pt x="-532" y="82453"/>
                    <a:pt x="4635" y="60423"/>
                    <a:pt x="15029" y="40736"/>
                  </a:cubicBezTo>
                  <a:cubicBezTo>
                    <a:pt x="23283" y="26282"/>
                    <a:pt x="35539" y="14524"/>
                    <a:pt x="50326" y="6873"/>
                  </a:cubicBezTo>
                  <a:cubicBezTo>
                    <a:pt x="64745" y="-636"/>
                    <a:pt x="101845" y="-7619"/>
                    <a:pt x="104398" y="18060"/>
                  </a:cubicBezTo>
                  <a:cubicBezTo>
                    <a:pt x="107237" y="50737"/>
                    <a:pt x="108168" y="83557"/>
                    <a:pt x="107177" y="116346"/>
                  </a:cubicBezTo>
                  <a:cubicBezTo>
                    <a:pt x="104879" y="184035"/>
                    <a:pt x="98150" y="251506"/>
                    <a:pt x="87050" y="318323"/>
                  </a:cubicBezTo>
                  <a:cubicBezTo>
                    <a:pt x="81343" y="356016"/>
                    <a:pt x="74583" y="393558"/>
                    <a:pt x="68125" y="430650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4" name="Content Placeholder 4">
              <a:extLst>
                <a:ext uri="{FF2B5EF4-FFF2-40B4-BE49-F238E27FC236}">
                  <a16:creationId xmlns:a16="http://schemas.microsoft.com/office/drawing/2014/main" id="{BA678B3B-E2B8-9DCD-90F4-856A1150ADC2}"/>
                </a:ext>
              </a:extLst>
            </p:cNvPr>
            <p:cNvSpPr/>
            <p:nvPr/>
          </p:nvSpPr>
          <p:spPr>
            <a:xfrm>
              <a:off x="8469389" y="2778615"/>
              <a:ext cx="117661" cy="169657"/>
            </a:xfrm>
            <a:custGeom>
              <a:avLst/>
              <a:gdLst>
                <a:gd name="connsiteX0" fmla="*/ 17477 w 117661"/>
                <a:gd name="connsiteY0" fmla="*/ 222 h 169657"/>
                <a:gd name="connsiteX1" fmla="*/ 24987 w 117661"/>
                <a:gd name="connsiteY1" fmla="*/ 5403 h 169657"/>
                <a:gd name="connsiteX2" fmla="*/ 35952 w 117661"/>
                <a:gd name="connsiteY2" fmla="*/ 15614 h 169657"/>
                <a:gd name="connsiteX3" fmla="*/ 60359 w 117661"/>
                <a:gd name="connsiteY3" fmla="*/ 42120 h 169657"/>
                <a:gd name="connsiteX4" fmla="*/ 72676 w 117661"/>
                <a:gd name="connsiteY4" fmla="*/ 63143 h 169657"/>
                <a:gd name="connsiteX5" fmla="*/ 101964 w 117661"/>
                <a:gd name="connsiteY5" fmla="*/ 101736 h 169657"/>
                <a:gd name="connsiteX6" fmla="*/ 111577 w 117661"/>
                <a:gd name="connsiteY6" fmla="*/ 121108 h 169657"/>
                <a:gd name="connsiteX7" fmla="*/ 116759 w 117661"/>
                <a:gd name="connsiteY7" fmla="*/ 156548 h 169657"/>
                <a:gd name="connsiteX8" fmla="*/ 105870 w 117661"/>
                <a:gd name="connsiteY8" fmla="*/ 169312 h 169657"/>
                <a:gd name="connsiteX9" fmla="*/ 93853 w 117661"/>
                <a:gd name="connsiteY9" fmla="*/ 167435 h 169657"/>
                <a:gd name="connsiteX10" fmla="*/ 68845 w 117661"/>
                <a:gd name="connsiteY10" fmla="*/ 145511 h 169657"/>
                <a:gd name="connsiteX11" fmla="*/ 4034 w 117661"/>
                <a:gd name="connsiteY11" fmla="*/ 21246 h 169657"/>
                <a:gd name="connsiteX12" fmla="*/ 1180 w 117661"/>
                <a:gd name="connsiteY12" fmla="*/ 7130 h 169657"/>
                <a:gd name="connsiteX13" fmla="*/ 17477 w 117661"/>
                <a:gd name="connsiteY13" fmla="*/ 222 h 169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7661" h="169657">
                  <a:moveTo>
                    <a:pt x="17477" y="222"/>
                  </a:moveTo>
                  <a:cubicBezTo>
                    <a:pt x="20331" y="1371"/>
                    <a:pt x="22899" y="3143"/>
                    <a:pt x="24987" y="5403"/>
                  </a:cubicBezTo>
                  <a:lnTo>
                    <a:pt x="35952" y="15614"/>
                  </a:lnTo>
                  <a:cubicBezTo>
                    <a:pt x="45061" y="23506"/>
                    <a:pt x="53247" y="32396"/>
                    <a:pt x="60359" y="42120"/>
                  </a:cubicBezTo>
                  <a:cubicBezTo>
                    <a:pt x="64865" y="48877"/>
                    <a:pt x="68320" y="56310"/>
                    <a:pt x="72676" y="63143"/>
                  </a:cubicBezTo>
                  <a:cubicBezTo>
                    <a:pt x="81312" y="76809"/>
                    <a:pt x="93478" y="87996"/>
                    <a:pt x="101964" y="101736"/>
                  </a:cubicBezTo>
                  <a:cubicBezTo>
                    <a:pt x="105719" y="107909"/>
                    <a:pt x="108933" y="114388"/>
                    <a:pt x="111577" y="121108"/>
                  </a:cubicBezTo>
                  <a:cubicBezTo>
                    <a:pt x="117082" y="132056"/>
                    <a:pt x="118899" y="144482"/>
                    <a:pt x="116759" y="156548"/>
                  </a:cubicBezTo>
                  <a:cubicBezTo>
                    <a:pt x="115633" y="162427"/>
                    <a:pt x="111494" y="167278"/>
                    <a:pt x="105870" y="169312"/>
                  </a:cubicBezTo>
                  <a:cubicBezTo>
                    <a:pt x="101769" y="170086"/>
                    <a:pt x="97526" y="169425"/>
                    <a:pt x="93853" y="167435"/>
                  </a:cubicBezTo>
                  <a:cubicBezTo>
                    <a:pt x="83925" y="162172"/>
                    <a:pt x="75364" y="154664"/>
                    <a:pt x="68845" y="145511"/>
                  </a:cubicBezTo>
                  <a:cubicBezTo>
                    <a:pt x="39631" y="108419"/>
                    <a:pt x="24536" y="62918"/>
                    <a:pt x="4034" y="21246"/>
                  </a:cubicBezTo>
                  <a:cubicBezTo>
                    <a:pt x="1781" y="16666"/>
                    <a:pt x="-1974" y="12011"/>
                    <a:pt x="1180" y="7130"/>
                  </a:cubicBezTo>
                  <a:cubicBezTo>
                    <a:pt x="4770" y="1806"/>
                    <a:pt x="11154" y="-904"/>
                    <a:pt x="17477" y="222"/>
                  </a:cubicBezTo>
                  <a:close/>
                </a:path>
              </a:pathLst>
            </a:custGeom>
            <a:solidFill>
              <a:srgbClr val="5E5E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5" name="Content Placeholder 4">
              <a:extLst>
                <a:ext uri="{FF2B5EF4-FFF2-40B4-BE49-F238E27FC236}">
                  <a16:creationId xmlns:a16="http://schemas.microsoft.com/office/drawing/2014/main" id="{85FF36CD-D9D9-3CFA-AD22-A260073E40CD}"/>
                </a:ext>
              </a:extLst>
            </p:cNvPr>
            <p:cNvSpPr/>
            <p:nvPr/>
          </p:nvSpPr>
          <p:spPr>
            <a:xfrm>
              <a:off x="8269256" y="2782091"/>
              <a:ext cx="108022" cy="141437"/>
            </a:xfrm>
            <a:custGeom>
              <a:avLst/>
              <a:gdLst>
                <a:gd name="connsiteX0" fmla="*/ 101957 w 108022"/>
                <a:gd name="connsiteY0" fmla="*/ 1476 h 141437"/>
                <a:gd name="connsiteX1" fmla="*/ 92344 w 108022"/>
                <a:gd name="connsiteY1" fmla="*/ 125 h 141437"/>
                <a:gd name="connsiteX2" fmla="*/ 63505 w 108022"/>
                <a:gd name="connsiteY2" fmla="*/ 18070 h 141437"/>
                <a:gd name="connsiteX3" fmla="*/ 45031 w 108022"/>
                <a:gd name="connsiteY3" fmla="*/ 47653 h 141437"/>
                <a:gd name="connsiteX4" fmla="*/ 6655 w 108022"/>
                <a:gd name="connsiteY4" fmla="*/ 100212 h 141437"/>
                <a:gd name="connsiteX5" fmla="*/ -29 w 108022"/>
                <a:gd name="connsiteY5" fmla="*/ 118082 h 141437"/>
                <a:gd name="connsiteX6" fmla="*/ 2374 w 108022"/>
                <a:gd name="connsiteY6" fmla="*/ 130922 h 141437"/>
                <a:gd name="connsiteX7" fmla="*/ 8983 w 108022"/>
                <a:gd name="connsiteY7" fmla="*/ 140307 h 141437"/>
                <a:gd name="connsiteX8" fmla="*/ 21600 w 108022"/>
                <a:gd name="connsiteY8" fmla="*/ 138806 h 141437"/>
                <a:gd name="connsiteX9" fmla="*/ 30311 w 108022"/>
                <a:gd name="connsiteY9" fmla="*/ 128669 h 141437"/>
                <a:gd name="connsiteX10" fmla="*/ 52841 w 108022"/>
                <a:gd name="connsiteY10" fmla="*/ 94956 h 141437"/>
                <a:gd name="connsiteX11" fmla="*/ 83332 w 108022"/>
                <a:gd name="connsiteY11" fmla="*/ 52834 h 141437"/>
                <a:gd name="connsiteX12" fmla="*/ 100229 w 108022"/>
                <a:gd name="connsiteY12" fmla="*/ 32336 h 141437"/>
                <a:gd name="connsiteX13" fmla="*/ 101957 w 108022"/>
                <a:gd name="connsiteY13" fmla="*/ 1476 h 141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022" h="141437">
                  <a:moveTo>
                    <a:pt x="101957" y="1476"/>
                  </a:moveTo>
                  <a:cubicBezTo>
                    <a:pt x="98938" y="162"/>
                    <a:pt x="95611" y="-303"/>
                    <a:pt x="92344" y="125"/>
                  </a:cubicBezTo>
                  <a:cubicBezTo>
                    <a:pt x="80741" y="2069"/>
                    <a:pt x="70377" y="8519"/>
                    <a:pt x="63505" y="18070"/>
                  </a:cubicBezTo>
                  <a:cubicBezTo>
                    <a:pt x="56822" y="27590"/>
                    <a:pt x="50656" y="37472"/>
                    <a:pt x="45031" y="47653"/>
                  </a:cubicBezTo>
                  <a:cubicBezTo>
                    <a:pt x="33465" y="66124"/>
                    <a:pt x="17995" y="81892"/>
                    <a:pt x="6655" y="100212"/>
                  </a:cubicBezTo>
                  <a:cubicBezTo>
                    <a:pt x="2923" y="105491"/>
                    <a:pt x="624" y="111648"/>
                    <a:pt x="-29" y="118082"/>
                  </a:cubicBezTo>
                  <a:cubicBezTo>
                    <a:pt x="-51" y="122475"/>
                    <a:pt x="760" y="126837"/>
                    <a:pt x="2374" y="130922"/>
                  </a:cubicBezTo>
                  <a:cubicBezTo>
                    <a:pt x="3351" y="134751"/>
                    <a:pt x="5701" y="138092"/>
                    <a:pt x="8983" y="140307"/>
                  </a:cubicBezTo>
                  <a:cubicBezTo>
                    <a:pt x="13136" y="142200"/>
                    <a:pt x="18003" y="141621"/>
                    <a:pt x="21600" y="138806"/>
                  </a:cubicBezTo>
                  <a:cubicBezTo>
                    <a:pt x="25085" y="135975"/>
                    <a:pt x="28036" y="132544"/>
                    <a:pt x="30311" y="128669"/>
                  </a:cubicBezTo>
                  <a:lnTo>
                    <a:pt x="52841" y="94956"/>
                  </a:lnTo>
                  <a:cubicBezTo>
                    <a:pt x="62079" y="80270"/>
                    <a:pt x="72270" y="66199"/>
                    <a:pt x="83332" y="52834"/>
                  </a:cubicBezTo>
                  <a:cubicBezTo>
                    <a:pt x="89408" y="46384"/>
                    <a:pt x="95055" y="39536"/>
                    <a:pt x="100229" y="32336"/>
                  </a:cubicBezTo>
                  <a:cubicBezTo>
                    <a:pt x="105036" y="24902"/>
                    <a:pt x="114048" y="7032"/>
                    <a:pt x="101957" y="1476"/>
                  </a:cubicBezTo>
                  <a:close/>
                </a:path>
              </a:pathLst>
            </a:custGeom>
            <a:solidFill>
              <a:srgbClr val="5E5E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6" name="Content Placeholder 4">
              <a:extLst>
                <a:ext uri="{FF2B5EF4-FFF2-40B4-BE49-F238E27FC236}">
                  <a16:creationId xmlns:a16="http://schemas.microsoft.com/office/drawing/2014/main" id="{D5AC0EC6-E234-D214-13E5-931084ADAED5}"/>
                </a:ext>
              </a:extLst>
            </p:cNvPr>
            <p:cNvSpPr/>
            <p:nvPr/>
          </p:nvSpPr>
          <p:spPr>
            <a:xfrm>
              <a:off x="8307560" y="2779382"/>
              <a:ext cx="232532" cy="322296"/>
            </a:xfrm>
            <a:custGeom>
              <a:avLst/>
              <a:gdLst>
                <a:gd name="connsiteX0" fmla="*/ 151970 w 232532"/>
                <a:gd name="connsiteY0" fmla="*/ 2158 h 322296"/>
                <a:gd name="connsiteX1" fmla="*/ 161207 w 232532"/>
                <a:gd name="connsiteY1" fmla="*/ 806 h 322296"/>
                <a:gd name="connsiteX2" fmla="*/ 163760 w 232532"/>
                <a:gd name="connsiteY2" fmla="*/ 4711 h 322296"/>
                <a:gd name="connsiteX3" fmla="*/ 211749 w 232532"/>
                <a:gd name="connsiteY3" fmla="*/ 135508 h 322296"/>
                <a:gd name="connsiteX4" fmla="*/ 228196 w 232532"/>
                <a:gd name="connsiteY4" fmla="*/ 217350 h 322296"/>
                <a:gd name="connsiteX5" fmla="*/ 231501 w 232532"/>
                <a:gd name="connsiteY5" fmla="*/ 278319 h 322296"/>
                <a:gd name="connsiteX6" fmla="*/ 229248 w 232532"/>
                <a:gd name="connsiteY6" fmla="*/ 289657 h 322296"/>
                <a:gd name="connsiteX7" fmla="*/ 220311 w 232532"/>
                <a:gd name="connsiteY7" fmla="*/ 298517 h 322296"/>
                <a:gd name="connsiteX8" fmla="*/ 172547 w 232532"/>
                <a:gd name="connsiteY8" fmla="*/ 317588 h 322296"/>
                <a:gd name="connsiteX9" fmla="*/ 100076 w 232532"/>
                <a:gd name="connsiteY9" fmla="*/ 320967 h 322296"/>
                <a:gd name="connsiteX10" fmla="*/ 62526 w 232532"/>
                <a:gd name="connsiteY10" fmla="*/ 314660 h 322296"/>
                <a:gd name="connsiteX11" fmla="*/ 14312 w 232532"/>
                <a:gd name="connsiteY11" fmla="*/ 293636 h 322296"/>
                <a:gd name="connsiteX12" fmla="*/ 4474 w 232532"/>
                <a:gd name="connsiteY12" fmla="*/ 271111 h 322296"/>
                <a:gd name="connsiteX13" fmla="*/ 17015 w 232532"/>
                <a:gd name="connsiteY13" fmla="*/ 133931 h 322296"/>
                <a:gd name="connsiteX14" fmla="*/ 57569 w 232532"/>
                <a:gd name="connsiteY14" fmla="*/ 11544 h 322296"/>
                <a:gd name="connsiteX15" fmla="*/ 97748 w 232532"/>
                <a:gd name="connsiteY15" fmla="*/ 9666 h 322296"/>
                <a:gd name="connsiteX16" fmla="*/ 151970 w 232532"/>
                <a:gd name="connsiteY16" fmla="*/ 2158 h 322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2532" h="322296">
                  <a:moveTo>
                    <a:pt x="151970" y="2158"/>
                  </a:moveTo>
                  <a:cubicBezTo>
                    <a:pt x="154899" y="581"/>
                    <a:pt x="158578" y="-1071"/>
                    <a:pt x="161207" y="806"/>
                  </a:cubicBezTo>
                  <a:cubicBezTo>
                    <a:pt x="162379" y="1873"/>
                    <a:pt x="163258" y="3217"/>
                    <a:pt x="163760" y="4711"/>
                  </a:cubicBezTo>
                  <a:cubicBezTo>
                    <a:pt x="207619" y="90532"/>
                    <a:pt x="188318" y="79120"/>
                    <a:pt x="211749" y="135508"/>
                  </a:cubicBezTo>
                  <a:cubicBezTo>
                    <a:pt x="216631" y="147371"/>
                    <a:pt x="225192" y="204811"/>
                    <a:pt x="228196" y="217350"/>
                  </a:cubicBezTo>
                  <a:cubicBezTo>
                    <a:pt x="233904" y="240701"/>
                    <a:pt x="232702" y="254292"/>
                    <a:pt x="231501" y="278319"/>
                  </a:cubicBezTo>
                  <a:cubicBezTo>
                    <a:pt x="231553" y="282216"/>
                    <a:pt x="230787" y="286075"/>
                    <a:pt x="229248" y="289657"/>
                  </a:cubicBezTo>
                  <a:cubicBezTo>
                    <a:pt x="227107" y="293351"/>
                    <a:pt x="224020" y="296407"/>
                    <a:pt x="220311" y="298517"/>
                  </a:cubicBezTo>
                  <a:cubicBezTo>
                    <a:pt x="199959" y="311807"/>
                    <a:pt x="196805" y="317062"/>
                    <a:pt x="172547" y="317588"/>
                  </a:cubicBezTo>
                  <a:cubicBezTo>
                    <a:pt x="148290" y="318114"/>
                    <a:pt x="124108" y="325096"/>
                    <a:pt x="100076" y="320967"/>
                  </a:cubicBezTo>
                  <a:lnTo>
                    <a:pt x="62526" y="314660"/>
                  </a:lnTo>
                  <a:cubicBezTo>
                    <a:pt x="44802" y="311731"/>
                    <a:pt x="24976" y="307827"/>
                    <a:pt x="14312" y="293636"/>
                  </a:cubicBezTo>
                  <a:cubicBezTo>
                    <a:pt x="9445" y="286924"/>
                    <a:pt x="6088" y="279242"/>
                    <a:pt x="4474" y="271111"/>
                  </a:cubicBezTo>
                  <a:cubicBezTo>
                    <a:pt x="-6491" y="226060"/>
                    <a:pt x="4474" y="178607"/>
                    <a:pt x="17015" y="133931"/>
                  </a:cubicBezTo>
                  <a:cubicBezTo>
                    <a:pt x="28078" y="92364"/>
                    <a:pt x="41618" y="51496"/>
                    <a:pt x="57569" y="11544"/>
                  </a:cubicBezTo>
                  <a:cubicBezTo>
                    <a:pt x="66731" y="-9931"/>
                    <a:pt x="80099" y="6062"/>
                    <a:pt x="97748" y="9666"/>
                  </a:cubicBezTo>
                  <a:cubicBezTo>
                    <a:pt x="116147" y="13398"/>
                    <a:pt x="135275" y="10748"/>
                    <a:pt x="151970" y="2158"/>
                  </a:cubicBezTo>
                  <a:close/>
                </a:path>
              </a:pathLst>
            </a:custGeom>
            <a:solidFill>
              <a:srgbClr val="C4C4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7" name="Content Placeholder 4">
              <a:extLst>
                <a:ext uri="{FF2B5EF4-FFF2-40B4-BE49-F238E27FC236}">
                  <a16:creationId xmlns:a16="http://schemas.microsoft.com/office/drawing/2014/main" id="{EE896CB0-3F8A-70B4-6099-AC61DED6F716}"/>
                </a:ext>
              </a:extLst>
            </p:cNvPr>
            <p:cNvSpPr/>
            <p:nvPr/>
          </p:nvSpPr>
          <p:spPr>
            <a:xfrm>
              <a:off x="8298664" y="2786282"/>
              <a:ext cx="97508" cy="315072"/>
            </a:xfrm>
            <a:custGeom>
              <a:avLst/>
              <a:gdLst>
                <a:gd name="connsiteX0" fmla="*/ 89596 w 97508"/>
                <a:gd name="connsiteY0" fmla="*/ 41510 h 315072"/>
                <a:gd name="connsiteX1" fmla="*/ 96054 w 97508"/>
                <a:gd name="connsiteY1" fmla="*/ 59530 h 315072"/>
                <a:gd name="connsiteX2" fmla="*/ 97407 w 97508"/>
                <a:gd name="connsiteY2" fmla="*/ 78902 h 315072"/>
                <a:gd name="connsiteX3" fmla="*/ 88995 w 97508"/>
                <a:gd name="connsiteY3" fmla="*/ 169004 h 315072"/>
                <a:gd name="connsiteX4" fmla="*/ 86667 w 97508"/>
                <a:gd name="connsiteY4" fmla="*/ 203618 h 315072"/>
                <a:gd name="connsiteX5" fmla="*/ 83062 w 97508"/>
                <a:gd name="connsiteY5" fmla="*/ 224942 h 315072"/>
                <a:gd name="connsiteX6" fmla="*/ 81485 w 97508"/>
                <a:gd name="connsiteY6" fmla="*/ 253774 h 315072"/>
                <a:gd name="connsiteX7" fmla="*/ 70521 w 97508"/>
                <a:gd name="connsiteY7" fmla="*/ 315043 h 315072"/>
                <a:gd name="connsiteX8" fmla="*/ 52421 w 97508"/>
                <a:gd name="connsiteY8" fmla="*/ 309187 h 315072"/>
                <a:gd name="connsiteX9" fmla="*/ 36726 w 97508"/>
                <a:gd name="connsiteY9" fmla="*/ 306333 h 315072"/>
                <a:gd name="connsiteX10" fmla="*/ 5860 w 97508"/>
                <a:gd name="connsiteY10" fmla="*/ 287637 h 315072"/>
                <a:gd name="connsiteX11" fmla="*/ 377 w 97508"/>
                <a:gd name="connsiteY11" fmla="*/ 252197 h 315072"/>
                <a:gd name="connsiteX12" fmla="*/ 10516 w 97508"/>
                <a:gd name="connsiteY12" fmla="*/ 164799 h 315072"/>
                <a:gd name="connsiteX13" fmla="*/ 21856 w 97508"/>
                <a:gd name="connsiteY13" fmla="*/ 125380 h 315072"/>
                <a:gd name="connsiteX14" fmla="*/ 50694 w 97508"/>
                <a:gd name="connsiteY14" fmla="*/ 32350 h 315072"/>
                <a:gd name="connsiteX15" fmla="*/ 70521 w 97508"/>
                <a:gd name="connsiteY15" fmla="*/ 364 h 315072"/>
                <a:gd name="connsiteX16" fmla="*/ 80059 w 97508"/>
                <a:gd name="connsiteY16" fmla="*/ 19886 h 315072"/>
                <a:gd name="connsiteX17" fmla="*/ 89596 w 97508"/>
                <a:gd name="connsiteY17" fmla="*/ 41510 h 315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7508" h="315072">
                  <a:moveTo>
                    <a:pt x="89596" y="41510"/>
                  </a:moveTo>
                  <a:cubicBezTo>
                    <a:pt x="92337" y="47292"/>
                    <a:pt x="94500" y="53328"/>
                    <a:pt x="96054" y="59530"/>
                  </a:cubicBezTo>
                  <a:cubicBezTo>
                    <a:pt x="97219" y="65920"/>
                    <a:pt x="97669" y="72415"/>
                    <a:pt x="97407" y="78902"/>
                  </a:cubicBezTo>
                  <a:cubicBezTo>
                    <a:pt x="97039" y="109116"/>
                    <a:pt x="94230" y="139248"/>
                    <a:pt x="88995" y="169004"/>
                  </a:cubicBezTo>
                  <a:cubicBezTo>
                    <a:pt x="87396" y="180469"/>
                    <a:pt x="86615" y="192040"/>
                    <a:pt x="86667" y="203618"/>
                  </a:cubicBezTo>
                  <a:cubicBezTo>
                    <a:pt x="85954" y="210796"/>
                    <a:pt x="84752" y="217921"/>
                    <a:pt x="83062" y="224942"/>
                  </a:cubicBezTo>
                  <a:cubicBezTo>
                    <a:pt x="81635" y="232901"/>
                    <a:pt x="83888" y="246115"/>
                    <a:pt x="81485" y="253774"/>
                  </a:cubicBezTo>
                  <a:cubicBezTo>
                    <a:pt x="74951" y="274723"/>
                    <a:pt x="76604" y="294019"/>
                    <a:pt x="70521" y="315043"/>
                  </a:cubicBezTo>
                  <a:cubicBezTo>
                    <a:pt x="65068" y="311619"/>
                    <a:pt x="58850" y="309607"/>
                    <a:pt x="52421" y="309187"/>
                  </a:cubicBezTo>
                  <a:cubicBezTo>
                    <a:pt x="47165" y="309187"/>
                    <a:pt x="41908" y="306408"/>
                    <a:pt x="36726" y="306333"/>
                  </a:cubicBezTo>
                  <a:cubicBezTo>
                    <a:pt x="23868" y="305950"/>
                    <a:pt x="12153" y="298855"/>
                    <a:pt x="5860" y="287637"/>
                  </a:cubicBezTo>
                  <a:cubicBezTo>
                    <a:pt x="948" y="276510"/>
                    <a:pt x="-937" y="264286"/>
                    <a:pt x="377" y="252197"/>
                  </a:cubicBezTo>
                  <a:cubicBezTo>
                    <a:pt x="805" y="222794"/>
                    <a:pt x="4200" y="193519"/>
                    <a:pt x="10516" y="164799"/>
                  </a:cubicBezTo>
                  <a:cubicBezTo>
                    <a:pt x="13670" y="151509"/>
                    <a:pt x="18026" y="138444"/>
                    <a:pt x="21856" y="125380"/>
                  </a:cubicBezTo>
                  <a:lnTo>
                    <a:pt x="50694" y="32350"/>
                  </a:lnTo>
                  <a:cubicBezTo>
                    <a:pt x="52722" y="25817"/>
                    <a:pt x="59556" y="-3766"/>
                    <a:pt x="70521" y="364"/>
                  </a:cubicBezTo>
                  <a:cubicBezTo>
                    <a:pt x="74877" y="2016"/>
                    <a:pt x="78031" y="15831"/>
                    <a:pt x="80059" y="19886"/>
                  </a:cubicBezTo>
                  <a:cubicBezTo>
                    <a:pt x="83213" y="27019"/>
                    <a:pt x="86442" y="34227"/>
                    <a:pt x="89596" y="41510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8" name="Content Placeholder 4">
              <a:extLst>
                <a:ext uri="{FF2B5EF4-FFF2-40B4-BE49-F238E27FC236}">
                  <a16:creationId xmlns:a16="http://schemas.microsoft.com/office/drawing/2014/main" id="{2FDE9F8F-98D4-F75E-CA0D-3A9132E2C679}"/>
                </a:ext>
              </a:extLst>
            </p:cNvPr>
            <p:cNvSpPr/>
            <p:nvPr/>
          </p:nvSpPr>
          <p:spPr>
            <a:xfrm>
              <a:off x="8368929" y="2663775"/>
              <a:ext cx="108751" cy="116108"/>
            </a:xfrm>
            <a:custGeom>
              <a:avLst/>
              <a:gdLst>
                <a:gd name="connsiteX0" fmla="*/ 6489 w 108751"/>
                <a:gd name="connsiteY0" fmla="*/ 27964 h 116108"/>
                <a:gd name="connsiteX1" fmla="*/ 1006 w 108751"/>
                <a:gd name="connsiteY1" fmla="*/ 75418 h 116108"/>
                <a:gd name="connsiteX2" fmla="*/ 3935 w 108751"/>
                <a:gd name="connsiteY2" fmla="*/ 90435 h 116108"/>
                <a:gd name="connsiteX3" fmla="*/ 46442 w 108751"/>
                <a:gd name="connsiteY3" fmla="*/ 115738 h 116108"/>
                <a:gd name="connsiteX4" fmla="*/ 70849 w 108751"/>
                <a:gd name="connsiteY4" fmla="*/ 113185 h 116108"/>
                <a:gd name="connsiteX5" fmla="*/ 97059 w 108751"/>
                <a:gd name="connsiteY5" fmla="*/ 90660 h 116108"/>
                <a:gd name="connsiteX6" fmla="*/ 107799 w 108751"/>
                <a:gd name="connsiteY6" fmla="*/ 57473 h 116108"/>
                <a:gd name="connsiteX7" fmla="*/ 106522 w 108751"/>
                <a:gd name="connsiteY7" fmla="*/ 31268 h 116108"/>
                <a:gd name="connsiteX8" fmla="*/ 78660 w 108751"/>
                <a:gd name="connsiteY8" fmla="*/ 4237 h 116108"/>
                <a:gd name="connsiteX9" fmla="*/ 6489 w 108751"/>
                <a:gd name="connsiteY9" fmla="*/ 27964 h 116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8751" h="116108">
                  <a:moveTo>
                    <a:pt x="6489" y="27964"/>
                  </a:moveTo>
                  <a:cubicBezTo>
                    <a:pt x="458" y="43011"/>
                    <a:pt x="-1435" y="59395"/>
                    <a:pt x="1006" y="75418"/>
                  </a:cubicBezTo>
                  <a:cubicBezTo>
                    <a:pt x="1284" y="80531"/>
                    <a:pt x="2268" y="85592"/>
                    <a:pt x="3935" y="90435"/>
                  </a:cubicBezTo>
                  <a:cubicBezTo>
                    <a:pt x="10244" y="106653"/>
                    <a:pt x="29094" y="114387"/>
                    <a:pt x="46442" y="115738"/>
                  </a:cubicBezTo>
                  <a:cubicBezTo>
                    <a:pt x="54665" y="116632"/>
                    <a:pt x="62986" y="115761"/>
                    <a:pt x="70849" y="113185"/>
                  </a:cubicBezTo>
                  <a:cubicBezTo>
                    <a:pt x="81912" y="108905"/>
                    <a:pt x="91164" y="100946"/>
                    <a:pt x="97059" y="90660"/>
                  </a:cubicBezTo>
                  <a:cubicBezTo>
                    <a:pt x="102842" y="80433"/>
                    <a:pt x="106492" y="69148"/>
                    <a:pt x="107799" y="57473"/>
                  </a:cubicBezTo>
                  <a:cubicBezTo>
                    <a:pt x="109368" y="48755"/>
                    <a:pt x="108933" y="39790"/>
                    <a:pt x="106522" y="31268"/>
                  </a:cubicBezTo>
                  <a:cubicBezTo>
                    <a:pt x="101730" y="18556"/>
                    <a:pt x="91509" y="8645"/>
                    <a:pt x="78660" y="4237"/>
                  </a:cubicBezTo>
                  <a:cubicBezTo>
                    <a:pt x="52750" y="-5523"/>
                    <a:pt x="18955" y="1084"/>
                    <a:pt x="6489" y="27964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9" name="Content Placeholder 4">
              <a:extLst>
                <a:ext uri="{FF2B5EF4-FFF2-40B4-BE49-F238E27FC236}">
                  <a16:creationId xmlns:a16="http://schemas.microsoft.com/office/drawing/2014/main" id="{1EBE5B4C-E4A5-3D67-033D-D80BD62709C1}"/>
                </a:ext>
              </a:extLst>
            </p:cNvPr>
            <p:cNvSpPr/>
            <p:nvPr/>
          </p:nvSpPr>
          <p:spPr>
            <a:xfrm>
              <a:off x="8346984" y="2645099"/>
              <a:ext cx="141349" cy="68946"/>
            </a:xfrm>
            <a:custGeom>
              <a:avLst/>
              <a:gdLst>
                <a:gd name="connsiteX0" fmla="*/ 59225 w 141349"/>
                <a:gd name="connsiteY0" fmla="*/ 53473 h 68946"/>
                <a:gd name="connsiteX1" fmla="*/ 29936 w 141349"/>
                <a:gd name="connsiteY1" fmla="*/ 56101 h 68946"/>
                <a:gd name="connsiteX2" fmla="*/ 13264 w 141349"/>
                <a:gd name="connsiteY2" fmla="*/ 55050 h 68946"/>
                <a:gd name="connsiteX3" fmla="*/ -29 w 141349"/>
                <a:gd name="connsiteY3" fmla="*/ 45514 h 68946"/>
                <a:gd name="connsiteX4" fmla="*/ 9509 w 141349"/>
                <a:gd name="connsiteY4" fmla="*/ 42886 h 68946"/>
                <a:gd name="connsiteX5" fmla="*/ 14540 w 141349"/>
                <a:gd name="connsiteY5" fmla="*/ 33275 h 68946"/>
                <a:gd name="connsiteX6" fmla="*/ 21375 w 141349"/>
                <a:gd name="connsiteY6" fmla="*/ 24340 h 68946"/>
                <a:gd name="connsiteX7" fmla="*/ 101656 w 141349"/>
                <a:gd name="connsiteY7" fmla="*/ 2941 h 68946"/>
                <a:gd name="connsiteX8" fmla="*/ 132823 w 141349"/>
                <a:gd name="connsiteY8" fmla="*/ 22989 h 68946"/>
                <a:gd name="connsiteX9" fmla="*/ 139732 w 141349"/>
                <a:gd name="connsiteY9" fmla="*/ 58504 h 68946"/>
                <a:gd name="connsiteX10" fmla="*/ 134926 w 141349"/>
                <a:gd name="connsiteY10" fmla="*/ 66012 h 68946"/>
                <a:gd name="connsiteX11" fmla="*/ 123585 w 141349"/>
                <a:gd name="connsiteY11" fmla="*/ 68715 h 68946"/>
                <a:gd name="connsiteX12" fmla="*/ 97601 w 141349"/>
                <a:gd name="connsiteY12" fmla="*/ 53698 h 68946"/>
                <a:gd name="connsiteX13" fmla="*/ 80328 w 141349"/>
                <a:gd name="connsiteY13" fmla="*/ 44613 h 68946"/>
                <a:gd name="connsiteX14" fmla="*/ 59225 w 141349"/>
                <a:gd name="connsiteY14" fmla="*/ 53473 h 68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1349" h="68946">
                  <a:moveTo>
                    <a:pt x="59225" y="53473"/>
                  </a:moveTo>
                  <a:cubicBezTo>
                    <a:pt x="49567" y="55252"/>
                    <a:pt x="39759" y="56131"/>
                    <a:pt x="29936" y="56101"/>
                  </a:cubicBezTo>
                  <a:cubicBezTo>
                    <a:pt x="24356" y="56506"/>
                    <a:pt x="18746" y="56153"/>
                    <a:pt x="13264" y="55050"/>
                  </a:cubicBezTo>
                  <a:cubicBezTo>
                    <a:pt x="7698" y="53856"/>
                    <a:pt x="2885" y="50402"/>
                    <a:pt x="-29" y="45514"/>
                  </a:cubicBezTo>
                  <a:cubicBezTo>
                    <a:pt x="3358" y="47151"/>
                    <a:pt x="7436" y="46024"/>
                    <a:pt x="9509" y="42886"/>
                  </a:cubicBezTo>
                  <a:cubicBezTo>
                    <a:pt x="11536" y="39883"/>
                    <a:pt x="13226" y="36654"/>
                    <a:pt x="14540" y="33275"/>
                  </a:cubicBezTo>
                  <a:cubicBezTo>
                    <a:pt x="16380" y="29986"/>
                    <a:pt x="18678" y="26976"/>
                    <a:pt x="21375" y="24340"/>
                  </a:cubicBezTo>
                  <a:cubicBezTo>
                    <a:pt x="42290" y="3204"/>
                    <a:pt x="72991" y="-4980"/>
                    <a:pt x="101656" y="2941"/>
                  </a:cubicBezTo>
                  <a:cubicBezTo>
                    <a:pt x="113912" y="6132"/>
                    <a:pt x="124832" y="13160"/>
                    <a:pt x="132823" y="22989"/>
                  </a:cubicBezTo>
                  <a:cubicBezTo>
                    <a:pt x="140746" y="33012"/>
                    <a:pt x="143322" y="46242"/>
                    <a:pt x="139732" y="58504"/>
                  </a:cubicBezTo>
                  <a:cubicBezTo>
                    <a:pt x="138861" y="61402"/>
                    <a:pt x="137194" y="64007"/>
                    <a:pt x="134926" y="66012"/>
                  </a:cubicBezTo>
                  <a:cubicBezTo>
                    <a:pt x="131666" y="68400"/>
                    <a:pt x="127573" y="69376"/>
                    <a:pt x="123585" y="68715"/>
                  </a:cubicBezTo>
                  <a:cubicBezTo>
                    <a:pt x="113590" y="66485"/>
                    <a:pt x="104518" y="61244"/>
                    <a:pt x="97601" y="53698"/>
                  </a:cubicBezTo>
                  <a:cubicBezTo>
                    <a:pt x="92494" y="49043"/>
                    <a:pt x="87612" y="41534"/>
                    <a:pt x="80328" y="44613"/>
                  </a:cubicBezTo>
                  <a:cubicBezTo>
                    <a:pt x="73486" y="48007"/>
                    <a:pt x="66442" y="50965"/>
                    <a:pt x="59225" y="53473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0" name="Content Placeholder 4">
              <a:extLst>
                <a:ext uri="{FF2B5EF4-FFF2-40B4-BE49-F238E27FC236}">
                  <a16:creationId xmlns:a16="http://schemas.microsoft.com/office/drawing/2014/main" id="{16765C88-45B2-24E8-A978-4043100A7372}"/>
                </a:ext>
              </a:extLst>
            </p:cNvPr>
            <p:cNvSpPr/>
            <p:nvPr/>
          </p:nvSpPr>
          <p:spPr>
            <a:xfrm>
              <a:off x="8365107" y="2791631"/>
              <a:ext cx="34814" cy="312051"/>
            </a:xfrm>
            <a:custGeom>
              <a:avLst/>
              <a:gdLst>
                <a:gd name="connsiteX0" fmla="*/ 25931 w 34814"/>
                <a:gd name="connsiteY0" fmla="*/ 29704 h 312051"/>
                <a:gd name="connsiteX1" fmla="*/ 32690 w 34814"/>
                <a:gd name="connsiteY1" fmla="*/ 46448 h 312051"/>
                <a:gd name="connsiteX2" fmla="*/ 34718 w 34814"/>
                <a:gd name="connsiteY2" fmla="*/ 66420 h 312051"/>
                <a:gd name="connsiteX3" fmla="*/ 9710 w 34814"/>
                <a:gd name="connsiteY3" fmla="*/ 312022 h 312051"/>
                <a:gd name="connsiteX4" fmla="*/ 22 w 34814"/>
                <a:gd name="connsiteY4" fmla="*/ 307892 h 312051"/>
                <a:gd name="connsiteX5" fmla="*/ 11662 w 34814"/>
                <a:gd name="connsiteY5" fmla="*/ 247148 h 312051"/>
                <a:gd name="connsiteX6" fmla="*/ 24504 w 34814"/>
                <a:gd name="connsiteY6" fmla="*/ 118454 h 312051"/>
                <a:gd name="connsiteX7" fmla="*/ 27433 w 34814"/>
                <a:gd name="connsiteY7" fmla="*/ 101484 h 312051"/>
                <a:gd name="connsiteX8" fmla="*/ 25781 w 34814"/>
                <a:gd name="connsiteY8" fmla="*/ 83840 h 312051"/>
                <a:gd name="connsiteX9" fmla="*/ 28259 w 34814"/>
                <a:gd name="connsiteY9" fmla="*/ 60338 h 312051"/>
                <a:gd name="connsiteX10" fmla="*/ 19322 w 34814"/>
                <a:gd name="connsiteY10" fmla="*/ 38639 h 312051"/>
                <a:gd name="connsiteX11" fmla="*/ 11212 w 34814"/>
                <a:gd name="connsiteY11" fmla="*/ -30 h 312051"/>
                <a:gd name="connsiteX12" fmla="*/ 25931 w 34814"/>
                <a:gd name="connsiteY12" fmla="*/ 29704 h 312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4814" h="312051">
                  <a:moveTo>
                    <a:pt x="25931" y="29704"/>
                  </a:moveTo>
                  <a:cubicBezTo>
                    <a:pt x="28740" y="35042"/>
                    <a:pt x="31000" y="40651"/>
                    <a:pt x="32690" y="46448"/>
                  </a:cubicBezTo>
                  <a:cubicBezTo>
                    <a:pt x="34117" y="53010"/>
                    <a:pt x="34801" y="59707"/>
                    <a:pt x="34718" y="66420"/>
                  </a:cubicBezTo>
                  <a:cubicBezTo>
                    <a:pt x="35920" y="139928"/>
                    <a:pt x="20674" y="239114"/>
                    <a:pt x="9710" y="312022"/>
                  </a:cubicBezTo>
                  <a:cubicBezTo>
                    <a:pt x="6856" y="309919"/>
                    <a:pt x="4228" y="311421"/>
                    <a:pt x="22" y="307892"/>
                  </a:cubicBezTo>
                  <a:cubicBezTo>
                    <a:pt x="-804" y="296179"/>
                    <a:pt x="8658" y="258561"/>
                    <a:pt x="11662" y="247148"/>
                  </a:cubicBezTo>
                  <a:cubicBezTo>
                    <a:pt x="22777" y="205401"/>
                    <a:pt x="14666" y="160576"/>
                    <a:pt x="24504" y="118454"/>
                  </a:cubicBezTo>
                  <a:cubicBezTo>
                    <a:pt x="26111" y="112927"/>
                    <a:pt x="27095" y="107236"/>
                    <a:pt x="27433" y="101484"/>
                  </a:cubicBezTo>
                  <a:cubicBezTo>
                    <a:pt x="27433" y="95553"/>
                    <a:pt x="25706" y="89771"/>
                    <a:pt x="25781" y="83840"/>
                  </a:cubicBezTo>
                  <a:cubicBezTo>
                    <a:pt x="27013" y="76053"/>
                    <a:pt x="27839" y="68207"/>
                    <a:pt x="28259" y="60338"/>
                  </a:cubicBezTo>
                  <a:cubicBezTo>
                    <a:pt x="26622" y="52627"/>
                    <a:pt x="23596" y="45269"/>
                    <a:pt x="19322" y="38639"/>
                  </a:cubicBezTo>
                  <a:cubicBezTo>
                    <a:pt x="15117" y="30229"/>
                    <a:pt x="5880" y="8605"/>
                    <a:pt x="11212" y="-30"/>
                  </a:cubicBezTo>
                  <a:cubicBezTo>
                    <a:pt x="16897" y="9476"/>
                    <a:pt x="21816" y="19417"/>
                    <a:pt x="25931" y="29704"/>
                  </a:cubicBezTo>
                  <a:close/>
                </a:path>
              </a:pathLst>
            </a:custGeom>
            <a:solidFill>
              <a:srgbClr val="67302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1" name="Content Placeholder 4">
              <a:extLst>
                <a:ext uri="{FF2B5EF4-FFF2-40B4-BE49-F238E27FC236}">
                  <a16:creationId xmlns:a16="http://schemas.microsoft.com/office/drawing/2014/main" id="{07739413-B0F8-DCD3-160F-AE1F01542B35}"/>
                </a:ext>
              </a:extLst>
            </p:cNvPr>
            <p:cNvSpPr/>
            <p:nvPr/>
          </p:nvSpPr>
          <p:spPr>
            <a:xfrm>
              <a:off x="8357348" y="2794559"/>
              <a:ext cx="35991" cy="90552"/>
            </a:xfrm>
            <a:custGeom>
              <a:avLst/>
              <a:gdLst>
                <a:gd name="connsiteX0" fmla="*/ -29 w 35991"/>
                <a:gd name="connsiteY0" fmla="*/ 27827 h 90552"/>
                <a:gd name="connsiteX1" fmla="*/ 17769 w 35991"/>
                <a:gd name="connsiteY1" fmla="*/ 32557 h 90552"/>
                <a:gd name="connsiteX2" fmla="*/ 11236 w 35991"/>
                <a:gd name="connsiteY2" fmla="*/ 58987 h 90552"/>
                <a:gd name="connsiteX3" fmla="*/ 11686 w 35991"/>
                <a:gd name="connsiteY3" fmla="*/ 63117 h 90552"/>
                <a:gd name="connsiteX4" fmla="*/ 34216 w 35991"/>
                <a:gd name="connsiteY4" fmla="*/ 90523 h 90552"/>
                <a:gd name="connsiteX5" fmla="*/ 32339 w 35991"/>
                <a:gd name="connsiteY5" fmla="*/ 40141 h 90552"/>
                <a:gd name="connsiteX6" fmla="*/ 23477 w 35991"/>
                <a:gd name="connsiteY6" fmla="*/ 20469 h 90552"/>
                <a:gd name="connsiteX7" fmla="*/ 15517 w 35991"/>
                <a:gd name="connsiteY7" fmla="*/ 2148 h 90552"/>
                <a:gd name="connsiteX8" fmla="*/ -29 w 35991"/>
                <a:gd name="connsiteY8" fmla="*/ 27827 h 90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991" h="90552">
                  <a:moveTo>
                    <a:pt x="-29" y="27827"/>
                  </a:moveTo>
                  <a:lnTo>
                    <a:pt x="17769" y="32557"/>
                  </a:lnTo>
                  <a:cubicBezTo>
                    <a:pt x="17289" y="41703"/>
                    <a:pt x="15073" y="50676"/>
                    <a:pt x="11236" y="58987"/>
                  </a:cubicBezTo>
                  <a:cubicBezTo>
                    <a:pt x="10259" y="60264"/>
                    <a:pt x="10455" y="62081"/>
                    <a:pt x="11686" y="63117"/>
                  </a:cubicBezTo>
                  <a:lnTo>
                    <a:pt x="34216" y="90523"/>
                  </a:lnTo>
                  <a:cubicBezTo>
                    <a:pt x="37063" y="73779"/>
                    <a:pt x="36424" y="56630"/>
                    <a:pt x="32339" y="40141"/>
                  </a:cubicBezTo>
                  <a:cubicBezTo>
                    <a:pt x="29876" y="33368"/>
                    <a:pt x="26917" y="26799"/>
                    <a:pt x="23477" y="20469"/>
                  </a:cubicBezTo>
                  <a:cubicBezTo>
                    <a:pt x="21149" y="15814"/>
                    <a:pt x="19046" y="5452"/>
                    <a:pt x="15517" y="2148"/>
                  </a:cubicBezTo>
                  <a:cubicBezTo>
                    <a:pt x="3801" y="-9415"/>
                    <a:pt x="5002" y="28878"/>
                    <a:pt x="-29" y="27827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2" name="Content Placeholder 4">
              <a:extLst>
                <a:ext uri="{FF2B5EF4-FFF2-40B4-BE49-F238E27FC236}">
                  <a16:creationId xmlns:a16="http://schemas.microsoft.com/office/drawing/2014/main" id="{4FD3727D-CE01-3C1E-D931-0179825126FB}"/>
                </a:ext>
              </a:extLst>
            </p:cNvPr>
            <p:cNvSpPr/>
            <p:nvPr/>
          </p:nvSpPr>
          <p:spPr>
            <a:xfrm>
              <a:off x="8440183" y="2778416"/>
              <a:ext cx="103916" cy="330566"/>
            </a:xfrm>
            <a:custGeom>
              <a:avLst/>
              <a:gdLst>
                <a:gd name="connsiteX0" fmla="*/ 33540 w 103916"/>
                <a:gd name="connsiteY0" fmla="*/ -30 h 330566"/>
                <a:gd name="connsiteX1" fmla="*/ 64406 w 103916"/>
                <a:gd name="connsiteY1" fmla="*/ 76181 h 330566"/>
                <a:gd name="connsiteX2" fmla="*/ 68988 w 103916"/>
                <a:gd name="connsiteY2" fmla="*/ 91874 h 330566"/>
                <a:gd name="connsiteX3" fmla="*/ 73268 w 103916"/>
                <a:gd name="connsiteY3" fmla="*/ 106891 h 330566"/>
                <a:gd name="connsiteX4" fmla="*/ 88288 w 103916"/>
                <a:gd name="connsiteY4" fmla="*/ 161477 h 330566"/>
                <a:gd name="connsiteX5" fmla="*/ 97075 w 103916"/>
                <a:gd name="connsiteY5" fmla="*/ 191961 h 330566"/>
                <a:gd name="connsiteX6" fmla="*/ 103383 w 103916"/>
                <a:gd name="connsiteY6" fmla="*/ 253456 h 330566"/>
                <a:gd name="connsiteX7" fmla="*/ 103834 w 103916"/>
                <a:gd name="connsiteY7" fmla="*/ 286042 h 330566"/>
                <a:gd name="connsiteX8" fmla="*/ 102632 w 103916"/>
                <a:gd name="connsiteY8" fmla="*/ 295353 h 330566"/>
                <a:gd name="connsiteX9" fmla="*/ 97150 w 103916"/>
                <a:gd name="connsiteY9" fmla="*/ 302861 h 330566"/>
                <a:gd name="connsiteX10" fmla="*/ 17994 w 103916"/>
                <a:gd name="connsiteY10" fmla="*/ 330042 h 330566"/>
                <a:gd name="connsiteX11" fmla="*/ 16192 w 103916"/>
                <a:gd name="connsiteY11" fmla="*/ 314049 h 330566"/>
                <a:gd name="connsiteX12" fmla="*/ 12512 w 103916"/>
                <a:gd name="connsiteY12" fmla="*/ 300909 h 330566"/>
                <a:gd name="connsiteX13" fmla="*/ 10409 w 103916"/>
                <a:gd name="connsiteY13" fmla="*/ 281087 h 330566"/>
                <a:gd name="connsiteX14" fmla="*/ 7706 w 103916"/>
                <a:gd name="connsiteY14" fmla="*/ 216589 h 330566"/>
                <a:gd name="connsiteX15" fmla="*/ 1998 w 103916"/>
                <a:gd name="connsiteY15" fmla="*/ 140904 h 330566"/>
                <a:gd name="connsiteX16" fmla="*/ -29 w 103916"/>
                <a:gd name="connsiteY16" fmla="*/ 119655 h 330566"/>
                <a:gd name="connsiteX17" fmla="*/ 1698 w 103916"/>
                <a:gd name="connsiteY17" fmla="*/ 102386 h 330566"/>
                <a:gd name="connsiteX18" fmla="*/ 3350 w 103916"/>
                <a:gd name="connsiteY18" fmla="*/ 69348 h 330566"/>
                <a:gd name="connsiteX19" fmla="*/ 14916 w 103916"/>
                <a:gd name="connsiteY19" fmla="*/ 28202 h 330566"/>
                <a:gd name="connsiteX20" fmla="*/ 33540 w 103916"/>
                <a:gd name="connsiteY20" fmla="*/ -30 h 330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3916" h="330566">
                  <a:moveTo>
                    <a:pt x="33540" y="-30"/>
                  </a:moveTo>
                  <a:cubicBezTo>
                    <a:pt x="39623" y="26850"/>
                    <a:pt x="62304" y="48625"/>
                    <a:pt x="64406" y="76181"/>
                  </a:cubicBezTo>
                  <a:cubicBezTo>
                    <a:pt x="65533" y="81520"/>
                    <a:pt x="67065" y="86768"/>
                    <a:pt x="68988" y="91874"/>
                  </a:cubicBezTo>
                  <a:cubicBezTo>
                    <a:pt x="69723" y="97055"/>
                    <a:pt x="71165" y="102100"/>
                    <a:pt x="73268" y="106891"/>
                  </a:cubicBezTo>
                  <a:cubicBezTo>
                    <a:pt x="82130" y="123634"/>
                    <a:pt x="83857" y="143157"/>
                    <a:pt x="88288" y="161477"/>
                  </a:cubicBezTo>
                  <a:cubicBezTo>
                    <a:pt x="90917" y="171764"/>
                    <a:pt x="94521" y="181750"/>
                    <a:pt x="97075" y="191961"/>
                  </a:cubicBezTo>
                  <a:cubicBezTo>
                    <a:pt x="101430" y="212167"/>
                    <a:pt x="103549" y="232785"/>
                    <a:pt x="103383" y="253456"/>
                  </a:cubicBezTo>
                  <a:cubicBezTo>
                    <a:pt x="103383" y="264268"/>
                    <a:pt x="103834" y="275155"/>
                    <a:pt x="103834" y="286042"/>
                  </a:cubicBezTo>
                  <a:cubicBezTo>
                    <a:pt x="104044" y="289196"/>
                    <a:pt x="103631" y="292357"/>
                    <a:pt x="102632" y="295353"/>
                  </a:cubicBezTo>
                  <a:cubicBezTo>
                    <a:pt x="101370" y="298221"/>
                    <a:pt x="99501" y="300781"/>
                    <a:pt x="97150" y="302861"/>
                  </a:cubicBezTo>
                  <a:cubicBezTo>
                    <a:pt x="75987" y="323014"/>
                    <a:pt x="47081" y="332940"/>
                    <a:pt x="17994" y="330042"/>
                  </a:cubicBezTo>
                  <a:cubicBezTo>
                    <a:pt x="17957" y="324658"/>
                    <a:pt x="17356" y="319305"/>
                    <a:pt x="16192" y="314049"/>
                  </a:cubicBezTo>
                  <a:cubicBezTo>
                    <a:pt x="15216" y="309619"/>
                    <a:pt x="13564" y="305339"/>
                    <a:pt x="12512" y="300909"/>
                  </a:cubicBezTo>
                  <a:cubicBezTo>
                    <a:pt x="11206" y="294377"/>
                    <a:pt x="10500" y="287747"/>
                    <a:pt x="10409" y="281087"/>
                  </a:cubicBezTo>
                  <a:lnTo>
                    <a:pt x="7706" y="216589"/>
                  </a:lnTo>
                  <a:cubicBezTo>
                    <a:pt x="7082" y="191278"/>
                    <a:pt x="5175" y="166020"/>
                    <a:pt x="1998" y="140904"/>
                  </a:cubicBezTo>
                  <a:cubicBezTo>
                    <a:pt x="759" y="133883"/>
                    <a:pt x="83" y="126781"/>
                    <a:pt x="-29" y="119655"/>
                  </a:cubicBezTo>
                  <a:cubicBezTo>
                    <a:pt x="-29" y="113874"/>
                    <a:pt x="1247" y="108167"/>
                    <a:pt x="1698" y="102386"/>
                  </a:cubicBezTo>
                  <a:cubicBezTo>
                    <a:pt x="2674" y="91423"/>
                    <a:pt x="1698" y="79860"/>
                    <a:pt x="3350" y="69348"/>
                  </a:cubicBezTo>
                  <a:cubicBezTo>
                    <a:pt x="5603" y="55157"/>
                    <a:pt x="12663" y="42318"/>
                    <a:pt x="14916" y="28202"/>
                  </a:cubicBezTo>
                  <a:cubicBezTo>
                    <a:pt x="17168" y="14086"/>
                    <a:pt x="20022" y="6052"/>
                    <a:pt x="33540" y="-30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3" name="Content Placeholder 4">
              <a:extLst>
                <a:ext uri="{FF2B5EF4-FFF2-40B4-BE49-F238E27FC236}">
                  <a16:creationId xmlns:a16="http://schemas.microsoft.com/office/drawing/2014/main" id="{92596675-E952-E2BF-8E2D-7660EE64776E}"/>
                </a:ext>
              </a:extLst>
            </p:cNvPr>
            <p:cNvSpPr/>
            <p:nvPr/>
          </p:nvSpPr>
          <p:spPr>
            <a:xfrm>
              <a:off x="8429744" y="2785324"/>
              <a:ext cx="31166" cy="321054"/>
            </a:xfrm>
            <a:custGeom>
              <a:avLst/>
              <a:gdLst>
                <a:gd name="connsiteX0" fmla="*/ 9509 w 31166"/>
                <a:gd name="connsiteY0" fmla="*/ 38488 h 321054"/>
                <a:gd name="connsiteX1" fmla="*/ -29 w 31166"/>
                <a:gd name="connsiteY1" fmla="*/ 87293 h 321054"/>
                <a:gd name="connsiteX2" fmla="*/ 2825 w 31166"/>
                <a:gd name="connsiteY2" fmla="*/ 111921 h 321054"/>
                <a:gd name="connsiteX3" fmla="*/ 7931 w 31166"/>
                <a:gd name="connsiteY3" fmla="*/ 175067 h 321054"/>
                <a:gd name="connsiteX4" fmla="*/ 13413 w 31166"/>
                <a:gd name="connsiteY4" fmla="*/ 287018 h 321054"/>
                <a:gd name="connsiteX5" fmla="*/ 20473 w 31166"/>
                <a:gd name="connsiteY5" fmla="*/ 318329 h 321054"/>
                <a:gd name="connsiteX6" fmla="*/ 30612 w 31166"/>
                <a:gd name="connsiteY6" fmla="*/ 318854 h 321054"/>
                <a:gd name="connsiteX7" fmla="*/ 19046 w 31166"/>
                <a:gd name="connsiteY7" fmla="*/ 189258 h 321054"/>
                <a:gd name="connsiteX8" fmla="*/ 12362 w 31166"/>
                <a:gd name="connsiteY8" fmla="*/ 90147 h 321054"/>
                <a:gd name="connsiteX9" fmla="*/ 12362 w 31166"/>
                <a:gd name="connsiteY9" fmla="*/ 74454 h 321054"/>
                <a:gd name="connsiteX10" fmla="*/ 17920 w 31166"/>
                <a:gd name="connsiteY10" fmla="*/ 55232 h 321054"/>
                <a:gd name="connsiteX11" fmla="*/ 31137 w 31166"/>
                <a:gd name="connsiteY11" fmla="*/ -30 h 321054"/>
                <a:gd name="connsiteX12" fmla="*/ 9509 w 31166"/>
                <a:gd name="connsiteY12" fmla="*/ 38488 h 321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166" h="321054">
                  <a:moveTo>
                    <a:pt x="9509" y="38488"/>
                  </a:moveTo>
                  <a:cubicBezTo>
                    <a:pt x="3711" y="54136"/>
                    <a:pt x="489" y="70617"/>
                    <a:pt x="-29" y="87293"/>
                  </a:cubicBezTo>
                  <a:cubicBezTo>
                    <a:pt x="399" y="95553"/>
                    <a:pt x="1353" y="103782"/>
                    <a:pt x="2825" y="111921"/>
                  </a:cubicBezTo>
                  <a:cubicBezTo>
                    <a:pt x="5903" y="132870"/>
                    <a:pt x="6880" y="153968"/>
                    <a:pt x="7931" y="175067"/>
                  </a:cubicBezTo>
                  <a:cubicBezTo>
                    <a:pt x="9734" y="212362"/>
                    <a:pt x="11558" y="249679"/>
                    <a:pt x="13413" y="287018"/>
                  </a:cubicBezTo>
                  <a:cubicBezTo>
                    <a:pt x="14578" y="297688"/>
                    <a:pt x="16951" y="308192"/>
                    <a:pt x="20473" y="318329"/>
                  </a:cubicBezTo>
                  <a:cubicBezTo>
                    <a:pt x="23102" y="322533"/>
                    <a:pt x="26181" y="321107"/>
                    <a:pt x="30612" y="318854"/>
                  </a:cubicBezTo>
                  <a:cubicBezTo>
                    <a:pt x="25655" y="280035"/>
                    <a:pt x="21675" y="228302"/>
                    <a:pt x="19046" y="189258"/>
                  </a:cubicBezTo>
                  <a:cubicBezTo>
                    <a:pt x="16793" y="156221"/>
                    <a:pt x="14563" y="123184"/>
                    <a:pt x="12362" y="90147"/>
                  </a:cubicBezTo>
                  <a:cubicBezTo>
                    <a:pt x="11837" y="84928"/>
                    <a:pt x="11837" y="79672"/>
                    <a:pt x="12362" y="74454"/>
                  </a:cubicBezTo>
                  <a:cubicBezTo>
                    <a:pt x="13549" y="67869"/>
                    <a:pt x="15411" y="61427"/>
                    <a:pt x="17920" y="55232"/>
                  </a:cubicBezTo>
                  <a:cubicBezTo>
                    <a:pt x="24370" y="37362"/>
                    <a:pt x="28802" y="18824"/>
                    <a:pt x="31137" y="-30"/>
                  </a:cubicBezTo>
                  <a:cubicBezTo>
                    <a:pt x="15666" y="7178"/>
                    <a:pt x="14090" y="23697"/>
                    <a:pt x="9509" y="38488"/>
                  </a:cubicBezTo>
                  <a:close/>
                </a:path>
              </a:pathLst>
            </a:custGeom>
            <a:solidFill>
              <a:srgbClr val="67302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4" name="Content Placeholder 4">
              <a:extLst>
                <a:ext uri="{FF2B5EF4-FFF2-40B4-BE49-F238E27FC236}">
                  <a16:creationId xmlns:a16="http://schemas.microsoft.com/office/drawing/2014/main" id="{5FEB3B83-77BE-87A4-8DB7-9E3C8979EFFD}"/>
                </a:ext>
              </a:extLst>
            </p:cNvPr>
            <p:cNvSpPr/>
            <p:nvPr/>
          </p:nvSpPr>
          <p:spPr>
            <a:xfrm>
              <a:off x="8435967" y="2792556"/>
              <a:ext cx="38748" cy="100063"/>
            </a:xfrm>
            <a:custGeom>
              <a:avLst/>
              <a:gdLst>
                <a:gd name="connsiteX0" fmla="*/ 38658 w 38748"/>
                <a:gd name="connsiteY0" fmla="*/ 34485 h 100063"/>
                <a:gd name="connsiteX1" fmla="*/ 17780 w 38748"/>
                <a:gd name="connsiteY1" fmla="*/ 54007 h 100063"/>
                <a:gd name="connsiteX2" fmla="*/ 30697 w 38748"/>
                <a:gd name="connsiteY2" fmla="*/ 60540 h 100063"/>
                <a:gd name="connsiteX3" fmla="*/ 14476 w 38748"/>
                <a:gd name="connsiteY3" fmla="*/ 79160 h 100063"/>
                <a:gd name="connsiteX4" fmla="*/ 5839 w 38748"/>
                <a:gd name="connsiteY4" fmla="*/ 100034 h 100063"/>
                <a:gd name="connsiteX5" fmla="*/ 432 w 38748"/>
                <a:gd name="connsiteY5" fmla="*/ 75631 h 100063"/>
                <a:gd name="connsiteX6" fmla="*/ 12748 w 38748"/>
                <a:gd name="connsiteY6" fmla="*/ 30130 h 100063"/>
                <a:gd name="connsiteX7" fmla="*/ 24614 w 38748"/>
                <a:gd name="connsiteY7" fmla="*/ 96 h 100063"/>
                <a:gd name="connsiteX8" fmla="*/ 38658 w 38748"/>
                <a:gd name="connsiteY8" fmla="*/ 34485 h 100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748" h="100063">
                  <a:moveTo>
                    <a:pt x="38658" y="34485"/>
                  </a:moveTo>
                  <a:cubicBezTo>
                    <a:pt x="32215" y="41528"/>
                    <a:pt x="25238" y="48053"/>
                    <a:pt x="17780" y="54007"/>
                  </a:cubicBezTo>
                  <a:cubicBezTo>
                    <a:pt x="21918" y="56500"/>
                    <a:pt x="26236" y="58677"/>
                    <a:pt x="30697" y="60540"/>
                  </a:cubicBezTo>
                  <a:cubicBezTo>
                    <a:pt x="24892" y="66389"/>
                    <a:pt x="19477" y="72613"/>
                    <a:pt x="14476" y="79160"/>
                  </a:cubicBezTo>
                  <a:cubicBezTo>
                    <a:pt x="9106" y="84807"/>
                    <a:pt x="6027" y="92248"/>
                    <a:pt x="5839" y="100034"/>
                  </a:cubicBezTo>
                  <a:cubicBezTo>
                    <a:pt x="6665" y="91700"/>
                    <a:pt x="1784" y="83891"/>
                    <a:pt x="432" y="75631"/>
                  </a:cubicBezTo>
                  <a:cubicBezTo>
                    <a:pt x="-2272" y="59939"/>
                    <a:pt x="7566" y="45598"/>
                    <a:pt x="12748" y="30130"/>
                  </a:cubicBezTo>
                  <a:cubicBezTo>
                    <a:pt x="14626" y="24574"/>
                    <a:pt x="16579" y="-2081"/>
                    <a:pt x="24614" y="96"/>
                  </a:cubicBezTo>
                  <a:cubicBezTo>
                    <a:pt x="27018" y="1223"/>
                    <a:pt x="39709" y="33284"/>
                    <a:pt x="38658" y="34485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5" name="Content Placeholder 4">
              <a:extLst>
                <a:ext uri="{FF2B5EF4-FFF2-40B4-BE49-F238E27FC236}">
                  <a16:creationId xmlns:a16="http://schemas.microsoft.com/office/drawing/2014/main" id="{F1ABCF48-3D70-6992-B7A9-3D92161B9B00}"/>
                </a:ext>
              </a:extLst>
            </p:cNvPr>
            <p:cNvSpPr/>
            <p:nvPr/>
          </p:nvSpPr>
          <p:spPr>
            <a:xfrm>
              <a:off x="8311568" y="2985315"/>
              <a:ext cx="50798" cy="37578"/>
            </a:xfrm>
            <a:custGeom>
              <a:avLst/>
              <a:gdLst>
                <a:gd name="connsiteX0" fmla="*/ 47253 w 50798"/>
                <a:gd name="connsiteY0" fmla="*/ 30189 h 37578"/>
                <a:gd name="connsiteX1" fmla="*/ 50633 w 50798"/>
                <a:gd name="connsiteY1" fmla="*/ 33868 h 37578"/>
                <a:gd name="connsiteX2" fmla="*/ 48455 w 50798"/>
                <a:gd name="connsiteY2" fmla="*/ 37547 h 37578"/>
                <a:gd name="connsiteX3" fmla="*/ 10454 w 50798"/>
                <a:gd name="connsiteY3" fmla="*/ 12619 h 37578"/>
                <a:gd name="connsiteX4" fmla="*/ 691 w 50798"/>
                <a:gd name="connsiteY4" fmla="*/ 1056 h 37578"/>
                <a:gd name="connsiteX5" fmla="*/ 13909 w 50798"/>
                <a:gd name="connsiteY5" fmla="*/ 7138 h 37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798" h="37578">
                  <a:moveTo>
                    <a:pt x="47253" y="30189"/>
                  </a:moveTo>
                  <a:cubicBezTo>
                    <a:pt x="48740" y="31022"/>
                    <a:pt x="49927" y="32314"/>
                    <a:pt x="50633" y="33868"/>
                  </a:cubicBezTo>
                  <a:cubicBezTo>
                    <a:pt x="51158" y="35445"/>
                    <a:pt x="50107" y="37622"/>
                    <a:pt x="48455" y="37547"/>
                  </a:cubicBezTo>
                  <a:cubicBezTo>
                    <a:pt x="34997" y="30512"/>
                    <a:pt x="22267" y="22162"/>
                    <a:pt x="10454" y="12619"/>
                  </a:cubicBezTo>
                  <a:cubicBezTo>
                    <a:pt x="7600" y="10442"/>
                    <a:pt x="-2838" y="5111"/>
                    <a:pt x="691" y="1056"/>
                  </a:cubicBezTo>
                  <a:cubicBezTo>
                    <a:pt x="4221" y="-2998"/>
                    <a:pt x="11581" y="5486"/>
                    <a:pt x="13909" y="7138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6" name="Content Placeholder 4">
              <a:extLst>
                <a:ext uri="{FF2B5EF4-FFF2-40B4-BE49-F238E27FC236}">
                  <a16:creationId xmlns:a16="http://schemas.microsoft.com/office/drawing/2014/main" id="{A214BAB9-23E2-33F0-FA78-2E3970B75EA0}"/>
                </a:ext>
              </a:extLst>
            </p:cNvPr>
            <p:cNvSpPr/>
            <p:nvPr/>
          </p:nvSpPr>
          <p:spPr>
            <a:xfrm>
              <a:off x="8473156" y="2975438"/>
              <a:ext cx="52794" cy="45504"/>
            </a:xfrm>
            <a:custGeom>
              <a:avLst/>
              <a:gdLst>
                <a:gd name="connsiteX0" fmla="*/ 32786 w 52794"/>
                <a:gd name="connsiteY0" fmla="*/ 14612 h 45504"/>
                <a:gd name="connsiteX1" fmla="*/ 41422 w 52794"/>
                <a:gd name="connsiteY1" fmla="*/ 7479 h 45504"/>
                <a:gd name="connsiteX2" fmla="*/ 51786 w 52794"/>
                <a:gd name="connsiteY2" fmla="*/ -30 h 45504"/>
                <a:gd name="connsiteX3" fmla="*/ 52762 w 52794"/>
                <a:gd name="connsiteY3" fmla="*/ 5752 h 45504"/>
                <a:gd name="connsiteX4" fmla="*/ 49308 w 52794"/>
                <a:gd name="connsiteY4" fmla="*/ 10708 h 45504"/>
                <a:gd name="connsiteX5" fmla="*/ 7928 w 52794"/>
                <a:gd name="connsiteY5" fmla="*/ 42543 h 45504"/>
                <a:gd name="connsiteX6" fmla="*/ 418 w 52794"/>
                <a:gd name="connsiteY6" fmla="*/ 45471 h 45504"/>
                <a:gd name="connsiteX7" fmla="*/ 32786 w 52794"/>
                <a:gd name="connsiteY7" fmla="*/ 14612 h 45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794" h="45504">
                  <a:moveTo>
                    <a:pt x="32786" y="14612"/>
                  </a:moveTo>
                  <a:cubicBezTo>
                    <a:pt x="35827" y="12442"/>
                    <a:pt x="38719" y="10054"/>
                    <a:pt x="41422" y="7479"/>
                  </a:cubicBezTo>
                  <a:cubicBezTo>
                    <a:pt x="44502" y="4400"/>
                    <a:pt x="47430" y="571"/>
                    <a:pt x="51786" y="-30"/>
                  </a:cubicBezTo>
                  <a:cubicBezTo>
                    <a:pt x="51185" y="1847"/>
                    <a:pt x="52838" y="3724"/>
                    <a:pt x="52762" y="5752"/>
                  </a:cubicBezTo>
                  <a:cubicBezTo>
                    <a:pt x="52687" y="7779"/>
                    <a:pt x="50960" y="9431"/>
                    <a:pt x="49308" y="10708"/>
                  </a:cubicBezTo>
                  <a:lnTo>
                    <a:pt x="7928" y="42543"/>
                  </a:lnTo>
                  <a:cubicBezTo>
                    <a:pt x="5923" y="44496"/>
                    <a:pt x="3211" y="45547"/>
                    <a:pt x="418" y="45471"/>
                  </a:cubicBezTo>
                  <a:cubicBezTo>
                    <a:pt x="-4013" y="35711"/>
                    <a:pt x="25801" y="19868"/>
                    <a:pt x="32786" y="14612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7" name="Content Placeholder 4">
              <a:extLst>
                <a:ext uri="{FF2B5EF4-FFF2-40B4-BE49-F238E27FC236}">
                  <a16:creationId xmlns:a16="http://schemas.microsoft.com/office/drawing/2014/main" id="{F22492B5-4B49-47E4-5376-F62E4C99D826}"/>
                </a:ext>
              </a:extLst>
            </p:cNvPr>
            <p:cNvSpPr/>
            <p:nvPr/>
          </p:nvSpPr>
          <p:spPr>
            <a:xfrm>
              <a:off x="8261668" y="2800024"/>
              <a:ext cx="113660" cy="138557"/>
            </a:xfrm>
            <a:custGeom>
              <a:avLst/>
              <a:gdLst>
                <a:gd name="connsiteX0" fmla="*/ 20176 w 113660"/>
                <a:gd name="connsiteY0" fmla="*/ 118246 h 138557"/>
                <a:gd name="connsiteX1" fmla="*/ 24757 w 113660"/>
                <a:gd name="connsiteY1" fmla="*/ 131611 h 138557"/>
                <a:gd name="connsiteX2" fmla="*/ 39777 w 113660"/>
                <a:gd name="connsiteY2" fmla="*/ 138518 h 138557"/>
                <a:gd name="connsiteX3" fmla="*/ 53971 w 113660"/>
                <a:gd name="connsiteY3" fmla="*/ 135290 h 138557"/>
                <a:gd name="connsiteX4" fmla="*/ 104438 w 113660"/>
                <a:gd name="connsiteY4" fmla="*/ 122751 h 138557"/>
                <a:gd name="connsiteX5" fmla="*/ 111948 w 113660"/>
                <a:gd name="connsiteY5" fmla="*/ 118396 h 138557"/>
                <a:gd name="connsiteX6" fmla="*/ 110971 w 113660"/>
                <a:gd name="connsiteY6" fmla="*/ 101051 h 138557"/>
                <a:gd name="connsiteX7" fmla="*/ 89343 w 113660"/>
                <a:gd name="connsiteY7" fmla="*/ 8022 h 138557"/>
                <a:gd name="connsiteX8" fmla="*/ 86564 w 113660"/>
                <a:gd name="connsiteY8" fmla="*/ 1564 h 138557"/>
                <a:gd name="connsiteX9" fmla="*/ 82509 w 113660"/>
                <a:gd name="connsiteY9" fmla="*/ -12 h 138557"/>
                <a:gd name="connsiteX10" fmla="*/ 38651 w 113660"/>
                <a:gd name="connsiteY10" fmla="*/ 9598 h 138557"/>
                <a:gd name="connsiteX11" fmla="*/ 2903 w 113660"/>
                <a:gd name="connsiteY11" fmla="*/ 22888 h 138557"/>
                <a:gd name="connsiteX12" fmla="*/ 8085 w 113660"/>
                <a:gd name="connsiteY12" fmla="*/ 65461 h 138557"/>
                <a:gd name="connsiteX13" fmla="*/ 20176 w 113660"/>
                <a:gd name="connsiteY13" fmla="*/ 118246 h 138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3660" h="138557">
                  <a:moveTo>
                    <a:pt x="20176" y="118246"/>
                  </a:moveTo>
                  <a:cubicBezTo>
                    <a:pt x="20754" y="122968"/>
                    <a:pt x="22316" y="127526"/>
                    <a:pt x="24757" y="131611"/>
                  </a:cubicBezTo>
                  <a:cubicBezTo>
                    <a:pt x="28399" y="136146"/>
                    <a:pt x="33964" y="138706"/>
                    <a:pt x="39777" y="138518"/>
                  </a:cubicBezTo>
                  <a:cubicBezTo>
                    <a:pt x="44666" y="138338"/>
                    <a:pt x="49487" y="137250"/>
                    <a:pt x="53971" y="135290"/>
                  </a:cubicBezTo>
                  <a:cubicBezTo>
                    <a:pt x="70267" y="130259"/>
                    <a:pt x="88216" y="127781"/>
                    <a:pt x="104438" y="122751"/>
                  </a:cubicBezTo>
                  <a:cubicBezTo>
                    <a:pt x="107314" y="122067"/>
                    <a:pt x="109928" y="120558"/>
                    <a:pt x="111948" y="118396"/>
                  </a:cubicBezTo>
                  <a:cubicBezTo>
                    <a:pt x="115553" y="113741"/>
                    <a:pt x="112473" y="106983"/>
                    <a:pt x="110971" y="101051"/>
                  </a:cubicBezTo>
                  <a:cubicBezTo>
                    <a:pt x="102936" y="69290"/>
                    <a:pt x="99031" y="38055"/>
                    <a:pt x="89343" y="8022"/>
                  </a:cubicBezTo>
                  <a:cubicBezTo>
                    <a:pt x="88900" y="5694"/>
                    <a:pt x="87954" y="3486"/>
                    <a:pt x="86564" y="1564"/>
                  </a:cubicBezTo>
                  <a:cubicBezTo>
                    <a:pt x="85527" y="446"/>
                    <a:pt x="84033" y="-140"/>
                    <a:pt x="82509" y="-12"/>
                  </a:cubicBezTo>
                  <a:cubicBezTo>
                    <a:pt x="67504" y="1076"/>
                    <a:pt x="52732" y="4312"/>
                    <a:pt x="38651" y="9598"/>
                  </a:cubicBezTo>
                  <a:cubicBezTo>
                    <a:pt x="29563" y="13052"/>
                    <a:pt x="11089" y="15680"/>
                    <a:pt x="2903" y="22888"/>
                  </a:cubicBezTo>
                  <a:cubicBezTo>
                    <a:pt x="-5283" y="30096"/>
                    <a:pt x="6057" y="54724"/>
                    <a:pt x="8085" y="65461"/>
                  </a:cubicBezTo>
                  <a:cubicBezTo>
                    <a:pt x="11464" y="83031"/>
                    <a:pt x="16947" y="100601"/>
                    <a:pt x="20176" y="118246"/>
                  </a:cubicBezTo>
                  <a:close/>
                </a:path>
              </a:pathLst>
            </a:custGeom>
            <a:solidFill>
              <a:srgbClr val="EFEFE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8" name="Content Placeholder 4">
              <a:extLst>
                <a:ext uri="{FF2B5EF4-FFF2-40B4-BE49-F238E27FC236}">
                  <a16:creationId xmlns:a16="http://schemas.microsoft.com/office/drawing/2014/main" id="{840BF3AA-CB60-E07B-DDE0-0E4D4359B584}"/>
                </a:ext>
              </a:extLst>
            </p:cNvPr>
            <p:cNvSpPr/>
            <p:nvPr/>
          </p:nvSpPr>
          <p:spPr>
            <a:xfrm>
              <a:off x="8308490" y="2850047"/>
              <a:ext cx="23178" cy="28664"/>
            </a:xfrm>
            <a:custGeom>
              <a:avLst/>
              <a:gdLst>
                <a:gd name="connsiteX0" fmla="*/ 17212 w 23178"/>
                <a:gd name="connsiteY0" fmla="*/ 11909 h 28664"/>
                <a:gd name="connsiteX1" fmla="*/ 8801 w 23178"/>
                <a:gd name="connsiteY1" fmla="*/ 496 h 28664"/>
                <a:gd name="connsiteX2" fmla="*/ 6150 w 23178"/>
                <a:gd name="connsiteY2" fmla="*/ 549 h 28664"/>
                <a:gd name="connsiteX3" fmla="*/ 5722 w 23178"/>
                <a:gd name="connsiteY3" fmla="*/ 1247 h 28664"/>
                <a:gd name="connsiteX4" fmla="*/ 314 w 23178"/>
                <a:gd name="connsiteY4" fmla="*/ 24899 h 28664"/>
                <a:gd name="connsiteX5" fmla="*/ 314 w 23178"/>
                <a:gd name="connsiteY5" fmla="*/ 27527 h 28664"/>
                <a:gd name="connsiteX6" fmla="*/ 314 w 23178"/>
                <a:gd name="connsiteY6" fmla="*/ 28277 h 28664"/>
                <a:gd name="connsiteX7" fmla="*/ 1366 w 23178"/>
                <a:gd name="connsiteY7" fmla="*/ 28277 h 28664"/>
                <a:gd name="connsiteX8" fmla="*/ 2643 w 23178"/>
                <a:gd name="connsiteY8" fmla="*/ 28277 h 28664"/>
                <a:gd name="connsiteX9" fmla="*/ 17663 w 23178"/>
                <a:gd name="connsiteY9" fmla="*/ 25875 h 28664"/>
                <a:gd name="connsiteX10" fmla="*/ 23145 w 23178"/>
                <a:gd name="connsiteY10" fmla="*/ 21820 h 28664"/>
                <a:gd name="connsiteX11" fmla="*/ 17212 w 23178"/>
                <a:gd name="connsiteY11" fmla="*/ 11909 h 28664"/>
                <a:gd name="connsiteX12" fmla="*/ 14208 w 23178"/>
                <a:gd name="connsiteY12" fmla="*/ 22120 h 28664"/>
                <a:gd name="connsiteX13" fmla="*/ 2943 w 23178"/>
                <a:gd name="connsiteY13" fmla="*/ 23397 h 28664"/>
                <a:gd name="connsiteX14" fmla="*/ 8200 w 23178"/>
                <a:gd name="connsiteY14" fmla="*/ 5677 h 28664"/>
                <a:gd name="connsiteX15" fmla="*/ 16461 w 23178"/>
                <a:gd name="connsiteY15" fmla="*/ 17916 h 28664"/>
                <a:gd name="connsiteX16" fmla="*/ 14208 w 23178"/>
                <a:gd name="connsiteY16" fmla="*/ 22120 h 28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178" h="28664">
                  <a:moveTo>
                    <a:pt x="17212" y="11909"/>
                  </a:moveTo>
                  <a:cubicBezTo>
                    <a:pt x="14583" y="7930"/>
                    <a:pt x="11730" y="4401"/>
                    <a:pt x="8801" y="496"/>
                  </a:cubicBezTo>
                  <a:cubicBezTo>
                    <a:pt x="8050" y="-225"/>
                    <a:pt x="6863" y="-202"/>
                    <a:pt x="6150" y="549"/>
                  </a:cubicBezTo>
                  <a:cubicBezTo>
                    <a:pt x="5954" y="744"/>
                    <a:pt x="5812" y="984"/>
                    <a:pt x="5722" y="1247"/>
                  </a:cubicBezTo>
                  <a:cubicBezTo>
                    <a:pt x="2913" y="8868"/>
                    <a:pt x="1095" y="16820"/>
                    <a:pt x="314" y="24899"/>
                  </a:cubicBezTo>
                  <a:cubicBezTo>
                    <a:pt x="-144" y="25717"/>
                    <a:pt x="-144" y="26708"/>
                    <a:pt x="314" y="27527"/>
                  </a:cubicBezTo>
                  <a:cubicBezTo>
                    <a:pt x="314" y="27527"/>
                    <a:pt x="314" y="28052"/>
                    <a:pt x="314" y="28277"/>
                  </a:cubicBezTo>
                  <a:cubicBezTo>
                    <a:pt x="314" y="28503"/>
                    <a:pt x="1065" y="28953"/>
                    <a:pt x="1366" y="28277"/>
                  </a:cubicBezTo>
                  <a:cubicBezTo>
                    <a:pt x="1787" y="28398"/>
                    <a:pt x="2222" y="28398"/>
                    <a:pt x="2643" y="28277"/>
                  </a:cubicBezTo>
                  <a:cubicBezTo>
                    <a:pt x="7689" y="27782"/>
                    <a:pt x="12706" y="26978"/>
                    <a:pt x="17663" y="25875"/>
                  </a:cubicBezTo>
                  <a:cubicBezTo>
                    <a:pt x="19916" y="25274"/>
                    <a:pt x="22995" y="24598"/>
                    <a:pt x="23145" y="21820"/>
                  </a:cubicBezTo>
                  <a:cubicBezTo>
                    <a:pt x="23295" y="19042"/>
                    <a:pt x="19315" y="14387"/>
                    <a:pt x="17212" y="11909"/>
                  </a:cubicBezTo>
                  <a:close/>
                  <a:moveTo>
                    <a:pt x="14208" y="22120"/>
                  </a:moveTo>
                  <a:cubicBezTo>
                    <a:pt x="10453" y="22646"/>
                    <a:pt x="6698" y="23097"/>
                    <a:pt x="2943" y="23397"/>
                  </a:cubicBezTo>
                  <a:cubicBezTo>
                    <a:pt x="4820" y="17540"/>
                    <a:pt x="6323" y="11609"/>
                    <a:pt x="8200" y="5677"/>
                  </a:cubicBezTo>
                  <a:cubicBezTo>
                    <a:pt x="11174" y="9604"/>
                    <a:pt x="13938" y="13689"/>
                    <a:pt x="16461" y="17916"/>
                  </a:cubicBezTo>
                  <a:cubicBezTo>
                    <a:pt x="18338" y="20919"/>
                    <a:pt x="17737" y="21670"/>
                    <a:pt x="14208" y="22120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9" name="Content Placeholder 4">
              <a:extLst>
                <a:ext uri="{FF2B5EF4-FFF2-40B4-BE49-F238E27FC236}">
                  <a16:creationId xmlns:a16="http://schemas.microsoft.com/office/drawing/2014/main" id="{79CB1D89-89A6-89DE-7F10-7FCD86D192E4}"/>
                </a:ext>
              </a:extLst>
            </p:cNvPr>
            <p:cNvSpPr/>
            <p:nvPr/>
          </p:nvSpPr>
          <p:spPr>
            <a:xfrm>
              <a:off x="8271759" y="2889541"/>
              <a:ext cx="36383" cy="34624"/>
            </a:xfrm>
            <a:custGeom>
              <a:avLst/>
              <a:gdLst>
                <a:gd name="connsiteX0" fmla="*/ 6255 w 36383"/>
                <a:gd name="connsiteY0" fmla="*/ 9656 h 34624"/>
                <a:gd name="connsiteX1" fmla="*/ 9634 w 36383"/>
                <a:gd name="connsiteY1" fmla="*/ 4926 h 34624"/>
                <a:gd name="connsiteX2" fmla="*/ 13690 w 36383"/>
                <a:gd name="connsiteY2" fmla="*/ 7479 h 34624"/>
                <a:gd name="connsiteX3" fmla="*/ 25856 w 36383"/>
                <a:gd name="connsiteY3" fmla="*/ -30 h 34624"/>
                <a:gd name="connsiteX4" fmla="*/ 31038 w 36383"/>
                <a:gd name="connsiteY4" fmla="*/ 2223 h 34624"/>
                <a:gd name="connsiteX5" fmla="*/ 35994 w 36383"/>
                <a:gd name="connsiteY5" fmla="*/ 9731 h 34624"/>
                <a:gd name="connsiteX6" fmla="*/ 35994 w 36383"/>
                <a:gd name="connsiteY6" fmla="*/ 15062 h 34624"/>
                <a:gd name="connsiteX7" fmla="*/ 29310 w 36383"/>
                <a:gd name="connsiteY7" fmla="*/ 21970 h 34624"/>
                <a:gd name="connsiteX8" fmla="*/ 9709 w 36383"/>
                <a:gd name="connsiteY8" fmla="*/ 33383 h 34624"/>
                <a:gd name="connsiteX9" fmla="*/ 6630 w 36383"/>
                <a:gd name="connsiteY9" fmla="*/ 34584 h 34624"/>
                <a:gd name="connsiteX10" fmla="*/ 1674 w 36383"/>
                <a:gd name="connsiteY10" fmla="*/ 32332 h 34624"/>
                <a:gd name="connsiteX11" fmla="*/ 6255 w 36383"/>
                <a:gd name="connsiteY11" fmla="*/ 9656 h 3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383" h="34624">
                  <a:moveTo>
                    <a:pt x="6255" y="9656"/>
                  </a:moveTo>
                  <a:cubicBezTo>
                    <a:pt x="6698" y="7689"/>
                    <a:pt x="7915" y="5985"/>
                    <a:pt x="9634" y="4926"/>
                  </a:cubicBezTo>
                  <a:cubicBezTo>
                    <a:pt x="11437" y="4100"/>
                    <a:pt x="14215" y="5602"/>
                    <a:pt x="13690" y="7479"/>
                  </a:cubicBezTo>
                  <a:cubicBezTo>
                    <a:pt x="18646" y="7479"/>
                    <a:pt x="21200" y="-30"/>
                    <a:pt x="25856" y="-30"/>
                  </a:cubicBezTo>
                  <a:cubicBezTo>
                    <a:pt x="27808" y="15"/>
                    <a:pt x="29671" y="826"/>
                    <a:pt x="31038" y="2223"/>
                  </a:cubicBezTo>
                  <a:cubicBezTo>
                    <a:pt x="33306" y="4258"/>
                    <a:pt x="35010" y="6848"/>
                    <a:pt x="35994" y="9731"/>
                  </a:cubicBezTo>
                  <a:cubicBezTo>
                    <a:pt x="36475" y="11473"/>
                    <a:pt x="36475" y="13320"/>
                    <a:pt x="35994" y="15062"/>
                  </a:cubicBezTo>
                  <a:cubicBezTo>
                    <a:pt x="35243" y="18216"/>
                    <a:pt x="32164" y="20243"/>
                    <a:pt x="29310" y="21970"/>
                  </a:cubicBezTo>
                  <a:cubicBezTo>
                    <a:pt x="22852" y="25875"/>
                    <a:pt x="16318" y="29479"/>
                    <a:pt x="9709" y="33383"/>
                  </a:cubicBezTo>
                  <a:cubicBezTo>
                    <a:pt x="8778" y="33984"/>
                    <a:pt x="7727" y="34397"/>
                    <a:pt x="6630" y="34584"/>
                  </a:cubicBezTo>
                  <a:cubicBezTo>
                    <a:pt x="4708" y="34697"/>
                    <a:pt x="2853" y="33849"/>
                    <a:pt x="1674" y="32332"/>
                  </a:cubicBezTo>
                  <a:cubicBezTo>
                    <a:pt x="-3133" y="25349"/>
                    <a:pt x="3476" y="16489"/>
                    <a:pt x="6255" y="9656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0" name="Content Placeholder 4">
              <a:extLst>
                <a:ext uri="{FF2B5EF4-FFF2-40B4-BE49-F238E27FC236}">
                  <a16:creationId xmlns:a16="http://schemas.microsoft.com/office/drawing/2014/main" id="{E79408DF-6F4B-ACA1-6454-069632D339F3}"/>
                </a:ext>
              </a:extLst>
            </p:cNvPr>
            <p:cNvSpPr/>
            <p:nvPr/>
          </p:nvSpPr>
          <p:spPr>
            <a:xfrm>
              <a:off x="8455653" y="2917799"/>
              <a:ext cx="130795" cy="85119"/>
            </a:xfrm>
            <a:custGeom>
              <a:avLst/>
              <a:gdLst>
                <a:gd name="connsiteX0" fmla="*/ 129520 w 130795"/>
                <a:gd name="connsiteY0" fmla="*/ 8128 h 85119"/>
                <a:gd name="connsiteX1" fmla="*/ 116452 w 130795"/>
                <a:gd name="connsiteY1" fmla="*/ 620 h 85119"/>
                <a:gd name="connsiteX2" fmla="*/ 78902 w 130795"/>
                <a:gd name="connsiteY2" fmla="*/ 5951 h 85119"/>
                <a:gd name="connsiteX3" fmla="*/ 45558 w 130795"/>
                <a:gd name="connsiteY3" fmla="*/ 24872 h 85119"/>
                <a:gd name="connsiteX4" fmla="*/ 11988 w 130795"/>
                <a:gd name="connsiteY4" fmla="*/ 46797 h 85119"/>
                <a:gd name="connsiteX5" fmla="*/ 4478 w 130795"/>
                <a:gd name="connsiteY5" fmla="*/ 51602 h 85119"/>
                <a:gd name="connsiteX6" fmla="*/ -28 w 130795"/>
                <a:gd name="connsiteY6" fmla="*/ 57609 h 85119"/>
                <a:gd name="connsiteX7" fmla="*/ 1850 w 130795"/>
                <a:gd name="connsiteY7" fmla="*/ 65117 h 85119"/>
                <a:gd name="connsiteX8" fmla="*/ 10110 w 130795"/>
                <a:gd name="connsiteY8" fmla="*/ 85090 h 85119"/>
                <a:gd name="connsiteX9" fmla="*/ 54495 w 130795"/>
                <a:gd name="connsiteY9" fmla="*/ 72025 h 85119"/>
                <a:gd name="connsiteX10" fmla="*/ 100531 w 130795"/>
                <a:gd name="connsiteY10" fmla="*/ 47848 h 85119"/>
                <a:gd name="connsiteX11" fmla="*/ 125464 w 130795"/>
                <a:gd name="connsiteY11" fmla="*/ 27800 h 85119"/>
                <a:gd name="connsiteX12" fmla="*/ 129520 w 130795"/>
                <a:gd name="connsiteY12" fmla="*/ 8128 h 85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0795" h="85119">
                  <a:moveTo>
                    <a:pt x="129520" y="8128"/>
                  </a:moveTo>
                  <a:cubicBezTo>
                    <a:pt x="126433" y="3879"/>
                    <a:pt x="121679" y="1153"/>
                    <a:pt x="116452" y="620"/>
                  </a:cubicBezTo>
                  <a:cubicBezTo>
                    <a:pt x="103685" y="-1145"/>
                    <a:pt x="90678" y="703"/>
                    <a:pt x="78902" y="5951"/>
                  </a:cubicBezTo>
                  <a:cubicBezTo>
                    <a:pt x="67194" y="11147"/>
                    <a:pt x="56027" y="17484"/>
                    <a:pt x="45558" y="24872"/>
                  </a:cubicBezTo>
                  <a:lnTo>
                    <a:pt x="11988" y="46797"/>
                  </a:lnTo>
                  <a:lnTo>
                    <a:pt x="4478" y="51602"/>
                  </a:lnTo>
                  <a:cubicBezTo>
                    <a:pt x="1775" y="52331"/>
                    <a:pt x="-88" y="54808"/>
                    <a:pt x="-28" y="57609"/>
                  </a:cubicBezTo>
                  <a:cubicBezTo>
                    <a:pt x="84" y="60215"/>
                    <a:pt x="723" y="62767"/>
                    <a:pt x="1850" y="65117"/>
                  </a:cubicBezTo>
                  <a:cubicBezTo>
                    <a:pt x="4628" y="71800"/>
                    <a:pt x="7407" y="78408"/>
                    <a:pt x="10110" y="85090"/>
                  </a:cubicBezTo>
                  <a:cubicBezTo>
                    <a:pt x="25183" y="81726"/>
                    <a:pt x="40008" y="77364"/>
                    <a:pt x="54495" y="72025"/>
                  </a:cubicBezTo>
                  <a:cubicBezTo>
                    <a:pt x="70528" y="65350"/>
                    <a:pt x="85931" y="57256"/>
                    <a:pt x="100531" y="47848"/>
                  </a:cubicBezTo>
                  <a:cubicBezTo>
                    <a:pt x="109963" y="42690"/>
                    <a:pt x="118404" y="35902"/>
                    <a:pt x="125464" y="27800"/>
                  </a:cubicBezTo>
                  <a:cubicBezTo>
                    <a:pt x="130556" y="22605"/>
                    <a:pt x="132141" y="14916"/>
                    <a:pt x="129520" y="8128"/>
                  </a:cubicBezTo>
                  <a:close/>
                </a:path>
              </a:pathLst>
            </a:custGeom>
            <a:solidFill>
              <a:srgbClr val="5E5E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1" name="Content Placeholder 4">
              <a:extLst>
                <a:ext uri="{FF2B5EF4-FFF2-40B4-BE49-F238E27FC236}">
                  <a16:creationId xmlns:a16="http://schemas.microsoft.com/office/drawing/2014/main" id="{10050037-DEF3-F811-217D-A1C263855F21}"/>
                </a:ext>
              </a:extLst>
            </p:cNvPr>
            <p:cNvSpPr/>
            <p:nvPr/>
          </p:nvSpPr>
          <p:spPr>
            <a:xfrm>
              <a:off x="8403756" y="2956954"/>
              <a:ext cx="44667" cy="62358"/>
            </a:xfrm>
            <a:custGeom>
              <a:avLst/>
              <a:gdLst>
                <a:gd name="connsiteX0" fmla="*/ 8311 w 44667"/>
                <a:gd name="connsiteY0" fmla="*/ 51867 h 62358"/>
                <a:gd name="connsiteX1" fmla="*/ 9963 w 44667"/>
                <a:gd name="connsiteY1" fmla="*/ 57123 h 62358"/>
                <a:gd name="connsiteX2" fmla="*/ 18224 w 44667"/>
                <a:gd name="connsiteY2" fmla="*/ 62153 h 62358"/>
                <a:gd name="connsiteX3" fmla="*/ 28287 w 44667"/>
                <a:gd name="connsiteY3" fmla="*/ 61703 h 62358"/>
                <a:gd name="connsiteX4" fmla="*/ 34295 w 44667"/>
                <a:gd name="connsiteY4" fmla="*/ 60727 h 62358"/>
                <a:gd name="connsiteX5" fmla="*/ 38050 w 44667"/>
                <a:gd name="connsiteY5" fmla="*/ 59826 h 62358"/>
                <a:gd name="connsiteX6" fmla="*/ 43532 w 44667"/>
                <a:gd name="connsiteY6" fmla="*/ 50966 h 62358"/>
                <a:gd name="connsiteX7" fmla="*/ 41204 w 44667"/>
                <a:gd name="connsiteY7" fmla="*/ 3662 h 62358"/>
                <a:gd name="connsiteX8" fmla="*/ 40829 w 44667"/>
                <a:gd name="connsiteY8" fmla="*/ 1560 h 62358"/>
                <a:gd name="connsiteX9" fmla="*/ 36548 w 44667"/>
                <a:gd name="connsiteY9" fmla="*/ 58 h 62358"/>
                <a:gd name="connsiteX10" fmla="*/ 18900 w 44667"/>
                <a:gd name="connsiteY10" fmla="*/ 2086 h 62358"/>
                <a:gd name="connsiteX11" fmla="*/ 3880 w 44667"/>
                <a:gd name="connsiteY11" fmla="*/ 6741 h 62358"/>
                <a:gd name="connsiteX12" fmla="*/ 275 w 44667"/>
                <a:gd name="connsiteY12" fmla="*/ 14625 h 62358"/>
                <a:gd name="connsiteX13" fmla="*/ 4706 w 44667"/>
                <a:gd name="connsiteY13" fmla="*/ 31744 h 62358"/>
                <a:gd name="connsiteX14" fmla="*/ 8311 w 44667"/>
                <a:gd name="connsiteY14" fmla="*/ 51867 h 62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4667" h="62358">
                  <a:moveTo>
                    <a:pt x="8311" y="51867"/>
                  </a:moveTo>
                  <a:cubicBezTo>
                    <a:pt x="8596" y="53691"/>
                    <a:pt x="9152" y="55463"/>
                    <a:pt x="9963" y="57123"/>
                  </a:cubicBezTo>
                  <a:cubicBezTo>
                    <a:pt x="11818" y="59953"/>
                    <a:pt x="14852" y="61800"/>
                    <a:pt x="18224" y="62153"/>
                  </a:cubicBezTo>
                  <a:cubicBezTo>
                    <a:pt x="21581" y="62491"/>
                    <a:pt x="24976" y="62341"/>
                    <a:pt x="28287" y="61703"/>
                  </a:cubicBezTo>
                  <a:lnTo>
                    <a:pt x="34295" y="60727"/>
                  </a:lnTo>
                  <a:cubicBezTo>
                    <a:pt x="35587" y="60621"/>
                    <a:pt x="36856" y="60321"/>
                    <a:pt x="38050" y="59826"/>
                  </a:cubicBezTo>
                  <a:cubicBezTo>
                    <a:pt x="41137" y="57866"/>
                    <a:pt x="43157" y="54600"/>
                    <a:pt x="43532" y="50966"/>
                  </a:cubicBezTo>
                  <a:cubicBezTo>
                    <a:pt x="46837" y="35498"/>
                    <a:pt x="41730" y="19505"/>
                    <a:pt x="41204" y="3662"/>
                  </a:cubicBezTo>
                  <a:cubicBezTo>
                    <a:pt x="41272" y="2942"/>
                    <a:pt x="41137" y="2213"/>
                    <a:pt x="40829" y="1560"/>
                  </a:cubicBezTo>
                  <a:cubicBezTo>
                    <a:pt x="39785" y="314"/>
                    <a:pt x="38141" y="-264"/>
                    <a:pt x="36548" y="58"/>
                  </a:cubicBezTo>
                  <a:cubicBezTo>
                    <a:pt x="30615" y="209"/>
                    <a:pt x="24713" y="884"/>
                    <a:pt x="18900" y="2086"/>
                  </a:cubicBezTo>
                  <a:cubicBezTo>
                    <a:pt x="13703" y="2949"/>
                    <a:pt x="8649" y="4511"/>
                    <a:pt x="3880" y="6741"/>
                  </a:cubicBezTo>
                  <a:cubicBezTo>
                    <a:pt x="831" y="8055"/>
                    <a:pt x="-731" y="11464"/>
                    <a:pt x="275" y="14625"/>
                  </a:cubicBezTo>
                  <a:cubicBezTo>
                    <a:pt x="1552" y="20331"/>
                    <a:pt x="3429" y="25962"/>
                    <a:pt x="4706" y="31744"/>
                  </a:cubicBezTo>
                  <a:cubicBezTo>
                    <a:pt x="5982" y="37526"/>
                    <a:pt x="7034" y="45184"/>
                    <a:pt x="8311" y="51867"/>
                  </a:cubicBezTo>
                  <a:close/>
                </a:path>
              </a:pathLst>
            </a:custGeom>
            <a:solidFill>
              <a:srgbClr val="F5F5F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2" name="Content Placeholder 4">
              <a:extLst>
                <a:ext uri="{FF2B5EF4-FFF2-40B4-BE49-F238E27FC236}">
                  <a16:creationId xmlns:a16="http://schemas.microsoft.com/office/drawing/2014/main" id="{39F91C19-2D39-53F7-4312-8785CD55D648}"/>
                </a:ext>
              </a:extLst>
            </p:cNvPr>
            <p:cNvSpPr/>
            <p:nvPr/>
          </p:nvSpPr>
          <p:spPr>
            <a:xfrm>
              <a:off x="8400637" y="2951111"/>
              <a:ext cx="47147" cy="15617"/>
            </a:xfrm>
            <a:custGeom>
              <a:avLst/>
              <a:gdLst>
                <a:gd name="connsiteX0" fmla="*/ 44249 w 47147"/>
                <a:gd name="connsiteY0" fmla="*/ 2974 h 15617"/>
                <a:gd name="connsiteX1" fmla="*/ 41245 w 47147"/>
                <a:gd name="connsiteY1" fmla="*/ 2974 h 15617"/>
                <a:gd name="connsiteX2" fmla="*/ 39743 w 47147"/>
                <a:gd name="connsiteY2" fmla="*/ 2974 h 15617"/>
                <a:gd name="connsiteX3" fmla="*/ 38617 w 47147"/>
                <a:gd name="connsiteY3" fmla="*/ 496 h 15617"/>
                <a:gd name="connsiteX4" fmla="*/ 38091 w 47147"/>
                <a:gd name="connsiteY4" fmla="*/ -30 h 15617"/>
                <a:gd name="connsiteX5" fmla="*/ 37190 w 47147"/>
                <a:gd name="connsiteY5" fmla="*/ -30 h 15617"/>
                <a:gd name="connsiteX6" fmla="*/ 30956 w 47147"/>
                <a:gd name="connsiteY6" fmla="*/ 1397 h 15617"/>
                <a:gd name="connsiteX7" fmla="*/ 30055 w 47147"/>
                <a:gd name="connsiteY7" fmla="*/ 1923 h 15617"/>
                <a:gd name="connsiteX8" fmla="*/ 30055 w 47147"/>
                <a:gd name="connsiteY8" fmla="*/ 4625 h 15617"/>
                <a:gd name="connsiteX9" fmla="*/ 18415 w 47147"/>
                <a:gd name="connsiteY9" fmla="*/ 6578 h 15617"/>
                <a:gd name="connsiteX10" fmla="*/ 6849 w 47147"/>
                <a:gd name="connsiteY10" fmla="*/ 8680 h 15617"/>
                <a:gd name="connsiteX11" fmla="*/ 390 w 47147"/>
                <a:gd name="connsiteY11" fmla="*/ 10933 h 15617"/>
                <a:gd name="connsiteX12" fmla="*/ 2719 w 47147"/>
                <a:gd name="connsiteY12" fmla="*/ 15588 h 15617"/>
                <a:gd name="connsiteX13" fmla="*/ 4070 w 47147"/>
                <a:gd name="connsiteY13" fmla="*/ 15588 h 15617"/>
                <a:gd name="connsiteX14" fmla="*/ 41620 w 47147"/>
                <a:gd name="connsiteY14" fmla="*/ 9506 h 15617"/>
                <a:gd name="connsiteX15" fmla="*/ 44624 w 47147"/>
                <a:gd name="connsiteY15" fmla="*/ 8755 h 15617"/>
                <a:gd name="connsiteX16" fmla="*/ 47102 w 47147"/>
                <a:gd name="connsiteY16" fmla="*/ 5602 h 15617"/>
                <a:gd name="connsiteX17" fmla="*/ 44985 w 47147"/>
                <a:gd name="connsiteY17" fmla="*/ 2944 h 15617"/>
                <a:gd name="connsiteX18" fmla="*/ 44249 w 47147"/>
                <a:gd name="connsiteY18" fmla="*/ 2974 h 15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7147" h="15617">
                  <a:moveTo>
                    <a:pt x="44249" y="2974"/>
                  </a:moveTo>
                  <a:cubicBezTo>
                    <a:pt x="43250" y="2824"/>
                    <a:pt x="42244" y="2824"/>
                    <a:pt x="41245" y="2974"/>
                  </a:cubicBezTo>
                  <a:lnTo>
                    <a:pt x="39743" y="2974"/>
                  </a:lnTo>
                  <a:cubicBezTo>
                    <a:pt x="39555" y="2073"/>
                    <a:pt x="39172" y="1224"/>
                    <a:pt x="38617" y="496"/>
                  </a:cubicBezTo>
                  <a:cubicBezTo>
                    <a:pt x="38481" y="286"/>
                    <a:pt x="38301" y="105"/>
                    <a:pt x="38091" y="-30"/>
                  </a:cubicBezTo>
                  <a:lnTo>
                    <a:pt x="37190" y="-30"/>
                  </a:lnTo>
                  <a:cubicBezTo>
                    <a:pt x="35087" y="338"/>
                    <a:pt x="33007" y="811"/>
                    <a:pt x="30956" y="1397"/>
                  </a:cubicBezTo>
                  <a:cubicBezTo>
                    <a:pt x="30603" y="1464"/>
                    <a:pt x="30288" y="1652"/>
                    <a:pt x="30055" y="1923"/>
                  </a:cubicBezTo>
                  <a:cubicBezTo>
                    <a:pt x="29815" y="2808"/>
                    <a:pt x="29815" y="3740"/>
                    <a:pt x="30055" y="4625"/>
                  </a:cubicBezTo>
                  <a:lnTo>
                    <a:pt x="18415" y="6578"/>
                  </a:lnTo>
                  <a:lnTo>
                    <a:pt x="6849" y="8680"/>
                  </a:lnTo>
                  <a:cubicBezTo>
                    <a:pt x="4521" y="9131"/>
                    <a:pt x="1292" y="9356"/>
                    <a:pt x="390" y="10933"/>
                  </a:cubicBezTo>
                  <a:cubicBezTo>
                    <a:pt x="-511" y="12509"/>
                    <a:pt x="-60" y="15513"/>
                    <a:pt x="2719" y="15588"/>
                  </a:cubicBezTo>
                  <a:lnTo>
                    <a:pt x="4070" y="15588"/>
                  </a:lnTo>
                  <a:lnTo>
                    <a:pt x="41620" y="9506"/>
                  </a:lnTo>
                  <a:cubicBezTo>
                    <a:pt x="42649" y="9378"/>
                    <a:pt x="43655" y="9131"/>
                    <a:pt x="44624" y="8755"/>
                  </a:cubicBezTo>
                  <a:cubicBezTo>
                    <a:pt x="45961" y="8230"/>
                    <a:pt x="46907" y="7021"/>
                    <a:pt x="47102" y="5602"/>
                  </a:cubicBezTo>
                  <a:cubicBezTo>
                    <a:pt x="47253" y="4280"/>
                    <a:pt x="46307" y="3094"/>
                    <a:pt x="44985" y="2944"/>
                  </a:cubicBezTo>
                  <a:cubicBezTo>
                    <a:pt x="44737" y="2914"/>
                    <a:pt x="44489" y="2929"/>
                    <a:pt x="44249" y="2974"/>
                  </a:cubicBezTo>
                  <a:close/>
                </a:path>
              </a:pathLst>
            </a:custGeom>
            <a:solidFill>
              <a:srgbClr val="45454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3" name="Content Placeholder 4">
              <a:extLst>
                <a:ext uri="{FF2B5EF4-FFF2-40B4-BE49-F238E27FC236}">
                  <a16:creationId xmlns:a16="http://schemas.microsoft.com/office/drawing/2014/main" id="{996D997C-40A1-6A20-74B5-F014AF6092D5}"/>
                </a:ext>
              </a:extLst>
            </p:cNvPr>
            <p:cNvSpPr/>
            <p:nvPr/>
          </p:nvSpPr>
          <p:spPr>
            <a:xfrm>
              <a:off x="8412787" y="2976211"/>
              <a:ext cx="53831" cy="40641"/>
            </a:xfrm>
            <a:custGeom>
              <a:avLst/>
              <a:gdLst>
                <a:gd name="connsiteX0" fmla="*/ 24213 w 53831"/>
                <a:gd name="connsiteY0" fmla="*/ 2952 h 40641"/>
                <a:gd name="connsiteX1" fmla="*/ 17604 w 53831"/>
                <a:gd name="connsiteY1" fmla="*/ 5129 h 40641"/>
                <a:gd name="connsiteX2" fmla="*/ 16403 w 53831"/>
                <a:gd name="connsiteY2" fmla="*/ 11286 h 40641"/>
                <a:gd name="connsiteX3" fmla="*/ 3786 w 53831"/>
                <a:gd name="connsiteY3" fmla="*/ 16692 h 40641"/>
                <a:gd name="connsiteX4" fmla="*/ 31 w 53831"/>
                <a:gd name="connsiteY4" fmla="*/ 26378 h 40641"/>
                <a:gd name="connsiteX5" fmla="*/ 4462 w 53831"/>
                <a:gd name="connsiteY5" fmla="*/ 36064 h 40641"/>
                <a:gd name="connsiteX6" fmla="*/ 11972 w 53831"/>
                <a:gd name="connsiteY6" fmla="*/ 40569 h 40641"/>
                <a:gd name="connsiteX7" fmla="*/ 21059 w 53831"/>
                <a:gd name="connsiteY7" fmla="*/ 38767 h 40641"/>
                <a:gd name="connsiteX8" fmla="*/ 43589 w 53831"/>
                <a:gd name="connsiteY8" fmla="*/ 29907 h 40641"/>
                <a:gd name="connsiteX9" fmla="*/ 53802 w 53831"/>
                <a:gd name="connsiteY9" fmla="*/ 20597 h 40641"/>
                <a:gd name="connsiteX10" fmla="*/ 52451 w 53831"/>
                <a:gd name="connsiteY10" fmla="*/ 14665 h 40641"/>
                <a:gd name="connsiteX11" fmla="*/ 44941 w 53831"/>
                <a:gd name="connsiteY11" fmla="*/ 324 h 40641"/>
                <a:gd name="connsiteX12" fmla="*/ 24213 w 53831"/>
                <a:gd name="connsiteY12" fmla="*/ 2952 h 40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831" h="40641">
                  <a:moveTo>
                    <a:pt x="24213" y="2952"/>
                  </a:moveTo>
                  <a:cubicBezTo>
                    <a:pt x="21855" y="3057"/>
                    <a:pt x="19565" y="3808"/>
                    <a:pt x="17604" y="5129"/>
                  </a:cubicBezTo>
                  <a:cubicBezTo>
                    <a:pt x="15637" y="6541"/>
                    <a:pt x="15111" y="9237"/>
                    <a:pt x="16403" y="11286"/>
                  </a:cubicBezTo>
                  <a:cubicBezTo>
                    <a:pt x="12347" y="13464"/>
                    <a:pt x="7241" y="13689"/>
                    <a:pt x="3786" y="16692"/>
                  </a:cubicBezTo>
                  <a:cubicBezTo>
                    <a:pt x="1052" y="19133"/>
                    <a:pt x="-344" y="22737"/>
                    <a:pt x="31" y="26378"/>
                  </a:cubicBezTo>
                  <a:cubicBezTo>
                    <a:pt x="482" y="29982"/>
                    <a:pt x="2029" y="33369"/>
                    <a:pt x="4462" y="36064"/>
                  </a:cubicBezTo>
                  <a:cubicBezTo>
                    <a:pt x="6362" y="38392"/>
                    <a:pt x="9021" y="39991"/>
                    <a:pt x="11972" y="40569"/>
                  </a:cubicBezTo>
                  <a:cubicBezTo>
                    <a:pt x="15111" y="40787"/>
                    <a:pt x="18243" y="40164"/>
                    <a:pt x="21059" y="38767"/>
                  </a:cubicBezTo>
                  <a:lnTo>
                    <a:pt x="43589" y="29907"/>
                  </a:lnTo>
                  <a:cubicBezTo>
                    <a:pt x="48095" y="28105"/>
                    <a:pt x="53352" y="25402"/>
                    <a:pt x="53802" y="20597"/>
                  </a:cubicBezTo>
                  <a:cubicBezTo>
                    <a:pt x="53802" y="18540"/>
                    <a:pt x="53344" y="16512"/>
                    <a:pt x="52451" y="14665"/>
                  </a:cubicBezTo>
                  <a:cubicBezTo>
                    <a:pt x="50874" y="10761"/>
                    <a:pt x="49372" y="1901"/>
                    <a:pt x="44941" y="324"/>
                  </a:cubicBezTo>
                  <a:cubicBezTo>
                    <a:pt x="40510" y="-1253"/>
                    <a:pt x="29921" y="2952"/>
                    <a:pt x="24213" y="2952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4" name="Content Placeholder 4">
              <a:extLst>
                <a:ext uri="{FF2B5EF4-FFF2-40B4-BE49-F238E27FC236}">
                  <a16:creationId xmlns:a16="http://schemas.microsoft.com/office/drawing/2014/main" id="{4D3CB349-E3A0-4467-662D-7B16F31B7E31}"/>
                </a:ext>
              </a:extLst>
            </p:cNvPr>
            <p:cNvSpPr/>
            <p:nvPr/>
          </p:nvSpPr>
          <p:spPr>
            <a:xfrm>
              <a:off x="8324145" y="3428896"/>
              <a:ext cx="70758" cy="40363"/>
            </a:xfrm>
            <a:custGeom>
              <a:avLst/>
              <a:gdLst>
                <a:gd name="connsiteX0" fmla="*/ 12297 w 70758"/>
                <a:gd name="connsiteY0" fmla="*/ 18719 h 40363"/>
                <a:gd name="connsiteX1" fmla="*/ 30696 w 70758"/>
                <a:gd name="connsiteY1" fmla="*/ 17292 h 40363"/>
                <a:gd name="connsiteX2" fmla="*/ 40834 w 70758"/>
                <a:gd name="connsiteY2" fmla="*/ 14139 h 40363"/>
                <a:gd name="connsiteX3" fmla="*/ 42787 w 70758"/>
                <a:gd name="connsiteY3" fmla="*/ 5279 h 40363"/>
                <a:gd name="connsiteX4" fmla="*/ 42787 w 70758"/>
                <a:gd name="connsiteY4" fmla="*/ 2951 h 40363"/>
                <a:gd name="connsiteX5" fmla="*/ 45190 w 70758"/>
                <a:gd name="connsiteY5" fmla="*/ 2050 h 40363"/>
                <a:gd name="connsiteX6" fmla="*/ 67720 w 70758"/>
                <a:gd name="connsiteY6" fmla="*/ 173 h 40363"/>
                <a:gd name="connsiteX7" fmla="*/ 69823 w 70758"/>
                <a:gd name="connsiteY7" fmla="*/ 173 h 40363"/>
                <a:gd name="connsiteX8" fmla="*/ 70649 w 70758"/>
                <a:gd name="connsiteY8" fmla="*/ 2726 h 40363"/>
                <a:gd name="connsiteX9" fmla="*/ 70649 w 70758"/>
                <a:gd name="connsiteY9" fmla="*/ 29005 h 40363"/>
                <a:gd name="connsiteX10" fmla="*/ 66654 w 70758"/>
                <a:gd name="connsiteY10" fmla="*/ 34764 h 40363"/>
                <a:gd name="connsiteX11" fmla="*/ 64641 w 70758"/>
                <a:gd name="connsiteY11" fmla="*/ 34712 h 40363"/>
                <a:gd name="connsiteX12" fmla="*/ 14174 w 70758"/>
                <a:gd name="connsiteY12" fmla="*/ 40043 h 40363"/>
                <a:gd name="connsiteX13" fmla="*/ 205 w 70758"/>
                <a:gd name="connsiteY13" fmla="*/ 32910 h 40363"/>
                <a:gd name="connsiteX14" fmla="*/ 12297 w 70758"/>
                <a:gd name="connsiteY14" fmla="*/ 18719 h 4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758" h="40363">
                  <a:moveTo>
                    <a:pt x="12297" y="18719"/>
                  </a:moveTo>
                  <a:cubicBezTo>
                    <a:pt x="18282" y="17075"/>
                    <a:pt x="24530" y="16594"/>
                    <a:pt x="30696" y="17292"/>
                  </a:cubicBezTo>
                  <a:cubicBezTo>
                    <a:pt x="34376" y="17780"/>
                    <a:pt x="38086" y="16631"/>
                    <a:pt x="40834" y="14139"/>
                  </a:cubicBezTo>
                  <a:cubicBezTo>
                    <a:pt x="42607" y="11548"/>
                    <a:pt x="43305" y="8372"/>
                    <a:pt x="42787" y="5279"/>
                  </a:cubicBezTo>
                  <a:cubicBezTo>
                    <a:pt x="42486" y="4528"/>
                    <a:pt x="42486" y="3702"/>
                    <a:pt x="42787" y="2951"/>
                  </a:cubicBezTo>
                  <a:cubicBezTo>
                    <a:pt x="43440" y="2343"/>
                    <a:pt x="44304" y="2020"/>
                    <a:pt x="45190" y="2050"/>
                  </a:cubicBezTo>
                  <a:lnTo>
                    <a:pt x="67720" y="173"/>
                  </a:lnTo>
                  <a:cubicBezTo>
                    <a:pt x="68396" y="-97"/>
                    <a:pt x="69147" y="-97"/>
                    <a:pt x="69823" y="173"/>
                  </a:cubicBezTo>
                  <a:cubicBezTo>
                    <a:pt x="70476" y="856"/>
                    <a:pt x="70777" y="1795"/>
                    <a:pt x="70649" y="2726"/>
                  </a:cubicBezTo>
                  <a:cubicBezTo>
                    <a:pt x="70649" y="11511"/>
                    <a:pt x="70649" y="20296"/>
                    <a:pt x="70649" y="29005"/>
                  </a:cubicBezTo>
                  <a:cubicBezTo>
                    <a:pt x="71137" y="31701"/>
                    <a:pt x="69350" y="34276"/>
                    <a:pt x="66654" y="34764"/>
                  </a:cubicBezTo>
                  <a:cubicBezTo>
                    <a:pt x="65985" y="34885"/>
                    <a:pt x="65302" y="34870"/>
                    <a:pt x="64641" y="34712"/>
                  </a:cubicBezTo>
                  <a:cubicBezTo>
                    <a:pt x="47894" y="36964"/>
                    <a:pt x="31072" y="38691"/>
                    <a:pt x="14174" y="40043"/>
                  </a:cubicBezTo>
                  <a:cubicBezTo>
                    <a:pt x="8166" y="40569"/>
                    <a:pt x="-1672" y="41319"/>
                    <a:pt x="205" y="32910"/>
                  </a:cubicBezTo>
                  <a:cubicBezTo>
                    <a:pt x="1594" y="26453"/>
                    <a:pt x="6138" y="21122"/>
                    <a:pt x="12297" y="18719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5" name="Content Placeholder 4">
              <a:extLst>
                <a:ext uri="{FF2B5EF4-FFF2-40B4-BE49-F238E27FC236}">
                  <a16:creationId xmlns:a16="http://schemas.microsoft.com/office/drawing/2014/main" id="{2D039B62-888A-CDBA-986E-A6043A94A4FC}"/>
                </a:ext>
              </a:extLst>
            </p:cNvPr>
            <p:cNvSpPr/>
            <p:nvPr/>
          </p:nvSpPr>
          <p:spPr>
            <a:xfrm>
              <a:off x="8450931" y="3427840"/>
              <a:ext cx="67722" cy="40528"/>
            </a:xfrm>
            <a:custGeom>
              <a:avLst/>
              <a:gdLst>
                <a:gd name="connsiteX0" fmla="*/ 24069 w 67722"/>
                <a:gd name="connsiteY0" fmla="*/ 178 h 40528"/>
                <a:gd name="connsiteX1" fmla="*/ 28876 w 67722"/>
                <a:gd name="connsiteY1" fmla="*/ 1605 h 40528"/>
                <a:gd name="connsiteX2" fmla="*/ 29777 w 67722"/>
                <a:gd name="connsiteY2" fmla="*/ 4383 h 40528"/>
                <a:gd name="connsiteX3" fmla="*/ 30753 w 67722"/>
                <a:gd name="connsiteY3" fmla="*/ 13018 h 40528"/>
                <a:gd name="connsiteX4" fmla="*/ 32255 w 67722"/>
                <a:gd name="connsiteY4" fmla="*/ 17973 h 40528"/>
                <a:gd name="connsiteX5" fmla="*/ 36611 w 67722"/>
                <a:gd name="connsiteY5" fmla="*/ 20526 h 40528"/>
                <a:gd name="connsiteX6" fmla="*/ 50955 w 67722"/>
                <a:gd name="connsiteY6" fmla="*/ 21953 h 40528"/>
                <a:gd name="connsiteX7" fmla="*/ 64098 w 67722"/>
                <a:gd name="connsiteY7" fmla="*/ 27059 h 40528"/>
                <a:gd name="connsiteX8" fmla="*/ 67552 w 67722"/>
                <a:gd name="connsiteY8" fmla="*/ 36669 h 40528"/>
                <a:gd name="connsiteX9" fmla="*/ 67552 w 67722"/>
                <a:gd name="connsiteY9" fmla="*/ 38622 h 40528"/>
                <a:gd name="connsiteX10" fmla="*/ 64248 w 67722"/>
                <a:gd name="connsiteY10" fmla="*/ 40273 h 40528"/>
                <a:gd name="connsiteX11" fmla="*/ 52608 w 67722"/>
                <a:gd name="connsiteY11" fmla="*/ 40273 h 40528"/>
                <a:gd name="connsiteX12" fmla="*/ 28876 w 67722"/>
                <a:gd name="connsiteY12" fmla="*/ 39598 h 40528"/>
                <a:gd name="connsiteX13" fmla="*/ 5745 w 67722"/>
                <a:gd name="connsiteY13" fmla="*/ 37495 h 40528"/>
                <a:gd name="connsiteX14" fmla="*/ 3567 w 67722"/>
                <a:gd name="connsiteY14" fmla="*/ 36444 h 40528"/>
                <a:gd name="connsiteX15" fmla="*/ 3041 w 67722"/>
                <a:gd name="connsiteY15" fmla="*/ 34717 h 40528"/>
                <a:gd name="connsiteX16" fmla="*/ 1014 w 67722"/>
                <a:gd name="connsiteY16" fmla="*/ 17298 h 40528"/>
                <a:gd name="connsiteX17" fmla="*/ 1014 w 67722"/>
                <a:gd name="connsiteY17" fmla="*/ 4533 h 40528"/>
                <a:gd name="connsiteX18" fmla="*/ 24069 w 67722"/>
                <a:gd name="connsiteY18" fmla="*/ 178 h 40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7722" h="40528">
                  <a:moveTo>
                    <a:pt x="24069" y="178"/>
                  </a:moveTo>
                  <a:cubicBezTo>
                    <a:pt x="25812" y="-160"/>
                    <a:pt x="27607" y="373"/>
                    <a:pt x="28876" y="1605"/>
                  </a:cubicBezTo>
                  <a:cubicBezTo>
                    <a:pt x="29409" y="2438"/>
                    <a:pt x="29717" y="3392"/>
                    <a:pt x="29777" y="4383"/>
                  </a:cubicBezTo>
                  <a:cubicBezTo>
                    <a:pt x="29777" y="7311"/>
                    <a:pt x="30378" y="10165"/>
                    <a:pt x="30753" y="13018"/>
                  </a:cubicBezTo>
                  <a:cubicBezTo>
                    <a:pt x="30776" y="14775"/>
                    <a:pt x="31301" y="16494"/>
                    <a:pt x="32255" y="17973"/>
                  </a:cubicBezTo>
                  <a:cubicBezTo>
                    <a:pt x="33367" y="19302"/>
                    <a:pt x="34907" y="20203"/>
                    <a:pt x="36611" y="20526"/>
                  </a:cubicBezTo>
                  <a:cubicBezTo>
                    <a:pt x="41327" y="21495"/>
                    <a:pt x="46141" y="21975"/>
                    <a:pt x="50955" y="21953"/>
                  </a:cubicBezTo>
                  <a:cubicBezTo>
                    <a:pt x="55829" y="21923"/>
                    <a:pt x="60523" y="23747"/>
                    <a:pt x="64098" y="27059"/>
                  </a:cubicBezTo>
                  <a:cubicBezTo>
                    <a:pt x="66336" y="29762"/>
                    <a:pt x="67560" y="33163"/>
                    <a:pt x="67552" y="36669"/>
                  </a:cubicBezTo>
                  <a:cubicBezTo>
                    <a:pt x="67740" y="37308"/>
                    <a:pt x="67740" y="37983"/>
                    <a:pt x="67552" y="38622"/>
                  </a:cubicBezTo>
                  <a:cubicBezTo>
                    <a:pt x="66779" y="39673"/>
                    <a:pt x="65555" y="40288"/>
                    <a:pt x="64248" y="40273"/>
                  </a:cubicBezTo>
                  <a:cubicBezTo>
                    <a:pt x="60373" y="40574"/>
                    <a:pt x="56483" y="40574"/>
                    <a:pt x="52608" y="40273"/>
                  </a:cubicBezTo>
                  <a:lnTo>
                    <a:pt x="28876" y="39598"/>
                  </a:lnTo>
                  <a:cubicBezTo>
                    <a:pt x="21118" y="39613"/>
                    <a:pt x="13375" y="38907"/>
                    <a:pt x="5745" y="37495"/>
                  </a:cubicBezTo>
                  <a:cubicBezTo>
                    <a:pt x="4912" y="37450"/>
                    <a:pt x="4123" y="37067"/>
                    <a:pt x="3567" y="36444"/>
                  </a:cubicBezTo>
                  <a:cubicBezTo>
                    <a:pt x="3252" y="35919"/>
                    <a:pt x="3064" y="35325"/>
                    <a:pt x="3041" y="34717"/>
                  </a:cubicBezTo>
                  <a:lnTo>
                    <a:pt x="1014" y="17298"/>
                  </a:lnTo>
                  <a:cubicBezTo>
                    <a:pt x="563" y="13543"/>
                    <a:pt x="-1089" y="8137"/>
                    <a:pt x="1014" y="4533"/>
                  </a:cubicBezTo>
                  <a:cubicBezTo>
                    <a:pt x="4543" y="-1474"/>
                    <a:pt x="18137" y="178"/>
                    <a:pt x="24069" y="178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656" name="Group 655">
            <a:extLst>
              <a:ext uri="{FF2B5EF4-FFF2-40B4-BE49-F238E27FC236}">
                <a16:creationId xmlns:a16="http://schemas.microsoft.com/office/drawing/2014/main" id="{62DEAFAA-5004-E05E-EE24-75B9893E3DA5}"/>
              </a:ext>
            </a:extLst>
          </p:cNvPr>
          <p:cNvGrpSpPr/>
          <p:nvPr userDrawn="1"/>
        </p:nvGrpSpPr>
        <p:grpSpPr>
          <a:xfrm>
            <a:off x="2408292" y="2065835"/>
            <a:ext cx="721560" cy="744298"/>
            <a:chOff x="6752231" y="573456"/>
            <a:chExt cx="721560" cy="744298"/>
          </a:xfrm>
        </p:grpSpPr>
        <p:sp>
          <p:nvSpPr>
            <p:cNvPr id="657" name="Content Placeholder 4">
              <a:extLst>
                <a:ext uri="{FF2B5EF4-FFF2-40B4-BE49-F238E27FC236}">
                  <a16:creationId xmlns:a16="http://schemas.microsoft.com/office/drawing/2014/main" id="{741E885F-A4CC-9427-CF11-7F4906458E65}"/>
                </a:ext>
              </a:extLst>
            </p:cNvPr>
            <p:cNvSpPr/>
            <p:nvPr/>
          </p:nvSpPr>
          <p:spPr>
            <a:xfrm>
              <a:off x="6868470" y="1287688"/>
              <a:ext cx="605321" cy="30066"/>
            </a:xfrm>
            <a:custGeom>
              <a:avLst/>
              <a:gdLst>
                <a:gd name="connsiteX0" fmla="*/ 42275 w 605321"/>
                <a:gd name="connsiteY0" fmla="*/ 5301 h 30066"/>
                <a:gd name="connsiteX1" fmla="*/ 2622 w 605321"/>
                <a:gd name="connsiteY1" fmla="*/ 15287 h 30066"/>
                <a:gd name="connsiteX2" fmla="*/ -7 w 605321"/>
                <a:gd name="connsiteY2" fmla="*/ 20994 h 30066"/>
                <a:gd name="connsiteX3" fmla="*/ 25077 w 605321"/>
                <a:gd name="connsiteY3" fmla="*/ 28953 h 30066"/>
                <a:gd name="connsiteX4" fmla="*/ 464035 w 605321"/>
                <a:gd name="connsiteY4" fmla="*/ 27752 h 30066"/>
                <a:gd name="connsiteX5" fmla="*/ 592532 w 605321"/>
                <a:gd name="connsiteY5" fmla="*/ 19117 h 30066"/>
                <a:gd name="connsiteX6" fmla="*/ 604397 w 605321"/>
                <a:gd name="connsiteY6" fmla="*/ 9356 h 30066"/>
                <a:gd name="connsiteX7" fmla="*/ 590654 w 605321"/>
                <a:gd name="connsiteY7" fmla="*/ 5977 h 30066"/>
                <a:gd name="connsiteX8" fmla="*/ 367082 w 605321"/>
                <a:gd name="connsiteY8" fmla="*/ 1096 h 30066"/>
                <a:gd name="connsiteX9" fmla="*/ 254432 w 605321"/>
                <a:gd name="connsiteY9" fmla="*/ -30 h 30066"/>
                <a:gd name="connsiteX10" fmla="*/ 166189 w 605321"/>
                <a:gd name="connsiteY10" fmla="*/ 2298 h 30066"/>
                <a:gd name="connsiteX11" fmla="*/ 42275 w 605321"/>
                <a:gd name="connsiteY11" fmla="*/ 5301 h 30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05321" h="30066">
                  <a:moveTo>
                    <a:pt x="42275" y="5301"/>
                  </a:moveTo>
                  <a:cubicBezTo>
                    <a:pt x="27255" y="6202"/>
                    <a:pt x="10582" y="7929"/>
                    <a:pt x="2622" y="15287"/>
                  </a:cubicBezTo>
                  <a:cubicBezTo>
                    <a:pt x="804" y="16594"/>
                    <a:pt x="-194" y="18764"/>
                    <a:pt x="-7" y="20994"/>
                  </a:cubicBezTo>
                  <a:cubicBezTo>
                    <a:pt x="1270" y="27001"/>
                    <a:pt x="14638" y="28502"/>
                    <a:pt x="25077" y="28953"/>
                  </a:cubicBezTo>
                  <a:cubicBezTo>
                    <a:pt x="171296" y="32332"/>
                    <a:pt x="317967" y="26625"/>
                    <a:pt x="464035" y="27752"/>
                  </a:cubicBezTo>
                  <a:cubicBezTo>
                    <a:pt x="507519" y="28127"/>
                    <a:pt x="552503" y="28878"/>
                    <a:pt x="592532" y="19117"/>
                  </a:cubicBezTo>
                  <a:cubicBezTo>
                    <a:pt x="600042" y="17390"/>
                    <a:pt x="608002" y="13335"/>
                    <a:pt x="604397" y="9356"/>
                  </a:cubicBezTo>
                  <a:cubicBezTo>
                    <a:pt x="602069" y="6653"/>
                    <a:pt x="595836" y="6127"/>
                    <a:pt x="590654" y="5977"/>
                  </a:cubicBezTo>
                  <a:cubicBezTo>
                    <a:pt x="516155" y="3777"/>
                    <a:pt x="441633" y="2148"/>
                    <a:pt x="367082" y="1096"/>
                  </a:cubicBezTo>
                  <a:cubicBezTo>
                    <a:pt x="329381" y="548"/>
                    <a:pt x="291831" y="173"/>
                    <a:pt x="254432" y="-30"/>
                  </a:cubicBezTo>
                  <a:cubicBezTo>
                    <a:pt x="224392" y="-30"/>
                    <a:pt x="196229" y="2673"/>
                    <a:pt x="166189" y="2298"/>
                  </a:cubicBezTo>
                  <a:cubicBezTo>
                    <a:pt x="124636" y="1847"/>
                    <a:pt x="83331" y="2846"/>
                    <a:pt x="42275" y="5301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8" name="Content Placeholder 4">
              <a:extLst>
                <a:ext uri="{FF2B5EF4-FFF2-40B4-BE49-F238E27FC236}">
                  <a16:creationId xmlns:a16="http://schemas.microsoft.com/office/drawing/2014/main" id="{B16ACE11-6BF2-6CA9-1863-16BD0F20CA97}"/>
                </a:ext>
              </a:extLst>
            </p:cNvPr>
            <p:cNvSpPr/>
            <p:nvPr/>
          </p:nvSpPr>
          <p:spPr>
            <a:xfrm>
              <a:off x="7029206" y="1032164"/>
              <a:ext cx="81334" cy="221894"/>
            </a:xfrm>
            <a:custGeom>
              <a:avLst/>
              <a:gdLst>
                <a:gd name="connsiteX0" fmla="*/ 22501 w 81334"/>
                <a:gd name="connsiteY0" fmla="*/ 221030 h 221894"/>
                <a:gd name="connsiteX1" fmla="*/ -29 w 81334"/>
                <a:gd name="connsiteY1" fmla="*/ 214723 h 221894"/>
                <a:gd name="connsiteX2" fmla="*/ 39774 w 81334"/>
                <a:gd name="connsiteY2" fmla="*/ 23183 h 221894"/>
                <a:gd name="connsiteX3" fmla="*/ 49386 w 81334"/>
                <a:gd name="connsiteY3" fmla="*/ 7565 h 221894"/>
                <a:gd name="connsiteX4" fmla="*/ 81003 w 81334"/>
                <a:gd name="connsiteY4" fmla="*/ 10568 h 221894"/>
                <a:gd name="connsiteX5" fmla="*/ 63280 w 81334"/>
                <a:gd name="connsiteY5" fmla="*/ 58622 h 221894"/>
                <a:gd name="connsiteX6" fmla="*/ 34441 w 81334"/>
                <a:gd name="connsiteY6" fmla="*/ 161939 h 221894"/>
                <a:gd name="connsiteX7" fmla="*/ 22501 w 81334"/>
                <a:gd name="connsiteY7" fmla="*/ 221030 h 221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1334" h="221894">
                  <a:moveTo>
                    <a:pt x="22501" y="221030"/>
                  </a:moveTo>
                  <a:cubicBezTo>
                    <a:pt x="14405" y="223298"/>
                    <a:pt x="5716" y="220865"/>
                    <a:pt x="-29" y="214723"/>
                  </a:cubicBezTo>
                  <a:cubicBezTo>
                    <a:pt x="21674" y="152028"/>
                    <a:pt x="14014" y="84902"/>
                    <a:pt x="39774" y="23183"/>
                  </a:cubicBezTo>
                  <a:cubicBezTo>
                    <a:pt x="41876" y="17371"/>
                    <a:pt x="45143" y="12055"/>
                    <a:pt x="49386" y="7565"/>
                  </a:cubicBezTo>
                  <a:cubicBezTo>
                    <a:pt x="58473" y="-1220"/>
                    <a:pt x="84383" y="-4899"/>
                    <a:pt x="81003" y="10568"/>
                  </a:cubicBezTo>
                  <a:cubicBezTo>
                    <a:pt x="77624" y="26036"/>
                    <a:pt x="68612" y="42855"/>
                    <a:pt x="63280" y="58622"/>
                  </a:cubicBezTo>
                  <a:cubicBezTo>
                    <a:pt x="51962" y="92808"/>
                    <a:pt x="42350" y="127250"/>
                    <a:pt x="34441" y="161939"/>
                  </a:cubicBezTo>
                  <a:cubicBezTo>
                    <a:pt x="29410" y="181536"/>
                    <a:pt x="25805" y="201283"/>
                    <a:pt x="22501" y="221030"/>
                  </a:cubicBezTo>
                  <a:close/>
                </a:path>
              </a:pathLst>
            </a:custGeom>
            <a:solidFill>
              <a:srgbClr val="E2CBB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9" name="Content Placeholder 4">
              <a:extLst>
                <a:ext uri="{FF2B5EF4-FFF2-40B4-BE49-F238E27FC236}">
                  <a16:creationId xmlns:a16="http://schemas.microsoft.com/office/drawing/2014/main" id="{03FF4854-DBE8-3BE8-4F94-E4DF597626CB}"/>
                </a:ext>
              </a:extLst>
            </p:cNvPr>
            <p:cNvSpPr/>
            <p:nvPr/>
          </p:nvSpPr>
          <p:spPr>
            <a:xfrm>
              <a:off x="7124872" y="1022680"/>
              <a:ext cx="41124" cy="237404"/>
            </a:xfrm>
            <a:custGeom>
              <a:avLst/>
              <a:gdLst>
                <a:gd name="connsiteX0" fmla="*/ 32125 w 41124"/>
                <a:gd name="connsiteY0" fmla="*/ 236597 h 237404"/>
                <a:gd name="connsiteX1" fmla="*/ 13875 w 41124"/>
                <a:gd name="connsiteY1" fmla="*/ 237122 h 237404"/>
                <a:gd name="connsiteX2" fmla="*/ 733 w 41124"/>
                <a:gd name="connsiteY2" fmla="*/ 30715 h 237404"/>
                <a:gd name="connsiteX3" fmla="*/ 1409 w 41124"/>
                <a:gd name="connsiteY3" fmla="*/ 12469 h 237404"/>
                <a:gd name="connsiteX4" fmla="*/ 36931 w 41124"/>
                <a:gd name="connsiteY4" fmla="*/ 7514 h 237404"/>
                <a:gd name="connsiteX5" fmla="*/ 39560 w 41124"/>
                <a:gd name="connsiteY5" fmla="*/ 51438 h 237404"/>
                <a:gd name="connsiteX6" fmla="*/ 37006 w 41124"/>
                <a:gd name="connsiteY6" fmla="*/ 169621 h 237404"/>
                <a:gd name="connsiteX7" fmla="*/ 32125 w 41124"/>
                <a:gd name="connsiteY7" fmla="*/ 236597 h 237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124" h="237404">
                  <a:moveTo>
                    <a:pt x="32125" y="236597"/>
                  </a:moveTo>
                  <a:cubicBezTo>
                    <a:pt x="26079" y="237407"/>
                    <a:pt x="19958" y="237588"/>
                    <a:pt x="13875" y="237122"/>
                  </a:cubicBezTo>
                  <a:cubicBezTo>
                    <a:pt x="13282" y="168135"/>
                    <a:pt x="8897" y="99222"/>
                    <a:pt x="733" y="30715"/>
                  </a:cubicBezTo>
                  <a:cubicBezTo>
                    <a:pt x="-476" y="24663"/>
                    <a:pt x="-243" y="18416"/>
                    <a:pt x="1409" y="12469"/>
                  </a:cubicBezTo>
                  <a:cubicBezTo>
                    <a:pt x="5990" y="-70"/>
                    <a:pt x="28370" y="-5626"/>
                    <a:pt x="36931" y="7514"/>
                  </a:cubicBezTo>
                  <a:cubicBezTo>
                    <a:pt x="44441" y="18776"/>
                    <a:pt x="39485" y="39350"/>
                    <a:pt x="39560" y="51438"/>
                  </a:cubicBezTo>
                  <a:cubicBezTo>
                    <a:pt x="40010" y="90782"/>
                    <a:pt x="39184" y="130277"/>
                    <a:pt x="37006" y="169621"/>
                  </a:cubicBezTo>
                  <a:cubicBezTo>
                    <a:pt x="35805" y="191996"/>
                    <a:pt x="34228" y="214297"/>
                    <a:pt x="32125" y="236597"/>
                  </a:cubicBezTo>
                  <a:close/>
                </a:path>
              </a:pathLst>
            </a:custGeom>
            <a:solidFill>
              <a:srgbClr val="E2CBB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0" name="Content Placeholder 4">
              <a:extLst>
                <a:ext uri="{FF2B5EF4-FFF2-40B4-BE49-F238E27FC236}">
                  <a16:creationId xmlns:a16="http://schemas.microsoft.com/office/drawing/2014/main" id="{B2FFC3FC-D2E7-1C08-8E5E-7F988CD0D14B}"/>
                </a:ext>
              </a:extLst>
            </p:cNvPr>
            <p:cNvSpPr/>
            <p:nvPr/>
          </p:nvSpPr>
          <p:spPr>
            <a:xfrm>
              <a:off x="7058476" y="686562"/>
              <a:ext cx="48660" cy="102567"/>
            </a:xfrm>
            <a:custGeom>
              <a:avLst/>
              <a:gdLst>
                <a:gd name="connsiteX0" fmla="*/ 41070 w 48660"/>
                <a:gd name="connsiteY0" fmla="*/ 55007 h 102567"/>
                <a:gd name="connsiteX1" fmla="*/ 22670 w 48660"/>
                <a:gd name="connsiteY1" fmla="*/ 34960 h 102567"/>
                <a:gd name="connsiteX2" fmla="*/ 19065 w 48660"/>
                <a:gd name="connsiteY2" fmla="*/ 12434 h 102567"/>
                <a:gd name="connsiteX3" fmla="*/ 37164 w 48660"/>
                <a:gd name="connsiteY3" fmla="*/ 421 h 102567"/>
                <a:gd name="connsiteX4" fmla="*/ 28753 w 48660"/>
                <a:gd name="connsiteY4" fmla="*/ -30 h 102567"/>
                <a:gd name="connsiteX5" fmla="*/ 8401 w 48660"/>
                <a:gd name="connsiteY5" fmla="*/ 12885 h 102567"/>
                <a:gd name="connsiteX6" fmla="*/ 8852 w 48660"/>
                <a:gd name="connsiteY6" fmla="*/ 30905 h 102567"/>
                <a:gd name="connsiteX7" fmla="*/ 9452 w 48660"/>
                <a:gd name="connsiteY7" fmla="*/ 57034 h 102567"/>
                <a:gd name="connsiteX8" fmla="*/ 1942 w 48660"/>
                <a:gd name="connsiteY8" fmla="*/ 75655 h 102567"/>
                <a:gd name="connsiteX9" fmla="*/ 2393 w 48660"/>
                <a:gd name="connsiteY9" fmla="*/ 95027 h 102567"/>
                <a:gd name="connsiteX10" fmla="*/ 16962 w 48660"/>
                <a:gd name="connsiteY10" fmla="*/ 102536 h 102567"/>
                <a:gd name="connsiteX11" fmla="*/ 33485 w 48660"/>
                <a:gd name="connsiteY11" fmla="*/ 98556 h 102567"/>
                <a:gd name="connsiteX12" fmla="*/ 45200 w 48660"/>
                <a:gd name="connsiteY12" fmla="*/ 89546 h 102567"/>
                <a:gd name="connsiteX13" fmla="*/ 48505 w 48660"/>
                <a:gd name="connsiteY13" fmla="*/ 74529 h 102567"/>
                <a:gd name="connsiteX14" fmla="*/ 41070 w 48660"/>
                <a:gd name="connsiteY14" fmla="*/ 55007 h 102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8660" h="102567">
                  <a:moveTo>
                    <a:pt x="41070" y="55007"/>
                  </a:moveTo>
                  <a:cubicBezTo>
                    <a:pt x="35587" y="47499"/>
                    <a:pt x="27627" y="42543"/>
                    <a:pt x="22670" y="34960"/>
                  </a:cubicBezTo>
                  <a:cubicBezTo>
                    <a:pt x="18014" y="28426"/>
                    <a:pt x="16685" y="20094"/>
                    <a:pt x="19065" y="12434"/>
                  </a:cubicBezTo>
                  <a:cubicBezTo>
                    <a:pt x="21694" y="4803"/>
                    <a:pt x="29113" y="-121"/>
                    <a:pt x="37164" y="421"/>
                  </a:cubicBezTo>
                  <a:lnTo>
                    <a:pt x="28753" y="-30"/>
                  </a:lnTo>
                  <a:cubicBezTo>
                    <a:pt x="20717" y="2148"/>
                    <a:pt x="11705" y="5226"/>
                    <a:pt x="8401" y="12885"/>
                  </a:cubicBezTo>
                  <a:cubicBezTo>
                    <a:pt x="6749" y="18802"/>
                    <a:pt x="6907" y="25078"/>
                    <a:pt x="8852" y="30905"/>
                  </a:cubicBezTo>
                  <a:cubicBezTo>
                    <a:pt x="11075" y="39450"/>
                    <a:pt x="11277" y="48396"/>
                    <a:pt x="9452" y="57034"/>
                  </a:cubicBezTo>
                  <a:cubicBezTo>
                    <a:pt x="7725" y="63492"/>
                    <a:pt x="4195" y="69348"/>
                    <a:pt x="1942" y="75655"/>
                  </a:cubicBezTo>
                  <a:cubicBezTo>
                    <a:pt x="-836" y="81851"/>
                    <a:pt x="-671" y="88968"/>
                    <a:pt x="2393" y="95027"/>
                  </a:cubicBezTo>
                  <a:cubicBezTo>
                    <a:pt x="5758" y="99731"/>
                    <a:pt x="11180" y="102525"/>
                    <a:pt x="16962" y="102536"/>
                  </a:cubicBezTo>
                  <a:cubicBezTo>
                    <a:pt x="22715" y="102603"/>
                    <a:pt x="28393" y="101235"/>
                    <a:pt x="33485" y="98556"/>
                  </a:cubicBezTo>
                  <a:cubicBezTo>
                    <a:pt x="38133" y="96662"/>
                    <a:pt x="42181" y="93550"/>
                    <a:pt x="45200" y="89546"/>
                  </a:cubicBezTo>
                  <a:cubicBezTo>
                    <a:pt x="47881" y="85023"/>
                    <a:pt x="49038" y="79760"/>
                    <a:pt x="48505" y="74529"/>
                  </a:cubicBezTo>
                  <a:cubicBezTo>
                    <a:pt x="47874" y="67461"/>
                    <a:pt x="45305" y="60704"/>
                    <a:pt x="41070" y="55007"/>
                  </a:cubicBezTo>
                  <a:close/>
                </a:path>
              </a:pathLst>
            </a:custGeom>
            <a:solidFill>
              <a:srgbClr val="5347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1" name="Content Placeholder 4">
              <a:extLst>
                <a:ext uri="{FF2B5EF4-FFF2-40B4-BE49-F238E27FC236}">
                  <a16:creationId xmlns:a16="http://schemas.microsoft.com/office/drawing/2014/main" id="{E8957ED5-7686-06E6-2C6D-A8253670E2D4}"/>
                </a:ext>
              </a:extLst>
            </p:cNvPr>
            <p:cNvSpPr/>
            <p:nvPr/>
          </p:nvSpPr>
          <p:spPr>
            <a:xfrm>
              <a:off x="7160674" y="573456"/>
              <a:ext cx="78977" cy="210669"/>
            </a:xfrm>
            <a:custGeom>
              <a:avLst/>
              <a:gdLst>
                <a:gd name="connsiteX0" fmla="*/ 67968 w 78977"/>
                <a:gd name="connsiteY0" fmla="*/ 48052 h 210669"/>
                <a:gd name="connsiteX1" fmla="*/ 66992 w 78977"/>
                <a:gd name="connsiteY1" fmla="*/ 150843 h 210669"/>
                <a:gd name="connsiteX2" fmla="*/ 55652 w 78977"/>
                <a:gd name="connsiteY2" fmla="*/ 176672 h 210669"/>
                <a:gd name="connsiteX3" fmla="*/ 30268 w 78977"/>
                <a:gd name="connsiteY3" fmla="*/ 205354 h 210669"/>
                <a:gd name="connsiteX4" fmla="*/ 23734 w 78977"/>
                <a:gd name="connsiteY4" fmla="*/ 209934 h 210669"/>
                <a:gd name="connsiteX5" fmla="*/ 16675 w 78977"/>
                <a:gd name="connsiteY5" fmla="*/ 210385 h 210669"/>
                <a:gd name="connsiteX6" fmla="*/ 979 w 78977"/>
                <a:gd name="connsiteY6" fmla="*/ 197095 h 210669"/>
                <a:gd name="connsiteX7" fmla="*/ 8489 w 78977"/>
                <a:gd name="connsiteY7" fmla="*/ 181402 h 210669"/>
                <a:gd name="connsiteX8" fmla="*/ 35900 w 78977"/>
                <a:gd name="connsiteY8" fmla="*/ 152570 h 210669"/>
                <a:gd name="connsiteX9" fmla="*/ 47691 w 78977"/>
                <a:gd name="connsiteY9" fmla="*/ 130045 h 210669"/>
                <a:gd name="connsiteX10" fmla="*/ 58656 w 78977"/>
                <a:gd name="connsiteY10" fmla="*/ 79362 h 210669"/>
                <a:gd name="connsiteX11" fmla="*/ 52723 w 78977"/>
                <a:gd name="connsiteY11" fmla="*/ 52858 h 210669"/>
                <a:gd name="connsiteX12" fmla="*/ 45814 w 78977"/>
                <a:gd name="connsiteY12" fmla="*/ 37841 h 210669"/>
                <a:gd name="connsiteX13" fmla="*/ 43035 w 78977"/>
                <a:gd name="connsiteY13" fmla="*/ 31233 h 210669"/>
                <a:gd name="connsiteX14" fmla="*/ 37853 w 78977"/>
                <a:gd name="connsiteY14" fmla="*/ 23725 h 210669"/>
                <a:gd name="connsiteX15" fmla="*/ 34774 w 78977"/>
                <a:gd name="connsiteY15" fmla="*/ 19820 h 210669"/>
                <a:gd name="connsiteX16" fmla="*/ 34774 w 78977"/>
                <a:gd name="connsiteY16" fmla="*/ 18093 h 210669"/>
                <a:gd name="connsiteX17" fmla="*/ 33872 w 78977"/>
                <a:gd name="connsiteY17" fmla="*/ 16517 h 210669"/>
                <a:gd name="connsiteX18" fmla="*/ 31319 w 78977"/>
                <a:gd name="connsiteY18" fmla="*/ 13739 h 210669"/>
                <a:gd name="connsiteX19" fmla="*/ 29517 w 78977"/>
                <a:gd name="connsiteY19" fmla="*/ 11711 h 210669"/>
                <a:gd name="connsiteX20" fmla="*/ 29517 w 78977"/>
                <a:gd name="connsiteY20" fmla="*/ 4203 h 210669"/>
                <a:gd name="connsiteX21" fmla="*/ 37703 w 78977"/>
                <a:gd name="connsiteY21" fmla="*/ -2 h 210669"/>
                <a:gd name="connsiteX22" fmla="*/ 41833 w 78977"/>
                <a:gd name="connsiteY22" fmla="*/ -2 h 210669"/>
                <a:gd name="connsiteX23" fmla="*/ 46490 w 78977"/>
                <a:gd name="connsiteY23" fmla="*/ 2326 h 210669"/>
                <a:gd name="connsiteX24" fmla="*/ 50695 w 78977"/>
                <a:gd name="connsiteY24" fmla="*/ 6080 h 210669"/>
                <a:gd name="connsiteX25" fmla="*/ 58956 w 78977"/>
                <a:gd name="connsiteY25" fmla="*/ 25151 h 210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8977" h="210669">
                  <a:moveTo>
                    <a:pt x="67968" y="48052"/>
                  </a:moveTo>
                  <a:cubicBezTo>
                    <a:pt x="85842" y="113601"/>
                    <a:pt x="79233" y="113150"/>
                    <a:pt x="66992" y="150843"/>
                  </a:cubicBezTo>
                  <a:cubicBezTo>
                    <a:pt x="63860" y="159723"/>
                    <a:pt x="60068" y="168356"/>
                    <a:pt x="55652" y="176672"/>
                  </a:cubicBezTo>
                  <a:cubicBezTo>
                    <a:pt x="48780" y="187528"/>
                    <a:pt x="40211" y="197212"/>
                    <a:pt x="30268" y="205354"/>
                  </a:cubicBezTo>
                  <a:cubicBezTo>
                    <a:pt x="28413" y="207293"/>
                    <a:pt x="26190" y="208849"/>
                    <a:pt x="23734" y="209934"/>
                  </a:cubicBezTo>
                  <a:cubicBezTo>
                    <a:pt x="21459" y="210685"/>
                    <a:pt x="19025" y="210839"/>
                    <a:pt x="16675" y="210385"/>
                  </a:cubicBezTo>
                  <a:cubicBezTo>
                    <a:pt x="9510" y="208937"/>
                    <a:pt x="3585" y="203921"/>
                    <a:pt x="979" y="197095"/>
                  </a:cubicBezTo>
                  <a:cubicBezTo>
                    <a:pt x="-2175" y="189061"/>
                    <a:pt x="2556" y="185982"/>
                    <a:pt x="8489" y="181402"/>
                  </a:cubicBezTo>
                  <a:cubicBezTo>
                    <a:pt x="18868" y="173055"/>
                    <a:pt x="28090" y="163359"/>
                    <a:pt x="35900" y="152570"/>
                  </a:cubicBezTo>
                  <a:cubicBezTo>
                    <a:pt x="41060" y="145769"/>
                    <a:pt x="45040" y="138156"/>
                    <a:pt x="47691" y="130045"/>
                  </a:cubicBezTo>
                  <a:cubicBezTo>
                    <a:pt x="55201" y="109772"/>
                    <a:pt x="58881" y="109697"/>
                    <a:pt x="58656" y="79362"/>
                  </a:cubicBezTo>
                  <a:cubicBezTo>
                    <a:pt x="57852" y="70305"/>
                    <a:pt x="55854" y="61393"/>
                    <a:pt x="52723" y="52858"/>
                  </a:cubicBezTo>
                  <a:cubicBezTo>
                    <a:pt x="49869" y="47376"/>
                    <a:pt x="47841" y="42646"/>
                    <a:pt x="45814" y="37841"/>
                  </a:cubicBezTo>
                  <a:cubicBezTo>
                    <a:pt x="44454" y="35846"/>
                    <a:pt x="43508" y="33599"/>
                    <a:pt x="43035" y="31233"/>
                  </a:cubicBezTo>
                  <a:cubicBezTo>
                    <a:pt x="41961" y="28338"/>
                    <a:pt x="40181" y="25757"/>
                    <a:pt x="37853" y="23725"/>
                  </a:cubicBezTo>
                  <a:cubicBezTo>
                    <a:pt x="36576" y="22599"/>
                    <a:pt x="35074" y="21472"/>
                    <a:pt x="34774" y="19820"/>
                  </a:cubicBezTo>
                  <a:cubicBezTo>
                    <a:pt x="34804" y="19245"/>
                    <a:pt x="34804" y="18669"/>
                    <a:pt x="34774" y="18093"/>
                  </a:cubicBezTo>
                  <a:cubicBezTo>
                    <a:pt x="34593" y="17508"/>
                    <a:pt x="34286" y="16969"/>
                    <a:pt x="33872" y="16517"/>
                  </a:cubicBezTo>
                  <a:cubicBezTo>
                    <a:pt x="33144" y="15487"/>
                    <a:pt x="32281" y="14553"/>
                    <a:pt x="31319" y="13739"/>
                  </a:cubicBezTo>
                  <a:cubicBezTo>
                    <a:pt x="30568" y="13215"/>
                    <a:pt x="29945" y="12521"/>
                    <a:pt x="29517" y="11711"/>
                  </a:cubicBezTo>
                  <a:cubicBezTo>
                    <a:pt x="28631" y="9287"/>
                    <a:pt x="28631" y="6627"/>
                    <a:pt x="29517" y="4203"/>
                  </a:cubicBezTo>
                  <a:cubicBezTo>
                    <a:pt x="30343" y="3152"/>
                    <a:pt x="35675" y="-377"/>
                    <a:pt x="37703" y="-2"/>
                  </a:cubicBezTo>
                  <a:cubicBezTo>
                    <a:pt x="39730" y="374"/>
                    <a:pt x="40481" y="-2"/>
                    <a:pt x="41833" y="-2"/>
                  </a:cubicBezTo>
                  <a:cubicBezTo>
                    <a:pt x="43501" y="513"/>
                    <a:pt x="45077" y="1300"/>
                    <a:pt x="46490" y="2326"/>
                  </a:cubicBezTo>
                  <a:cubicBezTo>
                    <a:pt x="47999" y="3454"/>
                    <a:pt x="49404" y="4710"/>
                    <a:pt x="50695" y="6080"/>
                  </a:cubicBezTo>
                  <a:cubicBezTo>
                    <a:pt x="55051" y="10660"/>
                    <a:pt x="55351" y="19971"/>
                    <a:pt x="58956" y="25151"/>
                  </a:cubicBezTo>
                  <a:close/>
                </a:path>
              </a:pathLst>
            </a:custGeom>
            <a:solidFill>
              <a:srgbClr val="E2CBB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2" name="Content Placeholder 4">
              <a:extLst>
                <a:ext uri="{FF2B5EF4-FFF2-40B4-BE49-F238E27FC236}">
                  <a16:creationId xmlns:a16="http://schemas.microsoft.com/office/drawing/2014/main" id="{E5C10F5E-6B14-6636-F979-E82E3D52C66A}"/>
                </a:ext>
              </a:extLst>
            </p:cNvPr>
            <p:cNvSpPr/>
            <p:nvPr/>
          </p:nvSpPr>
          <p:spPr>
            <a:xfrm>
              <a:off x="7020303" y="749968"/>
              <a:ext cx="179777" cy="336715"/>
            </a:xfrm>
            <a:custGeom>
              <a:avLst/>
              <a:gdLst>
                <a:gd name="connsiteX0" fmla="*/ 111686 w 179777"/>
                <a:gd name="connsiteY0" fmla="*/ 1812 h 336715"/>
                <a:gd name="connsiteX1" fmla="*/ 145406 w 179777"/>
                <a:gd name="connsiteY1" fmla="*/ 4891 h 336715"/>
                <a:gd name="connsiteX2" fmla="*/ 154944 w 179777"/>
                <a:gd name="connsiteY2" fmla="*/ 26590 h 336715"/>
                <a:gd name="connsiteX3" fmla="*/ 161327 w 179777"/>
                <a:gd name="connsiteY3" fmla="*/ 220533 h 336715"/>
                <a:gd name="connsiteX4" fmla="*/ 168086 w 179777"/>
                <a:gd name="connsiteY4" fmla="*/ 280151 h 336715"/>
                <a:gd name="connsiteX5" fmla="*/ 173343 w 179777"/>
                <a:gd name="connsiteY5" fmla="*/ 297795 h 336715"/>
                <a:gd name="connsiteX6" fmla="*/ 178750 w 179777"/>
                <a:gd name="connsiteY6" fmla="*/ 306956 h 336715"/>
                <a:gd name="connsiteX7" fmla="*/ 165307 w 179777"/>
                <a:gd name="connsiteY7" fmla="*/ 332184 h 336715"/>
                <a:gd name="connsiteX8" fmla="*/ 133165 w 179777"/>
                <a:gd name="connsiteY8" fmla="*/ 336314 h 336715"/>
                <a:gd name="connsiteX9" fmla="*/ 30803 w 179777"/>
                <a:gd name="connsiteY9" fmla="*/ 333461 h 336715"/>
                <a:gd name="connsiteX10" fmla="*/ 6621 w 179777"/>
                <a:gd name="connsiteY10" fmla="*/ 326853 h 336715"/>
                <a:gd name="connsiteX11" fmla="*/ 313 w 179777"/>
                <a:gd name="connsiteY11" fmla="*/ 303877 h 336715"/>
                <a:gd name="connsiteX12" fmla="*/ 27199 w 179777"/>
                <a:gd name="connsiteY12" fmla="*/ 184117 h 336715"/>
                <a:gd name="connsiteX13" fmla="*/ 51681 w 179777"/>
                <a:gd name="connsiteY13" fmla="*/ 64883 h 336715"/>
                <a:gd name="connsiteX14" fmla="*/ 70080 w 179777"/>
                <a:gd name="connsiteY14" fmla="*/ 8420 h 336715"/>
                <a:gd name="connsiteX15" fmla="*/ 111686 w 179777"/>
                <a:gd name="connsiteY15" fmla="*/ 1812 h 33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9777" h="336715">
                  <a:moveTo>
                    <a:pt x="111686" y="1812"/>
                  </a:moveTo>
                  <a:cubicBezTo>
                    <a:pt x="123251" y="836"/>
                    <a:pt x="136394" y="-2017"/>
                    <a:pt x="145406" y="4891"/>
                  </a:cubicBezTo>
                  <a:cubicBezTo>
                    <a:pt x="151226" y="10649"/>
                    <a:pt x="154636" y="18408"/>
                    <a:pt x="154944" y="26590"/>
                  </a:cubicBezTo>
                  <a:cubicBezTo>
                    <a:pt x="164181" y="90712"/>
                    <a:pt x="157347" y="155886"/>
                    <a:pt x="161327" y="220533"/>
                  </a:cubicBezTo>
                  <a:cubicBezTo>
                    <a:pt x="162528" y="240513"/>
                    <a:pt x="164782" y="260411"/>
                    <a:pt x="168086" y="280151"/>
                  </a:cubicBezTo>
                  <a:cubicBezTo>
                    <a:pt x="168799" y="286292"/>
                    <a:pt x="170579" y="292262"/>
                    <a:pt x="173343" y="297795"/>
                  </a:cubicBezTo>
                  <a:cubicBezTo>
                    <a:pt x="175386" y="300701"/>
                    <a:pt x="177196" y="303765"/>
                    <a:pt x="178750" y="306956"/>
                  </a:cubicBezTo>
                  <a:cubicBezTo>
                    <a:pt x="182505" y="316642"/>
                    <a:pt x="175145" y="327679"/>
                    <a:pt x="165307" y="332184"/>
                  </a:cubicBezTo>
                  <a:cubicBezTo>
                    <a:pt x="155056" y="336021"/>
                    <a:pt x="144054" y="337433"/>
                    <a:pt x="133165" y="336314"/>
                  </a:cubicBezTo>
                  <a:lnTo>
                    <a:pt x="30803" y="333461"/>
                  </a:lnTo>
                  <a:cubicBezTo>
                    <a:pt x="22212" y="334234"/>
                    <a:pt x="13628" y="331891"/>
                    <a:pt x="6621" y="326853"/>
                  </a:cubicBezTo>
                  <a:cubicBezTo>
                    <a:pt x="1342" y="320441"/>
                    <a:pt x="-956" y="312084"/>
                    <a:pt x="313" y="303877"/>
                  </a:cubicBezTo>
                  <a:cubicBezTo>
                    <a:pt x="2040" y="263031"/>
                    <a:pt x="17210" y="223912"/>
                    <a:pt x="27199" y="184117"/>
                  </a:cubicBezTo>
                  <a:cubicBezTo>
                    <a:pt x="37187" y="144323"/>
                    <a:pt x="42219" y="104378"/>
                    <a:pt x="51681" y="64883"/>
                  </a:cubicBezTo>
                  <a:cubicBezTo>
                    <a:pt x="56037" y="46713"/>
                    <a:pt x="60242" y="24863"/>
                    <a:pt x="70080" y="8420"/>
                  </a:cubicBezTo>
                  <a:cubicBezTo>
                    <a:pt x="78942" y="-6372"/>
                    <a:pt x="96441" y="3014"/>
                    <a:pt x="111686" y="1812"/>
                  </a:cubicBezTo>
                  <a:close/>
                </a:path>
              </a:pathLst>
            </a:custGeom>
            <a:solidFill>
              <a:srgbClr val="D992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3" name="Content Placeholder 4">
              <a:extLst>
                <a:ext uri="{FF2B5EF4-FFF2-40B4-BE49-F238E27FC236}">
                  <a16:creationId xmlns:a16="http://schemas.microsoft.com/office/drawing/2014/main" id="{C6DD0B3B-596C-9029-D1C4-2DF15E670891}"/>
                </a:ext>
              </a:extLst>
            </p:cNvPr>
            <p:cNvSpPr/>
            <p:nvPr/>
          </p:nvSpPr>
          <p:spPr>
            <a:xfrm>
              <a:off x="6939912" y="724404"/>
              <a:ext cx="140922" cy="118372"/>
            </a:xfrm>
            <a:custGeom>
              <a:avLst/>
              <a:gdLst>
                <a:gd name="connsiteX0" fmla="*/ 76423 w 140922"/>
                <a:gd name="connsiteY0" fmla="*/ 75806 h 118372"/>
                <a:gd name="connsiteX1" fmla="*/ 54494 w 140922"/>
                <a:gd name="connsiteY1" fmla="*/ 82939 h 118372"/>
                <a:gd name="connsiteX2" fmla="*/ 44280 w 140922"/>
                <a:gd name="connsiteY2" fmla="*/ 70099 h 118372"/>
                <a:gd name="connsiteX3" fmla="*/ 10560 w 140922"/>
                <a:gd name="connsiteY3" fmla="*/ -30 h 118372"/>
                <a:gd name="connsiteX4" fmla="*/ -29 w 140922"/>
                <a:gd name="connsiteY4" fmla="*/ 11383 h 118372"/>
                <a:gd name="connsiteX5" fmla="*/ 1999 w 140922"/>
                <a:gd name="connsiteY5" fmla="*/ 19717 h 118372"/>
                <a:gd name="connsiteX6" fmla="*/ 46383 w 140922"/>
                <a:gd name="connsiteY6" fmla="*/ 109819 h 118372"/>
                <a:gd name="connsiteX7" fmla="*/ 52466 w 140922"/>
                <a:gd name="connsiteY7" fmla="*/ 117327 h 118372"/>
                <a:gd name="connsiteX8" fmla="*/ 63656 w 140922"/>
                <a:gd name="connsiteY8" fmla="*/ 117327 h 118372"/>
                <a:gd name="connsiteX9" fmla="*/ 126214 w 140922"/>
                <a:gd name="connsiteY9" fmla="*/ 90447 h 118372"/>
                <a:gd name="connsiteX10" fmla="*/ 139432 w 140922"/>
                <a:gd name="connsiteY10" fmla="*/ 78509 h 118372"/>
                <a:gd name="connsiteX11" fmla="*/ 140408 w 140922"/>
                <a:gd name="connsiteY11" fmla="*/ 64243 h 118372"/>
                <a:gd name="connsiteX12" fmla="*/ 116601 w 140922"/>
                <a:gd name="connsiteY12" fmla="*/ 42693 h 118372"/>
                <a:gd name="connsiteX13" fmla="*/ 76423 w 140922"/>
                <a:gd name="connsiteY13" fmla="*/ 75806 h 118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0922" h="118372">
                  <a:moveTo>
                    <a:pt x="76423" y="75806"/>
                  </a:moveTo>
                  <a:cubicBezTo>
                    <a:pt x="70115" y="80836"/>
                    <a:pt x="61929" y="86092"/>
                    <a:pt x="54494" y="82939"/>
                  </a:cubicBezTo>
                  <a:cubicBezTo>
                    <a:pt x="49597" y="80094"/>
                    <a:pt x="45948" y="75511"/>
                    <a:pt x="44280" y="70099"/>
                  </a:cubicBezTo>
                  <a:cubicBezTo>
                    <a:pt x="33391" y="46523"/>
                    <a:pt x="21750" y="23246"/>
                    <a:pt x="10560" y="-30"/>
                  </a:cubicBezTo>
                  <a:cubicBezTo>
                    <a:pt x="5829" y="2523"/>
                    <a:pt x="497" y="5977"/>
                    <a:pt x="-29" y="11383"/>
                  </a:cubicBezTo>
                  <a:cubicBezTo>
                    <a:pt x="-51" y="14287"/>
                    <a:pt x="640" y="17150"/>
                    <a:pt x="1999" y="19717"/>
                  </a:cubicBezTo>
                  <a:cubicBezTo>
                    <a:pt x="15667" y="50302"/>
                    <a:pt x="30462" y="80335"/>
                    <a:pt x="46383" y="109819"/>
                  </a:cubicBezTo>
                  <a:cubicBezTo>
                    <a:pt x="47667" y="112843"/>
                    <a:pt x="49770" y="115445"/>
                    <a:pt x="52466" y="117327"/>
                  </a:cubicBezTo>
                  <a:cubicBezTo>
                    <a:pt x="56071" y="118681"/>
                    <a:pt x="60051" y="118681"/>
                    <a:pt x="63656" y="117327"/>
                  </a:cubicBezTo>
                  <a:cubicBezTo>
                    <a:pt x="85668" y="111354"/>
                    <a:pt x="106733" y="102304"/>
                    <a:pt x="126214" y="90447"/>
                  </a:cubicBezTo>
                  <a:cubicBezTo>
                    <a:pt x="131802" y="88007"/>
                    <a:pt x="136436" y="83816"/>
                    <a:pt x="139432" y="78509"/>
                  </a:cubicBezTo>
                  <a:cubicBezTo>
                    <a:pt x="140964" y="73913"/>
                    <a:pt x="141294" y="69004"/>
                    <a:pt x="140408" y="64243"/>
                  </a:cubicBezTo>
                  <a:cubicBezTo>
                    <a:pt x="139206" y="51403"/>
                    <a:pt x="132448" y="30680"/>
                    <a:pt x="116601" y="42693"/>
                  </a:cubicBezTo>
                  <a:cubicBezTo>
                    <a:pt x="102783" y="53055"/>
                    <a:pt x="89941" y="65069"/>
                    <a:pt x="76423" y="75806"/>
                  </a:cubicBezTo>
                  <a:close/>
                </a:path>
              </a:pathLst>
            </a:custGeom>
            <a:solidFill>
              <a:srgbClr val="E2CBB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4" name="Content Placeholder 4">
              <a:extLst>
                <a:ext uri="{FF2B5EF4-FFF2-40B4-BE49-F238E27FC236}">
                  <a16:creationId xmlns:a16="http://schemas.microsoft.com/office/drawing/2014/main" id="{135B4405-AE2F-3BAC-98FA-750CEE6C47CA}"/>
                </a:ext>
              </a:extLst>
            </p:cNvPr>
            <p:cNvSpPr/>
            <p:nvPr/>
          </p:nvSpPr>
          <p:spPr>
            <a:xfrm>
              <a:off x="6913927" y="697531"/>
              <a:ext cx="37561" cy="40163"/>
            </a:xfrm>
            <a:custGeom>
              <a:avLst/>
              <a:gdLst>
                <a:gd name="connsiteX0" fmla="*/ 33240 w 37561"/>
                <a:gd name="connsiteY0" fmla="*/ 13178 h 40163"/>
                <a:gd name="connsiteX1" fmla="*/ 27683 w 37561"/>
                <a:gd name="connsiteY1" fmla="*/ 11226 h 40163"/>
                <a:gd name="connsiteX2" fmla="*/ 16868 w 37561"/>
                <a:gd name="connsiteY2" fmla="*/ 1315 h 40163"/>
                <a:gd name="connsiteX3" fmla="*/ 4627 w 37561"/>
                <a:gd name="connsiteY3" fmla="*/ 2967 h 40163"/>
                <a:gd name="connsiteX4" fmla="*/ 196 w 37561"/>
                <a:gd name="connsiteY4" fmla="*/ 15205 h 40163"/>
                <a:gd name="connsiteX5" fmla="*/ 196 w 37561"/>
                <a:gd name="connsiteY5" fmla="*/ 19936 h 40163"/>
                <a:gd name="connsiteX6" fmla="*/ 3050 w 37561"/>
                <a:gd name="connsiteY6" fmla="*/ 24215 h 40163"/>
                <a:gd name="connsiteX7" fmla="*/ 22726 w 37561"/>
                <a:gd name="connsiteY7" fmla="*/ 38557 h 40163"/>
                <a:gd name="connsiteX8" fmla="*/ 27307 w 37561"/>
                <a:gd name="connsiteY8" fmla="*/ 40133 h 40163"/>
                <a:gd name="connsiteX9" fmla="*/ 37529 w 37561"/>
                <a:gd name="connsiteY9" fmla="*/ 29339 h 40163"/>
                <a:gd name="connsiteX10" fmla="*/ 37521 w 37561"/>
                <a:gd name="connsiteY10" fmla="*/ 29096 h 40163"/>
                <a:gd name="connsiteX11" fmla="*/ 33240 w 37561"/>
                <a:gd name="connsiteY11" fmla="*/ 13178 h 40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561" h="40163">
                  <a:moveTo>
                    <a:pt x="33240" y="13178"/>
                  </a:moveTo>
                  <a:cubicBezTo>
                    <a:pt x="31483" y="12287"/>
                    <a:pt x="29613" y="11631"/>
                    <a:pt x="27683" y="11226"/>
                  </a:cubicBezTo>
                  <a:cubicBezTo>
                    <a:pt x="23102" y="9499"/>
                    <a:pt x="21074" y="3717"/>
                    <a:pt x="16868" y="1315"/>
                  </a:cubicBezTo>
                  <a:cubicBezTo>
                    <a:pt x="12888" y="-970"/>
                    <a:pt x="7864" y="-293"/>
                    <a:pt x="4627" y="2967"/>
                  </a:cubicBezTo>
                  <a:cubicBezTo>
                    <a:pt x="1931" y="6495"/>
                    <a:pt x="384" y="10768"/>
                    <a:pt x="196" y="15205"/>
                  </a:cubicBezTo>
                  <a:cubicBezTo>
                    <a:pt x="-104" y="16768"/>
                    <a:pt x="-104" y="18373"/>
                    <a:pt x="196" y="19936"/>
                  </a:cubicBezTo>
                  <a:cubicBezTo>
                    <a:pt x="789" y="21573"/>
                    <a:pt x="1766" y="23041"/>
                    <a:pt x="3050" y="24215"/>
                  </a:cubicBezTo>
                  <a:cubicBezTo>
                    <a:pt x="8712" y="30117"/>
                    <a:pt x="15374" y="34972"/>
                    <a:pt x="22726" y="38557"/>
                  </a:cubicBezTo>
                  <a:cubicBezTo>
                    <a:pt x="24138" y="39370"/>
                    <a:pt x="25693" y="39905"/>
                    <a:pt x="27307" y="40133"/>
                  </a:cubicBezTo>
                  <a:cubicBezTo>
                    <a:pt x="33113" y="39975"/>
                    <a:pt x="37686" y="35142"/>
                    <a:pt x="37529" y="29339"/>
                  </a:cubicBezTo>
                  <a:cubicBezTo>
                    <a:pt x="37529" y="29257"/>
                    <a:pt x="37521" y="29177"/>
                    <a:pt x="37521" y="29096"/>
                  </a:cubicBezTo>
                  <a:cubicBezTo>
                    <a:pt x="37453" y="23514"/>
                    <a:pt x="35982" y="18040"/>
                    <a:pt x="33240" y="13178"/>
                  </a:cubicBezTo>
                  <a:close/>
                </a:path>
              </a:pathLst>
            </a:custGeom>
            <a:solidFill>
              <a:srgbClr val="E2CBB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5" name="Content Placeholder 4">
              <a:extLst>
                <a:ext uri="{FF2B5EF4-FFF2-40B4-BE49-F238E27FC236}">
                  <a16:creationId xmlns:a16="http://schemas.microsoft.com/office/drawing/2014/main" id="{093DAA7B-3FDA-B21B-1B43-ED20A54B4E10}"/>
                </a:ext>
              </a:extLst>
            </p:cNvPr>
            <p:cNvSpPr/>
            <p:nvPr/>
          </p:nvSpPr>
          <p:spPr>
            <a:xfrm>
              <a:off x="7081041" y="629720"/>
              <a:ext cx="84435" cy="113247"/>
            </a:xfrm>
            <a:custGeom>
              <a:avLst/>
              <a:gdLst>
                <a:gd name="connsiteX0" fmla="*/ 81738 w 84435"/>
                <a:gd name="connsiteY0" fmla="*/ 44723 h 113247"/>
                <a:gd name="connsiteX1" fmla="*/ 76707 w 84435"/>
                <a:gd name="connsiteY1" fmla="*/ 29706 h 113247"/>
                <a:gd name="connsiteX2" fmla="*/ 26164 w 84435"/>
                <a:gd name="connsiteY2" fmla="*/ 3277 h 113247"/>
                <a:gd name="connsiteX3" fmla="*/ 14899 w 84435"/>
                <a:gd name="connsiteY3" fmla="*/ 14239 h 113247"/>
                <a:gd name="connsiteX4" fmla="*/ 5963 w 84435"/>
                <a:gd name="connsiteY4" fmla="*/ 27754 h 113247"/>
                <a:gd name="connsiteX5" fmla="*/ 255 w 84435"/>
                <a:gd name="connsiteY5" fmla="*/ 57788 h 113247"/>
                <a:gd name="connsiteX6" fmla="*/ 10544 w 84435"/>
                <a:gd name="connsiteY6" fmla="*/ 84969 h 113247"/>
                <a:gd name="connsiteX7" fmla="*/ 35777 w 84435"/>
                <a:gd name="connsiteY7" fmla="*/ 111549 h 113247"/>
                <a:gd name="connsiteX8" fmla="*/ 77758 w 84435"/>
                <a:gd name="connsiteY8" fmla="*/ 93078 h 113247"/>
                <a:gd name="connsiteX9" fmla="*/ 81738 w 84435"/>
                <a:gd name="connsiteY9" fmla="*/ 44723 h 11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4435" h="113247">
                  <a:moveTo>
                    <a:pt x="81738" y="44723"/>
                  </a:moveTo>
                  <a:cubicBezTo>
                    <a:pt x="80559" y="39564"/>
                    <a:pt x="78877" y="34533"/>
                    <a:pt x="76707" y="29706"/>
                  </a:cubicBezTo>
                  <a:cubicBezTo>
                    <a:pt x="69197" y="13188"/>
                    <a:pt x="45540" y="-8361"/>
                    <a:pt x="26164" y="3277"/>
                  </a:cubicBezTo>
                  <a:cubicBezTo>
                    <a:pt x="21771" y="6215"/>
                    <a:pt x="17956" y="9930"/>
                    <a:pt x="14899" y="14239"/>
                  </a:cubicBezTo>
                  <a:cubicBezTo>
                    <a:pt x="11520" y="18465"/>
                    <a:pt x="8523" y="22989"/>
                    <a:pt x="5963" y="27754"/>
                  </a:cubicBezTo>
                  <a:cubicBezTo>
                    <a:pt x="1164" y="36992"/>
                    <a:pt x="-819" y="47434"/>
                    <a:pt x="255" y="57788"/>
                  </a:cubicBezTo>
                  <a:cubicBezTo>
                    <a:pt x="2102" y="67370"/>
                    <a:pt x="5587" y="76563"/>
                    <a:pt x="10544" y="84969"/>
                  </a:cubicBezTo>
                  <a:cubicBezTo>
                    <a:pt x="15373" y="96645"/>
                    <a:pt x="24362" y="106115"/>
                    <a:pt x="35777" y="111549"/>
                  </a:cubicBezTo>
                  <a:cubicBezTo>
                    <a:pt x="51398" y="117255"/>
                    <a:pt x="69647" y="107644"/>
                    <a:pt x="77758" y="93078"/>
                  </a:cubicBezTo>
                  <a:cubicBezTo>
                    <a:pt x="84945" y="77986"/>
                    <a:pt x="86357" y="60787"/>
                    <a:pt x="81738" y="44723"/>
                  </a:cubicBezTo>
                  <a:close/>
                </a:path>
              </a:pathLst>
            </a:custGeom>
            <a:solidFill>
              <a:srgbClr val="E2CBB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6" name="Content Placeholder 4">
              <a:extLst>
                <a:ext uri="{FF2B5EF4-FFF2-40B4-BE49-F238E27FC236}">
                  <a16:creationId xmlns:a16="http://schemas.microsoft.com/office/drawing/2014/main" id="{C9DE3981-9B24-5677-DDE6-D9EA10F3FEAA}"/>
                </a:ext>
              </a:extLst>
            </p:cNvPr>
            <p:cNvSpPr/>
            <p:nvPr/>
          </p:nvSpPr>
          <p:spPr>
            <a:xfrm>
              <a:off x="7068765" y="624151"/>
              <a:ext cx="49361" cy="72689"/>
            </a:xfrm>
            <a:custGeom>
              <a:avLst/>
              <a:gdLst>
                <a:gd name="connsiteX0" fmla="*/ 43923 w 49361"/>
                <a:gd name="connsiteY0" fmla="*/ 25890 h 72689"/>
                <a:gd name="connsiteX1" fmla="*/ 28302 w 49361"/>
                <a:gd name="connsiteY1" fmla="*/ 43460 h 72689"/>
                <a:gd name="connsiteX2" fmla="*/ 16887 w 49361"/>
                <a:gd name="connsiteY2" fmla="*/ 57576 h 72689"/>
                <a:gd name="connsiteX3" fmla="*/ 15084 w 49361"/>
                <a:gd name="connsiteY3" fmla="*/ 72592 h 72689"/>
                <a:gd name="connsiteX4" fmla="*/ 7049 w 49361"/>
                <a:gd name="connsiteY4" fmla="*/ 66511 h 72689"/>
                <a:gd name="connsiteX5" fmla="*/ 365 w 49361"/>
                <a:gd name="connsiteY5" fmla="*/ 51494 h 72689"/>
                <a:gd name="connsiteX6" fmla="*/ 365 w 49361"/>
                <a:gd name="connsiteY6" fmla="*/ 39330 h 72689"/>
                <a:gd name="connsiteX7" fmla="*/ 5321 w 49361"/>
                <a:gd name="connsiteY7" fmla="*/ 16805 h 72689"/>
                <a:gd name="connsiteX8" fmla="*/ 23120 w 49361"/>
                <a:gd name="connsiteY8" fmla="*/ 1788 h 72689"/>
                <a:gd name="connsiteX9" fmla="*/ 46852 w 49361"/>
                <a:gd name="connsiteY9" fmla="*/ 3515 h 72689"/>
                <a:gd name="connsiteX10" fmla="*/ 43923 w 49361"/>
                <a:gd name="connsiteY10" fmla="*/ 25890 h 72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361" h="72689">
                  <a:moveTo>
                    <a:pt x="43923" y="25890"/>
                  </a:moveTo>
                  <a:cubicBezTo>
                    <a:pt x="39620" y="32493"/>
                    <a:pt x="34355" y="38415"/>
                    <a:pt x="28302" y="43460"/>
                  </a:cubicBezTo>
                  <a:cubicBezTo>
                    <a:pt x="23286" y="47041"/>
                    <a:pt x="19343" y="51921"/>
                    <a:pt x="16887" y="57576"/>
                  </a:cubicBezTo>
                  <a:cubicBezTo>
                    <a:pt x="15460" y="62381"/>
                    <a:pt x="16361" y="67562"/>
                    <a:pt x="15084" y="72592"/>
                  </a:cubicBezTo>
                  <a:cubicBezTo>
                    <a:pt x="11555" y="73193"/>
                    <a:pt x="8851" y="69664"/>
                    <a:pt x="7049" y="66511"/>
                  </a:cubicBezTo>
                  <a:cubicBezTo>
                    <a:pt x="3955" y="61938"/>
                    <a:pt x="1687" y="56854"/>
                    <a:pt x="365" y="51494"/>
                  </a:cubicBezTo>
                  <a:cubicBezTo>
                    <a:pt x="-161" y="47456"/>
                    <a:pt x="-161" y="43367"/>
                    <a:pt x="365" y="39330"/>
                  </a:cubicBezTo>
                  <a:cubicBezTo>
                    <a:pt x="523" y="31569"/>
                    <a:pt x="2205" y="23915"/>
                    <a:pt x="5321" y="16805"/>
                  </a:cubicBezTo>
                  <a:cubicBezTo>
                    <a:pt x="9137" y="9726"/>
                    <a:pt x="15497" y="4360"/>
                    <a:pt x="23120" y="1788"/>
                  </a:cubicBezTo>
                  <a:cubicBezTo>
                    <a:pt x="29429" y="-390"/>
                    <a:pt x="41294" y="-1441"/>
                    <a:pt x="46852" y="3515"/>
                  </a:cubicBezTo>
                  <a:cubicBezTo>
                    <a:pt x="52409" y="8470"/>
                    <a:pt x="47377" y="20334"/>
                    <a:pt x="43923" y="25890"/>
                  </a:cubicBezTo>
                  <a:close/>
                </a:path>
              </a:pathLst>
            </a:custGeom>
            <a:solidFill>
              <a:srgbClr val="5347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7" name="Content Placeholder 4">
              <a:extLst>
                <a:ext uri="{FF2B5EF4-FFF2-40B4-BE49-F238E27FC236}">
                  <a16:creationId xmlns:a16="http://schemas.microsoft.com/office/drawing/2014/main" id="{F6E36EC5-CCF2-61FB-2D05-BB4C529152AC}"/>
                </a:ext>
              </a:extLst>
            </p:cNvPr>
            <p:cNvSpPr/>
            <p:nvPr/>
          </p:nvSpPr>
          <p:spPr>
            <a:xfrm>
              <a:off x="7107886" y="617753"/>
              <a:ext cx="128578" cy="172105"/>
            </a:xfrm>
            <a:custGeom>
              <a:avLst/>
              <a:gdLst>
                <a:gd name="connsiteX0" fmla="*/ 124436 w 128578"/>
                <a:gd name="connsiteY0" fmla="*/ 131624 h 172105"/>
                <a:gd name="connsiteX1" fmla="*/ 113246 w 128578"/>
                <a:gd name="connsiteY1" fmla="*/ 117208 h 172105"/>
                <a:gd name="connsiteX2" fmla="*/ 91392 w 128578"/>
                <a:gd name="connsiteY2" fmla="*/ 72158 h 172105"/>
                <a:gd name="connsiteX3" fmla="*/ 78400 w 128578"/>
                <a:gd name="connsiteY3" fmla="*/ 55939 h 172105"/>
                <a:gd name="connsiteX4" fmla="*/ 63380 w 128578"/>
                <a:gd name="connsiteY4" fmla="*/ 55939 h 172105"/>
                <a:gd name="connsiteX5" fmla="*/ 63380 w 128578"/>
                <a:gd name="connsiteY5" fmla="*/ 51509 h 172105"/>
                <a:gd name="connsiteX6" fmla="*/ 49036 w 128578"/>
                <a:gd name="connsiteY6" fmla="*/ 10588 h 172105"/>
                <a:gd name="connsiteX7" fmla="*/ 8256 w 128578"/>
                <a:gd name="connsiteY7" fmla="*/ 3906 h 172105"/>
                <a:gd name="connsiteX8" fmla="*/ 7205 w 128578"/>
                <a:gd name="connsiteY8" fmla="*/ 28383 h 172105"/>
                <a:gd name="connsiteX9" fmla="*/ 20197 w 128578"/>
                <a:gd name="connsiteY9" fmla="*/ 30486 h 172105"/>
                <a:gd name="connsiteX10" fmla="*/ 37470 w 128578"/>
                <a:gd name="connsiteY10" fmla="*/ 39271 h 172105"/>
                <a:gd name="connsiteX11" fmla="*/ 50312 w 128578"/>
                <a:gd name="connsiteY11" fmla="*/ 67202 h 172105"/>
                <a:gd name="connsiteX12" fmla="*/ 52791 w 128578"/>
                <a:gd name="connsiteY12" fmla="*/ 61796 h 172105"/>
                <a:gd name="connsiteX13" fmla="*/ 53466 w 128578"/>
                <a:gd name="connsiteY13" fmla="*/ 72458 h 172105"/>
                <a:gd name="connsiteX14" fmla="*/ 54593 w 128578"/>
                <a:gd name="connsiteY14" fmla="*/ 94983 h 172105"/>
                <a:gd name="connsiteX15" fmla="*/ 61427 w 128578"/>
                <a:gd name="connsiteY15" fmla="*/ 68478 h 172105"/>
                <a:gd name="connsiteX16" fmla="*/ 71566 w 128578"/>
                <a:gd name="connsiteY16" fmla="*/ 81017 h 172105"/>
                <a:gd name="connsiteX17" fmla="*/ 85609 w 128578"/>
                <a:gd name="connsiteY17" fmla="*/ 142286 h 172105"/>
                <a:gd name="connsiteX18" fmla="*/ 87111 w 128578"/>
                <a:gd name="connsiteY18" fmla="*/ 160983 h 172105"/>
                <a:gd name="connsiteX19" fmla="*/ 108440 w 128578"/>
                <a:gd name="connsiteY19" fmla="*/ 171795 h 172105"/>
                <a:gd name="connsiteX20" fmla="*/ 127139 w 128578"/>
                <a:gd name="connsiteY20" fmla="*/ 155877 h 172105"/>
                <a:gd name="connsiteX21" fmla="*/ 124436 w 128578"/>
                <a:gd name="connsiteY21" fmla="*/ 131624 h 172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28578" h="172105">
                  <a:moveTo>
                    <a:pt x="124436" y="131624"/>
                  </a:moveTo>
                  <a:cubicBezTo>
                    <a:pt x="121004" y="126594"/>
                    <a:pt x="117271" y="121779"/>
                    <a:pt x="113246" y="117208"/>
                  </a:cubicBezTo>
                  <a:cubicBezTo>
                    <a:pt x="103033" y="103843"/>
                    <a:pt x="98601" y="87174"/>
                    <a:pt x="91392" y="72158"/>
                  </a:cubicBezTo>
                  <a:cubicBezTo>
                    <a:pt x="88854" y="65531"/>
                    <a:pt x="84310" y="59862"/>
                    <a:pt x="78400" y="55939"/>
                  </a:cubicBezTo>
                  <a:cubicBezTo>
                    <a:pt x="73638" y="53734"/>
                    <a:pt x="68141" y="53734"/>
                    <a:pt x="63380" y="55939"/>
                  </a:cubicBezTo>
                  <a:lnTo>
                    <a:pt x="63380" y="51509"/>
                  </a:lnTo>
                  <a:cubicBezTo>
                    <a:pt x="64281" y="36498"/>
                    <a:pt x="59114" y="21755"/>
                    <a:pt x="49036" y="10588"/>
                  </a:cubicBezTo>
                  <a:cubicBezTo>
                    <a:pt x="38454" y="-488"/>
                    <a:pt x="21819" y="-3215"/>
                    <a:pt x="8256" y="3906"/>
                  </a:cubicBezTo>
                  <a:cubicBezTo>
                    <a:pt x="-305" y="9237"/>
                    <a:pt x="-4586" y="23803"/>
                    <a:pt x="7205" y="28383"/>
                  </a:cubicBezTo>
                  <a:cubicBezTo>
                    <a:pt x="11110" y="29960"/>
                    <a:pt x="16067" y="29284"/>
                    <a:pt x="20197" y="30486"/>
                  </a:cubicBezTo>
                  <a:cubicBezTo>
                    <a:pt x="26475" y="32247"/>
                    <a:pt x="32348" y="35232"/>
                    <a:pt x="37470" y="39271"/>
                  </a:cubicBezTo>
                  <a:cubicBezTo>
                    <a:pt x="46076" y="45909"/>
                    <a:pt x="50876" y="56348"/>
                    <a:pt x="50312" y="67202"/>
                  </a:cubicBezTo>
                  <a:cubicBezTo>
                    <a:pt x="51438" y="65552"/>
                    <a:pt x="52272" y="63725"/>
                    <a:pt x="52791" y="61796"/>
                  </a:cubicBezTo>
                  <a:cubicBezTo>
                    <a:pt x="56020" y="63898"/>
                    <a:pt x="54518" y="68779"/>
                    <a:pt x="53466" y="72458"/>
                  </a:cubicBezTo>
                  <a:cubicBezTo>
                    <a:pt x="52032" y="79948"/>
                    <a:pt x="52415" y="87674"/>
                    <a:pt x="54593" y="94983"/>
                  </a:cubicBezTo>
                  <a:cubicBezTo>
                    <a:pt x="57319" y="86270"/>
                    <a:pt x="59602" y="77423"/>
                    <a:pt x="61427" y="68478"/>
                  </a:cubicBezTo>
                  <a:cubicBezTo>
                    <a:pt x="64356" y="73209"/>
                    <a:pt x="68937" y="77939"/>
                    <a:pt x="71566" y="81017"/>
                  </a:cubicBezTo>
                  <a:cubicBezTo>
                    <a:pt x="84107" y="98287"/>
                    <a:pt x="86586" y="120887"/>
                    <a:pt x="85609" y="142286"/>
                  </a:cubicBezTo>
                  <a:cubicBezTo>
                    <a:pt x="84625" y="148550"/>
                    <a:pt x="85144" y="154956"/>
                    <a:pt x="87111" y="160983"/>
                  </a:cubicBezTo>
                  <a:cubicBezTo>
                    <a:pt x="91076" y="168876"/>
                    <a:pt x="99728" y="173262"/>
                    <a:pt x="108440" y="171795"/>
                  </a:cubicBezTo>
                  <a:cubicBezTo>
                    <a:pt x="117136" y="170345"/>
                    <a:pt x="124323" y="164226"/>
                    <a:pt x="127139" y="155877"/>
                  </a:cubicBezTo>
                  <a:cubicBezTo>
                    <a:pt x="129715" y="147774"/>
                    <a:pt x="128732" y="138962"/>
                    <a:pt x="124436" y="131624"/>
                  </a:cubicBezTo>
                  <a:close/>
                </a:path>
              </a:pathLst>
            </a:custGeom>
            <a:solidFill>
              <a:srgbClr val="5347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8" name="Content Placeholder 4">
              <a:extLst>
                <a:ext uri="{FF2B5EF4-FFF2-40B4-BE49-F238E27FC236}">
                  <a16:creationId xmlns:a16="http://schemas.microsoft.com/office/drawing/2014/main" id="{5C614960-9F4F-B5C7-87CE-41A21933E34D}"/>
                </a:ext>
              </a:extLst>
            </p:cNvPr>
            <p:cNvSpPr/>
            <p:nvPr/>
          </p:nvSpPr>
          <p:spPr>
            <a:xfrm>
              <a:off x="7132828" y="1245043"/>
              <a:ext cx="59649" cy="52117"/>
            </a:xfrm>
            <a:custGeom>
              <a:avLst/>
              <a:gdLst>
                <a:gd name="connsiteX0" fmla="*/ 26422 w 59649"/>
                <a:gd name="connsiteY0" fmla="*/ 1619 h 52117"/>
                <a:gd name="connsiteX1" fmla="*/ 30102 w 59649"/>
                <a:gd name="connsiteY1" fmla="*/ 2670 h 52117"/>
                <a:gd name="connsiteX2" fmla="*/ 32280 w 59649"/>
                <a:gd name="connsiteY2" fmla="*/ 6950 h 52117"/>
                <a:gd name="connsiteX3" fmla="*/ 35660 w 59649"/>
                <a:gd name="connsiteY3" fmla="*/ 27749 h 52117"/>
                <a:gd name="connsiteX4" fmla="*/ 43170 w 59649"/>
                <a:gd name="connsiteY4" fmla="*/ 35257 h 52117"/>
                <a:gd name="connsiteX5" fmla="*/ 53984 w 59649"/>
                <a:gd name="connsiteY5" fmla="*/ 38486 h 52117"/>
                <a:gd name="connsiteX6" fmla="*/ 59391 w 59649"/>
                <a:gd name="connsiteY6" fmla="*/ 47346 h 52117"/>
                <a:gd name="connsiteX7" fmla="*/ 47751 w 59649"/>
                <a:gd name="connsiteY7" fmla="*/ 52076 h 52117"/>
                <a:gd name="connsiteX8" fmla="*/ 23343 w 59649"/>
                <a:gd name="connsiteY8" fmla="*/ 51025 h 52117"/>
                <a:gd name="connsiteX9" fmla="*/ 6971 w 59649"/>
                <a:gd name="connsiteY9" fmla="*/ 46220 h 52117"/>
                <a:gd name="connsiteX10" fmla="*/ 2090 w 59649"/>
                <a:gd name="connsiteY10" fmla="*/ 33005 h 52117"/>
                <a:gd name="connsiteX11" fmla="*/ 2090 w 59649"/>
                <a:gd name="connsiteY11" fmla="*/ 3571 h 52117"/>
                <a:gd name="connsiteX12" fmla="*/ 26422 w 59649"/>
                <a:gd name="connsiteY12" fmla="*/ 1619 h 52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9649" h="52117">
                  <a:moveTo>
                    <a:pt x="26422" y="1619"/>
                  </a:moveTo>
                  <a:cubicBezTo>
                    <a:pt x="27721" y="1649"/>
                    <a:pt x="28991" y="2010"/>
                    <a:pt x="30102" y="2670"/>
                  </a:cubicBezTo>
                  <a:cubicBezTo>
                    <a:pt x="31319" y="3789"/>
                    <a:pt x="32092" y="5306"/>
                    <a:pt x="32280" y="6950"/>
                  </a:cubicBezTo>
                  <a:cubicBezTo>
                    <a:pt x="32475" y="14001"/>
                    <a:pt x="33609" y="20999"/>
                    <a:pt x="35660" y="27749"/>
                  </a:cubicBezTo>
                  <a:cubicBezTo>
                    <a:pt x="37267" y="31007"/>
                    <a:pt x="39910" y="33650"/>
                    <a:pt x="43170" y="35257"/>
                  </a:cubicBezTo>
                  <a:cubicBezTo>
                    <a:pt x="46624" y="36759"/>
                    <a:pt x="50680" y="36984"/>
                    <a:pt x="53984" y="38486"/>
                  </a:cubicBezTo>
                  <a:cubicBezTo>
                    <a:pt x="57288" y="39987"/>
                    <a:pt x="60518" y="43742"/>
                    <a:pt x="59391" y="47346"/>
                  </a:cubicBezTo>
                  <a:cubicBezTo>
                    <a:pt x="58265" y="50950"/>
                    <a:pt x="51881" y="52226"/>
                    <a:pt x="47751" y="52076"/>
                  </a:cubicBezTo>
                  <a:lnTo>
                    <a:pt x="23343" y="51025"/>
                  </a:lnTo>
                  <a:cubicBezTo>
                    <a:pt x="17478" y="51505"/>
                    <a:pt x="11643" y="49794"/>
                    <a:pt x="6971" y="46220"/>
                  </a:cubicBezTo>
                  <a:cubicBezTo>
                    <a:pt x="3907" y="42488"/>
                    <a:pt x="2187" y="37833"/>
                    <a:pt x="2090" y="33005"/>
                  </a:cubicBezTo>
                  <a:cubicBezTo>
                    <a:pt x="1188" y="25947"/>
                    <a:pt x="-2191" y="9803"/>
                    <a:pt x="2090" y="3571"/>
                  </a:cubicBezTo>
                  <a:cubicBezTo>
                    <a:pt x="6370" y="-2661"/>
                    <a:pt x="20640" y="944"/>
                    <a:pt x="26422" y="1619"/>
                  </a:cubicBezTo>
                  <a:close/>
                </a:path>
              </a:pathLst>
            </a:custGeom>
            <a:solidFill>
              <a:srgbClr val="ACB18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9" name="Content Placeholder 4">
              <a:extLst>
                <a:ext uri="{FF2B5EF4-FFF2-40B4-BE49-F238E27FC236}">
                  <a16:creationId xmlns:a16="http://schemas.microsoft.com/office/drawing/2014/main" id="{AFA105FE-61AB-7DC8-12C0-B199BF33920C}"/>
                </a:ext>
              </a:extLst>
            </p:cNvPr>
            <p:cNvSpPr/>
            <p:nvPr/>
          </p:nvSpPr>
          <p:spPr>
            <a:xfrm>
              <a:off x="7017996" y="1234484"/>
              <a:ext cx="35140" cy="57615"/>
            </a:xfrm>
            <a:custGeom>
              <a:avLst/>
              <a:gdLst>
                <a:gd name="connsiteX0" fmla="*/ 29280 w 35140"/>
                <a:gd name="connsiteY0" fmla="*/ 4670 h 57615"/>
                <a:gd name="connsiteX1" fmla="*/ 33786 w 35140"/>
                <a:gd name="connsiteY1" fmla="*/ 7223 h 57615"/>
                <a:gd name="connsiteX2" fmla="*/ 35063 w 35140"/>
                <a:gd name="connsiteY2" fmla="*/ 13004 h 57615"/>
                <a:gd name="connsiteX3" fmla="*/ 35063 w 35140"/>
                <a:gd name="connsiteY3" fmla="*/ 37031 h 57615"/>
                <a:gd name="connsiteX4" fmla="*/ 33636 w 35140"/>
                <a:gd name="connsiteY4" fmla="*/ 47543 h 57615"/>
                <a:gd name="connsiteX5" fmla="*/ 15236 w 35140"/>
                <a:gd name="connsiteY5" fmla="*/ 57304 h 57615"/>
                <a:gd name="connsiteX6" fmla="*/ 4948 w 35140"/>
                <a:gd name="connsiteY6" fmla="*/ 52799 h 57615"/>
                <a:gd name="connsiteX7" fmla="*/ 1493 w 35140"/>
                <a:gd name="connsiteY7" fmla="*/ 50021 h 57615"/>
                <a:gd name="connsiteX8" fmla="*/ -9 w 35140"/>
                <a:gd name="connsiteY8" fmla="*/ 44390 h 57615"/>
                <a:gd name="connsiteX9" fmla="*/ 3221 w 35140"/>
                <a:gd name="connsiteY9" fmla="*/ 28171 h 57615"/>
                <a:gd name="connsiteX10" fmla="*/ 10731 w 35140"/>
                <a:gd name="connsiteY10" fmla="*/ 3168 h 57615"/>
                <a:gd name="connsiteX11" fmla="*/ 29280 w 35140"/>
                <a:gd name="connsiteY11" fmla="*/ 4670 h 5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140" h="57615">
                  <a:moveTo>
                    <a:pt x="29280" y="4670"/>
                  </a:moveTo>
                  <a:cubicBezTo>
                    <a:pt x="30993" y="5075"/>
                    <a:pt x="32555" y="5961"/>
                    <a:pt x="33786" y="7223"/>
                  </a:cubicBezTo>
                  <a:cubicBezTo>
                    <a:pt x="34823" y="8965"/>
                    <a:pt x="35266" y="10992"/>
                    <a:pt x="35063" y="13004"/>
                  </a:cubicBezTo>
                  <a:cubicBezTo>
                    <a:pt x="35063" y="21038"/>
                    <a:pt x="35063" y="29072"/>
                    <a:pt x="35063" y="37031"/>
                  </a:cubicBezTo>
                  <a:cubicBezTo>
                    <a:pt x="35198" y="40590"/>
                    <a:pt x="34717" y="44149"/>
                    <a:pt x="33636" y="47543"/>
                  </a:cubicBezTo>
                  <a:cubicBezTo>
                    <a:pt x="30520" y="54676"/>
                    <a:pt x="22897" y="58723"/>
                    <a:pt x="15236" y="57304"/>
                  </a:cubicBezTo>
                  <a:cubicBezTo>
                    <a:pt x="11572" y="56403"/>
                    <a:pt x="8095" y="54879"/>
                    <a:pt x="4948" y="52799"/>
                  </a:cubicBezTo>
                  <a:cubicBezTo>
                    <a:pt x="3611" y="52131"/>
                    <a:pt x="2432" y="51185"/>
                    <a:pt x="1493" y="50021"/>
                  </a:cubicBezTo>
                  <a:cubicBezTo>
                    <a:pt x="389" y="48362"/>
                    <a:pt x="-144" y="46379"/>
                    <a:pt x="-9" y="44390"/>
                  </a:cubicBezTo>
                  <a:cubicBezTo>
                    <a:pt x="239" y="38848"/>
                    <a:pt x="1328" y="33382"/>
                    <a:pt x="3221" y="28171"/>
                  </a:cubicBezTo>
                  <a:cubicBezTo>
                    <a:pt x="5188" y="19687"/>
                    <a:pt x="7697" y="11338"/>
                    <a:pt x="10731" y="3168"/>
                  </a:cubicBezTo>
                  <a:cubicBezTo>
                    <a:pt x="13810" y="-3890"/>
                    <a:pt x="23798" y="2643"/>
                    <a:pt x="29280" y="4670"/>
                  </a:cubicBezTo>
                  <a:close/>
                </a:path>
              </a:pathLst>
            </a:custGeom>
            <a:solidFill>
              <a:srgbClr val="ACB18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0" name="Content Placeholder 4">
              <a:extLst>
                <a:ext uri="{FF2B5EF4-FFF2-40B4-BE49-F238E27FC236}">
                  <a16:creationId xmlns:a16="http://schemas.microsoft.com/office/drawing/2014/main" id="{55FE5FAA-5102-3242-3938-D5491209FF55}"/>
                </a:ext>
              </a:extLst>
            </p:cNvPr>
            <p:cNvSpPr/>
            <p:nvPr/>
          </p:nvSpPr>
          <p:spPr>
            <a:xfrm>
              <a:off x="7140160" y="637687"/>
              <a:ext cx="18481" cy="20202"/>
            </a:xfrm>
            <a:custGeom>
              <a:avLst/>
              <a:gdLst>
                <a:gd name="connsiteX0" fmla="*/ 15335 w 18481"/>
                <a:gd name="connsiteY0" fmla="*/ 790 h 20202"/>
                <a:gd name="connsiteX1" fmla="*/ 7825 w 18481"/>
                <a:gd name="connsiteY1" fmla="*/ 3719 h 20202"/>
                <a:gd name="connsiteX2" fmla="*/ 164 w 18481"/>
                <a:gd name="connsiteY2" fmla="*/ 15807 h 20202"/>
                <a:gd name="connsiteX3" fmla="*/ 1021 w 18481"/>
                <a:gd name="connsiteY3" fmla="*/ 18321 h 20202"/>
                <a:gd name="connsiteX4" fmla="*/ 1967 w 18481"/>
                <a:gd name="connsiteY4" fmla="*/ 18510 h 20202"/>
                <a:gd name="connsiteX5" fmla="*/ 3619 w 18481"/>
                <a:gd name="connsiteY5" fmla="*/ 19862 h 20202"/>
                <a:gd name="connsiteX6" fmla="*/ 6022 w 18481"/>
                <a:gd name="connsiteY6" fmla="*/ 19862 h 20202"/>
                <a:gd name="connsiteX7" fmla="*/ 10528 w 18481"/>
                <a:gd name="connsiteY7" fmla="*/ 15432 h 20202"/>
                <a:gd name="connsiteX8" fmla="*/ 15935 w 18481"/>
                <a:gd name="connsiteY8" fmla="*/ 9800 h 20202"/>
                <a:gd name="connsiteX9" fmla="*/ 17783 w 18481"/>
                <a:gd name="connsiteY9" fmla="*/ 2929 h 20202"/>
                <a:gd name="connsiteX10" fmla="*/ 15335 w 18481"/>
                <a:gd name="connsiteY10" fmla="*/ 790 h 20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481" h="20202">
                  <a:moveTo>
                    <a:pt x="15335" y="790"/>
                  </a:moveTo>
                  <a:cubicBezTo>
                    <a:pt x="12631" y="-1537"/>
                    <a:pt x="9777" y="1616"/>
                    <a:pt x="7825" y="3719"/>
                  </a:cubicBezTo>
                  <a:cubicBezTo>
                    <a:pt x="4993" y="7564"/>
                    <a:pt x="2432" y="11603"/>
                    <a:pt x="164" y="15807"/>
                  </a:cubicBezTo>
                  <a:cubicBezTo>
                    <a:pt x="-294" y="16738"/>
                    <a:pt x="89" y="17862"/>
                    <a:pt x="1021" y="18321"/>
                  </a:cubicBezTo>
                  <a:cubicBezTo>
                    <a:pt x="1314" y="18465"/>
                    <a:pt x="1636" y="18531"/>
                    <a:pt x="1967" y="18510"/>
                  </a:cubicBezTo>
                  <a:cubicBezTo>
                    <a:pt x="2448" y="19037"/>
                    <a:pt x="3003" y="19492"/>
                    <a:pt x="3619" y="19862"/>
                  </a:cubicBezTo>
                  <a:cubicBezTo>
                    <a:pt x="4370" y="20276"/>
                    <a:pt x="5271" y="20276"/>
                    <a:pt x="6022" y="19862"/>
                  </a:cubicBezTo>
                  <a:cubicBezTo>
                    <a:pt x="7690" y="18561"/>
                    <a:pt x="9199" y="17074"/>
                    <a:pt x="10528" y="15432"/>
                  </a:cubicBezTo>
                  <a:lnTo>
                    <a:pt x="15935" y="9800"/>
                  </a:lnTo>
                  <a:cubicBezTo>
                    <a:pt x="18338" y="8412"/>
                    <a:pt x="19164" y="5336"/>
                    <a:pt x="17783" y="2929"/>
                  </a:cubicBezTo>
                  <a:cubicBezTo>
                    <a:pt x="17220" y="1965"/>
                    <a:pt x="16363" y="1213"/>
                    <a:pt x="15335" y="790"/>
                  </a:cubicBezTo>
                  <a:close/>
                </a:path>
              </a:pathLst>
            </a:custGeom>
            <a:solidFill>
              <a:srgbClr val="DD7A8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1" name="Content Placeholder 4">
              <a:extLst>
                <a:ext uri="{FF2B5EF4-FFF2-40B4-BE49-F238E27FC236}">
                  <a16:creationId xmlns:a16="http://schemas.microsoft.com/office/drawing/2014/main" id="{2EDBF34D-E4F9-0638-CFDB-8371FB4FCDC2}"/>
                </a:ext>
              </a:extLst>
            </p:cNvPr>
            <p:cNvSpPr/>
            <p:nvPr/>
          </p:nvSpPr>
          <p:spPr>
            <a:xfrm>
              <a:off x="7150341" y="648425"/>
              <a:ext cx="17135" cy="18888"/>
            </a:xfrm>
            <a:custGeom>
              <a:avLst/>
              <a:gdLst>
                <a:gd name="connsiteX0" fmla="*/ 16719 w 17135"/>
                <a:gd name="connsiteY0" fmla="*/ 2442 h 18888"/>
                <a:gd name="connsiteX1" fmla="*/ 12161 w 17135"/>
                <a:gd name="connsiteY1" fmla="*/ 154 h 18888"/>
                <a:gd name="connsiteX2" fmla="*/ 12063 w 17135"/>
                <a:gd name="connsiteY2" fmla="*/ 189 h 18888"/>
                <a:gd name="connsiteX3" fmla="*/ 5754 w 17135"/>
                <a:gd name="connsiteY3" fmla="*/ 6121 h 18888"/>
                <a:gd name="connsiteX4" fmla="*/ 197 w 17135"/>
                <a:gd name="connsiteY4" fmla="*/ 13629 h 18888"/>
                <a:gd name="connsiteX5" fmla="*/ 851 w 17135"/>
                <a:gd name="connsiteY5" fmla="*/ 15984 h 18888"/>
                <a:gd name="connsiteX6" fmla="*/ 1399 w 17135"/>
                <a:gd name="connsiteY6" fmla="*/ 16182 h 18888"/>
                <a:gd name="connsiteX7" fmla="*/ 3051 w 17135"/>
                <a:gd name="connsiteY7" fmla="*/ 18435 h 18888"/>
                <a:gd name="connsiteX8" fmla="*/ 9134 w 17135"/>
                <a:gd name="connsiteY8" fmla="*/ 16107 h 18888"/>
                <a:gd name="connsiteX9" fmla="*/ 15067 w 17135"/>
                <a:gd name="connsiteY9" fmla="*/ 9575 h 18888"/>
                <a:gd name="connsiteX10" fmla="*/ 16719 w 17135"/>
                <a:gd name="connsiteY10" fmla="*/ 2442 h 18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135" h="18888">
                  <a:moveTo>
                    <a:pt x="16719" y="2442"/>
                  </a:moveTo>
                  <a:cubicBezTo>
                    <a:pt x="16096" y="553"/>
                    <a:pt x="14053" y="-472"/>
                    <a:pt x="12161" y="154"/>
                  </a:cubicBezTo>
                  <a:cubicBezTo>
                    <a:pt x="12130" y="165"/>
                    <a:pt x="12093" y="177"/>
                    <a:pt x="12063" y="189"/>
                  </a:cubicBezTo>
                  <a:cubicBezTo>
                    <a:pt x="9615" y="1761"/>
                    <a:pt x="7474" y="3772"/>
                    <a:pt x="5754" y="6121"/>
                  </a:cubicBezTo>
                  <a:cubicBezTo>
                    <a:pt x="3697" y="8466"/>
                    <a:pt x="1842" y="10978"/>
                    <a:pt x="197" y="13629"/>
                  </a:cubicBezTo>
                  <a:cubicBezTo>
                    <a:pt x="-276" y="14459"/>
                    <a:pt x="17" y="15513"/>
                    <a:pt x="851" y="15984"/>
                  </a:cubicBezTo>
                  <a:cubicBezTo>
                    <a:pt x="1016" y="16081"/>
                    <a:pt x="1204" y="16148"/>
                    <a:pt x="1399" y="16182"/>
                  </a:cubicBezTo>
                  <a:cubicBezTo>
                    <a:pt x="1504" y="17176"/>
                    <a:pt x="2135" y="18035"/>
                    <a:pt x="3051" y="18435"/>
                  </a:cubicBezTo>
                  <a:cubicBezTo>
                    <a:pt x="5454" y="19786"/>
                    <a:pt x="7482" y="17609"/>
                    <a:pt x="9134" y="16107"/>
                  </a:cubicBezTo>
                  <a:cubicBezTo>
                    <a:pt x="11289" y="14095"/>
                    <a:pt x="13272" y="11910"/>
                    <a:pt x="15067" y="9575"/>
                  </a:cubicBezTo>
                  <a:cubicBezTo>
                    <a:pt x="16952" y="7718"/>
                    <a:pt x="17598" y="4939"/>
                    <a:pt x="16719" y="2442"/>
                  </a:cubicBezTo>
                  <a:close/>
                </a:path>
              </a:pathLst>
            </a:custGeom>
            <a:solidFill>
              <a:srgbClr val="DD7A8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2" name="Content Placeholder 4">
              <a:extLst>
                <a:ext uri="{FF2B5EF4-FFF2-40B4-BE49-F238E27FC236}">
                  <a16:creationId xmlns:a16="http://schemas.microsoft.com/office/drawing/2014/main" id="{67F304D3-47FF-C4FE-A319-AD79AB1934A6}"/>
                </a:ext>
              </a:extLst>
            </p:cNvPr>
            <p:cNvSpPr/>
            <p:nvPr/>
          </p:nvSpPr>
          <p:spPr>
            <a:xfrm>
              <a:off x="7198744" y="787054"/>
              <a:ext cx="110659" cy="115415"/>
            </a:xfrm>
            <a:custGeom>
              <a:avLst/>
              <a:gdLst>
                <a:gd name="connsiteX0" fmla="*/ 65120 w 110659"/>
                <a:gd name="connsiteY0" fmla="*/ 112718 h 115415"/>
                <a:gd name="connsiteX1" fmla="*/ 74057 w 110659"/>
                <a:gd name="connsiteY1" fmla="*/ 115346 h 115415"/>
                <a:gd name="connsiteX2" fmla="*/ 82468 w 110659"/>
                <a:gd name="connsiteY2" fmla="*/ 105434 h 115415"/>
                <a:gd name="connsiteX3" fmla="*/ 100192 w 110659"/>
                <a:gd name="connsiteY3" fmla="*/ 58957 h 115415"/>
                <a:gd name="connsiteX4" fmla="*/ 110631 w 110659"/>
                <a:gd name="connsiteY4" fmla="*/ 15033 h 115415"/>
                <a:gd name="connsiteX5" fmla="*/ 99441 w 110659"/>
                <a:gd name="connsiteY5" fmla="*/ 16 h 115415"/>
                <a:gd name="connsiteX6" fmla="*/ 89978 w 110659"/>
                <a:gd name="connsiteY6" fmla="*/ 7524 h 115415"/>
                <a:gd name="connsiteX7" fmla="*/ 76535 w 110659"/>
                <a:gd name="connsiteY7" fmla="*/ 50097 h 115415"/>
                <a:gd name="connsiteX8" fmla="*/ 68124 w 110659"/>
                <a:gd name="connsiteY8" fmla="*/ 76677 h 115415"/>
                <a:gd name="connsiteX9" fmla="*/ 51978 w 110659"/>
                <a:gd name="connsiteY9" fmla="*/ 75250 h 115415"/>
                <a:gd name="connsiteX10" fmla="*/ 34329 w 110659"/>
                <a:gd name="connsiteY10" fmla="*/ 59708 h 115415"/>
                <a:gd name="connsiteX11" fmla="*/ 18934 w 110659"/>
                <a:gd name="connsiteY11" fmla="*/ 44240 h 115415"/>
                <a:gd name="connsiteX12" fmla="*/ 9696 w 110659"/>
                <a:gd name="connsiteY12" fmla="*/ 41387 h 115415"/>
                <a:gd name="connsiteX13" fmla="*/ 21637 w 110659"/>
                <a:gd name="connsiteY13" fmla="*/ 78930 h 115415"/>
                <a:gd name="connsiteX14" fmla="*/ 65120 w 110659"/>
                <a:gd name="connsiteY14" fmla="*/ 112718 h 115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0659" h="115415">
                  <a:moveTo>
                    <a:pt x="65120" y="112718"/>
                  </a:moveTo>
                  <a:cubicBezTo>
                    <a:pt x="67673" y="114661"/>
                    <a:pt x="70858" y="115597"/>
                    <a:pt x="74057" y="115346"/>
                  </a:cubicBezTo>
                  <a:cubicBezTo>
                    <a:pt x="78488" y="114520"/>
                    <a:pt x="80816" y="109639"/>
                    <a:pt x="82468" y="105434"/>
                  </a:cubicBezTo>
                  <a:lnTo>
                    <a:pt x="100192" y="58957"/>
                  </a:lnTo>
                  <a:cubicBezTo>
                    <a:pt x="106635" y="45181"/>
                    <a:pt x="110187" y="30233"/>
                    <a:pt x="110631" y="15033"/>
                  </a:cubicBezTo>
                  <a:cubicBezTo>
                    <a:pt x="110631" y="7975"/>
                    <a:pt x="106500" y="-735"/>
                    <a:pt x="99441" y="16"/>
                  </a:cubicBezTo>
                  <a:cubicBezTo>
                    <a:pt x="95333" y="994"/>
                    <a:pt x="91863" y="3744"/>
                    <a:pt x="89978" y="7524"/>
                  </a:cubicBezTo>
                  <a:cubicBezTo>
                    <a:pt x="80816" y="20739"/>
                    <a:pt x="80215" y="34404"/>
                    <a:pt x="76535" y="50097"/>
                  </a:cubicBezTo>
                  <a:cubicBezTo>
                    <a:pt x="74845" y="59271"/>
                    <a:pt x="72014" y="68199"/>
                    <a:pt x="68124" y="76677"/>
                  </a:cubicBezTo>
                  <a:cubicBezTo>
                    <a:pt x="64519" y="82083"/>
                    <a:pt x="57986" y="77728"/>
                    <a:pt x="51978" y="75250"/>
                  </a:cubicBezTo>
                  <a:cubicBezTo>
                    <a:pt x="45286" y="71069"/>
                    <a:pt x="39323" y="65818"/>
                    <a:pt x="34329" y="59708"/>
                  </a:cubicBezTo>
                  <a:cubicBezTo>
                    <a:pt x="29846" y="53943"/>
                    <a:pt x="24679" y="48749"/>
                    <a:pt x="18934" y="44240"/>
                  </a:cubicBezTo>
                  <a:cubicBezTo>
                    <a:pt x="15179" y="41162"/>
                    <a:pt x="14578" y="41462"/>
                    <a:pt x="9696" y="41387"/>
                  </a:cubicBezTo>
                  <a:cubicBezTo>
                    <a:pt x="-15838" y="40711"/>
                    <a:pt x="16380" y="73223"/>
                    <a:pt x="21637" y="78930"/>
                  </a:cubicBezTo>
                  <a:cubicBezTo>
                    <a:pt x="34584" y="92049"/>
                    <a:pt x="49206" y="103409"/>
                    <a:pt x="65120" y="112718"/>
                  </a:cubicBezTo>
                  <a:close/>
                </a:path>
              </a:pathLst>
            </a:custGeom>
            <a:solidFill>
              <a:srgbClr val="B79A7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3" name="Content Placeholder 4">
              <a:extLst>
                <a:ext uri="{FF2B5EF4-FFF2-40B4-BE49-F238E27FC236}">
                  <a16:creationId xmlns:a16="http://schemas.microsoft.com/office/drawing/2014/main" id="{3CBA5D28-9169-BABB-B4F1-28ACCC4D1B18}"/>
                </a:ext>
              </a:extLst>
            </p:cNvPr>
            <p:cNvSpPr/>
            <p:nvPr/>
          </p:nvSpPr>
          <p:spPr>
            <a:xfrm>
              <a:off x="7284471" y="923679"/>
              <a:ext cx="115653" cy="361907"/>
            </a:xfrm>
            <a:custGeom>
              <a:avLst/>
              <a:gdLst>
                <a:gd name="connsiteX0" fmla="*/ 92268 w 115653"/>
                <a:gd name="connsiteY0" fmla="*/ 3349 h 361907"/>
                <a:gd name="connsiteX1" fmla="*/ -29 w 115653"/>
                <a:gd name="connsiteY1" fmla="*/ 5001 h 361907"/>
                <a:gd name="connsiteX2" fmla="*/ 16267 w 115653"/>
                <a:gd name="connsiteY2" fmla="*/ 361878 h 361907"/>
                <a:gd name="connsiteX3" fmla="*/ 44880 w 115653"/>
                <a:gd name="connsiteY3" fmla="*/ 361878 h 361907"/>
                <a:gd name="connsiteX4" fmla="*/ 52390 w 115653"/>
                <a:gd name="connsiteY4" fmla="*/ 178747 h 361907"/>
                <a:gd name="connsiteX5" fmla="*/ 69438 w 115653"/>
                <a:gd name="connsiteY5" fmla="*/ 260363 h 361907"/>
                <a:gd name="connsiteX6" fmla="*/ 79201 w 115653"/>
                <a:gd name="connsiteY6" fmla="*/ 310220 h 361907"/>
                <a:gd name="connsiteX7" fmla="*/ 83707 w 115653"/>
                <a:gd name="connsiteY7" fmla="*/ 335898 h 361907"/>
                <a:gd name="connsiteX8" fmla="*/ 87612 w 115653"/>
                <a:gd name="connsiteY8" fmla="*/ 358424 h 361907"/>
                <a:gd name="connsiteX9" fmla="*/ 115624 w 115653"/>
                <a:gd name="connsiteY9" fmla="*/ 353693 h 361907"/>
                <a:gd name="connsiteX10" fmla="*/ 115624 w 115653"/>
                <a:gd name="connsiteY10" fmla="*/ 307441 h 361907"/>
                <a:gd name="connsiteX11" fmla="*/ 112846 w 115653"/>
                <a:gd name="connsiteY11" fmla="*/ 247824 h 361907"/>
                <a:gd name="connsiteX12" fmla="*/ 108565 w 115653"/>
                <a:gd name="connsiteY12" fmla="*/ 190835 h 361907"/>
                <a:gd name="connsiteX13" fmla="*/ 105937 w 115653"/>
                <a:gd name="connsiteY13" fmla="*/ 153293 h 361907"/>
                <a:gd name="connsiteX14" fmla="*/ 111043 w 115653"/>
                <a:gd name="connsiteY14" fmla="*/ 57560 h 361907"/>
                <a:gd name="connsiteX15" fmla="*/ 100004 w 115653"/>
                <a:gd name="connsiteY15" fmla="*/ 26475 h 361907"/>
                <a:gd name="connsiteX16" fmla="*/ 97525 w 115653"/>
                <a:gd name="connsiteY16" fmla="*/ 6202 h 361907"/>
                <a:gd name="connsiteX17" fmla="*/ 95197 w 115653"/>
                <a:gd name="connsiteY17" fmla="*/ -30 h 361907"/>
                <a:gd name="connsiteX18" fmla="*/ 92268 w 115653"/>
                <a:gd name="connsiteY18" fmla="*/ 3349 h 361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5653" h="361907">
                  <a:moveTo>
                    <a:pt x="92268" y="3349"/>
                  </a:moveTo>
                  <a:cubicBezTo>
                    <a:pt x="61778" y="4250"/>
                    <a:pt x="29860" y="-3484"/>
                    <a:pt x="-29" y="5001"/>
                  </a:cubicBezTo>
                  <a:cubicBezTo>
                    <a:pt x="-29" y="120030"/>
                    <a:pt x="6279" y="247599"/>
                    <a:pt x="16267" y="361878"/>
                  </a:cubicBezTo>
                  <a:lnTo>
                    <a:pt x="44880" y="361878"/>
                  </a:lnTo>
                  <a:cubicBezTo>
                    <a:pt x="52390" y="299783"/>
                    <a:pt x="50363" y="240916"/>
                    <a:pt x="52390" y="178747"/>
                  </a:cubicBezTo>
                  <a:cubicBezTo>
                    <a:pt x="55845" y="207654"/>
                    <a:pt x="62454" y="224323"/>
                    <a:pt x="69438" y="260363"/>
                  </a:cubicBezTo>
                  <a:cubicBezTo>
                    <a:pt x="72667" y="277032"/>
                    <a:pt x="76422" y="293401"/>
                    <a:pt x="79201" y="310220"/>
                  </a:cubicBezTo>
                  <a:cubicBezTo>
                    <a:pt x="80553" y="318832"/>
                    <a:pt x="82055" y="327391"/>
                    <a:pt x="83707" y="335898"/>
                  </a:cubicBezTo>
                  <a:cubicBezTo>
                    <a:pt x="85795" y="343249"/>
                    <a:pt x="87109" y="350795"/>
                    <a:pt x="87612" y="358424"/>
                  </a:cubicBezTo>
                  <a:cubicBezTo>
                    <a:pt x="97173" y="358739"/>
                    <a:pt x="106695" y="357125"/>
                    <a:pt x="115624" y="353693"/>
                  </a:cubicBezTo>
                  <a:lnTo>
                    <a:pt x="115624" y="307441"/>
                  </a:lnTo>
                  <a:cubicBezTo>
                    <a:pt x="115624" y="287244"/>
                    <a:pt x="114648" y="267797"/>
                    <a:pt x="112846" y="247824"/>
                  </a:cubicBezTo>
                  <a:cubicBezTo>
                    <a:pt x="111194" y="229053"/>
                    <a:pt x="108565" y="209831"/>
                    <a:pt x="108565" y="190835"/>
                  </a:cubicBezTo>
                  <a:cubicBezTo>
                    <a:pt x="107589" y="178371"/>
                    <a:pt x="106613" y="165907"/>
                    <a:pt x="105937" y="153293"/>
                  </a:cubicBezTo>
                  <a:cubicBezTo>
                    <a:pt x="104285" y="125061"/>
                    <a:pt x="112245" y="85717"/>
                    <a:pt x="111043" y="57560"/>
                  </a:cubicBezTo>
                  <a:cubicBezTo>
                    <a:pt x="110368" y="43519"/>
                    <a:pt x="101431" y="40366"/>
                    <a:pt x="100004" y="26475"/>
                  </a:cubicBezTo>
                  <a:cubicBezTo>
                    <a:pt x="99328" y="19642"/>
                    <a:pt x="98577" y="12885"/>
                    <a:pt x="97525" y="6202"/>
                  </a:cubicBezTo>
                  <a:cubicBezTo>
                    <a:pt x="97525" y="3724"/>
                    <a:pt x="97525" y="196"/>
                    <a:pt x="95197" y="-30"/>
                  </a:cubicBezTo>
                  <a:cubicBezTo>
                    <a:pt x="94596" y="120"/>
                    <a:pt x="93620" y="3274"/>
                    <a:pt x="92268" y="3349"/>
                  </a:cubicBezTo>
                  <a:close/>
                </a:path>
              </a:pathLst>
            </a:custGeom>
            <a:solidFill>
              <a:srgbClr val="B79A7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4" name="Content Placeholder 4">
              <a:extLst>
                <a:ext uri="{FF2B5EF4-FFF2-40B4-BE49-F238E27FC236}">
                  <a16:creationId xmlns:a16="http://schemas.microsoft.com/office/drawing/2014/main" id="{E47A3DD9-DC5F-0B25-A592-F3A5FCA020ED}"/>
                </a:ext>
              </a:extLst>
            </p:cNvPr>
            <p:cNvSpPr/>
            <p:nvPr/>
          </p:nvSpPr>
          <p:spPr>
            <a:xfrm>
              <a:off x="7276598" y="642406"/>
              <a:ext cx="78398" cy="119810"/>
            </a:xfrm>
            <a:custGeom>
              <a:avLst/>
              <a:gdLst>
                <a:gd name="connsiteX0" fmla="*/ 56959 w 78398"/>
                <a:gd name="connsiteY0" fmla="*/ 113429 h 119810"/>
                <a:gd name="connsiteX1" fmla="*/ 70402 w 78398"/>
                <a:gd name="connsiteY1" fmla="*/ 93682 h 119810"/>
                <a:gd name="connsiteX2" fmla="*/ 77912 w 78398"/>
                <a:gd name="connsiteY2" fmla="*/ 43750 h 119810"/>
                <a:gd name="connsiteX3" fmla="*/ 39085 w 78398"/>
                <a:gd name="connsiteY3" fmla="*/ 51 h 119810"/>
                <a:gd name="connsiteX4" fmla="*/ 1986 w 78398"/>
                <a:gd name="connsiteY4" fmla="*/ 50208 h 119810"/>
                <a:gd name="connsiteX5" fmla="*/ 8294 w 78398"/>
                <a:gd name="connsiteY5" fmla="*/ 99388 h 119810"/>
                <a:gd name="connsiteX6" fmla="*/ 56959 w 78398"/>
                <a:gd name="connsiteY6" fmla="*/ 113429 h 1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8398" h="119810">
                  <a:moveTo>
                    <a:pt x="56959" y="113429"/>
                  </a:moveTo>
                  <a:cubicBezTo>
                    <a:pt x="63222" y="108256"/>
                    <a:pt x="67886" y="101406"/>
                    <a:pt x="70402" y="93682"/>
                  </a:cubicBezTo>
                  <a:cubicBezTo>
                    <a:pt x="76928" y="77895"/>
                    <a:pt x="79504" y="60757"/>
                    <a:pt x="77912" y="43750"/>
                  </a:cubicBezTo>
                  <a:cubicBezTo>
                    <a:pt x="75208" y="24379"/>
                    <a:pt x="60639" y="1628"/>
                    <a:pt x="39085" y="51"/>
                  </a:cubicBezTo>
                  <a:cubicBezTo>
                    <a:pt x="13776" y="-1826"/>
                    <a:pt x="6342" y="29334"/>
                    <a:pt x="1986" y="50208"/>
                  </a:cubicBezTo>
                  <a:cubicBezTo>
                    <a:pt x="-2137" y="66813"/>
                    <a:pt x="116" y="84361"/>
                    <a:pt x="8294" y="99388"/>
                  </a:cubicBezTo>
                  <a:cubicBezTo>
                    <a:pt x="21512" y="121163"/>
                    <a:pt x="42164" y="124917"/>
                    <a:pt x="56959" y="113429"/>
                  </a:cubicBezTo>
                  <a:close/>
                </a:path>
              </a:pathLst>
            </a:custGeom>
            <a:solidFill>
              <a:srgbClr val="B79A7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5" name="Content Placeholder 4">
              <a:extLst>
                <a:ext uri="{FF2B5EF4-FFF2-40B4-BE49-F238E27FC236}">
                  <a16:creationId xmlns:a16="http://schemas.microsoft.com/office/drawing/2014/main" id="{93C7453D-F50D-FF6F-E668-63FEFA43DD6D}"/>
                </a:ext>
              </a:extLst>
            </p:cNvPr>
            <p:cNvSpPr/>
            <p:nvPr/>
          </p:nvSpPr>
          <p:spPr>
            <a:xfrm>
              <a:off x="7265020" y="623491"/>
              <a:ext cx="104879" cy="92593"/>
            </a:xfrm>
            <a:custGeom>
              <a:avLst/>
              <a:gdLst>
                <a:gd name="connsiteX0" fmla="*/ 36019 w 104879"/>
                <a:gd name="connsiteY0" fmla="*/ 38864 h 92593"/>
                <a:gd name="connsiteX1" fmla="*/ 43536 w 104879"/>
                <a:gd name="connsiteY1" fmla="*/ 41795 h 92593"/>
                <a:gd name="connsiteX2" fmla="*/ 46908 w 104879"/>
                <a:gd name="connsiteY2" fmla="*/ 35861 h 92593"/>
                <a:gd name="connsiteX3" fmla="*/ 61981 w 104879"/>
                <a:gd name="connsiteY3" fmla="*/ 39923 h 92593"/>
                <a:gd name="connsiteX4" fmla="*/ 64256 w 104879"/>
                <a:gd name="connsiteY4" fmla="*/ 38188 h 92593"/>
                <a:gd name="connsiteX5" fmla="*/ 64857 w 104879"/>
                <a:gd name="connsiteY5" fmla="*/ 42093 h 92593"/>
                <a:gd name="connsiteX6" fmla="*/ 76873 w 104879"/>
                <a:gd name="connsiteY6" fmla="*/ 42093 h 92593"/>
                <a:gd name="connsiteX7" fmla="*/ 77849 w 104879"/>
                <a:gd name="connsiteY7" fmla="*/ 50352 h 92593"/>
                <a:gd name="connsiteX8" fmla="*/ 82581 w 104879"/>
                <a:gd name="connsiteY8" fmla="*/ 56058 h 92593"/>
                <a:gd name="connsiteX9" fmla="*/ 85615 w 104879"/>
                <a:gd name="connsiteY9" fmla="*/ 65120 h 92593"/>
                <a:gd name="connsiteX10" fmla="*/ 90091 w 104879"/>
                <a:gd name="connsiteY10" fmla="*/ 65669 h 92593"/>
                <a:gd name="connsiteX11" fmla="*/ 87582 w 104879"/>
                <a:gd name="connsiteY11" fmla="*/ 74338 h 92593"/>
                <a:gd name="connsiteX12" fmla="*/ 88213 w 104879"/>
                <a:gd name="connsiteY12" fmla="*/ 75280 h 92593"/>
                <a:gd name="connsiteX13" fmla="*/ 83632 w 104879"/>
                <a:gd name="connsiteY13" fmla="*/ 84816 h 92593"/>
                <a:gd name="connsiteX14" fmla="*/ 85750 w 104879"/>
                <a:gd name="connsiteY14" fmla="*/ 87869 h 92593"/>
                <a:gd name="connsiteX15" fmla="*/ 84684 w 104879"/>
                <a:gd name="connsiteY15" fmla="*/ 89546 h 92593"/>
                <a:gd name="connsiteX16" fmla="*/ 90467 w 104879"/>
                <a:gd name="connsiteY16" fmla="*/ 90147 h 92593"/>
                <a:gd name="connsiteX17" fmla="*/ 90992 w 104879"/>
                <a:gd name="connsiteY17" fmla="*/ 92549 h 92593"/>
                <a:gd name="connsiteX18" fmla="*/ 93696 w 104879"/>
                <a:gd name="connsiteY18" fmla="*/ 90672 h 92593"/>
                <a:gd name="connsiteX19" fmla="*/ 95048 w 104879"/>
                <a:gd name="connsiteY19" fmla="*/ 81137 h 92593"/>
                <a:gd name="connsiteX20" fmla="*/ 99929 w 104879"/>
                <a:gd name="connsiteY20" fmla="*/ 71075 h 92593"/>
                <a:gd name="connsiteX21" fmla="*/ 100680 w 104879"/>
                <a:gd name="connsiteY21" fmla="*/ 65219 h 92593"/>
                <a:gd name="connsiteX22" fmla="*/ 100680 w 104879"/>
                <a:gd name="connsiteY22" fmla="*/ 59587 h 92593"/>
                <a:gd name="connsiteX23" fmla="*/ 96174 w 104879"/>
                <a:gd name="connsiteY23" fmla="*/ 57185 h 92593"/>
                <a:gd name="connsiteX24" fmla="*/ 100965 w 104879"/>
                <a:gd name="connsiteY24" fmla="*/ 49036 h 92593"/>
                <a:gd name="connsiteX25" fmla="*/ 100079 w 104879"/>
                <a:gd name="connsiteY25" fmla="*/ 47048 h 92593"/>
                <a:gd name="connsiteX26" fmla="*/ 103932 w 104879"/>
                <a:gd name="connsiteY26" fmla="*/ 35461 h 92593"/>
                <a:gd name="connsiteX27" fmla="*/ 100830 w 104879"/>
                <a:gd name="connsiteY27" fmla="*/ 32031 h 92593"/>
                <a:gd name="connsiteX28" fmla="*/ 96009 w 104879"/>
                <a:gd name="connsiteY28" fmla="*/ 18417 h 92593"/>
                <a:gd name="connsiteX29" fmla="*/ 87012 w 104879"/>
                <a:gd name="connsiteY29" fmla="*/ 18516 h 92593"/>
                <a:gd name="connsiteX30" fmla="*/ 89415 w 104879"/>
                <a:gd name="connsiteY30" fmla="*/ 17765 h 92593"/>
                <a:gd name="connsiteX31" fmla="*/ 88589 w 104879"/>
                <a:gd name="connsiteY31" fmla="*/ 14837 h 92593"/>
                <a:gd name="connsiteX32" fmla="*/ 70189 w 104879"/>
                <a:gd name="connsiteY32" fmla="*/ 10182 h 92593"/>
                <a:gd name="connsiteX33" fmla="*/ 53743 w 104879"/>
                <a:gd name="connsiteY33" fmla="*/ 6503 h 92593"/>
                <a:gd name="connsiteX34" fmla="*/ 56897 w 104879"/>
                <a:gd name="connsiteY34" fmla="*/ 5301 h 92593"/>
                <a:gd name="connsiteX35" fmla="*/ 45181 w 104879"/>
                <a:gd name="connsiteY35" fmla="*/ -30 h 92593"/>
                <a:gd name="connsiteX36" fmla="*/ 38197 w 104879"/>
                <a:gd name="connsiteY36" fmla="*/ 8230 h 92593"/>
                <a:gd name="connsiteX37" fmla="*/ 24559 w 104879"/>
                <a:gd name="connsiteY37" fmla="*/ 14154 h 92593"/>
                <a:gd name="connsiteX38" fmla="*/ 23852 w 104879"/>
                <a:gd name="connsiteY38" fmla="*/ 18741 h 92593"/>
                <a:gd name="connsiteX39" fmla="*/ 11912 w 104879"/>
                <a:gd name="connsiteY39" fmla="*/ 22496 h 92593"/>
                <a:gd name="connsiteX40" fmla="*/ 11912 w 104879"/>
                <a:gd name="connsiteY40" fmla="*/ 33984 h 92593"/>
                <a:gd name="connsiteX41" fmla="*/ 1338 w 104879"/>
                <a:gd name="connsiteY41" fmla="*/ 44282 h 92593"/>
                <a:gd name="connsiteX42" fmla="*/ 8082 w 104879"/>
                <a:gd name="connsiteY42" fmla="*/ 54181 h 92593"/>
                <a:gd name="connsiteX43" fmla="*/ -29 w 104879"/>
                <a:gd name="connsiteY43" fmla="*/ 66270 h 92593"/>
                <a:gd name="connsiteX44" fmla="*/ 5078 w 104879"/>
                <a:gd name="connsiteY44" fmla="*/ 70775 h 92593"/>
                <a:gd name="connsiteX45" fmla="*/ 3726 w 104879"/>
                <a:gd name="connsiteY45" fmla="*/ 74079 h 92593"/>
                <a:gd name="connsiteX46" fmla="*/ 12588 w 104879"/>
                <a:gd name="connsiteY46" fmla="*/ 77758 h 92593"/>
                <a:gd name="connsiteX47" fmla="*/ 16117 w 104879"/>
                <a:gd name="connsiteY47" fmla="*/ 70700 h 92593"/>
                <a:gd name="connsiteX48" fmla="*/ 21750 w 104879"/>
                <a:gd name="connsiteY48" fmla="*/ 56809 h 92593"/>
                <a:gd name="connsiteX49" fmla="*/ 25430 w 104879"/>
                <a:gd name="connsiteY49" fmla="*/ 55908 h 92593"/>
                <a:gd name="connsiteX50" fmla="*/ 25430 w 104879"/>
                <a:gd name="connsiteY50" fmla="*/ 48400 h 92593"/>
                <a:gd name="connsiteX51" fmla="*/ 34742 w 104879"/>
                <a:gd name="connsiteY51" fmla="*/ 48400 h 92593"/>
                <a:gd name="connsiteX52" fmla="*/ 36019 w 104879"/>
                <a:gd name="connsiteY52" fmla="*/ 38864 h 92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104879" h="92593">
                  <a:moveTo>
                    <a:pt x="36019" y="38864"/>
                  </a:moveTo>
                  <a:cubicBezTo>
                    <a:pt x="37288" y="41750"/>
                    <a:pt x="40652" y="43062"/>
                    <a:pt x="43536" y="41795"/>
                  </a:cubicBezTo>
                  <a:cubicBezTo>
                    <a:pt x="45849" y="40780"/>
                    <a:pt x="47224" y="38366"/>
                    <a:pt x="46908" y="35861"/>
                  </a:cubicBezTo>
                  <a:cubicBezTo>
                    <a:pt x="49950" y="41144"/>
                    <a:pt x="56701" y="42964"/>
                    <a:pt x="61981" y="39923"/>
                  </a:cubicBezTo>
                  <a:cubicBezTo>
                    <a:pt x="62815" y="39446"/>
                    <a:pt x="63581" y="38863"/>
                    <a:pt x="64256" y="38188"/>
                  </a:cubicBezTo>
                  <a:cubicBezTo>
                    <a:pt x="62304" y="37663"/>
                    <a:pt x="63055" y="41267"/>
                    <a:pt x="64857" y="42093"/>
                  </a:cubicBezTo>
                  <a:cubicBezTo>
                    <a:pt x="68665" y="43861"/>
                    <a:pt x="73066" y="43861"/>
                    <a:pt x="76873" y="42093"/>
                  </a:cubicBezTo>
                  <a:cubicBezTo>
                    <a:pt x="74094" y="43669"/>
                    <a:pt x="75897" y="47874"/>
                    <a:pt x="77849" y="50352"/>
                  </a:cubicBezTo>
                  <a:lnTo>
                    <a:pt x="82581" y="56058"/>
                  </a:lnTo>
                  <a:cubicBezTo>
                    <a:pt x="80914" y="59399"/>
                    <a:pt x="82273" y="63456"/>
                    <a:pt x="85615" y="65120"/>
                  </a:cubicBezTo>
                  <a:cubicBezTo>
                    <a:pt x="87004" y="65810"/>
                    <a:pt x="88581" y="66003"/>
                    <a:pt x="90091" y="65669"/>
                  </a:cubicBezTo>
                  <a:cubicBezTo>
                    <a:pt x="87004" y="67370"/>
                    <a:pt x="85878" y="71252"/>
                    <a:pt x="87582" y="74338"/>
                  </a:cubicBezTo>
                  <a:cubicBezTo>
                    <a:pt x="87763" y="74670"/>
                    <a:pt x="87973" y="74986"/>
                    <a:pt x="88213" y="75280"/>
                  </a:cubicBezTo>
                  <a:cubicBezTo>
                    <a:pt x="85863" y="77995"/>
                    <a:pt x="84285" y="81287"/>
                    <a:pt x="83632" y="84816"/>
                  </a:cubicBezTo>
                  <a:cubicBezTo>
                    <a:pt x="85059" y="85074"/>
                    <a:pt x="86013" y="86441"/>
                    <a:pt x="85750" y="87869"/>
                  </a:cubicBezTo>
                  <a:cubicBezTo>
                    <a:pt x="85630" y="88547"/>
                    <a:pt x="85247" y="89148"/>
                    <a:pt x="84684" y="89546"/>
                  </a:cubicBezTo>
                  <a:cubicBezTo>
                    <a:pt x="86373" y="90741"/>
                    <a:pt x="88566" y="90969"/>
                    <a:pt x="90467" y="90147"/>
                  </a:cubicBezTo>
                  <a:cubicBezTo>
                    <a:pt x="89340" y="90147"/>
                    <a:pt x="89790" y="92399"/>
                    <a:pt x="90992" y="92549"/>
                  </a:cubicBezTo>
                  <a:cubicBezTo>
                    <a:pt x="92194" y="92700"/>
                    <a:pt x="93095" y="91648"/>
                    <a:pt x="93696" y="90672"/>
                  </a:cubicBezTo>
                  <a:cubicBezTo>
                    <a:pt x="95438" y="87815"/>
                    <a:pt x="95926" y="84366"/>
                    <a:pt x="95048" y="81137"/>
                  </a:cubicBezTo>
                  <a:cubicBezTo>
                    <a:pt x="98577" y="79485"/>
                    <a:pt x="99478" y="74980"/>
                    <a:pt x="99929" y="71075"/>
                  </a:cubicBezTo>
                  <a:cubicBezTo>
                    <a:pt x="99929" y="69123"/>
                    <a:pt x="100379" y="67171"/>
                    <a:pt x="100680" y="65219"/>
                  </a:cubicBezTo>
                  <a:cubicBezTo>
                    <a:pt x="101131" y="63369"/>
                    <a:pt x="101131" y="61437"/>
                    <a:pt x="100680" y="59587"/>
                  </a:cubicBezTo>
                  <a:cubicBezTo>
                    <a:pt x="100012" y="57756"/>
                    <a:pt x="98066" y="56721"/>
                    <a:pt x="96174" y="57185"/>
                  </a:cubicBezTo>
                  <a:cubicBezTo>
                    <a:pt x="99749" y="56257"/>
                    <a:pt x="101889" y="52608"/>
                    <a:pt x="100965" y="49036"/>
                  </a:cubicBezTo>
                  <a:cubicBezTo>
                    <a:pt x="100778" y="48330"/>
                    <a:pt x="100477" y="47658"/>
                    <a:pt x="100079" y="47048"/>
                  </a:cubicBezTo>
                  <a:cubicBezTo>
                    <a:pt x="104345" y="44913"/>
                    <a:pt x="106072" y="39725"/>
                    <a:pt x="103932" y="35461"/>
                  </a:cubicBezTo>
                  <a:cubicBezTo>
                    <a:pt x="103233" y="34057"/>
                    <a:pt x="102159" y="32871"/>
                    <a:pt x="100830" y="32031"/>
                  </a:cubicBezTo>
                  <a:cubicBezTo>
                    <a:pt x="103263" y="26941"/>
                    <a:pt x="101100" y="20847"/>
                    <a:pt x="96009" y="18417"/>
                  </a:cubicBezTo>
                  <a:cubicBezTo>
                    <a:pt x="93155" y="17056"/>
                    <a:pt x="89835" y="17092"/>
                    <a:pt x="87012" y="18516"/>
                  </a:cubicBezTo>
                  <a:cubicBezTo>
                    <a:pt x="87687" y="19342"/>
                    <a:pt x="89114" y="18516"/>
                    <a:pt x="89415" y="17765"/>
                  </a:cubicBezTo>
                  <a:cubicBezTo>
                    <a:pt x="89588" y="16715"/>
                    <a:pt x="89280" y="15643"/>
                    <a:pt x="88589" y="14837"/>
                  </a:cubicBezTo>
                  <a:cubicBezTo>
                    <a:pt x="84338" y="9117"/>
                    <a:pt x="76648" y="7172"/>
                    <a:pt x="70189" y="10182"/>
                  </a:cubicBezTo>
                  <a:cubicBezTo>
                    <a:pt x="66374" y="5056"/>
                    <a:pt x="59382" y="3492"/>
                    <a:pt x="53743" y="6503"/>
                  </a:cubicBezTo>
                  <a:cubicBezTo>
                    <a:pt x="54944" y="6991"/>
                    <a:pt x="56326" y="6467"/>
                    <a:pt x="56897" y="5301"/>
                  </a:cubicBezTo>
                  <a:cubicBezTo>
                    <a:pt x="53840" y="2062"/>
                    <a:pt x="49635" y="148"/>
                    <a:pt x="45181" y="-30"/>
                  </a:cubicBezTo>
                  <a:cubicBezTo>
                    <a:pt x="40975" y="-30"/>
                    <a:pt x="36770" y="4250"/>
                    <a:pt x="38197" y="8230"/>
                  </a:cubicBezTo>
                  <a:cubicBezTo>
                    <a:pt x="32797" y="6101"/>
                    <a:pt x="26692" y="8753"/>
                    <a:pt x="24559" y="14154"/>
                  </a:cubicBezTo>
                  <a:cubicBezTo>
                    <a:pt x="23988" y="15612"/>
                    <a:pt x="23748" y="17179"/>
                    <a:pt x="23852" y="18741"/>
                  </a:cubicBezTo>
                  <a:cubicBezTo>
                    <a:pt x="19519" y="18196"/>
                    <a:pt x="15156" y="19567"/>
                    <a:pt x="11912" y="22496"/>
                  </a:cubicBezTo>
                  <a:cubicBezTo>
                    <a:pt x="8772" y="25681"/>
                    <a:pt x="8772" y="30798"/>
                    <a:pt x="11912" y="33984"/>
                  </a:cubicBezTo>
                  <a:cubicBezTo>
                    <a:pt x="6144" y="33908"/>
                    <a:pt x="1413" y="38519"/>
                    <a:pt x="1338" y="44282"/>
                  </a:cubicBezTo>
                  <a:cubicBezTo>
                    <a:pt x="1278" y="48672"/>
                    <a:pt x="3974" y="52629"/>
                    <a:pt x="8082" y="54181"/>
                  </a:cubicBezTo>
                  <a:cubicBezTo>
                    <a:pt x="4004" y="57098"/>
                    <a:pt x="1120" y="61392"/>
                    <a:pt x="-29" y="66270"/>
                  </a:cubicBezTo>
                  <a:cubicBezTo>
                    <a:pt x="1315" y="68132"/>
                    <a:pt x="3065" y="69671"/>
                    <a:pt x="5078" y="70775"/>
                  </a:cubicBezTo>
                  <a:cubicBezTo>
                    <a:pt x="3861" y="71380"/>
                    <a:pt x="3283" y="72794"/>
                    <a:pt x="3726" y="74079"/>
                  </a:cubicBezTo>
                  <a:cubicBezTo>
                    <a:pt x="6099" y="76391"/>
                    <a:pt x="9276" y="77707"/>
                    <a:pt x="12588" y="77758"/>
                  </a:cubicBezTo>
                  <a:cubicBezTo>
                    <a:pt x="15892" y="77758"/>
                    <a:pt x="18521" y="72952"/>
                    <a:pt x="16117" y="70700"/>
                  </a:cubicBezTo>
                  <a:cubicBezTo>
                    <a:pt x="21202" y="68124"/>
                    <a:pt x="23605" y="62196"/>
                    <a:pt x="21750" y="56809"/>
                  </a:cubicBezTo>
                  <a:lnTo>
                    <a:pt x="25430" y="55908"/>
                  </a:lnTo>
                  <a:cubicBezTo>
                    <a:pt x="27007" y="53430"/>
                    <a:pt x="27983" y="49151"/>
                    <a:pt x="25430" y="48400"/>
                  </a:cubicBezTo>
                  <a:cubicBezTo>
                    <a:pt x="28156" y="50556"/>
                    <a:pt x="32016" y="50556"/>
                    <a:pt x="34742" y="48400"/>
                  </a:cubicBezTo>
                  <a:cubicBezTo>
                    <a:pt x="37416" y="45947"/>
                    <a:pt x="37957" y="41933"/>
                    <a:pt x="36019" y="38864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6" name="Content Placeholder 4">
              <a:extLst>
                <a:ext uri="{FF2B5EF4-FFF2-40B4-BE49-F238E27FC236}">
                  <a16:creationId xmlns:a16="http://schemas.microsoft.com/office/drawing/2014/main" id="{11D31D93-117B-A34D-161D-D1DE5D7175E6}"/>
                </a:ext>
              </a:extLst>
            </p:cNvPr>
            <p:cNvSpPr/>
            <p:nvPr/>
          </p:nvSpPr>
          <p:spPr>
            <a:xfrm>
              <a:off x="7281278" y="578543"/>
              <a:ext cx="99205" cy="59440"/>
            </a:xfrm>
            <a:custGeom>
              <a:avLst/>
              <a:gdLst>
                <a:gd name="connsiteX0" fmla="*/ 92757 w 99205"/>
                <a:gd name="connsiteY0" fmla="*/ 39737 h 59440"/>
                <a:gd name="connsiteX1" fmla="*/ 92382 w 99205"/>
                <a:gd name="connsiteY1" fmla="*/ 48071 h 59440"/>
                <a:gd name="connsiteX2" fmla="*/ 82394 w 99205"/>
                <a:gd name="connsiteY2" fmla="*/ 47170 h 59440"/>
                <a:gd name="connsiteX3" fmla="*/ 84196 w 99205"/>
                <a:gd name="connsiteY3" fmla="*/ 50663 h 59440"/>
                <a:gd name="connsiteX4" fmla="*/ 83896 w 99205"/>
                <a:gd name="connsiteY4" fmla="*/ 51300 h 59440"/>
                <a:gd name="connsiteX5" fmla="*/ 69852 w 99205"/>
                <a:gd name="connsiteY5" fmla="*/ 48522 h 59440"/>
                <a:gd name="connsiteX6" fmla="*/ 71654 w 99205"/>
                <a:gd name="connsiteY6" fmla="*/ 50850 h 59440"/>
                <a:gd name="connsiteX7" fmla="*/ 68650 w 99205"/>
                <a:gd name="connsiteY7" fmla="*/ 52727 h 59440"/>
                <a:gd name="connsiteX8" fmla="*/ 58137 w 99205"/>
                <a:gd name="connsiteY8" fmla="*/ 48297 h 59440"/>
                <a:gd name="connsiteX9" fmla="*/ 61066 w 99205"/>
                <a:gd name="connsiteY9" fmla="*/ 54529 h 59440"/>
                <a:gd name="connsiteX10" fmla="*/ 52429 w 99205"/>
                <a:gd name="connsiteY10" fmla="*/ 55580 h 59440"/>
                <a:gd name="connsiteX11" fmla="*/ 50401 w 99205"/>
                <a:gd name="connsiteY11" fmla="*/ 54003 h 59440"/>
                <a:gd name="connsiteX12" fmla="*/ 52662 w 99205"/>
                <a:gd name="connsiteY12" fmla="*/ 56820 h 59440"/>
                <a:gd name="connsiteX13" fmla="*/ 52279 w 99205"/>
                <a:gd name="connsiteY13" fmla="*/ 57908 h 59440"/>
                <a:gd name="connsiteX14" fmla="*/ 47472 w 99205"/>
                <a:gd name="connsiteY14" fmla="*/ 59034 h 59440"/>
                <a:gd name="connsiteX15" fmla="*/ 43717 w 99205"/>
                <a:gd name="connsiteY15" fmla="*/ 55430 h 59440"/>
                <a:gd name="connsiteX16" fmla="*/ 43717 w 99205"/>
                <a:gd name="connsiteY16" fmla="*/ 58433 h 59440"/>
                <a:gd name="connsiteX17" fmla="*/ 36958 w 99205"/>
                <a:gd name="connsiteY17" fmla="*/ 52351 h 59440"/>
                <a:gd name="connsiteX18" fmla="*/ 37859 w 99205"/>
                <a:gd name="connsiteY18" fmla="*/ 51375 h 59440"/>
                <a:gd name="connsiteX19" fmla="*/ 29523 w 99205"/>
                <a:gd name="connsiteY19" fmla="*/ 43041 h 59440"/>
                <a:gd name="connsiteX20" fmla="*/ 21037 w 99205"/>
                <a:gd name="connsiteY20" fmla="*/ 40788 h 59440"/>
                <a:gd name="connsiteX21" fmla="*/ 14729 w 99205"/>
                <a:gd name="connsiteY21" fmla="*/ 38911 h 59440"/>
                <a:gd name="connsiteX22" fmla="*/ 10298 w 99205"/>
                <a:gd name="connsiteY22" fmla="*/ 40413 h 59440"/>
                <a:gd name="connsiteX23" fmla="*/ 6693 w 99205"/>
                <a:gd name="connsiteY23" fmla="*/ 36959 h 59440"/>
                <a:gd name="connsiteX24" fmla="*/ 6693 w 99205"/>
                <a:gd name="connsiteY24" fmla="*/ 34631 h 59440"/>
                <a:gd name="connsiteX25" fmla="*/ 8420 w 99205"/>
                <a:gd name="connsiteY25" fmla="*/ 34631 h 59440"/>
                <a:gd name="connsiteX26" fmla="*/ 910 w 99205"/>
                <a:gd name="connsiteY26" fmla="*/ 27123 h 59440"/>
                <a:gd name="connsiteX27" fmla="*/ 4064 w 99205"/>
                <a:gd name="connsiteY27" fmla="*/ 28549 h 59440"/>
                <a:gd name="connsiteX28" fmla="*/ 24 w 99205"/>
                <a:gd name="connsiteY28" fmla="*/ 23084 h 59440"/>
                <a:gd name="connsiteX29" fmla="*/ 159 w 99205"/>
                <a:gd name="connsiteY29" fmla="*/ 22468 h 59440"/>
                <a:gd name="connsiteX30" fmla="*/ 6333 w 99205"/>
                <a:gd name="connsiteY30" fmla="*/ 19881 h 59440"/>
                <a:gd name="connsiteX31" fmla="*/ 6994 w 99205"/>
                <a:gd name="connsiteY31" fmla="*/ 20215 h 59440"/>
                <a:gd name="connsiteX32" fmla="*/ 5191 w 99205"/>
                <a:gd name="connsiteY32" fmla="*/ 13533 h 59440"/>
                <a:gd name="connsiteX33" fmla="*/ 8195 w 99205"/>
                <a:gd name="connsiteY33" fmla="*/ 12782 h 59440"/>
                <a:gd name="connsiteX34" fmla="*/ 6790 w 99205"/>
                <a:gd name="connsiteY34" fmla="*/ 6676 h 59440"/>
                <a:gd name="connsiteX35" fmla="*/ 8195 w 99205"/>
                <a:gd name="connsiteY35" fmla="*/ 5273 h 59440"/>
                <a:gd name="connsiteX36" fmla="*/ 14729 w 99205"/>
                <a:gd name="connsiteY36" fmla="*/ 7818 h 59440"/>
                <a:gd name="connsiteX37" fmla="*/ 15104 w 99205"/>
                <a:gd name="connsiteY37" fmla="*/ 9178 h 59440"/>
                <a:gd name="connsiteX38" fmla="*/ 13903 w 99205"/>
                <a:gd name="connsiteY38" fmla="*/ 3245 h 59440"/>
                <a:gd name="connsiteX39" fmla="*/ 15104 w 99205"/>
                <a:gd name="connsiteY39" fmla="*/ 2045 h 59440"/>
                <a:gd name="connsiteX40" fmla="*/ 20624 w 99205"/>
                <a:gd name="connsiteY40" fmla="*/ 4257 h 59440"/>
                <a:gd name="connsiteX41" fmla="*/ 20962 w 99205"/>
                <a:gd name="connsiteY41" fmla="*/ 6024 h 59440"/>
                <a:gd name="connsiteX42" fmla="*/ 25926 w 99205"/>
                <a:gd name="connsiteY42" fmla="*/ 3605 h 59440"/>
                <a:gd name="connsiteX43" fmla="*/ 28472 w 99205"/>
                <a:gd name="connsiteY43" fmla="*/ 6475 h 59440"/>
                <a:gd name="connsiteX44" fmla="*/ 32678 w 99205"/>
                <a:gd name="connsiteY44" fmla="*/ 1219 h 59440"/>
                <a:gd name="connsiteX45" fmla="*/ 35756 w 99205"/>
                <a:gd name="connsiteY45" fmla="*/ 5574 h 59440"/>
                <a:gd name="connsiteX46" fmla="*/ 41840 w 99205"/>
                <a:gd name="connsiteY46" fmla="*/ 17 h 59440"/>
                <a:gd name="connsiteX47" fmla="*/ 49875 w 99205"/>
                <a:gd name="connsiteY47" fmla="*/ 5423 h 59440"/>
                <a:gd name="connsiteX48" fmla="*/ 54081 w 99205"/>
                <a:gd name="connsiteY48" fmla="*/ 2045 h 59440"/>
                <a:gd name="connsiteX49" fmla="*/ 57761 w 99205"/>
                <a:gd name="connsiteY49" fmla="*/ 5874 h 59440"/>
                <a:gd name="connsiteX50" fmla="*/ 57724 w 99205"/>
                <a:gd name="connsiteY50" fmla="*/ 1626 h 59440"/>
                <a:gd name="connsiteX51" fmla="*/ 61974 w 99205"/>
                <a:gd name="connsiteY51" fmla="*/ 1589 h 59440"/>
                <a:gd name="connsiteX52" fmla="*/ 62868 w 99205"/>
                <a:gd name="connsiteY52" fmla="*/ 3847 h 59440"/>
                <a:gd name="connsiteX53" fmla="*/ 71369 w 99205"/>
                <a:gd name="connsiteY53" fmla="*/ 1509 h 59440"/>
                <a:gd name="connsiteX54" fmla="*/ 74508 w 99205"/>
                <a:gd name="connsiteY54" fmla="*/ 6550 h 59440"/>
                <a:gd name="connsiteX55" fmla="*/ 77963 w 99205"/>
                <a:gd name="connsiteY55" fmla="*/ 3396 h 59440"/>
                <a:gd name="connsiteX56" fmla="*/ 82995 w 99205"/>
                <a:gd name="connsiteY56" fmla="*/ 4072 h 59440"/>
                <a:gd name="connsiteX57" fmla="*/ 88101 w 99205"/>
                <a:gd name="connsiteY57" fmla="*/ 7075 h 59440"/>
                <a:gd name="connsiteX58" fmla="*/ 86149 w 99205"/>
                <a:gd name="connsiteY58" fmla="*/ 11505 h 59440"/>
                <a:gd name="connsiteX59" fmla="*/ 93659 w 99205"/>
                <a:gd name="connsiteY59" fmla="*/ 13683 h 59440"/>
                <a:gd name="connsiteX60" fmla="*/ 90955 w 99205"/>
                <a:gd name="connsiteY60" fmla="*/ 18864 h 59440"/>
                <a:gd name="connsiteX61" fmla="*/ 98916 w 99205"/>
                <a:gd name="connsiteY61" fmla="*/ 22993 h 59440"/>
                <a:gd name="connsiteX62" fmla="*/ 94184 w 99205"/>
                <a:gd name="connsiteY62" fmla="*/ 29300 h 59440"/>
                <a:gd name="connsiteX63" fmla="*/ 98690 w 99205"/>
                <a:gd name="connsiteY63" fmla="*/ 35007 h 59440"/>
                <a:gd name="connsiteX64" fmla="*/ 92757 w 99205"/>
                <a:gd name="connsiteY64" fmla="*/ 39737 h 59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99205" h="59440">
                  <a:moveTo>
                    <a:pt x="92757" y="39737"/>
                  </a:moveTo>
                  <a:cubicBezTo>
                    <a:pt x="96062" y="40938"/>
                    <a:pt x="95386" y="46344"/>
                    <a:pt x="92382" y="48071"/>
                  </a:cubicBezTo>
                  <a:cubicBezTo>
                    <a:pt x="89100" y="49388"/>
                    <a:pt x="85390" y="49053"/>
                    <a:pt x="82394" y="47170"/>
                  </a:cubicBezTo>
                  <a:cubicBezTo>
                    <a:pt x="83858" y="47638"/>
                    <a:pt x="84662" y="49202"/>
                    <a:pt x="84196" y="50663"/>
                  </a:cubicBezTo>
                  <a:cubicBezTo>
                    <a:pt x="84121" y="50887"/>
                    <a:pt x="84023" y="51101"/>
                    <a:pt x="83896" y="51300"/>
                  </a:cubicBezTo>
                  <a:cubicBezTo>
                    <a:pt x="79037" y="52555"/>
                    <a:pt x="73870" y="51533"/>
                    <a:pt x="69852" y="48522"/>
                  </a:cubicBezTo>
                  <a:cubicBezTo>
                    <a:pt x="71053" y="48071"/>
                    <a:pt x="72180" y="49723"/>
                    <a:pt x="71654" y="50850"/>
                  </a:cubicBezTo>
                  <a:cubicBezTo>
                    <a:pt x="71076" y="51980"/>
                    <a:pt x="69919" y="52701"/>
                    <a:pt x="68650" y="52727"/>
                  </a:cubicBezTo>
                  <a:cubicBezTo>
                    <a:pt x="64588" y="53369"/>
                    <a:pt x="60510" y="51652"/>
                    <a:pt x="58137" y="48297"/>
                  </a:cubicBezTo>
                  <a:cubicBezTo>
                    <a:pt x="61066" y="47396"/>
                    <a:pt x="63093" y="52201"/>
                    <a:pt x="61066" y="54529"/>
                  </a:cubicBezTo>
                  <a:cubicBezTo>
                    <a:pt x="58707" y="56681"/>
                    <a:pt x="55238" y="57102"/>
                    <a:pt x="52429" y="55580"/>
                  </a:cubicBezTo>
                  <a:cubicBezTo>
                    <a:pt x="51557" y="55366"/>
                    <a:pt x="50822" y="54792"/>
                    <a:pt x="50401" y="54003"/>
                  </a:cubicBezTo>
                  <a:cubicBezTo>
                    <a:pt x="51805" y="54157"/>
                    <a:pt x="52812" y="55418"/>
                    <a:pt x="52662" y="56820"/>
                  </a:cubicBezTo>
                  <a:cubicBezTo>
                    <a:pt x="52617" y="57207"/>
                    <a:pt x="52489" y="57579"/>
                    <a:pt x="52279" y="57908"/>
                  </a:cubicBezTo>
                  <a:cubicBezTo>
                    <a:pt x="51129" y="59351"/>
                    <a:pt x="49140" y="59817"/>
                    <a:pt x="47472" y="59034"/>
                  </a:cubicBezTo>
                  <a:cubicBezTo>
                    <a:pt x="45895" y="58224"/>
                    <a:pt x="44588" y="56971"/>
                    <a:pt x="43717" y="55430"/>
                  </a:cubicBezTo>
                  <a:cubicBezTo>
                    <a:pt x="44123" y="56389"/>
                    <a:pt x="44123" y="57474"/>
                    <a:pt x="43717" y="58433"/>
                  </a:cubicBezTo>
                  <a:cubicBezTo>
                    <a:pt x="40353" y="58155"/>
                    <a:pt x="37589" y="55667"/>
                    <a:pt x="36958" y="52351"/>
                  </a:cubicBezTo>
                  <a:cubicBezTo>
                    <a:pt x="36433" y="51901"/>
                    <a:pt x="37334" y="50850"/>
                    <a:pt x="37859" y="51375"/>
                  </a:cubicBezTo>
                  <a:cubicBezTo>
                    <a:pt x="34315" y="49484"/>
                    <a:pt x="31416" y="46583"/>
                    <a:pt x="29523" y="43041"/>
                  </a:cubicBezTo>
                  <a:cubicBezTo>
                    <a:pt x="26542" y="44624"/>
                    <a:pt x="22839" y="43641"/>
                    <a:pt x="21037" y="40788"/>
                  </a:cubicBezTo>
                  <a:cubicBezTo>
                    <a:pt x="18754" y="41166"/>
                    <a:pt x="16433" y="40474"/>
                    <a:pt x="14729" y="38911"/>
                  </a:cubicBezTo>
                  <a:cubicBezTo>
                    <a:pt x="13782" y="40383"/>
                    <a:pt x="11943" y="41006"/>
                    <a:pt x="10298" y="40413"/>
                  </a:cubicBezTo>
                  <a:cubicBezTo>
                    <a:pt x="8683" y="39784"/>
                    <a:pt x="7391" y="38542"/>
                    <a:pt x="6693" y="36959"/>
                  </a:cubicBezTo>
                  <a:cubicBezTo>
                    <a:pt x="6280" y="36239"/>
                    <a:pt x="6280" y="35351"/>
                    <a:pt x="6693" y="34631"/>
                  </a:cubicBezTo>
                  <a:cubicBezTo>
                    <a:pt x="6693" y="33956"/>
                    <a:pt x="8420" y="34106"/>
                    <a:pt x="8420" y="34631"/>
                  </a:cubicBezTo>
                  <a:cubicBezTo>
                    <a:pt x="4440" y="34253"/>
                    <a:pt x="1286" y="31102"/>
                    <a:pt x="910" y="27123"/>
                  </a:cubicBezTo>
                  <a:cubicBezTo>
                    <a:pt x="2120" y="27114"/>
                    <a:pt x="3276" y="27635"/>
                    <a:pt x="4064" y="28549"/>
                  </a:cubicBezTo>
                  <a:cubicBezTo>
                    <a:pt x="1436" y="28155"/>
                    <a:pt x="-367" y="25708"/>
                    <a:pt x="24" y="23084"/>
                  </a:cubicBezTo>
                  <a:cubicBezTo>
                    <a:pt x="54" y="22876"/>
                    <a:pt x="99" y="22670"/>
                    <a:pt x="159" y="22468"/>
                  </a:cubicBezTo>
                  <a:cubicBezTo>
                    <a:pt x="1151" y="20050"/>
                    <a:pt x="3914" y="18891"/>
                    <a:pt x="6333" y="19881"/>
                  </a:cubicBezTo>
                  <a:cubicBezTo>
                    <a:pt x="6558" y="19975"/>
                    <a:pt x="6783" y="20087"/>
                    <a:pt x="6994" y="20215"/>
                  </a:cubicBezTo>
                  <a:cubicBezTo>
                    <a:pt x="5341" y="18414"/>
                    <a:pt x="4665" y="15920"/>
                    <a:pt x="5191" y="13533"/>
                  </a:cubicBezTo>
                  <a:lnTo>
                    <a:pt x="8195" y="12782"/>
                  </a:lnTo>
                  <a:cubicBezTo>
                    <a:pt x="6122" y="11483"/>
                    <a:pt x="5491" y="8749"/>
                    <a:pt x="6790" y="6676"/>
                  </a:cubicBezTo>
                  <a:cubicBezTo>
                    <a:pt x="7151" y="6108"/>
                    <a:pt x="7624" y="5628"/>
                    <a:pt x="8195" y="5273"/>
                  </a:cubicBezTo>
                  <a:cubicBezTo>
                    <a:pt x="10703" y="4172"/>
                    <a:pt x="13625" y="5312"/>
                    <a:pt x="14729" y="7818"/>
                  </a:cubicBezTo>
                  <a:cubicBezTo>
                    <a:pt x="14916" y="8250"/>
                    <a:pt x="15044" y="8708"/>
                    <a:pt x="15104" y="9178"/>
                  </a:cubicBezTo>
                  <a:cubicBezTo>
                    <a:pt x="13137" y="7871"/>
                    <a:pt x="12596" y="5215"/>
                    <a:pt x="13903" y="3245"/>
                  </a:cubicBezTo>
                  <a:cubicBezTo>
                    <a:pt x="14218" y="2769"/>
                    <a:pt x="14631" y="2361"/>
                    <a:pt x="15104" y="2045"/>
                  </a:cubicBezTo>
                  <a:cubicBezTo>
                    <a:pt x="17237" y="1132"/>
                    <a:pt x="19708" y="2122"/>
                    <a:pt x="20624" y="4257"/>
                  </a:cubicBezTo>
                  <a:cubicBezTo>
                    <a:pt x="20864" y="4815"/>
                    <a:pt x="20977" y="5417"/>
                    <a:pt x="20962" y="6024"/>
                  </a:cubicBezTo>
                  <a:cubicBezTo>
                    <a:pt x="21668" y="3986"/>
                    <a:pt x="23891" y="2902"/>
                    <a:pt x="25926" y="3605"/>
                  </a:cubicBezTo>
                  <a:cubicBezTo>
                    <a:pt x="27218" y="4050"/>
                    <a:pt x="28186" y="5138"/>
                    <a:pt x="28472" y="6475"/>
                  </a:cubicBezTo>
                  <a:cubicBezTo>
                    <a:pt x="28727" y="4052"/>
                    <a:pt x="30372" y="1998"/>
                    <a:pt x="32678" y="1219"/>
                  </a:cubicBezTo>
                  <a:cubicBezTo>
                    <a:pt x="35006" y="768"/>
                    <a:pt x="37409" y="3922"/>
                    <a:pt x="35756" y="5574"/>
                  </a:cubicBezTo>
                  <a:cubicBezTo>
                    <a:pt x="34781" y="2420"/>
                    <a:pt x="38610" y="-433"/>
                    <a:pt x="41840" y="17"/>
                  </a:cubicBezTo>
                  <a:cubicBezTo>
                    <a:pt x="45054" y="851"/>
                    <a:pt x="47893" y="2758"/>
                    <a:pt x="49875" y="5423"/>
                  </a:cubicBezTo>
                  <a:cubicBezTo>
                    <a:pt x="50243" y="3411"/>
                    <a:pt x="52038" y="1973"/>
                    <a:pt x="54081" y="2045"/>
                  </a:cubicBezTo>
                  <a:cubicBezTo>
                    <a:pt x="56086" y="2229"/>
                    <a:pt x="57656" y="3860"/>
                    <a:pt x="57761" y="5874"/>
                  </a:cubicBezTo>
                  <a:cubicBezTo>
                    <a:pt x="56574" y="4712"/>
                    <a:pt x="56559" y="2810"/>
                    <a:pt x="57724" y="1626"/>
                  </a:cubicBezTo>
                  <a:cubicBezTo>
                    <a:pt x="58887" y="443"/>
                    <a:pt x="60787" y="427"/>
                    <a:pt x="61974" y="1589"/>
                  </a:cubicBezTo>
                  <a:cubicBezTo>
                    <a:pt x="62575" y="2181"/>
                    <a:pt x="62898" y="3001"/>
                    <a:pt x="62868" y="3847"/>
                  </a:cubicBezTo>
                  <a:cubicBezTo>
                    <a:pt x="64573" y="855"/>
                    <a:pt x="68372" y="-191"/>
                    <a:pt x="71369" y="1509"/>
                  </a:cubicBezTo>
                  <a:cubicBezTo>
                    <a:pt x="73201" y="2551"/>
                    <a:pt x="74380" y="4447"/>
                    <a:pt x="74508" y="6550"/>
                  </a:cubicBezTo>
                  <a:cubicBezTo>
                    <a:pt x="74831" y="4849"/>
                    <a:pt x="76235" y="3565"/>
                    <a:pt x="77963" y="3396"/>
                  </a:cubicBezTo>
                  <a:cubicBezTo>
                    <a:pt x="79668" y="3246"/>
                    <a:pt x="81388" y="3476"/>
                    <a:pt x="82995" y="4072"/>
                  </a:cubicBezTo>
                  <a:cubicBezTo>
                    <a:pt x="85000" y="4427"/>
                    <a:pt x="86817" y="5493"/>
                    <a:pt x="88101" y="7075"/>
                  </a:cubicBezTo>
                  <a:cubicBezTo>
                    <a:pt x="89153" y="8727"/>
                    <a:pt x="88101" y="11655"/>
                    <a:pt x="86149" y="11505"/>
                  </a:cubicBezTo>
                  <a:cubicBezTo>
                    <a:pt x="88852" y="11095"/>
                    <a:pt x="91593" y="11890"/>
                    <a:pt x="93659" y="13683"/>
                  </a:cubicBezTo>
                  <a:cubicBezTo>
                    <a:pt x="95311" y="15710"/>
                    <a:pt x="93659" y="19915"/>
                    <a:pt x="90955" y="18864"/>
                  </a:cubicBezTo>
                  <a:cubicBezTo>
                    <a:pt x="94229" y="18331"/>
                    <a:pt x="97466" y="20010"/>
                    <a:pt x="98916" y="22993"/>
                  </a:cubicBezTo>
                  <a:cubicBezTo>
                    <a:pt x="100042" y="25997"/>
                    <a:pt x="97338" y="30051"/>
                    <a:pt x="94184" y="29300"/>
                  </a:cubicBezTo>
                  <a:cubicBezTo>
                    <a:pt x="96933" y="29758"/>
                    <a:pt x="98885" y="32228"/>
                    <a:pt x="98690" y="35007"/>
                  </a:cubicBezTo>
                  <a:cubicBezTo>
                    <a:pt x="98300" y="37918"/>
                    <a:pt x="95686" y="40004"/>
                    <a:pt x="92757" y="39737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7" name="Content Placeholder 4">
              <a:extLst>
                <a:ext uri="{FF2B5EF4-FFF2-40B4-BE49-F238E27FC236}">
                  <a16:creationId xmlns:a16="http://schemas.microsoft.com/office/drawing/2014/main" id="{7D72031B-4FC0-9C4C-F7C1-21C7A78B456A}"/>
                </a:ext>
              </a:extLst>
            </p:cNvPr>
            <p:cNvSpPr/>
            <p:nvPr/>
          </p:nvSpPr>
          <p:spPr>
            <a:xfrm>
              <a:off x="7375567" y="782444"/>
              <a:ext cx="750" cy="1726"/>
            </a:xfrm>
            <a:custGeom>
              <a:avLst/>
              <a:gdLst>
                <a:gd name="connsiteX0" fmla="*/ -29 w 750"/>
                <a:gd name="connsiteY0" fmla="*/ -30 h 1726"/>
                <a:gd name="connsiteX1" fmla="*/ 722 w 750"/>
                <a:gd name="connsiteY1" fmla="*/ 1697 h 1726"/>
                <a:gd name="connsiteX2" fmla="*/ 722 w 750"/>
                <a:gd name="connsiteY2" fmla="*/ 1697 h 1726"/>
                <a:gd name="connsiteX3" fmla="*/ -29 w 750"/>
                <a:gd name="connsiteY3" fmla="*/ -30 h 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0" h="1726">
                  <a:moveTo>
                    <a:pt x="-29" y="-30"/>
                  </a:moveTo>
                  <a:lnTo>
                    <a:pt x="722" y="1697"/>
                  </a:lnTo>
                  <a:lnTo>
                    <a:pt x="722" y="1697"/>
                  </a:lnTo>
                  <a:cubicBezTo>
                    <a:pt x="497" y="1172"/>
                    <a:pt x="196" y="571"/>
                    <a:pt x="-29" y="-30"/>
                  </a:cubicBezTo>
                  <a:close/>
                </a:path>
              </a:pathLst>
            </a:custGeom>
            <a:solidFill>
              <a:srgbClr val="B79A7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8" name="Content Placeholder 4">
              <a:extLst>
                <a:ext uri="{FF2B5EF4-FFF2-40B4-BE49-F238E27FC236}">
                  <a16:creationId xmlns:a16="http://schemas.microsoft.com/office/drawing/2014/main" id="{07BB9F8D-E770-A874-1013-B1B81D36B13D}"/>
                </a:ext>
              </a:extLst>
            </p:cNvPr>
            <p:cNvSpPr/>
            <p:nvPr/>
          </p:nvSpPr>
          <p:spPr>
            <a:xfrm>
              <a:off x="7275827" y="1281674"/>
              <a:ext cx="52437" cy="30871"/>
            </a:xfrm>
            <a:custGeom>
              <a:avLst/>
              <a:gdLst>
                <a:gd name="connsiteX0" fmla="*/ 52398 w 52437"/>
                <a:gd name="connsiteY0" fmla="*/ 14094 h 30871"/>
                <a:gd name="connsiteX1" fmla="*/ 52398 w 52437"/>
                <a:gd name="connsiteY1" fmla="*/ 1630 h 30871"/>
                <a:gd name="connsiteX2" fmla="*/ 29868 w 52437"/>
                <a:gd name="connsiteY2" fmla="*/ 3132 h 30871"/>
                <a:gd name="connsiteX3" fmla="*/ 28140 w 52437"/>
                <a:gd name="connsiteY3" fmla="*/ 2606 h 30871"/>
                <a:gd name="connsiteX4" fmla="*/ 6737 w 52437"/>
                <a:gd name="connsiteY4" fmla="*/ 16121 h 30871"/>
                <a:gd name="connsiteX5" fmla="*/ 1705 w 52437"/>
                <a:gd name="connsiteY5" fmla="*/ 18899 h 30871"/>
                <a:gd name="connsiteX6" fmla="*/ 2607 w 52437"/>
                <a:gd name="connsiteY6" fmla="*/ 29411 h 30871"/>
                <a:gd name="connsiteX7" fmla="*/ 13571 w 52437"/>
                <a:gd name="connsiteY7" fmla="*/ 30012 h 30871"/>
                <a:gd name="connsiteX8" fmla="*/ 44888 w 52437"/>
                <a:gd name="connsiteY8" fmla="*/ 23104 h 30871"/>
                <a:gd name="connsiteX9" fmla="*/ 50144 w 52437"/>
                <a:gd name="connsiteY9" fmla="*/ 20777 h 30871"/>
                <a:gd name="connsiteX10" fmla="*/ 52398 w 52437"/>
                <a:gd name="connsiteY10" fmla="*/ 14094 h 30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437" h="30871">
                  <a:moveTo>
                    <a:pt x="52398" y="14094"/>
                  </a:moveTo>
                  <a:cubicBezTo>
                    <a:pt x="52398" y="9965"/>
                    <a:pt x="52398" y="5760"/>
                    <a:pt x="52398" y="1630"/>
                  </a:cubicBezTo>
                  <a:cubicBezTo>
                    <a:pt x="45008" y="-1020"/>
                    <a:pt x="36844" y="-480"/>
                    <a:pt x="29868" y="3132"/>
                  </a:cubicBezTo>
                  <a:cubicBezTo>
                    <a:pt x="29117" y="3132"/>
                    <a:pt x="27765" y="3132"/>
                    <a:pt x="28140" y="2606"/>
                  </a:cubicBezTo>
                  <a:cubicBezTo>
                    <a:pt x="21824" y="8290"/>
                    <a:pt x="14585" y="12863"/>
                    <a:pt x="6737" y="16121"/>
                  </a:cubicBezTo>
                  <a:cubicBezTo>
                    <a:pt x="4897" y="16715"/>
                    <a:pt x="3185" y="17661"/>
                    <a:pt x="1705" y="18899"/>
                  </a:cubicBezTo>
                  <a:cubicBezTo>
                    <a:pt x="-923" y="22061"/>
                    <a:pt x="-518" y="26746"/>
                    <a:pt x="2607" y="29411"/>
                  </a:cubicBezTo>
                  <a:cubicBezTo>
                    <a:pt x="6031" y="31086"/>
                    <a:pt x="9989" y="31296"/>
                    <a:pt x="13571" y="30012"/>
                  </a:cubicBezTo>
                  <a:lnTo>
                    <a:pt x="44888" y="23104"/>
                  </a:lnTo>
                  <a:cubicBezTo>
                    <a:pt x="46840" y="22894"/>
                    <a:pt x="48680" y="22083"/>
                    <a:pt x="50144" y="20777"/>
                  </a:cubicBezTo>
                  <a:cubicBezTo>
                    <a:pt x="51707" y="18915"/>
                    <a:pt x="52510" y="16527"/>
                    <a:pt x="52398" y="14094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9" name="Content Placeholder 4">
              <a:extLst>
                <a:ext uri="{FF2B5EF4-FFF2-40B4-BE49-F238E27FC236}">
                  <a16:creationId xmlns:a16="http://schemas.microsoft.com/office/drawing/2014/main" id="{A72C1400-0010-E5D7-22E3-C9CD35154736}"/>
                </a:ext>
              </a:extLst>
            </p:cNvPr>
            <p:cNvSpPr/>
            <p:nvPr/>
          </p:nvSpPr>
          <p:spPr>
            <a:xfrm>
              <a:off x="7355362" y="1271020"/>
              <a:ext cx="46299" cy="44260"/>
            </a:xfrm>
            <a:custGeom>
              <a:avLst/>
              <a:gdLst>
                <a:gd name="connsiteX0" fmla="*/ 45334 w 46299"/>
                <a:gd name="connsiteY0" fmla="*/ 11608 h 44260"/>
                <a:gd name="connsiteX1" fmla="*/ 40829 w 46299"/>
                <a:gd name="connsiteY1" fmla="*/ -30 h 44260"/>
                <a:gd name="connsiteX2" fmla="*/ 20777 w 46299"/>
                <a:gd name="connsiteY2" fmla="*/ 9731 h 44260"/>
                <a:gd name="connsiteX3" fmla="*/ 18974 w 46299"/>
                <a:gd name="connsiteY3" fmla="*/ 9731 h 44260"/>
                <a:gd name="connsiteX4" fmla="*/ 3954 w 46299"/>
                <a:gd name="connsiteY4" fmla="*/ 30304 h 44260"/>
                <a:gd name="connsiteX5" fmla="*/ 350 w 46299"/>
                <a:gd name="connsiteY5" fmla="*/ 34734 h 44260"/>
                <a:gd name="connsiteX6" fmla="*/ 5081 w 46299"/>
                <a:gd name="connsiteY6" fmla="*/ 44195 h 44260"/>
                <a:gd name="connsiteX7" fmla="*/ 15445 w 46299"/>
                <a:gd name="connsiteY7" fmla="*/ 40666 h 44260"/>
                <a:gd name="connsiteX8" fmla="*/ 41955 w 46299"/>
                <a:gd name="connsiteY8" fmla="*/ 22571 h 44260"/>
                <a:gd name="connsiteX9" fmla="*/ 45935 w 46299"/>
                <a:gd name="connsiteY9" fmla="*/ 18441 h 44260"/>
                <a:gd name="connsiteX10" fmla="*/ 45334 w 46299"/>
                <a:gd name="connsiteY10" fmla="*/ 11608 h 44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99" h="44260">
                  <a:moveTo>
                    <a:pt x="45334" y="11608"/>
                  </a:moveTo>
                  <a:lnTo>
                    <a:pt x="40829" y="-30"/>
                  </a:lnTo>
                  <a:cubicBezTo>
                    <a:pt x="33078" y="308"/>
                    <a:pt x="25824" y="3845"/>
                    <a:pt x="20777" y="9731"/>
                  </a:cubicBezTo>
                  <a:cubicBezTo>
                    <a:pt x="20251" y="10332"/>
                    <a:pt x="18824" y="10632"/>
                    <a:pt x="18974" y="9731"/>
                  </a:cubicBezTo>
                  <a:cubicBezTo>
                    <a:pt x="15159" y="17382"/>
                    <a:pt x="10083" y="24343"/>
                    <a:pt x="3954" y="30304"/>
                  </a:cubicBezTo>
                  <a:cubicBezTo>
                    <a:pt x="2467" y="31528"/>
                    <a:pt x="1243" y="33030"/>
                    <a:pt x="350" y="34734"/>
                  </a:cubicBezTo>
                  <a:cubicBezTo>
                    <a:pt x="-942" y="38654"/>
                    <a:pt x="1176" y="42873"/>
                    <a:pt x="5081" y="44195"/>
                  </a:cubicBezTo>
                  <a:cubicBezTo>
                    <a:pt x="8874" y="44465"/>
                    <a:pt x="12613" y="43196"/>
                    <a:pt x="15445" y="40666"/>
                  </a:cubicBezTo>
                  <a:lnTo>
                    <a:pt x="41955" y="22571"/>
                  </a:lnTo>
                  <a:cubicBezTo>
                    <a:pt x="43660" y="21610"/>
                    <a:pt x="45042" y="20175"/>
                    <a:pt x="45935" y="18441"/>
                  </a:cubicBezTo>
                  <a:cubicBezTo>
                    <a:pt x="46536" y="16166"/>
                    <a:pt x="46326" y="13748"/>
                    <a:pt x="45334" y="11608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0" name="Content Placeholder 4">
              <a:extLst>
                <a:ext uri="{FF2B5EF4-FFF2-40B4-BE49-F238E27FC236}">
                  <a16:creationId xmlns:a16="http://schemas.microsoft.com/office/drawing/2014/main" id="{7226EFC6-DCAD-7C15-4D5F-499CD59A069A}"/>
                </a:ext>
              </a:extLst>
            </p:cNvPr>
            <p:cNvSpPr/>
            <p:nvPr/>
          </p:nvSpPr>
          <p:spPr>
            <a:xfrm>
              <a:off x="7253102" y="975869"/>
              <a:ext cx="173555" cy="100538"/>
            </a:xfrm>
            <a:custGeom>
              <a:avLst/>
              <a:gdLst>
                <a:gd name="connsiteX0" fmla="*/ 12489 w 173555"/>
                <a:gd name="connsiteY0" fmla="*/ 33001 h 100538"/>
                <a:gd name="connsiteX1" fmla="*/ 4979 w 173555"/>
                <a:gd name="connsiteY1" fmla="*/ 41861 h 100538"/>
                <a:gd name="connsiteX2" fmla="*/ 4003 w 173555"/>
                <a:gd name="connsiteY2" fmla="*/ 73021 h 100538"/>
                <a:gd name="connsiteX3" fmla="*/ 30363 w 173555"/>
                <a:gd name="connsiteY3" fmla="*/ 91341 h 100538"/>
                <a:gd name="connsiteX4" fmla="*/ 63858 w 173555"/>
                <a:gd name="connsiteY4" fmla="*/ 93819 h 100538"/>
                <a:gd name="connsiteX5" fmla="*/ 97277 w 173555"/>
                <a:gd name="connsiteY5" fmla="*/ 100502 h 100538"/>
                <a:gd name="connsiteX6" fmla="*/ 146317 w 173555"/>
                <a:gd name="connsiteY6" fmla="*/ 90365 h 100538"/>
                <a:gd name="connsiteX7" fmla="*/ 173278 w 173555"/>
                <a:gd name="connsiteY7" fmla="*/ 68290 h 100538"/>
                <a:gd name="connsiteX8" fmla="*/ 170725 w 173555"/>
                <a:gd name="connsiteY8" fmla="*/ 50570 h 100538"/>
                <a:gd name="connsiteX9" fmla="*/ 153226 w 173555"/>
                <a:gd name="connsiteY9" fmla="*/ 7998 h 100538"/>
                <a:gd name="connsiteX10" fmla="*/ 149471 w 173555"/>
                <a:gd name="connsiteY10" fmla="*/ 2441 h 100538"/>
                <a:gd name="connsiteX11" fmla="*/ 134977 w 173555"/>
                <a:gd name="connsiteY11" fmla="*/ 865 h 100538"/>
                <a:gd name="connsiteX12" fmla="*/ 59877 w 173555"/>
                <a:gd name="connsiteY12" fmla="*/ 8373 h 100538"/>
                <a:gd name="connsiteX13" fmla="*/ 41853 w 173555"/>
                <a:gd name="connsiteY13" fmla="*/ 8373 h 100538"/>
                <a:gd name="connsiteX14" fmla="*/ 22177 w 173555"/>
                <a:gd name="connsiteY14" fmla="*/ 7697 h 100538"/>
                <a:gd name="connsiteX15" fmla="*/ 17446 w 173555"/>
                <a:gd name="connsiteY15" fmla="*/ 18509 h 100538"/>
                <a:gd name="connsiteX16" fmla="*/ 12489 w 173555"/>
                <a:gd name="connsiteY16" fmla="*/ 33001 h 1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3555" h="100538">
                  <a:moveTo>
                    <a:pt x="12489" y="33001"/>
                  </a:moveTo>
                  <a:cubicBezTo>
                    <a:pt x="10236" y="36154"/>
                    <a:pt x="7232" y="38707"/>
                    <a:pt x="4979" y="41861"/>
                  </a:cubicBezTo>
                  <a:cubicBezTo>
                    <a:pt x="-1329" y="51194"/>
                    <a:pt x="-1705" y="63312"/>
                    <a:pt x="4003" y="73021"/>
                  </a:cubicBezTo>
                  <a:cubicBezTo>
                    <a:pt x="9838" y="82541"/>
                    <a:pt x="19398" y="89186"/>
                    <a:pt x="30363" y="91341"/>
                  </a:cubicBezTo>
                  <a:cubicBezTo>
                    <a:pt x="41253" y="93819"/>
                    <a:pt x="52893" y="92393"/>
                    <a:pt x="63858" y="93819"/>
                  </a:cubicBezTo>
                  <a:cubicBezTo>
                    <a:pt x="74822" y="95246"/>
                    <a:pt x="85937" y="99526"/>
                    <a:pt x="97277" y="100502"/>
                  </a:cubicBezTo>
                  <a:cubicBezTo>
                    <a:pt x="114160" y="100689"/>
                    <a:pt x="130892" y="97228"/>
                    <a:pt x="146317" y="90365"/>
                  </a:cubicBezTo>
                  <a:cubicBezTo>
                    <a:pt x="157733" y="86161"/>
                    <a:pt x="170800" y="80229"/>
                    <a:pt x="173278" y="68290"/>
                  </a:cubicBezTo>
                  <a:cubicBezTo>
                    <a:pt x="174007" y="62261"/>
                    <a:pt x="173120" y="56149"/>
                    <a:pt x="170725" y="50570"/>
                  </a:cubicBezTo>
                  <a:cubicBezTo>
                    <a:pt x="165843" y="36004"/>
                    <a:pt x="160001" y="21783"/>
                    <a:pt x="153226" y="7998"/>
                  </a:cubicBezTo>
                  <a:cubicBezTo>
                    <a:pt x="152385" y="5895"/>
                    <a:pt x="151101" y="4003"/>
                    <a:pt x="149471" y="2441"/>
                  </a:cubicBezTo>
                  <a:cubicBezTo>
                    <a:pt x="145101" y="-164"/>
                    <a:pt x="139806" y="-742"/>
                    <a:pt x="134977" y="865"/>
                  </a:cubicBezTo>
                  <a:cubicBezTo>
                    <a:pt x="110172" y="5294"/>
                    <a:pt x="85066" y="7802"/>
                    <a:pt x="59877" y="8373"/>
                  </a:cubicBezTo>
                  <a:cubicBezTo>
                    <a:pt x="53869" y="8373"/>
                    <a:pt x="47862" y="8373"/>
                    <a:pt x="41853" y="8373"/>
                  </a:cubicBezTo>
                  <a:cubicBezTo>
                    <a:pt x="35350" y="7292"/>
                    <a:pt x="28741" y="7066"/>
                    <a:pt x="22177" y="7697"/>
                  </a:cubicBezTo>
                  <a:cubicBezTo>
                    <a:pt x="16995" y="9499"/>
                    <a:pt x="18572" y="12578"/>
                    <a:pt x="17446" y="18509"/>
                  </a:cubicBezTo>
                  <a:cubicBezTo>
                    <a:pt x="16913" y="23653"/>
                    <a:pt x="15223" y="28608"/>
                    <a:pt x="12489" y="33001"/>
                  </a:cubicBezTo>
                  <a:close/>
                </a:path>
              </a:pathLst>
            </a:custGeom>
            <a:solidFill>
              <a:srgbClr val="662E2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1" name="Content Placeholder 4">
              <a:extLst>
                <a:ext uri="{FF2B5EF4-FFF2-40B4-BE49-F238E27FC236}">
                  <a16:creationId xmlns:a16="http://schemas.microsoft.com/office/drawing/2014/main" id="{D540CD24-86E5-DBC9-194E-C91C28D40127}"/>
                </a:ext>
              </a:extLst>
            </p:cNvPr>
            <p:cNvSpPr/>
            <p:nvPr/>
          </p:nvSpPr>
          <p:spPr>
            <a:xfrm>
              <a:off x="7268550" y="772597"/>
              <a:ext cx="142296" cy="224587"/>
            </a:xfrm>
            <a:custGeom>
              <a:avLst/>
              <a:gdLst>
                <a:gd name="connsiteX0" fmla="*/ 82956 w 142296"/>
                <a:gd name="connsiteY0" fmla="*/ 1708 h 224587"/>
                <a:gd name="connsiteX1" fmla="*/ 88889 w 142296"/>
                <a:gd name="connsiteY1" fmla="*/ 1708 h 224587"/>
                <a:gd name="connsiteX2" fmla="*/ 95573 w 142296"/>
                <a:gd name="connsiteY2" fmla="*/ 10493 h 224587"/>
                <a:gd name="connsiteX3" fmla="*/ 106538 w 142296"/>
                <a:gd name="connsiteY3" fmla="*/ 49012 h 224587"/>
                <a:gd name="connsiteX4" fmla="*/ 115174 w 142296"/>
                <a:gd name="connsiteY4" fmla="*/ 79571 h 224587"/>
                <a:gd name="connsiteX5" fmla="*/ 138004 w 142296"/>
                <a:gd name="connsiteY5" fmla="*/ 173727 h 224587"/>
                <a:gd name="connsiteX6" fmla="*/ 142135 w 142296"/>
                <a:gd name="connsiteY6" fmla="*/ 204962 h 224587"/>
                <a:gd name="connsiteX7" fmla="*/ 141684 w 142296"/>
                <a:gd name="connsiteY7" fmla="*/ 208341 h 224587"/>
                <a:gd name="connsiteX8" fmla="*/ 137629 w 142296"/>
                <a:gd name="connsiteY8" fmla="*/ 210668 h 224587"/>
                <a:gd name="connsiteX9" fmla="*/ -29 w 142296"/>
                <a:gd name="connsiteY9" fmla="*/ 215999 h 224587"/>
                <a:gd name="connsiteX10" fmla="*/ 2674 w 142296"/>
                <a:gd name="connsiteY10" fmla="*/ 148423 h 224587"/>
                <a:gd name="connsiteX11" fmla="*/ 6429 w 142296"/>
                <a:gd name="connsiteY11" fmla="*/ 90008 h 224587"/>
                <a:gd name="connsiteX12" fmla="*/ 21449 w 142296"/>
                <a:gd name="connsiteY12" fmla="*/ 17176 h 224587"/>
                <a:gd name="connsiteX13" fmla="*/ 27082 w 142296"/>
                <a:gd name="connsiteY13" fmla="*/ 582 h 224587"/>
                <a:gd name="connsiteX14" fmla="*/ 42627 w 142296"/>
                <a:gd name="connsiteY14" fmla="*/ 2835 h 224587"/>
                <a:gd name="connsiteX15" fmla="*/ 82956 w 142296"/>
                <a:gd name="connsiteY15" fmla="*/ 1708 h 224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296" h="224587">
                  <a:moveTo>
                    <a:pt x="82956" y="1708"/>
                  </a:moveTo>
                  <a:cubicBezTo>
                    <a:pt x="84916" y="1369"/>
                    <a:pt x="86929" y="1369"/>
                    <a:pt x="88889" y="1708"/>
                  </a:cubicBezTo>
                  <a:cubicBezTo>
                    <a:pt x="92516" y="3245"/>
                    <a:pt x="95062" y="6587"/>
                    <a:pt x="95573" y="10493"/>
                  </a:cubicBezTo>
                  <a:cubicBezTo>
                    <a:pt x="99177" y="23308"/>
                    <a:pt x="102835" y="36147"/>
                    <a:pt x="106538" y="49012"/>
                  </a:cubicBezTo>
                  <a:cubicBezTo>
                    <a:pt x="109391" y="59223"/>
                    <a:pt x="112320" y="69435"/>
                    <a:pt x="115174" y="79571"/>
                  </a:cubicBezTo>
                  <a:cubicBezTo>
                    <a:pt x="124464" y="110524"/>
                    <a:pt x="132086" y="141955"/>
                    <a:pt x="138004" y="173727"/>
                  </a:cubicBezTo>
                  <a:cubicBezTo>
                    <a:pt x="139732" y="184164"/>
                    <a:pt x="141159" y="194525"/>
                    <a:pt x="142135" y="204962"/>
                  </a:cubicBezTo>
                  <a:cubicBezTo>
                    <a:pt x="142413" y="206103"/>
                    <a:pt x="142248" y="207312"/>
                    <a:pt x="141684" y="208341"/>
                  </a:cubicBezTo>
                  <a:cubicBezTo>
                    <a:pt x="140648" y="209565"/>
                    <a:pt x="139214" y="210391"/>
                    <a:pt x="137629" y="210668"/>
                  </a:cubicBezTo>
                  <a:cubicBezTo>
                    <a:pt x="93695" y="224709"/>
                    <a:pt x="43453" y="230791"/>
                    <a:pt x="-29" y="215999"/>
                  </a:cubicBezTo>
                  <a:lnTo>
                    <a:pt x="2674" y="148423"/>
                  </a:lnTo>
                  <a:cubicBezTo>
                    <a:pt x="3500" y="128901"/>
                    <a:pt x="4252" y="109455"/>
                    <a:pt x="6429" y="90008"/>
                  </a:cubicBezTo>
                  <a:cubicBezTo>
                    <a:pt x="9313" y="65340"/>
                    <a:pt x="14337" y="40971"/>
                    <a:pt x="21449" y="17176"/>
                  </a:cubicBezTo>
                  <a:cubicBezTo>
                    <a:pt x="22501" y="13722"/>
                    <a:pt x="23477" y="2609"/>
                    <a:pt x="27082" y="582"/>
                  </a:cubicBezTo>
                  <a:cubicBezTo>
                    <a:pt x="30686" y="-1445"/>
                    <a:pt x="38046" y="2159"/>
                    <a:pt x="42627" y="2835"/>
                  </a:cubicBezTo>
                  <a:cubicBezTo>
                    <a:pt x="56063" y="4113"/>
                    <a:pt x="69611" y="3735"/>
                    <a:pt x="82956" y="1708"/>
                  </a:cubicBezTo>
                  <a:close/>
                </a:path>
              </a:pathLst>
            </a:custGeom>
            <a:solidFill>
              <a:srgbClr val="AA4A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2" name="Content Placeholder 4">
              <a:extLst>
                <a:ext uri="{FF2B5EF4-FFF2-40B4-BE49-F238E27FC236}">
                  <a16:creationId xmlns:a16="http://schemas.microsoft.com/office/drawing/2014/main" id="{6B3F2847-F7ED-9B7A-F9BC-B4CD935FAE01}"/>
                </a:ext>
              </a:extLst>
            </p:cNvPr>
            <p:cNvSpPr/>
            <p:nvPr/>
          </p:nvSpPr>
          <p:spPr>
            <a:xfrm>
              <a:off x="7332845" y="780051"/>
              <a:ext cx="86358" cy="183688"/>
            </a:xfrm>
            <a:custGeom>
              <a:avLst/>
              <a:gdLst>
                <a:gd name="connsiteX0" fmla="*/ 35934 w 86358"/>
                <a:gd name="connsiteY0" fmla="*/ 4466 h 183688"/>
                <a:gd name="connsiteX1" fmla="*/ 83547 w 86358"/>
                <a:gd name="connsiteY1" fmla="*/ 108833 h 183688"/>
                <a:gd name="connsiteX2" fmla="*/ 86326 w 86358"/>
                <a:gd name="connsiteY2" fmla="*/ 119796 h 183688"/>
                <a:gd name="connsiteX3" fmla="*/ 79942 w 86358"/>
                <a:gd name="connsiteY3" fmla="*/ 131058 h 183688"/>
                <a:gd name="connsiteX4" fmla="*/ 21064 w 86358"/>
                <a:gd name="connsiteY4" fmla="*/ 180989 h 183688"/>
                <a:gd name="connsiteX5" fmla="*/ 8823 w 86358"/>
                <a:gd name="connsiteY5" fmla="*/ 183617 h 183688"/>
                <a:gd name="connsiteX6" fmla="*/ 36 w 86358"/>
                <a:gd name="connsiteY6" fmla="*/ 176109 h 183688"/>
                <a:gd name="connsiteX7" fmla="*/ 10024 w 86358"/>
                <a:gd name="connsiteY7" fmla="*/ 163119 h 183688"/>
                <a:gd name="connsiteX8" fmla="*/ 45697 w 86358"/>
                <a:gd name="connsiteY8" fmla="*/ 130758 h 183688"/>
                <a:gd name="connsiteX9" fmla="*/ 53883 w 86358"/>
                <a:gd name="connsiteY9" fmla="*/ 114239 h 183688"/>
                <a:gd name="connsiteX10" fmla="*/ 48626 w 86358"/>
                <a:gd name="connsiteY10" fmla="*/ 94567 h 183688"/>
                <a:gd name="connsiteX11" fmla="*/ 15957 w 86358"/>
                <a:gd name="connsiteY11" fmla="*/ 33223 h 183688"/>
                <a:gd name="connsiteX12" fmla="*/ 14831 w 86358"/>
                <a:gd name="connsiteY12" fmla="*/ 11599 h 183688"/>
                <a:gd name="connsiteX13" fmla="*/ 35934 w 86358"/>
                <a:gd name="connsiteY13" fmla="*/ 4466 h 183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6358" h="183688">
                  <a:moveTo>
                    <a:pt x="35934" y="4466"/>
                  </a:moveTo>
                  <a:lnTo>
                    <a:pt x="83547" y="108833"/>
                  </a:lnTo>
                  <a:cubicBezTo>
                    <a:pt x="85440" y="112174"/>
                    <a:pt x="86393" y="115959"/>
                    <a:pt x="86326" y="119796"/>
                  </a:cubicBezTo>
                  <a:cubicBezTo>
                    <a:pt x="85379" y="124107"/>
                    <a:pt x="83157" y="128032"/>
                    <a:pt x="79942" y="131058"/>
                  </a:cubicBezTo>
                  <a:cubicBezTo>
                    <a:pt x="62745" y="150505"/>
                    <a:pt x="44796" y="170553"/>
                    <a:pt x="21064" y="180989"/>
                  </a:cubicBezTo>
                  <a:cubicBezTo>
                    <a:pt x="17301" y="182963"/>
                    <a:pt x="13066" y="183871"/>
                    <a:pt x="8823" y="183617"/>
                  </a:cubicBezTo>
                  <a:cubicBezTo>
                    <a:pt x="4565" y="183304"/>
                    <a:pt x="1013" y="180263"/>
                    <a:pt x="36" y="176109"/>
                  </a:cubicBezTo>
                  <a:cubicBezTo>
                    <a:pt x="-715" y="170403"/>
                    <a:pt x="5143" y="166198"/>
                    <a:pt x="10024" y="163119"/>
                  </a:cubicBezTo>
                  <a:cubicBezTo>
                    <a:pt x="23655" y="154416"/>
                    <a:pt x="35716" y="143476"/>
                    <a:pt x="45697" y="130758"/>
                  </a:cubicBezTo>
                  <a:cubicBezTo>
                    <a:pt x="49895" y="126110"/>
                    <a:pt x="52726" y="120394"/>
                    <a:pt x="53883" y="114239"/>
                  </a:cubicBezTo>
                  <a:cubicBezTo>
                    <a:pt x="53920" y="107330"/>
                    <a:pt x="52103" y="100537"/>
                    <a:pt x="48626" y="94567"/>
                  </a:cubicBezTo>
                  <a:cubicBezTo>
                    <a:pt x="38637" y="73393"/>
                    <a:pt x="26997" y="53721"/>
                    <a:pt x="15957" y="33223"/>
                  </a:cubicBezTo>
                  <a:cubicBezTo>
                    <a:pt x="11084" y="26963"/>
                    <a:pt x="10633" y="18331"/>
                    <a:pt x="14831" y="11599"/>
                  </a:cubicBezTo>
                  <a:cubicBezTo>
                    <a:pt x="18661" y="5066"/>
                    <a:pt x="31053" y="-6422"/>
                    <a:pt x="35934" y="4466"/>
                  </a:cubicBezTo>
                  <a:close/>
                </a:path>
              </a:pathLst>
            </a:custGeom>
            <a:solidFill>
              <a:srgbClr val="B79A7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3" name="Content Placeholder 4">
              <a:extLst>
                <a:ext uri="{FF2B5EF4-FFF2-40B4-BE49-F238E27FC236}">
                  <a16:creationId xmlns:a16="http://schemas.microsoft.com/office/drawing/2014/main" id="{C14858EA-B59F-A50E-2D63-0CF295F08495}"/>
                </a:ext>
              </a:extLst>
            </p:cNvPr>
            <p:cNvSpPr/>
            <p:nvPr/>
          </p:nvSpPr>
          <p:spPr>
            <a:xfrm>
              <a:off x="7329850" y="650337"/>
              <a:ext cx="54503" cy="90443"/>
            </a:xfrm>
            <a:custGeom>
              <a:avLst/>
              <a:gdLst>
                <a:gd name="connsiteX0" fmla="*/ 4758 w 54503"/>
                <a:gd name="connsiteY0" fmla="*/ 24181 h 90443"/>
                <a:gd name="connsiteX1" fmla="*/ 2655 w 54503"/>
                <a:gd name="connsiteY1" fmla="*/ 30488 h 90443"/>
                <a:gd name="connsiteX2" fmla="*/ 6636 w 54503"/>
                <a:gd name="connsiteY2" fmla="*/ 35068 h 90443"/>
                <a:gd name="connsiteX3" fmla="*/ 4488 w 54503"/>
                <a:gd name="connsiteY3" fmla="*/ 44600 h 90443"/>
                <a:gd name="connsiteX4" fmla="*/ 5960 w 54503"/>
                <a:gd name="connsiteY4" fmla="*/ 46256 h 90443"/>
                <a:gd name="connsiteX5" fmla="*/ 6118 w 54503"/>
                <a:gd name="connsiteY5" fmla="*/ 54855 h 90443"/>
                <a:gd name="connsiteX6" fmla="*/ 7011 w 54503"/>
                <a:gd name="connsiteY6" fmla="*/ 55567 h 90443"/>
                <a:gd name="connsiteX7" fmla="*/ 8048 w 54503"/>
                <a:gd name="connsiteY7" fmla="*/ 62605 h 90443"/>
                <a:gd name="connsiteX8" fmla="*/ 8813 w 54503"/>
                <a:gd name="connsiteY8" fmla="*/ 63075 h 90443"/>
                <a:gd name="connsiteX9" fmla="*/ 7041 w 54503"/>
                <a:gd name="connsiteY9" fmla="*/ 70184 h 90443"/>
                <a:gd name="connsiteX10" fmla="*/ 13620 w 54503"/>
                <a:gd name="connsiteY10" fmla="*/ 72235 h 90443"/>
                <a:gd name="connsiteX11" fmla="*/ 10766 w 54503"/>
                <a:gd name="connsiteY11" fmla="*/ 77191 h 90443"/>
                <a:gd name="connsiteX12" fmla="*/ 14446 w 54503"/>
                <a:gd name="connsiteY12" fmla="*/ 80344 h 90443"/>
                <a:gd name="connsiteX13" fmla="*/ 13477 w 54503"/>
                <a:gd name="connsiteY13" fmla="*/ 88249 h 90443"/>
                <a:gd name="connsiteX14" fmla="*/ 21378 w 54503"/>
                <a:gd name="connsiteY14" fmla="*/ 89221 h 90443"/>
                <a:gd name="connsiteX15" fmla="*/ 23383 w 54503"/>
                <a:gd name="connsiteY15" fmla="*/ 86126 h 90443"/>
                <a:gd name="connsiteX16" fmla="*/ 29616 w 54503"/>
                <a:gd name="connsiteY16" fmla="*/ 86877 h 90443"/>
                <a:gd name="connsiteX17" fmla="*/ 33071 w 54503"/>
                <a:gd name="connsiteY17" fmla="*/ 81095 h 90443"/>
                <a:gd name="connsiteX18" fmla="*/ 40581 w 54503"/>
                <a:gd name="connsiteY18" fmla="*/ 79443 h 90443"/>
                <a:gd name="connsiteX19" fmla="*/ 41865 w 54503"/>
                <a:gd name="connsiteY19" fmla="*/ 72770 h 90443"/>
                <a:gd name="connsiteX20" fmla="*/ 41858 w 54503"/>
                <a:gd name="connsiteY20" fmla="*/ 72761 h 90443"/>
                <a:gd name="connsiteX21" fmla="*/ 47490 w 54503"/>
                <a:gd name="connsiteY21" fmla="*/ 69682 h 90443"/>
                <a:gd name="connsiteX22" fmla="*/ 46739 w 54503"/>
                <a:gd name="connsiteY22" fmla="*/ 63375 h 90443"/>
                <a:gd name="connsiteX23" fmla="*/ 52672 w 54503"/>
                <a:gd name="connsiteY23" fmla="*/ 57068 h 90443"/>
                <a:gd name="connsiteX24" fmla="*/ 48707 w 54503"/>
                <a:gd name="connsiteY24" fmla="*/ 51290 h 90443"/>
                <a:gd name="connsiteX25" fmla="*/ 47565 w 54503"/>
                <a:gd name="connsiteY25" fmla="*/ 51212 h 90443"/>
                <a:gd name="connsiteX26" fmla="*/ 53047 w 54503"/>
                <a:gd name="connsiteY26" fmla="*/ 39573 h 90443"/>
                <a:gd name="connsiteX27" fmla="*/ 50419 w 54503"/>
                <a:gd name="connsiteY27" fmla="*/ 38072 h 90443"/>
                <a:gd name="connsiteX28" fmla="*/ 54474 w 54503"/>
                <a:gd name="connsiteY28" fmla="*/ 30188 h 90443"/>
                <a:gd name="connsiteX29" fmla="*/ 48692 w 54503"/>
                <a:gd name="connsiteY29" fmla="*/ 24031 h 90443"/>
                <a:gd name="connsiteX30" fmla="*/ 50404 w 54503"/>
                <a:gd name="connsiteY30" fmla="*/ 16362 h 90443"/>
                <a:gd name="connsiteX31" fmla="*/ 43810 w 54503"/>
                <a:gd name="connsiteY31" fmla="*/ 14120 h 90443"/>
                <a:gd name="connsiteX32" fmla="*/ 44636 w 54503"/>
                <a:gd name="connsiteY32" fmla="*/ 8263 h 90443"/>
                <a:gd name="connsiteX33" fmla="*/ 44636 w 54503"/>
                <a:gd name="connsiteY33" fmla="*/ 6236 h 90443"/>
                <a:gd name="connsiteX34" fmla="*/ 42984 w 54503"/>
                <a:gd name="connsiteY34" fmla="*/ 5710 h 90443"/>
                <a:gd name="connsiteX35" fmla="*/ 36901 w 54503"/>
                <a:gd name="connsiteY35" fmla="*/ 6611 h 90443"/>
                <a:gd name="connsiteX36" fmla="*/ 34573 w 54503"/>
                <a:gd name="connsiteY36" fmla="*/ 1355 h 90443"/>
                <a:gd name="connsiteX37" fmla="*/ 29015 w 54503"/>
                <a:gd name="connsiteY37" fmla="*/ 2632 h 90443"/>
                <a:gd name="connsiteX38" fmla="*/ 9903 w 54503"/>
                <a:gd name="connsiteY38" fmla="*/ 5535 h 90443"/>
                <a:gd name="connsiteX39" fmla="*/ 8889 w 54503"/>
                <a:gd name="connsiteY39" fmla="*/ 7137 h 90443"/>
                <a:gd name="connsiteX40" fmla="*/ 478 w 54503"/>
                <a:gd name="connsiteY40" fmla="*/ 13594 h 90443"/>
                <a:gd name="connsiteX41" fmla="*/ 478 w 54503"/>
                <a:gd name="connsiteY41" fmla="*/ 20127 h 90443"/>
                <a:gd name="connsiteX42" fmla="*/ 4758 w 54503"/>
                <a:gd name="connsiteY42" fmla="*/ 24181 h 90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54503" h="90443">
                  <a:moveTo>
                    <a:pt x="4758" y="24181"/>
                  </a:moveTo>
                  <a:cubicBezTo>
                    <a:pt x="3519" y="26064"/>
                    <a:pt x="2790" y="28239"/>
                    <a:pt x="2655" y="30488"/>
                  </a:cubicBezTo>
                  <a:cubicBezTo>
                    <a:pt x="2603" y="32814"/>
                    <a:pt x="4323" y="34797"/>
                    <a:pt x="6636" y="35068"/>
                  </a:cubicBezTo>
                  <a:cubicBezTo>
                    <a:pt x="3414" y="37108"/>
                    <a:pt x="2453" y="41376"/>
                    <a:pt x="4488" y="44600"/>
                  </a:cubicBezTo>
                  <a:cubicBezTo>
                    <a:pt x="4886" y="45227"/>
                    <a:pt x="5382" y="45786"/>
                    <a:pt x="5960" y="46256"/>
                  </a:cubicBezTo>
                  <a:cubicBezTo>
                    <a:pt x="3632" y="48675"/>
                    <a:pt x="3699" y="52525"/>
                    <a:pt x="6118" y="54855"/>
                  </a:cubicBezTo>
                  <a:cubicBezTo>
                    <a:pt x="6396" y="55120"/>
                    <a:pt x="6696" y="55358"/>
                    <a:pt x="7011" y="55567"/>
                  </a:cubicBezTo>
                  <a:cubicBezTo>
                    <a:pt x="5351" y="57796"/>
                    <a:pt x="5817" y="60947"/>
                    <a:pt x="8048" y="62605"/>
                  </a:cubicBezTo>
                  <a:cubicBezTo>
                    <a:pt x="8288" y="62784"/>
                    <a:pt x="8544" y="62941"/>
                    <a:pt x="8813" y="63075"/>
                  </a:cubicBezTo>
                  <a:cubicBezTo>
                    <a:pt x="6358" y="64549"/>
                    <a:pt x="5569" y="67732"/>
                    <a:pt x="7041" y="70184"/>
                  </a:cubicBezTo>
                  <a:cubicBezTo>
                    <a:pt x="8393" y="72438"/>
                    <a:pt x="11225" y="73319"/>
                    <a:pt x="13620" y="72235"/>
                  </a:cubicBezTo>
                  <a:cubicBezTo>
                    <a:pt x="12133" y="73515"/>
                    <a:pt x="11127" y="75263"/>
                    <a:pt x="10766" y="77191"/>
                  </a:cubicBezTo>
                  <a:cubicBezTo>
                    <a:pt x="10766" y="79143"/>
                    <a:pt x="12719" y="81170"/>
                    <a:pt x="14446" y="80344"/>
                  </a:cubicBezTo>
                  <a:cubicBezTo>
                    <a:pt x="11998" y="82259"/>
                    <a:pt x="11562" y="85798"/>
                    <a:pt x="13477" y="88249"/>
                  </a:cubicBezTo>
                  <a:cubicBezTo>
                    <a:pt x="15385" y="90700"/>
                    <a:pt x="18930" y="91135"/>
                    <a:pt x="21378" y="89221"/>
                  </a:cubicBezTo>
                  <a:cubicBezTo>
                    <a:pt x="22377" y="88443"/>
                    <a:pt x="23083" y="87353"/>
                    <a:pt x="23383" y="86126"/>
                  </a:cubicBezTo>
                  <a:cubicBezTo>
                    <a:pt x="24967" y="87917"/>
                    <a:pt x="27649" y="88240"/>
                    <a:pt x="29616" y="86877"/>
                  </a:cubicBezTo>
                  <a:cubicBezTo>
                    <a:pt x="31456" y="85453"/>
                    <a:pt x="32688" y="83388"/>
                    <a:pt x="33071" y="81095"/>
                  </a:cubicBezTo>
                  <a:cubicBezTo>
                    <a:pt x="35692" y="81417"/>
                    <a:pt x="38335" y="80834"/>
                    <a:pt x="40581" y="79443"/>
                  </a:cubicBezTo>
                  <a:cubicBezTo>
                    <a:pt x="42781" y="77954"/>
                    <a:pt x="43352" y="74967"/>
                    <a:pt x="41865" y="72770"/>
                  </a:cubicBezTo>
                  <a:cubicBezTo>
                    <a:pt x="41858" y="72767"/>
                    <a:pt x="41858" y="72764"/>
                    <a:pt x="41858" y="72761"/>
                  </a:cubicBezTo>
                  <a:cubicBezTo>
                    <a:pt x="44178" y="72946"/>
                    <a:pt x="46394" y="71737"/>
                    <a:pt x="47490" y="69682"/>
                  </a:cubicBezTo>
                  <a:cubicBezTo>
                    <a:pt x="48542" y="67622"/>
                    <a:pt x="48241" y="65132"/>
                    <a:pt x="46739" y="63375"/>
                  </a:cubicBezTo>
                  <a:cubicBezTo>
                    <a:pt x="49668" y="62435"/>
                    <a:pt x="51913" y="60052"/>
                    <a:pt x="52672" y="57068"/>
                  </a:cubicBezTo>
                  <a:cubicBezTo>
                    <a:pt x="53175" y="54377"/>
                    <a:pt x="51395" y="51790"/>
                    <a:pt x="48707" y="51290"/>
                  </a:cubicBezTo>
                  <a:cubicBezTo>
                    <a:pt x="48331" y="51220"/>
                    <a:pt x="47948" y="51194"/>
                    <a:pt x="47565" y="51212"/>
                  </a:cubicBezTo>
                  <a:cubicBezTo>
                    <a:pt x="51936" y="49137"/>
                    <a:pt x="54234" y="44264"/>
                    <a:pt x="53047" y="39573"/>
                  </a:cubicBezTo>
                  <a:cubicBezTo>
                    <a:pt x="53047" y="38447"/>
                    <a:pt x="51245" y="37096"/>
                    <a:pt x="50419" y="38072"/>
                  </a:cubicBezTo>
                  <a:cubicBezTo>
                    <a:pt x="52972" y="36262"/>
                    <a:pt x="54489" y="33320"/>
                    <a:pt x="54474" y="30188"/>
                  </a:cubicBezTo>
                  <a:cubicBezTo>
                    <a:pt x="54279" y="27011"/>
                    <a:pt x="51853" y="24423"/>
                    <a:pt x="48692" y="24031"/>
                  </a:cubicBezTo>
                  <a:cubicBezTo>
                    <a:pt x="51283" y="22387"/>
                    <a:pt x="52049" y="18953"/>
                    <a:pt x="50404" y="16362"/>
                  </a:cubicBezTo>
                  <a:cubicBezTo>
                    <a:pt x="49007" y="14160"/>
                    <a:pt x="46258" y="13226"/>
                    <a:pt x="43810" y="14120"/>
                  </a:cubicBezTo>
                  <a:lnTo>
                    <a:pt x="44636" y="8263"/>
                  </a:lnTo>
                  <a:cubicBezTo>
                    <a:pt x="44967" y="7629"/>
                    <a:pt x="44967" y="6870"/>
                    <a:pt x="44636" y="6236"/>
                  </a:cubicBezTo>
                  <a:cubicBezTo>
                    <a:pt x="44186" y="5831"/>
                    <a:pt x="43585" y="5640"/>
                    <a:pt x="42984" y="5710"/>
                  </a:cubicBezTo>
                  <a:cubicBezTo>
                    <a:pt x="40919" y="5629"/>
                    <a:pt x="38853" y="5935"/>
                    <a:pt x="36901" y="6611"/>
                  </a:cubicBezTo>
                  <a:cubicBezTo>
                    <a:pt x="37427" y="4532"/>
                    <a:pt x="36465" y="2362"/>
                    <a:pt x="34573" y="1355"/>
                  </a:cubicBezTo>
                  <a:cubicBezTo>
                    <a:pt x="32650" y="406"/>
                    <a:pt x="30330" y="940"/>
                    <a:pt x="29015" y="2632"/>
                  </a:cubicBezTo>
                  <a:cubicBezTo>
                    <a:pt x="22940" y="-1842"/>
                    <a:pt x="14379" y="-543"/>
                    <a:pt x="9903" y="5535"/>
                  </a:cubicBezTo>
                  <a:cubicBezTo>
                    <a:pt x="9527" y="6044"/>
                    <a:pt x="9189" y="6580"/>
                    <a:pt x="8889" y="7137"/>
                  </a:cubicBezTo>
                  <a:cubicBezTo>
                    <a:pt x="4458" y="3758"/>
                    <a:pt x="1379" y="9990"/>
                    <a:pt x="478" y="13594"/>
                  </a:cubicBezTo>
                  <a:cubicBezTo>
                    <a:pt x="-198" y="15719"/>
                    <a:pt x="-198" y="18002"/>
                    <a:pt x="478" y="20127"/>
                  </a:cubicBezTo>
                  <a:cubicBezTo>
                    <a:pt x="553" y="21028"/>
                    <a:pt x="4157" y="25683"/>
                    <a:pt x="4758" y="2418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4" name="Content Placeholder 4">
              <a:extLst>
                <a:ext uri="{FF2B5EF4-FFF2-40B4-BE49-F238E27FC236}">
                  <a16:creationId xmlns:a16="http://schemas.microsoft.com/office/drawing/2014/main" id="{54B2F83C-B021-FB28-98C1-27813E9A2237}"/>
                </a:ext>
              </a:extLst>
            </p:cNvPr>
            <p:cNvSpPr/>
            <p:nvPr/>
          </p:nvSpPr>
          <p:spPr>
            <a:xfrm>
              <a:off x="7110680" y="921654"/>
              <a:ext cx="24313" cy="36181"/>
            </a:xfrm>
            <a:custGeom>
              <a:avLst/>
              <a:gdLst>
                <a:gd name="connsiteX0" fmla="*/ 2158 w 24313"/>
                <a:gd name="connsiteY0" fmla="*/ 18288 h 36181"/>
                <a:gd name="connsiteX1" fmla="*/ 3209 w 24313"/>
                <a:gd name="connsiteY1" fmla="*/ 21742 h 36181"/>
                <a:gd name="connsiteX2" fmla="*/ 6063 w 24313"/>
                <a:gd name="connsiteY2" fmla="*/ 23694 h 36181"/>
                <a:gd name="connsiteX3" fmla="*/ 7716 w 24313"/>
                <a:gd name="connsiteY3" fmla="*/ 23694 h 36181"/>
                <a:gd name="connsiteX4" fmla="*/ 9518 w 24313"/>
                <a:gd name="connsiteY4" fmla="*/ 25421 h 36181"/>
                <a:gd name="connsiteX5" fmla="*/ 12297 w 24313"/>
                <a:gd name="connsiteY5" fmla="*/ 34431 h 36181"/>
                <a:gd name="connsiteX6" fmla="*/ 19356 w 24313"/>
                <a:gd name="connsiteY6" fmla="*/ 35633 h 36181"/>
                <a:gd name="connsiteX7" fmla="*/ 24012 w 24313"/>
                <a:gd name="connsiteY7" fmla="*/ 31203 h 36181"/>
                <a:gd name="connsiteX8" fmla="*/ 23411 w 24313"/>
                <a:gd name="connsiteY8" fmla="*/ 24745 h 36181"/>
                <a:gd name="connsiteX9" fmla="*/ 14549 w 24313"/>
                <a:gd name="connsiteY9" fmla="*/ 4247 h 36181"/>
                <a:gd name="connsiteX10" fmla="*/ 13648 w 24313"/>
                <a:gd name="connsiteY10" fmla="*/ 1169 h 36181"/>
                <a:gd name="connsiteX11" fmla="*/ 8767 w 24313"/>
                <a:gd name="connsiteY11" fmla="*/ 268 h 36181"/>
                <a:gd name="connsiteX12" fmla="*/ -20 w 24313"/>
                <a:gd name="connsiteY12" fmla="*/ 4773 h 36181"/>
                <a:gd name="connsiteX13" fmla="*/ 881 w 24313"/>
                <a:gd name="connsiteY13" fmla="*/ 10930 h 36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313" h="36181">
                  <a:moveTo>
                    <a:pt x="2158" y="18288"/>
                  </a:moveTo>
                  <a:cubicBezTo>
                    <a:pt x="2316" y="19490"/>
                    <a:pt x="2669" y="20657"/>
                    <a:pt x="3209" y="21742"/>
                  </a:cubicBezTo>
                  <a:cubicBezTo>
                    <a:pt x="3757" y="22846"/>
                    <a:pt x="4839" y="23586"/>
                    <a:pt x="6063" y="23694"/>
                  </a:cubicBezTo>
                  <a:cubicBezTo>
                    <a:pt x="6611" y="23619"/>
                    <a:pt x="7167" y="23619"/>
                    <a:pt x="7716" y="23694"/>
                  </a:cubicBezTo>
                  <a:cubicBezTo>
                    <a:pt x="8557" y="23952"/>
                    <a:pt x="9225" y="24593"/>
                    <a:pt x="9518" y="25421"/>
                  </a:cubicBezTo>
                  <a:cubicBezTo>
                    <a:pt x="10870" y="28274"/>
                    <a:pt x="10119" y="32104"/>
                    <a:pt x="12297" y="34431"/>
                  </a:cubicBezTo>
                  <a:cubicBezTo>
                    <a:pt x="14219" y="36164"/>
                    <a:pt x="16968" y="36633"/>
                    <a:pt x="19356" y="35633"/>
                  </a:cubicBezTo>
                  <a:cubicBezTo>
                    <a:pt x="21496" y="34928"/>
                    <a:pt x="23201" y="33302"/>
                    <a:pt x="24012" y="31203"/>
                  </a:cubicBezTo>
                  <a:cubicBezTo>
                    <a:pt x="24523" y="29042"/>
                    <a:pt x="24312" y="26774"/>
                    <a:pt x="23411" y="24745"/>
                  </a:cubicBezTo>
                  <a:cubicBezTo>
                    <a:pt x="19716" y="18256"/>
                    <a:pt x="16750" y="11382"/>
                    <a:pt x="14549" y="4247"/>
                  </a:cubicBezTo>
                  <a:cubicBezTo>
                    <a:pt x="14520" y="3161"/>
                    <a:pt x="14204" y="2101"/>
                    <a:pt x="13648" y="1169"/>
                  </a:cubicBezTo>
                  <a:cubicBezTo>
                    <a:pt x="12304" y="2"/>
                    <a:pt x="10434" y="-343"/>
                    <a:pt x="8767" y="268"/>
                  </a:cubicBezTo>
                  <a:cubicBezTo>
                    <a:pt x="6289" y="793"/>
                    <a:pt x="806" y="1844"/>
                    <a:pt x="-20" y="4773"/>
                  </a:cubicBezTo>
                  <a:cubicBezTo>
                    <a:pt x="-87" y="6862"/>
                    <a:pt x="213" y="8947"/>
                    <a:pt x="881" y="10930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5" name="Content Placeholder 4">
              <a:extLst>
                <a:ext uri="{FF2B5EF4-FFF2-40B4-BE49-F238E27FC236}">
                  <a16:creationId xmlns:a16="http://schemas.microsoft.com/office/drawing/2014/main" id="{23100D27-6C0E-52D7-E6CC-F5ADD5FC181C}"/>
                </a:ext>
              </a:extLst>
            </p:cNvPr>
            <p:cNvSpPr/>
            <p:nvPr/>
          </p:nvSpPr>
          <p:spPr>
            <a:xfrm>
              <a:off x="6777020" y="713753"/>
              <a:ext cx="34134" cy="48718"/>
            </a:xfrm>
            <a:custGeom>
              <a:avLst/>
              <a:gdLst>
                <a:gd name="connsiteX0" fmla="*/ 28884 w 34134"/>
                <a:gd name="connsiteY0" fmla="*/ 29017 h 48718"/>
                <a:gd name="connsiteX1" fmla="*/ 25805 w 34134"/>
                <a:gd name="connsiteY1" fmla="*/ 15577 h 48718"/>
                <a:gd name="connsiteX2" fmla="*/ 23928 w 34134"/>
                <a:gd name="connsiteY2" fmla="*/ 12348 h 48718"/>
                <a:gd name="connsiteX3" fmla="*/ 21675 w 34134"/>
                <a:gd name="connsiteY3" fmla="*/ 10996 h 48718"/>
                <a:gd name="connsiteX4" fmla="*/ 12963 w 34134"/>
                <a:gd name="connsiteY4" fmla="*/ 334 h 48718"/>
                <a:gd name="connsiteX5" fmla="*/ 5453 w 34134"/>
                <a:gd name="connsiteY5" fmla="*/ 2061 h 48718"/>
                <a:gd name="connsiteX6" fmla="*/ -29 w 34134"/>
                <a:gd name="connsiteY6" fmla="*/ 12949 h 48718"/>
                <a:gd name="connsiteX7" fmla="*/ 5603 w 34134"/>
                <a:gd name="connsiteY7" fmla="*/ 27140 h 48718"/>
                <a:gd name="connsiteX8" fmla="*/ 14765 w 34134"/>
                <a:gd name="connsiteY8" fmla="*/ 39754 h 48718"/>
                <a:gd name="connsiteX9" fmla="*/ 17619 w 34134"/>
                <a:gd name="connsiteY9" fmla="*/ 45310 h 48718"/>
                <a:gd name="connsiteX10" fmla="*/ 22726 w 34134"/>
                <a:gd name="connsiteY10" fmla="*/ 48689 h 48718"/>
                <a:gd name="connsiteX11" fmla="*/ 29485 w 34134"/>
                <a:gd name="connsiteY11" fmla="*/ 45685 h 48718"/>
                <a:gd name="connsiteX12" fmla="*/ 33315 w 34134"/>
                <a:gd name="connsiteY12" fmla="*/ 38177 h 48718"/>
                <a:gd name="connsiteX13" fmla="*/ 28884 w 34134"/>
                <a:gd name="connsiteY13" fmla="*/ 29017 h 48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134" h="48718">
                  <a:moveTo>
                    <a:pt x="28884" y="29017"/>
                  </a:moveTo>
                  <a:cubicBezTo>
                    <a:pt x="27683" y="24587"/>
                    <a:pt x="27232" y="19931"/>
                    <a:pt x="25805" y="15577"/>
                  </a:cubicBezTo>
                  <a:cubicBezTo>
                    <a:pt x="25497" y="14344"/>
                    <a:pt x="24844" y="13224"/>
                    <a:pt x="23928" y="12348"/>
                  </a:cubicBezTo>
                  <a:cubicBezTo>
                    <a:pt x="23252" y="11822"/>
                    <a:pt x="22426" y="11522"/>
                    <a:pt x="21675" y="10996"/>
                  </a:cubicBezTo>
                  <a:cubicBezTo>
                    <a:pt x="17694" y="8519"/>
                    <a:pt x="17319" y="2136"/>
                    <a:pt x="12963" y="334"/>
                  </a:cubicBezTo>
                  <a:cubicBezTo>
                    <a:pt x="10335" y="-516"/>
                    <a:pt x="7451" y="147"/>
                    <a:pt x="5453" y="2061"/>
                  </a:cubicBezTo>
                  <a:cubicBezTo>
                    <a:pt x="2096" y="4695"/>
                    <a:pt x="91" y="8685"/>
                    <a:pt x="-29" y="12949"/>
                  </a:cubicBezTo>
                  <a:cubicBezTo>
                    <a:pt x="219" y="18172"/>
                    <a:pt x="2201" y="23165"/>
                    <a:pt x="5603" y="27140"/>
                  </a:cubicBezTo>
                  <a:cubicBezTo>
                    <a:pt x="8983" y="31100"/>
                    <a:pt x="12047" y="35317"/>
                    <a:pt x="14765" y="39754"/>
                  </a:cubicBezTo>
                  <a:cubicBezTo>
                    <a:pt x="15569" y="41680"/>
                    <a:pt x="16523" y="43537"/>
                    <a:pt x="17619" y="45310"/>
                  </a:cubicBezTo>
                  <a:cubicBezTo>
                    <a:pt x="18761" y="47111"/>
                    <a:pt x="20623" y="48339"/>
                    <a:pt x="22726" y="48689"/>
                  </a:cubicBezTo>
                  <a:cubicBezTo>
                    <a:pt x="25279" y="48589"/>
                    <a:pt x="27698" y="47515"/>
                    <a:pt x="29485" y="45685"/>
                  </a:cubicBezTo>
                  <a:cubicBezTo>
                    <a:pt x="32114" y="43508"/>
                    <a:pt x="35718" y="41931"/>
                    <a:pt x="33315" y="38177"/>
                  </a:cubicBezTo>
                  <a:cubicBezTo>
                    <a:pt x="31272" y="35430"/>
                    <a:pt x="29770" y="32322"/>
                    <a:pt x="28884" y="29017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6" name="Content Placeholder 4">
              <a:extLst>
                <a:ext uri="{FF2B5EF4-FFF2-40B4-BE49-F238E27FC236}">
                  <a16:creationId xmlns:a16="http://schemas.microsoft.com/office/drawing/2014/main" id="{CC0CC65C-2013-643E-F056-6EC7950B085E}"/>
                </a:ext>
              </a:extLst>
            </p:cNvPr>
            <p:cNvSpPr/>
            <p:nvPr/>
          </p:nvSpPr>
          <p:spPr>
            <a:xfrm>
              <a:off x="7002299" y="940488"/>
              <a:ext cx="77879" cy="311780"/>
            </a:xfrm>
            <a:custGeom>
              <a:avLst/>
              <a:gdLst>
                <a:gd name="connsiteX0" fmla="*/ 4799 w 77879"/>
                <a:gd name="connsiteY0" fmla="*/ 143616 h 311780"/>
                <a:gd name="connsiteX1" fmla="*/ 7652 w 77879"/>
                <a:gd name="connsiteY1" fmla="*/ 170722 h 311780"/>
                <a:gd name="connsiteX2" fmla="*/ 13135 w 77879"/>
                <a:gd name="connsiteY2" fmla="*/ 191295 h 311780"/>
                <a:gd name="connsiteX3" fmla="*/ 58195 w 77879"/>
                <a:gd name="connsiteY3" fmla="*/ 303922 h 311780"/>
                <a:gd name="connsiteX4" fmla="*/ 64728 w 77879"/>
                <a:gd name="connsiteY4" fmla="*/ 311430 h 311780"/>
                <a:gd name="connsiteX5" fmla="*/ 77157 w 77879"/>
                <a:gd name="connsiteY5" fmla="*/ 304072 h 311780"/>
                <a:gd name="connsiteX6" fmla="*/ 77195 w 77879"/>
                <a:gd name="connsiteY6" fmla="*/ 303922 h 311780"/>
                <a:gd name="connsiteX7" fmla="*/ 76144 w 77879"/>
                <a:gd name="connsiteY7" fmla="*/ 287929 h 311780"/>
                <a:gd name="connsiteX8" fmla="*/ 55866 w 77879"/>
                <a:gd name="connsiteY8" fmla="*/ 207588 h 311780"/>
                <a:gd name="connsiteX9" fmla="*/ 51661 w 77879"/>
                <a:gd name="connsiteY9" fmla="*/ 188066 h 311780"/>
                <a:gd name="connsiteX10" fmla="*/ 50159 w 77879"/>
                <a:gd name="connsiteY10" fmla="*/ 164715 h 311780"/>
                <a:gd name="connsiteX11" fmla="*/ 50985 w 77879"/>
                <a:gd name="connsiteY11" fmla="*/ 121466 h 311780"/>
                <a:gd name="connsiteX12" fmla="*/ 56017 w 77879"/>
                <a:gd name="connsiteY12" fmla="*/ 91433 h 311780"/>
                <a:gd name="connsiteX13" fmla="*/ 64278 w 77879"/>
                <a:gd name="connsiteY13" fmla="*/ 37222 h 311780"/>
                <a:gd name="connsiteX14" fmla="*/ 64278 w 77879"/>
                <a:gd name="connsiteY14" fmla="*/ 21604 h 311780"/>
                <a:gd name="connsiteX15" fmla="*/ 34238 w 77879"/>
                <a:gd name="connsiteY15" fmla="*/ -20 h 311780"/>
                <a:gd name="connsiteX16" fmla="*/ 5700 w 77879"/>
                <a:gd name="connsiteY16" fmla="*/ 9816 h 311780"/>
                <a:gd name="connsiteX17" fmla="*/ 218 w 77879"/>
                <a:gd name="connsiteY17" fmla="*/ 27310 h 311780"/>
                <a:gd name="connsiteX18" fmla="*/ 2846 w 77879"/>
                <a:gd name="connsiteY18" fmla="*/ 101269 h 311780"/>
                <a:gd name="connsiteX19" fmla="*/ 4799 w 77879"/>
                <a:gd name="connsiteY19" fmla="*/ 143616 h 31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7879" h="311780">
                  <a:moveTo>
                    <a:pt x="4799" y="143616"/>
                  </a:moveTo>
                  <a:cubicBezTo>
                    <a:pt x="5144" y="152701"/>
                    <a:pt x="6098" y="161757"/>
                    <a:pt x="7652" y="170722"/>
                  </a:cubicBezTo>
                  <a:cubicBezTo>
                    <a:pt x="9102" y="177675"/>
                    <a:pt x="10927" y="184545"/>
                    <a:pt x="13135" y="191295"/>
                  </a:cubicBezTo>
                  <a:cubicBezTo>
                    <a:pt x="25158" y="229971"/>
                    <a:pt x="40223" y="267626"/>
                    <a:pt x="58195" y="303922"/>
                  </a:cubicBezTo>
                  <a:cubicBezTo>
                    <a:pt x="59456" y="307098"/>
                    <a:pt x="61762" y="309741"/>
                    <a:pt x="64728" y="311430"/>
                  </a:cubicBezTo>
                  <a:cubicBezTo>
                    <a:pt x="70196" y="312827"/>
                    <a:pt x="75760" y="309538"/>
                    <a:pt x="77157" y="304072"/>
                  </a:cubicBezTo>
                  <a:cubicBezTo>
                    <a:pt x="77172" y="304019"/>
                    <a:pt x="77180" y="303974"/>
                    <a:pt x="77195" y="303922"/>
                  </a:cubicBezTo>
                  <a:cubicBezTo>
                    <a:pt x="78344" y="298598"/>
                    <a:pt x="77976" y="293057"/>
                    <a:pt x="76144" y="287929"/>
                  </a:cubicBezTo>
                  <a:lnTo>
                    <a:pt x="55866" y="207588"/>
                  </a:lnTo>
                  <a:cubicBezTo>
                    <a:pt x="54289" y="201131"/>
                    <a:pt x="52637" y="194674"/>
                    <a:pt x="51661" y="188066"/>
                  </a:cubicBezTo>
                  <a:cubicBezTo>
                    <a:pt x="50707" y="180318"/>
                    <a:pt x="50212" y="172524"/>
                    <a:pt x="50159" y="164715"/>
                  </a:cubicBezTo>
                  <a:cubicBezTo>
                    <a:pt x="49460" y="150299"/>
                    <a:pt x="49731" y="135845"/>
                    <a:pt x="50985" y="121466"/>
                  </a:cubicBezTo>
                  <a:cubicBezTo>
                    <a:pt x="52111" y="111405"/>
                    <a:pt x="54214" y="101419"/>
                    <a:pt x="56017" y="91433"/>
                  </a:cubicBezTo>
                  <a:cubicBezTo>
                    <a:pt x="59373" y="73510"/>
                    <a:pt x="62122" y="55445"/>
                    <a:pt x="64278" y="37222"/>
                  </a:cubicBezTo>
                  <a:cubicBezTo>
                    <a:pt x="65179" y="32056"/>
                    <a:pt x="65179" y="26771"/>
                    <a:pt x="64278" y="21604"/>
                  </a:cubicBezTo>
                  <a:cubicBezTo>
                    <a:pt x="60245" y="8480"/>
                    <a:pt x="47966" y="-358"/>
                    <a:pt x="34238" y="-20"/>
                  </a:cubicBezTo>
                  <a:cubicBezTo>
                    <a:pt x="23927" y="182"/>
                    <a:pt x="13945" y="3623"/>
                    <a:pt x="5700" y="9816"/>
                  </a:cubicBezTo>
                  <a:cubicBezTo>
                    <a:pt x="-984" y="14771"/>
                    <a:pt x="-158" y="19577"/>
                    <a:pt x="218" y="27310"/>
                  </a:cubicBezTo>
                  <a:cubicBezTo>
                    <a:pt x="1344" y="51938"/>
                    <a:pt x="1794" y="76566"/>
                    <a:pt x="2846" y="101269"/>
                  </a:cubicBezTo>
                  <a:cubicBezTo>
                    <a:pt x="3297" y="115610"/>
                    <a:pt x="3747" y="129651"/>
                    <a:pt x="4799" y="143616"/>
                  </a:cubicBezTo>
                  <a:close/>
                </a:path>
              </a:pathLst>
            </a:custGeom>
            <a:solidFill>
              <a:srgbClr val="ADADA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7" name="Content Placeholder 4">
              <a:extLst>
                <a:ext uri="{FF2B5EF4-FFF2-40B4-BE49-F238E27FC236}">
                  <a16:creationId xmlns:a16="http://schemas.microsoft.com/office/drawing/2014/main" id="{37911C3A-10DE-D036-1267-0F2D03C64B8D}"/>
                </a:ext>
              </a:extLst>
            </p:cNvPr>
            <p:cNvSpPr/>
            <p:nvPr/>
          </p:nvSpPr>
          <p:spPr>
            <a:xfrm>
              <a:off x="6933243" y="927404"/>
              <a:ext cx="59996" cy="340727"/>
            </a:xfrm>
            <a:custGeom>
              <a:avLst/>
              <a:gdLst>
                <a:gd name="connsiteX0" fmla="*/ 106 w 59996"/>
                <a:gd name="connsiteY0" fmla="*/ 57514 h 340727"/>
                <a:gd name="connsiteX1" fmla="*/ 3260 w 59996"/>
                <a:gd name="connsiteY1" fmla="*/ 25378 h 340727"/>
                <a:gd name="connsiteX2" fmla="*/ 19632 w 59996"/>
                <a:gd name="connsiteY2" fmla="*/ 1726 h 340727"/>
                <a:gd name="connsiteX3" fmla="*/ 49072 w 59996"/>
                <a:gd name="connsiteY3" fmla="*/ 10511 h 340727"/>
                <a:gd name="connsiteX4" fmla="*/ 59886 w 59996"/>
                <a:gd name="connsiteY4" fmla="*/ 46551 h 340727"/>
                <a:gd name="connsiteX5" fmla="*/ 57708 w 59996"/>
                <a:gd name="connsiteY5" fmla="*/ 66824 h 340727"/>
                <a:gd name="connsiteX6" fmla="*/ 55905 w 59996"/>
                <a:gd name="connsiteY6" fmla="*/ 105192 h 340727"/>
                <a:gd name="connsiteX7" fmla="*/ 47494 w 59996"/>
                <a:gd name="connsiteY7" fmla="*/ 224502 h 340727"/>
                <a:gd name="connsiteX8" fmla="*/ 39459 w 59996"/>
                <a:gd name="connsiteY8" fmla="*/ 309347 h 340727"/>
                <a:gd name="connsiteX9" fmla="*/ 37506 w 59996"/>
                <a:gd name="connsiteY9" fmla="*/ 330371 h 340727"/>
                <a:gd name="connsiteX10" fmla="*/ 28419 w 59996"/>
                <a:gd name="connsiteY10" fmla="*/ 340582 h 340727"/>
                <a:gd name="connsiteX11" fmla="*/ 17454 w 59996"/>
                <a:gd name="connsiteY11" fmla="*/ 321961 h 340727"/>
                <a:gd name="connsiteX12" fmla="*/ 2434 w 59996"/>
                <a:gd name="connsiteY12" fmla="*/ 151895 h 340727"/>
                <a:gd name="connsiteX13" fmla="*/ 106 w 59996"/>
                <a:gd name="connsiteY13" fmla="*/ 57514 h 340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9996" h="340727">
                  <a:moveTo>
                    <a:pt x="106" y="57514"/>
                  </a:moveTo>
                  <a:cubicBezTo>
                    <a:pt x="-142" y="46717"/>
                    <a:pt x="917" y="35923"/>
                    <a:pt x="3260" y="25378"/>
                  </a:cubicBezTo>
                  <a:cubicBezTo>
                    <a:pt x="5243" y="15581"/>
                    <a:pt x="11161" y="7030"/>
                    <a:pt x="19632" y="1726"/>
                  </a:cubicBezTo>
                  <a:cubicBezTo>
                    <a:pt x="30297" y="-2513"/>
                    <a:pt x="42477" y="1121"/>
                    <a:pt x="49072" y="10511"/>
                  </a:cubicBezTo>
                  <a:cubicBezTo>
                    <a:pt x="56762" y="20901"/>
                    <a:pt x="60584" y="33646"/>
                    <a:pt x="59886" y="46551"/>
                  </a:cubicBezTo>
                  <a:cubicBezTo>
                    <a:pt x="59886" y="53384"/>
                    <a:pt x="58459" y="60067"/>
                    <a:pt x="57708" y="66824"/>
                  </a:cubicBezTo>
                  <a:cubicBezTo>
                    <a:pt x="56206" y="79513"/>
                    <a:pt x="56206" y="92353"/>
                    <a:pt x="55905" y="105192"/>
                  </a:cubicBezTo>
                  <a:cubicBezTo>
                    <a:pt x="55004" y="145137"/>
                    <a:pt x="51249" y="184857"/>
                    <a:pt x="47494" y="224502"/>
                  </a:cubicBezTo>
                  <a:cubicBezTo>
                    <a:pt x="44888" y="252733"/>
                    <a:pt x="42215" y="281018"/>
                    <a:pt x="39459" y="309347"/>
                  </a:cubicBezTo>
                  <a:cubicBezTo>
                    <a:pt x="38782" y="316405"/>
                    <a:pt x="38257" y="323388"/>
                    <a:pt x="37506" y="330371"/>
                  </a:cubicBezTo>
                  <a:cubicBezTo>
                    <a:pt x="36605" y="338480"/>
                    <a:pt x="35854" y="341333"/>
                    <a:pt x="28419" y="340582"/>
                  </a:cubicBezTo>
                  <a:cubicBezTo>
                    <a:pt x="19032" y="339681"/>
                    <a:pt x="18581" y="332023"/>
                    <a:pt x="17454" y="321961"/>
                  </a:cubicBezTo>
                  <a:cubicBezTo>
                    <a:pt x="10996" y="265498"/>
                    <a:pt x="5363" y="208734"/>
                    <a:pt x="2434" y="151895"/>
                  </a:cubicBezTo>
                  <a:cubicBezTo>
                    <a:pt x="632" y="120510"/>
                    <a:pt x="-419" y="88899"/>
                    <a:pt x="106" y="57514"/>
                  </a:cubicBezTo>
                  <a:close/>
                </a:path>
              </a:pathLst>
            </a:custGeom>
            <a:solidFill>
              <a:srgbClr val="ADADA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8" name="Content Placeholder 4">
              <a:extLst>
                <a:ext uri="{FF2B5EF4-FFF2-40B4-BE49-F238E27FC236}">
                  <a16:creationId xmlns:a16="http://schemas.microsoft.com/office/drawing/2014/main" id="{4D5C71BE-1A3F-6406-BB00-F052DC3E8D84}"/>
                </a:ext>
              </a:extLst>
            </p:cNvPr>
            <p:cNvSpPr/>
            <p:nvPr/>
          </p:nvSpPr>
          <p:spPr>
            <a:xfrm>
              <a:off x="6890793" y="926847"/>
              <a:ext cx="213092" cy="128979"/>
            </a:xfrm>
            <a:custGeom>
              <a:avLst/>
              <a:gdLst>
                <a:gd name="connsiteX0" fmla="*/ 15970 w 213092"/>
                <a:gd name="connsiteY0" fmla="*/ 47183 h 128979"/>
                <a:gd name="connsiteX1" fmla="*/ 1476 w 213092"/>
                <a:gd name="connsiteY1" fmla="*/ 75490 h 128979"/>
                <a:gd name="connsiteX2" fmla="*/ 8986 w 213092"/>
                <a:gd name="connsiteY2" fmla="*/ 103797 h 128979"/>
                <a:gd name="connsiteX3" fmla="*/ 43307 w 213092"/>
                <a:gd name="connsiteY3" fmla="*/ 107926 h 128979"/>
                <a:gd name="connsiteX4" fmla="*/ 62683 w 213092"/>
                <a:gd name="connsiteY4" fmla="*/ 125346 h 128979"/>
                <a:gd name="connsiteX5" fmla="*/ 85213 w 213092"/>
                <a:gd name="connsiteY5" fmla="*/ 124896 h 128979"/>
                <a:gd name="connsiteX6" fmla="*/ 106466 w 213092"/>
                <a:gd name="connsiteY6" fmla="*/ 116862 h 128979"/>
                <a:gd name="connsiteX7" fmla="*/ 130122 w 213092"/>
                <a:gd name="connsiteY7" fmla="*/ 120315 h 128979"/>
                <a:gd name="connsiteX8" fmla="*/ 148672 w 213092"/>
                <a:gd name="connsiteY8" fmla="*/ 128950 h 128979"/>
                <a:gd name="connsiteX9" fmla="*/ 181566 w 213092"/>
                <a:gd name="connsiteY9" fmla="*/ 112131 h 128979"/>
                <a:gd name="connsiteX10" fmla="*/ 197112 w 213092"/>
                <a:gd name="connsiteY10" fmla="*/ 113933 h 128979"/>
                <a:gd name="connsiteX11" fmla="*/ 213033 w 213092"/>
                <a:gd name="connsiteY11" fmla="*/ 91408 h 128979"/>
                <a:gd name="connsiteX12" fmla="*/ 203269 w 213092"/>
                <a:gd name="connsiteY12" fmla="*/ 62801 h 128979"/>
                <a:gd name="connsiteX13" fmla="*/ 193807 w 213092"/>
                <a:gd name="connsiteY13" fmla="*/ 29088 h 128979"/>
                <a:gd name="connsiteX14" fmla="*/ 182843 w 213092"/>
                <a:gd name="connsiteY14" fmla="*/ 2883 h 128979"/>
                <a:gd name="connsiteX15" fmla="*/ 168573 w 213092"/>
                <a:gd name="connsiteY15" fmla="*/ 30 h 128979"/>
                <a:gd name="connsiteX16" fmla="*/ 67865 w 213092"/>
                <a:gd name="connsiteY16" fmla="*/ 5211 h 128979"/>
                <a:gd name="connsiteX17" fmla="*/ 31516 w 213092"/>
                <a:gd name="connsiteY17" fmla="*/ 7163 h 128979"/>
                <a:gd name="connsiteX18" fmla="*/ 15970 w 213092"/>
                <a:gd name="connsiteY18" fmla="*/ 47183 h 128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13092" h="128979">
                  <a:moveTo>
                    <a:pt x="15970" y="47183"/>
                  </a:moveTo>
                  <a:cubicBezTo>
                    <a:pt x="10653" y="56358"/>
                    <a:pt x="5810" y="65812"/>
                    <a:pt x="1476" y="75490"/>
                  </a:cubicBezTo>
                  <a:cubicBezTo>
                    <a:pt x="-1753" y="85626"/>
                    <a:pt x="-26" y="98691"/>
                    <a:pt x="8986" y="103797"/>
                  </a:cubicBezTo>
                  <a:cubicBezTo>
                    <a:pt x="17998" y="108903"/>
                    <a:pt x="32868" y="102821"/>
                    <a:pt x="43307" y="107926"/>
                  </a:cubicBezTo>
                  <a:cubicBezTo>
                    <a:pt x="50817" y="111831"/>
                    <a:pt x="54947" y="121291"/>
                    <a:pt x="62683" y="125346"/>
                  </a:cubicBezTo>
                  <a:cubicBezTo>
                    <a:pt x="69922" y="128387"/>
                    <a:pt x="78101" y="128222"/>
                    <a:pt x="85213" y="124896"/>
                  </a:cubicBezTo>
                  <a:cubicBezTo>
                    <a:pt x="92077" y="121667"/>
                    <a:pt x="99181" y="118979"/>
                    <a:pt x="106466" y="116862"/>
                  </a:cubicBezTo>
                  <a:cubicBezTo>
                    <a:pt x="114516" y="115240"/>
                    <a:pt x="122875" y="116464"/>
                    <a:pt x="130122" y="120315"/>
                  </a:cubicBezTo>
                  <a:cubicBezTo>
                    <a:pt x="135559" y="124580"/>
                    <a:pt x="141906" y="127531"/>
                    <a:pt x="148672" y="128950"/>
                  </a:cubicBezTo>
                  <a:cubicBezTo>
                    <a:pt x="161289" y="128950"/>
                    <a:pt x="169024" y="112957"/>
                    <a:pt x="181566" y="112131"/>
                  </a:cubicBezTo>
                  <a:cubicBezTo>
                    <a:pt x="186748" y="112131"/>
                    <a:pt x="191855" y="114309"/>
                    <a:pt x="197112" y="113933"/>
                  </a:cubicBezTo>
                  <a:cubicBezTo>
                    <a:pt x="207175" y="113257"/>
                    <a:pt x="213559" y="101770"/>
                    <a:pt x="213033" y="91408"/>
                  </a:cubicBezTo>
                  <a:cubicBezTo>
                    <a:pt x="211546" y="81354"/>
                    <a:pt x="208241" y="71661"/>
                    <a:pt x="203269" y="62801"/>
                  </a:cubicBezTo>
                  <a:cubicBezTo>
                    <a:pt x="198584" y="52049"/>
                    <a:pt x="195399" y="40706"/>
                    <a:pt x="193807" y="29088"/>
                  </a:cubicBezTo>
                  <a:cubicBezTo>
                    <a:pt x="192380" y="19402"/>
                    <a:pt x="191254" y="7989"/>
                    <a:pt x="182843" y="2883"/>
                  </a:cubicBezTo>
                  <a:cubicBezTo>
                    <a:pt x="178419" y="692"/>
                    <a:pt x="173500" y="-292"/>
                    <a:pt x="168573" y="30"/>
                  </a:cubicBezTo>
                  <a:cubicBezTo>
                    <a:pt x="134929" y="30"/>
                    <a:pt x="101584" y="6487"/>
                    <a:pt x="67865" y="5211"/>
                  </a:cubicBezTo>
                  <a:cubicBezTo>
                    <a:pt x="56299" y="4760"/>
                    <a:pt x="39627" y="-2298"/>
                    <a:pt x="31516" y="7163"/>
                  </a:cubicBezTo>
                  <a:cubicBezTo>
                    <a:pt x="23406" y="16624"/>
                    <a:pt x="21603" y="34494"/>
                    <a:pt x="15970" y="47183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9" name="Content Placeholder 4">
              <a:extLst>
                <a:ext uri="{FF2B5EF4-FFF2-40B4-BE49-F238E27FC236}">
                  <a16:creationId xmlns:a16="http://schemas.microsoft.com/office/drawing/2014/main" id="{DDD7F0E4-2705-B8A5-082A-E8B79E4A2CF6}"/>
                </a:ext>
              </a:extLst>
            </p:cNvPr>
            <p:cNvSpPr/>
            <p:nvPr/>
          </p:nvSpPr>
          <p:spPr>
            <a:xfrm>
              <a:off x="6911711" y="1239488"/>
              <a:ext cx="65946" cy="69311"/>
            </a:xfrm>
            <a:custGeom>
              <a:avLst/>
              <a:gdLst>
                <a:gd name="connsiteX0" fmla="*/ 34631 w 65946"/>
                <a:gd name="connsiteY0" fmla="*/ 1919 h 69311"/>
                <a:gd name="connsiteX1" fmla="*/ 35232 w 65946"/>
                <a:gd name="connsiteY1" fmla="*/ 13482 h 69311"/>
                <a:gd name="connsiteX2" fmla="*/ 37410 w 65946"/>
                <a:gd name="connsiteY2" fmla="*/ 36007 h 69311"/>
                <a:gd name="connsiteX3" fmla="*/ 37410 w 65946"/>
                <a:gd name="connsiteY3" fmla="*/ 37809 h 69311"/>
                <a:gd name="connsiteX4" fmla="*/ 33730 w 65946"/>
                <a:gd name="connsiteY4" fmla="*/ 39987 h 69311"/>
                <a:gd name="connsiteX5" fmla="*/ 16382 w 65946"/>
                <a:gd name="connsiteY5" fmla="*/ 40662 h 69311"/>
                <a:gd name="connsiteX6" fmla="*/ 5492 w 65946"/>
                <a:gd name="connsiteY6" fmla="*/ 41714 h 69311"/>
                <a:gd name="connsiteX7" fmla="*/ 2338 w 65946"/>
                <a:gd name="connsiteY7" fmla="*/ 47345 h 69311"/>
                <a:gd name="connsiteX8" fmla="*/ 385 w 65946"/>
                <a:gd name="connsiteY8" fmla="*/ 56280 h 69311"/>
                <a:gd name="connsiteX9" fmla="*/ 3089 w 65946"/>
                <a:gd name="connsiteY9" fmla="*/ 67242 h 69311"/>
                <a:gd name="connsiteX10" fmla="*/ 10599 w 65946"/>
                <a:gd name="connsiteY10" fmla="*/ 69044 h 69311"/>
                <a:gd name="connsiteX11" fmla="*/ 57311 w 65946"/>
                <a:gd name="connsiteY11" fmla="*/ 67543 h 69311"/>
                <a:gd name="connsiteX12" fmla="*/ 65835 w 65946"/>
                <a:gd name="connsiteY12" fmla="*/ 61213 h 69311"/>
                <a:gd name="connsiteX13" fmla="*/ 65873 w 65946"/>
                <a:gd name="connsiteY13" fmla="*/ 59283 h 69311"/>
                <a:gd name="connsiteX14" fmla="*/ 64896 w 65946"/>
                <a:gd name="connsiteY14" fmla="*/ 23693 h 69311"/>
                <a:gd name="connsiteX15" fmla="*/ 63845 w 65946"/>
                <a:gd name="connsiteY15" fmla="*/ 5898 h 69311"/>
                <a:gd name="connsiteX16" fmla="*/ 62192 w 65946"/>
                <a:gd name="connsiteY16" fmla="*/ 267 h 69311"/>
                <a:gd name="connsiteX17" fmla="*/ 54232 w 65946"/>
                <a:gd name="connsiteY17" fmla="*/ 1243 h 69311"/>
                <a:gd name="connsiteX18" fmla="*/ 34631 w 65946"/>
                <a:gd name="connsiteY18" fmla="*/ 1919 h 69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5946" h="69311">
                  <a:moveTo>
                    <a:pt x="34631" y="1919"/>
                  </a:moveTo>
                  <a:cubicBezTo>
                    <a:pt x="33670" y="5748"/>
                    <a:pt x="33880" y="9772"/>
                    <a:pt x="35232" y="13482"/>
                  </a:cubicBezTo>
                  <a:cubicBezTo>
                    <a:pt x="36967" y="20855"/>
                    <a:pt x="37695" y="28439"/>
                    <a:pt x="37410" y="36007"/>
                  </a:cubicBezTo>
                  <a:cubicBezTo>
                    <a:pt x="37553" y="36600"/>
                    <a:pt x="37553" y="37216"/>
                    <a:pt x="37410" y="37809"/>
                  </a:cubicBezTo>
                  <a:cubicBezTo>
                    <a:pt x="36599" y="39078"/>
                    <a:pt x="35232" y="39889"/>
                    <a:pt x="33730" y="39987"/>
                  </a:cubicBezTo>
                  <a:cubicBezTo>
                    <a:pt x="28037" y="41263"/>
                    <a:pt x="22157" y="41488"/>
                    <a:pt x="16382" y="40662"/>
                  </a:cubicBezTo>
                  <a:cubicBezTo>
                    <a:pt x="12755" y="39544"/>
                    <a:pt x="8834" y="39919"/>
                    <a:pt x="5492" y="41714"/>
                  </a:cubicBezTo>
                  <a:cubicBezTo>
                    <a:pt x="3908" y="43238"/>
                    <a:pt x="2811" y="45197"/>
                    <a:pt x="2338" y="47345"/>
                  </a:cubicBezTo>
                  <a:cubicBezTo>
                    <a:pt x="1467" y="50273"/>
                    <a:pt x="814" y="53254"/>
                    <a:pt x="385" y="56280"/>
                  </a:cubicBezTo>
                  <a:cubicBezTo>
                    <a:pt x="-681" y="60154"/>
                    <a:pt x="340" y="64306"/>
                    <a:pt x="3089" y="67242"/>
                  </a:cubicBezTo>
                  <a:cubicBezTo>
                    <a:pt x="5327" y="68654"/>
                    <a:pt x="7963" y="69285"/>
                    <a:pt x="10599" y="69044"/>
                  </a:cubicBezTo>
                  <a:cubicBezTo>
                    <a:pt x="26182" y="69630"/>
                    <a:pt x="41796" y="69134"/>
                    <a:pt x="57311" y="67543"/>
                  </a:cubicBezTo>
                  <a:cubicBezTo>
                    <a:pt x="61412" y="68151"/>
                    <a:pt x="65234" y="65313"/>
                    <a:pt x="65835" y="61213"/>
                  </a:cubicBezTo>
                  <a:cubicBezTo>
                    <a:pt x="65933" y="60575"/>
                    <a:pt x="65940" y="59921"/>
                    <a:pt x="65873" y="59283"/>
                  </a:cubicBezTo>
                  <a:cubicBezTo>
                    <a:pt x="65873" y="47420"/>
                    <a:pt x="65873" y="35557"/>
                    <a:pt x="64896" y="23693"/>
                  </a:cubicBezTo>
                  <a:cubicBezTo>
                    <a:pt x="64896" y="17762"/>
                    <a:pt x="64296" y="11830"/>
                    <a:pt x="63845" y="5898"/>
                  </a:cubicBezTo>
                  <a:cubicBezTo>
                    <a:pt x="63845" y="4171"/>
                    <a:pt x="63845" y="1243"/>
                    <a:pt x="62192" y="267"/>
                  </a:cubicBezTo>
                  <a:cubicBezTo>
                    <a:pt x="60541" y="-709"/>
                    <a:pt x="56109" y="1018"/>
                    <a:pt x="54232" y="1243"/>
                  </a:cubicBezTo>
                  <a:cubicBezTo>
                    <a:pt x="52354" y="1468"/>
                    <a:pt x="34781" y="1543"/>
                    <a:pt x="34631" y="1919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0" name="Content Placeholder 4">
              <a:extLst>
                <a:ext uri="{FF2B5EF4-FFF2-40B4-BE49-F238E27FC236}">
                  <a16:creationId xmlns:a16="http://schemas.microsoft.com/office/drawing/2014/main" id="{08BE1E5D-4BF0-C41F-6A77-A8B214940A03}"/>
                </a:ext>
              </a:extLst>
            </p:cNvPr>
            <p:cNvSpPr/>
            <p:nvPr/>
          </p:nvSpPr>
          <p:spPr>
            <a:xfrm>
              <a:off x="7052036" y="1220262"/>
              <a:ext cx="52535" cy="85942"/>
            </a:xfrm>
            <a:custGeom>
              <a:avLst/>
              <a:gdLst>
                <a:gd name="connsiteX0" fmla="*/ 25655 w 52535"/>
                <a:gd name="connsiteY0" fmla="*/ -30 h 85942"/>
                <a:gd name="connsiteX1" fmla="*/ 35493 w 52535"/>
                <a:gd name="connsiteY1" fmla="*/ 33083 h 85942"/>
                <a:gd name="connsiteX2" fmla="*/ 39849 w 52535"/>
                <a:gd name="connsiteY2" fmla="*/ 44721 h 85942"/>
                <a:gd name="connsiteX3" fmla="*/ 43604 w 52535"/>
                <a:gd name="connsiteY3" fmla="*/ 50727 h 85942"/>
                <a:gd name="connsiteX4" fmla="*/ 51865 w 52535"/>
                <a:gd name="connsiteY4" fmla="*/ 69048 h 85942"/>
                <a:gd name="connsiteX5" fmla="*/ 52466 w 52535"/>
                <a:gd name="connsiteY5" fmla="*/ 73328 h 85942"/>
                <a:gd name="connsiteX6" fmla="*/ 50288 w 52535"/>
                <a:gd name="connsiteY6" fmla="*/ 77983 h 85942"/>
                <a:gd name="connsiteX7" fmla="*/ 29260 w 52535"/>
                <a:gd name="connsiteY7" fmla="*/ 85492 h 85942"/>
                <a:gd name="connsiteX8" fmla="*/ 24829 w 52535"/>
                <a:gd name="connsiteY8" fmla="*/ 83690 h 85942"/>
                <a:gd name="connsiteX9" fmla="*/ 21600 w 52535"/>
                <a:gd name="connsiteY9" fmla="*/ 78959 h 85942"/>
                <a:gd name="connsiteX10" fmla="*/ 10710 w 52535"/>
                <a:gd name="connsiteY10" fmla="*/ 37738 h 85942"/>
                <a:gd name="connsiteX11" fmla="*/ 6129 w 52535"/>
                <a:gd name="connsiteY11" fmla="*/ 28352 h 85942"/>
                <a:gd name="connsiteX12" fmla="*/ 3426 w 52535"/>
                <a:gd name="connsiteY12" fmla="*/ 20844 h 85942"/>
                <a:gd name="connsiteX13" fmla="*/ -29 w 52535"/>
                <a:gd name="connsiteY13" fmla="*/ 10257 h 85942"/>
                <a:gd name="connsiteX14" fmla="*/ 6054 w 52535"/>
                <a:gd name="connsiteY14" fmla="*/ 5527 h 85942"/>
                <a:gd name="connsiteX15" fmla="*/ 25655 w 52535"/>
                <a:gd name="connsiteY15" fmla="*/ -30 h 85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535" h="85942">
                  <a:moveTo>
                    <a:pt x="25655" y="-30"/>
                  </a:moveTo>
                  <a:cubicBezTo>
                    <a:pt x="28959" y="11008"/>
                    <a:pt x="32188" y="22045"/>
                    <a:pt x="35493" y="33083"/>
                  </a:cubicBezTo>
                  <a:cubicBezTo>
                    <a:pt x="36560" y="37092"/>
                    <a:pt x="38024" y="40989"/>
                    <a:pt x="39849" y="44721"/>
                  </a:cubicBezTo>
                  <a:cubicBezTo>
                    <a:pt x="40975" y="46823"/>
                    <a:pt x="42402" y="48775"/>
                    <a:pt x="43604" y="50727"/>
                  </a:cubicBezTo>
                  <a:cubicBezTo>
                    <a:pt x="47231" y="56404"/>
                    <a:pt x="50017" y="62576"/>
                    <a:pt x="51865" y="69048"/>
                  </a:cubicBezTo>
                  <a:cubicBezTo>
                    <a:pt x="52398" y="70407"/>
                    <a:pt x="52601" y="71871"/>
                    <a:pt x="52466" y="73328"/>
                  </a:cubicBezTo>
                  <a:cubicBezTo>
                    <a:pt x="52225" y="75062"/>
                    <a:pt x="51467" y="76692"/>
                    <a:pt x="50288" y="77983"/>
                  </a:cubicBezTo>
                  <a:cubicBezTo>
                    <a:pt x="45204" y="84178"/>
                    <a:pt x="37115" y="87061"/>
                    <a:pt x="29260" y="85492"/>
                  </a:cubicBezTo>
                  <a:cubicBezTo>
                    <a:pt x="27653" y="85274"/>
                    <a:pt x="26128" y="84651"/>
                    <a:pt x="24829" y="83690"/>
                  </a:cubicBezTo>
                  <a:cubicBezTo>
                    <a:pt x="23387" y="82398"/>
                    <a:pt x="22276" y="80776"/>
                    <a:pt x="21600" y="78959"/>
                  </a:cubicBezTo>
                  <a:cubicBezTo>
                    <a:pt x="16267" y="65744"/>
                    <a:pt x="16643" y="50727"/>
                    <a:pt x="10710" y="37738"/>
                  </a:cubicBezTo>
                  <a:cubicBezTo>
                    <a:pt x="9283" y="34584"/>
                    <a:pt x="7481" y="31581"/>
                    <a:pt x="6129" y="28352"/>
                  </a:cubicBezTo>
                  <a:cubicBezTo>
                    <a:pt x="5100" y="25897"/>
                    <a:pt x="4191" y="23389"/>
                    <a:pt x="3426" y="20844"/>
                  </a:cubicBezTo>
                  <a:cubicBezTo>
                    <a:pt x="1826" y="17480"/>
                    <a:pt x="662" y="13921"/>
                    <a:pt x="-29" y="10257"/>
                  </a:cubicBezTo>
                  <a:cubicBezTo>
                    <a:pt x="-29" y="7329"/>
                    <a:pt x="3426" y="6653"/>
                    <a:pt x="6054" y="5527"/>
                  </a:cubicBezTo>
                  <a:cubicBezTo>
                    <a:pt x="12370" y="2974"/>
                    <a:pt x="18941" y="1112"/>
                    <a:pt x="25655" y="-30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1" name="Content Placeholder 4">
              <a:extLst>
                <a:ext uri="{FF2B5EF4-FFF2-40B4-BE49-F238E27FC236}">
                  <a16:creationId xmlns:a16="http://schemas.microsoft.com/office/drawing/2014/main" id="{E767F83C-25DB-9130-2DE8-069C88247820}"/>
                </a:ext>
              </a:extLst>
            </p:cNvPr>
            <p:cNvSpPr/>
            <p:nvPr/>
          </p:nvSpPr>
          <p:spPr>
            <a:xfrm>
              <a:off x="6910002" y="930286"/>
              <a:ext cx="172458" cy="42131"/>
            </a:xfrm>
            <a:custGeom>
              <a:avLst/>
              <a:gdLst>
                <a:gd name="connsiteX0" fmla="*/ 1118 w 172458"/>
                <a:gd name="connsiteY0" fmla="*/ 8980 h 42131"/>
                <a:gd name="connsiteX1" fmla="*/ 5323 w 172458"/>
                <a:gd name="connsiteY1" fmla="*/ 11383 h 42131"/>
                <a:gd name="connsiteX2" fmla="*/ 6825 w 172458"/>
                <a:gd name="connsiteY2" fmla="*/ 16714 h 42131"/>
                <a:gd name="connsiteX3" fmla="*/ 4648 w 172458"/>
                <a:gd name="connsiteY3" fmla="*/ 21970 h 42131"/>
                <a:gd name="connsiteX4" fmla="*/ 11031 w 172458"/>
                <a:gd name="connsiteY4" fmla="*/ 23472 h 42131"/>
                <a:gd name="connsiteX5" fmla="*/ 18090 w 172458"/>
                <a:gd name="connsiteY5" fmla="*/ 20694 h 42131"/>
                <a:gd name="connsiteX6" fmla="*/ 23873 w 172458"/>
                <a:gd name="connsiteY6" fmla="*/ 26775 h 42131"/>
                <a:gd name="connsiteX7" fmla="*/ 30407 w 172458"/>
                <a:gd name="connsiteY7" fmla="*/ 31431 h 42131"/>
                <a:gd name="connsiteX8" fmla="*/ 35814 w 172458"/>
                <a:gd name="connsiteY8" fmla="*/ 28277 h 42131"/>
                <a:gd name="connsiteX9" fmla="*/ 42198 w 172458"/>
                <a:gd name="connsiteY9" fmla="*/ 34509 h 42131"/>
                <a:gd name="connsiteX10" fmla="*/ 51810 w 172458"/>
                <a:gd name="connsiteY10" fmla="*/ 38639 h 42131"/>
                <a:gd name="connsiteX11" fmla="*/ 60221 w 172458"/>
                <a:gd name="connsiteY11" fmla="*/ 33833 h 42131"/>
                <a:gd name="connsiteX12" fmla="*/ 68483 w 172458"/>
                <a:gd name="connsiteY12" fmla="*/ 38639 h 42131"/>
                <a:gd name="connsiteX13" fmla="*/ 77194 w 172458"/>
                <a:gd name="connsiteY13" fmla="*/ 41492 h 42131"/>
                <a:gd name="connsiteX14" fmla="*/ 79372 w 172458"/>
                <a:gd name="connsiteY14" fmla="*/ 39390 h 42131"/>
                <a:gd name="connsiteX15" fmla="*/ 93115 w 172458"/>
                <a:gd name="connsiteY15" fmla="*/ 35635 h 42131"/>
                <a:gd name="connsiteX16" fmla="*/ 101827 w 172458"/>
                <a:gd name="connsiteY16" fmla="*/ 39540 h 42131"/>
                <a:gd name="connsiteX17" fmla="*/ 111064 w 172458"/>
                <a:gd name="connsiteY17" fmla="*/ 38564 h 42131"/>
                <a:gd name="connsiteX18" fmla="*/ 113467 w 172458"/>
                <a:gd name="connsiteY18" fmla="*/ 34885 h 42131"/>
                <a:gd name="connsiteX19" fmla="*/ 123756 w 172458"/>
                <a:gd name="connsiteY19" fmla="*/ 34134 h 42131"/>
                <a:gd name="connsiteX20" fmla="*/ 134345 w 172458"/>
                <a:gd name="connsiteY20" fmla="*/ 35335 h 42131"/>
                <a:gd name="connsiteX21" fmla="*/ 142906 w 172458"/>
                <a:gd name="connsiteY21" fmla="*/ 28577 h 42131"/>
                <a:gd name="connsiteX22" fmla="*/ 149440 w 172458"/>
                <a:gd name="connsiteY22" fmla="*/ 29403 h 42131"/>
                <a:gd name="connsiteX23" fmla="*/ 157325 w 172458"/>
                <a:gd name="connsiteY23" fmla="*/ 23021 h 42131"/>
                <a:gd name="connsiteX24" fmla="*/ 164835 w 172458"/>
                <a:gd name="connsiteY24" fmla="*/ 22270 h 42131"/>
                <a:gd name="connsiteX25" fmla="*/ 168065 w 172458"/>
                <a:gd name="connsiteY25" fmla="*/ 15813 h 42131"/>
                <a:gd name="connsiteX26" fmla="*/ 172421 w 172458"/>
                <a:gd name="connsiteY26" fmla="*/ 10875 h 42131"/>
                <a:gd name="connsiteX27" fmla="*/ 171444 w 172458"/>
                <a:gd name="connsiteY27" fmla="*/ 8305 h 42131"/>
                <a:gd name="connsiteX28" fmla="*/ 167615 w 172458"/>
                <a:gd name="connsiteY28" fmla="*/ 4550 h 42131"/>
                <a:gd name="connsiteX29" fmla="*/ 167014 w 172458"/>
                <a:gd name="connsiteY29" fmla="*/ -30 h 42131"/>
                <a:gd name="connsiteX30" fmla="*/ 158678 w 172458"/>
                <a:gd name="connsiteY30" fmla="*/ 7479 h 42131"/>
                <a:gd name="connsiteX31" fmla="*/ 142906 w 172458"/>
                <a:gd name="connsiteY31" fmla="*/ 14987 h 42131"/>
                <a:gd name="connsiteX32" fmla="*/ 76293 w 172458"/>
                <a:gd name="connsiteY32" fmla="*/ 16939 h 42131"/>
                <a:gd name="connsiteX33" fmla="*/ 29656 w 172458"/>
                <a:gd name="connsiteY33" fmla="*/ 8530 h 42131"/>
                <a:gd name="connsiteX34" fmla="*/ 22146 w 172458"/>
                <a:gd name="connsiteY34" fmla="*/ 5752 h 42131"/>
                <a:gd name="connsiteX35" fmla="*/ 6675 w 172458"/>
                <a:gd name="connsiteY35" fmla="*/ 2223 h 42131"/>
                <a:gd name="connsiteX36" fmla="*/ 1118 w 172458"/>
                <a:gd name="connsiteY36" fmla="*/ 8980 h 42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72458" h="42131">
                  <a:moveTo>
                    <a:pt x="1118" y="8980"/>
                  </a:moveTo>
                  <a:cubicBezTo>
                    <a:pt x="2244" y="10182"/>
                    <a:pt x="4047" y="10407"/>
                    <a:pt x="5323" y="11383"/>
                  </a:cubicBezTo>
                  <a:cubicBezTo>
                    <a:pt x="6901" y="12664"/>
                    <a:pt x="7501" y="14798"/>
                    <a:pt x="6825" y="16714"/>
                  </a:cubicBezTo>
                  <a:cubicBezTo>
                    <a:pt x="6150" y="18516"/>
                    <a:pt x="4272" y="20018"/>
                    <a:pt x="4648" y="21970"/>
                  </a:cubicBezTo>
                  <a:cubicBezTo>
                    <a:pt x="5023" y="23922"/>
                    <a:pt x="8778" y="24673"/>
                    <a:pt x="11031" y="23472"/>
                  </a:cubicBezTo>
                  <a:cubicBezTo>
                    <a:pt x="13284" y="22270"/>
                    <a:pt x="15537" y="20318"/>
                    <a:pt x="18090" y="20694"/>
                  </a:cubicBezTo>
                  <a:cubicBezTo>
                    <a:pt x="20644" y="21069"/>
                    <a:pt x="22521" y="24147"/>
                    <a:pt x="23873" y="26775"/>
                  </a:cubicBezTo>
                  <a:cubicBezTo>
                    <a:pt x="25225" y="29403"/>
                    <a:pt x="27553" y="32106"/>
                    <a:pt x="30407" y="31431"/>
                  </a:cubicBezTo>
                  <a:cubicBezTo>
                    <a:pt x="33261" y="30755"/>
                    <a:pt x="33786" y="28577"/>
                    <a:pt x="35814" y="28277"/>
                  </a:cubicBezTo>
                  <a:cubicBezTo>
                    <a:pt x="37842" y="27977"/>
                    <a:pt x="40545" y="31806"/>
                    <a:pt x="42198" y="34509"/>
                  </a:cubicBezTo>
                  <a:cubicBezTo>
                    <a:pt x="44090" y="37910"/>
                    <a:pt x="48040" y="39607"/>
                    <a:pt x="51810" y="38639"/>
                  </a:cubicBezTo>
                  <a:cubicBezTo>
                    <a:pt x="54889" y="37588"/>
                    <a:pt x="56992" y="34209"/>
                    <a:pt x="60221" y="33833"/>
                  </a:cubicBezTo>
                  <a:cubicBezTo>
                    <a:pt x="63451" y="33458"/>
                    <a:pt x="66154" y="36311"/>
                    <a:pt x="68483" y="38639"/>
                  </a:cubicBezTo>
                  <a:cubicBezTo>
                    <a:pt x="70811" y="40966"/>
                    <a:pt x="74415" y="43219"/>
                    <a:pt x="77194" y="41492"/>
                  </a:cubicBezTo>
                  <a:cubicBezTo>
                    <a:pt x="78028" y="40914"/>
                    <a:pt x="78763" y="40201"/>
                    <a:pt x="79372" y="39390"/>
                  </a:cubicBezTo>
                  <a:cubicBezTo>
                    <a:pt x="82902" y="35692"/>
                    <a:pt x="88188" y="34247"/>
                    <a:pt x="93115" y="35635"/>
                  </a:cubicBezTo>
                  <a:cubicBezTo>
                    <a:pt x="96194" y="36536"/>
                    <a:pt x="98823" y="38414"/>
                    <a:pt x="101827" y="39540"/>
                  </a:cubicBezTo>
                  <a:cubicBezTo>
                    <a:pt x="104808" y="41162"/>
                    <a:pt x="108488" y="40771"/>
                    <a:pt x="111064" y="38564"/>
                  </a:cubicBezTo>
                  <a:cubicBezTo>
                    <a:pt x="112040" y="37437"/>
                    <a:pt x="112491" y="36011"/>
                    <a:pt x="113467" y="34885"/>
                  </a:cubicBezTo>
                  <a:cubicBezTo>
                    <a:pt x="116479" y="32712"/>
                    <a:pt x="120459" y="32422"/>
                    <a:pt x="123756" y="34134"/>
                  </a:cubicBezTo>
                  <a:cubicBezTo>
                    <a:pt x="126985" y="35918"/>
                    <a:pt x="130793" y="36349"/>
                    <a:pt x="134345" y="35335"/>
                  </a:cubicBezTo>
                  <a:cubicBezTo>
                    <a:pt x="137649" y="33758"/>
                    <a:pt x="139302" y="29253"/>
                    <a:pt x="142906" y="28577"/>
                  </a:cubicBezTo>
                  <a:cubicBezTo>
                    <a:pt x="145107" y="28593"/>
                    <a:pt x="147300" y="28870"/>
                    <a:pt x="149440" y="29403"/>
                  </a:cubicBezTo>
                  <a:cubicBezTo>
                    <a:pt x="153323" y="29641"/>
                    <a:pt x="156747" y="26870"/>
                    <a:pt x="157325" y="23021"/>
                  </a:cubicBezTo>
                  <a:cubicBezTo>
                    <a:pt x="159849" y="23388"/>
                    <a:pt x="162433" y="23131"/>
                    <a:pt x="164835" y="22270"/>
                  </a:cubicBezTo>
                  <a:cubicBezTo>
                    <a:pt x="167404" y="21257"/>
                    <a:pt x="168793" y="18474"/>
                    <a:pt x="168065" y="15813"/>
                  </a:cubicBezTo>
                  <a:cubicBezTo>
                    <a:pt x="170633" y="15652"/>
                    <a:pt x="172578" y="13440"/>
                    <a:pt x="172421" y="10875"/>
                  </a:cubicBezTo>
                  <a:cubicBezTo>
                    <a:pt x="172361" y="9939"/>
                    <a:pt x="172023" y="9043"/>
                    <a:pt x="171444" y="8305"/>
                  </a:cubicBezTo>
                  <a:cubicBezTo>
                    <a:pt x="170168" y="7028"/>
                    <a:pt x="168065" y="6352"/>
                    <a:pt x="167615" y="4550"/>
                  </a:cubicBezTo>
                  <a:cubicBezTo>
                    <a:pt x="167163" y="2748"/>
                    <a:pt x="168215" y="946"/>
                    <a:pt x="167014" y="-30"/>
                  </a:cubicBezTo>
                  <a:cubicBezTo>
                    <a:pt x="163484" y="1472"/>
                    <a:pt x="161381" y="5001"/>
                    <a:pt x="158678" y="7479"/>
                  </a:cubicBezTo>
                  <a:cubicBezTo>
                    <a:pt x="154164" y="11311"/>
                    <a:pt x="148727" y="13899"/>
                    <a:pt x="142906" y="14987"/>
                  </a:cubicBezTo>
                  <a:cubicBezTo>
                    <a:pt x="120977" y="19467"/>
                    <a:pt x="98447" y="20128"/>
                    <a:pt x="76293" y="16939"/>
                  </a:cubicBezTo>
                  <a:cubicBezTo>
                    <a:pt x="60439" y="16264"/>
                    <a:pt x="44751" y="13435"/>
                    <a:pt x="29656" y="8530"/>
                  </a:cubicBezTo>
                  <a:cubicBezTo>
                    <a:pt x="27207" y="7467"/>
                    <a:pt x="24699" y="6540"/>
                    <a:pt x="22146" y="5752"/>
                  </a:cubicBezTo>
                  <a:cubicBezTo>
                    <a:pt x="17039" y="4475"/>
                    <a:pt x="11707" y="3349"/>
                    <a:pt x="6675" y="2223"/>
                  </a:cubicBezTo>
                  <a:cubicBezTo>
                    <a:pt x="2995" y="1697"/>
                    <a:pt x="-2412" y="5376"/>
                    <a:pt x="1118" y="8980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2" name="Content Placeholder 4">
              <a:extLst>
                <a:ext uri="{FF2B5EF4-FFF2-40B4-BE49-F238E27FC236}">
                  <a16:creationId xmlns:a16="http://schemas.microsoft.com/office/drawing/2014/main" id="{767E18E3-6261-6E63-F140-2C33905836CC}"/>
                </a:ext>
              </a:extLst>
            </p:cNvPr>
            <p:cNvSpPr/>
            <p:nvPr/>
          </p:nvSpPr>
          <p:spPr>
            <a:xfrm>
              <a:off x="6922347" y="630769"/>
              <a:ext cx="80433" cy="135390"/>
            </a:xfrm>
            <a:custGeom>
              <a:avLst/>
              <a:gdLst>
                <a:gd name="connsiteX0" fmla="*/ 73410 w 80433"/>
                <a:gd name="connsiteY0" fmla="*/ 38118 h 135390"/>
                <a:gd name="connsiteX1" fmla="*/ 58916 w 80433"/>
                <a:gd name="connsiteY1" fmla="*/ 44576 h 135390"/>
                <a:gd name="connsiteX2" fmla="*/ 45248 w 80433"/>
                <a:gd name="connsiteY2" fmla="*/ 52084 h 135390"/>
                <a:gd name="connsiteX3" fmla="*/ 40967 w 80433"/>
                <a:gd name="connsiteY3" fmla="*/ 62371 h 135390"/>
                <a:gd name="connsiteX4" fmla="*/ 40967 w 80433"/>
                <a:gd name="connsiteY4" fmla="*/ 82493 h 135390"/>
                <a:gd name="connsiteX5" fmla="*/ 46374 w 80433"/>
                <a:gd name="connsiteY5" fmla="*/ 91503 h 135390"/>
                <a:gd name="connsiteX6" fmla="*/ 44347 w 80433"/>
                <a:gd name="connsiteY6" fmla="*/ 104268 h 135390"/>
                <a:gd name="connsiteX7" fmla="*/ 39390 w 80433"/>
                <a:gd name="connsiteY7" fmla="*/ 116507 h 135390"/>
                <a:gd name="connsiteX8" fmla="*/ 38564 w 80433"/>
                <a:gd name="connsiteY8" fmla="*/ 126117 h 135390"/>
                <a:gd name="connsiteX9" fmla="*/ 24896 w 80433"/>
                <a:gd name="connsiteY9" fmla="*/ 135353 h 135390"/>
                <a:gd name="connsiteX10" fmla="*/ 8524 w 80433"/>
                <a:gd name="connsiteY10" fmla="*/ 131373 h 135390"/>
                <a:gd name="connsiteX11" fmla="*/ 37 w 80433"/>
                <a:gd name="connsiteY11" fmla="*/ 123865 h 135390"/>
                <a:gd name="connsiteX12" fmla="*/ 2516 w 80433"/>
                <a:gd name="connsiteY12" fmla="*/ 116356 h 135390"/>
                <a:gd name="connsiteX13" fmla="*/ 7773 w 80433"/>
                <a:gd name="connsiteY13" fmla="*/ 109824 h 135390"/>
                <a:gd name="connsiteX14" fmla="*/ 8599 w 80433"/>
                <a:gd name="connsiteY14" fmla="*/ 105319 h 135390"/>
                <a:gd name="connsiteX15" fmla="*/ 4769 w 80433"/>
                <a:gd name="connsiteY15" fmla="*/ 101415 h 135390"/>
                <a:gd name="connsiteX16" fmla="*/ 7472 w 80433"/>
                <a:gd name="connsiteY16" fmla="*/ 95858 h 135390"/>
                <a:gd name="connsiteX17" fmla="*/ 12054 w 80433"/>
                <a:gd name="connsiteY17" fmla="*/ 91203 h 135390"/>
                <a:gd name="connsiteX18" fmla="*/ 7172 w 80433"/>
                <a:gd name="connsiteY18" fmla="*/ 81217 h 135390"/>
                <a:gd name="connsiteX19" fmla="*/ 11678 w 80433"/>
                <a:gd name="connsiteY19" fmla="*/ 70405 h 135390"/>
                <a:gd name="connsiteX20" fmla="*/ 16109 w 80433"/>
                <a:gd name="connsiteY20" fmla="*/ 59517 h 135390"/>
                <a:gd name="connsiteX21" fmla="*/ 13856 w 80433"/>
                <a:gd name="connsiteY21" fmla="*/ 52985 h 135390"/>
                <a:gd name="connsiteX22" fmla="*/ 21366 w 80433"/>
                <a:gd name="connsiteY22" fmla="*/ 47729 h 135390"/>
                <a:gd name="connsiteX23" fmla="*/ 22793 w 80433"/>
                <a:gd name="connsiteY23" fmla="*/ 32712 h 135390"/>
                <a:gd name="connsiteX24" fmla="*/ 31730 w 80433"/>
                <a:gd name="connsiteY24" fmla="*/ 19272 h 135390"/>
                <a:gd name="connsiteX25" fmla="*/ 32631 w 80433"/>
                <a:gd name="connsiteY25" fmla="*/ 14842 h 135390"/>
                <a:gd name="connsiteX26" fmla="*/ 36236 w 80433"/>
                <a:gd name="connsiteY26" fmla="*/ 10637 h 135390"/>
                <a:gd name="connsiteX27" fmla="*/ 53509 w 80433"/>
                <a:gd name="connsiteY27" fmla="*/ 351 h 135390"/>
                <a:gd name="connsiteX28" fmla="*/ 66877 w 80433"/>
                <a:gd name="connsiteY28" fmla="*/ 1027 h 135390"/>
                <a:gd name="connsiteX29" fmla="*/ 77541 w 80433"/>
                <a:gd name="connsiteY29" fmla="*/ 5982 h 135390"/>
                <a:gd name="connsiteX30" fmla="*/ 73410 w 80433"/>
                <a:gd name="connsiteY30" fmla="*/ 38118 h 135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0433" h="135390">
                  <a:moveTo>
                    <a:pt x="73410" y="38118"/>
                  </a:moveTo>
                  <a:cubicBezTo>
                    <a:pt x="69062" y="41227"/>
                    <a:pt x="64136" y="43424"/>
                    <a:pt x="58916" y="44576"/>
                  </a:cubicBezTo>
                  <a:cubicBezTo>
                    <a:pt x="53697" y="45620"/>
                    <a:pt x="48928" y="48241"/>
                    <a:pt x="45248" y="52084"/>
                  </a:cubicBezTo>
                  <a:cubicBezTo>
                    <a:pt x="43168" y="55205"/>
                    <a:pt x="41718" y="58697"/>
                    <a:pt x="40967" y="62371"/>
                  </a:cubicBezTo>
                  <a:cubicBezTo>
                    <a:pt x="38496" y="68850"/>
                    <a:pt x="38496" y="76013"/>
                    <a:pt x="40967" y="82493"/>
                  </a:cubicBezTo>
                  <a:cubicBezTo>
                    <a:pt x="42995" y="85356"/>
                    <a:pt x="44797" y="88369"/>
                    <a:pt x="46374" y="91503"/>
                  </a:cubicBezTo>
                  <a:cubicBezTo>
                    <a:pt x="47396" y="95860"/>
                    <a:pt x="46667" y="100441"/>
                    <a:pt x="44347" y="104268"/>
                  </a:cubicBezTo>
                  <a:cubicBezTo>
                    <a:pt x="42086" y="108076"/>
                    <a:pt x="40419" y="112201"/>
                    <a:pt x="39390" y="116507"/>
                  </a:cubicBezTo>
                  <a:cubicBezTo>
                    <a:pt x="39345" y="119725"/>
                    <a:pt x="39067" y="122938"/>
                    <a:pt x="38564" y="126117"/>
                  </a:cubicBezTo>
                  <a:cubicBezTo>
                    <a:pt x="36484" y="131829"/>
                    <a:pt x="30971" y="135556"/>
                    <a:pt x="24896" y="135353"/>
                  </a:cubicBezTo>
                  <a:cubicBezTo>
                    <a:pt x="19218" y="135182"/>
                    <a:pt x="13646" y="133827"/>
                    <a:pt x="8524" y="131373"/>
                  </a:cubicBezTo>
                  <a:cubicBezTo>
                    <a:pt x="4919" y="129947"/>
                    <a:pt x="1014" y="127994"/>
                    <a:pt x="37" y="123865"/>
                  </a:cubicBezTo>
                  <a:cubicBezTo>
                    <a:pt x="-293" y="121118"/>
                    <a:pt x="616" y="118367"/>
                    <a:pt x="2516" y="116356"/>
                  </a:cubicBezTo>
                  <a:cubicBezTo>
                    <a:pt x="4416" y="114299"/>
                    <a:pt x="6166" y="112116"/>
                    <a:pt x="7773" y="109824"/>
                  </a:cubicBezTo>
                  <a:cubicBezTo>
                    <a:pt x="8794" y="108559"/>
                    <a:pt x="9102" y="106863"/>
                    <a:pt x="8599" y="105319"/>
                  </a:cubicBezTo>
                  <a:cubicBezTo>
                    <a:pt x="7773" y="103667"/>
                    <a:pt x="5595" y="103066"/>
                    <a:pt x="4769" y="101415"/>
                  </a:cubicBezTo>
                  <a:cubicBezTo>
                    <a:pt x="3943" y="99763"/>
                    <a:pt x="5670" y="97135"/>
                    <a:pt x="7472" y="95858"/>
                  </a:cubicBezTo>
                  <a:cubicBezTo>
                    <a:pt x="9275" y="94582"/>
                    <a:pt x="11528" y="93381"/>
                    <a:pt x="12054" y="91203"/>
                  </a:cubicBezTo>
                  <a:cubicBezTo>
                    <a:pt x="12955" y="87449"/>
                    <a:pt x="8373" y="84821"/>
                    <a:pt x="7172" y="81217"/>
                  </a:cubicBezTo>
                  <a:cubicBezTo>
                    <a:pt x="5971" y="77613"/>
                    <a:pt x="8974" y="73708"/>
                    <a:pt x="11678" y="70405"/>
                  </a:cubicBezTo>
                  <a:cubicBezTo>
                    <a:pt x="14382" y="67101"/>
                    <a:pt x="17461" y="63422"/>
                    <a:pt x="16109" y="59517"/>
                  </a:cubicBezTo>
                  <a:cubicBezTo>
                    <a:pt x="15358" y="57265"/>
                    <a:pt x="13255" y="55313"/>
                    <a:pt x="13856" y="52985"/>
                  </a:cubicBezTo>
                  <a:cubicBezTo>
                    <a:pt x="14457" y="50657"/>
                    <a:pt x="18963" y="49831"/>
                    <a:pt x="21366" y="47729"/>
                  </a:cubicBezTo>
                  <a:cubicBezTo>
                    <a:pt x="25196" y="44275"/>
                    <a:pt x="21366" y="37818"/>
                    <a:pt x="22793" y="32712"/>
                  </a:cubicBezTo>
                  <a:cubicBezTo>
                    <a:pt x="24220" y="27606"/>
                    <a:pt x="30303" y="24528"/>
                    <a:pt x="31730" y="19272"/>
                  </a:cubicBezTo>
                  <a:cubicBezTo>
                    <a:pt x="31948" y="17780"/>
                    <a:pt x="32248" y="16302"/>
                    <a:pt x="32631" y="14842"/>
                  </a:cubicBezTo>
                  <a:cubicBezTo>
                    <a:pt x="33472" y="13166"/>
                    <a:pt x="34704" y="11722"/>
                    <a:pt x="36236" y="10637"/>
                  </a:cubicBezTo>
                  <a:cubicBezTo>
                    <a:pt x="40997" y="5758"/>
                    <a:pt x="46952" y="2211"/>
                    <a:pt x="53509" y="351"/>
                  </a:cubicBezTo>
                  <a:cubicBezTo>
                    <a:pt x="57962" y="-327"/>
                    <a:pt x="62513" y="-97"/>
                    <a:pt x="66877" y="1027"/>
                  </a:cubicBezTo>
                  <a:cubicBezTo>
                    <a:pt x="70872" y="1494"/>
                    <a:pt x="74612" y="3231"/>
                    <a:pt x="77541" y="5982"/>
                  </a:cubicBezTo>
                  <a:cubicBezTo>
                    <a:pt x="83098" y="13040"/>
                    <a:pt x="79944" y="32412"/>
                    <a:pt x="73410" y="38118"/>
                  </a:cubicBezTo>
                  <a:close/>
                </a:path>
              </a:pathLst>
            </a:custGeom>
            <a:solidFill>
              <a:srgbClr val="C6B69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3" name="Content Placeholder 4">
              <a:extLst>
                <a:ext uri="{FF2B5EF4-FFF2-40B4-BE49-F238E27FC236}">
                  <a16:creationId xmlns:a16="http://schemas.microsoft.com/office/drawing/2014/main" id="{4637B3B1-E428-857C-756D-26E97F38364A}"/>
                </a:ext>
              </a:extLst>
            </p:cNvPr>
            <p:cNvSpPr/>
            <p:nvPr/>
          </p:nvSpPr>
          <p:spPr>
            <a:xfrm>
              <a:off x="6797673" y="751626"/>
              <a:ext cx="179283" cy="69311"/>
            </a:xfrm>
            <a:custGeom>
              <a:avLst/>
              <a:gdLst>
                <a:gd name="connsiteX0" fmla="*/ 34216 w 179283"/>
                <a:gd name="connsiteY0" fmla="*/ 9690 h 69311"/>
                <a:gd name="connsiteX1" fmla="*/ 97300 w 179283"/>
                <a:gd name="connsiteY1" fmla="*/ 18625 h 69311"/>
                <a:gd name="connsiteX2" fmla="*/ 167444 w 179283"/>
                <a:gd name="connsiteY2" fmla="*/ 4 h 69311"/>
                <a:gd name="connsiteX3" fmla="*/ 171649 w 179283"/>
                <a:gd name="connsiteY3" fmla="*/ 830 h 69311"/>
                <a:gd name="connsiteX4" fmla="*/ 173902 w 179283"/>
                <a:gd name="connsiteY4" fmla="*/ 3608 h 69311"/>
                <a:gd name="connsiteX5" fmla="*/ 177507 w 179283"/>
                <a:gd name="connsiteY5" fmla="*/ 37321 h 69311"/>
                <a:gd name="connsiteX6" fmla="*/ 167819 w 179283"/>
                <a:gd name="connsiteY6" fmla="*/ 53690 h 69311"/>
                <a:gd name="connsiteX7" fmla="*/ 156179 w 179283"/>
                <a:gd name="connsiteY7" fmla="*/ 61198 h 69311"/>
                <a:gd name="connsiteX8" fmla="*/ 109391 w 179283"/>
                <a:gd name="connsiteY8" fmla="*/ 68707 h 69311"/>
                <a:gd name="connsiteX9" fmla="*/ 31137 w 179283"/>
                <a:gd name="connsiteY9" fmla="*/ 39123 h 69311"/>
                <a:gd name="connsiteX10" fmla="*/ 1097 w 179283"/>
                <a:gd name="connsiteY10" fmla="*/ 12018 h 69311"/>
                <a:gd name="connsiteX11" fmla="*/ -29 w 179283"/>
                <a:gd name="connsiteY11" fmla="*/ 10141 h 69311"/>
                <a:gd name="connsiteX12" fmla="*/ 14991 w 179283"/>
                <a:gd name="connsiteY12" fmla="*/ 1356 h 69311"/>
                <a:gd name="connsiteX13" fmla="*/ 34216 w 179283"/>
                <a:gd name="connsiteY13" fmla="*/ 9690 h 69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9283" h="69311">
                  <a:moveTo>
                    <a:pt x="34216" y="9690"/>
                  </a:moveTo>
                  <a:cubicBezTo>
                    <a:pt x="54719" y="15847"/>
                    <a:pt x="76122" y="21704"/>
                    <a:pt x="97300" y="18625"/>
                  </a:cubicBezTo>
                  <a:cubicBezTo>
                    <a:pt x="121332" y="15096"/>
                    <a:pt x="143186" y="305"/>
                    <a:pt x="167444" y="4"/>
                  </a:cubicBezTo>
                  <a:cubicBezTo>
                    <a:pt x="168893" y="-135"/>
                    <a:pt x="170357" y="152"/>
                    <a:pt x="171649" y="830"/>
                  </a:cubicBezTo>
                  <a:cubicBezTo>
                    <a:pt x="172610" y="1562"/>
                    <a:pt x="173384" y="2514"/>
                    <a:pt x="173902" y="3608"/>
                  </a:cubicBezTo>
                  <a:cubicBezTo>
                    <a:pt x="179452" y="13948"/>
                    <a:pt x="180744" y="26043"/>
                    <a:pt x="177507" y="37321"/>
                  </a:cubicBezTo>
                  <a:cubicBezTo>
                    <a:pt x="175735" y="43518"/>
                    <a:pt x="172400" y="49155"/>
                    <a:pt x="167819" y="53690"/>
                  </a:cubicBezTo>
                  <a:cubicBezTo>
                    <a:pt x="164387" y="56832"/>
                    <a:pt x="160452" y="59371"/>
                    <a:pt x="156179" y="61198"/>
                  </a:cubicBezTo>
                  <a:cubicBezTo>
                    <a:pt x="141572" y="67949"/>
                    <a:pt x="125380" y="70546"/>
                    <a:pt x="109391" y="68707"/>
                  </a:cubicBezTo>
                  <a:cubicBezTo>
                    <a:pt x="81409" y="64876"/>
                    <a:pt x="54651" y="54762"/>
                    <a:pt x="31137" y="39123"/>
                  </a:cubicBezTo>
                  <a:cubicBezTo>
                    <a:pt x="20353" y="30981"/>
                    <a:pt x="10305" y="21910"/>
                    <a:pt x="1097" y="12018"/>
                  </a:cubicBezTo>
                  <a:cubicBezTo>
                    <a:pt x="549" y="11515"/>
                    <a:pt x="158" y="10863"/>
                    <a:pt x="-29" y="10141"/>
                  </a:cubicBezTo>
                  <a:cubicBezTo>
                    <a:pt x="-29" y="4735"/>
                    <a:pt x="10560" y="305"/>
                    <a:pt x="14991" y="1356"/>
                  </a:cubicBezTo>
                  <a:cubicBezTo>
                    <a:pt x="21299" y="3158"/>
                    <a:pt x="27607" y="7813"/>
                    <a:pt x="34216" y="9690"/>
                  </a:cubicBezTo>
                  <a:close/>
                </a:path>
              </a:pathLst>
            </a:custGeom>
            <a:solidFill>
              <a:srgbClr val="D5AFC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4" name="Content Placeholder 4">
              <a:extLst>
                <a:ext uri="{FF2B5EF4-FFF2-40B4-BE49-F238E27FC236}">
                  <a16:creationId xmlns:a16="http://schemas.microsoft.com/office/drawing/2014/main" id="{9DFBF3A2-A43F-C253-998A-61894D008608}"/>
                </a:ext>
              </a:extLst>
            </p:cNvPr>
            <p:cNvSpPr/>
            <p:nvPr/>
          </p:nvSpPr>
          <p:spPr>
            <a:xfrm>
              <a:off x="6914971" y="743857"/>
              <a:ext cx="164608" cy="213052"/>
            </a:xfrm>
            <a:custGeom>
              <a:avLst/>
              <a:gdLst>
                <a:gd name="connsiteX0" fmla="*/ 102415 w 164608"/>
                <a:gd name="connsiteY0" fmla="*/ 2067 h 213052"/>
                <a:gd name="connsiteX1" fmla="*/ 113079 w 164608"/>
                <a:gd name="connsiteY1" fmla="*/ 640 h 213052"/>
                <a:gd name="connsiteX2" fmla="*/ 122617 w 164608"/>
                <a:gd name="connsiteY2" fmla="*/ 8149 h 213052"/>
                <a:gd name="connsiteX3" fmla="*/ 147850 w 164608"/>
                <a:gd name="connsiteY3" fmla="*/ 79404 h 213052"/>
                <a:gd name="connsiteX4" fmla="*/ 164372 w 164608"/>
                <a:gd name="connsiteY4" fmla="*/ 181293 h 213052"/>
                <a:gd name="connsiteX5" fmla="*/ 154684 w 164608"/>
                <a:gd name="connsiteY5" fmla="*/ 204495 h 213052"/>
                <a:gd name="connsiteX6" fmla="*/ 139214 w 164608"/>
                <a:gd name="connsiteY6" fmla="*/ 209150 h 213052"/>
                <a:gd name="connsiteX7" fmla="*/ 64114 w 164608"/>
                <a:gd name="connsiteY7" fmla="*/ 212303 h 213052"/>
                <a:gd name="connsiteX8" fmla="*/ 32872 w 164608"/>
                <a:gd name="connsiteY8" fmla="*/ 208774 h 213052"/>
                <a:gd name="connsiteX9" fmla="*/ 3809 w 164608"/>
                <a:gd name="connsiteY9" fmla="*/ 193757 h 213052"/>
                <a:gd name="connsiteX10" fmla="*/ 1030 w 164608"/>
                <a:gd name="connsiteY10" fmla="*/ 169881 h 213052"/>
                <a:gd name="connsiteX11" fmla="*/ 19504 w 164608"/>
                <a:gd name="connsiteY11" fmla="*/ 77977 h 213052"/>
                <a:gd name="connsiteX12" fmla="*/ 37078 w 164608"/>
                <a:gd name="connsiteY12" fmla="*/ 16933 h 213052"/>
                <a:gd name="connsiteX13" fmla="*/ 58406 w 164608"/>
                <a:gd name="connsiteY13" fmla="*/ 415 h 213052"/>
                <a:gd name="connsiteX14" fmla="*/ 102415 w 164608"/>
                <a:gd name="connsiteY14" fmla="*/ 2067 h 213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4608" h="213052">
                  <a:moveTo>
                    <a:pt x="102415" y="2067"/>
                  </a:moveTo>
                  <a:cubicBezTo>
                    <a:pt x="105832" y="848"/>
                    <a:pt x="109467" y="362"/>
                    <a:pt x="113079" y="640"/>
                  </a:cubicBezTo>
                  <a:cubicBezTo>
                    <a:pt x="117172" y="1690"/>
                    <a:pt x="120634" y="4415"/>
                    <a:pt x="122617" y="8149"/>
                  </a:cubicBezTo>
                  <a:cubicBezTo>
                    <a:pt x="137111" y="30674"/>
                    <a:pt x="142744" y="55001"/>
                    <a:pt x="147850" y="79404"/>
                  </a:cubicBezTo>
                  <a:cubicBezTo>
                    <a:pt x="155360" y="114093"/>
                    <a:pt x="164523" y="146154"/>
                    <a:pt x="164372" y="181293"/>
                  </a:cubicBezTo>
                  <a:cubicBezTo>
                    <a:pt x="165522" y="190202"/>
                    <a:pt x="161827" y="199045"/>
                    <a:pt x="154684" y="204495"/>
                  </a:cubicBezTo>
                  <a:cubicBezTo>
                    <a:pt x="149870" y="207014"/>
                    <a:pt x="144621" y="208594"/>
                    <a:pt x="139214" y="209150"/>
                  </a:cubicBezTo>
                  <a:cubicBezTo>
                    <a:pt x="114363" y="212840"/>
                    <a:pt x="89190" y="213897"/>
                    <a:pt x="64114" y="212303"/>
                  </a:cubicBezTo>
                  <a:cubicBezTo>
                    <a:pt x="53638" y="211779"/>
                    <a:pt x="43206" y="210600"/>
                    <a:pt x="32872" y="208774"/>
                  </a:cubicBezTo>
                  <a:cubicBezTo>
                    <a:pt x="21690" y="207448"/>
                    <a:pt x="11364" y="202113"/>
                    <a:pt x="3809" y="193757"/>
                  </a:cubicBezTo>
                  <a:cubicBezTo>
                    <a:pt x="-51" y="186421"/>
                    <a:pt x="-1043" y="177908"/>
                    <a:pt x="1030" y="169881"/>
                  </a:cubicBezTo>
                  <a:cubicBezTo>
                    <a:pt x="5408" y="138915"/>
                    <a:pt x="11574" y="108229"/>
                    <a:pt x="19504" y="77977"/>
                  </a:cubicBezTo>
                  <a:cubicBezTo>
                    <a:pt x="24837" y="57554"/>
                    <a:pt x="30920" y="37206"/>
                    <a:pt x="37078" y="16933"/>
                  </a:cubicBezTo>
                  <a:cubicBezTo>
                    <a:pt x="39781" y="7848"/>
                    <a:pt x="43912" y="-2288"/>
                    <a:pt x="58406" y="415"/>
                  </a:cubicBezTo>
                  <a:cubicBezTo>
                    <a:pt x="72901" y="3118"/>
                    <a:pt x="86268" y="6271"/>
                    <a:pt x="102415" y="2067"/>
                  </a:cubicBezTo>
                  <a:close/>
                </a:path>
              </a:pathLst>
            </a:custGeom>
            <a:solidFill>
              <a:srgbClr val="D5AFC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5" name="Content Placeholder 4">
              <a:extLst>
                <a:ext uri="{FF2B5EF4-FFF2-40B4-BE49-F238E27FC236}">
                  <a16:creationId xmlns:a16="http://schemas.microsoft.com/office/drawing/2014/main" id="{F0BBA16D-73B3-340F-7230-65CC81DD78B6}"/>
                </a:ext>
              </a:extLst>
            </p:cNvPr>
            <p:cNvSpPr/>
            <p:nvPr/>
          </p:nvSpPr>
          <p:spPr>
            <a:xfrm>
              <a:off x="6954320" y="650296"/>
              <a:ext cx="83118" cy="92437"/>
            </a:xfrm>
            <a:custGeom>
              <a:avLst/>
              <a:gdLst>
                <a:gd name="connsiteX0" fmla="*/ 47294 w 83118"/>
                <a:gd name="connsiteY0" fmla="*/ 91649 h 92437"/>
                <a:gd name="connsiteX1" fmla="*/ 32274 w 83118"/>
                <a:gd name="connsiteY1" fmla="*/ 92174 h 92437"/>
                <a:gd name="connsiteX2" fmla="*/ 4413 w 83118"/>
                <a:gd name="connsiteY2" fmla="*/ 64393 h 92437"/>
                <a:gd name="connsiteX3" fmla="*/ 2234 w 83118"/>
                <a:gd name="connsiteY3" fmla="*/ 21219 h 92437"/>
                <a:gd name="connsiteX4" fmla="*/ 6065 w 83118"/>
                <a:gd name="connsiteY4" fmla="*/ 9131 h 92437"/>
                <a:gd name="connsiteX5" fmla="*/ 27618 w 83118"/>
                <a:gd name="connsiteY5" fmla="*/ 421 h 92437"/>
                <a:gd name="connsiteX6" fmla="*/ 68172 w 83118"/>
                <a:gd name="connsiteY6" fmla="*/ 7929 h 92437"/>
                <a:gd name="connsiteX7" fmla="*/ 47294 w 83118"/>
                <a:gd name="connsiteY7" fmla="*/ 91649 h 92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3118" h="92437">
                  <a:moveTo>
                    <a:pt x="47294" y="91649"/>
                  </a:moveTo>
                  <a:cubicBezTo>
                    <a:pt x="42331" y="92435"/>
                    <a:pt x="37284" y="92611"/>
                    <a:pt x="32274" y="92174"/>
                  </a:cubicBezTo>
                  <a:cubicBezTo>
                    <a:pt x="19132" y="89772"/>
                    <a:pt x="11247" y="76256"/>
                    <a:pt x="4413" y="64393"/>
                  </a:cubicBezTo>
                  <a:cubicBezTo>
                    <a:pt x="-2422" y="52530"/>
                    <a:pt x="132" y="33758"/>
                    <a:pt x="2234" y="21219"/>
                  </a:cubicBezTo>
                  <a:cubicBezTo>
                    <a:pt x="2610" y="16958"/>
                    <a:pt x="3917" y="12832"/>
                    <a:pt x="6065" y="9131"/>
                  </a:cubicBezTo>
                  <a:cubicBezTo>
                    <a:pt x="11547" y="3093"/>
                    <a:pt x="19478" y="-114"/>
                    <a:pt x="27618" y="421"/>
                  </a:cubicBezTo>
                  <a:cubicBezTo>
                    <a:pt x="41579" y="-1163"/>
                    <a:pt x="55698" y="1450"/>
                    <a:pt x="68172" y="7929"/>
                  </a:cubicBezTo>
                  <a:cubicBezTo>
                    <a:pt x="96785" y="25049"/>
                    <a:pt x="81165" y="88345"/>
                    <a:pt x="47294" y="91649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6" name="Content Placeholder 4">
              <a:extLst>
                <a:ext uri="{FF2B5EF4-FFF2-40B4-BE49-F238E27FC236}">
                  <a16:creationId xmlns:a16="http://schemas.microsoft.com/office/drawing/2014/main" id="{F422F6B2-F2FA-6987-8B53-68267C202960}"/>
                </a:ext>
              </a:extLst>
            </p:cNvPr>
            <p:cNvSpPr/>
            <p:nvPr/>
          </p:nvSpPr>
          <p:spPr>
            <a:xfrm>
              <a:off x="7011995" y="755888"/>
              <a:ext cx="112761" cy="171511"/>
            </a:xfrm>
            <a:custGeom>
              <a:avLst/>
              <a:gdLst>
                <a:gd name="connsiteX0" fmla="*/ 48724 w 112761"/>
                <a:gd name="connsiteY0" fmla="*/ 13762 h 171511"/>
                <a:gd name="connsiteX1" fmla="*/ 112484 w 112761"/>
                <a:gd name="connsiteY1" fmla="*/ 162955 h 171511"/>
                <a:gd name="connsiteX2" fmla="*/ 112484 w 112761"/>
                <a:gd name="connsiteY2" fmla="*/ 166409 h 171511"/>
                <a:gd name="connsiteX3" fmla="*/ 99492 w 112761"/>
                <a:gd name="connsiteY3" fmla="*/ 171289 h 171511"/>
                <a:gd name="connsiteX4" fmla="*/ 95286 w 112761"/>
                <a:gd name="connsiteY4" fmla="*/ 169487 h 171511"/>
                <a:gd name="connsiteX5" fmla="*/ 56084 w 112761"/>
                <a:gd name="connsiteY5" fmla="*/ 95754 h 171511"/>
                <a:gd name="connsiteX6" fmla="*/ 11024 w 112761"/>
                <a:gd name="connsiteY6" fmla="*/ 47850 h 171511"/>
                <a:gd name="connsiteX7" fmla="*/ 435 w 112761"/>
                <a:gd name="connsiteY7" fmla="*/ 28328 h 171511"/>
                <a:gd name="connsiteX8" fmla="*/ 16581 w 112761"/>
                <a:gd name="connsiteY8" fmla="*/ 2724 h 171511"/>
                <a:gd name="connsiteX9" fmla="*/ 48724 w 112761"/>
                <a:gd name="connsiteY9" fmla="*/ 13762 h 1715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761" h="171511">
                  <a:moveTo>
                    <a:pt x="48724" y="13762"/>
                  </a:moveTo>
                  <a:cubicBezTo>
                    <a:pt x="84472" y="55809"/>
                    <a:pt x="98966" y="110321"/>
                    <a:pt x="112484" y="162955"/>
                  </a:cubicBezTo>
                  <a:cubicBezTo>
                    <a:pt x="112815" y="164082"/>
                    <a:pt x="112815" y="165282"/>
                    <a:pt x="112484" y="166409"/>
                  </a:cubicBezTo>
                  <a:cubicBezTo>
                    <a:pt x="111583" y="168887"/>
                    <a:pt x="103322" y="170088"/>
                    <a:pt x="99492" y="171289"/>
                  </a:cubicBezTo>
                  <a:cubicBezTo>
                    <a:pt x="97832" y="171873"/>
                    <a:pt x="96007" y="171090"/>
                    <a:pt x="95286" y="169487"/>
                  </a:cubicBezTo>
                  <a:cubicBezTo>
                    <a:pt x="85103" y="143481"/>
                    <a:pt x="71953" y="118739"/>
                    <a:pt x="56084" y="95754"/>
                  </a:cubicBezTo>
                  <a:cubicBezTo>
                    <a:pt x="42416" y="76683"/>
                    <a:pt x="32878" y="59038"/>
                    <a:pt x="11024" y="47850"/>
                  </a:cubicBezTo>
                  <a:cubicBezTo>
                    <a:pt x="3018" y="45011"/>
                    <a:pt x="-1555" y="36586"/>
                    <a:pt x="435" y="28328"/>
                  </a:cubicBezTo>
                  <a:cubicBezTo>
                    <a:pt x="1584" y="17761"/>
                    <a:pt x="7540" y="8313"/>
                    <a:pt x="16581" y="2724"/>
                  </a:cubicBezTo>
                  <a:cubicBezTo>
                    <a:pt x="28898" y="-4784"/>
                    <a:pt x="40839" y="4451"/>
                    <a:pt x="48724" y="13762"/>
                  </a:cubicBezTo>
                  <a:close/>
                </a:path>
              </a:pathLst>
            </a:custGeom>
            <a:solidFill>
              <a:srgbClr val="D5AFC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7" name="Content Placeholder 4">
              <a:extLst>
                <a:ext uri="{FF2B5EF4-FFF2-40B4-BE49-F238E27FC236}">
                  <a16:creationId xmlns:a16="http://schemas.microsoft.com/office/drawing/2014/main" id="{7C50EAF8-90E7-41DA-AD33-937CB6673987}"/>
                </a:ext>
              </a:extLst>
            </p:cNvPr>
            <p:cNvSpPr/>
            <p:nvPr/>
          </p:nvSpPr>
          <p:spPr>
            <a:xfrm>
              <a:off x="6971977" y="741523"/>
              <a:ext cx="42565" cy="74013"/>
            </a:xfrm>
            <a:custGeom>
              <a:avLst/>
              <a:gdLst>
                <a:gd name="connsiteX0" fmla="*/ 4029 w 42565"/>
                <a:gd name="connsiteY0" fmla="*/ 31280 h 74013"/>
                <a:gd name="connsiteX1" fmla="*/ 10337 w 42565"/>
                <a:gd name="connsiteY1" fmla="*/ 68823 h 74013"/>
                <a:gd name="connsiteX2" fmla="*/ 12740 w 42565"/>
                <a:gd name="connsiteY2" fmla="*/ 73628 h 74013"/>
                <a:gd name="connsiteX3" fmla="*/ 19274 w 42565"/>
                <a:gd name="connsiteY3" fmla="*/ 70249 h 74013"/>
                <a:gd name="connsiteX4" fmla="*/ 34745 w 42565"/>
                <a:gd name="connsiteY4" fmla="*/ 28127 h 74013"/>
                <a:gd name="connsiteX5" fmla="*/ 42255 w 42565"/>
                <a:gd name="connsiteY5" fmla="*/ 10782 h 74013"/>
                <a:gd name="connsiteX6" fmla="*/ 42255 w 42565"/>
                <a:gd name="connsiteY6" fmla="*/ 7329 h 74013"/>
                <a:gd name="connsiteX7" fmla="*/ 35721 w 42565"/>
                <a:gd name="connsiteY7" fmla="*/ 4851 h 74013"/>
                <a:gd name="connsiteX8" fmla="*/ 24005 w 42565"/>
                <a:gd name="connsiteY8" fmla="*/ 4851 h 74013"/>
                <a:gd name="connsiteX9" fmla="*/ 14918 w 42565"/>
                <a:gd name="connsiteY9" fmla="*/ 3649 h 74013"/>
                <a:gd name="connsiteX10" fmla="*/ 3278 w 42565"/>
                <a:gd name="connsiteY10" fmla="*/ -30 h 74013"/>
                <a:gd name="connsiteX11" fmla="*/ -26 w 42565"/>
                <a:gd name="connsiteY11" fmla="*/ 5677 h 74013"/>
                <a:gd name="connsiteX12" fmla="*/ 4029 w 42565"/>
                <a:gd name="connsiteY12" fmla="*/ 31280 h 7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565" h="74013">
                  <a:moveTo>
                    <a:pt x="4029" y="31280"/>
                  </a:moveTo>
                  <a:cubicBezTo>
                    <a:pt x="6657" y="43745"/>
                    <a:pt x="8460" y="56284"/>
                    <a:pt x="10337" y="68823"/>
                  </a:cubicBezTo>
                  <a:cubicBezTo>
                    <a:pt x="10322" y="70716"/>
                    <a:pt x="11216" y="72502"/>
                    <a:pt x="12740" y="73628"/>
                  </a:cubicBezTo>
                  <a:cubicBezTo>
                    <a:pt x="15144" y="74905"/>
                    <a:pt x="17772" y="72502"/>
                    <a:pt x="19274" y="70249"/>
                  </a:cubicBezTo>
                  <a:cubicBezTo>
                    <a:pt x="27610" y="57785"/>
                    <a:pt x="28887" y="41942"/>
                    <a:pt x="34745" y="28127"/>
                  </a:cubicBezTo>
                  <a:cubicBezTo>
                    <a:pt x="37621" y="22514"/>
                    <a:pt x="40129" y="16720"/>
                    <a:pt x="42255" y="10782"/>
                  </a:cubicBezTo>
                  <a:cubicBezTo>
                    <a:pt x="42630" y="9662"/>
                    <a:pt x="42630" y="8449"/>
                    <a:pt x="42255" y="7329"/>
                  </a:cubicBezTo>
                  <a:cubicBezTo>
                    <a:pt x="41353" y="5001"/>
                    <a:pt x="38199" y="4776"/>
                    <a:pt x="35721" y="4851"/>
                  </a:cubicBezTo>
                  <a:cubicBezTo>
                    <a:pt x="31816" y="4851"/>
                    <a:pt x="27911" y="4851"/>
                    <a:pt x="24005" y="4851"/>
                  </a:cubicBezTo>
                  <a:cubicBezTo>
                    <a:pt x="20942" y="4794"/>
                    <a:pt x="17892" y="4390"/>
                    <a:pt x="14918" y="3649"/>
                  </a:cubicBezTo>
                  <a:cubicBezTo>
                    <a:pt x="11224" y="1895"/>
                    <a:pt x="7311" y="657"/>
                    <a:pt x="3278" y="-30"/>
                  </a:cubicBezTo>
                  <a:cubicBezTo>
                    <a:pt x="-252" y="-30"/>
                    <a:pt x="-26" y="2673"/>
                    <a:pt x="-26" y="5677"/>
                  </a:cubicBezTo>
                  <a:cubicBezTo>
                    <a:pt x="499" y="14322"/>
                    <a:pt x="1851" y="22897"/>
                    <a:pt x="4029" y="31280"/>
                  </a:cubicBezTo>
                  <a:close/>
                </a:path>
              </a:pathLst>
            </a:custGeom>
            <a:solidFill>
              <a:srgbClr val="F7F7F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8" name="Content Placeholder 4">
              <a:extLst>
                <a:ext uri="{FF2B5EF4-FFF2-40B4-BE49-F238E27FC236}">
                  <a16:creationId xmlns:a16="http://schemas.microsoft.com/office/drawing/2014/main" id="{EA4799FF-C1B0-6FC4-EA1E-203E60F918BD}"/>
                </a:ext>
              </a:extLst>
            </p:cNvPr>
            <p:cNvSpPr/>
            <p:nvPr/>
          </p:nvSpPr>
          <p:spPr>
            <a:xfrm>
              <a:off x="6959040" y="744609"/>
              <a:ext cx="28439" cy="123269"/>
            </a:xfrm>
            <a:custGeom>
              <a:avLst/>
              <a:gdLst>
                <a:gd name="connsiteX0" fmla="*/ 6828 w 28439"/>
                <a:gd name="connsiteY0" fmla="*/ 5895 h 123269"/>
                <a:gd name="connsiteX1" fmla="*/ 8856 w 28439"/>
                <a:gd name="connsiteY1" fmla="*/ 9574 h 123269"/>
                <a:gd name="connsiteX2" fmla="*/ 6002 w 28439"/>
                <a:gd name="connsiteY2" fmla="*/ 12878 h 123269"/>
                <a:gd name="connsiteX3" fmla="*/ 1421 w 28439"/>
                <a:gd name="connsiteY3" fmla="*/ 14304 h 123269"/>
                <a:gd name="connsiteX4" fmla="*/ 595 w 28439"/>
                <a:gd name="connsiteY4" fmla="*/ 18284 h 123269"/>
                <a:gd name="connsiteX5" fmla="*/ 2547 w 28439"/>
                <a:gd name="connsiteY5" fmla="*/ 18959 h 123269"/>
                <a:gd name="connsiteX6" fmla="*/ 6400 w 28439"/>
                <a:gd name="connsiteY6" fmla="*/ 24296 h 123269"/>
                <a:gd name="connsiteX7" fmla="*/ 6378 w 28439"/>
                <a:gd name="connsiteY7" fmla="*/ 24441 h 123269"/>
                <a:gd name="connsiteX8" fmla="*/ 3148 w 28439"/>
                <a:gd name="connsiteY8" fmla="*/ 28120 h 123269"/>
                <a:gd name="connsiteX9" fmla="*/ 3148 w 28439"/>
                <a:gd name="connsiteY9" fmla="*/ 32325 h 123269"/>
                <a:gd name="connsiteX10" fmla="*/ 4875 w 28439"/>
                <a:gd name="connsiteY10" fmla="*/ 32325 h 123269"/>
                <a:gd name="connsiteX11" fmla="*/ 8480 w 28439"/>
                <a:gd name="connsiteY11" fmla="*/ 36075 h 123269"/>
                <a:gd name="connsiteX12" fmla="*/ 8480 w 28439"/>
                <a:gd name="connsiteY12" fmla="*/ 36154 h 123269"/>
                <a:gd name="connsiteX13" fmla="*/ 5927 w 28439"/>
                <a:gd name="connsiteY13" fmla="*/ 40208 h 123269"/>
                <a:gd name="connsiteX14" fmla="*/ 4800 w 28439"/>
                <a:gd name="connsiteY14" fmla="*/ 44638 h 123269"/>
                <a:gd name="connsiteX15" fmla="*/ 8555 w 28439"/>
                <a:gd name="connsiteY15" fmla="*/ 47642 h 123269"/>
                <a:gd name="connsiteX16" fmla="*/ 6452 w 28439"/>
                <a:gd name="connsiteY16" fmla="*/ 57478 h 123269"/>
                <a:gd name="connsiteX17" fmla="*/ 10883 w 28439"/>
                <a:gd name="connsiteY17" fmla="*/ 60031 h 123269"/>
                <a:gd name="connsiteX18" fmla="*/ 8780 w 28439"/>
                <a:gd name="connsiteY18" fmla="*/ 65437 h 123269"/>
                <a:gd name="connsiteX19" fmla="*/ 6603 w 28439"/>
                <a:gd name="connsiteY19" fmla="*/ 70843 h 123269"/>
                <a:gd name="connsiteX20" fmla="*/ 11108 w 28439"/>
                <a:gd name="connsiteY20" fmla="*/ 71819 h 123269"/>
                <a:gd name="connsiteX21" fmla="*/ 15014 w 28439"/>
                <a:gd name="connsiteY21" fmla="*/ 73771 h 123269"/>
                <a:gd name="connsiteX22" fmla="*/ 13437 w 28439"/>
                <a:gd name="connsiteY22" fmla="*/ 77676 h 123269"/>
                <a:gd name="connsiteX23" fmla="*/ 18994 w 28439"/>
                <a:gd name="connsiteY23" fmla="*/ 83832 h 123269"/>
                <a:gd name="connsiteX24" fmla="*/ 15990 w 28439"/>
                <a:gd name="connsiteY24" fmla="*/ 93894 h 123269"/>
                <a:gd name="connsiteX25" fmla="*/ 19595 w 28439"/>
                <a:gd name="connsiteY25" fmla="*/ 102003 h 123269"/>
                <a:gd name="connsiteX26" fmla="*/ 18469 w 28439"/>
                <a:gd name="connsiteY26" fmla="*/ 108836 h 123269"/>
                <a:gd name="connsiteX27" fmla="*/ 18994 w 28439"/>
                <a:gd name="connsiteY27" fmla="*/ 110563 h 123269"/>
                <a:gd name="connsiteX28" fmla="*/ 17792 w 28439"/>
                <a:gd name="connsiteY28" fmla="*/ 114692 h 123269"/>
                <a:gd name="connsiteX29" fmla="*/ 17192 w 28439"/>
                <a:gd name="connsiteY29" fmla="*/ 120849 h 123269"/>
                <a:gd name="connsiteX30" fmla="*/ 22058 w 28439"/>
                <a:gd name="connsiteY30" fmla="*/ 122982 h 123269"/>
                <a:gd name="connsiteX31" fmla="*/ 22449 w 28439"/>
                <a:gd name="connsiteY31" fmla="*/ 122801 h 123269"/>
                <a:gd name="connsiteX32" fmla="*/ 23951 w 28439"/>
                <a:gd name="connsiteY32" fmla="*/ 118446 h 123269"/>
                <a:gd name="connsiteX33" fmla="*/ 23350 w 28439"/>
                <a:gd name="connsiteY33" fmla="*/ 113716 h 123269"/>
                <a:gd name="connsiteX34" fmla="*/ 27555 w 28439"/>
                <a:gd name="connsiteY34" fmla="*/ 103129 h 123269"/>
                <a:gd name="connsiteX35" fmla="*/ 26128 w 28439"/>
                <a:gd name="connsiteY35" fmla="*/ 97047 h 123269"/>
                <a:gd name="connsiteX36" fmla="*/ 28307 w 28439"/>
                <a:gd name="connsiteY36" fmla="*/ 87211 h 123269"/>
                <a:gd name="connsiteX37" fmla="*/ 25753 w 28439"/>
                <a:gd name="connsiteY37" fmla="*/ 81880 h 123269"/>
                <a:gd name="connsiteX38" fmla="*/ 26880 w 28439"/>
                <a:gd name="connsiteY38" fmla="*/ 71819 h 123269"/>
                <a:gd name="connsiteX39" fmla="*/ 26128 w 28439"/>
                <a:gd name="connsiteY39" fmla="*/ 66863 h 123269"/>
                <a:gd name="connsiteX40" fmla="*/ 21998 w 28439"/>
                <a:gd name="connsiteY40" fmla="*/ 50044 h 123269"/>
                <a:gd name="connsiteX41" fmla="*/ 21398 w 28439"/>
                <a:gd name="connsiteY41" fmla="*/ 45915 h 123269"/>
                <a:gd name="connsiteX42" fmla="*/ 21923 w 28439"/>
                <a:gd name="connsiteY42" fmla="*/ 42085 h 123269"/>
                <a:gd name="connsiteX43" fmla="*/ 19745 w 28439"/>
                <a:gd name="connsiteY43" fmla="*/ 28120 h 123269"/>
                <a:gd name="connsiteX44" fmla="*/ 17567 w 28439"/>
                <a:gd name="connsiteY44" fmla="*/ 9649 h 123269"/>
                <a:gd name="connsiteX45" fmla="*/ 14338 w 28439"/>
                <a:gd name="connsiteY45" fmla="*/ 113 h 123269"/>
                <a:gd name="connsiteX46" fmla="*/ 6828 w 28439"/>
                <a:gd name="connsiteY46" fmla="*/ 5895 h 123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8439" h="123269">
                  <a:moveTo>
                    <a:pt x="6828" y="5895"/>
                  </a:moveTo>
                  <a:cubicBezTo>
                    <a:pt x="6828" y="7246"/>
                    <a:pt x="8630" y="8147"/>
                    <a:pt x="8856" y="9574"/>
                  </a:cubicBezTo>
                  <a:cubicBezTo>
                    <a:pt x="9081" y="11000"/>
                    <a:pt x="7504" y="12427"/>
                    <a:pt x="6002" y="12878"/>
                  </a:cubicBezTo>
                  <a:cubicBezTo>
                    <a:pt x="4432" y="13194"/>
                    <a:pt x="2893" y="13672"/>
                    <a:pt x="1421" y="14304"/>
                  </a:cubicBezTo>
                  <a:cubicBezTo>
                    <a:pt x="69" y="15130"/>
                    <a:pt x="-607" y="17308"/>
                    <a:pt x="595" y="18284"/>
                  </a:cubicBezTo>
                  <a:cubicBezTo>
                    <a:pt x="1181" y="18662"/>
                    <a:pt x="1849" y="18894"/>
                    <a:pt x="2547" y="18959"/>
                  </a:cubicBezTo>
                  <a:cubicBezTo>
                    <a:pt x="5086" y="19369"/>
                    <a:pt x="6813" y="21758"/>
                    <a:pt x="6400" y="24296"/>
                  </a:cubicBezTo>
                  <a:cubicBezTo>
                    <a:pt x="6392" y="24344"/>
                    <a:pt x="6385" y="24393"/>
                    <a:pt x="6378" y="24441"/>
                  </a:cubicBezTo>
                  <a:cubicBezTo>
                    <a:pt x="5777" y="26017"/>
                    <a:pt x="4199" y="26918"/>
                    <a:pt x="3148" y="28120"/>
                  </a:cubicBezTo>
                  <a:cubicBezTo>
                    <a:pt x="2097" y="29321"/>
                    <a:pt x="1796" y="31724"/>
                    <a:pt x="3148" y="32325"/>
                  </a:cubicBezTo>
                  <a:cubicBezTo>
                    <a:pt x="3726" y="32365"/>
                    <a:pt x="4297" y="32365"/>
                    <a:pt x="4875" y="32325"/>
                  </a:cubicBezTo>
                  <a:cubicBezTo>
                    <a:pt x="6911" y="32364"/>
                    <a:pt x="8525" y="34043"/>
                    <a:pt x="8480" y="36075"/>
                  </a:cubicBezTo>
                  <a:cubicBezTo>
                    <a:pt x="8480" y="36101"/>
                    <a:pt x="8480" y="36128"/>
                    <a:pt x="8480" y="36154"/>
                  </a:cubicBezTo>
                  <a:cubicBezTo>
                    <a:pt x="8480" y="37731"/>
                    <a:pt x="6978" y="38932"/>
                    <a:pt x="5927" y="40208"/>
                  </a:cubicBezTo>
                  <a:cubicBezTo>
                    <a:pt x="4672" y="41313"/>
                    <a:pt x="4230" y="43071"/>
                    <a:pt x="4800" y="44638"/>
                  </a:cubicBezTo>
                  <a:cubicBezTo>
                    <a:pt x="5626" y="45990"/>
                    <a:pt x="7729" y="46215"/>
                    <a:pt x="8555" y="47642"/>
                  </a:cubicBezTo>
                  <a:cubicBezTo>
                    <a:pt x="10433" y="50645"/>
                    <a:pt x="4275" y="54625"/>
                    <a:pt x="6452" y="57478"/>
                  </a:cubicBezTo>
                  <a:cubicBezTo>
                    <a:pt x="7579" y="58829"/>
                    <a:pt x="9907" y="58604"/>
                    <a:pt x="10883" y="60031"/>
                  </a:cubicBezTo>
                  <a:cubicBezTo>
                    <a:pt x="11860" y="61457"/>
                    <a:pt x="10358" y="64010"/>
                    <a:pt x="8780" y="65437"/>
                  </a:cubicBezTo>
                  <a:cubicBezTo>
                    <a:pt x="7204" y="66863"/>
                    <a:pt x="5326" y="69116"/>
                    <a:pt x="6603" y="70843"/>
                  </a:cubicBezTo>
                  <a:cubicBezTo>
                    <a:pt x="7879" y="72570"/>
                    <a:pt x="9532" y="71894"/>
                    <a:pt x="11108" y="71819"/>
                  </a:cubicBezTo>
                  <a:cubicBezTo>
                    <a:pt x="12686" y="71744"/>
                    <a:pt x="14789" y="71819"/>
                    <a:pt x="15014" y="73771"/>
                  </a:cubicBezTo>
                  <a:cubicBezTo>
                    <a:pt x="15239" y="75723"/>
                    <a:pt x="13587" y="76249"/>
                    <a:pt x="13437" y="77676"/>
                  </a:cubicBezTo>
                  <a:cubicBezTo>
                    <a:pt x="13437" y="80604"/>
                    <a:pt x="17792" y="81204"/>
                    <a:pt x="18994" y="83832"/>
                  </a:cubicBezTo>
                  <a:cubicBezTo>
                    <a:pt x="20196" y="86460"/>
                    <a:pt x="15915" y="90290"/>
                    <a:pt x="15990" y="93894"/>
                  </a:cubicBezTo>
                  <a:cubicBezTo>
                    <a:pt x="16065" y="97498"/>
                    <a:pt x="19445" y="99000"/>
                    <a:pt x="19595" y="102003"/>
                  </a:cubicBezTo>
                  <a:cubicBezTo>
                    <a:pt x="19745" y="105006"/>
                    <a:pt x="17868" y="106508"/>
                    <a:pt x="18469" y="108836"/>
                  </a:cubicBezTo>
                  <a:cubicBezTo>
                    <a:pt x="18469" y="109436"/>
                    <a:pt x="18919" y="109962"/>
                    <a:pt x="18994" y="110563"/>
                  </a:cubicBezTo>
                  <a:cubicBezTo>
                    <a:pt x="19069" y="112034"/>
                    <a:pt x="18641" y="113488"/>
                    <a:pt x="17792" y="114692"/>
                  </a:cubicBezTo>
                  <a:cubicBezTo>
                    <a:pt x="16718" y="116563"/>
                    <a:pt x="16501" y="118806"/>
                    <a:pt x="17192" y="120849"/>
                  </a:cubicBezTo>
                  <a:cubicBezTo>
                    <a:pt x="17943" y="122781"/>
                    <a:pt x="20121" y="123735"/>
                    <a:pt x="22058" y="122982"/>
                  </a:cubicBezTo>
                  <a:cubicBezTo>
                    <a:pt x="22186" y="122929"/>
                    <a:pt x="22321" y="122869"/>
                    <a:pt x="22449" y="122801"/>
                  </a:cubicBezTo>
                  <a:cubicBezTo>
                    <a:pt x="23680" y="121716"/>
                    <a:pt x="24251" y="120062"/>
                    <a:pt x="23951" y="118446"/>
                  </a:cubicBezTo>
                  <a:cubicBezTo>
                    <a:pt x="23605" y="116892"/>
                    <a:pt x="23402" y="115308"/>
                    <a:pt x="23350" y="113716"/>
                  </a:cubicBezTo>
                  <a:cubicBezTo>
                    <a:pt x="23350" y="109887"/>
                    <a:pt x="27631" y="106958"/>
                    <a:pt x="27555" y="103129"/>
                  </a:cubicBezTo>
                  <a:cubicBezTo>
                    <a:pt x="27555" y="101027"/>
                    <a:pt x="26204" y="99150"/>
                    <a:pt x="26128" y="97047"/>
                  </a:cubicBezTo>
                  <a:cubicBezTo>
                    <a:pt x="26128" y="93669"/>
                    <a:pt x="28982" y="90515"/>
                    <a:pt x="28307" y="87211"/>
                  </a:cubicBezTo>
                  <a:cubicBezTo>
                    <a:pt x="28307" y="85259"/>
                    <a:pt x="26354" y="83757"/>
                    <a:pt x="25753" y="81880"/>
                  </a:cubicBezTo>
                  <a:cubicBezTo>
                    <a:pt x="24777" y="78652"/>
                    <a:pt x="26729" y="75273"/>
                    <a:pt x="26880" y="71819"/>
                  </a:cubicBezTo>
                  <a:cubicBezTo>
                    <a:pt x="26849" y="70141"/>
                    <a:pt x="26602" y="68475"/>
                    <a:pt x="26128" y="66863"/>
                  </a:cubicBezTo>
                  <a:lnTo>
                    <a:pt x="21998" y="50044"/>
                  </a:lnTo>
                  <a:cubicBezTo>
                    <a:pt x="21623" y="48700"/>
                    <a:pt x="21420" y="47311"/>
                    <a:pt x="21398" y="45915"/>
                  </a:cubicBezTo>
                  <a:cubicBezTo>
                    <a:pt x="21495" y="44629"/>
                    <a:pt x="21675" y="43351"/>
                    <a:pt x="21923" y="42085"/>
                  </a:cubicBezTo>
                  <a:cubicBezTo>
                    <a:pt x="22088" y="37334"/>
                    <a:pt x="21352" y="32595"/>
                    <a:pt x="19745" y="28120"/>
                  </a:cubicBezTo>
                  <a:cubicBezTo>
                    <a:pt x="18198" y="22087"/>
                    <a:pt x="17470" y="15876"/>
                    <a:pt x="17567" y="9649"/>
                  </a:cubicBezTo>
                  <a:cubicBezTo>
                    <a:pt x="17567" y="6571"/>
                    <a:pt x="18093" y="1014"/>
                    <a:pt x="14338" y="113"/>
                  </a:cubicBezTo>
                  <a:cubicBezTo>
                    <a:pt x="10583" y="-788"/>
                    <a:pt x="6077" y="2741"/>
                    <a:pt x="6828" y="5895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9" name="Content Placeholder 4">
              <a:extLst>
                <a:ext uri="{FF2B5EF4-FFF2-40B4-BE49-F238E27FC236}">
                  <a16:creationId xmlns:a16="http://schemas.microsoft.com/office/drawing/2014/main" id="{E0615A32-546C-1AF6-BE3B-70007AADAB70}"/>
                </a:ext>
              </a:extLst>
            </p:cNvPr>
            <p:cNvSpPr/>
            <p:nvPr/>
          </p:nvSpPr>
          <p:spPr>
            <a:xfrm>
              <a:off x="6982864" y="748694"/>
              <a:ext cx="40332" cy="82484"/>
            </a:xfrm>
            <a:custGeom>
              <a:avLst/>
              <a:gdLst>
                <a:gd name="connsiteX0" fmla="*/ 39629 w 40332"/>
                <a:gd name="connsiteY0" fmla="*/ 2861 h 82484"/>
                <a:gd name="connsiteX1" fmla="*/ 37526 w 40332"/>
                <a:gd name="connsiteY1" fmla="*/ 12922 h 82484"/>
                <a:gd name="connsiteX2" fmla="*/ 36099 w 40332"/>
                <a:gd name="connsiteY2" fmla="*/ 14874 h 82484"/>
                <a:gd name="connsiteX3" fmla="*/ 39254 w 40332"/>
                <a:gd name="connsiteY3" fmla="*/ 23584 h 82484"/>
                <a:gd name="connsiteX4" fmla="*/ 30918 w 40332"/>
                <a:gd name="connsiteY4" fmla="*/ 30041 h 82484"/>
                <a:gd name="connsiteX5" fmla="*/ 32570 w 40332"/>
                <a:gd name="connsiteY5" fmla="*/ 35748 h 82484"/>
                <a:gd name="connsiteX6" fmla="*/ 33396 w 40332"/>
                <a:gd name="connsiteY6" fmla="*/ 41529 h 82484"/>
                <a:gd name="connsiteX7" fmla="*/ 23783 w 40332"/>
                <a:gd name="connsiteY7" fmla="*/ 44308 h 82484"/>
                <a:gd name="connsiteX8" fmla="*/ 24684 w 40332"/>
                <a:gd name="connsiteY8" fmla="*/ 49789 h 82484"/>
                <a:gd name="connsiteX9" fmla="*/ 23558 w 40332"/>
                <a:gd name="connsiteY9" fmla="*/ 55871 h 82484"/>
                <a:gd name="connsiteX10" fmla="*/ 16649 w 40332"/>
                <a:gd name="connsiteY10" fmla="*/ 57597 h 82484"/>
                <a:gd name="connsiteX11" fmla="*/ 15297 w 40332"/>
                <a:gd name="connsiteY11" fmla="*/ 62478 h 82484"/>
                <a:gd name="connsiteX12" fmla="*/ 13044 w 40332"/>
                <a:gd name="connsiteY12" fmla="*/ 66833 h 82484"/>
                <a:gd name="connsiteX13" fmla="*/ 11692 w 40332"/>
                <a:gd name="connsiteY13" fmla="*/ 67283 h 82484"/>
                <a:gd name="connsiteX14" fmla="*/ 11167 w 40332"/>
                <a:gd name="connsiteY14" fmla="*/ 68935 h 82484"/>
                <a:gd name="connsiteX15" fmla="*/ 11167 w 40332"/>
                <a:gd name="connsiteY15" fmla="*/ 75693 h 82484"/>
                <a:gd name="connsiteX16" fmla="*/ 7186 w 40332"/>
                <a:gd name="connsiteY16" fmla="*/ 78144 h 82484"/>
                <a:gd name="connsiteX17" fmla="*/ 7111 w 40332"/>
                <a:gd name="connsiteY17" fmla="*/ 78621 h 82484"/>
                <a:gd name="connsiteX18" fmla="*/ 7111 w 40332"/>
                <a:gd name="connsiteY18" fmla="*/ 81474 h 82484"/>
                <a:gd name="connsiteX19" fmla="*/ 4182 w 40332"/>
                <a:gd name="connsiteY19" fmla="*/ 82150 h 82484"/>
                <a:gd name="connsiteX20" fmla="*/ 2004 w 40332"/>
                <a:gd name="connsiteY20" fmla="*/ 79672 h 82484"/>
                <a:gd name="connsiteX21" fmla="*/ 277 w 40332"/>
                <a:gd name="connsiteY21" fmla="*/ 70137 h 82484"/>
                <a:gd name="connsiteX22" fmla="*/ 4858 w 40332"/>
                <a:gd name="connsiteY22" fmla="*/ 63754 h 82484"/>
                <a:gd name="connsiteX23" fmla="*/ 10941 w 40332"/>
                <a:gd name="connsiteY23" fmla="*/ 51215 h 82484"/>
                <a:gd name="connsiteX24" fmla="*/ 24459 w 40332"/>
                <a:gd name="connsiteY24" fmla="*/ 17803 h 82484"/>
                <a:gd name="connsiteX25" fmla="*/ 31218 w 40332"/>
                <a:gd name="connsiteY25" fmla="*/ 2260 h 82484"/>
                <a:gd name="connsiteX26" fmla="*/ 37714 w 40332"/>
                <a:gd name="connsiteY26" fmla="*/ 650 h 82484"/>
                <a:gd name="connsiteX27" fmla="*/ 39629 w 40332"/>
                <a:gd name="connsiteY27" fmla="*/ 2861 h 82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0332" h="82484">
                  <a:moveTo>
                    <a:pt x="39629" y="2861"/>
                  </a:moveTo>
                  <a:cubicBezTo>
                    <a:pt x="41034" y="6331"/>
                    <a:pt x="40200" y="10304"/>
                    <a:pt x="37526" y="12922"/>
                  </a:cubicBezTo>
                  <a:cubicBezTo>
                    <a:pt x="36918" y="13468"/>
                    <a:pt x="36438" y="14133"/>
                    <a:pt x="36099" y="14874"/>
                  </a:cubicBezTo>
                  <a:cubicBezTo>
                    <a:pt x="34973" y="17878"/>
                    <a:pt x="39854" y="20431"/>
                    <a:pt x="39254" y="23584"/>
                  </a:cubicBezTo>
                  <a:cubicBezTo>
                    <a:pt x="38653" y="26738"/>
                    <a:pt x="32270" y="26588"/>
                    <a:pt x="30918" y="30041"/>
                  </a:cubicBezTo>
                  <a:cubicBezTo>
                    <a:pt x="30167" y="31919"/>
                    <a:pt x="31443" y="34021"/>
                    <a:pt x="32570" y="35748"/>
                  </a:cubicBezTo>
                  <a:cubicBezTo>
                    <a:pt x="33697" y="37475"/>
                    <a:pt x="34673" y="39878"/>
                    <a:pt x="33396" y="41529"/>
                  </a:cubicBezTo>
                  <a:cubicBezTo>
                    <a:pt x="32119" y="43181"/>
                    <a:pt x="25510" y="41529"/>
                    <a:pt x="23783" y="44308"/>
                  </a:cubicBezTo>
                  <a:cubicBezTo>
                    <a:pt x="22807" y="45959"/>
                    <a:pt x="23783" y="47987"/>
                    <a:pt x="24684" y="49789"/>
                  </a:cubicBezTo>
                  <a:cubicBezTo>
                    <a:pt x="25743" y="51835"/>
                    <a:pt x="25285" y="54341"/>
                    <a:pt x="23558" y="55871"/>
                  </a:cubicBezTo>
                  <a:cubicBezTo>
                    <a:pt x="21530" y="57147"/>
                    <a:pt x="18451" y="55871"/>
                    <a:pt x="16649" y="57597"/>
                  </a:cubicBezTo>
                  <a:cubicBezTo>
                    <a:pt x="14846" y="59324"/>
                    <a:pt x="15372" y="60676"/>
                    <a:pt x="15297" y="62478"/>
                  </a:cubicBezTo>
                  <a:cubicBezTo>
                    <a:pt x="15222" y="64280"/>
                    <a:pt x="14696" y="66232"/>
                    <a:pt x="13044" y="66833"/>
                  </a:cubicBezTo>
                  <a:cubicBezTo>
                    <a:pt x="12571" y="66903"/>
                    <a:pt x="12113" y="67056"/>
                    <a:pt x="11692" y="67283"/>
                  </a:cubicBezTo>
                  <a:cubicBezTo>
                    <a:pt x="11287" y="67733"/>
                    <a:pt x="11099" y="68335"/>
                    <a:pt x="11167" y="68935"/>
                  </a:cubicBezTo>
                  <a:cubicBezTo>
                    <a:pt x="11167" y="71188"/>
                    <a:pt x="11167" y="73440"/>
                    <a:pt x="11167" y="75693"/>
                  </a:cubicBezTo>
                  <a:cubicBezTo>
                    <a:pt x="9394" y="75272"/>
                    <a:pt x="7607" y="76369"/>
                    <a:pt x="7186" y="78144"/>
                  </a:cubicBezTo>
                  <a:cubicBezTo>
                    <a:pt x="7148" y="78301"/>
                    <a:pt x="7126" y="78460"/>
                    <a:pt x="7111" y="78621"/>
                  </a:cubicBezTo>
                  <a:cubicBezTo>
                    <a:pt x="7111" y="79597"/>
                    <a:pt x="7111" y="80573"/>
                    <a:pt x="7111" y="81474"/>
                  </a:cubicBezTo>
                  <a:cubicBezTo>
                    <a:pt x="6473" y="82445"/>
                    <a:pt x="5181" y="82743"/>
                    <a:pt x="4182" y="82150"/>
                  </a:cubicBezTo>
                  <a:cubicBezTo>
                    <a:pt x="3236" y="81550"/>
                    <a:pt x="2477" y="80690"/>
                    <a:pt x="2004" y="79672"/>
                  </a:cubicBezTo>
                  <a:cubicBezTo>
                    <a:pt x="157" y="76860"/>
                    <a:pt x="-466" y="73418"/>
                    <a:pt x="277" y="70137"/>
                  </a:cubicBezTo>
                  <a:cubicBezTo>
                    <a:pt x="1433" y="67765"/>
                    <a:pt x="2980" y="65607"/>
                    <a:pt x="4858" y="63754"/>
                  </a:cubicBezTo>
                  <a:cubicBezTo>
                    <a:pt x="7577" y="59948"/>
                    <a:pt x="9634" y="55709"/>
                    <a:pt x="10941" y="51215"/>
                  </a:cubicBezTo>
                  <a:cubicBezTo>
                    <a:pt x="15071" y="39953"/>
                    <a:pt x="19578" y="28690"/>
                    <a:pt x="24459" y="17803"/>
                  </a:cubicBezTo>
                  <a:cubicBezTo>
                    <a:pt x="26712" y="12697"/>
                    <a:pt x="28740" y="7291"/>
                    <a:pt x="31218" y="2260"/>
                  </a:cubicBezTo>
                  <a:cubicBezTo>
                    <a:pt x="32570" y="23"/>
                    <a:pt x="35476" y="-699"/>
                    <a:pt x="37714" y="650"/>
                  </a:cubicBezTo>
                  <a:cubicBezTo>
                    <a:pt x="38570" y="1165"/>
                    <a:pt x="39239" y="1940"/>
                    <a:pt x="39629" y="2861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0" name="Content Placeholder 4">
              <a:extLst>
                <a:ext uri="{FF2B5EF4-FFF2-40B4-BE49-F238E27FC236}">
                  <a16:creationId xmlns:a16="http://schemas.microsoft.com/office/drawing/2014/main" id="{3DF065DE-E605-21C2-D239-5FC566B88D8C}"/>
                </a:ext>
              </a:extLst>
            </p:cNvPr>
            <p:cNvSpPr/>
            <p:nvPr/>
          </p:nvSpPr>
          <p:spPr>
            <a:xfrm>
              <a:off x="6985818" y="632730"/>
              <a:ext cx="70900" cy="138569"/>
            </a:xfrm>
            <a:custGeom>
              <a:avLst/>
              <a:gdLst>
                <a:gd name="connsiteX0" fmla="*/ 34422 w 70900"/>
                <a:gd name="connsiteY0" fmla="*/ 45617 h 138569"/>
                <a:gd name="connsiteX1" fmla="*/ 44560 w 70900"/>
                <a:gd name="connsiteY1" fmla="*/ 58907 h 138569"/>
                <a:gd name="connsiteX2" fmla="*/ 39153 w 70900"/>
                <a:gd name="connsiteY2" fmla="*/ 80607 h 138569"/>
                <a:gd name="connsiteX3" fmla="*/ 27062 w 70900"/>
                <a:gd name="connsiteY3" fmla="*/ 100129 h 138569"/>
                <a:gd name="connsiteX4" fmla="*/ 24359 w 70900"/>
                <a:gd name="connsiteY4" fmla="*/ 109739 h 138569"/>
                <a:gd name="connsiteX5" fmla="*/ 24734 w 70900"/>
                <a:gd name="connsiteY5" fmla="*/ 126934 h 138569"/>
                <a:gd name="connsiteX6" fmla="*/ 36750 w 70900"/>
                <a:gd name="connsiteY6" fmla="*/ 138347 h 138569"/>
                <a:gd name="connsiteX7" fmla="*/ 49667 w 70900"/>
                <a:gd name="connsiteY7" fmla="*/ 129787 h 138569"/>
                <a:gd name="connsiteX8" fmla="*/ 50944 w 70900"/>
                <a:gd name="connsiteY8" fmla="*/ 120702 h 138569"/>
                <a:gd name="connsiteX9" fmla="*/ 61533 w 70900"/>
                <a:gd name="connsiteY9" fmla="*/ 115070 h 138569"/>
                <a:gd name="connsiteX10" fmla="*/ 56727 w 70900"/>
                <a:gd name="connsiteY10" fmla="*/ 104183 h 138569"/>
                <a:gd name="connsiteX11" fmla="*/ 66189 w 70900"/>
                <a:gd name="connsiteY11" fmla="*/ 90968 h 138569"/>
                <a:gd name="connsiteX12" fmla="*/ 63711 w 70900"/>
                <a:gd name="connsiteY12" fmla="*/ 76702 h 138569"/>
                <a:gd name="connsiteX13" fmla="*/ 68442 w 70900"/>
                <a:gd name="connsiteY13" fmla="*/ 71672 h 138569"/>
                <a:gd name="connsiteX14" fmla="*/ 70470 w 70900"/>
                <a:gd name="connsiteY14" fmla="*/ 65590 h 138569"/>
                <a:gd name="connsiteX15" fmla="*/ 68818 w 70900"/>
                <a:gd name="connsiteY15" fmla="*/ 63562 h 138569"/>
                <a:gd name="connsiteX16" fmla="*/ 68067 w 70900"/>
                <a:gd name="connsiteY16" fmla="*/ 56955 h 138569"/>
                <a:gd name="connsiteX17" fmla="*/ 60557 w 70900"/>
                <a:gd name="connsiteY17" fmla="*/ 25720 h 138569"/>
                <a:gd name="connsiteX18" fmla="*/ 53047 w 70900"/>
                <a:gd name="connsiteY18" fmla="*/ 15734 h 138569"/>
                <a:gd name="connsiteX19" fmla="*/ 42458 w 70900"/>
                <a:gd name="connsiteY19" fmla="*/ 6348 h 138569"/>
                <a:gd name="connsiteX20" fmla="*/ 18426 w 70900"/>
                <a:gd name="connsiteY20" fmla="*/ 41 h 138569"/>
                <a:gd name="connsiteX21" fmla="*/ 8963 w 70900"/>
                <a:gd name="connsiteY21" fmla="*/ 2519 h 138569"/>
                <a:gd name="connsiteX22" fmla="*/ 1979 w 70900"/>
                <a:gd name="connsiteY22" fmla="*/ 28498 h 138569"/>
                <a:gd name="connsiteX23" fmla="*/ 34422 w 70900"/>
                <a:gd name="connsiteY23" fmla="*/ 45617 h 138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0900" h="138569">
                  <a:moveTo>
                    <a:pt x="34422" y="45617"/>
                  </a:moveTo>
                  <a:cubicBezTo>
                    <a:pt x="39379" y="48583"/>
                    <a:pt x="43013" y="53341"/>
                    <a:pt x="44560" y="58907"/>
                  </a:cubicBezTo>
                  <a:cubicBezTo>
                    <a:pt x="45710" y="66571"/>
                    <a:pt x="43764" y="74377"/>
                    <a:pt x="39153" y="80607"/>
                  </a:cubicBezTo>
                  <a:cubicBezTo>
                    <a:pt x="34602" y="86779"/>
                    <a:pt x="30562" y="93307"/>
                    <a:pt x="27062" y="100129"/>
                  </a:cubicBezTo>
                  <a:cubicBezTo>
                    <a:pt x="25830" y="103230"/>
                    <a:pt x="24922" y="106451"/>
                    <a:pt x="24359" y="109739"/>
                  </a:cubicBezTo>
                  <a:cubicBezTo>
                    <a:pt x="23052" y="115413"/>
                    <a:pt x="23187" y="121323"/>
                    <a:pt x="24734" y="126934"/>
                  </a:cubicBezTo>
                  <a:cubicBezTo>
                    <a:pt x="26416" y="132609"/>
                    <a:pt x="30998" y="136957"/>
                    <a:pt x="36750" y="138347"/>
                  </a:cubicBezTo>
                  <a:cubicBezTo>
                    <a:pt x="42661" y="139459"/>
                    <a:pt x="48391" y="135665"/>
                    <a:pt x="49667" y="129787"/>
                  </a:cubicBezTo>
                  <a:cubicBezTo>
                    <a:pt x="50043" y="126633"/>
                    <a:pt x="48916" y="123029"/>
                    <a:pt x="50944" y="120702"/>
                  </a:cubicBezTo>
                  <a:cubicBezTo>
                    <a:pt x="52972" y="118374"/>
                    <a:pt x="60106" y="118975"/>
                    <a:pt x="61533" y="115070"/>
                  </a:cubicBezTo>
                  <a:cubicBezTo>
                    <a:pt x="62960" y="111166"/>
                    <a:pt x="57177" y="108313"/>
                    <a:pt x="56727" y="104183"/>
                  </a:cubicBezTo>
                  <a:cubicBezTo>
                    <a:pt x="56126" y="98627"/>
                    <a:pt x="64913" y="96675"/>
                    <a:pt x="66189" y="90968"/>
                  </a:cubicBezTo>
                  <a:cubicBezTo>
                    <a:pt x="67466" y="85262"/>
                    <a:pt x="61984" y="81282"/>
                    <a:pt x="63711" y="76702"/>
                  </a:cubicBezTo>
                  <a:cubicBezTo>
                    <a:pt x="64537" y="74525"/>
                    <a:pt x="66715" y="73248"/>
                    <a:pt x="68442" y="71672"/>
                  </a:cubicBezTo>
                  <a:cubicBezTo>
                    <a:pt x="70170" y="70095"/>
                    <a:pt x="71597" y="67617"/>
                    <a:pt x="70470" y="65590"/>
                  </a:cubicBezTo>
                  <a:cubicBezTo>
                    <a:pt x="70004" y="64849"/>
                    <a:pt x="69449" y="64169"/>
                    <a:pt x="68818" y="63562"/>
                  </a:cubicBezTo>
                  <a:cubicBezTo>
                    <a:pt x="67811" y="61512"/>
                    <a:pt x="67549" y="59178"/>
                    <a:pt x="68067" y="56955"/>
                  </a:cubicBezTo>
                  <a:cubicBezTo>
                    <a:pt x="69058" y="46002"/>
                    <a:pt x="66415" y="35027"/>
                    <a:pt x="60557" y="25720"/>
                  </a:cubicBezTo>
                  <a:cubicBezTo>
                    <a:pt x="58364" y="22166"/>
                    <a:pt x="55856" y="18823"/>
                    <a:pt x="53047" y="15734"/>
                  </a:cubicBezTo>
                  <a:cubicBezTo>
                    <a:pt x="49900" y="12196"/>
                    <a:pt x="46348" y="9045"/>
                    <a:pt x="42458" y="6348"/>
                  </a:cubicBezTo>
                  <a:cubicBezTo>
                    <a:pt x="35323" y="1745"/>
                    <a:pt x="26904" y="-464"/>
                    <a:pt x="18426" y="41"/>
                  </a:cubicBezTo>
                  <a:cubicBezTo>
                    <a:pt x="15129" y="178"/>
                    <a:pt x="11907" y="1023"/>
                    <a:pt x="8963" y="2519"/>
                  </a:cubicBezTo>
                  <a:cubicBezTo>
                    <a:pt x="567" y="8286"/>
                    <a:pt x="-2392" y="19299"/>
                    <a:pt x="1979" y="28498"/>
                  </a:cubicBezTo>
                  <a:cubicBezTo>
                    <a:pt x="9114" y="40962"/>
                    <a:pt x="23457" y="38484"/>
                    <a:pt x="34422" y="45617"/>
                  </a:cubicBezTo>
                  <a:close/>
                </a:path>
              </a:pathLst>
            </a:custGeom>
            <a:solidFill>
              <a:srgbClr val="C6B69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1" name="Content Placeholder 4">
              <a:extLst>
                <a:ext uri="{FF2B5EF4-FFF2-40B4-BE49-F238E27FC236}">
                  <a16:creationId xmlns:a16="http://schemas.microsoft.com/office/drawing/2014/main" id="{A34A8E6F-F7C8-F77F-B645-27950CD7AAF6}"/>
                </a:ext>
              </a:extLst>
            </p:cNvPr>
            <p:cNvSpPr/>
            <p:nvPr/>
          </p:nvSpPr>
          <p:spPr>
            <a:xfrm>
              <a:off x="6752231" y="694971"/>
              <a:ext cx="67536" cy="59327"/>
            </a:xfrm>
            <a:custGeom>
              <a:avLst/>
              <a:gdLst>
                <a:gd name="connsiteX0" fmla="*/ 66741 w 67536"/>
                <a:gd name="connsiteY0" fmla="*/ 20544 h 59327"/>
                <a:gd name="connsiteX1" fmla="*/ 67342 w 67536"/>
                <a:gd name="connsiteY1" fmla="*/ 24373 h 59327"/>
                <a:gd name="connsiteX2" fmla="*/ 65615 w 67536"/>
                <a:gd name="connsiteY2" fmla="*/ 26175 h 59327"/>
                <a:gd name="connsiteX3" fmla="*/ 21982 w 67536"/>
                <a:gd name="connsiteY3" fmla="*/ 56209 h 59327"/>
                <a:gd name="connsiteX4" fmla="*/ 18753 w 67536"/>
                <a:gd name="connsiteY4" fmla="*/ 57785 h 59327"/>
                <a:gd name="connsiteX5" fmla="*/ 12970 w 67536"/>
                <a:gd name="connsiteY5" fmla="*/ 58762 h 59327"/>
                <a:gd name="connsiteX6" fmla="*/ 6436 w 67536"/>
                <a:gd name="connsiteY6" fmla="*/ 49676 h 59327"/>
                <a:gd name="connsiteX7" fmla="*/ 728 w 67536"/>
                <a:gd name="connsiteY7" fmla="*/ 39390 h 59327"/>
                <a:gd name="connsiteX8" fmla="*/ -22 w 67536"/>
                <a:gd name="connsiteY8" fmla="*/ 36236 h 59327"/>
                <a:gd name="connsiteX9" fmla="*/ 2306 w 67536"/>
                <a:gd name="connsiteY9" fmla="*/ 32707 h 59327"/>
                <a:gd name="connsiteX10" fmla="*/ 13946 w 67536"/>
                <a:gd name="connsiteY10" fmla="*/ 24073 h 59327"/>
                <a:gd name="connsiteX11" fmla="*/ 30318 w 67536"/>
                <a:gd name="connsiteY11" fmla="*/ 12810 h 59327"/>
                <a:gd name="connsiteX12" fmla="*/ 42409 w 67536"/>
                <a:gd name="connsiteY12" fmla="*/ 4701 h 59327"/>
                <a:gd name="connsiteX13" fmla="*/ 51721 w 67536"/>
                <a:gd name="connsiteY13" fmla="*/ 45 h 59327"/>
                <a:gd name="connsiteX14" fmla="*/ 56227 w 67536"/>
                <a:gd name="connsiteY14" fmla="*/ 2899 h 59327"/>
                <a:gd name="connsiteX15" fmla="*/ 66741 w 67536"/>
                <a:gd name="connsiteY15" fmla="*/ 20544 h 59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7536" h="59327">
                  <a:moveTo>
                    <a:pt x="66741" y="20544"/>
                  </a:moveTo>
                  <a:cubicBezTo>
                    <a:pt x="67477" y="21676"/>
                    <a:pt x="67695" y="23069"/>
                    <a:pt x="67342" y="24373"/>
                  </a:cubicBezTo>
                  <a:cubicBezTo>
                    <a:pt x="66952" y="25127"/>
                    <a:pt x="66351" y="25752"/>
                    <a:pt x="65615" y="26175"/>
                  </a:cubicBezTo>
                  <a:cubicBezTo>
                    <a:pt x="51271" y="36236"/>
                    <a:pt x="36851" y="46748"/>
                    <a:pt x="21982" y="56209"/>
                  </a:cubicBezTo>
                  <a:cubicBezTo>
                    <a:pt x="20960" y="56839"/>
                    <a:pt x="19879" y="57367"/>
                    <a:pt x="18753" y="57785"/>
                  </a:cubicBezTo>
                  <a:cubicBezTo>
                    <a:pt x="16424" y="58386"/>
                    <a:pt x="14922" y="60188"/>
                    <a:pt x="12970" y="58762"/>
                  </a:cubicBezTo>
                  <a:cubicBezTo>
                    <a:pt x="10476" y="55974"/>
                    <a:pt x="8284" y="52928"/>
                    <a:pt x="6436" y="49676"/>
                  </a:cubicBezTo>
                  <a:cubicBezTo>
                    <a:pt x="4318" y="46373"/>
                    <a:pt x="2411" y="42938"/>
                    <a:pt x="728" y="39390"/>
                  </a:cubicBezTo>
                  <a:cubicBezTo>
                    <a:pt x="180" y="38432"/>
                    <a:pt x="-75" y="37338"/>
                    <a:pt x="-22" y="36236"/>
                  </a:cubicBezTo>
                  <a:cubicBezTo>
                    <a:pt x="338" y="34834"/>
                    <a:pt x="1156" y="33593"/>
                    <a:pt x="2306" y="32707"/>
                  </a:cubicBezTo>
                  <a:cubicBezTo>
                    <a:pt x="5685" y="29328"/>
                    <a:pt x="10266" y="27226"/>
                    <a:pt x="13946" y="24073"/>
                  </a:cubicBezTo>
                  <a:cubicBezTo>
                    <a:pt x="19128" y="19929"/>
                    <a:pt x="24595" y="16164"/>
                    <a:pt x="30318" y="12810"/>
                  </a:cubicBezTo>
                  <a:cubicBezTo>
                    <a:pt x="34298" y="10257"/>
                    <a:pt x="38278" y="6803"/>
                    <a:pt x="42409" y="4701"/>
                  </a:cubicBezTo>
                  <a:cubicBezTo>
                    <a:pt x="45315" y="2779"/>
                    <a:pt x="48440" y="1216"/>
                    <a:pt x="51721" y="45"/>
                  </a:cubicBezTo>
                  <a:cubicBezTo>
                    <a:pt x="53974" y="-405"/>
                    <a:pt x="55101" y="1247"/>
                    <a:pt x="56227" y="2899"/>
                  </a:cubicBezTo>
                  <a:cubicBezTo>
                    <a:pt x="60230" y="8467"/>
                    <a:pt x="63752" y="14371"/>
                    <a:pt x="66741" y="20544"/>
                  </a:cubicBezTo>
                  <a:close/>
                </a:path>
              </a:pathLst>
            </a:custGeom>
            <a:solidFill>
              <a:srgbClr val="FF8FA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2" name="Content Placeholder 4">
              <a:extLst>
                <a:ext uri="{FF2B5EF4-FFF2-40B4-BE49-F238E27FC236}">
                  <a16:creationId xmlns:a16="http://schemas.microsoft.com/office/drawing/2014/main" id="{9EC46B45-B657-63D2-3ADA-CF1DBBB83B62}"/>
                </a:ext>
              </a:extLst>
            </p:cNvPr>
            <p:cNvSpPr/>
            <p:nvPr/>
          </p:nvSpPr>
          <p:spPr>
            <a:xfrm>
              <a:off x="6760694" y="697613"/>
              <a:ext cx="55675" cy="50574"/>
            </a:xfrm>
            <a:custGeom>
              <a:avLst/>
              <a:gdLst>
                <a:gd name="connsiteX0" fmla="*/ 55049 w 55675"/>
                <a:gd name="connsiteY0" fmla="*/ 18127 h 50574"/>
                <a:gd name="connsiteX1" fmla="*/ 55500 w 55675"/>
                <a:gd name="connsiteY1" fmla="*/ 21505 h 50574"/>
                <a:gd name="connsiteX2" fmla="*/ 54073 w 55675"/>
                <a:gd name="connsiteY2" fmla="*/ 23007 h 50574"/>
                <a:gd name="connsiteX3" fmla="*/ 18626 w 55675"/>
                <a:gd name="connsiteY3" fmla="*/ 47334 h 50574"/>
                <a:gd name="connsiteX4" fmla="*/ 14120 w 55675"/>
                <a:gd name="connsiteY4" fmla="*/ 50188 h 50574"/>
                <a:gd name="connsiteX5" fmla="*/ 11040 w 55675"/>
                <a:gd name="connsiteY5" fmla="*/ 49512 h 50574"/>
                <a:gd name="connsiteX6" fmla="*/ 5558 w 55675"/>
                <a:gd name="connsiteY6" fmla="*/ 41553 h 50574"/>
                <a:gd name="connsiteX7" fmla="*/ 602 w 55675"/>
                <a:gd name="connsiteY7" fmla="*/ 32693 h 50574"/>
                <a:gd name="connsiteX8" fmla="*/ 1878 w 55675"/>
                <a:gd name="connsiteY8" fmla="*/ 26836 h 50574"/>
                <a:gd name="connsiteX9" fmla="*/ 10590 w 55675"/>
                <a:gd name="connsiteY9" fmla="*/ 20529 h 50574"/>
                <a:gd name="connsiteX10" fmla="*/ 24333 w 55675"/>
                <a:gd name="connsiteY10" fmla="*/ 10843 h 50574"/>
                <a:gd name="connsiteX11" fmla="*/ 34397 w 55675"/>
                <a:gd name="connsiteY11" fmla="*/ 3936 h 50574"/>
                <a:gd name="connsiteX12" fmla="*/ 41907 w 55675"/>
                <a:gd name="connsiteY12" fmla="*/ 31 h 50574"/>
                <a:gd name="connsiteX13" fmla="*/ 45662 w 55675"/>
                <a:gd name="connsiteY13" fmla="*/ 2509 h 50574"/>
                <a:gd name="connsiteX14" fmla="*/ 55049 w 55675"/>
                <a:gd name="connsiteY14" fmla="*/ 18127 h 50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5675" h="50574">
                  <a:moveTo>
                    <a:pt x="55049" y="18127"/>
                  </a:moveTo>
                  <a:cubicBezTo>
                    <a:pt x="55635" y="19151"/>
                    <a:pt x="55800" y="20363"/>
                    <a:pt x="55500" y="21505"/>
                  </a:cubicBezTo>
                  <a:cubicBezTo>
                    <a:pt x="55169" y="22126"/>
                    <a:pt x="54674" y="22644"/>
                    <a:pt x="54073" y="23007"/>
                  </a:cubicBezTo>
                  <a:cubicBezTo>
                    <a:pt x="42132" y="31567"/>
                    <a:pt x="31092" y="39526"/>
                    <a:pt x="18626" y="47334"/>
                  </a:cubicBezTo>
                  <a:cubicBezTo>
                    <a:pt x="17214" y="48425"/>
                    <a:pt x="15704" y="49380"/>
                    <a:pt x="14120" y="50188"/>
                  </a:cubicBezTo>
                  <a:cubicBezTo>
                    <a:pt x="12167" y="50713"/>
                    <a:pt x="12693" y="50788"/>
                    <a:pt x="11040" y="49512"/>
                  </a:cubicBezTo>
                  <a:cubicBezTo>
                    <a:pt x="8893" y="47093"/>
                    <a:pt x="7053" y="44420"/>
                    <a:pt x="5558" y="41553"/>
                  </a:cubicBezTo>
                  <a:cubicBezTo>
                    <a:pt x="3718" y="38709"/>
                    <a:pt x="2059" y="35750"/>
                    <a:pt x="602" y="32693"/>
                  </a:cubicBezTo>
                  <a:cubicBezTo>
                    <a:pt x="-600" y="30712"/>
                    <a:pt x="-37" y="28138"/>
                    <a:pt x="1878" y="26836"/>
                  </a:cubicBezTo>
                  <a:cubicBezTo>
                    <a:pt x="4732" y="23983"/>
                    <a:pt x="7586" y="23157"/>
                    <a:pt x="10590" y="20529"/>
                  </a:cubicBezTo>
                  <a:cubicBezTo>
                    <a:pt x="14916" y="16956"/>
                    <a:pt x="19512" y="13718"/>
                    <a:pt x="24333" y="10843"/>
                  </a:cubicBezTo>
                  <a:cubicBezTo>
                    <a:pt x="27638" y="8741"/>
                    <a:pt x="30942" y="5813"/>
                    <a:pt x="34397" y="3936"/>
                  </a:cubicBezTo>
                  <a:cubicBezTo>
                    <a:pt x="36740" y="2345"/>
                    <a:pt x="39256" y="1034"/>
                    <a:pt x="41907" y="31"/>
                  </a:cubicBezTo>
                  <a:cubicBezTo>
                    <a:pt x="43784" y="-344"/>
                    <a:pt x="44761" y="1082"/>
                    <a:pt x="45662" y="2509"/>
                  </a:cubicBezTo>
                  <a:cubicBezTo>
                    <a:pt x="49236" y="7431"/>
                    <a:pt x="52383" y="12657"/>
                    <a:pt x="55049" y="1812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3" name="Content Placeholder 4">
              <a:extLst>
                <a:ext uri="{FF2B5EF4-FFF2-40B4-BE49-F238E27FC236}">
                  <a16:creationId xmlns:a16="http://schemas.microsoft.com/office/drawing/2014/main" id="{204E7182-807D-853F-AF96-3B760220452C}"/>
                </a:ext>
              </a:extLst>
            </p:cNvPr>
            <p:cNvSpPr/>
            <p:nvPr/>
          </p:nvSpPr>
          <p:spPr>
            <a:xfrm>
              <a:off x="6760694" y="697613"/>
              <a:ext cx="55675" cy="50574"/>
            </a:xfrm>
            <a:custGeom>
              <a:avLst/>
              <a:gdLst>
                <a:gd name="connsiteX0" fmla="*/ 55049 w 55675"/>
                <a:gd name="connsiteY0" fmla="*/ 18127 h 50574"/>
                <a:gd name="connsiteX1" fmla="*/ 55500 w 55675"/>
                <a:gd name="connsiteY1" fmla="*/ 21505 h 50574"/>
                <a:gd name="connsiteX2" fmla="*/ 54073 w 55675"/>
                <a:gd name="connsiteY2" fmla="*/ 23007 h 50574"/>
                <a:gd name="connsiteX3" fmla="*/ 18626 w 55675"/>
                <a:gd name="connsiteY3" fmla="*/ 47334 h 50574"/>
                <a:gd name="connsiteX4" fmla="*/ 14120 w 55675"/>
                <a:gd name="connsiteY4" fmla="*/ 50188 h 50574"/>
                <a:gd name="connsiteX5" fmla="*/ 11040 w 55675"/>
                <a:gd name="connsiteY5" fmla="*/ 49512 h 50574"/>
                <a:gd name="connsiteX6" fmla="*/ 5558 w 55675"/>
                <a:gd name="connsiteY6" fmla="*/ 41553 h 50574"/>
                <a:gd name="connsiteX7" fmla="*/ 602 w 55675"/>
                <a:gd name="connsiteY7" fmla="*/ 32693 h 50574"/>
                <a:gd name="connsiteX8" fmla="*/ 1878 w 55675"/>
                <a:gd name="connsiteY8" fmla="*/ 26836 h 50574"/>
                <a:gd name="connsiteX9" fmla="*/ 10590 w 55675"/>
                <a:gd name="connsiteY9" fmla="*/ 20529 h 50574"/>
                <a:gd name="connsiteX10" fmla="*/ 24333 w 55675"/>
                <a:gd name="connsiteY10" fmla="*/ 10843 h 50574"/>
                <a:gd name="connsiteX11" fmla="*/ 34397 w 55675"/>
                <a:gd name="connsiteY11" fmla="*/ 3936 h 50574"/>
                <a:gd name="connsiteX12" fmla="*/ 41907 w 55675"/>
                <a:gd name="connsiteY12" fmla="*/ 31 h 50574"/>
                <a:gd name="connsiteX13" fmla="*/ 45662 w 55675"/>
                <a:gd name="connsiteY13" fmla="*/ 2509 h 50574"/>
                <a:gd name="connsiteX14" fmla="*/ 55049 w 55675"/>
                <a:gd name="connsiteY14" fmla="*/ 18127 h 50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5675" h="50574">
                  <a:moveTo>
                    <a:pt x="55049" y="18127"/>
                  </a:moveTo>
                  <a:cubicBezTo>
                    <a:pt x="55635" y="19151"/>
                    <a:pt x="55800" y="20363"/>
                    <a:pt x="55500" y="21505"/>
                  </a:cubicBezTo>
                  <a:cubicBezTo>
                    <a:pt x="55169" y="22126"/>
                    <a:pt x="54674" y="22644"/>
                    <a:pt x="54073" y="23007"/>
                  </a:cubicBezTo>
                  <a:cubicBezTo>
                    <a:pt x="42132" y="31567"/>
                    <a:pt x="31092" y="39526"/>
                    <a:pt x="18626" y="47334"/>
                  </a:cubicBezTo>
                  <a:cubicBezTo>
                    <a:pt x="17214" y="48425"/>
                    <a:pt x="15704" y="49380"/>
                    <a:pt x="14120" y="50188"/>
                  </a:cubicBezTo>
                  <a:cubicBezTo>
                    <a:pt x="12167" y="50713"/>
                    <a:pt x="12693" y="50788"/>
                    <a:pt x="11040" y="49512"/>
                  </a:cubicBezTo>
                  <a:cubicBezTo>
                    <a:pt x="8893" y="47093"/>
                    <a:pt x="7053" y="44420"/>
                    <a:pt x="5558" y="41553"/>
                  </a:cubicBezTo>
                  <a:cubicBezTo>
                    <a:pt x="3718" y="38709"/>
                    <a:pt x="2059" y="35750"/>
                    <a:pt x="602" y="32693"/>
                  </a:cubicBezTo>
                  <a:cubicBezTo>
                    <a:pt x="-600" y="30712"/>
                    <a:pt x="-37" y="28138"/>
                    <a:pt x="1878" y="26836"/>
                  </a:cubicBezTo>
                  <a:cubicBezTo>
                    <a:pt x="4732" y="23983"/>
                    <a:pt x="7586" y="23157"/>
                    <a:pt x="10590" y="20529"/>
                  </a:cubicBezTo>
                  <a:cubicBezTo>
                    <a:pt x="14916" y="16956"/>
                    <a:pt x="19512" y="13718"/>
                    <a:pt x="24333" y="10843"/>
                  </a:cubicBezTo>
                  <a:cubicBezTo>
                    <a:pt x="27638" y="8741"/>
                    <a:pt x="30942" y="5813"/>
                    <a:pt x="34397" y="3936"/>
                  </a:cubicBezTo>
                  <a:cubicBezTo>
                    <a:pt x="36740" y="2345"/>
                    <a:pt x="39256" y="1034"/>
                    <a:pt x="41907" y="31"/>
                  </a:cubicBezTo>
                  <a:cubicBezTo>
                    <a:pt x="43784" y="-344"/>
                    <a:pt x="44761" y="1082"/>
                    <a:pt x="45662" y="2509"/>
                  </a:cubicBezTo>
                  <a:cubicBezTo>
                    <a:pt x="49236" y="7431"/>
                    <a:pt x="52383" y="12657"/>
                    <a:pt x="55049" y="1812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4" name="Content Placeholder 4">
              <a:extLst>
                <a:ext uri="{FF2B5EF4-FFF2-40B4-BE49-F238E27FC236}">
                  <a16:creationId xmlns:a16="http://schemas.microsoft.com/office/drawing/2014/main" id="{1A0E1633-6288-DB0E-A4E7-68805EC10C32}"/>
                </a:ext>
              </a:extLst>
            </p:cNvPr>
            <p:cNvSpPr/>
            <p:nvPr/>
          </p:nvSpPr>
          <p:spPr>
            <a:xfrm>
              <a:off x="6760694" y="697613"/>
              <a:ext cx="55675" cy="50574"/>
            </a:xfrm>
            <a:custGeom>
              <a:avLst/>
              <a:gdLst>
                <a:gd name="connsiteX0" fmla="*/ 55049 w 55675"/>
                <a:gd name="connsiteY0" fmla="*/ 18127 h 50574"/>
                <a:gd name="connsiteX1" fmla="*/ 55500 w 55675"/>
                <a:gd name="connsiteY1" fmla="*/ 21505 h 50574"/>
                <a:gd name="connsiteX2" fmla="*/ 54073 w 55675"/>
                <a:gd name="connsiteY2" fmla="*/ 23007 h 50574"/>
                <a:gd name="connsiteX3" fmla="*/ 18626 w 55675"/>
                <a:gd name="connsiteY3" fmla="*/ 47334 h 50574"/>
                <a:gd name="connsiteX4" fmla="*/ 14120 w 55675"/>
                <a:gd name="connsiteY4" fmla="*/ 50188 h 50574"/>
                <a:gd name="connsiteX5" fmla="*/ 11040 w 55675"/>
                <a:gd name="connsiteY5" fmla="*/ 49512 h 50574"/>
                <a:gd name="connsiteX6" fmla="*/ 5558 w 55675"/>
                <a:gd name="connsiteY6" fmla="*/ 41553 h 50574"/>
                <a:gd name="connsiteX7" fmla="*/ 602 w 55675"/>
                <a:gd name="connsiteY7" fmla="*/ 32693 h 50574"/>
                <a:gd name="connsiteX8" fmla="*/ 1878 w 55675"/>
                <a:gd name="connsiteY8" fmla="*/ 26836 h 50574"/>
                <a:gd name="connsiteX9" fmla="*/ 10590 w 55675"/>
                <a:gd name="connsiteY9" fmla="*/ 20529 h 50574"/>
                <a:gd name="connsiteX10" fmla="*/ 24333 w 55675"/>
                <a:gd name="connsiteY10" fmla="*/ 10843 h 50574"/>
                <a:gd name="connsiteX11" fmla="*/ 34397 w 55675"/>
                <a:gd name="connsiteY11" fmla="*/ 3936 h 50574"/>
                <a:gd name="connsiteX12" fmla="*/ 41907 w 55675"/>
                <a:gd name="connsiteY12" fmla="*/ 31 h 50574"/>
                <a:gd name="connsiteX13" fmla="*/ 45662 w 55675"/>
                <a:gd name="connsiteY13" fmla="*/ 2509 h 50574"/>
                <a:gd name="connsiteX14" fmla="*/ 55049 w 55675"/>
                <a:gd name="connsiteY14" fmla="*/ 18127 h 50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5675" h="50574">
                  <a:moveTo>
                    <a:pt x="55049" y="18127"/>
                  </a:moveTo>
                  <a:cubicBezTo>
                    <a:pt x="55635" y="19151"/>
                    <a:pt x="55800" y="20363"/>
                    <a:pt x="55500" y="21505"/>
                  </a:cubicBezTo>
                  <a:cubicBezTo>
                    <a:pt x="55169" y="22126"/>
                    <a:pt x="54674" y="22644"/>
                    <a:pt x="54073" y="23007"/>
                  </a:cubicBezTo>
                  <a:cubicBezTo>
                    <a:pt x="42132" y="31567"/>
                    <a:pt x="31092" y="39526"/>
                    <a:pt x="18626" y="47334"/>
                  </a:cubicBezTo>
                  <a:cubicBezTo>
                    <a:pt x="17214" y="48425"/>
                    <a:pt x="15704" y="49380"/>
                    <a:pt x="14120" y="50188"/>
                  </a:cubicBezTo>
                  <a:cubicBezTo>
                    <a:pt x="12167" y="50713"/>
                    <a:pt x="12693" y="50788"/>
                    <a:pt x="11040" y="49512"/>
                  </a:cubicBezTo>
                  <a:cubicBezTo>
                    <a:pt x="8893" y="47093"/>
                    <a:pt x="7053" y="44420"/>
                    <a:pt x="5558" y="41553"/>
                  </a:cubicBezTo>
                  <a:cubicBezTo>
                    <a:pt x="3718" y="38709"/>
                    <a:pt x="2059" y="35750"/>
                    <a:pt x="602" y="32693"/>
                  </a:cubicBezTo>
                  <a:cubicBezTo>
                    <a:pt x="-600" y="30712"/>
                    <a:pt x="-37" y="28138"/>
                    <a:pt x="1878" y="26836"/>
                  </a:cubicBezTo>
                  <a:cubicBezTo>
                    <a:pt x="4732" y="23983"/>
                    <a:pt x="7586" y="23157"/>
                    <a:pt x="10590" y="20529"/>
                  </a:cubicBezTo>
                  <a:cubicBezTo>
                    <a:pt x="14916" y="16956"/>
                    <a:pt x="19512" y="13718"/>
                    <a:pt x="24333" y="10843"/>
                  </a:cubicBezTo>
                  <a:cubicBezTo>
                    <a:pt x="27638" y="8741"/>
                    <a:pt x="30942" y="5813"/>
                    <a:pt x="34397" y="3936"/>
                  </a:cubicBezTo>
                  <a:cubicBezTo>
                    <a:pt x="36740" y="2345"/>
                    <a:pt x="39256" y="1034"/>
                    <a:pt x="41907" y="31"/>
                  </a:cubicBezTo>
                  <a:cubicBezTo>
                    <a:pt x="43784" y="-344"/>
                    <a:pt x="44761" y="1082"/>
                    <a:pt x="45662" y="2509"/>
                  </a:cubicBezTo>
                  <a:cubicBezTo>
                    <a:pt x="49236" y="7431"/>
                    <a:pt x="52383" y="12657"/>
                    <a:pt x="55049" y="1812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5" name="Content Placeholder 4">
              <a:extLst>
                <a:ext uri="{FF2B5EF4-FFF2-40B4-BE49-F238E27FC236}">
                  <a16:creationId xmlns:a16="http://schemas.microsoft.com/office/drawing/2014/main" id="{622A7D46-5DB3-48FA-6BF2-1411C15C714C}"/>
                </a:ext>
              </a:extLst>
            </p:cNvPr>
            <p:cNvSpPr/>
            <p:nvPr/>
          </p:nvSpPr>
          <p:spPr>
            <a:xfrm>
              <a:off x="6759494" y="737870"/>
              <a:ext cx="6301" cy="6843"/>
            </a:xfrm>
            <a:custGeom>
              <a:avLst/>
              <a:gdLst>
                <a:gd name="connsiteX0" fmla="*/ 4580 w 6301"/>
                <a:gd name="connsiteY0" fmla="*/ 245 h 6843"/>
                <a:gd name="connsiteX1" fmla="*/ 2102 w 6301"/>
                <a:gd name="connsiteY1" fmla="*/ 245 h 6843"/>
                <a:gd name="connsiteX2" fmla="*/ 224 w 6301"/>
                <a:gd name="connsiteY2" fmla="*/ 2347 h 6843"/>
                <a:gd name="connsiteX3" fmla="*/ 224 w 6301"/>
                <a:gd name="connsiteY3" fmla="*/ 5276 h 6843"/>
                <a:gd name="connsiteX4" fmla="*/ 900 w 6301"/>
                <a:gd name="connsiteY4" fmla="*/ 6327 h 6843"/>
                <a:gd name="connsiteX5" fmla="*/ 2703 w 6301"/>
                <a:gd name="connsiteY5" fmla="*/ 6777 h 6843"/>
                <a:gd name="connsiteX6" fmla="*/ 4505 w 6301"/>
                <a:gd name="connsiteY6" fmla="*/ 6027 h 6843"/>
                <a:gd name="connsiteX7" fmla="*/ 5857 w 6301"/>
                <a:gd name="connsiteY7" fmla="*/ 4600 h 6843"/>
                <a:gd name="connsiteX8" fmla="*/ 4678 w 6301"/>
                <a:gd name="connsiteY8" fmla="*/ 298 h 6843"/>
                <a:gd name="connsiteX9" fmla="*/ 4580 w 6301"/>
                <a:gd name="connsiteY9" fmla="*/ 245 h 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1" h="6843">
                  <a:moveTo>
                    <a:pt x="4580" y="245"/>
                  </a:moveTo>
                  <a:cubicBezTo>
                    <a:pt x="3791" y="-121"/>
                    <a:pt x="2890" y="-121"/>
                    <a:pt x="2102" y="245"/>
                  </a:cubicBezTo>
                  <a:cubicBezTo>
                    <a:pt x="1133" y="539"/>
                    <a:pt x="404" y="1350"/>
                    <a:pt x="224" y="2347"/>
                  </a:cubicBezTo>
                  <a:cubicBezTo>
                    <a:pt x="-114" y="3294"/>
                    <a:pt x="-114" y="4329"/>
                    <a:pt x="224" y="5276"/>
                  </a:cubicBezTo>
                  <a:cubicBezTo>
                    <a:pt x="374" y="5668"/>
                    <a:pt x="607" y="6025"/>
                    <a:pt x="900" y="6327"/>
                  </a:cubicBezTo>
                  <a:cubicBezTo>
                    <a:pt x="1411" y="6729"/>
                    <a:pt x="2064" y="6893"/>
                    <a:pt x="2703" y="6777"/>
                  </a:cubicBezTo>
                  <a:cubicBezTo>
                    <a:pt x="3356" y="6687"/>
                    <a:pt x="3979" y="6428"/>
                    <a:pt x="4505" y="6027"/>
                  </a:cubicBezTo>
                  <a:cubicBezTo>
                    <a:pt x="5061" y="5667"/>
                    <a:pt x="5526" y="5177"/>
                    <a:pt x="5857" y="4600"/>
                  </a:cubicBezTo>
                  <a:cubicBezTo>
                    <a:pt x="6720" y="3087"/>
                    <a:pt x="6195" y="1161"/>
                    <a:pt x="4678" y="298"/>
                  </a:cubicBezTo>
                  <a:cubicBezTo>
                    <a:pt x="4648" y="280"/>
                    <a:pt x="4610" y="262"/>
                    <a:pt x="4580" y="245"/>
                  </a:cubicBezTo>
                  <a:close/>
                </a:path>
              </a:pathLst>
            </a:custGeom>
            <a:solidFill>
              <a:srgbClr val="E5E5E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6" name="Content Placeholder 4">
              <a:extLst>
                <a:ext uri="{FF2B5EF4-FFF2-40B4-BE49-F238E27FC236}">
                  <a16:creationId xmlns:a16="http://schemas.microsoft.com/office/drawing/2014/main" id="{1814A997-309A-6A01-3794-004454327C66}"/>
                </a:ext>
              </a:extLst>
            </p:cNvPr>
            <p:cNvSpPr/>
            <p:nvPr/>
          </p:nvSpPr>
          <p:spPr>
            <a:xfrm>
              <a:off x="6811441" y="705663"/>
              <a:ext cx="3324" cy="4631"/>
            </a:xfrm>
            <a:custGeom>
              <a:avLst/>
              <a:gdLst>
                <a:gd name="connsiteX0" fmla="*/ 3250 w 3324"/>
                <a:gd name="connsiteY0" fmla="*/ 3319 h 4631"/>
                <a:gd name="connsiteX1" fmla="*/ 3250 w 3324"/>
                <a:gd name="connsiteY1" fmla="*/ 4070 h 4631"/>
                <a:gd name="connsiteX2" fmla="*/ 2725 w 3324"/>
                <a:gd name="connsiteY2" fmla="*/ 4596 h 4631"/>
                <a:gd name="connsiteX3" fmla="*/ 2274 w 3324"/>
                <a:gd name="connsiteY3" fmla="*/ 4596 h 4631"/>
                <a:gd name="connsiteX4" fmla="*/ 171 w 3324"/>
                <a:gd name="connsiteY4" fmla="*/ 1142 h 4631"/>
                <a:gd name="connsiteX5" fmla="*/ 171 w 3324"/>
                <a:gd name="connsiteY5" fmla="*/ 16 h 4631"/>
                <a:gd name="connsiteX6" fmla="*/ 1072 w 3324"/>
                <a:gd name="connsiteY6" fmla="*/ 691 h 4631"/>
                <a:gd name="connsiteX7" fmla="*/ 3250 w 3324"/>
                <a:gd name="connsiteY7" fmla="*/ 3319 h 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4" h="4631">
                  <a:moveTo>
                    <a:pt x="3250" y="3319"/>
                  </a:moveTo>
                  <a:cubicBezTo>
                    <a:pt x="3310" y="3566"/>
                    <a:pt x="3310" y="3824"/>
                    <a:pt x="3250" y="4070"/>
                  </a:cubicBezTo>
                  <a:cubicBezTo>
                    <a:pt x="3250" y="4070"/>
                    <a:pt x="3250" y="4671"/>
                    <a:pt x="2725" y="4596"/>
                  </a:cubicBezTo>
                  <a:cubicBezTo>
                    <a:pt x="2199" y="4521"/>
                    <a:pt x="2349" y="4596"/>
                    <a:pt x="2274" y="4596"/>
                  </a:cubicBezTo>
                  <a:lnTo>
                    <a:pt x="171" y="1142"/>
                  </a:lnTo>
                  <a:cubicBezTo>
                    <a:pt x="171" y="1142"/>
                    <a:pt x="-280" y="241"/>
                    <a:pt x="171" y="16"/>
                  </a:cubicBezTo>
                  <a:cubicBezTo>
                    <a:pt x="622" y="-210"/>
                    <a:pt x="922" y="466"/>
                    <a:pt x="1072" y="691"/>
                  </a:cubicBezTo>
                  <a:cubicBezTo>
                    <a:pt x="1223" y="917"/>
                    <a:pt x="2649" y="2343"/>
                    <a:pt x="3250" y="3319"/>
                  </a:cubicBezTo>
                  <a:close/>
                </a:path>
              </a:pathLst>
            </a:custGeom>
            <a:solidFill>
              <a:srgbClr val="8A8A8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7" name="Content Placeholder 4">
              <a:extLst>
                <a:ext uri="{FF2B5EF4-FFF2-40B4-BE49-F238E27FC236}">
                  <a16:creationId xmlns:a16="http://schemas.microsoft.com/office/drawing/2014/main" id="{5CC2D2F6-9180-8D36-19DE-DD3CBDF7EDE1}"/>
                </a:ext>
              </a:extLst>
            </p:cNvPr>
            <p:cNvSpPr/>
            <p:nvPr/>
          </p:nvSpPr>
          <p:spPr>
            <a:xfrm>
              <a:off x="6810708" y="703725"/>
              <a:ext cx="945" cy="980"/>
            </a:xfrm>
            <a:custGeom>
              <a:avLst/>
              <a:gdLst>
                <a:gd name="connsiteX0" fmla="*/ 829 w 945"/>
                <a:gd name="connsiteY0" fmla="*/ 227 h 980"/>
                <a:gd name="connsiteX1" fmla="*/ 228 w 945"/>
                <a:gd name="connsiteY1" fmla="*/ 14 h 980"/>
                <a:gd name="connsiteX2" fmla="*/ 18 w 945"/>
                <a:gd name="connsiteY2" fmla="*/ 615 h 980"/>
                <a:gd name="connsiteX3" fmla="*/ 228 w 945"/>
                <a:gd name="connsiteY3" fmla="*/ 828 h 980"/>
                <a:gd name="connsiteX4" fmla="*/ 904 w 945"/>
                <a:gd name="connsiteY4" fmla="*/ 828 h 980"/>
                <a:gd name="connsiteX5" fmla="*/ 904 w 945"/>
                <a:gd name="connsiteY5" fmla="*/ 828 h 980"/>
                <a:gd name="connsiteX6" fmla="*/ 829 w 945"/>
                <a:gd name="connsiteY6" fmla="*/ 227 h 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45" h="980">
                  <a:moveTo>
                    <a:pt x="829" y="227"/>
                  </a:moveTo>
                  <a:cubicBezTo>
                    <a:pt x="724" y="2"/>
                    <a:pt x="453" y="-93"/>
                    <a:pt x="228" y="14"/>
                  </a:cubicBezTo>
                  <a:cubicBezTo>
                    <a:pt x="3" y="122"/>
                    <a:pt x="-95" y="391"/>
                    <a:pt x="18" y="615"/>
                  </a:cubicBezTo>
                  <a:cubicBezTo>
                    <a:pt x="63" y="708"/>
                    <a:pt x="138" y="783"/>
                    <a:pt x="228" y="828"/>
                  </a:cubicBezTo>
                  <a:cubicBezTo>
                    <a:pt x="423" y="991"/>
                    <a:pt x="709" y="991"/>
                    <a:pt x="904" y="828"/>
                  </a:cubicBezTo>
                  <a:lnTo>
                    <a:pt x="904" y="828"/>
                  </a:lnTo>
                  <a:cubicBezTo>
                    <a:pt x="934" y="624"/>
                    <a:pt x="911" y="417"/>
                    <a:pt x="829" y="227"/>
                  </a:cubicBezTo>
                  <a:close/>
                </a:path>
              </a:pathLst>
            </a:custGeom>
            <a:solidFill>
              <a:srgbClr val="8A8A8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708" name="Content Placeholder 4">
              <a:extLst>
                <a:ext uri="{FF2B5EF4-FFF2-40B4-BE49-F238E27FC236}">
                  <a16:creationId xmlns:a16="http://schemas.microsoft.com/office/drawing/2014/main" id="{3FCDD6BA-F74C-E009-5A15-A2FDC5950E6D}"/>
                </a:ext>
              </a:extLst>
            </p:cNvPr>
            <p:cNvGrpSpPr/>
            <p:nvPr/>
          </p:nvGrpSpPr>
          <p:grpSpPr>
            <a:xfrm>
              <a:off x="6760646" y="702816"/>
              <a:ext cx="56252" cy="52823"/>
              <a:chOff x="5786285" y="854997"/>
              <a:chExt cx="56252" cy="52823"/>
            </a:xfrm>
          </p:grpSpPr>
          <p:sp>
            <p:nvSpPr>
              <p:cNvPr id="709" name="Content Placeholder 4">
                <a:extLst>
                  <a:ext uri="{FF2B5EF4-FFF2-40B4-BE49-F238E27FC236}">
                    <a16:creationId xmlns:a16="http://schemas.microsoft.com/office/drawing/2014/main" id="{1F94E043-179A-4DF2-3E4A-9561A0EB4B4D}"/>
                  </a:ext>
                </a:extLst>
              </p:cNvPr>
              <p:cNvSpPr/>
              <p:nvPr/>
            </p:nvSpPr>
            <p:spPr>
              <a:xfrm>
                <a:off x="5801793" y="885337"/>
                <a:ext cx="11211" cy="9569"/>
              </a:xfrm>
              <a:custGeom>
                <a:avLst/>
                <a:gdLst>
                  <a:gd name="connsiteX0" fmla="*/ 9023 w 11211"/>
                  <a:gd name="connsiteY0" fmla="*/ 8713 h 9569"/>
                  <a:gd name="connsiteX1" fmla="*/ 8422 w 11211"/>
                  <a:gd name="connsiteY1" fmla="*/ 9389 h 9569"/>
                  <a:gd name="connsiteX2" fmla="*/ 7220 w 11211"/>
                  <a:gd name="connsiteY2" fmla="*/ 9389 h 9569"/>
                  <a:gd name="connsiteX3" fmla="*/ 3390 w 11211"/>
                  <a:gd name="connsiteY3" fmla="*/ 6461 h 9569"/>
                  <a:gd name="connsiteX4" fmla="*/ 311 w 11211"/>
                  <a:gd name="connsiteY4" fmla="*/ 3382 h 9569"/>
                  <a:gd name="connsiteX5" fmla="*/ 311 w 11211"/>
                  <a:gd name="connsiteY5" fmla="*/ 1580 h 9569"/>
                  <a:gd name="connsiteX6" fmla="*/ 1513 w 11211"/>
                  <a:gd name="connsiteY6" fmla="*/ 1580 h 9569"/>
                  <a:gd name="connsiteX7" fmla="*/ 4817 w 11211"/>
                  <a:gd name="connsiteY7" fmla="*/ 4358 h 9569"/>
                  <a:gd name="connsiteX8" fmla="*/ 6845 w 11211"/>
                  <a:gd name="connsiteY8" fmla="*/ 6160 h 9569"/>
                  <a:gd name="connsiteX9" fmla="*/ 8121 w 11211"/>
                  <a:gd name="connsiteY9" fmla="*/ 5184 h 9569"/>
                  <a:gd name="connsiteX10" fmla="*/ 8797 w 11211"/>
                  <a:gd name="connsiteY10" fmla="*/ 3007 h 9569"/>
                  <a:gd name="connsiteX11" fmla="*/ 9248 w 11211"/>
                  <a:gd name="connsiteY11" fmla="*/ 980 h 9569"/>
                  <a:gd name="connsiteX12" fmla="*/ 9849 w 11211"/>
                  <a:gd name="connsiteY12" fmla="*/ 229 h 9569"/>
                  <a:gd name="connsiteX13" fmla="*/ 10825 w 11211"/>
                  <a:gd name="connsiteY13" fmla="*/ 3908 h 9569"/>
                  <a:gd name="connsiteX14" fmla="*/ 9023 w 11211"/>
                  <a:gd name="connsiteY14" fmla="*/ 8713 h 95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1211" h="9569">
                    <a:moveTo>
                      <a:pt x="9023" y="8713"/>
                    </a:moveTo>
                    <a:cubicBezTo>
                      <a:pt x="9023" y="8713"/>
                      <a:pt x="9023" y="9314"/>
                      <a:pt x="8422" y="9389"/>
                    </a:cubicBezTo>
                    <a:cubicBezTo>
                      <a:pt x="8046" y="9590"/>
                      <a:pt x="7596" y="9590"/>
                      <a:pt x="7220" y="9389"/>
                    </a:cubicBezTo>
                    <a:lnTo>
                      <a:pt x="3390" y="6461"/>
                    </a:lnTo>
                    <a:cubicBezTo>
                      <a:pt x="2136" y="5693"/>
                      <a:pt x="1077" y="4637"/>
                      <a:pt x="311" y="3382"/>
                    </a:cubicBezTo>
                    <a:cubicBezTo>
                      <a:pt x="-64" y="2782"/>
                      <a:pt x="-215" y="1881"/>
                      <a:pt x="311" y="1580"/>
                    </a:cubicBezTo>
                    <a:cubicBezTo>
                      <a:pt x="687" y="1393"/>
                      <a:pt x="1137" y="1393"/>
                      <a:pt x="1513" y="1580"/>
                    </a:cubicBezTo>
                    <a:cubicBezTo>
                      <a:pt x="2797" y="2268"/>
                      <a:pt x="3916" y="3214"/>
                      <a:pt x="4817" y="4358"/>
                    </a:cubicBezTo>
                    <a:cubicBezTo>
                      <a:pt x="5418" y="5036"/>
                      <a:pt x="6101" y="5641"/>
                      <a:pt x="6845" y="6160"/>
                    </a:cubicBezTo>
                    <a:cubicBezTo>
                      <a:pt x="7446" y="6160"/>
                      <a:pt x="7746" y="5710"/>
                      <a:pt x="8121" y="5184"/>
                    </a:cubicBezTo>
                    <a:cubicBezTo>
                      <a:pt x="8467" y="4503"/>
                      <a:pt x="8700" y="3766"/>
                      <a:pt x="8797" y="3007"/>
                    </a:cubicBezTo>
                    <a:cubicBezTo>
                      <a:pt x="8865" y="2315"/>
                      <a:pt x="9015" y="1634"/>
                      <a:pt x="9248" y="980"/>
                    </a:cubicBezTo>
                    <a:cubicBezTo>
                      <a:pt x="9248" y="529"/>
                      <a:pt x="9248" y="529"/>
                      <a:pt x="9849" y="229"/>
                    </a:cubicBezTo>
                    <a:cubicBezTo>
                      <a:pt x="11952" y="-1123"/>
                      <a:pt x="10975" y="3232"/>
                      <a:pt x="10825" y="3908"/>
                    </a:cubicBezTo>
                    <a:cubicBezTo>
                      <a:pt x="10412" y="5573"/>
                      <a:pt x="9804" y="7185"/>
                      <a:pt x="9023" y="8713"/>
                    </a:cubicBezTo>
                    <a:close/>
                  </a:path>
                </a:pathLst>
              </a:custGeom>
              <a:solidFill>
                <a:srgbClr val="B79A7D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0" name="Content Placeholder 4">
                <a:extLst>
                  <a:ext uri="{FF2B5EF4-FFF2-40B4-BE49-F238E27FC236}">
                    <a16:creationId xmlns:a16="http://schemas.microsoft.com/office/drawing/2014/main" id="{C0BA43BC-1249-B33C-83F2-5648C8D08ABD}"/>
                  </a:ext>
                </a:extLst>
              </p:cNvPr>
              <p:cNvSpPr/>
              <p:nvPr/>
            </p:nvSpPr>
            <p:spPr>
              <a:xfrm>
                <a:off x="5813849" y="867219"/>
                <a:ext cx="7660" cy="8726"/>
              </a:xfrm>
              <a:custGeom>
                <a:avLst/>
                <a:gdLst>
                  <a:gd name="connsiteX0" fmla="*/ 2449 w 7660"/>
                  <a:gd name="connsiteY0" fmla="*/ 5432 h 8726"/>
                  <a:gd name="connsiteX1" fmla="*/ 2900 w 7660"/>
                  <a:gd name="connsiteY1" fmla="*/ 2804 h 8726"/>
                  <a:gd name="connsiteX2" fmla="*/ 2074 w 7660"/>
                  <a:gd name="connsiteY2" fmla="*/ 776 h 8726"/>
                  <a:gd name="connsiteX3" fmla="*/ -29 w 7660"/>
                  <a:gd name="connsiteY3" fmla="*/ 776 h 8726"/>
                  <a:gd name="connsiteX4" fmla="*/ 647 w 7660"/>
                  <a:gd name="connsiteY4" fmla="*/ 251 h 8726"/>
                  <a:gd name="connsiteX5" fmla="*/ 2975 w 7660"/>
                  <a:gd name="connsiteY5" fmla="*/ 251 h 8726"/>
                  <a:gd name="connsiteX6" fmla="*/ 3876 w 7660"/>
                  <a:gd name="connsiteY6" fmla="*/ 1752 h 8726"/>
                  <a:gd name="connsiteX7" fmla="*/ 5153 w 7660"/>
                  <a:gd name="connsiteY7" fmla="*/ 3930 h 8726"/>
                  <a:gd name="connsiteX8" fmla="*/ 6730 w 7660"/>
                  <a:gd name="connsiteY8" fmla="*/ 5056 h 8726"/>
                  <a:gd name="connsiteX9" fmla="*/ 7631 w 7660"/>
                  <a:gd name="connsiteY9" fmla="*/ 6708 h 8726"/>
                  <a:gd name="connsiteX10" fmla="*/ 6880 w 7660"/>
                  <a:gd name="connsiteY10" fmla="*/ 8059 h 8726"/>
                  <a:gd name="connsiteX11" fmla="*/ 5303 w 7660"/>
                  <a:gd name="connsiteY11" fmla="*/ 8585 h 8726"/>
                  <a:gd name="connsiteX12" fmla="*/ 3876 w 7660"/>
                  <a:gd name="connsiteY12" fmla="*/ 8585 h 8726"/>
                  <a:gd name="connsiteX13" fmla="*/ 2825 w 7660"/>
                  <a:gd name="connsiteY13" fmla="*/ 7534 h 8726"/>
                  <a:gd name="connsiteX14" fmla="*/ 2449 w 7660"/>
                  <a:gd name="connsiteY14" fmla="*/ 5432 h 87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660" h="8726">
                    <a:moveTo>
                      <a:pt x="2449" y="5432"/>
                    </a:moveTo>
                    <a:cubicBezTo>
                      <a:pt x="2449" y="4531"/>
                      <a:pt x="2900" y="3705"/>
                      <a:pt x="2900" y="2804"/>
                    </a:cubicBezTo>
                    <a:cubicBezTo>
                      <a:pt x="2930" y="2040"/>
                      <a:pt x="2629" y="1300"/>
                      <a:pt x="2074" y="776"/>
                    </a:cubicBezTo>
                    <a:cubicBezTo>
                      <a:pt x="1450" y="300"/>
                      <a:pt x="594" y="300"/>
                      <a:pt x="-29" y="776"/>
                    </a:cubicBezTo>
                    <a:lnTo>
                      <a:pt x="647" y="251"/>
                    </a:lnTo>
                    <a:cubicBezTo>
                      <a:pt x="1375" y="-123"/>
                      <a:pt x="2246" y="-123"/>
                      <a:pt x="2975" y="251"/>
                    </a:cubicBezTo>
                    <a:cubicBezTo>
                      <a:pt x="3418" y="651"/>
                      <a:pt x="3733" y="1173"/>
                      <a:pt x="3876" y="1752"/>
                    </a:cubicBezTo>
                    <a:cubicBezTo>
                      <a:pt x="4124" y="2569"/>
                      <a:pt x="4560" y="3315"/>
                      <a:pt x="5153" y="3930"/>
                    </a:cubicBezTo>
                    <a:cubicBezTo>
                      <a:pt x="5648" y="4347"/>
                      <a:pt x="6174" y="4724"/>
                      <a:pt x="6730" y="5056"/>
                    </a:cubicBezTo>
                    <a:cubicBezTo>
                      <a:pt x="7255" y="5449"/>
                      <a:pt x="7586" y="6052"/>
                      <a:pt x="7631" y="6708"/>
                    </a:cubicBezTo>
                    <a:cubicBezTo>
                      <a:pt x="7624" y="7255"/>
                      <a:pt x="7338" y="7761"/>
                      <a:pt x="6880" y="8059"/>
                    </a:cubicBezTo>
                    <a:cubicBezTo>
                      <a:pt x="6399" y="8346"/>
                      <a:pt x="5859" y="8525"/>
                      <a:pt x="5303" y="8585"/>
                    </a:cubicBezTo>
                    <a:cubicBezTo>
                      <a:pt x="4837" y="8735"/>
                      <a:pt x="4342" y="8735"/>
                      <a:pt x="3876" y="8585"/>
                    </a:cubicBezTo>
                    <a:cubicBezTo>
                      <a:pt x="3426" y="8355"/>
                      <a:pt x="3057" y="7987"/>
                      <a:pt x="2825" y="7534"/>
                    </a:cubicBezTo>
                    <a:cubicBezTo>
                      <a:pt x="2502" y="6884"/>
                      <a:pt x="2366" y="6154"/>
                      <a:pt x="2449" y="5432"/>
                    </a:cubicBezTo>
                    <a:close/>
                  </a:path>
                </a:pathLst>
              </a:custGeom>
              <a:solidFill>
                <a:srgbClr val="534741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1" name="Content Placeholder 4">
                <a:extLst>
                  <a:ext uri="{FF2B5EF4-FFF2-40B4-BE49-F238E27FC236}">
                    <a16:creationId xmlns:a16="http://schemas.microsoft.com/office/drawing/2014/main" id="{ABB2E243-F475-BEF6-B8DF-23AF4364F116}"/>
                  </a:ext>
                </a:extLst>
              </p:cNvPr>
              <p:cNvSpPr/>
              <p:nvPr/>
            </p:nvSpPr>
            <p:spPr>
              <a:xfrm>
                <a:off x="5799505" y="865013"/>
                <a:ext cx="13188" cy="15452"/>
              </a:xfrm>
              <a:custGeom>
                <a:avLst/>
                <a:gdLst>
                  <a:gd name="connsiteX0" fmla="*/ -29 w 13188"/>
                  <a:gd name="connsiteY0" fmla="*/ 4335 h 15452"/>
                  <a:gd name="connsiteX1" fmla="*/ 5303 w 13188"/>
                  <a:gd name="connsiteY1" fmla="*/ 12744 h 15452"/>
                  <a:gd name="connsiteX2" fmla="*/ 7631 w 13188"/>
                  <a:gd name="connsiteY2" fmla="*/ 14321 h 15452"/>
                  <a:gd name="connsiteX3" fmla="*/ 11161 w 13188"/>
                  <a:gd name="connsiteY3" fmla="*/ 15372 h 15452"/>
                  <a:gd name="connsiteX4" fmla="*/ 11912 w 13188"/>
                  <a:gd name="connsiteY4" fmla="*/ 15372 h 15452"/>
                  <a:gd name="connsiteX5" fmla="*/ 12513 w 13188"/>
                  <a:gd name="connsiteY5" fmla="*/ 15372 h 15452"/>
                  <a:gd name="connsiteX6" fmla="*/ 13113 w 13188"/>
                  <a:gd name="connsiteY6" fmla="*/ 13495 h 15452"/>
                  <a:gd name="connsiteX7" fmla="*/ 11687 w 13188"/>
                  <a:gd name="connsiteY7" fmla="*/ 12594 h 15452"/>
                  <a:gd name="connsiteX8" fmla="*/ 7932 w 13188"/>
                  <a:gd name="connsiteY8" fmla="*/ 11618 h 15452"/>
                  <a:gd name="connsiteX9" fmla="*/ 5829 w 13188"/>
                  <a:gd name="connsiteY9" fmla="*/ 10341 h 15452"/>
                  <a:gd name="connsiteX10" fmla="*/ 2374 w 13188"/>
                  <a:gd name="connsiteY10" fmla="*/ 6737 h 15452"/>
                  <a:gd name="connsiteX11" fmla="*/ 1473 w 13188"/>
                  <a:gd name="connsiteY11" fmla="*/ 4259 h 15452"/>
                  <a:gd name="connsiteX12" fmla="*/ 1473 w 13188"/>
                  <a:gd name="connsiteY12" fmla="*/ 2683 h 15452"/>
                  <a:gd name="connsiteX13" fmla="*/ 1473 w 13188"/>
                  <a:gd name="connsiteY13" fmla="*/ 2007 h 15452"/>
                  <a:gd name="connsiteX14" fmla="*/ 1473 w 13188"/>
                  <a:gd name="connsiteY14" fmla="*/ 1106 h 15452"/>
                  <a:gd name="connsiteX15" fmla="*/ 1473 w 13188"/>
                  <a:gd name="connsiteY15" fmla="*/ 655 h 15452"/>
                  <a:gd name="connsiteX16" fmla="*/ 1473 w 13188"/>
                  <a:gd name="connsiteY16" fmla="*/ 655 h 15452"/>
                  <a:gd name="connsiteX17" fmla="*/ 1473 w 13188"/>
                  <a:gd name="connsiteY17" fmla="*/ 655 h 15452"/>
                  <a:gd name="connsiteX18" fmla="*/ 1473 w 13188"/>
                  <a:gd name="connsiteY18" fmla="*/ 655 h 15452"/>
                  <a:gd name="connsiteX19" fmla="*/ 1022 w 13188"/>
                  <a:gd name="connsiteY19" fmla="*/ 55 h 15452"/>
                  <a:gd name="connsiteX20" fmla="*/ 196 w 13188"/>
                  <a:gd name="connsiteY20" fmla="*/ 55 h 15452"/>
                  <a:gd name="connsiteX21" fmla="*/ 196 w 13188"/>
                  <a:gd name="connsiteY21" fmla="*/ 55 h 15452"/>
                  <a:gd name="connsiteX22" fmla="*/ 196 w 13188"/>
                  <a:gd name="connsiteY22" fmla="*/ 505 h 15452"/>
                  <a:gd name="connsiteX23" fmla="*/ 196 w 13188"/>
                  <a:gd name="connsiteY23" fmla="*/ 1031 h 15452"/>
                  <a:gd name="connsiteX24" fmla="*/ 196 w 13188"/>
                  <a:gd name="connsiteY24" fmla="*/ 2983 h 154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3188" h="15452">
                    <a:moveTo>
                      <a:pt x="-29" y="4335"/>
                    </a:moveTo>
                    <a:cubicBezTo>
                      <a:pt x="1848" y="10642"/>
                      <a:pt x="2374" y="10266"/>
                      <a:pt x="5303" y="12744"/>
                    </a:cubicBezTo>
                    <a:cubicBezTo>
                      <a:pt x="6031" y="13337"/>
                      <a:pt x="6812" y="13865"/>
                      <a:pt x="7631" y="14321"/>
                    </a:cubicBezTo>
                    <a:cubicBezTo>
                      <a:pt x="8742" y="14862"/>
                      <a:pt x="9937" y="15217"/>
                      <a:pt x="11161" y="15372"/>
                    </a:cubicBezTo>
                    <a:lnTo>
                      <a:pt x="11912" y="15372"/>
                    </a:lnTo>
                    <a:cubicBezTo>
                      <a:pt x="12107" y="15440"/>
                      <a:pt x="12317" y="15440"/>
                      <a:pt x="12513" y="15372"/>
                    </a:cubicBezTo>
                    <a:cubicBezTo>
                      <a:pt x="13038" y="14900"/>
                      <a:pt x="13264" y="14183"/>
                      <a:pt x="13113" y="13495"/>
                    </a:cubicBezTo>
                    <a:cubicBezTo>
                      <a:pt x="13113" y="12669"/>
                      <a:pt x="12437" y="12669"/>
                      <a:pt x="11687" y="12594"/>
                    </a:cubicBezTo>
                    <a:cubicBezTo>
                      <a:pt x="10402" y="12411"/>
                      <a:pt x="9141" y="12083"/>
                      <a:pt x="7932" y="11618"/>
                    </a:cubicBezTo>
                    <a:cubicBezTo>
                      <a:pt x="7158" y="11323"/>
                      <a:pt x="6444" y="10890"/>
                      <a:pt x="5829" y="10341"/>
                    </a:cubicBezTo>
                    <a:cubicBezTo>
                      <a:pt x="4357" y="9493"/>
                      <a:pt x="3163" y="8243"/>
                      <a:pt x="2374" y="6737"/>
                    </a:cubicBezTo>
                    <a:cubicBezTo>
                      <a:pt x="1961" y="5956"/>
                      <a:pt x="1661" y="5122"/>
                      <a:pt x="1473" y="4259"/>
                    </a:cubicBezTo>
                    <a:cubicBezTo>
                      <a:pt x="1443" y="3735"/>
                      <a:pt x="1443" y="3208"/>
                      <a:pt x="1473" y="2683"/>
                    </a:cubicBezTo>
                    <a:cubicBezTo>
                      <a:pt x="1518" y="2460"/>
                      <a:pt x="1518" y="2230"/>
                      <a:pt x="1473" y="2007"/>
                    </a:cubicBezTo>
                    <a:cubicBezTo>
                      <a:pt x="1398" y="1711"/>
                      <a:pt x="1398" y="1402"/>
                      <a:pt x="1473" y="1106"/>
                    </a:cubicBezTo>
                    <a:cubicBezTo>
                      <a:pt x="1473" y="1106"/>
                      <a:pt x="1473" y="1106"/>
                      <a:pt x="1473" y="655"/>
                    </a:cubicBezTo>
                    <a:cubicBezTo>
                      <a:pt x="1473" y="205"/>
                      <a:pt x="1473" y="655"/>
                      <a:pt x="1473" y="655"/>
                    </a:cubicBezTo>
                    <a:lnTo>
                      <a:pt x="1473" y="655"/>
                    </a:lnTo>
                    <a:cubicBezTo>
                      <a:pt x="1473" y="655"/>
                      <a:pt x="1473" y="655"/>
                      <a:pt x="1473" y="655"/>
                    </a:cubicBezTo>
                    <a:cubicBezTo>
                      <a:pt x="1473" y="655"/>
                      <a:pt x="1473" y="130"/>
                      <a:pt x="1022" y="55"/>
                    </a:cubicBezTo>
                    <a:cubicBezTo>
                      <a:pt x="759" y="-58"/>
                      <a:pt x="459" y="-58"/>
                      <a:pt x="196" y="55"/>
                    </a:cubicBezTo>
                    <a:lnTo>
                      <a:pt x="196" y="55"/>
                    </a:lnTo>
                    <a:lnTo>
                      <a:pt x="196" y="505"/>
                    </a:lnTo>
                    <a:cubicBezTo>
                      <a:pt x="151" y="678"/>
                      <a:pt x="151" y="858"/>
                      <a:pt x="196" y="1031"/>
                    </a:cubicBezTo>
                    <a:cubicBezTo>
                      <a:pt x="196" y="1632"/>
                      <a:pt x="196" y="2382"/>
                      <a:pt x="196" y="2983"/>
                    </a:cubicBezTo>
                    <a:close/>
                  </a:path>
                </a:pathLst>
              </a:custGeom>
              <a:solidFill>
                <a:srgbClr val="E2CBB7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2" name="Content Placeholder 4">
                <a:extLst>
                  <a:ext uri="{FF2B5EF4-FFF2-40B4-BE49-F238E27FC236}">
                    <a16:creationId xmlns:a16="http://schemas.microsoft.com/office/drawing/2014/main" id="{87B1D969-45AD-F63B-F366-BFEAF6C59F8F}"/>
                  </a:ext>
                </a:extLst>
              </p:cNvPr>
              <p:cNvSpPr/>
              <p:nvPr/>
            </p:nvSpPr>
            <p:spPr>
              <a:xfrm>
                <a:off x="5811076" y="873390"/>
                <a:ext cx="27869" cy="31770"/>
              </a:xfrm>
              <a:custGeom>
                <a:avLst/>
                <a:gdLst>
                  <a:gd name="connsiteX0" fmla="*/ 2819 w 27869"/>
                  <a:gd name="connsiteY0" fmla="*/ 1739 h 31770"/>
                  <a:gd name="connsiteX1" fmla="*/ 190 w 27869"/>
                  <a:gd name="connsiteY1" fmla="*/ 3766 h 31770"/>
                  <a:gd name="connsiteX2" fmla="*/ 190 w 27869"/>
                  <a:gd name="connsiteY2" fmla="*/ 6018 h 31770"/>
                  <a:gd name="connsiteX3" fmla="*/ 9653 w 27869"/>
                  <a:gd name="connsiteY3" fmla="*/ 22312 h 31770"/>
                  <a:gd name="connsiteX4" fmla="*/ 12131 w 27869"/>
                  <a:gd name="connsiteY4" fmla="*/ 27568 h 31770"/>
                  <a:gd name="connsiteX5" fmla="*/ 12582 w 27869"/>
                  <a:gd name="connsiteY5" fmla="*/ 29295 h 31770"/>
                  <a:gd name="connsiteX6" fmla="*/ 12582 w 27869"/>
                  <a:gd name="connsiteY6" fmla="*/ 30346 h 31770"/>
                  <a:gd name="connsiteX7" fmla="*/ 14985 w 27869"/>
                  <a:gd name="connsiteY7" fmla="*/ 31697 h 31770"/>
                  <a:gd name="connsiteX8" fmla="*/ 17839 w 27869"/>
                  <a:gd name="connsiteY8" fmla="*/ 30421 h 31770"/>
                  <a:gd name="connsiteX9" fmla="*/ 26175 w 27869"/>
                  <a:gd name="connsiteY9" fmla="*/ 24940 h 31770"/>
                  <a:gd name="connsiteX10" fmla="*/ 27827 w 27869"/>
                  <a:gd name="connsiteY10" fmla="*/ 23138 h 31770"/>
                  <a:gd name="connsiteX11" fmla="*/ 27151 w 27869"/>
                  <a:gd name="connsiteY11" fmla="*/ 20960 h 31770"/>
                  <a:gd name="connsiteX12" fmla="*/ 18815 w 27869"/>
                  <a:gd name="connsiteY12" fmla="*/ 12476 h 31770"/>
                  <a:gd name="connsiteX13" fmla="*/ 10704 w 27869"/>
                  <a:gd name="connsiteY13" fmla="*/ 3841 h 31770"/>
                  <a:gd name="connsiteX14" fmla="*/ 6274 w 27869"/>
                  <a:gd name="connsiteY14" fmla="*/ 162 h 31770"/>
                  <a:gd name="connsiteX15" fmla="*/ 2819 w 27869"/>
                  <a:gd name="connsiteY15" fmla="*/ 1739 h 31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7869" h="31770">
                    <a:moveTo>
                      <a:pt x="2819" y="1739"/>
                    </a:moveTo>
                    <a:cubicBezTo>
                      <a:pt x="1843" y="2264"/>
                      <a:pt x="566" y="2715"/>
                      <a:pt x="190" y="3766"/>
                    </a:cubicBezTo>
                    <a:cubicBezTo>
                      <a:pt x="-102" y="4488"/>
                      <a:pt x="-102" y="5296"/>
                      <a:pt x="190" y="6018"/>
                    </a:cubicBezTo>
                    <a:cubicBezTo>
                      <a:pt x="2744" y="11725"/>
                      <a:pt x="6649" y="16756"/>
                      <a:pt x="9653" y="22312"/>
                    </a:cubicBezTo>
                    <a:cubicBezTo>
                      <a:pt x="10554" y="24039"/>
                      <a:pt x="11380" y="25766"/>
                      <a:pt x="12131" y="27568"/>
                    </a:cubicBezTo>
                    <a:cubicBezTo>
                      <a:pt x="12394" y="28108"/>
                      <a:pt x="12552" y="28695"/>
                      <a:pt x="12582" y="29295"/>
                    </a:cubicBezTo>
                    <a:cubicBezTo>
                      <a:pt x="12545" y="29644"/>
                      <a:pt x="12545" y="29997"/>
                      <a:pt x="12582" y="30346"/>
                    </a:cubicBezTo>
                    <a:cubicBezTo>
                      <a:pt x="12935" y="31332"/>
                      <a:pt x="13956" y="31908"/>
                      <a:pt x="14985" y="31697"/>
                    </a:cubicBezTo>
                    <a:cubicBezTo>
                      <a:pt x="16014" y="31461"/>
                      <a:pt x="16983" y="31028"/>
                      <a:pt x="17839" y="30421"/>
                    </a:cubicBezTo>
                    <a:lnTo>
                      <a:pt x="26175" y="24940"/>
                    </a:lnTo>
                    <a:cubicBezTo>
                      <a:pt x="26926" y="24555"/>
                      <a:pt x="27512" y="23916"/>
                      <a:pt x="27827" y="23138"/>
                    </a:cubicBezTo>
                    <a:cubicBezTo>
                      <a:pt x="27902" y="22350"/>
                      <a:pt x="27662" y="21565"/>
                      <a:pt x="27151" y="20960"/>
                    </a:cubicBezTo>
                    <a:cubicBezTo>
                      <a:pt x="24681" y="17843"/>
                      <a:pt x="21887" y="14998"/>
                      <a:pt x="18815" y="12476"/>
                    </a:cubicBezTo>
                    <a:cubicBezTo>
                      <a:pt x="15961" y="9698"/>
                      <a:pt x="13483" y="6619"/>
                      <a:pt x="10704" y="3841"/>
                    </a:cubicBezTo>
                    <a:cubicBezTo>
                      <a:pt x="9405" y="2417"/>
                      <a:pt x="7911" y="1179"/>
                      <a:pt x="6274" y="162"/>
                    </a:cubicBezTo>
                    <a:cubicBezTo>
                      <a:pt x="5297" y="-589"/>
                      <a:pt x="4396" y="1063"/>
                      <a:pt x="2819" y="1739"/>
                    </a:cubicBezTo>
                    <a:close/>
                  </a:path>
                </a:pathLst>
              </a:custGeom>
              <a:solidFill>
                <a:srgbClr val="D9924E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3" name="Content Placeholder 4">
                <a:extLst>
                  <a:ext uri="{FF2B5EF4-FFF2-40B4-BE49-F238E27FC236}">
                    <a16:creationId xmlns:a16="http://schemas.microsoft.com/office/drawing/2014/main" id="{EB6A7493-81A2-A81A-8795-376440372C19}"/>
                  </a:ext>
                </a:extLst>
              </p:cNvPr>
              <p:cNvSpPr/>
              <p:nvPr/>
            </p:nvSpPr>
            <p:spPr>
              <a:xfrm>
                <a:off x="5819561" y="863405"/>
                <a:ext cx="10496" cy="13321"/>
              </a:xfrm>
              <a:custGeom>
                <a:avLst/>
                <a:gdLst>
                  <a:gd name="connsiteX0" fmla="*/ 6576 w 10496"/>
                  <a:gd name="connsiteY0" fmla="*/ 9847 h 13321"/>
                  <a:gd name="connsiteX1" fmla="*/ 8754 w 10496"/>
                  <a:gd name="connsiteY1" fmla="*/ 9246 h 13321"/>
                  <a:gd name="connsiteX2" fmla="*/ 8754 w 10496"/>
                  <a:gd name="connsiteY2" fmla="*/ 7669 h 13321"/>
                  <a:gd name="connsiteX3" fmla="*/ 7927 w 10496"/>
                  <a:gd name="connsiteY3" fmla="*/ 161 h 13321"/>
                  <a:gd name="connsiteX4" fmla="*/ 9430 w 10496"/>
                  <a:gd name="connsiteY4" fmla="*/ 161 h 13321"/>
                  <a:gd name="connsiteX5" fmla="*/ 9430 w 10496"/>
                  <a:gd name="connsiteY5" fmla="*/ 911 h 13321"/>
                  <a:gd name="connsiteX6" fmla="*/ 10406 w 10496"/>
                  <a:gd name="connsiteY6" fmla="*/ 10597 h 13321"/>
                  <a:gd name="connsiteX7" fmla="*/ 10406 w 10496"/>
                  <a:gd name="connsiteY7" fmla="*/ 11498 h 13321"/>
                  <a:gd name="connsiteX8" fmla="*/ 9504 w 10496"/>
                  <a:gd name="connsiteY8" fmla="*/ 12099 h 13321"/>
                  <a:gd name="connsiteX9" fmla="*/ 2971 w 10496"/>
                  <a:gd name="connsiteY9" fmla="*/ 13150 h 13321"/>
                  <a:gd name="connsiteX10" fmla="*/ 1319 w 10496"/>
                  <a:gd name="connsiteY10" fmla="*/ 13150 h 13321"/>
                  <a:gd name="connsiteX11" fmla="*/ 493 w 10496"/>
                  <a:gd name="connsiteY11" fmla="*/ 12024 h 13321"/>
                  <a:gd name="connsiteX12" fmla="*/ 1319 w 10496"/>
                  <a:gd name="connsiteY12" fmla="*/ 9096 h 133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496" h="13321">
                    <a:moveTo>
                      <a:pt x="6576" y="9847"/>
                    </a:moveTo>
                    <a:cubicBezTo>
                      <a:pt x="7327" y="9847"/>
                      <a:pt x="8303" y="9847"/>
                      <a:pt x="8754" y="9246"/>
                    </a:cubicBezTo>
                    <a:cubicBezTo>
                      <a:pt x="8949" y="8739"/>
                      <a:pt x="8949" y="8176"/>
                      <a:pt x="8754" y="7669"/>
                    </a:cubicBezTo>
                    <a:cubicBezTo>
                      <a:pt x="8754" y="5191"/>
                      <a:pt x="8228" y="2713"/>
                      <a:pt x="7927" y="161"/>
                    </a:cubicBezTo>
                    <a:cubicBezTo>
                      <a:pt x="8393" y="-93"/>
                      <a:pt x="8964" y="-93"/>
                      <a:pt x="9430" y="161"/>
                    </a:cubicBezTo>
                    <a:cubicBezTo>
                      <a:pt x="9497" y="406"/>
                      <a:pt x="9497" y="666"/>
                      <a:pt x="9430" y="911"/>
                    </a:cubicBezTo>
                    <a:cubicBezTo>
                      <a:pt x="9880" y="4140"/>
                      <a:pt x="10180" y="7369"/>
                      <a:pt x="10406" y="10597"/>
                    </a:cubicBezTo>
                    <a:cubicBezTo>
                      <a:pt x="10488" y="10892"/>
                      <a:pt x="10488" y="11203"/>
                      <a:pt x="10406" y="11498"/>
                    </a:cubicBezTo>
                    <a:cubicBezTo>
                      <a:pt x="10226" y="11839"/>
                      <a:pt x="9888" y="12066"/>
                      <a:pt x="9504" y="12099"/>
                    </a:cubicBezTo>
                    <a:cubicBezTo>
                      <a:pt x="7387" y="12746"/>
                      <a:pt x="5186" y="13100"/>
                      <a:pt x="2971" y="13150"/>
                    </a:cubicBezTo>
                    <a:cubicBezTo>
                      <a:pt x="2438" y="13339"/>
                      <a:pt x="1852" y="13339"/>
                      <a:pt x="1319" y="13150"/>
                    </a:cubicBezTo>
                    <a:cubicBezTo>
                      <a:pt x="906" y="12901"/>
                      <a:pt x="605" y="12495"/>
                      <a:pt x="493" y="12024"/>
                    </a:cubicBezTo>
                    <a:cubicBezTo>
                      <a:pt x="-108" y="10973"/>
                      <a:pt x="-559" y="8870"/>
                      <a:pt x="1319" y="9096"/>
                    </a:cubicBezTo>
                    <a:close/>
                  </a:path>
                </a:pathLst>
              </a:custGeom>
              <a:solidFill>
                <a:srgbClr val="E2CBB7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4" name="Content Placeholder 4">
                <a:extLst>
                  <a:ext uri="{FF2B5EF4-FFF2-40B4-BE49-F238E27FC236}">
                    <a16:creationId xmlns:a16="http://schemas.microsoft.com/office/drawing/2014/main" id="{FDFA8FE1-74DE-D405-90E1-A5AC2FCC5721}"/>
                  </a:ext>
                </a:extLst>
              </p:cNvPr>
              <p:cNvSpPr/>
              <p:nvPr/>
            </p:nvSpPr>
            <p:spPr>
              <a:xfrm>
                <a:off x="5827257" y="860013"/>
                <a:ext cx="2541" cy="3817"/>
              </a:xfrm>
              <a:custGeom>
                <a:avLst/>
                <a:gdLst>
                  <a:gd name="connsiteX0" fmla="*/ 6 w 2541"/>
                  <a:gd name="connsiteY0" fmla="*/ 2276 h 3817"/>
                  <a:gd name="connsiteX1" fmla="*/ 6 w 2541"/>
                  <a:gd name="connsiteY1" fmla="*/ 1826 h 3817"/>
                  <a:gd name="connsiteX2" fmla="*/ 457 w 2541"/>
                  <a:gd name="connsiteY2" fmla="*/ 474 h 3817"/>
                  <a:gd name="connsiteX3" fmla="*/ 1508 w 2541"/>
                  <a:gd name="connsiteY3" fmla="*/ 23 h 3817"/>
                  <a:gd name="connsiteX4" fmla="*/ 2484 w 2541"/>
                  <a:gd name="connsiteY4" fmla="*/ 774 h 3817"/>
                  <a:gd name="connsiteX5" fmla="*/ 2484 w 2541"/>
                  <a:gd name="connsiteY5" fmla="*/ 774 h 3817"/>
                  <a:gd name="connsiteX6" fmla="*/ 2484 w 2541"/>
                  <a:gd name="connsiteY6" fmla="*/ 1300 h 3817"/>
                  <a:gd name="connsiteX7" fmla="*/ 1658 w 2541"/>
                  <a:gd name="connsiteY7" fmla="*/ 3477 h 3817"/>
                  <a:gd name="connsiteX8" fmla="*/ 1658 w 2541"/>
                  <a:gd name="connsiteY8" fmla="*/ 3477 h 3817"/>
                  <a:gd name="connsiteX9" fmla="*/ 277 w 2541"/>
                  <a:gd name="connsiteY9" fmla="*/ 3525 h 3817"/>
                  <a:gd name="connsiteX10" fmla="*/ 231 w 2541"/>
                  <a:gd name="connsiteY10" fmla="*/ 3477 h 3817"/>
                  <a:gd name="connsiteX11" fmla="*/ 6 w 2541"/>
                  <a:gd name="connsiteY11" fmla="*/ 2276 h 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41" h="3817">
                    <a:moveTo>
                      <a:pt x="6" y="2276"/>
                    </a:moveTo>
                    <a:lnTo>
                      <a:pt x="6" y="1826"/>
                    </a:lnTo>
                    <a:cubicBezTo>
                      <a:pt x="6" y="1826"/>
                      <a:pt x="6" y="924"/>
                      <a:pt x="457" y="474"/>
                    </a:cubicBezTo>
                    <a:cubicBezTo>
                      <a:pt x="630" y="66"/>
                      <a:pt x="1095" y="-133"/>
                      <a:pt x="1508" y="23"/>
                    </a:cubicBezTo>
                    <a:cubicBezTo>
                      <a:pt x="1921" y="138"/>
                      <a:pt x="2267" y="408"/>
                      <a:pt x="2484" y="774"/>
                    </a:cubicBezTo>
                    <a:lnTo>
                      <a:pt x="2484" y="774"/>
                    </a:lnTo>
                    <a:cubicBezTo>
                      <a:pt x="2522" y="948"/>
                      <a:pt x="2522" y="1126"/>
                      <a:pt x="2484" y="1300"/>
                    </a:cubicBezTo>
                    <a:cubicBezTo>
                      <a:pt x="2327" y="2064"/>
                      <a:pt x="2049" y="2799"/>
                      <a:pt x="1658" y="3477"/>
                    </a:cubicBezTo>
                    <a:lnTo>
                      <a:pt x="1658" y="3477"/>
                    </a:lnTo>
                    <a:cubicBezTo>
                      <a:pt x="1290" y="3872"/>
                      <a:pt x="675" y="3893"/>
                      <a:pt x="277" y="3525"/>
                    </a:cubicBezTo>
                    <a:cubicBezTo>
                      <a:pt x="262" y="3509"/>
                      <a:pt x="247" y="3493"/>
                      <a:pt x="231" y="3477"/>
                    </a:cubicBezTo>
                    <a:cubicBezTo>
                      <a:pt x="231" y="3477"/>
                      <a:pt x="-144" y="2576"/>
                      <a:pt x="6" y="2276"/>
                    </a:cubicBezTo>
                    <a:close/>
                  </a:path>
                </a:pathLst>
              </a:custGeom>
              <a:solidFill>
                <a:srgbClr val="E2CBB7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5" name="Content Placeholder 4">
                <a:extLst>
                  <a:ext uri="{FF2B5EF4-FFF2-40B4-BE49-F238E27FC236}">
                    <a16:creationId xmlns:a16="http://schemas.microsoft.com/office/drawing/2014/main" id="{57B29064-9D50-32E4-C3A0-6A1E7020A651}"/>
                  </a:ext>
                </a:extLst>
              </p:cNvPr>
              <p:cNvSpPr/>
              <p:nvPr/>
            </p:nvSpPr>
            <p:spPr>
              <a:xfrm>
                <a:off x="5820233" y="858753"/>
                <a:ext cx="11640" cy="8523"/>
              </a:xfrm>
              <a:custGeom>
                <a:avLst/>
                <a:gdLst>
                  <a:gd name="connsiteX0" fmla="*/ 1172 w 11640"/>
                  <a:gd name="connsiteY0" fmla="*/ 2560 h 8523"/>
                  <a:gd name="connsiteX1" fmla="*/ 2674 w 11640"/>
                  <a:gd name="connsiteY1" fmla="*/ 2560 h 8523"/>
                  <a:gd name="connsiteX2" fmla="*/ 4176 w 11640"/>
                  <a:gd name="connsiteY2" fmla="*/ 2560 h 8523"/>
                  <a:gd name="connsiteX3" fmla="*/ 5078 w 11640"/>
                  <a:gd name="connsiteY3" fmla="*/ 3161 h 8523"/>
                  <a:gd name="connsiteX4" fmla="*/ 6129 w 11640"/>
                  <a:gd name="connsiteY4" fmla="*/ 4813 h 8523"/>
                  <a:gd name="connsiteX5" fmla="*/ 6129 w 11640"/>
                  <a:gd name="connsiteY5" fmla="*/ 5864 h 8523"/>
                  <a:gd name="connsiteX6" fmla="*/ 6955 w 11640"/>
                  <a:gd name="connsiteY6" fmla="*/ 6765 h 8523"/>
                  <a:gd name="connsiteX7" fmla="*/ 8007 w 11640"/>
                  <a:gd name="connsiteY7" fmla="*/ 7516 h 8523"/>
                  <a:gd name="connsiteX8" fmla="*/ 8607 w 11640"/>
                  <a:gd name="connsiteY8" fmla="*/ 8267 h 8523"/>
                  <a:gd name="connsiteX9" fmla="*/ 10109 w 11640"/>
                  <a:gd name="connsiteY9" fmla="*/ 8267 h 8523"/>
                  <a:gd name="connsiteX10" fmla="*/ 11236 w 11640"/>
                  <a:gd name="connsiteY10" fmla="*/ 7065 h 8523"/>
                  <a:gd name="connsiteX11" fmla="*/ 11611 w 11640"/>
                  <a:gd name="connsiteY11" fmla="*/ 6089 h 8523"/>
                  <a:gd name="connsiteX12" fmla="*/ 11010 w 11640"/>
                  <a:gd name="connsiteY12" fmla="*/ 5563 h 8523"/>
                  <a:gd name="connsiteX13" fmla="*/ 10259 w 11640"/>
                  <a:gd name="connsiteY13" fmla="*/ 5563 h 8523"/>
                  <a:gd name="connsiteX14" fmla="*/ 10259 w 11640"/>
                  <a:gd name="connsiteY14" fmla="*/ 5563 h 8523"/>
                  <a:gd name="connsiteX15" fmla="*/ 10259 w 11640"/>
                  <a:gd name="connsiteY15" fmla="*/ 5038 h 8523"/>
                  <a:gd name="connsiteX16" fmla="*/ 9734 w 11640"/>
                  <a:gd name="connsiteY16" fmla="*/ 5038 h 8523"/>
                  <a:gd name="connsiteX17" fmla="*/ 9133 w 11640"/>
                  <a:gd name="connsiteY17" fmla="*/ 5038 h 8523"/>
                  <a:gd name="connsiteX18" fmla="*/ 9133 w 11640"/>
                  <a:gd name="connsiteY18" fmla="*/ 3987 h 8523"/>
                  <a:gd name="connsiteX19" fmla="*/ 8232 w 11640"/>
                  <a:gd name="connsiteY19" fmla="*/ 3311 h 8523"/>
                  <a:gd name="connsiteX20" fmla="*/ 7331 w 11640"/>
                  <a:gd name="connsiteY20" fmla="*/ 2635 h 8523"/>
                  <a:gd name="connsiteX21" fmla="*/ 7331 w 11640"/>
                  <a:gd name="connsiteY21" fmla="*/ 1959 h 8523"/>
                  <a:gd name="connsiteX22" fmla="*/ 6429 w 11640"/>
                  <a:gd name="connsiteY22" fmla="*/ 1959 h 8523"/>
                  <a:gd name="connsiteX23" fmla="*/ 5528 w 11640"/>
                  <a:gd name="connsiteY23" fmla="*/ 758 h 8523"/>
                  <a:gd name="connsiteX24" fmla="*/ 4101 w 11640"/>
                  <a:gd name="connsiteY24" fmla="*/ 82 h 8523"/>
                  <a:gd name="connsiteX25" fmla="*/ 4101 w 11640"/>
                  <a:gd name="connsiteY25" fmla="*/ 82 h 8523"/>
                  <a:gd name="connsiteX26" fmla="*/ 3651 w 11640"/>
                  <a:gd name="connsiteY26" fmla="*/ 82 h 8523"/>
                  <a:gd name="connsiteX27" fmla="*/ 572 w 11640"/>
                  <a:gd name="connsiteY27" fmla="*/ 833 h 8523"/>
                  <a:gd name="connsiteX28" fmla="*/ -29 w 11640"/>
                  <a:gd name="connsiteY28" fmla="*/ 1809 h 8523"/>
                  <a:gd name="connsiteX29" fmla="*/ 1172 w 11640"/>
                  <a:gd name="connsiteY29" fmla="*/ 2560 h 85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11640" h="8523">
                    <a:moveTo>
                      <a:pt x="1172" y="2560"/>
                    </a:moveTo>
                    <a:cubicBezTo>
                      <a:pt x="1668" y="2676"/>
                      <a:pt x="2179" y="2676"/>
                      <a:pt x="2674" y="2560"/>
                    </a:cubicBezTo>
                    <a:cubicBezTo>
                      <a:pt x="3163" y="2414"/>
                      <a:pt x="3688" y="2414"/>
                      <a:pt x="4176" y="2560"/>
                    </a:cubicBezTo>
                    <a:cubicBezTo>
                      <a:pt x="4514" y="2697"/>
                      <a:pt x="4822" y="2902"/>
                      <a:pt x="5078" y="3161"/>
                    </a:cubicBezTo>
                    <a:cubicBezTo>
                      <a:pt x="5648" y="3537"/>
                      <a:pt x="6031" y="4138"/>
                      <a:pt x="6129" y="4813"/>
                    </a:cubicBezTo>
                    <a:cubicBezTo>
                      <a:pt x="6129" y="4813"/>
                      <a:pt x="6129" y="5488"/>
                      <a:pt x="6129" y="5864"/>
                    </a:cubicBezTo>
                    <a:cubicBezTo>
                      <a:pt x="6324" y="6230"/>
                      <a:pt x="6610" y="6540"/>
                      <a:pt x="6955" y="6765"/>
                    </a:cubicBezTo>
                    <a:cubicBezTo>
                      <a:pt x="7346" y="6953"/>
                      <a:pt x="7698" y="7206"/>
                      <a:pt x="8007" y="7516"/>
                    </a:cubicBezTo>
                    <a:cubicBezTo>
                      <a:pt x="8007" y="7516"/>
                      <a:pt x="8007" y="8116"/>
                      <a:pt x="8607" y="8267"/>
                    </a:cubicBezTo>
                    <a:cubicBezTo>
                      <a:pt x="9065" y="8570"/>
                      <a:pt x="9651" y="8570"/>
                      <a:pt x="10109" y="8267"/>
                    </a:cubicBezTo>
                    <a:cubicBezTo>
                      <a:pt x="10560" y="7943"/>
                      <a:pt x="10943" y="7534"/>
                      <a:pt x="11236" y="7065"/>
                    </a:cubicBezTo>
                    <a:cubicBezTo>
                      <a:pt x="11484" y="6803"/>
                      <a:pt x="11619" y="6452"/>
                      <a:pt x="11611" y="6089"/>
                    </a:cubicBezTo>
                    <a:cubicBezTo>
                      <a:pt x="11514" y="5822"/>
                      <a:pt x="11288" y="5624"/>
                      <a:pt x="11010" y="5563"/>
                    </a:cubicBezTo>
                    <a:lnTo>
                      <a:pt x="10259" y="5563"/>
                    </a:lnTo>
                    <a:cubicBezTo>
                      <a:pt x="10259" y="5563"/>
                      <a:pt x="10259" y="5563"/>
                      <a:pt x="10259" y="5563"/>
                    </a:cubicBezTo>
                    <a:cubicBezTo>
                      <a:pt x="10259" y="5563"/>
                      <a:pt x="10259" y="5563"/>
                      <a:pt x="10259" y="5038"/>
                    </a:cubicBezTo>
                    <a:cubicBezTo>
                      <a:pt x="10094" y="4944"/>
                      <a:pt x="9899" y="4944"/>
                      <a:pt x="9734" y="5038"/>
                    </a:cubicBezTo>
                    <a:cubicBezTo>
                      <a:pt x="9539" y="5113"/>
                      <a:pt x="9328" y="5113"/>
                      <a:pt x="9133" y="5038"/>
                    </a:cubicBezTo>
                    <a:cubicBezTo>
                      <a:pt x="9133" y="5038"/>
                      <a:pt x="9133" y="4287"/>
                      <a:pt x="9133" y="3987"/>
                    </a:cubicBezTo>
                    <a:cubicBezTo>
                      <a:pt x="9133" y="3686"/>
                      <a:pt x="8607" y="3386"/>
                      <a:pt x="8232" y="3311"/>
                    </a:cubicBezTo>
                    <a:cubicBezTo>
                      <a:pt x="7856" y="3236"/>
                      <a:pt x="7406" y="3311"/>
                      <a:pt x="7331" y="2635"/>
                    </a:cubicBezTo>
                    <a:cubicBezTo>
                      <a:pt x="7255" y="1959"/>
                      <a:pt x="7331" y="2110"/>
                      <a:pt x="7331" y="1959"/>
                    </a:cubicBezTo>
                    <a:cubicBezTo>
                      <a:pt x="7331" y="1809"/>
                      <a:pt x="6730" y="1959"/>
                      <a:pt x="6429" y="1959"/>
                    </a:cubicBezTo>
                    <a:cubicBezTo>
                      <a:pt x="6129" y="1959"/>
                      <a:pt x="5904" y="1133"/>
                      <a:pt x="5528" y="758"/>
                    </a:cubicBezTo>
                    <a:cubicBezTo>
                      <a:pt x="5153" y="383"/>
                      <a:pt x="4477" y="758"/>
                      <a:pt x="4101" y="82"/>
                    </a:cubicBezTo>
                    <a:lnTo>
                      <a:pt x="4101" y="82"/>
                    </a:lnTo>
                    <a:lnTo>
                      <a:pt x="3651" y="82"/>
                    </a:lnTo>
                    <a:cubicBezTo>
                      <a:pt x="2562" y="-208"/>
                      <a:pt x="1405" y="75"/>
                      <a:pt x="572" y="833"/>
                    </a:cubicBezTo>
                    <a:cubicBezTo>
                      <a:pt x="301" y="1110"/>
                      <a:pt x="98" y="1444"/>
                      <a:pt x="-29" y="1809"/>
                    </a:cubicBezTo>
                    <a:cubicBezTo>
                      <a:pt x="294" y="2162"/>
                      <a:pt x="714" y="2421"/>
                      <a:pt x="1172" y="2560"/>
                    </a:cubicBezTo>
                    <a:close/>
                  </a:path>
                </a:pathLst>
              </a:custGeom>
              <a:solidFill>
                <a:srgbClr val="C6B697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6" name="Content Placeholder 4">
                <a:extLst>
                  <a:ext uri="{FF2B5EF4-FFF2-40B4-BE49-F238E27FC236}">
                    <a16:creationId xmlns:a16="http://schemas.microsoft.com/office/drawing/2014/main" id="{4BDD0FA8-5F03-4B7E-5677-645414132719}"/>
                  </a:ext>
                </a:extLst>
              </p:cNvPr>
              <p:cNvSpPr/>
              <p:nvPr/>
            </p:nvSpPr>
            <p:spPr>
              <a:xfrm>
                <a:off x="5827893" y="858290"/>
                <a:ext cx="14644" cy="12195"/>
              </a:xfrm>
              <a:custGeom>
                <a:avLst/>
                <a:gdLst>
                  <a:gd name="connsiteX0" fmla="*/ 11461 w 14644"/>
                  <a:gd name="connsiteY0" fmla="*/ 2273 h 12195"/>
                  <a:gd name="connsiteX1" fmla="*/ 6655 w 14644"/>
                  <a:gd name="connsiteY1" fmla="*/ 6252 h 12195"/>
                  <a:gd name="connsiteX2" fmla="*/ -29 w 14644"/>
                  <a:gd name="connsiteY2" fmla="*/ 8280 h 12195"/>
                  <a:gd name="connsiteX3" fmla="*/ -29 w 14644"/>
                  <a:gd name="connsiteY3" fmla="*/ 8280 h 12195"/>
                  <a:gd name="connsiteX4" fmla="*/ 1398 w 14644"/>
                  <a:gd name="connsiteY4" fmla="*/ 11208 h 12195"/>
                  <a:gd name="connsiteX5" fmla="*/ 3050 w 14644"/>
                  <a:gd name="connsiteY5" fmla="*/ 12109 h 12195"/>
                  <a:gd name="connsiteX6" fmla="*/ 4402 w 14644"/>
                  <a:gd name="connsiteY6" fmla="*/ 12109 h 12195"/>
                  <a:gd name="connsiteX7" fmla="*/ 8607 w 14644"/>
                  <a:gd name="connsiteY7" fmla="*/ 10382 h 12195"/>
                  <a:gd name="connsiteX8" fmla="*/ 11837 w 14644"/>
                  <a:gd name="connsiteY8" fmla="*/ 6928 h 12195"/>
                  <a:gd name="connsiteX9" fmla="*/ 13564 w 14644"/>
                  <a:gd name="connsiteY9" fmla="*/ 3925 h 12195"/>
                  <a:gd name="connsiteX10" fmla="*/ 14615 w 14644"/>
                  <a:gd name="connsiteY10" fmla="*/ 170 h 12195"/>
                  <a:gd name="connsiteX11" fmla="*/ 14615 w 14644"/>
                  <a:gd name="connsiteY11" fmla="*/ 170 h 12195"/>
                  <a:gd name="connsiteX12" fmla="*/ 12963 w 14644"/>
                  <a:gd name="connsiteY12" fmla="*/ 170 h 12195"/>
                  <a:gd name="connsiteX13" fmla="*/ 11461 w 14644"/>
                  <a:gd name="connsiteY13" fmla="*/ 2273 h 121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4644" h="12195">
                    <a:moveTo>
                      <a:pt x="11461" y="2273"/>
                    </a:moveTo>
                    <a:cubicBezTo>
                      <a:pt x="10169" y="3936"/>
                      <a:pt x="8532" y="5294"/>
                      <a:pt x="6655" y="6252"/>
                    </a:cubicBezTo>
                    <a:cubicBezTo>
                      <a:pt x="4394" y="6814"/>
                      <a:pt x="2164" y="7490"/>
                      <a:pt x="-29" y="8280"/>
                    </a:cubicBezTo>
                    <a:cubicBezTo>
                      <a:pt x="-29" y="8280"/>
                      <a:pt x="-29" y="8280"/>
                      <a:pt x="-29" y="8280"/>
                    </a:cubicBezTo>
                    <a:cubicBezTo>
                      <a:pt x="46" y="9404"/>
                      <a:pt x="564" y="10453"/>
                      <a:pt x="1398" y="11208"/>
                    </a:cubicBezTo>
                    <a:cubicBezTo>
                      <a:pt x="1856" y="11649"/>
                      <a:pt x="2427" y="11960"/>
                      <a:pt x="3050" y="12109"/>
                    </a:cubicBezTo>
                    <a:cubicBezTo>
                      <a:pt x="3500" y="12185"/>
                      <a:pt x="3951" y="12185"/>
                      <a:pt x="4402" y="12109"/>
                    </a:cubicBezTo>
                    <a:cubicBezTo>
                      <a:pt x="5934" y="11930"/>
                      <a:pt x="7391" y="11333"/>
                      <a:pt x="8607" y="10382"/>
                    </a:cubicBezTo>
                    <a:cubicBezTo>
                      <a:pt x="9854" y="9401"/>
                      <a:pt x="10943" y="8237"/>
                      <a:pt x="11837" y="6928"/>
                    </a:cubicBezTo>
                    <a:cubicBezTo>
                      <a:pt x="12528" y="5997"/>
                      <a:pt x="13106" y="4989"/>
                      <a:pt x="13564" y="3925"/>
                    </a:cubicBezTo>
                    <a:cubicBezTo>
                      <a:pt x="14060" y="2720"/>
                      <a:pt x="14413" y="1459"/>
                      <a:pt x="14615" y="170"/>
                    </a:cubicBezTo>
                    <a:lnTo>
                      <a:pt x="14615" y="170"/>
                    </a:lnTo>
                    <a:cubicBezTo>
                      <a:pt x="14615" y="-280"/>
                      <a:pt x="13264" y="170"/>
                      <a:pt x="12963" y="170"/>
                    </a:cubicBezTo>
                    <a:cubicBezTo>
                      <a:pt x="12663" y="170"/>
                      <a:pt x="11912" y="1822"/>
                      <a:pt x="11461" y="2273"/>
                    </a:cubicBezTo>
                    <a:close/>
                  </a:path>
                </a:pathLst>
              </a:custGeom>
              <a:solidFill>
                <a:srgbClr val="D5AFCB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7" name="Content Placeholder 4">
                <a:extLst>
                  <a:ext uri="{FF2B5EF4-FFF2-40B4-BE49-F238E27FC236}">
                    <a16:creationId xmlns:a16="http://schemas.microsoft.com/office/drawing/2014/main" id="{90C13F6E-57C2-6738-B6D3-7B5FEB9F3F28}"/>
                  </a:ext>
                </a:extLst>
              </p:cNvPr>
              <p:cNvSpPr/>
              <p:nvPr/>
            </p:nvSpPr>
            <p:spPr>
              <a:xfrm>
                <a:off x="5821944" y="866356"/>
                <a:ext cx="19242" cy="21875"/>
              </a:xfrm>
              <a:custGeom>
                <a:avLst/>
                <a:gdLst>
                  <a:gd name="connsiteX0" fmla="*/ 1339 w 19242"/>
                  <a:gd name="connsiteY0" fmla="*/ 2466 h 21875"/>
                  <a:gd name="connsiteX1" fmla="*/ 363 w 19242"/>
                  <a:gd name="connsiteY1" fmla="*/ 2466 h 21875"/>
                  <a:gd name="connsiteX2" fmla="*/ -13 w 19242"/>
                  <a:gd name="connsiteY2" fmla="*/ 3592 h 21875"/>
                  <a:gd name="connsiteX3" fmla="*/ 1489 w 19242"/>
                  <a:gd name="connsiteY3" fmla="*/ 11101 h 21875"/>
                  <a:gd name="connsiteX4" fmla="*/ 5395 w 19242"/>
                  <a:gd name="connsiteY4" fmla="*/ 20336 h 21875"/>
                  <a:gd name="connsiteX5" fmla="*/ 7347 w 19242"/>
                  <a:gd name="connsiteY5" fmla="*/ 21763 h 21875"/>
                  <a:gd name="connsiteX6" fmla="*/ 8849 w 19242"/>
                  <a:gd name="connsiteY6" fmla="*/ 21763 h 21875"/>
                  <a:gd name="connsiteX7" fmla="*/ 15233 w 19242"/>
                  <a:gd name="connsiteY7" fmla="*/ 18159 h 21875"/>
                  <a:gd name="connsiteX8" fmla="*/ 17561 w 19242"/>
                  <a:gd name="connsiteY8" fmla="*/ 16281 h 21875"/>
                  <a:gd name="connsiteX9" fmla="*/ 19213 w 19242"/>
                  <a:gd name="connsiteY9" fmla="*/ 13578 h 21875"/>
                  <a:gd name="connsiteX10" fmla="*/ 18237 w 19242"/>
                  <a:gd name="connsiteY10" fmla="*/ 11401 h 21875"/>
                  <a:gd name="connsiteX11" fmla="*/ 12003 w 19242"/>
                  <a:gd name="connsiteY11" fmla="*/ 4794 h 21875"/>
                  <a:gd name="connsiteX12" fmla="*/ 7422 w 19242"/>
                  <a:gd name="connsiteY12" fmla="*/ 664 h 21875"/>
                  <a:gd name="connsiteX13" fmla="*/ 4794 w 19242"/>
                  <a:gd name="connsiteY13" fmla="*/ 664 h 21875"/>
                  <a:gd name="connsiteX14" fmla="*/ 1339 w 19242"/>
                  <a:gd name="connsiteY14" fmla="*/ 2466 h 21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9242" h="21875">
                    <a:moveTo>
                      <a:pt x="1339" y="2466"/>
                    </a:moveTo>
                    <a:cubicBezTo>
                      <a:pt x="1016" y="2380"/>
                      <a:pt x="686" y="2380"/>
                      <a:pt x="363" y="2466"/>
                    </a:cubicBezTo>
                    <a:cubicBezTo>
                      <a:pt x="62" y="2756"/>
                      <a:pt x="-80" y="3178"/>
                      <a:pt x="-13" y="3592"/>
                    </a:cubicBezTo>
                    <a:cubicBezTo>
                      <a:pt x="-28" y="6171"/>
                      <a:pt x="483" y="8726"/>
                      <a:pt x="1489" y="11101"/>
                    </a:cubicBezTo>
                    <a:cubicBezTo>
                      <a:pt x="2466" y="14307"/>
                      <a:pt x="3772" y="17402"/>
                      <a:pt x="5395" y="20336"/>
                    </a:cubicBezTo>
                    <a:cubicBezTo>
                      <a:pt x="5695" y="21163"/>
                      <a:pt x="6468" y="21725"/>
                      <a:pt x="7347" y="21763"/>
                    </a:cubicBezTo>
                    <a:cubicBezTo>
                      <a:pt x="7843" y="21873"/>
                      <a:pt x="8353" y="21873"/>
                      <a:pt x="8849" y="21763"/>
                    </a:cubicBezTo>
                    <a:cubicBezTo>
                      <a:pt x="11095" y="20784"/>
                      <a:pt x="13235" y="19576"/>
                      <a:pt x="15233" y="18159"/>
                    </a:cubicBezTo>
                    <a:cubicBezTo>
                      <a:pt x="16059" y="17593"/>
                      <a:pt x="16832" y="16965"/>
                      <a:pt x="17561" y="16281"/>
                    </a:cubicBezTo>
                    <a:cubicBezTo>
                      <a:pt x="18417" y="15606"/>
                      <a:pt x="19002" y="14648"/>
                      <a:pt x="19213" y="13578"/>
                    </a:cubicBezTo>
                    <a:cubicBezTo>
                      <a:pt x="19130" y="12767"/>
                      <a:pt x="18785" y="12005"/>
                      <a:pt x="18237" y="11401"/>
                    </a:cubicBezTo>
                    <a:cubicBezTo>
                      <a:pt x="16284" y="9148"/>
                      <a:pt x="14181" y="6896"/>
                      <a:pt x="12003" y="4794"/>
                    </a:cubicBezTo>
                    <a:lnTo>
                      <a:pt x="7422" y="664"/>
                    </a:lnTo>
                    <a:cubicBezTo>
                      <a:pt x="6746" y="63"/>
                      <a:pt x="5845" y="-537"/>
                      <a:pt x="4794" y="664"/>
                    </a:cubicBezTo>
                    <a:cubicBezTo>
                      <a:pt x="3765" y="1481"/>
                      <a:pt x="2593" y="2093"/>
                      <a:pt x="1339" y="2466"/>
                    </a:cubicBezTo>
                    <a:close/>
                  </a:path>
                </a:pathLst>
              </a:custGeom>
              <a:solidFill>
                <a:srgbClr val="D5AFCB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8" name="Content Placeholder 4">
                <a:extLst>
                  <a:ext uri="{FF2B5EF4-FFF2-40B4-BE49-F238E27FC236}">
                    <a16:creationId xmlns:a16="http://schemas.microsoft.com/office/drawing/2014/main" id="{EBFA9F9E-E8D1-03BF-529E-173287DCDE90}"/>
                  </a:ext>
                </a:extLst>
              </p:cNvPr>
              <p:cNvSpPr/>
              <p:nvPr/>
            </p:nvSpPr>
            <p:spPr>
              <a:xfrm>
                <a:off x="5818132" y="858691"/>
                <a:ext cx="8501" cy="9309"/>
              </a:xfrm>
              <a:custGeom>
                <a:avLst/>
                <a:gdLst>
                  <a:gd name="connsiteX0" fmla="*/ 6202 w 8501"/>
                  <a:gd name="connsiteY0" fmla="*/ 9004 h 9309"/>
                  <a:gd name="connsiteX1" fmla="*/ 7479 w 8501"/>
                  <a:gd name="connsiteY1" fmla="*/ 8253 h 9309"/>
                  <a:gd name="connsiteX2" fmla="*/ 8380 w 8501"/>
                  <a:gd name="connsiteY2" fmla="*/ 4499 h 9309"/>
                  <a:gd name="connsiteX3" fmla="*/ 6352 w 8501"/>
                  <a:gd name="connsiteY3" fmla="*/ 820 h 9309"/>
                  <a:gd name="connsiteX4" fmla="*/ 5451 w 8501"/>
                  <a:gd name="connsiteY4" fmla="*/ 69 h 9309"/>
                  <a:gd name="connsiteX5" fmla="*/ 3198 w 8501"/>
                  <a:gd name="connsiteY5" fmla="*/ 445 h 9309"/>
                  <a:gd name="connsiteX6" fmla="*/ 269 w 8501"/>
                  <a:gd name="connsiteY6" fmla="*/ 3148 h 9309"/>
                  <a:gd name="connsiteX7" fmla="*/ 6202 w 8501"/>
                  <a:gd name="connsiteY7" fmla="*/ 9004 h 9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501" h="9309">
                    <a:moveTo>
                      <a:pt x="6202" y="9004"/>
                    </a:moveTo>
                    <a:cubicBezTo>
                      <a:pt x="6660" y="8816"/>
                      <a:pt x="7088" y="8563"/>
                      <a:pt x="7479" y="8253"/>
                    </a:cubicBezTo>
                    <a:cubicBezTo>
                      <a:pt x="8320" y="7196"/>
                      <a:pt x="8650" y="5822"/>
                      <a:pt x="8380" y="4499"/>
                    </a:cubicBezTo>
                    <a:cubicBezTo>
                      <a:pt x="8065" y="3105"/>
                      <a:pt x="7366" y="1828"/>
                      <a:pt x="6352" y="820"/>
                    </a:cubicBezTo>
                    <a:cubicBezTo>
                      <a:pt x="6105" y="510"/>
                      <a:pt x="5804" y="255"/>
                      <a:pt x="5451" y="69"/>
                    </a:cubicBezTo>
                    <a:cubicBezTo>
                      <a:pt x="4685" y="-145"/>
                      <a:pt x="3859" y="-8"/>
                      <a:pt x="3198" y="445"/>
                    </a:cubicBezTo>
                    <a:cubicBezTo>
                      <a:pt x="1974" y="1035"/>
                      <a:pt x="953" y="1975"/>
                      <a:pt x="269" y="3148"/>
                    </a:cubicBezTo>
                    <a:cubicBezTo>
                      <a:pt x="-1233" y="6001"/>
                      <a:pt x="3273" y="10431"/>
                      <a:pt x="6202" y="9004"/>
                    </a:cubicBezTo>
                    <a:close/>
                  </a:path>
                </a:pathLst>
              </a:custGeom>
              <a:solidFill>
                <a:srgbClr val="F9E9DE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9" name="Content Placeholder 4">
                <a:extLst>
                  <a:ext uri="{FF2B5EF4-FFF2-40B4-BE49-F238E27FC236}">
                    <a16:creationId xmlns:a16="http://schemas.microsoft.com/office/drawing/2014/main" id="{9CFFD1C4-750C-3926-A73B-46D6D0660D1F}"/>
                  </a:ext>
                </a:extLst>
              </p:cNvPr>
              <p:cNvSpPr/>
              <p:nvPr/>
            </p:nvSpPr>
            <p:spPr>
              <a:xfrm>
                <a:off x="5820823" y="870642"/>
                <a:ext cx="5002" cy="18181"/>
              </a:xfrm>
              <a:custGeom>
                <a:avLst/>
                <a:gdLst>
                  <a:gd name="connsiteX0" fmla="*/ 57 w 5002"/>
                  <a:gd name="connsiteY0" fmla="*/ 2610 h 18181"/>
                  <a:gd name="connsiteX1" fmla="*/ 2460 w 5002"/>
                  <a:gd name="connsiteY1" fmla="*/ 18152 h 18181"/>
                  <a:gd name="connsiteX2" fmla="*/ 3812 w 5002"/>
                  <a:gd name="connsiteY2" fmla="*/ 18152 h 18181"/>
                  <a:gd name="connsiteX3" fmla="*/ 3812 w 5002"/>
                  <a:gd name="connsiteY3" fmla="*/ 17777 h 18181"/>
                  <a:gd name="connsiteX4" fmla="*/ 3286 w 5002"/>
                  <a:gd name="connsiteY4" fmla="*/ 9668 h 18181"/>
                  <a:gd name="connsiteX5" fmla="*/ 4563 w 5002"/>
                  <a:gd name="connsiteY5" fmla="*/ 3436 h 18181"/>
                  <a:gd name="connsiteX6" fmla="*/ 4563 w 5002"/>
                  <a:gd name="connsiteY6" fmla="*/ 1258 h 18181"/>
                  <a:gd name="connsiteX7" fmla="*/ 1934 w 5002"/>
                  <a:gd name="connsiteY7" fmla="*/ -18 h 18181"/>
                  <a:gd name="connsiteX8" fmla="*/ 57 w 5002"/>
                  <a:gd name="connsiteY8" fmla="*/ 2610 h 18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002" h="18181">
                    <a:moveTo>
                      <a:pt x="57" y="2610"/>
                    </a:moveTo>
                    <a:cubicBezTo>
                      <a:pt x="-311" y="7905"/>
                      <a:pt x="507" y="13215"/>
                      <a:pt x="2460" y="18152"/>
                    </a:cubicBezTo>
                    <a:cubicBezTo>
                      <a:pt x="2460" y="18152"/>
                      <a:pt x="3436" y="18152"/>
                      <a:pt x="3812" y="18152"/>
                    </a:cubicBezTo>
                    <a:cubicBezTo>
                      <a:pt x="3879" y="18036"/>
                      <a:pt x="3879" y="17893"/>
                      <a:pt x="3812" y="17777"/>
                    </a:cubicBezTo>
                    <a:cubicBezTo>
                      <a:pt x="3323" y="15103"/>
                      <a:pt x="3151" y="12382"/>
                      <a:pt x="3286" y="9668"/>
                    </a:cubicBezTo>
                    <a:cubicBezTo>
                      <a:pt x="3143" y="7513"/>
                      <a:pt x="3579" y="5359"/>
                      <a:pt x="4563" y="3436"/>
                    </a:cubicBezTo>
                    <a:cubicBezTo>
                      <a:pt x="5111" y="2812"/>
                      <a:pt x="5111" y="1881"/>
                      <a:pt x="4563" y="1258"/>
                    </a:cubicBezTo>
                    <a:cubicBezTo>
                      <a:pt x="3909" y="473"/>
                      <a:pt x="2955" y="7"/>
                      <a:pt x="1934" y="-18"/>
                    </a:cubicBezTo>
                    <a:cubicBezTo>
                      <a:pt x="582" y="-168"/>
                      <a:pt x="582" y="1183"/>
                      <a:pt x="57" y="2610"/>
                    </a:cubicBezTo>
                    <a:close/>
                  </a:path>
                </a:pathLst>
              </a:custGeom>
              <a:solidFill>
                <a:srgbClr val="D5AFCB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0" name="Content Placeholder 4">
                <a:extLst>
                  <a:ext uri="{FF2B5EF4-FFF2-40B4-BE49-F238E27FC236}">
                    <a16:creationId xmlns:a16="http://schemas.microsoft.com/office/drawing/2014/main" id="{76D19692-EAC1-01A5-DDFF-BC2A105E8FEE}"/>
                  </a:ext>
                </a:extLst>
              </p:cNvPr>
              <p:cNvSpPr/>
              <p:nvPr/>
            </p:nvSpPr>
            <p:spPr>
              <a:xfrm>
                <a:off x="5840134" y="854997"/>
                <a:ext cx="1834" cy="4900"/>
              </a:xfrm>
              <a:custGeom>
                <a:avLst/>
                <a:gdLst>
                  <a:gd name="connsiteX0" fmla="*/ 346 w 1834"/>
                  <a:gd name="connsiteY0" fmla="*/ 2712 h 4900"/>
                  <a:gd name="connsiteX1" fmla="*/ -29 w 1834"/>
                  <a:gd name="connsiteY1" fmla="*/ 1436 h 4900"/>
                  <a:gd name="connsiteX2" fmla="*/ -29 w 1834"/>
                  <a:gd name="connsiteY2" fmla="*/ 1436 h 4900"/>
                  <a:gd name="connsiteX3" fmla="*/ -29 w 1834"/>
                  <a:gd name="connsiteY3" fmla="*/ 84 h 4900"/>
                  <a:gd name="connsiteX4" fmla="*/ 722 w 1834"/>
                  <a:gd name="connsiteY4" fmla="*/ 84 h 4900"/>
                  <a:gd name="connsiteX5" fmla="*/ 1698 w 1834"/>
                  <a:gd name="connsiteY5" fmla="*/ 685 h 4900"/>
                  <a:gd name="connsiteX6" fmla="*/ 1698 w 1834"/>
                  <a:gd name="connsiteY6" fmla="*/ 2111 h 4900"/>
                  <a:gd name="connsiteX7" fmla="*/ 1698 w 1834"/>
                  <a:gd name="connsiteY7" fmla="*/ 3613 h 4900"/>
                  <a:gd name="connsiteX8" fmla="*/ 1698 w 1834"/>
                  <a:gd name="connsiteY8" fmla="*/ 4214 h 4900"/>
                  <a:gd name="connsiteX9" fmla="*/ 1698 w 1834"/>
                  <a:gd name="connsiteY9" fmla="*/ 4814 h 4900"/>
                  <a:gd name="connsiteX10" fmla="*/ 947 w 1834"/>
                  <a:gd name="connsiteY10" fmla="*/ 4814 h 4900"/>
                  <a:gd name="connsiteX11" fmla="*/ 271 w 1834"/>
                  <a:gd name="connsiteY11" fmla="*/ 4439 h 4900"/>
                  <a:gd name="connsiteX12" fmla="*/ 346 w 1834"/>
                  <a:gd name="connsiteY12" fmla="*/ 2712 h 4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834" h="4900">
                    <a:moveTo>
                      <a:pt x="346" y="2712"/>
                    </a:moveTo>
                    <a:cubicBezTo>
                      <a:pt x="346" y="2337"/>
                      <a:pt x="346" y="1886"/>
                      <a:pt x="-29" y="1436"/>
                    </a:cubicBezTo>
                    <a:cubicBezTo>
                      <a:pt x="-29" y="1436"/>
                      <a:pt x="-29" y="1436"/>
                      <a:pt x="-29" y="1436"/>
                    </a:cubicBezTo>
                    <a:cubicBezTo>
                      <a:pt x="-29" y="1436"/>
                      <a:pt x="-29" y="459"/>
                      <a:pt x="-29" y="84"/>
                    </a:cubicBezTo>
                    <a:cubicBezTo>
                      <a:pt x="196" y="-68"/>
                      <a:pt x="497" y="-68"/>
                      <a:pt x="722" y="84"/>
                    </a:cubicBezTo>
                    <a:cubicBezTo>
                      <a:pt x="1127" y="106"/>
                      <a:pt x="1495" y="333"/>
                      <a:pt x="1698" y="685"/>
                    </a:cubicBezTo>
                    <a:cubicBezTo>
                      <a:pt x="1841" y="1150"/>
                      <a:pt x="1841" y="1646"/>
                      <a:pt x="1698" y="2111"/>
                    </a:cubicBezTo>
                    <a:cubicBezTo>
                      <a:pt x="1668" y="2611"/>
                      <a:pt x="1668" y="3113"/>
                      <a:pt x="1698" y="3613"/>
                    </a:cubicBezTo>
                    <a:cubicBezTo>
                      <a:pt x="1728" y="3812"/>
                      <a:pt x="1728" y="4015"/>
                      <a:pt x="1698" y="4214"/>
                    </a:cubicBezTo>
                    <a:cubicBezTo>
                      <a:pt x="1773" y="4407"/>
                      <a:pt x="1773" y="4621"/>
                      <a:pt x="1698" y="4814"/>
                    </a:cubicBezTo>
                    <a:cubicBezTo>
                      <a:pt x="1450" y="4889"/>
                      <a:pt x="1195" y="4889"/>
                      <a:pt x="947" y="4814"/>
                    </a:cubicBezTo>
                    <a:cubicBezTo>
                      <a:pt x="947" y="4814"/>
                      <a:pt x="271" y="4814"/>
                      <a:pt x="271" y="4439"/>
                    </a:cubicBezTo>
                    <a:cubicBezTo>
                      <a:pt x="497" y="3889"/>
                      <a:pt x="527" y="3279"/>
                      <a:pt x="346" y="2712"/>
                    </a:cubicBezTo>
                    <a:close/>
                  </a:path>
                </a:pathLst>
              </a:custGeom>
              <a:solidFill>
                <a:srgbClr val="F9E9DE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1" name="Content Placeholder 4">
                <a:extLst>
                  <a:ext uri="{FF2B5EF4-FFF2-40B4-BE49-F238E27FC236}">
                    <a16:creationId xmlns:a16="http://schemas.microsoft.com/office/drawing/2014/main" id="{BE588CE0-F2AE-55BF-2CB6-01A190076DF7}"/>
                  </a:ext>
                </a:extLst>
              </p:cNvPr>
              <p:cNvSpPr/>
              <p:nvPr/>
            </p:nvSpPr>
            <p:spPr>
              <a:xfrm>
                <a:off x="5824185" y="888373"/>
                <a:ext cx="1327" cy="2759"/>
              </a:xfrm>
              <a:custGeom>
                <a:avLst/>
                <a:gdLst>
                  <a:gd name="connsiteX0" fmla="*/ 1125 w 1327"/>
                  <a:gd name="connsiteY0" fmla="*/ 1322 h 2759"/>
                  <a:gd name="connsiteX1" fmla="*/ 1125 w 1327"/>
                  <a:gd name="connsiteY1" fmla="*/ 1322 h 2759"/>
                  <a:gd name="connsiteX2" fmla="*/ 1125 w 1327"/>
                  <a:gd name="connsiteY2" fmla="*/ 1322 h 2759"/>
                  <a:gd name="connsiteX3" fmla="*/ 1125 w 1327"/>
                  <a:gd name="connsiteY3" fmla="*/ 1322 h 2759"/>
                  <a:gd name="connsiteX4" fmla="*/ 1125 w 1327"/>
                  <a:gd name="connsiteY4" fmla="*/ 2223 h 2759"/>
                  <a:gd name="connsiteX5" fmla="*/ 600 w 1327"/>
                  <a:gd name="connsiteY5" fmla="*/ 2673 h 2759"/>
                  <a:gd name="connsiteX6" fmla="*/ -1 w 1327"/>
                  <a:gd name="connsiteY6" fmla="*/ 2673 h 2759"/>
                  <a:gd name="connsiteX7" fmla="*/ -1 w 1327"/>
                  <a:gd name="connsiteY7" fmla="*/ 2073 h 2759"/>
                  <a:gd name="connsiteX8" fmla="*/ -1 w 1327"/>
                  <a:gd name="connsiteY8" fmla="*/ -30 h 2759"/>
                  <a:gd name="connsiteX9" fmla="*/ 375 w 1327"/>
                  <a:gd name="connsiteY9" fmla="*/ -30 h 2759"/>
                  <a:gd name="connsiteX10" fmla="*/ 1276 w 1327"/>
                  <a:gd name="connsiteY10" fmla="*/ -30 h 2759"/>
                  <a:gd name="connsiteX11" fmla="*/ 1276 w 1327"/>
                  <a:gd name="connsiteY11" fmla="*/ 571 h 2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327" h="2759">
                    <a:moveTo>
                      <a:pt x="1125" y="1322"/>
                    </a:moveTo>
                    <a:cubicBezTo>
                      <a:pt x="1125" y="1322"/>
                      <a:pt x="1125" y="1322"/>
                      <a:pt x="1125" y="1322"/>
                    </a:cubicBezTo>
                    <a:lnTo>
                      <a:pt x="1125" y="1322"/>
                    </a:lnTo>
                    <a:lnTo>
                      <a:pt x="1125" y="1322"/>
                    </a:lnTo>
                    <a:cubicBezTo>
                      <a:pt x="1125" y="1322"/>
                      <a:pt x="1125" y="1922"/>
                      <a:pt x="1125" y="2223"/>
                    </a:cubicBezTo>
                    <a:cubicBezTo>
                      <a:pt x="1043" y="2458"/>
                      <a:pt x="848" y="2631"/>
                      <a:pt x="600" y="2673"/>
                    </a:cubicBezTo>
                    <a:cubicBezTo>
                      <a:pt x="405" y="2748"/>
                      <a:pt x="194" y="2748"/>
                      <a:pt x="-1" y="2673"/>
                    </a:cubicBezTo>
                    <a:cubicBezTo>
                      <a:pt x="-39" y="2475"/>
                      <a:pt x="-39" y="2271"/>
                      <a:pt x="-1" y="2073"/>
                    </a:cubicBezTo>
                    <a:cubicBezTo>
                      <a:pt x="74" y="1374"/>
                      <a:pt x="74" y="669"/>
                      <a:pt x="-1" y="-30"/>
                    </a:cubicBezTo>
                    <a:cubicBezTo>
                      <a:pt x="-1" y="-30"/>
                      <a:pt x="-1" y="-30"/>
                      <a:pt x="375" y="-30"/>
                    </a:cubicBezTo>
                    <a:cubicBezTo>
                      <a:pt x="750" y="-30"/>
                      <a:pt x="1050" y="-30"/>
                      <a:pt x="1276" y="-30"/>
                    </a:cubicBezTo>
                    <a:cubicBezTo>
                      <a:pt x="1306" y="170"/>
                      <a:pt x="1306" y="372"/>
                      <a:pt x="1276" y="571"/>
                    </a:cubicBezTo>
                    <a:close/>
                  </a:path>
                </a:pathLst>
              </a:custGeom>
              <a:solidFill>
                <a:srgbClr val="F9E9DE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2" name="Content Placeholder 4">
                <a:extLst>
                  <a:ext uri="{FF2B5EF4-FFF2-40B4-BE49-F238E27FC236}">
                    <a16:creationId xmlns:a16="http://schemas.microsoft.com/office/drawing/2014/main" id="{62FDE151-D926-3DAE-F5D9-4FC1DCEB592B}"/>
                  </a:ext>
                </a:extLst>
              </p:cNvPr>
              <p:cNvSpPr/>
              <p:nvPr/>
            </p:nvSpPr>
            <p:spPr>
              <a:xfrm>
                <a:off x="5823838" y="866599"/>
                <a:ext cx="5694" cy="6307"/>
              </a:xfrm>
              <a:custGeom>
                <a:avLst/>
                <a:gdLst>
                  <a:gd name="connsiteX0" fmla="*/ 4176 w 5694"/>
                  <a:gd name="connsiteY0" fmla="*/ 2298 h 6307"/>
                  <a:gd name="connsiteX1" fmla="*/ 5603 w 5694"/>
                  <a:gd name="connsiteY1" fmla="*/ 5752 h 6307"/>
                  <a:gd name="connsiteX2" fmla="*/ 5603 w 5694"/>
                  <a:gd name="connsiteY2" fmla="*/ 6277 h 6307"/>
                  <a:gd name="connsiteX3" fmla="*/ 4852 w 5694"/>
                  <a:gd name="connsiteY3" fmla="*/ 6277 h 6307"/>
                  <a:gd name="connsiteX4" fmla="*/ 1398 w 5694"/>
                  <a:gd name="connsiteY4" fmla="*/ 3649 h 6307"/>
                  <a:gd name="connsiteX5" fmla="*/ -29 w 5694"/>
                  <a:gd name="connsiteY5" fmla="*/ 2598 h 6307"/>
                  <a:gd name="connsiteX6" fmla="*/ -29 w 5694"/>
                  <a:gd name="connsiteY6" fmla="*/ 2598 h 6307"/>
                  <a:gd name="connsiteX7" fmla="*/ 421 w 5694"/>
                  <a:gd name="connsiteY7" fmla="*/ 2073 h 6307"/>
                  <a:gd name="connsiteX8" fmla="*/ 1398 w 5694"/>
                  <a:gd name="connsiteY8" fmla="*/ 1472 h 6307"/>
                  <a:gd name="connsiteX9" fmla="*/ 2074 w 5694"/>
                  <a:gd name="connsiteY9" fmla="*/ 871 h 6307"/>
                  <a:gd name="connsiteX10" fmla="*/ 2825 w 5694"/>
                  <a:gd name="connsiteY10" fmla="*/ -30 h 6307"/>
                  <a:gd name="connsiteX11" fmla="*/ 3350 w 5694"/>
                  <a:gd name="connsiteY11" fmla="*/ -30 h 6307"/>
                  <a:gd name="connsiteX12" fmla="*/ 4176 w 5694"/>
                  <a:gd name="connsiteY12" fmla="*/ 2298 h 63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694" h="6307">
                    <a:moveTo>
                      <a:pt x="4176" y="2298"/>
                    </a:moveTo>
                    <a:cubicBezTo>
                      <a:pt x="4627" y="3499"/>
                      <a:pt x="5078" y="4626"/>
                      <a:pt x="5603" y="5752"/>
                    </a:cubicBezTo>
                    <a:cubicBezTo>
                      <a:pt x="5686" y="5918"/>
                      <a:pt x="5686" y="6111"/>
                      <a:pt x="5603" y="6277"/>
                    </a:cubicBezTo>
                    <a:cubicBezTo>
                      <a:pt x="5603" y="6277"/>
                      <a:pt x="5078" y="6277"/>
                      <a:pt x="4852" y="6277"/>
                    </a:cubicBezTo>
                    <a:cubicBezTo>
                      <a:pt x="3621" y="5511"/>
                      <a:pt x="2464" y="4631"/>
                      <a:pt x="1398" y="3649"/>
                    </a:cubicBezTo>
                    <a:lnTo>
                      <a:pt x="-29" y="2598"/>
                    </a:lnTo>
                    <a:lnTo>
                      <a:pt x="-29" y="2598"/>
                    </a:lnTo>
                    <a:cubicBezTo>
                      <a:pt x="16" y="2353"/>
                      <a:pt x="188" y="2151"/>
                      <a:pt x="421" y="2073"/>
                    </a:cubicBezTo>
                    <a:cubicBezTo>
                      <a:pt x="722" y="1829"/>
                      <a:pt x="1045" y="1627"/>
                      <a:pt x="1398" y="1472"/>
                    </a:cubicBezTo>
                    <a:lnTo>
                      <a:pt x="2074" y="871"/>
                    </a:lnTo>
                    <a:cubicBezTo>
                      <a:pt x="2299" y="553"/>
                      <a:pt x="2554" y="252"/>
                      <a:pt x="2825" y="-30"/>
                    </a:cubicBezTo>
                    <a:cubicBezTo>
                      <a:pt x="2825" y="-30"/>
                      <a:pt x="3200" y="-30"/>
                      <a:pt x="3350" y="-30"/>
                    </a:cubicBezTo>
                    <a:cubicBezTo>
                      <a:pt x="3718" y="710"/>
                      <a:pt x="3996" y="1491"/>
                      <a:pt x="4176" y="2298"/>
                    </a:cubicBezTo>
                    <a:close/>
                  </a:path>
                </a:pathLst>
              </a:custGeom>
              <a:solidFill>
                <a:srgbClr val="F7F7F7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3" name="Content Placeholder 4">
                <a:extLst>
                  <a:ext uri="{FF2B5EF4-FFF2-40B4-BE49-F238E27FC236}">
                    <a16:creationId xmlns:a16="http://schemas.microsoft.com/office/drawing/2014/main" id="{510590B0-FBFA-BE03-0368-E7C1AFD9495F}"/>
                  </a:ext>
                </a:extLst>
              </p:cNvPr>
              <p:cNvSpPr/>
              <p:nvPr/>
            </p:nvSpPr>
            <p:spPr>
              <a:xfrm>
                <a:off x="5827467" y="866523"/>
                <a:ext cx="4781" cy="6567"/>
              </a:xfrm>
              <a:custGeom>
                <a:avLst/>
                <a:gdLst>
                  <a:gd name="connsiteX0" fmla="*/ 246 w 4781"/>
                  <a:gd name="connsiteY0" fmla="*/ 46 h 6567"/>
                  <a:gd name="connsiteX1" fmla="*/ 246 w 4781"/>
                  <a:gd name="connsiteY1" fmla="*/ 46 h 6567"/>
                  <a:gd name="connsiteX2" fmla="*/ 246 w 4781"/>
                  <a:gd name="connsiteY2" fmla="*/ 46 h 6567"/>
                  <a:gd name="connsiteX3" fmla="*/ 697 w 4781"/>
                  <a:gd name="connsiteY3" fmla="*/ 46 h 6567"/>
                  <a:gd name="connsiteX4" fmla="*/ 697 w 4781"/>
                  <a:gd name="connsiteY4" fmla="*/ 46 h 6567"/>
                  <a:gd name="connsiteX5" fmla="*/ 697 w 4781"/>
                  <a:gd name="connsiteY5" fmla="*/ 46 h 6567"/>
                  <a:gd name="connsiteX6" fmla="*/ 697 w 4781"/>
                  <a:gd name="connsiteY6" fmla="*/ 722 h 6567"/>
                  <a:gd name="connsiteX7" fmla="*/ 1147 w 4781"/>
                  <a:gd name="connsiteY7" fmla="*/ 722 h 6567"/>
                  <a:gd name="connsiteX8" fmla="*/ 1147 w 4781"/>
                  <a:gd name="connsiteY8" fmla="*/ 722 h 6567"/>
                  <a:gd name="connsiteX9" fmla="*/ 1147 w 4781"/>
                  <a:gd name="connsiteY9" fmla="*/ 722 h 6567"/>
                  <a:gd name="connsiteX10" fmla="*/ 1147 w 4781"/>
                  <a:gd name="connsiteY10" fmla="*/ 1172 h 6567"/>
                  <a:gd name="connsiteX11" fmla="*/ 1598 w 4781"/>
                  <a:gd name="connsiteY11" fmla="*/ 1172 h 6567"/>
                  <a:gd name="connsiteX12" fmla="*/ 1598 w 4781"/>
                  <a:gd name="connsiteY12" fmla="*/ 1172 h 6567"/>
                  <a:gd name="connsiteX13" fmla="*/ 1598 w 4781"/>
                  <a:gd name="connsiteY13" fmla="*/ 1623 h 6567"/>
                  <a:gd name="connsiteX14" fmla="*/ 2274 w 4781"/>
                  <a:gd name="connsiteY14" fmla="*/ 2298 h 6567"/>
                  <a:gd name="connsiteX15" fmla="*/ 2274 w 4781"/>
                  <a:gd name="connsiteY15" fmla="*/ 2749 h 6567"/>
                  <a:gd name="connsiteX16" fmla="*/ 2725 w 4781"/>
                  <a:gd name="connsiteY16" fmla="*/ 2749 h 6567"/>
                  <a:gd name="connsiteX17" fmla="*/ 3175 w 4781"/>
                  <a:gd name="connsiteY17" fmla="*/ 2749 h 6567"/>
                  <a:gd name="connsiteX18" fmla="*/ 2800 w 4781"/>
                  <a:gd name="connsiteY18" fmla="*/ 2749 h 6567"/>
                  <a:gd name="connsiteX19" fmla="*/ 3175 w 4781"/>
                  <a:gd name="connsiteY19" fmla="*/ 2749 h 6567"/>
                  <a:gd name="connsiteX20" fmla="*/ 3175 w 4781"/>
                  <a:gd name="connsiteY20" fmla="*/ 3575 h 6567"/>
                  <a:gd name="connsiteX21" fmla="*/ 3926 w 4781"/>
                  <a:gd name="connsiteY21" fmla="*/ 4251 h 6567"/>
                  <a:gd name="connsiteX22" fmla="*/ 3926 w 4781"/>
                  <a:gd name="connsiteY22" fmla="*/ 5077 h 6567"/>
                  <a:gd name="connsiteX23" fmla="*/ 4377 w 4781"/>
                  <a:gd name="connsiteY23" fmla="*/ 5602 h 6567"/>
                  <a:gd name="connsiteX24" fmla="*/ 4377 w 4781"/>
                  <a:gd name="connsiteY24" fmla="*/ 5602 h 6567"/>
                  <a:gd name="connsiteX25" fmla="*/ 4377 w 4781"/>
                  <a:gd name="connsiteY25" fmla="*/ 5602 h 6567"/>
                  <a:gd name="connsiteX26" fmla="*/ 4752 w 4781"/>
                  <a:gd name="connsiteY26" fmla="*/ 6053 h 6567"/>
                  <a:gd name="connsiteX27" fmla="*/ 4752 w 4781"/>
                  <a:gd name="connsiteY27" fmla="*/ 6503 h 6567"/>
                  <a:gd name="connsiteX28" fmla="*/ 4377 w 4781"/>
                  <a:gd name="connsiteY28" fmla="*/ 6503 h 6567"/>
                  <a:gd name="connsiteX29" fmla="*/ 4377 w 4781"/>
                  <a:gd name="connsiteY29" fmla="*/ 6053 h 6567"/>
                  <a:gd name="connsiteX30" fmla="*/ 3551 w 4781"/>
                  <a:gd name="connsiteY30" fmla="*/ 5452 h 6567"/>
                  <a:gd name="connsiteX31" fmla="*/ 3551 w 4781"/>
                  <a:gd name="connsiteY31" fmla="*/ 4851 h 6567"/>
                  <a:gd name="connsiteX32" fmla="*/ 2875 w 4781"/>
                  <a:gd name="connsiteY32" fmla="*/ 4176 h 6567"/>
                  <a:gd name="connsiteX33" fmla="*/ 2875 w 4781"/>
                  <a:gd name="connsiteY33" fmla="*/ 3575 h 6567"/>
                  <a:gd name="connsiteX34" fmla="*/ 2274 w 4781"/>
                  <a:gd name="connsiteY34" fmla="*/ 2824 h 6567"/>
                  <a:gd name="connsiteX35" fmla="*/ 2274 w 4781"/>
                  <a:gd name="connsiteY35" fmla="*/ 2374 h 6567"/>
                  <a:gd name="connsiteX36" fmla="*/ 1448 w 4781"/>
                  <a:gd name="connsiteY36" fmla="*/ 4476 h 6567"/>
                  <a:gd name="connsiteX37" fmla="*/ 1448 w 4781"/>
                  <a:gd name="connsiteY37" fmla="*/ 4476 h 6567"/>
                  <a:gd name="connsiteX38" fmla="*/ 1448 w 4781"/>
                  <a:gd name="connsiteY38" fmla="*/ 4476 h 6567"/>
                  <a:gd name="connsiteX39" fmla="*/ 922 w 4781"/>
                  <a:gd name="connsiteY39" fmla="*/ 3199 h 6567"/>
                  <a:gd name="connsiteX40" fmla="*/ 171 w 4781"/>
                  <a:gd name="connsiteY40" fmla="*/ 1548 h 6567"/>
                  <a:gd name="connsiteX41" fmla="*/ 171 w 4781"/>
                  <a:gd name="connsiteY41" fmla="*/ 647 h 6567"/>
                  <a:gd name="connsiteX42" fmla="*/ 246 w 4781"/>
                  <a:gd name="connsiteY42" fmla="*/ 46 h 65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</a:cxnLst>
                <a:rect l="l" t="t" r="r" b="b"/>
                <a:pathLst>
                  <a:path w="4781" h="6567">
                    <a:moveTo>
                      <a:pt x="246" y="46"/>
                    </a:moveTo>
                    <a:cubicBezTo>
                      <a:pt x="246" y="46"/>
                      <a:pt x="246" y="46"/>
                      <a:pt x="246" y="46"/>
                    </a:cubicBezTo>
                    <a:cubicBezTo>
                      <a:pt x="246" y="46"/>
                      <a:pt x="246" y="46"/>
                      <a:pt x="246" y="46"/>
                    </a:cubicBezTo>
                    <a:lnTo>
                      <a:pt x="697" y="46"/>
                    </a:lnTo>
                    <a:cubicBezTo>
                      <a:pt x="697" y="46"/>
                      <a:pt x="697" y="46"/>
                      <a:pt x="697" y="46"/>
                    </a:cubicBezTo>
                    <a:cubicBezTo>
                      <a:pt x="697" y="46"/>
                      <a:pt x="697" y="46"/>
                      <a:pt x="697" y="46"/>
                    </a:cubicBezTo>
                    <a:cubicBezTo>
                      <a:pt x="562" y="250"/>
                      <a:pt x="562" y="517"/>
                      <a:pt x="697" y="722"/>
                    </a:cubicBezTo>
                    <a:lnTo>
                      <a:pt x="1147" y="722"/>
                    </a:lnTo>
                    <a:cubicBezTo>
                      <a:pt x="1147" y="722"/>
                      <a:pt x="1147" y="722"/>
                      <a:pt x="1147" y="722"/>
                    </a:cubicBezTo>
                    <a:lnTo>
                      <a:pt x="1147" y="722"/>
                    </a:lnTo>
                    <a:lnTo>
                      <a:pt x="1147" y="1172"/>
                    </a:lnTo>
                    <a:cubicBezTo>
                      <a:pt x="1147" y="1172"/>
                      <a:pt x="1147" y="1172"/>
                      <a:pt x="1598" y="1172"/>
                    </a:cubicBezTo>
                    <a:cubicBezTo>
                      <a:pt x="2049" y="1172"/>
                      <a:pt x="1598" y="1172"/>
                      <a:pt x="1598" y="1172"/>
                    </a:cubicBezTo>
                    <a:cubicBezTo>
                      <a:pt x="1598" y="1172"/>
                      <a:pt x="1598" y="1172"/>
                      <a:pt x="1598" y="1623"/>
                    </a:cubicBezTo>
                    <a:cubicBezTo>
                      <a:pt x="1598" y="2073"/>
                      <a:pt x="2274" y="1623"/>
                      <a:pt x="2274" y="2298"/>
                    </a:cubicBezTo>
                    <a:cubicBezTo>
                      <a:pt x="2274" y="2974"/>
                      <a:pt x="2274" y="2298"/>
                      <a:pt x="2274" y="2749"/>
                    </a:cubicBezTo>
                    <a:cubicBezTo>
                      <a:pt x="2274" y="3199"/>
                      <a:pt x="2274" y="2749"/>
                      <a:pt x="2725" y="2749"/>
                    </a:cubicBezTo>
                    <a:cubicBezTo>
                      <a:pt x="3175" y="2749"/>
                      <a:pt x="3175" y="2749"/>
                      <a:pt x="3175" y="2749"/>
                    </a:cubicBezTo>
                    <a:cubicBezTo>
                      <a:pt x="3055" y="2780"/>
                      <a:pt x="2920" y="2780"/>
                      <a:pt x="2800" y="2749"/>
                    </a:cubicBezTo>
                    <a:cubicBezTo>
                      <a:pt x="2800" y="2749"/>
                      <a:pt x="2800" y="2749"/>
                      <a:pt x="3175" y="2749"/>
                    </a:cubicBezTo>
                    <a:cubicBezTo>
                      <a:pt x="3551" y="2749"/>
                      <a:pt x="3175" y="3275"/>
                      <a:pt x="3175" y="3575"/>
                    </a:cubicBezTo>
                    <a:cubicBezTo>
                      <a:pt x="3175" y="3875"/>
                      <a:pt x="3776" y="3575"/>
                      <a:pt x="3926" y="4251"/>
                    </a:cubicBezTo>
                    <a:cubicBezTo>
                      <a:pt x="4076" y="4926"/>
                      <a:pt x="3926" y="4851"/>
                      <a:pt x="3926" y="5077"/>
                    </a:cubicBezTo>
                    <a:cubicBezTo>
                      <a:pt x="3926" y="5302"/>
                      <a:pt x="4302" y="5077"/>
                      <a:pt x="4377" y="5602"/>
                    </a:cubicBezTo>
                    <a:lnTo>
                      <a:pt x="4377" y="5602"/>
                    </a:lnTo>
                    <a:cubicBezTo>
                      <a:pt x="4377" y="5602"/>
                      <a:pt x="4377" y="5602"/>
                      <a:pt x="4377" y="5602"/>
                    </a:cubicBezTo>
                    <a:cubicBezTo>
                      <a:pt x="4595" y="5639"/>
                      <a:pt x="4752" y="5830"/>
                      <a:pt x="4752" y="6053"/>
                    </a:cubicBezTo>
                    <a:lnTo>
                      <a:pt x="4752" y="6503"/>
                    </a:lnTo>
                    <a:cubicBezTo>
                      <a:pt x="4632" y="6550"/>
                      <a:pt x="4497" y="6550"/>
                      <a:pt x="4377" y="6503"/>
                    </a:cubicBezTo>
                    <a:cubicBezTo>
                      <a:pt x="4377" y="6503"/>
                      <a:pt x="4377" y="6503"/>
                      <a:pt x="4377" y="6053"/>
                    </a:cubicBezTo>
                    <a:cubicBezTo>
                      <a:pt x="4377" y="5602"/>
                      <a:pt x="3701" y="6053"/>
                      <a:pt x="3551" y="5452"/>
                    </a:cubicBezTo>
                    <a:cubicBezTo>
                      <a:pt x="3528" y="5252"/>
                      <a:pt x="3528" y="5051"/>
                      <a:pt x="3551" y="4851"/>
                    </a:cubicBezTo>
                    <a:cubicBezTo>
                      <a:pt x="3551" y="4851"/>
                      <a:pt x="3025" y="4851"/>
                      <a:pt x="2875" y="4176"/>
                    </a:cubicBezTo>
                    <a:cubicBezTo>
                      <a:pt x="2725" y="3500"/>
                      <a:pt x="2875" y="3800"/>
                      <a:pt x="2875" y="3575"/>
                    </a:cubicBezTo>
                    <a:cubicBezTo>
                      <a:pt x="2875" y="3350"/>
                      <a:pt x="2875" y="3124"/>
                      <a:pt x="2274" y="2824"/>
                    </a:cubicBezTo>
                    <a:cubicBezTo>
                      <a:pt x="2244" y="2675"/>
                      <a:pt x="2244" y="2522"/>
                      <a:pt x="2274" y="2374"/>
                    </a:cubicBezTo>
                    <a:lnTo>
                      <a:pt x="1448" y="4476"/>
                    </a:lnTo>
                    <a:lnTo>
                      <a:pt x="1448" y="4476"/>
                    </a:lnTo>
                    <a:cubicBezTo>
                      <a:pt x="1448" y="4476"/>
                      <a:pt x="1448" y="4476"/>
                      <a:pt x="1448" y="4476"/>
                    </a:cubicBezTo>
                    <a:cubicBezTo>
                      <a:pt x="1200" y="4085"/>
                      <a:pt x="1020" y="3653"/>
                      <a:pt x="922" y="3199"/>
                    </a:cubicBezTo>
                    <a:cubicBezTo>
                      <a:pt x="749" y="2617"/>
                      <a:pt x="494" y="2061"/>
                      <a:pt x="171" y="1548"/>
                    </a:cubicBezTo>
                    <a:cubicBezTo>
                      <a:pt x="171" y="1548"/>
                      <a:pt x="-280" y="872"/>
                      <a:pt x="171" y="647"/>
                    </a:cubicBezTo>
                    <a:cubicBezTo>
                      <a:pt x="622" y="421"/>
                      <a:pt x="171" y="-254"/>
                      <a:pt x="246" y="46"/>
                    </a:cubicBezTo>
                    <a:close/>
                  </a:path>
                </a:pathLst>
              </a:custGeom>
              <a:solidFill>
                <a:srgbClr val="FFFFF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4" name="Content Placeholder 4">
                <a:extLst>
                  <a:ext uri="{FF2B5EF4-FFF2-40B4-BE49-F238E27FC236}">
                    <a16:creationId xmlns:a16="http://schemas.microsoft.com/office/drawing/2014/main" id="{7E76F009-B21E-B4E4-C355-FA7200D4EF56}"/>
                  </a:ext>
                </a:extLst>
              </p:cNvPr>
              <p:cNvSpPr/>
              <p:nvPr/>
            </p:nvSpPr>
            <p:spPr>
              <a:xfrm>
                <a:off x="5821719" y="869227"/>
                <a:ext cx="6599" cy="4580"/>
              </a:xfrm>
              <a:custGeom>
                <a:avLst/>
                <a:gdLst>
                  <a:gd name="connsiteX0" fmla="*/ 1413 w 6599"/>
                  <a:gd name="connsiteY0" fmla="*/ 271 h 4580"/>
                  <a:gd name="connsiteX1" fmla="*/ 2089 w 6599"/>
                  <a:gd name="connsiteY1" fmla="*/ 1021 h 4580"/>
                  <a:gd name="connsiteX2" fmla="*/ 2089 w 6599"/>
                  <a:gd name="connsiteY2" fmla="*/ 1021 h 4580"/>
                  <a:gd name="connsiteX3" fmla="*/ 2089 w 6599"/>
                  <a:gd name="connsiteY3" fmla="*/ 1922 h 4580"/>
                  <a:gd name="connsiteX4" fmla="*/ 3140 w 6599"/>
                  <a:gd name="connsiteY4" fmla="*/ 1922 h 4580"/>
                  <a:gd name="connsiteX5" fmla="*/ 3140 w 6599"/>
                  <a:gd name="connsiteY5" fmla="*/ 2523 h 4580"/>
                  <a:gd name="connsiteX6" fmla="*/ 3140 w 6599"/>
                  <a:gd name="connsiteY6" fmla="*/ 3049 h 4580"/>
                  <a:gd name="connsiteX7" fmla="*/ 4042 w 6599"/>
                  <a:gd name="connsiteY7" fmla="*/ 3049 h 4580"/>
                  <a:gd name="connsiteX8" fmla="*/ 4042 w 6599"/>
                  <a:gd name="connsiteY8" fmla="*/ 3574 h 4580"/>
                  <a:gd name="connsiteX9" fmla="*/ 4492 w 6599"/>
                  <a:gd name="connsiteY9" fmla="*/ 4025 h 4580"/>
                  <a:gd name="connsiteX10" fmla="*/ 5093 w 6599"/>
                  <a:gd name="connsiteY10" fmla="*/ 4025 h 4580"/>
                  <a:gd name="connsiteX11" fmla="*/ 5093 w 6599"/>
                  <a:gd name="connsiteY11" fmla="*/ 4025 h 4580"/>
                  <a:gd name="connsiteX12" fmla="*/ 5544 w 6599"/>
                  <a:gd name="connsiteY12" fmla="*/ 4025 h 4580"/>
                  <a:gd name="connsiteX13" fmla="*/ 5544 w 6599"/>
                  <a:gd name="connsiteY13" fmla="*/ 4025 h 4580"/>
                  <a:gd name="connsiteX14" fmla="*/ 5544 w 6599"/>
                  <a:gd name="connsiteY14" fmla="*/ 4025 h 4580"/>
                  <a:gd name="connsiteX15" fmla="*/ 5919 w 6599"/>
                  <a:gd name="connsiteY15" fmla="*/ 4550 h 4580"/>
                  <a:gd name="connsiteX16" fmla="*/ 6370 w 6599"/>
                  <a:gd name="connsiteY16" fmla="*/ 4550 h 4580"/>
                  <a:gd name="connsiteX17" fmla="*/ 6370 w 6599"/>
                  <a:gd name="connsiteY17" fmla="*/ 4550 h 4580"/>
                  <a:gd name="connsiteX18" fmla="*/ 6370 w 6599"/>
                  <a:gd name="connsiteY18" fmla="*/ 4550 h 4580"/>
                  <a:gd name="connsiteX19" fmla="*/ 5994 w 6599"/>
                  <a:gd name="connsiteY19" fmla="*/ 3649 h 4580"/>
                  <a:gd name="connsiteX20" fmla="*/ 5318 w 6599"/>
                  <a:gd name="connsiteY20" fmla="*/ 3649 h 4580"/>
                  <a:gd name="connsiteX21" fmla="*/ 4192 w 6599"/>
                  <a:gd name="connsiteY21" fmla="*/ 2974 h 4580"/>
                  <a:gd name="connsiteX22" fmla="*/ 1338 w 6599"/>
                  <a:gd name="connsiteY22" fmla="*/ 871 h 4580"/>
                  <a:gd name="connsiteX23" fmla="*/ -14 w 6599"/>
                  <a:gd name="connsiteY23" fmla="*/ -30 h 4580"/>
                  <a:gd name="connsiteX24" fmla="*/ 549 w 6599"/>
                  <a:gd name="connsiteY24" fmla="*/ 834 h 4580"/>
                  <a:gd name="connsiteX25" fmla="*/ 1413 w 6599"/>
                  <a:gd name="connsiteY25" fmla="*/ 271 h 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6599" h="4580">
                    <a:moveTo>
                      <a:pt x="1413" y="271"/>
                    </a:moveTo>
                    <a:cubicBezTo>
                      <a:pt x="1443" y="645"/>
                      <a:pt x="1721" y="954"/>
                      <a:pt x="2089" y="1021"/>
                    </a:cubicBezTo>
                    <a:lnTo>
                      <a:pt x="2089" y="1021"/>
                    </a:lnTo>
                    <a:cubicBezTo>
                      <a:pt x="2089" y="1021"/>
                      <a:pt x="2089" y="1697"/>
                      <a:pt x="2089" y="1922"/>
                    </a:cubicBezTo>
                    <a:cubicBezTo>
                      <a:pt x="2089" y="2148"/>
                      <a:pt x="2840" y="1922"/>
                      <a:pt x="3140" y="1922"/>
                    </a:cubicBezTo>
                    <a:cubicBezTo>
                      <a:pt x="3216" y="2115"/>
                      <a:pt x="3216" y="2330"/>
                      <a:pt x="3140" y="2523"/>
                    </a:cubicBezTo>
                    <a:cubicBezTo>
                      <a:pt x="3140" y="2523"/>
                      <a:pt x="3140" y="2974"/>
                      <a:pt x="3140" y="3049"/>
                    </a:cubicBezTo>
                    <a:cubicBezTo>
                      <a:pt x="3140" y="3124"/>
                      <a:pt x="3741" y="2598"/>
                      <a:pt x="4042" y="3049"/>
                    </a:cubicBezTo>
                    <a:cubicBezTo>
                      <a:pt x="4342" y="3499"/>
                      <a:pt x="4042" y="3049"/>
                      <a:pt x="4042" y="3574"/>
                    </a:cubicBezTo>
                    <a:cubicBezTo>
                      <a:pt x="4042" y="4100"/>
                      <a:pt x="4042" y="4025"/>
                      <a:pt x="4492" y="4025"/>
                    </a:cubicBezTo>
                    <a:cubicBezTo>
                      <a:pt x="4943" y="4025"/>
                      <a:pt x="4868" y="4025"/>
                      <a:pt x="5093" y="4025"/>
                    </a:cubicBezTo>
                    <a:cubicBezTo>
                      <a:pt x="5318" y="4025"/>
                      <a:pt x="5093" y="4025"/>
                      <a:pt x="5093" y="4025"/>
                    </a:cubicBezTo>
                    <a:lnTo>
                      <a:pt x="5544" y="4025"/>
                    </a:lnTo>
                    <a:lnTo>
                      <a:pt x="5544" y="4025"/>
                    </a:lnTo>
                    <a:lnTo>
                      <a:pt x="5544" y="4025"/>
                    </a:lnTo>
                    <a:lnTo>
                      <a:pt x="5919" y="4550"/>
                    </a:lnTo>
                    <a:cubicBezTo>
                      <a:pt x="5919" y="4550"/>
                      <a:pt x="5919" y="4550"/>
                      <a:pt x="6370" y="4550"/>
                    </a:cubicBezTo>
                    <a:cubicBezTo>
                      <a:pt x="6820" y="4550"/>
                      <a:pt x="6370" y="4550"/>
                      <a:pt x="6370" y="4550"/>
                    </a:cubicBezTo>
                    <a:cubicBezTo>
                      <a:pt x="6370" y="4550"/>
                      <a:pt x="6370" y="4550"/>
                      <a:pt x="6370" y="4550"/>
                    </a:cubicBezTo>
                    <a:cubicBezTo>
                      <a:pt x="6325" y="4223"/>
                      <a:pt x="6197" y="3913"/>
                      <a:pt x="5994" y="3649"/>
                    </a:cubicBezTo>
                    <a:lnTo>
                      <a:pt x="5318" y="3649"/>
                    </a:lnTo>
                    <a:cubicBezTo>
                      <a:pt x="4898" y="3515"/>
                      <a:pt x="4507" y="3284"/>
                      <a:pt x="4192" y="2974"/>
                    </a:cubicBezTo>
                    <a:lnTo>
                      <a:pt x="1338" y="871"/>
                    </a:lnTo>
                    <a:lnTo>
                      <a:pt x="-14" y="-30"/>
                    </a:lnTo>
                    <a:cubicBezTo>
                      <a:pt x="-96" y="364"/>
                      <a:pt x="159" y="750"/>
                      <a:pt x="549" y="834"/>
                    </a:cubicBezTo>
                    <a:cubicBezTo>
                      <a:pt x="940" y="916"/>
                      <a:pt x="1331" y="665"/>
                      <a:pt x="1413" y="2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5" name="Content Placeholder 4">
                <a:extLst>
                  <a:ext uri="{FF2B5EF4-FFF2-40B4-BE49-F238E27FC236}">
                    <a16:creationId xmlns:a16="http://schemas.microsoft.com/office/drawing/2014/main" id="{333E07DC-E3E5-7007-7825-D1D0CD3F2DF0}"/>
                  </a:ext>
                </a:extLst>
              </p:cNvPr>
              <p:cNvSpPr/>
              <p:nvPr/>
            </p:nvSpPr>
            <p:spPr>
              <a:xfrm>
                <a:off x="5817045" y="859642"/>
                <a:ext cx="7778" cy="11852"/>
              </a:xfrm>
              <a:custGeom>
                <a:avLst/>
                <a:gdLst>
                  <a:gd name="connsiteX0" fmla="*/ 2558 w 7778"/>
                  <a:gd name="connsiteY0" fmla="*/ 3774 h 11852"/>
                  <a:gd name="connsiteX1" fmla="*/ 2558 w 7778"/>
                  <a:gd name="connsiteY1" fmla="*/ 5350 h 11852"/>
                  <a:gd name="connsiteX2" fmla="*/ 4135 w 7778"/>
                  <a:gd name="connsiteY2" fmla="*/ 6852 h 11852"/>
                  <a:gd name="connsiteX3" fmla="*/ 6163 w 7778"/>
                  <a:gd name="connsiteY3" fmla="*/ 7828 h 11852"/>
                  <a:gd name="connsiteX4" fmla="*/ 6839 w 7778"/>
                  <a:gd name="connsiteY4" fmla="*/ 8504 h 11852"/>
                  <a:gd name="connsiteX5" fmla="*/ 7665 w 7778"/>
                  <a:gd name="connsiteY5" fmla="*/ 9930 h 11852"/>
                  <a:gd name="connsiteX6" fmla="*/ 7289 w 7778"/>
                  <a:gd name="connsiteY6" fmla="*/ 11507 h 11852"/>
                  <a:gd name="connsiteX7" fmla="*/ 5802 w 7778"/>
                  <a:gd name="connsiteY7" fmla="*/ 11522 h 11852"/>
                  <a:gd name="connsiteX8" fmla="*/ 5787 w 7778"/>
                  <a:gd name="connsiteY8" fmla="*/ 11507 h 11852"/>
                  <a:gd name="connsiteX9" fmla="*/ 5261 w 7778"/>
                  <a:gd name="connsiteY9" fmla="*/ 10831 h 11852"/>
                  <a:gd name="connsiteX10" fmla="*/ 4060 w 7778"/>
                  <a:gd name="connsiteY10" fmla="*/ 10831 h 11852"/>
                  <a:gd name="connsiteX11" fmla="*/ 4060 w 7778"/>
                  <a:gd name="connsiteY11" fmla="*/ 9705 h 11852"/>
                  <a:gd name="connsiteX12" fmla="*/ 2633 w 7778"/>
                  <a:gd name="connsiteY12" fmla="*/ 9105 h 11852"/>
                  <a:gd name="connsiteX13" fmla="*/ 2107 w 7778"/>
                  <a:gd name="connsiteY13" fmla="*/ 7828 h 11852"/>
                  <a:gd name="connsiteX14" fmla="*/ 1431 w 7778"/>
                  <a:gd name="connsiteY14" fmla="*/ 7828 h 11852"/>
                  <a:gd name="connsiteX15" fmla="*/ 981 w 7778"/>
                  <a:gd name="connsiteY15" fmla="*/ 7828 h 11852"/>
                  <a:gd name="connsiteX16" fmla="*/ 981 w 7778"/>
                  <a:gd name="connsiteY16" fmla="*/ 7828 h 11852"/>
                  <a:gd name="connsiteX17" fmla="*/ 981 w 7778"/>
                  <a:gd name="connsiteY17" fmla="*/ 7227 h 11852"/>
                  <a:gd name="connsiteX18" fmla="*/ 5 w 7778"/>
                  <a:gd name="connsiteY18" fmla="*/ 4299 h 11852"/>
                  <a:gd name="connsiteX19" fmla="*/ 5 w 7778"/>
                  <a:gd name="connsiteY19" fmla="*/ 3023 h 11852"/>
                  <a:gd name="connsiteX20" fmla="*/ 5 w 7778"/>
                  <a:gd name="connsiteY20" fmla="*/ 1746 h 11852"/>
                  <a:gd name="connsiteX21" fmla="*/ 1657 w 7778"/>
                  <a:gd name="connsiteY21" fmla="*/ 19 h 11852"/>
                  <a:gd name="connsiteX22" fmla="*/ 2558 w 7778"/>
                  <a:gd name="connsiteY22" fmla="*/ 19 h 11852"/>
                  <a:gd name="connsiteX23" fmla="*/ 4510 w 7778"/>
                  <a:gd name="connsiteY23" fmla="*/ 1821 h 11852"/>
                  <a:gd name="connsiteX24" fmla="*/ 2558 w 7778"/>
                  <a:gd name="connsiteY24" fmla="*/ 3774 h 118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7778" h="11852">
                    <a:moveTo>
                      <a:pt x="2558" y="3774"/>
                    </a:moveTo>
                    <a:cubicBezTo>
                      <a:pt x="2333" y="4276"/>
                      <a:pt x="2333" y="4848"/>
                      <a:pt x="2558" y="5350"/>
                    </a:cubicBezTo>
                    <a:cubicBezTo>
                      <a:pt x="2881" y="6026"/>
                      <a:pt x="3444" y="6560"/>
                      <a:pt x="4135" y="6852"/>
                    </a:cubicBezTo>
                    <a:cubicBezTo>
                      <a:pt x="4811" y="7227"/>
                      <a:pt x="5562" y="7453"/>
                      <a:pt x="6163" y="7828"/>
                    </a:cubicBezTo>
                    <a:lnTo>
                      <a:pt x="6839" y="8504"/>
                    </a:lnTo>
                    <a:cubicBezTo>
                      <a:pt x="7237" y="8896"/>
                      <a:pt x="7522" y="9388"/>
                      <a:pt x="7665" y="9930"/>
                    </a:cubicBezTo>
                    <a:cubicBezTo>
                      <a:pt x="7860" y="10485"/>
                      <a:pt x="7710" y="11100"/>
                      <a:pt x="7289" y="11507"/>
                    </a:cubicBezTo>
                    <a:cubicBezTo>
                      <a:pt x="6884" y="11922"/>
                      <a:pt x="6215" y="11928"/>
                      <a:pt x="5802" y="11522"/>
                    </a:cubicBezTo>
                    <a:cubicBezTo>
                      <a:pt x="5795" y="11518"/>
                      <a:pt x="5795" y="11512"/>
                      <a:pt x="5787" y="11507"/>
                    </a:cubicBezTo>
                    <a:cubicBezTo>
                      <a:pt x="5787" y="11507"/>
                      <a:pt x="5787" y="10907"/>
                      <a:pt x="5261" y="10831"/>
                    </a:cubicBezTo>
                    <a:cubicBezTo>
                      <a:pt x="4736" y="10756"/>
                      <a:pt x="4360" y="10831"/>
                      <a:pt x="4060" y="10831"/>
                    </a:cubicBezTo>
                    <a:cubicBezTo>
                      <a:pt x="3760" y="10831"/>
                      <a:pt x="4060" y="10081"/>
                      <a:pt x="4060" y="9705"/>
                    </a:cubicBezTo>
                    <a:cubicBezTo>
                      <a:pt x="4060" y="9330"/>
                      <a:pt x="3009" y="9705"/>
                      <a:pt x="2633" y="9105"/>
                    </a:cubicBezTo>
                    <a:cubicBezTo>
                      <a:pt x="2258" y="8504"/>
                      <a:pt x="2633" y="8053"/>
                      <a:pt x="2107" y="7828"/>
                    </a:cubicBezTo>
                    <a:cubicBezTo>
                      <a:pt x="1882" y="7797"/>
                      <a:pt x="1657" y="7797"/>
                      <a:pt x="1431" y="7828"/>
                    </a:cubicBezTo>
                    <a:cubicBezTo>
                      <a:pt x="1289" y="7908"/>
                      <a:pt x="1124" y="7908"/>
                      <a:pt x="981" y="7828"/>
                    </a:cubicBezTo>
                    <a:cubicBezTo>
                      <a:pt x="981" y="7828"/>
                      <a:pt x="981" y="7828"/>
                      <a:pt x="981" y="7828"/>
                    </a:cubicBezTo>
                    <a:cubicBezTo>
                      <a:pt x="1048" y="7634"/>
                      <a:pt x="1048" y="7422"/>
                      <a:pt x="981" y="7227"/>
                    </a:cubicBezTo>
                    <a:cubicBezTo>
                      <a:pt x="358" y="6375"/>
                      <a:pt x="20" y="5353"/>
                      <a:pt x="5" y="4299"/>
                    </a:cubicBezTo>
                    <a:cubicBezTo>
                      <a:pt x="-33" y="3874"/>
                      <a:pt x="-33" y="3448"/>
                      <a:pt x="5" y="3023"/>
                    </a:cubicBezTo>
                    <a:cubicBezTo>
                      <a:pt x="-41" y="2598"/>
                      <a:pt x="-41" y="2170"/>
                      <a:pt x="5" y="1746"/>
                    </a:cubicBezTo>
                    <a:cubicBezTo>
                      <a:pt x="372" y="1018"/>
                      <a:pt x="943" y="416"/>
                      <a:pt x="1657" y="19"/>
                    </a:cubicBezTo>
                    <a:cubicBezTo>
                      <a:pt x="1957" y="-46"/>
                      <a:pt x="2258" y="-46"/>
                      <a:pt x="2558" y="19"/>
                    </a:cubicBezTo>
                    <a:cubicBezTo>
                      <a:pt x="3557" y="81"/>
                      <a:pt x="4368" y="833"/>
                      <a:pt x="4510" y="1821"/>
                    </a:cubicBezTo>
                    <a:cubicBezTo>
                      <a:pt x="4360" y="2047"/>
                      <a:pt x="3084" y="2572"/>
                      <a:pt x="2558" y="3774"/>
                    </a:cubicBezTo>
                    <a:close/>
                  </a:path>
                </a:pathLst>
              </a:custGeom>
              <a:solidFill>
                <a:srgbClr val="C6B697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6" name="Content Placeholder 4">
                <a:extLst>
                  <a:ext uri="{FF2B5EF4-FFF2-40B4-BE49-F238E27FC236}">
                    <a16:creationId xmlns:a16="http://schemas.microsoft.com/office/drawing/2014/main" id="{25A2D18F-D86D-F288-D8E6-E663CB80AE2E}"/>
                  </a:ext>
                </a:extLst>
              </p:cNvPr>
              <p:cNvSpPr/>
              <p:nvPr/>
            </p:nvSpPr>
            <p:spPr>
              <a:xfrm>
                <a:off x="5807316" y="864038"/>
                <a:ext cx="8335" cy="10291"/>
              </a:xfrm>
              <a:custGeom>
                <a:avLst/>
                <a:gdLst>
                  <a:gd name="connsiteX0" fmla="*/ 346 w 8335"/>
                  <a:gd name="connsiteY0" fmla="*/ 6285 h 10291"/>
                  <a:gd name="connsiteX1" fmla="*/ -29 w 8335"/>
                  <a:gd name="connsiteY1" fmla="*/ 4858 h 10291"/>
                  <a:gd name="connsiteX2" fmla="*/ 2749 w 8335"/>
                  <a:gd name="connsiteY2" fmla="*/ 53 h 10291"/>
                  <a:gd name="connsiteX3" fmla="*/ 4252 w 8335"/>
                  <a:gd name="connsiteY3" fmla="*/ 53 h 10291"/>
                  <a:gd name="connsiteX4" fmla="*/ 5678 w 8335"/>
                  <a:gd name="connsiteY4" fmla="*/ 654 h 10291"/>
                  <a:gd name="connsiteX5" fmla="*/ 7706 w 8335"/>
                  <a:gd name="connsiteY5" fmla="*/ 2906 h 10291"/>
                  <a:gd name="connsiteX6" fmla="*/ 8232 w 8335"/>
                  <a:gd name="connsiteY6" fmla="*/ 5609 h 10291"/>
                  <a:gd name="connsiteX7" fmla="*/ 7556 w 8335"/>
                  <a:gd name="connsiteY7" fmla="*/ 9138 h 10291"/>
                  <a:gd name="connsiteX8" fmla="*/ 3125 w 8335"/>
                  <a:gd name="connsiteY8" fmla="*/ 9739 h 10291"/>
                  <a:gd name="connsiteX9" fmla="*/ 346 w 8335"/>
                  <a:gd name="connsiteY9" fmla="*/ 6285 h 10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335" h="10291">
                    <a:moveTo>
                      <a:pt x="346" y="6285"/>
                    </a:moveTo>
                    <a:cubicBezTo>
                      <a:pt x="151" y="5831"/>
                      <a:pt x="23" y="5350"/>
                      <a:pt x="-29" y="4858"/>
                    </a:cubicBezTo>
                    <a:cubicBezTo>
                      <a:pt x="-29" y="3056"/>
                      <a:pt x="572" y="128"/>
                      <a:pt x="2749" y="53"/>
                    </a:cubicBezTo>
                    <a:cubicBezTo>
                      <a:pt x="3245" y="-57"/>
                      <a:pt x="3756" y="-57"/>
                      <a:pt x="4252" y="53"/>
                    </a:cubicBezTo>
                    <a:lnTo>
                      <a:pt x="5678" y="654"/>
                    </a:lnTo>
                    <a:cubicBezTo>
                      <a:pt x="6542" y="1214"/>
                      <a:pt x="7241" y="1990"/>
                      <a:pt x="7706" y="2906"/>
                    </a:cubicBezTo>
                    <a:cubicBezTo>
                      <a:pt x="8029" y="3771"/>
                      <a:pt x="8209" y="4685"/>
                      <a:pt x="8232" y="5609"/>
                    </a:cubicBezTo>
                    <a:cubicBezTo>
                      <a:pt x="8442" y="6829"/>
                      <a:pt x="8202" y="8083"/>
                      <a:pt x="7556" y="9138"/>
                    </a:cubicBezTo>
                    <a:cubicBezTo>
                      <a:pt x="6407" y="10367"/>
                      <a:pt x="4559" y="10619"/>
                      <a:pt x="3125" y="9739"/>
                    </a:cubicBezTo>
                    <a:cubicBezTo>
                      <a:pt x="1796" y="8978"/>
                      <a:pt x="804" y="7745"/>
                      <a:pt x="346" y="6285"/>
                    </a:cubicBezTo>
                    <a:close/>
                  </a:path>
                </a:pathLst>
              </a:custGeom>
              <a:solidFill>
                <a:srgbClr val="E2CBB7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7" name="Content Placeholder 4">
                <a:extLst>
                  <a:ext uri="{FF2B5EF4-FFF2-40B4-BE49-F238E27FC236}">
                    <a16:creationId xmlns:a16="http://schemas.microsoft.com/office/drawing/2014/main" id="{63269500-7DE7-F426-3F43-8851D1CDD4DA}"/>
                  </a:ext>
                </a:extLst>
              </p:cNvPr>
              <p:cNvSpPr/>
              <p:nvPr/>
            </p:nvSpPr>
            <p:spPr>
              <a:xfrm>
                <a:off x="5809305" y="862770"/>
                <a:ext cx="6430" cy="5415"/>
              </a:xfrm>
              <a:custGeom>
                <a:avLst/>
                <a:gdLst>
                  <a:gd name="connsiteX0" fmla="*/ 1210 w 6430"/>
                  <a:gd name="connsiteY0" fmla="*/ 2974 h 5415"/>
                  <a:gd name="connsiteX1" fmla="*/ 3388 w 6430"/>
                  <a:gd name="connsiteY1" fmla="*/ 3574 h 5415"/>
                  <a:gd name="connsiteX2" fmla="*/ 5040 w 6430"/>
                  <a:gd name="connsiteY2" fmla="*/ 4175 h 5415"/>
                  <a:gd name="connsiteX3" fmla="*/ 5942 w 6430"/>
                  <a:gd name="connsiteY3" fmla="*/ 5301 h 5415"/>
                  <a:gd name="connsiteX4" fmla="*/ 6317 w 6430"/>
                  <a:gd name="connsiteY4" fmla="*/ 4400 h 5415"/>
                  <a:gd name="connsiteX5" fmla="*/ 6317 w 6430"/>
                  <a:gd name="connsiteY5" fmla="*/ 2824 h 5415"/>
                  <a:gd name="connsiteX6" fmla="*/ 5716 w 6430"/>
                  <a:gd name="connsiteY6" fmla="*/ 1772 h 5415"/>
                  <a:gd name="connsiteX7" fmla="*/ 4139 w 6430"/>
                  <a:gd name="connsiteY7" fmla="*/ 196 h 5415"/>
                  <a:gd name="connsiteX8" fmla="*/ 1886 w 6430"/>
                  <a:gd name="connsiteY8" fmla="*/ 196 h 5415"/>
                  <a:gd name="connsiteX9" fmla="*/ 9 w 6430"/>
                  <a:gd name="connsiteY9" fmla="*/ 1547 h 5415"/>
                  <a:gd name="connsiteX10" fmla="*/ 1210 w 6430"/>
                  <a:gd name="connsiteY10" fmla="*/ 2974 h 54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6430" h="5415">
                    <a:moveTo>
                      <a:pt x="1210" y="2974"/>
                    </a:moveTo>
                    <a:cubicBezTo>
                      <a:pt x="1909" y="3253"/>
                      <a:pt x="2645" y="3454"/>
                      <a:pt x="3388" y="3574"/>
                    </a:cubicBezTo>
                    <a:cubicBezTo>
                      <a:pt x="3982" y="3614"/>
                      <a:pt x="4560" y="3822"/>
                      <a:pt x="5040" y="4175"/>
                    </a:cubicBezTo>
                    <a:cubicBezTo>
                      <a:pt x="5416" y="4175"/>
                      <a:pt x="5566" y="4926"/>
                      <a:pt x="5942" y="5301"/>
                    </a:cubicBezTo>
                    <a:cubicBezTo>
                      <a:pt x="6317" y="5677"/>
                      <a:pt x="6317" y="4701"/>
                      <a:pt x="6317" y="4400"/>
                    </a:cubicBezTo>
                    <a:cubicBezTo>
                      <a:pt x="6430" y="3881"/>
                      <a:pt x="6430" y="3343"/>
                      <a:pt x="6317" y="2824"/>
                    </a:cubicBezTo>
                    <a:cubicBezTo>
                      <a:pt x="6144" y="2458"/>
                      <a:pt x="5942" y="2106"/>
                      <a:pt x="5716" y="1772"/>
                    </a:cubicBezTo>
                    <a:cubicBezTo>
                      <a:pt x="5311" y="1140"/>
                      <a:pt x="4770" y="602"/>
                      <a:pt x="4139" y="196"/>
                    </a:cubicBezTo>
                    <a:cubicBezTo>
                      <a:pt x="3418" y="-105"/>
                      <a:pt x="2607" y="-105"/>
                      <a:pt x="1886" y="196"/>
                    </a:cubicBezTo>
                    <a:cubicBezTo>
                      <a:pt x="1285" y="196"/>
                      <a:pt x="234" y="796"/>
                      <a:pt x="9" y="1547"/>
                    </a:cubicBezTo>
                    <a:cubicBezTo>
                      <a:pt x="-217" y="2298"/>
                      <a:pt x="609" y="2974"/>
                      <a:pt x="1210" y="2974"/>
                    </a:cubicBezTo>
                    <a:close/>
                  </a:path>
                </a:pathLst>
              </a:custGeom>
              <a:solidFill>
                <a:srgbClr val="534741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8" name="Content Placeholder 4">
                <a:extLst>
                  <a:ext uri="{FF2B5EF4-FFF2-40B4-BE49-F238E27FC236}">
                    <a16:creationId xmlns:a16="http://schemas.microsoft.com/office/drawing/2014/main" id="{DF6B0176-C485-DEC2-ECEB-3BFD2846CC21}"/>
                  </a:ext>
                </a:extLst>
              </p:cNvPr>
              <p:cNvSpPr/>
              <p:nvPr/>
            </p:nvSpPr>
            <p:spPr>
              <a:xfrm>
                <a:off x="5805066" y="864046"/>
                <a:ext cx="5017" cy="19522"/>
              </a:xfrm>
              <a:custGeom>
                <a:avLst/>
                <a:gdLst>
                  <a:gd name="connsiteX0" fmla="*/ 643 w 5017"/>
                  <a:gd name="connsiteY0" fmla="*/ 16038 h 19522"/>
                  <a:gd name="connsiteX1" fmla="*/ 643 w 5017"/>
                  <a:gd name="connsiteY1" fmla="*/ 14236 h 19522"/>
                  <a:gd name="connsiteX2" fmla="*/ 117 w 5017"/>
                  <a:gd name="connsiteY2" fmla="*/ 9431 h 19522"/>
                  <a:gd name="connsiteX3" fmla="*/ 117 w 5017"/>
                  <a:gd name="connsiteY3" fmla="*/ 7479 h 19522"/>
                  <a:gd name="connsiteX4" fmla="*/ 1319 w 5017"/>
                  <a:gd name="connsiteY4" fmla="*/ 6653 h 19522"/>
                  <a:gd name="connsiteX5" fmla="*/ 1319 w 5017"/>
                  <a:gd name="connsiteY5" fmla="*/ 6653 h 19522"/>
                  <a:gd name="connsiteX6" fmla="*/ 418 w 5017"/>
                  <a:gd name="connsiteY6" fmla="*/ 2598 h 19522"/>
                  <a:gd name="connsiteX7" fmla="*/ 3422 w 5017"/>
                  <a:gd name="connsiteY7" fmla="*/ -30 h 19522"/>
                  <a:gd name="connsiteX8" fmla="*/ 4773 w 5017"/>
                  <a:gd name="connsiteY8" fmla="*/ 1922 h 19522"/>
                  <a:gd name="connsiteX9" fmla="*/ 3797 w 5017"/>
                  <a:gd name="connsiteY9" fmla="*/ 2748 h 19522"/>
                  <a:gd name="connsiteX10" fmla="*/ 2821 w 5017"/>
                  <a:gd name="connsiteY10" fmla="*/ 4325 h 19522"/>
                  <a:gd name="connsiteX11" fmla="*/ 2821 w 5017"/>
                  <a:gd name="connsiteY11" fmla="*/ 7329 h 19522"/>
                  <a:gd name="connsiteX12" fmla="*/ 2295 w 5017"/>
                  <a:gd name="connsiteY12" fmla="*/ 7329 h 19522"/>
                  <a:gd name="connsiteX13" fmla="*/ 2821 w 5017"/>
                  <a:gd name="connsiteY13" fmla="*/ 8230 h 19522"/>
                  <a:gd name="connsiteX14" fmla="*/ 3872 w 5017"/>
                  <a:gd name="connsiteY14" fmla="*/ 10107 h 19522"/>
                  <a:gd name="connsiteX15" fmla="*/ 1995 w 5017"/>
                  <a:gd name="connsiteY15" fmla="*/ 8305 h 19522"/>
                  <a:gd name="connsiteX16" fmla="*/ 1995 w 5017"/>
                  <a:gd name="connsiteY16" fmla="*/ 9881 h 19522"/>
                  <a:gd name="connsiteX17" fmla="*/ 3947 w 5017"/>
                  <a:gd name="connsiteY17" fmla="*/ 15588 h 19522"/>
                  <a:gd name="connsiteX18" fmla="*/ 4773 w 5017"/>
                  <a:gd name="connsiteY18" fmla="*/ 17240 h 19522"/>
                  <a:gd name="connsiteX19" fmla="*/ 3647 w 5017"/>
                  <a:gd name="connsiteY19" fmla="*/ 19192 h 19522"/>
                  <a:gd name="connsiteX20" fmla="*/ 1319 w 5017"/>
                  <a:gd name="connsiteY20" fmla="*/ 19192 h 19522"/>
                  <a:gd name="connsiteX21" fmla="*/ 643 w 5017"/>
                  <a:gd name="connsiteY21" fmla="*/ 16038 h 195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017" h="19522">
                    <a:moveTo>
                      <a:pt x="643" y="16038"/>
                    </a:moveTo>
                    <a:cubicBezTo>
                      <a:pt x="605" y="15438"/>
                      <a:pt x="605" y="14836"/>
                      <a:pt x="643" y="14236"/>
                    </a:cubicBezTo>
                    <a:cubicBezTo>
                      <a:pt x="613" y="12622"/>
                      <a:pt x="440" y="11014"/>
                      <a:pt x="117" y="9431"/>
                    </a:cubicBezTo>
                    <a:cubicBezTo>
                      <a:pt x="-78" y="8794"/>
                      <a:pt x="-78" y="8115"/>
                      <a:pt x="117" y="7479"/>
                    </a:cubicBezTo>
                    <a:cubicBezTo>
                      <a:pt x="395" y="7059"/>
                      <a:pt x="823" y="6762"/>
                      <a:pt x="1319" y="6653"/>
                    </a:cubicBezTo>
                    <a:lnTo>
                      <a:pt x="1319" y="6653"/>
                    </a:lnTo>
                    <a:cubicBezTo>
                      <a:pt x="448" y="5494"/>
                      <a:pt x="117" y="4017"/>
                      <a:pt x="418" y="2598"/>
                    </a:cubicBezTo>
                    <a:cubicBezTo>
                      <a:pt x="695" y="1134"/>
                      <a:pt x="1935" y="48"/>
                      <a:pt x="3422" y="-30"/>
                    </a:cubicBezTo>
                    <a:cubicBezTo>
                      <a:pt x="4398" y="-30"/>
                      <a:pt x="5449" y="946"/>
                      <a:pt x="4773" y="1922"/>
                    </a:cubicBezTo>
                    <a:cubicBezTo>
                      <a:pt x="4436" y="2179"/>
                      <a:pt x="4105" y="2455"/>
                      <a:pt x="3797" y="2748"/>
                    </a:cubicBezTo>
                    <a:cubicBezTo>
                      <a:pt x="3362" y="3197"/>
                      <a:pt x="3024" y="3734"/>
                      <a:pt x="2821" y="4325"/>
                    </a:cubicBezTo>
                    <a:cubicBezTo>
                      <a:pt x="2303" y="5258"/>
                      <a:pt x="2303" y="6395"/>
                      <a:pt x="2821" y="7329"/>
                    </a:cubicBezTo>
                    <a:lnTo>
                      <a:pt x="2295" y="7329"/>
                    </a:lnTo>
                    <a:cubicBezTo>
                      <a:pt x="2295" y="7329"/>
                      <a:pt x="2295" y="7929"/>
                      <a:pt x="2821" y="8230"/>
                    </a:cubicBezTo>
                    <a:cubicBezTo>
                      <a:pt x="3332" y="8754"/>
                      <a:pt x="3692" y="9400"/>
                      <a:pt x="3872" y="10107"/>
                    </a:cubicBezTo>
                    <a:cubicBezTo>
                      <a:pt x="3196" y="9565"/>
                      <a:pt x="2565" y="8962"/>
                      <a:pt x="1995" y="8305"/>
                    </a:cubicBezTo>
                    <a:cubicBezTo>
                      <a:pt x="1995" y="8830"/>
                      <a:pt x="1995" y="9506"/>
                      <a:pt x="1995" y="9881"/>
                    </a:cubicBezTo>
                    <a:cubicBezTo>
                      <a:pt x="1965" y="11952"/>
                      <a:pt x="2656" y="13970"/>
                      <a:pt x="3947" y="15588"/>
                    </a:cubicBezTo>
                    <a:cubicBezTo>
                      <a:pt x="4353" y="16063"/>
                      <a:pt x="4638" y="16630"/>
                      <a:pt x="4773" y="17240"/>
                    </a:cubicBezTo>
                    <a:cubicBezTo>
                      <a:pt x="4901" y="18074"/>
                      <a:pt x="4436" y="18886"/>
                      <a:pt x="3647" y="19192"/>
                    </a:cubicBezTo>
                    <a:cubicBezTo>
                      <a:pt x="2926" y="19593"/>
                      <a:pt x="2040" y="19593"/>
                      <a:pt x="1319" y="19192"/>
                    </a:cubicBezTo>
                    <a:cubicBezTo>
                      <a:pt x="560" y="18329"/>
                      <a:pt x="305" y="17135"/>
                      <a:pt x="643" y="16038"/>
                    </a:cubicBezTo>
                    <a:close/>
                  </a:path>
                </a:pathLst>
              </a:custGeom>
              <a:solidFill>
                <a:srgbClr val="534741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9" name="Content Placeholder 4">
                <a:extLst>
                  <a:ext uri="{FF2B5EF4-FFF2-40B4-BE49-F238E27FC236}">
                    <a16:creationId xmlns:a16="http://schemas.microsoft.com/office/drawing/2014/main" id="{D95687F1-07D0-2B53-3F12-171D7B9F884C}"/>
                  </a:ext>
                </a:extLst>
              </p:cNvPr>
              <p:cNvSpPr/>
              <p:nvPr/>
            </p:nvSpPr>
            <p:spPr>
              <a:xfrm>
                <a:off x="5791926" y="875103"/>
                <a:ext cx="9083" cy="10728"/>
              </a:xfrm>
              <a:custGeom>
                <a:avLst/>
                <a:gdLst>
                  <a:gd name="connsiteX0" fmla="*/ 5823 w 9083"/>
                  <a:gd name="connsiteY0" fmla="*/ 10687 h 10728"/>
                  <a:gd name="connsiteX1" fmla="*/ 3720 w 9083"/>
                  <a:gd name="connsiteY1" fmla="*/ 9786 h 10728"/>
                  <a:gd name="connsiteX2" fmla="*/ 491 w 9083"/>
                  <a:gd name="connsiteY2" fmla="*/ 6032 h 10728"/>
                  <a:gd name="connsiteX3" fmla="*/ 1467 w 9083"/>
                  <a:gd name="connsiteY3" fmla="*/ 476 h 10728"/>
                  <a:gd name="connsiteX4" fmla="*/ 7099 w 9083"/>
                  <a:gd name="connsiteY4" fmla="*/ 2653 h 10728"/>
                  <a:gd name="connsiteX5" fmla="*/ 9052 w 9083"/>
                  <a:gd name="connsiteY5" fmla="*/ 7083 h 10728"/>
                  <a:gd name="connsiteX6" fmla="*/ 5823 w 9083"/>
                  <a:gd name="connsiteY6" fmla="*/ 10687 h 10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083" h="10728">
                    <a:moveTo>
                      <a:pt x="5823" y="10687"/>
                    </a:moveTo>
                    <a:cubicBezTo>
                      <a:pt x="5057" y="10583"/>
                      <a:pt x="4328" y="10272"/>
                      <a:pt x="3720" y="9786"/>
                    </a:cubicBezTo>
                    <a:cubicBezTo>
                      <a:pt x="2353" y="8816"/>
                      <a:pt x="1242" y="7528"/>
                      <a:pt x="491" y="6032"/>
                    </a:cubicBezTo>
                    <a:cubicBezTo>
                      <a:pt x="-471" y="4172"/>
                      <a:pt x="-73" y="1897"/>
                      <a:pt x="1467" y="476"/>
                    </a:cubicBezTo>
                    <a:cubicBezTo>
                      <a:pt x="3495" y="-1026"/>
                      <a:pt x="5672" y="1152"/>
                      <a:pt x="7099" y="2653"/>
                    </a:cubicBezTo>
                    <a:cubicBezTo>
                      <a:pt x="8279" y="3835"/>
                      <a:pt x="8977" y="5415"/>
                      <a:pt x="9052" y="7083"/>
                    </a:cubicBezTo>
                    <a:cubicBezTo>
                      <a:pt x="9127" y="9486"/>
                      <a:pt x="7625" y="10838"/>
                      <a:pt x="5823" y="10687"/>
                    </a:cubicBezTo>
                    <a:close/>
                  </a:path>
                </a:pathLst>
              </a:custGeom>
              <a:solidFill>
                <a:srgbClr val="B79A7D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0" name="Content Placeholder 4">
                <a:extLst>
                  <a:ext uri="{FF2B5EF4-FFF2-40B4-BE49-F238E27FC236}">
                    <a16:creationId xmlns:a16="http://schemas.microsoft.com/office/drawing/2014/main" id="{68CC15E6-B8FB-215F-3002-91AB510BE737}"/>
                  </a:ext>
                </a:extLst>
              </p:cNvPr>
              <p:cNvSpPr/>
              <p:nvPr/>
            </p:nvSpPr>
            <p:spPr>
              <a:xfrm>
                <a:off x="5790088" y="872905"/>
                <a:ext cx="11125" cy="10263"/>
              </a:xfrm>
              <a:custGeom>
                <a:avLst/>
                <a:gdLst>
                  <a:gd name="connsiteX0" fmla="*/ 5558 w 11125"/>
                  <a:gd name="connsiteY0" fmla="*/ 3501 h 10263"/>
                  <a:gd name="connsiteX1" fmla="*/ 5107 w 11125"/>
                  <a:gd name="connsiteY1" fmla="*/ 4101 h 10263"/>
                  <a:gd name="connsiteX2" fmla="*/ 4506 w 11125"/>
                  <a:gd name="connsiteY2" fmla="*/ 4101 h 10263"/>
                  <a:gd name="connsiteX3" fmla="*/ 3402 w 11125"/>
                  <a:gd name="connsiteY3" fmla="*/ 5250 h 10263"/>
                  <a:gd name="connsiteX4" fmla="*/ 3155 w 11125"/>
                  <a:gd name="connsiteY4" fmla="*/ 5228 h 10263"/>
                  <a:gd name="connsiteX5" fmla="*/ 3155 w 11125"/>
                  <a:gd name="connsiteY5" fmla="*/ 5228 h 10263"/>
                  <a:gd name="connsiteX6" fmla="*/ 2178 w 11125"/>
                  <a:gd name="connsiteY6" fmla="*/ 5903 h 10263"/>
                  <a:gd name="connsiteX7" fmla="*/ 2554 w 11125"/>
                  <a:gd name="connsiteY7" fmla="*/ 6579 h 10263"/>
                  <a:gd name="connsiteX8" fmla="*/ 2554 w 11125"/>
                  <a:gd name="connsiteY8" fmla="*/ 7330 h 10263"/>
                  <a:gd name="connsiteX9" fmla="*/ 2554 w 11125"/>
                  <a:gd name="connsiteY9" fmla="*/ 8456 h 10263"/>
                  <a:gd name="connsiteX10" fmla="*/ 3237 w 11125"/>
                  <a:gd name="connsiteY10" fmla="*/ 9128 h 10263"/>
                  <a:gd name="connsiteX11" fmla="*/ 3230 w 11125"/>
                  <a:gd name="connsiteY11" fmla="*/ 9207 h 10263"/>
                  <a:gd name="connsiteX12" fmla="*/ 4056 w 11125"/>
                  <a:gd name="connsiteY12" fmla="*/ 9733 h 10263"/>
                  <a:gd name="connsiteX13" fmla="*/ 4056 w 11125"/>
                  <a:gd name="connsiteY13" fmla="*/ 10183 h 10263"/>
                  <a:gd name="connsiteX14" fmla="*/ 3605 w 11125"/>
                  <a:gd name="connsiteY14" fmla="*/ 10183 h 10263"/>
                  <a:gd name="connsiteX15" fmla="*/ 3605 w 11125"/>
                  <a:gd name="connsiteY15" fmla="*/ 10183 h 10263"/>
                  <a:gd name="connsiteX16" fmla="*/ 3605 w 11125"/>
                  <a:gd name="connsiteY16" fmla="*/ 10183 h 10263"/>
                  <a:gd name="connsiteX17" fmla="*/ 3005 w 11125"/>
                  <a:gd name="connsiteY17" fmla="*/ 9507 h 10263"/>
                  <a:gd name="connsiteX18" fmla="*/ 2103 w 11125"/>
                  <a:gd name="connsiteY18" fmla="*/ 8907 h 10263"/>
                  <a:gd name="connsiteX19" fmla="*/ 2103 w 11125"/>
                  <a:gd name="connsiteY19" fmla="*/ 8456 h 10263"/>
                  <a:gd name="connsiteX20" fmla="*/ 2103 w 11125"/>
                  <a:gd name="connsiteY20" fmla="*/ 8006 h 10263"/>
                  <a:gd name="connsiteX21" fmla="*/ 2103 w 11125"/>
                  <a:gd name="connsiteY21" fmla="*/ 7555 h 10263"/>
                  <a:gd name="connsiteX22" fmla="*/ 1277 w 11125"/>
                  <a:gd name="connsiteY22" fmla="*/ 6955 h 10263"/>
                  <a:gd name="connsiteX23" fmla="*/ 451 w 11125"/>
                  <a:gd name="connsiteY23" fmla="*/ 5753 h 10263"/>
                  <a:gd name="connsiteX24" fmla="*/ 0 w 11125"/>
                  <a:gd name="connsiteY24" fmla="*/ 4627 h 10263"/>
                  <a:gd name="connsiteX25" fmla="*/ 902 w 11125"/>
                  <a:gd name="connsiteY25" fmla="*/ 3876 h 10263"/>
                  <a:gd name="connsiteX26" fmla="*/ 902 w 11125"/>
                  <a:gd name="connsiteY26" fmla="*/ 3876 h 10263"/>
                  <a:gd name="connsiteX27" fmla="*/ 902 w 11125"/>
                  <a:gd name="connsiteY27" fmla="*/ 3876 h 10263"/>
                  <a:gd name="connsiteX28" fmla="*/ 2178 w 11125"/>
                  <a:gd name="connsiteY28" fmla="*/ 2600 h 10263"/>
                  <a:gd name="connsiteX29" fmla="*/ 3380 w 11125"/>
                  <a:gd name="connsiteY29" fmla="*/ 1398 h 10263"/>
                  <a:gd name="connsiteX30" fmla="*/ 3380 w 11125"/>
                  <a:gd name="connsiteY30" fmla="*/ 1398 h 10263"/>
                  <a:gd name="connsiteX31" fmla="*/ 3981 w 11125"/>
                  <a:gd name="connsiteY31" fmla="*/ 422 h 10263"/>
                  <a:gd name="connsiteX32" fmla="*/ 4935 w 11125"/>
                  <a:gd name="connsiteY32" fmla="*/ 401 h 10263"/>
                  <a:gd name="connsiteX33" fmla="*/ 4957 w 11125"/>
                  <a:gd name="connsiteY33" fmla="*/ 422 h 10263"/>
                  <a:gd name="connsiteX34" fmla="*/ 6421 w 11125"/>
                  <a:gd name="connsiteY34" fmla="*/ 158 h 10263"/>
                  <a:gd name="connsiteX35" fmla="*/ 6684 w 11125"/>
                  <a:gd name="connsiteY35" fmla="*/ 422 h 10263"/>
                  <a:gd name="connsiteX36" fmla="*/ 7886 w 11125"/>
                  <a:gd name="connsiteY36" fmla="*/ 422 h 10263"/>
                  <a:gd name="connsiteX37" fmla="*/ 8487 w 11125"/>
                  <a:gd name="connsiteY37" fmla="*/ 1323 h 10263"/>
                  <a:gd name="connsiteX38" fmla="*/ 9763 w 11125"/>
                  <a:gd name="connsiteY38" fmla="*/ 1323 h 10263"/>
                  <a:gd name="connsiteX39" fmla="*/ 9763 w 11125"/>
                  <a:gd name="connsiteY39" fmla="*/ 2600 h 10263"/>
                  <a:gd name="connsiteX40" fmla="*/ 11040 w 11125"/>
                  <a:gd name="connsiteY40" fmla="*/ 3200 h 10263"/>
                  <a:gd name="connsiteX41" fmla="*/ 11040 w 11125"/>
                  <a:gd name="connsiteY41" fmla="*/ 3801 h 10263"/>
                  <a:gd name="connsiteX42" fmla="*/ 11040 w 11125"/>
                  <a:gd name="connsiteY42" fmla="*/ 3801 h 10263"/>
                  <a:gd name="connsiteX43" fmla="*/ 10515 w 11125"/>
                  <a:gd name="connsiteY43" fmla="*/ 4552 h 10263"/>
                  <a:gd name="connsiteX44" fmla="*/ 9839 w 11125"/>
                  <a:gd name="connsiteY44" fmla="*/ 4552 h 10263"/>
                  <a:gd name="connsiteX45" fmla="*/ 8712 w 11125"/>
                  <a:gd name="connsiteY45" fmla="*/ 3651 h 10263"/>
                  <a:gd name="connsiteX46" fmla="*/ 8337 w 11125"/>
                  <a:gd name="connsiteY46" fmla="*/ 3651 h 10263"/>
                  <a:gd name="connsiteX47" fmla="*/ 7961 w 11125"/>
                  <a:gd name="connsiteY47" fmla="*/ 2975 h 10263"/>
                  <a:gd name="connsiteX48" fmla="*/ 7210 w 11125"/>
                  <a:gd name="connsiteY48" fmla="*/ 3426 h 10263"/>
                  <a:gd name="connsiteX49" fmla="*/ 6421 w 11125"/>
                  <a:gd name="connsiteY49" fmla="*/ 4289 h 10263"/>
                  <a:gd name="connsiteX50" fmla="*/ 5558 w 11125"/>
                  <a:gd name="connsiteY50" fmla="*/ 3501 h 10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</a:cxnLst>
                <a:rect l="l" t="t" r="r" b="b"/>
                <a:pathLst>
                  <a:path w="11125" h="10263">
                    <a:moveTo>
                      <a:pt x="5558" y="3501"/>
                    </a:moveTo>
                    <a:cubicBezTo>
                      <a:pt x="5565" y="3781"/>
                      <a:pt x="5378" y="4032"/>
                      <a:pt x="5107" y="4101"/>
                    </a:cubicBezTo>
                    <a:cubicBezTo>
                      <a:pt x="4935" y="4255"/>
                      <a:pt x="4679" y="4255"/>
                      <a:pt x="4506" y="4101"/>
                    </a:cubicBezTo>
                    <a:cubicBezTo>
                      <a:pt x="4522" y="4723"/>
                      <a:pt x="4026" y="5237"/>
                      <a:pt x="3402" y="5250"/>
                    </a:cubicBezTo>
                    <a:cubicBezTo>
                      <a:pt x="3320" y="5252"/>
                      <a:pt x="3237" y="5244"/>
                      <a:pt x="3155" y="5228"/>
                    </a:cubicBezTo>
                    <a:cubicBezTo>
                      <a:pt x="3155" y="5228"/>
                      <a:pt x="3155" y="5228"/>
                      <a:pt x="3155" y="5228"/>
                    </a:cubicBezTo>
                    <a:cubicBezTo>
                      <a:pt x="2937" y="5578"/>
                      <a:pt x="2584" y="5822"/>
                      <a:pt x="2178" y="5903"/>
                    </a:cubicBezTo>
                    <a:cubicBezTo>
                      <a:pt x="2178" y="5903"/>
                      <a:pt x="2554" y="6279"/>
                      <a:pt x="2554" y="6579"/>
                    </a:cubicBezTo>
                    <a:lnTo>
                      <a:pt x="2554" y="7330"/>
                    </a:lnTo>
                    <a:cubicBezTo>
                      <a:pt x="3005" y="7330"/>
                      <a:pt x="2929" y="8381"/>
                      <a:pt x="2554" y="8456"/>
                    </a:cubicBezTo>
                    <a:cubicBezTo>
                      <a:pt x="2929" y="8454"/>
                      <a:pt x="3230" y="8754"/>
                      <a:pt x="3237" y="9128"/>
                    </a:cubicBezTo>
                    <a:cubicBezTo>
                      <a:pt x="3237" y="9155"/>
                      <a:pt x="3230" y="9181"/>
                      <a:pt x="3230" y="9207"/>
                    </a:cubicBezTo>
                    <a:cubicBezTo>
                      <a:pt x="3545" y="9309"/>
                      <a:pt x="3831" y="9490"/>
                      <a:pt x="4056" y="9733"/>
                    </a:cubicBezTo>
                    <a:lnTo>
                      <a:pt x="4056" y="10183"/>
                    </a:lnTo>
                    <a:cubicBezTo>
                      <a:pt x="3913" y="10251"/>
                      <a:pt x="3748" y="10251"/>
                      <a:pt x="3605" y="10183"/>
                    </a:cubicBezTo>
                    <a:cubicBezTo>
                      <a:pt x="3605" y="10183"/>
                      <a:pt x="3605" y="10183"/>
                      <a:pt x="3605" y="10183"/>
                    </a:cubicBezTo>
                    <a:lnTo>
                      <a:pt x="3605" y="10183"/>
                    </a:lnTo>
                    <a:cubicBezTo>
                      <a:pt x="3312" y="10060"/>
                      <a:pt x="3095" y="9812"/>
                      <a:pt x="3005" y="9507"/>
                    </a:cubicBezTo>
                    <a:cubicBezTo>
                      <a:pt x="2629" y="9462"/>
                      <a:pt x="2291" y="9239"/>
                      <a:pt x="2103" y="8907"/>
                    </a:cubicBezTo>
                    <a:lnTo>
                      <a:pt x="2103" y="8456"/>
                    </a:lnTo>
                    <a:cubicBezTo>
                      <a:pt x="2103" y="8456"/>
                      <a:pt x="2103" y="8456"/>
                      <a:pt x="2103" y="8006"/>
                    </a:cubicBezTo>
                    <a:cubicBezTo>
                      <a:pt x="2103" y="7555"/>
                      <a:pt x="2103" y="7555"/>
                      <a:pt x="2103" y="7555"/>
                    </a:cubicBezTo>
                    <a:cubicBezTo>
                      <a:pt x="2103" y="7555"/>
                      <a:pt x="1202" y="7555"/>
                      <a:pt x="1277" y="6955"/>
                    </a:cubicBezTo>
                    <a:cubicBezTo>
                      <a:pt x="1352" y="6354"/>
                      <a:pt x="76" y="6204"/>
                      <a:pt x="451" y="5753"/>
                    </a:cubicBezTo>
                    <a:cubicBezTo>
                      <a:pt x="76" y="5511"/>
                      <a:pt x="-105" y="5060"/>
                      <a:pt x="0" y="4627"/>
                    </a:cubicBezTo>
                    <a:cubicBezTo>
                      <a:pt x="121" y="4217"/>
                      <a:pt x="474" y="3920"/>
                      <a:pt x="902" y="3876"/>
                    </a:cubicBezTo>
                    <a:lnTo>
                      <a:pt x="902" y="3876"/>
                    </a:lnTo>
                    <a:cubicBezTo>
                      <a:pt x="902" y="3876"/>
                      <a:pt x="902" y="3876"/>
                      <a:pt x="902" y="3876"/>
                    </a:cubicBezTo>
                    <a:cubicBezTo>
                      <a:pt x="1014" y="3225"/>
                      <a:pt x="1525" y="2715"/>
                      <a:pt x="2178" y="2600"/>
                    </a:cubicBezTo>
                    <a:cubicBezTo>
                      <a:pt x="2268" y="1979"/>
                      <a:pt x="2757" y="1491"/>
                      <a:pt x="3380" y="1398"/>
                    </a:cubicBezTo>
                    <a:lnTo>
                      <a:pt x="3380" y="1398"/>
                    </a:lnTo>
                    <a:cubicBezTo>
                      <a:pt x="3425" y="1000"/>
                      <a:pt x="3643" y="642"/>
                      <a:pt x="3981" y="422"/>
                    </a:cubicBezTo>
                    <a:cubicBezTo>
                      <a:pt x="4236" y="153"/>
                      <a:pt x="4664" y="144"/>
                      <a:pt x="4935" y="401"/>
                    </a:cubicBezTo>
                    <a:cubicBezTo>
                      <a:pt x="4942" y="408"/>
                      <a:pt x="4950" y="415"/>
                      <a:pt x="4957" y="422"/>
                    </a:cubicBezTo>
                    <a:cubicBezTo>
                      <a:pt x="5287" y="-55"/>
                      <a:pt x="5941" y="-173"/>
                      <a:pt x="6421" y="158"/>
                    </a:cubicBezTo>
                    <a:cubicBezTo>
                      <a:pt x="6527" y="230"/>
                      <a:pt x="6609" y="319"/>
                      <a:pt x="6684" y="422"/>
                    </a:cubicBezTo>
                    <a:cubicBezTo>
                      <a:pt x="7067" y="255"/>
                      <a:pt x="7503" y="255"/>
                      <a:pt x="7886" y="422"/>
                    </a:cubicBezTo>
                    <a:cubicBezTo>
                      <a:pt x="7886" y="422"/>
                      <a:pt x="8637" y="948"/>
                      <a:pt x="8487" y="1323"/>
                    </a:cubicBezTo>
                    <a:cubicBezTo>
                      <a:pt x="8862" y="1036"/>
                      <a:pt x="9388" y="1036"/>
                      <a:pt x="9763" y="1323"/>
                    </a:cubicBezTo>
                    <a:cubicBezTo>
                      <a:pt x="10049" y="1700"/>
                      <a:pt x="10049" y="2223"/>
                      <a:pt x="9763" y="2600"/>
                    </a:cubicBezTo>
                    <a:cubicBezTo>
                      <a:pt x="10252" y="2626"/>
                      <a:pt x="10710" y="2841"/>
                      <a:pt x="11040" y="3200"/>
                    </a:cubicBezTo>
                    <a:cubicBezTo>
                      <a:pt x="11115" y="3393"/>
                      <a:pt x="11115" y="3608"/>
                      <a:pt x="11040" y="3801"/>
                    </a:cubicBezTo>
                    <a:cubicBezTo>
                      <a:pt x="11040" y="3801"/>
                      <a:pt x="11040" y="3801"/>
                      <a:pt x="11040" y="3801"/>
                    </a:cubicBezTo>
                    <a:cubicBezTo>
                      <a:pt x="10988" y="4119"/>
                      <a:pt x="10792" y="4395"/>
                      <a:pt x="10515" y="4552"/>
                    </a:cubicBezTo>
                    <a:cubicBezTo>
                      <a:pt x="10515" y="4552"/>
                      <a:pt x="9763" y="4552"/>
                      <a:pt x="9839" y="4552"/>
                    </a:cubicBezTo>
                    <a:cubicBezTo>
                      <a:pt x="9298" y="4563"/>
                      <a:pt x="8817" y="4184"/>
                      <a:pt x="8712" y="3651"/>
                    </a:cubicBezTo>
                    <a:lnTo>
                      <a:pt x="8337" y="3651"/>
                    </a:lnTo>
                    <a:cubicBezTo>
                      <a:pt x="8337" y="3651"/>
                      <a:pt x="7736" y="3200"/>
                      <a:pt x="7961" y="2975"/>
                    </a:cubicBezTo>
                    <a:cubicBezTo>
                      <a:pt x="7833" y="3271"/>
                      <a:pt x="7533" y="3452"/>
                      <a:pt x="7210" y="3426"/>
                    </a:cubicBezTo>
                    <a:cubicBezTo>
                      <a:pt x="7233" y="3881"/>
                      <a:pt x="6880" y="4268"/>
                      <a:pt x="6421" y="4289"/>
                    </a:cubicBezTo>
                    <a:cubicBezTo>
                      <a:pt x="5963" y="4310"/>
                      <a:pt x="5580" y="3956"/>
                      <a:pt x="5558" y="3501"/>
                    </a:cubicBezTo>
                    <a:close/>
                  </a:path>
                </a:pathLst>
              </a:custGeom>
              <a:solidFill>
                <a:srgbClr val="333333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1" name="Content Placeholder 4">
                <a:extLst>
                  <a:ext uri="{FF2B5EF4-FFF2-40B4-BE49-F238E27FC236}">
                    <a16:creationId xmlns:a16="http://schemas.microsoft.com/office/drawing/2014/main" id="{4D261F67-3D7D-3274-42E2-1569E1CB442B}"/>
                  </a:ext>
                </a:extLst>
              </p:cNvPr>
              <p:cNvSpPr/>
              <p:nvPr/>
            </p:nvSpPr>
            <p:spPr>
              <a:xfrm>
                <a:off x="5786285" y="868701"/>
                <a:ext cx="6953" cy="8484"/>
              </a:xfrm>
              <a:custGeom>
                <a:avLst/>
                <a:gdLst>
                  <a:gd name="connsiteX0" fmla="*/ 1100 w 6953"/>
                  <a:gd name="connsiteY0" fmla="*/ 7779 h 8484"/>
                  <a:gd name="connsiteX1" fmla="*/ 1551 w 6953"/>
                  <a:gd name="connsiteY1" fmla="*/ 8455 h 8484"/>
                  <a:gd name="connsiteX2" fmla="*/ 2302 w 6953"/>
                  <a:gd name="connsiteY2" fmla="*/ 7929 h 8484"/>
                  <a:gd name="connsiteX3" fmla="*/ 2302 w 6953"/>
                  <a:gd name="connsiteY3" fmla="*/ 7929 h 8484"/>
                  <a:gd name="connsiteX4" fmla="*/ 3353 w 6953"/>
                  <a:gd name="connsiteY4" fmla="*/ 6953 h 8484"/>
                  <a:gd name="connsiteX5" fmla="*/ 3353 w 6953"/>
                  <a:gd name="connsiteY5" fmla="*/ 6953 h 8484"/>
                  <a:gd name="connsiteX6" fmla="*/ 3353 w 6953"/>
                  <a:gd name="connsiteY6" fmla="*/ 6953 h 8484"/>
                  <a:gd name="connsiteX7" fmla="*/ 4029 w 6953"/>
                  <a:gd name="connsiteY7" fmla="*/ 6052 h 8484"/>
                  <a:gd name="connsiteX8" fmla="*/ 4029 w 6953"/>
                  <a:gd name="connsiteY8" fmla="*/ 6728 h 8484"/>
                  <a:gd name="connsiteX9" fmla="*/ 4780 w 6953"/>
                  <a:gd name="connsiteY9" fmla="*/ 6728 h 8484"/>
                  <a:gd name="connsiteX10" fmla="*/ 4780 w 6953"/>
                  <a:gd name="connsiteY10" fmla="*/ 6728 h 8484"/>
                  <a:gd name="connsiteX11" fmla="*/ 4780 w 6953"/>
                  <a:gd name="connsiteY11" fmla="*/ 7178 h 8484"/>
                  <a:gd name="connsiteX12" fmla="*/ 5231 w 6953"/>
                  <a:gd name="connsiteY12" fmla="*/ 7178 h 8484"/>
                  <a:gd name="connsiteX13" fmla="*/ 5231 w 6953"/>
                  <a:gd name="connsiteY13" fmla="*/ 6653 h 8484"/>
                  <a:gd name="connsiteX14" fmla="*/ 5231 w 6953"/>
                  <a:gd name="connsiteY14" fmla="*/ 5752 h 8484"/>
                  <a:gd name="connsiteX15" fmla="*/ 5231 w 6953"/>
                  <a:gd name="connsiteY15" fmla="*/ 5752 h 8484"/>
                  <a:gd name="connsiteX16" fmla="*/ 5231 w 6953"/>
                  <a:gd name="connsiteY16" fmla="*/ 4626 h 8484"/>
                  <a:gd name="connsiteX17" fmla="*/ 5832 w 6953"/>
                  <a:gd name="connsiteY17" fmla="*/ 4025 h 8484"/>
                  <a:gd name="connsiteX18" fmla="*/ 6282 w 6953"/>
                  <a:gd name="connsiteY18" fmla="*/ 3499 h 8484"/>
                  <a:gd name="connsiteX19" fmla="*/ 6733 w 6953"/>
                  <a:gd name="connsiteY19" fmla="*/ 3499 h 8484"/>
                  <a:gd name="connsiteX20" fmla="*/ 6733 w 6953"/>
                  <a:gd name="connsiteY20" fmla="*/ 3049 h 8484"/>
                  <a:gd name="connsiteX21" fmla="*/ 6733 w 6953"/>
                  <a:gd name="connsiteY21" fmla="*/ 3049 h 8484"/>
                  <a:gd name="connsiteX22" fmla="*/ 6733 w 6953"/>
                  <a:gd name="connsiteY22" fmla="*/ 3049 h 8484"/>
                  <a:gd name="connsiteX23" fmla="*/ 6733 w 6953"/>
                  <a:gd name="connsiteY23" fmla="*/ 1998 h 8484"/>
                  <a:gd name="connsiteX24" fmla="*/ 6740 w 6953"/>
                  <a:gd name="connsiteY24" fmla="*/ 1254 h 8484"/>
                  <a:gd name="connsiteX25" fmla="*/ 6733 w 6953"/>
                  <a:gd name="connsiteY25" fmla="*/ 1247 h 8484"/>
                  <a:gd name="connsiteX26" fmla="*/ 6095 w 6953"/>
                  <a:gd name="connsiteY26" fmla="*/ 1207 h 8484"/>
                  <a:gd name="connsiteX27" fmla="*/ 6057 w 6953"/>
                  <a:gd name="connsiteY27" fmla="*/ 1247 h 8484"/>
                  <a:gd name="connsiteX28" fmla="*/ 6057 w 6953"/>
                  <a:gd name="connsiteY28" fmla="*/ 571 h 8484"/>
                  <a:gd name="connsiteX29" fmla="*/ 6057 w 6953"/>
                  <a:gd name="connsiteY29" fmla="*/ 571 h 8484"/>
                  <a:gd name="connsiteX30" fmla="*/ 5787 w 6953"/>
                  <a:gd name="connsiteY30" fmla="*/ -6 h 8484"/>
                  <a:gd name="connsiteX31" fmla="*/ 5681 w 6953"/>
                  <a:gd name="connsiteY31" fmla="*/ -30 h 8484"/>
                  <a:gd name="connsiteX32" fmla="*/ 5246 w 6953"/>
                  <a:gd name="connsiteY32" fmla="*/ 435 h 8484"/>
                  <a:gd name="connsiteX33" fmla="*/ 5306 w 6953"/>
                  <a:gd name="connsiteY33" fmla="*/ 646 h 8484"/>
                  <a:gd name="connsiteX34" fmla="*/ 5036 w 6953"/>
                  <a:gd name="connsiteY34" fmla="*/ 69 h 8484"/>
                  <a:gd name="connsiteX35" fmla="*/ 4931 w 6953"/>
                  <a:gd name="connsiteY35" fmla="*/ 45 h 8484"/>
                  <a:gd name="connsiteX36" fmla="*/ 4855 w 6953"/>
                  <a:gd name="connsiteY36" fmla="*/ 571 h 8484"/>
                  <a:gd name="connsiteX37" fmla="*/ 4931 w 6953"/>
                  <a:gd name="connsiteY37" fmla="*/ 646 h 8484"/>
                  <a:gd name="connsiteX38" fmla="*/ 4405 w 6953"/>
                  <a:gd name="connsiteY38" fmla="*/ 646 h 8484"/>
                  <a:gd name="connsiteX39" fmla="*/ 4405 w 6953"/>
                  <a:gd name="connsiteY39" fmla="*/ 1172 h 8484"/>
                  <a:gd name="connsiteX40" fmla="*/ 3804 w 6953"/>
                  <a:gd name="connsiteY40" fmla="*/ 1172 h 8484"/>
                  <a:gd name="connsiteX41" fmla="*/ 3804 w 6953"/>
                  <a:gd name="connsiteY41" fmla="*/ 1697 h 8484"/>
                  <a:gd name="connsiteX42" fmla="*/ 3068 w 6953"/>
                  <a:gd name="connsiteY42" fmla="*/ 1609 h 8484"/>
                  <a:gd name="connsiteX43" fmla="*/ 2978 w 6953"/>
                  <a:gd name="connsiteY43" fmla="*/ 1697 h 8484"/>
                  <a:gd name="connsiteX44" fmla="*/ 2602 w 6953"/>
                  <a:gd name="connsiteY44" fmla="*/ 2598 h 8484"/>
                  <a:gd name="connsiteX45" fmla="*/ 2077 w 6953"/>
                  <a:gd name="connsiteY45" fmla="*/ 2598 h 8484"/>
                  <a:gd name="connsiteX46" fmla="*/ 2077 w 6953"/>
                  <a:gd name="connsiteY46" fmla="*/ 3049 h 8484"/>
                  <a:gd name="connsiteX47" fmla="*/ 1701 w 6953"/>
                  <a:gd name="connsiteY47" fmla="*/ 3049 h 8484"/>
                  <a:gd name="connsiteX48" fmla="*/ 1701 w 6953"/>
                  <a:gd name="connsiteY48" fmla="*/ 3499 h 8484"/>
                  <a:gd name="connsiteX49" fmla="*/ 875 w 6953"/>
                  <a:gd name="connsiteY49" fmla="*/ 3698 h 8484"/>
                  <a:gd name="connsiteX50" fmla="*/ 875 w 6953"/>
                  <a:gd name="connsiteY50" fmla="*/ 4325 h 8484"/>
                  <a:gd name="connsiteX51" fmla="*/ 424 w 6953"/>
                  <a:gd name="connsiteY51" fmla="*/ 4325 h 8484"/>
                  <a:gd name="connsiteX52" fmla="*/ 49 w 6953"/>
                  <a:gd name="connsiteY52" fmla="*/ 4325 h 8484"/>
                  <a:gd name="connsiteX53" fmla="*/ 49 w 6953"/>
                  <a:gd name="connsiteY53" fmla="*/ 4776 h 8484"/>
                  <a:gd name="connsiteX54" fmla="*/ 424 w 6953"/>
                  <a:gd name="connsiteY54" fmla="*/ 4776 h 8484"/>
                  <a:gd name="connsiteX55" fmla="*/ -26 w 6953"/>
                  <a:gd name="connsiteY55" fmla="*/ 5301 h 8484"/>
                  <a:gd name="connsiteX56" fmla="*/ 424 w 6953"/>
                  <a:gd name="connsiteY56" fmla="*/ 5301 h 8484"/>
                  <a:gd name="connsiteX57" fmla="*/ -26 w 6953"/>
                  <a:gd name="connsiteY57" fmla="*/ 6052 h 8484"/>
                  <a:gd name="connsiteX58" fmla="*/ 725 w 6953"/>
                  <a:gd name="connsiteY58" fmla="*/ 6052 h 8484"/>
                  <a:gd name="connsiteX59" fmla="*/ 725 w 6953"/>
                  <a:gd name="connsiteY59" fmla="*/ 6728 h 8484"/>
                  <a:gd name="connsiteX60" fmla="*/ 387 w 6953"/>
                  <a:gd name="connsiteY60" fmla="*/ 7441 h 8484"/>
                  <a:gd name="connsiteX61" fmla="*/ 1100 w 6953"/>
                  <a:gd name="connsiteY61" fmla="*/ 7779 h 84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6953" h="8484">
                    <a:moveTo>
                      <a:pt x="1100" y="7779"/>
                    </a:moveTo>
                    <a:cubicBezTo>
                      <a:pt x="1100" y="7779"/>
                      <a:pt x="1100" y="8455"/>
                      <a:pt x="1551" y="8455"/>
                    </a:cubicBezTo>
                    <a:cubicBezTo>
                      <a:pt x="1866" y="8404"/>
                      <a:pt x="2144" y="8210"/>
                      <a:pt x="2302" y="7929"/>
                    </a:cubicBezTo>
                    <a:lnTo>
                      <a:pt x="2302" y="7929"/>
                    </a:lnTo>
                    <a:cubicBezTo>
                      <a:pt x="2798" y="7803"/>
                      <a:pt x="3188" y="7436"/>
                      <a:pt x="3353" y="6953"/>
                    </a:cubicBezTo>
                    <a:lnTo>
                      <a:pt x="3353" y="6953"/>
                    </a:lnTo>
                    <a:lnTo>
                      <a:pt x="3353" y="6953"/>
                    </a:lnTo>
                    <a:cubicBezTo>
                      <a:pt x="3714" y="6783"/>
                      <a:pt x="3969" y="6446"/>
                      <a:pt x="4029" y="6052"/>
                    </a:cubicBezTo>
                    <a:cubicBezTo>
                      <a:pt x="4029" y="6052"/>
                      <a:pt x="4029" y="6653"/>
                      <a:pt x="4029" y="6728"/>
                    </a:cubicBezTo>
                    <a:cubicBezTo>
                      <a:pt x="4255" y="6880"/>
                      <a:pt x="4555" y="6880"/>
                      <a:pt x="4780" y="6728"/>
                    </a:cubicBezTo>
                    <a:lnTo>
                      <a:pt x="4780" y="6728"/>
                    </a:lnTo>
                    <a:cubicBezTo>
                      <a:pt x="4780" y="6728"/>
                      <a:pt x="4780" y="6728"/>
                      <a:pt x="4780" y="7178"/>
                    </a:cubicBezTo>
                    <a:cubicBezTo>
                      <a:pt x="4780" y="7629"/>
                      <a:pt x="4780" y="7178"/>
                      <a:pt x="5231" y="7178"/>
                    </a:cubicBezTo>
                    <a:cubicBezTo>
                      <a:pt x="5276" y="7006"/>
                      <a:pt x="5276" y="6825"/>
                      <a:pt x="5231" y="6653"/>
                    </a:cubicBezTo>
                    <a:cubicBezTo>
                      <a:pt x="5411" y="6379"/>
                      <a:pt x="5411" y="6026"/>
                      <a:pt x="5231" y="5752"/>
                    </a:cubicBezTo>
                    <a:lnTo>
                      <a:pt x="5231" y="5752"/>
                    </a:lnTo>
                    <a:cubicBezTo>
                      <a:pt x="5366" y="5389"/>
                      <a:pt x="5366" y="4988"/>
                      <a:pt x="5231" y="4626"/>
                    </a:cubicBezTo>
                    <a:cubicBezTo>
                      <a:pt x="5561" y="4626"/>
                      <a:pt x="5832" y="4357"/>
                      <a:pt x="5832" y="4025"/>
                    </a:cubicBezTo>
                    <a:cubicBezTo>
                      <a:pt x="6049" y="3924"/>
                      <a:pt x="6215" y="3732"/>
                      <a:pt x="6282" y="3499"/>
                    </a:cubicBezTo>
                    <a:cubicBezTo>
                      <a:pt x="6282" y="3499"/>
                      <a:pt x="6282" y="3499"/>
                      <a:pt x="6733" y="3499"/>
                    </a:cubicBezTo>
                    <a:cubicBezTo>
                      <a:pt x="6770" y="3351"/>
                      <a:pt x="6770" y="3197"/>
                      <a:pt x="6733" y="3049"/>
                    </a:cubicBezTo>
                    <a:lnTo>
                      <a:pt x="6733" y="3049"/>
                    </a:lnTo>
                    <a:lnTo>
                      <a:pt x="6733" y="3049"/>
                    </a:lnTo>
                    <a:cubicBezTo>
                      <a:pt x="6988" y="2744"/>
                      <a:pt x="6988" y="2302"/>
                      <a:pt x="6733" y="1998"/>
                    </a:cubicBezTo>
                    <a:cubicBezTo>
                      <a:pt x="6943" y="1794"/>
                      <a:pt x="6943" y="1461"/>
                      <a:pt x="6740" y="1254"/>
                    </a:cubicBezTo>
                    <a:cubicBezTo>
                      <a:pt x="6740" y="1252"/>
                      <a:pt x="6733" y="1249"/>
                      <a:pt x="6733" y="1247"/>
                    </a:cubicBezTo>
                    <a:cubicBezTo>
                      <a:pt x="6568" y="1060"/>
                      <a:pt x="6282" y="1042"/>
                      <a:pt x="6095" y="1207"/>
                    </a:cubicBezTo>
                    <a:cubicBezTo>
                      <a:pt x="6079" y="1220"/>
                      <a:pt x="6072" y="1232"/>
                      <a:pt x="6057" y="1247"/>
                    </a:cubicBezTo>
                    <a:cubicBezTo>
                      <a:pt x="6192" y="1043"/>
                      <a:pt x="6192" y="775"/>
                      <a:pt x="6057" y="571"/>
                    </a:cubicBezTo>
                    <a:lnTo>
                      <a:pt x="6057" y="571"/>
                    </a:lnTo>
                    <a:cubicBezTo>
                      <a:pt x="6139" y="337"/>
                      <a:pt x="6019" y="78"/>
                      <a:pt x="5787" y="-6"/>
                    </a:cubicBezTo>
                    <a:cubicBezTo>
                      <a:pt x="5749" y="-18"/>
                      <a:pt x="5719" y="-26"/>
                      <a:pt x="5681" y="-30"/>
                    </a:cubicBezTo>
                    <a:cubicBezTo>
                      <a:pt x="5434" y="-21"/>
                      <a:pt x="5238" y="187"/>
                      <a:pt x="5246" y="435"/>
                    </a:cubicBezTo>
                    <a:cubicBezTo>
                      <a:pt x="5246" y="509"/>
                      <a:pt x="5268" y="581"/>
                      <a:pt x="5306" y="646"/>
                    </a:cubicBezTo>
                    <a:cubicBezTo>
                      <a:pt x="5388" y="412"/>
                      <a:pt x="5268" y="154"/>
                      <a:pt x="5036" y="69"/>
                    </a:cubicBezTo>
                    <a:cubicBezTo>
                      <a:pt x="4998" y="57"/>
                      <a:pt x="4968" y="49"/>
                      <a:pt x="4931" y="45"/>
                    </a:cubicBezTo>
                    <a:cubicBezTo>
                      <a:pt x="4765" y="170"/>
                      <a:pt x="4728" y="405"/>
                      <a:pt x="4855" y="571"/>
                    </a:cubicBezTo>
                    <a:cubicBezTo>
                      <a:pt x="4878" y="599"/>
                      <a:pt x="4901" y="625"/>
                      <a:pt x="4931" y="646"/>
                    </a:cubicBezTo>
                    <a:cubicBezTo>
                      <a:pt x="4931" y="646"/>
                      <a:pt x="4931" y="646"/>
                      <a:pt x="4405" y="646"/>
                    </a:cubicBezTo>
                    <a:cubicBezTo>
                      <a:pt x="4292" y="803"/>
                      <a:pt x="4292" y="1015"/>
                      <a:pt x="4405" y="1172"/>
                    </a:cubicBezTo>
                    <a:cubicBezTo>
                      <a:pt x="4217" y="1064"/>
                      <a:pt x="3992" y="1064"/>
                      <a:pt x="3804" y="1172"/>
                    </a:cubicBezTo>
                    <a:lnTo>
                      <a:pt x="3804" y="1697"/>
                    </a:lnTo>
                    <a:cubicBezTo>
                      <a:pt x="3624" y="1469"/>
                      <a:pt x="3293" y="1430"/>
                      <a:pt x="3068" y="1609"/>
                    </a:cubicBezTo>
                    <a:cubicBezTo>
                      <a:pt x="3030" y="1635"/>
                      <a:pt x="3000" y="1665"/>
                      <a:pt x="2978" y="1697"/>
                    </a:cubicBezTo>
                    <a:cubicBezTo>
                      <a:pt x="2767" y="1953"/>
                      <a:pt x="2632" y="2267"/>
                      <a:pt x="2602" y="2598"/>
                    </a:cubicBezTo>
                    <a:lnTo>
                      <a:pt x="2077" y="2598"/>
                    </a:lnTo>
                    <a:lnTo>
                      <a:pt x="2077" y="3049"/>
                    </a:lnTo>
                    <a:lnTo>
                      <a:pt x="1701" y="3049"/>
                    </a:lnTo>
                    <a:lnTo>
                      <a:pt x="1701" y="3499"/>
                    </a:lnTo>
                    <a:cubicBezTo>
                      <a:pt x="1416" y="3326"/>
                      <a:pt x="1048" y="3415"/>
                      <a:pt x="875" y="3698"/>
                    </a:cubicBezTo>
                    <a:cubicBezTo>
                      <a:pt x="755" y="3890"/>
                      <a:pt x="755" y="4133"/>
                      <a:pt x="875" y="4325"/>
                    </a:cubicBezTo>
                    <a:cubicBezTo>
                      <a:pt x="732" y="4258"/>
                      <a:pt x="567" y="4258"/>
                      <a:pt x="424" y="4325"/>
                    </a:cubicBezTo>
                    <a:lnTo>
                      <a:pt x="49" y="4325"/>
                    </a:lnTo>
                    <a:cubicBezTo>
                      <a:pt x="49" y="4325"/>
                      <a:pt x="49" y="4325"/>
                      <a:pt x="49" y="4776"/>
                    </a:cubicBezTo>
                    <a:cubicBezTo>
                      <a:pt x="49" y="5226"/>
                      <a:pt x="49" y="5226"/>
                      <a:pt x="424" y="4776"/>
                    </a:cubicBezTo>
                    <a:cubicBezTo>
                      <a:pt x="800" y="4325"/>
                      <a:pt x="-26" y="4776"/>
                      <a:pt x="-26" y="5301"/>
                    </a:cubicBezTo>
                    <a:cubicBezTo>
                      <a:pt x="-26" y="5827"/>
                      <a:pt x="-26" y="5827"/>
                      <a:pt x="424" y="5301"/>
                    </a:cubicBezTo>
                    <a:cubicBezTo>
                      <a:pt x="132" y="5429"/>
                      <a:pt x="-56" y="5731"/>
                      <a:pt x="-26" y="6052"/>
                    </a:cubicBezTo>
                    <a:cubicBezTo>
                      <a:pt x="-26" y="6052"/>
                      <a:pt x="500" y="6578"/>
                      <a:pt x="725" y="6052"/>
                    </a:cubicBezTo>
                    <a:cubicBezTo>
                      <a:pt x="950" y="5526"/>
                      <a:pt x="725" y="6578"/>
                      <a:pt x="725" y="6728"/>
                    </a:cubicBezTo>
                    <a:cubicBezTo>
                      <a:pt x="432" y="6832"/>
                      <a:pt x="282" y="7151"/>
                      <a:pt x="387" y="7441"/>
                    </a:cubicBezTo>
                    <a:cubicBezTo>
                      <a:pt x="492" y="7732"/>
                      <a:pt x="807" y="7883"/>
                      <a:pt x="1100" y="7779"/>
                    </a:cubicBezTo>
                    <a:close/>
                  </a:path>
                </a:pathLst>
              </a:custGeom>
              <a:solidFill>
                <a:srgbClr val="333333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2" name="Content Placeholder 4">
                <a:extLst>
                  <a:ext uri="{FF2B5EF4-FFF2-40B4-BE49-F238E27FC236}">
                    <a16:creationId xmlns:a16="http://schemas.microsoft.com/office/drawing/2014/main" id="{099BA3BB-2635-BE16-DFCA-EB52E9AE0E5A}"/>
                  </a:ext>
                </a:extLst>
              </p:cNvPr>
              <p:cNvSpPr/>
              <p:nvPr/>
            </p:nvSpPr>
            <p:spPr>
              <a:xfrm>
                <a:off x="5796661" y="884844"/>
                <a:ext cx="18315" cy="22975"/>
              </a:xfrm>
              <a:custGeom>
                <a:avLst/>
                <a:gdLst>
                  <a:gd name="connsiteX0" fmla="*/ 562 w 18315"/>
                  <a:gd name="connsiteY0" fmla="*/ 3424 h 22975"/>
                  <a:gd name="connsiteX1" fmla="*/ 112 w 18315"/>
                  <a:gd name="connsiteY1" fmla="*/ 3424 h 22975"/>
                  <a:gd name="connsiteX2" fmla="*/ 112 w 18315"/>
                  <a:gd name="connsiteY2" fmla="*/ 4550 h 22975"/>
                  <a:gd name="connsiteX3" fmla="*/ 1163 w 18315"/>
                  <a:gd name="connsiteY3" fmla="*/ 8230 h 22975"/>
                  <a:gd name="connsiteX4" fmla="*/ 2064 w 18315"/>
                  <a:gd name="connsiteY4" fmla="*/ 11233 h 22975"/>
                  <a:gd name="connsiteX5" fmla="*/ 4918 w 18315"/>
                  <a:gd name="connsiteY5" fmla="*/ 20168 h 22975"/>
                  <a:gd name="connsiteX6" fmla="*/ 6195 w 18315"/>
                  <a:gd name="connsiteY6" fmla="*/ 22946 h 22975"/>
                  <a:gd name="connsiteX7" fmla="*/ 6195 w 18315"/>
                  <a:gd name="connsiteY7" fmla="*/ 22946 h 22975"/>
                  <a:gd name="connsiteX8" fmla="*/ 6645 w 18315"/>
                  <a:gd name="connsiteY8" fmla="*/ 22946 h 22975"/>
                  <a:gd name="connsiteX9" fmla="*/ 18286 w 18315"/>
                  <a:gd name="connsiteY9" fmla="*/ 16339 h 22975"/>
                  <a:gd name="connsiteX10" fmla="*/ 14606 w 18315"/>
                  <a:gd name="connsiteY10" fmla="*/ 10933 h 22975"/>
                  <a:gd name="connsiteX11" fmla="*/ 11301 w 18315"/>
                  <a:gd name="connsiteY11" fmla="*/ 6277 h 22975"/>
                  <a:gd name="connsiteX12" fmla="*/ 6345 w 18315"/>
                  <a:gd name="connsiteY12" fmla="*/ 1097 h 22975"/>
                  <a:gd name="connsiteX13" fmla="*/ 5068 w 18315"/>
                  <a:gd name="connsiteY13" fmla="*/ -30 h 22975"/>
                  <a:gd name="connsiteX14" fmla="*/ 3867 w 18315"/>
                  <a:gd name="connsiteY14" fmla="*/ 946 h 22975"/>
                  <a:gd name="connsiteX15" fmla="*/ 562 w 18315"/>
                  <a:gd name="connsiteY15" fmla="*/ 3424 h 2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8315" h="22975">
                    <a:moveTo>
                      <a:pt x="562" y="3424"/>
                    </a:moveTo>
                    <a:lnTo>
                      <a:pt x="112" y="3424"/>
                    </a:lnTo>
                    <a:cubicBezTo>
                      <a:pt x="-76" y="3776"/>
                      <a:pt x="-76" y="4198"/>
                      <a:pt x="112" y="4550"/>
                    </a:cubicBezTo>
                    <a:lnTo>
                      <a:pt x="1163" y="8230"/>
                    </a:lnTo>
                    <a:lnTo>
                      <a:pt x="2064" y="11233"/>
                    </a:lnTo>
                    <a:cubicBezTo>
                      <a:pt x="2890" y="14236"/>
                      <a:pt x="3791" y="17240"/>
                      <a:pt x="4918" y="20168"/>
                    </a:cubicBezTo>
                    <a:cubicBezTo>
                      <a:pt x="5369" y="21069"/>
                      <a:pt x="5744" y="22045"/>
                      <a:pt x="6195" y="22946"/>
                    </a:cubicBezTo>
                    <a:lnTo>
                      <a:pt x="6195" y="22946"/>
                    </a:lnTo>
                    <a:cubicBezTo>
                      <a:pt x="6195" y="22946"/>
                      <a:pt x="6195" y="22946"/>
                      <a:pt x="6645" y="22946"/>
                    </a:cubicBezTo>
                    <a:cubicBezTo>
                      <a:pt x="11114" y="22001"/>
                      <a:pt x="15184" y="19693"/>
                      <a:pt x="18286" y="16339"/>
                    </a:cubicBezTo>
                    <a:lnTo>
                      <a:pt x="14606" y="10933"/>
                    </a:lnTo>
                    <a:cubicBezTo>
                      <a:pt x="13554" y="9356"/>
                      <a:pt x="12428" y="7779"/>
                      <a:pt x="11301" y="6277"/>
                    </a:cubicBezTo>
                    <a:cubicBezTo>
                      <a:pt x="9807" y="4407"/>
                      <a:pt x="8147" y="2673"/>
                      <a:pt x="6345" y="1097"/>
                    </a:cubicBezTo>
                    <a:cubicBezTo>
                      <a:pt x="6345" y="1097"/>
                      <a:pt x="5444" y="-30"/>
                      <a:pt x="5068" y="-30"/>
                    </a:cubicBezTo>
                    <a:cubicBezTo>
                      <a:pt x="4693" y="-30"/>
                      <a:pt x="4242" y="646"/>
                      <a:pt x="3867" y="946"/>
                    </a:cubicBezTo>
                    <a:cubicBezTo>
                      <a:pt x="2905" y="1946"/>
                      <a:pt x="1794" y="2783"/>
                      <a:pt x="562" y="3424"/>
                    </a:cubicBezTo>
                    <a:close/>
                  </a:path>
                </a:pathLst>
              </a:custGeom>
              <a:solidFill>
                <a:srgbClr val="AA4A4D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3" name="Content Placeholder 4">
                <a:extLst>
                  <a:ext uri="{FF2B5EF4-FFF2-40B4-BE49-F238E27FC236}">
                    <a16:creationId xmlns:a16="http://schemas.microsoft.com/office/drawing/2014/main" id="{483E5E10-B422-6CA4-1EED-BC015740742B}"/>
                  </a:ext>
                </a:extLst>
              </p:cNvPr>
              <p:cNvSpPr/>
              <p:nvPr/>
            </p:nvSpPr>
            <p:spPr>
              <a:xfrm>
                <a:off x="5796339" y="889160"/>
                <a:ext cx="11941" cy="14659"/>
              </a:xfrm>
              <a:custGeom>
                <a:avLst/>
                <a:gdLst>
                  <a:gd name="connsiteX0" fmla="*/ -17 w 11941"/>
                  <a:gd name="connsiteY0" fmla="*/ 760 h 14659"/>
                  <a:gd name="connsiteX1" fmla="*/ 1335 w 11941"/>
                  <a:gd name="connsiteY1" fmla="*/ 11798 h 14659"/>
                  <a:gd name="connsiteX2" fmla="*/ 1710 w 11941"/>
                  <a:gd name="connsiteY2" fmla="*/ 12849 h 14659"/>
                  <a:gd name="connsiteX3" fmla="*/ 2837 w 11941"/>
                  <a:gd name="connsiteY3" fmla="*/ 13449 h 14659"/>
                  <a:gd name="connsiteX4" fmla="*/ 10347 w 11941"/>
                  <a:gd name="connsiteY4" fmla="*/ 14576 h 14659"/>
                  <a:gd name="connsiteX5" fmla="*/ 11473 w 11941"/>
                  <a:gd name="connsiteY5" fmla="*/ 14125 h 14659"/>
                  <a:gd name="connsiteX6" fmla="*/ 11849 w 11941"/>
                  <a:gd name="connsiteY6" fmla="*/ 13074 h 14659"/>
                  <a:gd name="connsiteX7" fmla="*/ 10347 w 11941"/>
                  <a:gd name="connsiteY7" fmla="*/ 12473 h 14659"/>
                  <a:gd name="connsiteX8" fmla="*/ 5765 w 11941"/>
                  <a:gd name="connsiteY8" fmla="*/ 11647 h 14659"/>
                  <a:gd name="connsiteX9" fmla="*/ 4264 w 11941"/>
                  <a:gd name="connsiteY9" fmla="*/ 10746 h 14659"/>
                  <a:gd name="connsiteX10" fmla="*/ 3663 w 11941"/>
                  <a:gd name="connsiteY10" fmla="*/ 8869 h 14659"/>
                  <a:gd name="connsiteX11" fmla="*/ 3212 w 11941"/>
                  <a:gd name="connsiteY11" fmla="*/ 2112 h 14659"/>
                  <a:gd name="connsiteX12" fmla="*/ 2161 w 11941"/>
                  <a:gd name="connsiteY12" fmla="*/ 310 h 14659"/>
                  <a:gd name="connsiteX13" fmla="*/ -17 w 11941"/>
                  <a:gd name="connsiteY13" fmla="*/ 760 h 146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1941" h="14659">
                    <a:moveTo>
                      <a:pt x="-17" y="760"/>
                    </a:moveTo>
                    <a:lnTo>
                      <a:pt x="1335" y="11798"/>
                    </a:lnTo>
                    <a:cubicBezTo>
                      <a:pt x="1380" y="12171"/>
                      <a:pt x="1507" y="12530"/>
                      <a:pt x="1710" y="12849"/>
                    </a:cubicBezTo>
                    <a:cubicBezTo>
                      <a:pt x="1980" y="13206"/>
                      <a:pt x="2393" y="13427"/>
                      <a:pt x="2837" y="13449"/>
                    </a:cubicBezTo>
                    <a:cubicBezTo>
                      <a:pt x="5217" y="14398"/>
                      <a:pt x="7793" y="14783"/>
                      <a:pt x="10347" y="14576"/>
                    </a:cubicBezTo>
                    <a:cubicBezTo>
                      <a:pt x="10760" y="14555"/>
                      <a:pt x="11158" y="14396"/>
                      <a:pt x="11473" y="14125"/>
                    </a:cubicBezTo>
                    <a:cubicBezTo>
                      <a:pt x="11849" y="13925"/>
                      <a:pt x="12014" y="13469"/>
                      <a:pt x="11849" y="13074"/>
                    </a:cubicBezTo>
                    <a:cubicBezTo>
                      <a:pt x="11849" y="12548"/>
                      <a:pt x="10872" y="12548"/>
                      <a:pt x="10347" y="12473"/>
                    </a:cubicBezTo>
                    <a:cubicBezTo>
                      <a:pt x="8785" y="12468"/>
                      <a:pt x="7230" y="12189"/>
                      <a:pt x="5765" y="11647"/>
                    </a:cubicBezTo>
                    <a:cubicBezTo>
                      <a:pt x="5172" y="11533"/>
                      <a:pt x="4639" y="11214"/>
                      <a:pt x="4264" y="10746"/>
                    </a:cubicBezTo>
                    <a:cubicBezTo>
                      <a:pt x="3888" y="10192"/>
                      <a:pt x="3678" y="9540"/>
                      <a:pt x="3663" y="8869"/>
                    </a:cubicBezTo>
                    <a:cubicBezTo>
                      <a:pt x="3663" y="6617"/>
                      <a:pt x="3663" y="4364"/>
                      <a:pt x="3212" y="2112"/>
                    </a:cubicBezTo>
                    <a:cubicBezTo>
                      <a:pt x="3212" y="1286"/>
                      <a:pt x="3212" y="685"/>
                      <a:pt x="2161" y="310"/>
                    </a:cubicBezTo>
                    <a:cubicBezTo>
                      <a:pt x="1109" y="-66"/>
                      <a:pt x="-167" y="-366"/>
                      <a:pt x="-17" y="760"/>
                    </a:cubicBezTo>
                    <a:close/>
                  </a:path>
                </a:pathLst>
              </a:custGeom>
              <a:solidFill>
                <a:srgbClr val="B79A7D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4" name="Content Placeholder 4">
                <a:extLst>
                  <a:ext uri="{FF2B5EF4-FFF2-40B4-BE49-F238E27FC236}">
                    <a16:creationId xmlns:a16="http://schemas.microsoft.com/office/drawing/2014/main" id="{A4574AA0-34C3-EB4A-0FC0-EF6C9143266D}"/>
                  </a:ext>
                </a:extLst>
              </p:cNvPr>
              <p:cNvSpPr/>
              <p:nvPr/>
            </p:nvSpPr>
            <p:spPr>
              <a:xfrm>
                <a:off x="5789216" y="878604"/>
                <a:ext cx="6887" cy="6742"/>
              </a:xfrm>
              <a:custGeom>
                <a:avLst/>
                <a:gdLst>
                  <a:gd name="connsiteX0" fmla="*/ 4252 w 6887"/>
                  <a:gd name="connsiteY0" fmla="*/ 504 h 6742"/>
                  <a:gd name="connsiteX1" fmla="*/ 4777 w 6887"/>
                  <a:gd name="connsiteY1" fmla="*/ 955 h 6742"/>
                  <a:gd name="connsiteX2" fmla="*/ 4777 w 6887"/>
                  <a:gd name="connsiteY2" fmla="*/ 1555 h 6742"/>
                  <a:gd name="connsiteX3" fmla="*/ 5378 w 6887"/>
                  <a:gd name="connsiteY3" fmla="*/ 2381 h 6742"/>
                  <a:gd name="connsiteX4" fmla="*/ 5754 w 6887"/>
                  <a:gd name="connsiteY4" fmla="*/ 3207 h 6742"/>
                  <a:gd name="connsiteX5" fmla="*/ 5881 w 6887"/>
                  <a:gd name="connsiteY5" fmla="*/ 3832 h 6742"/>
                  <a:gd name="connsiteX6" fmla="*/ 5754 w 6887"/>
                  <a:gd name="connsiteY6" fmla="*/ 3958 h 6742"/>
                  <a:gd name="connsiteX7" fmla="*/ 6279 w 6887"/>
                  <a:gd name="connsiteY7" fmla="*/ 4409 h 6742"/>
                  <a:gd name="connsiteX8" fmla="*/ 5829 w 6887"/>
                  <a:gd name="connsiteY8" fmla="*/ 5009 h 6742"/>
                  <a:gd name="connsiteX9" fmla="*/ 6355 w 6887"/>
                  <a:gd name="connsiteY9" fmla="*/ 5009 h 6742"/>
                  <a:gd name="connsiteX10" fmla="*/ 6355 w 6887"/>
                  <a:gd name="connsiteY10" fmla="*/ 5460 h 6742"/>
                  <a:gd name="connsiteX11" fmla="*/ 6858 w 6887"/>
                  <a:gd name="connsiteY11" fmla="*/ 6009 h 6742"/>
                  <a:gd name="connsiteX12" fmla="*/ 6805 w 6887"/>
                  <a:gd name="connsiteY12" fmla="*/ 6211 h 6742"/>
                  <a:gd name="connsiteX13" fmla="*/ 5956 w 6887"/>
                  <a:gd name="connsiteY13" fmla="*/ 6264 h 6742"/>
                  <a:gd name="connsiteX14" fmla="*/ 5904 w 6887"/>
                  <a:gd name="connsiteY14" fmla="*/ 6211 h 6742"/>
                  <a:gd name="connsiteX15" fmla="*/ 5453 w 6887"/>
                  <a:gd name="connsiteY15" fmla="*/ 6661 h 6742"/>
                  <a:gd name="connsiteX16" fmla="*/ 4852 w 6887"/>
                  <a:gd name="connsiteY16" fmla="*/ 6661 h 6742"/>
                  <a:gd name="connsiteX17" fmla="*/ 4177 w 6887"/>
                  <a:gd name="connsiteY17" fmla="*/ 6661 h 6742"/>
                  <a:gd name="connsiteX18" fmla="*/ 3726 w 6887"/>
                  <a:gd name="connsiteY18" fmla="*/ 6136 h 6742"/>
                  <a:gd name="connsiteX19" fmla="*/ 3125 w 6887"/>
                  <a:gd name="connsiteY19" fmla="*/ 6136 h 6742"/>
                  <a:gd name="connsiteX20" fmla="*/ 3125 w 6887"/>
                  <a:gd name="connsiteY20" fmla="*/ 5535 h 6742"/>
                  <a:gd name="connsiteX21" fmla="*/ 2299 w 6887"/>
                  <a:gd name="connsiteY21" fmla="*/ 5535 h 6742"/>
                  <a:gd name="connsiteX22" fmla="*/ 2299 w 6887"/>
                  <a:gd name="connsiteY22" fmla="*/ 4859 h 6742"/>
                  <a:gd name="connsiteX23" fmla="*/ 1248 w 6887"/>
                  <a:gd name="connsiteY23" fmla="*/ 4108 h 6742"/>
                  <a:gd name="connsiteX24" fmla="*/ 1248 w 6887"/>
                  <a:gd name="connsiteY24" fmla="*/ 4108 h 6742"/>
                  <a:gd name="connsiteX25" fmla="*/ 497 w 6887"/>
                  <a:gd name="connsiteY25" fmla="*/ 3658 h 6742"/>
                  <a:gd name="connsiteX26" fmla="*/ 497 w 6887"/>
                  <a:gd name="connsiteY26" fmla="*/ 2832 h 6742"/>
                  <a:gd name="connsiteX27" fmla="*/ -21 w 6887"/>
                  <a:gd name="connsiteY27" fmla="*/ 2462 h 6742"/>
                  <a:gd name="connsiteX28" fmla="*/ -29 w 6887"/>
                  <a:gd name="connsiteY28" fmla="*/ 2381 h 6742"/>
                  <a:gd name="connsiteX29" fmla="*/ 422 w 6887"/>
                  <a:gd name="connsiteY29" fmla="*/ 1781 h 6742"/>
                  <a:gd name="connsiteX30" fmla="*/ 46 w 6887"/>
                  <a:gd name="connsiteY30" fmla="*/ 1330 h 6742"/>
                  <a:gd name="connsiteX31" fmla="*/ 46 w 6887"/>
                  <a:gd name="connsiteY31" fmla="*/ 1330 h 6742"/>
                  <a:gd name="connsiteX32" fmla="*/ 46 w 6887"/>
                  <a:gd name="connsiteY32" fmla="*/ 1330 h 6742"/>
                  <a:gd name="connsiteX33" fmla="*/ 647 w 6887"/>
                  <a:gd name="connsiteY33" fmla="*/ 1330 h 6742"/>
                  <a:gd name="connsiteX34" fmla="*/ 647 w 6887"/>
                  <a:gd name="connsiteY34" fmla="*/ 805 h 6742"/>
                  <a:gd name="connsiteX35" fmla="*/ 1173 w 6887"/>
                  <a:gd name="connsiteY35" fmla="*/ 805 h 6742"/>
                  <a:gd name="connsiteX36" fmla="*/ 2832 w 6887"/>
                  <a:gd name="connsiteY36" fmla="*/ 91 h 6742"/>
                  <a:gd name="connsiteX37" fmla="*/ 3050 w 6887"/>
                  <a:gd name="connsiteY37" fmla="*/ 204 h 6742"/>
                  <a:gd name="connsiteX38" fmla="*/ 4026 w 6887"/>
                  <a:gd name="connsiteY38" fmla="*/ 204 h 6742"/>
                  <a:gd name="connsiteX39" fmla="*/ 4026 w 6887"/>
                  <a:gd name="connsiteY39" fmla="*/ 729 h 6742"/>
                  <a:gd name="connsiteX40" fmla="*/ 4252 w 6887"/>
                  <a:gd name="connsiteY40" fmla="*/ 504 h 67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6887" h="6742">
                    <a:moveTo>
                      <a:pt x="4252" y="504"/>
                    </a:moveTo>
                    <a:cubicBezTo>
                      <a:pt x="4462" y="612"/>
                      <a:pt x="4642" y="765"/>
                      <a:pt x="4777" y="955"/>
                    </a:cubicBezTo>
                    <a:cubicBezTo>
                      <a:pt x="4883" y="1140"/>
                      <a:pt x="4883" y="1369"/>
                      <a:pt x="4777" y="1555"/>
                    </a:cubicBezTo>
                    <a:cubicBezTo>
                      <a:pt x="5153" y="1555"/>
                      <a:pt x="5529" y="2006"/>
                      <a:pt x="5378" y="2381"/>
                    </a:cubicBezTo>
                    <a:cubicBezTo>
                      <a:pt x="5694" y="2519"/>
                      <a:pt x="5859" y="2876"/>
                      <a:pt x="5754" y="3207"/>
                    </a:cubicBezTo>
                    <a:cubicBezTo>
                      <a:pt x="5964" y="3345"/>
                      <a:pt x="6017" y="3624"/>
                      <a:pt x="5881" y="3832"/>
                    </a:cubicBezTo>
                    <a:cubicBezTo>
                      <a:pt x="5844" y="3881"/>
                      <a:pt x="5806" y="3925"/>
                      <a:pt x="5754" y="3958"/>
                    </a:cubicBezTo>
                    <a:cubicBezTo>
                      <a:pt x="6017" y="3955"/>
                      <a:pt x="6242" y="4148"/>
                      <a:pt x="6279" y="4409"/>
                    </a:cubicBezTo>
                    <a:cubicBezTo>
                      <a:pt x="6287" y="4689"/>
                      <a:pt x="6099" y="4939"/>
                      <a:pt x="5829" y="5009"/>
                    </a:cubicBezTo>
                    <a:cubicBezTo>
                      <a:pt x="5994" y="4939"/>
                      <a:pt x="6189" y="4939"/>
                      <a:pt x="6355" y="5009"/>
                    </a:cubicBezTo>
                    <a:cubicBezTo>
                      <a:pt x="6355" y="5009"/>
                      <a:pt x="6355" y="5460"/>
                      <a:pt x="6355" y="5460"/>
                    </a:cubicBezTo>
                    <a:cubicBezTo>
                      <a:pt x="6647" y="5473"/>
                      <a:pt x="6865" y="5719"/>
                      <a:pt x="6858" y="6009"/>
                    </a:cubicBezTo>
                    <a:cubicBezTo>
                      <a:pt x="6850" y="6079"/>
                      <a:pt x="6835" y="6148"/>
                      <a:pt x="6805" y="6211"/>
                    </a:cubicBezTo>
                    <a:cubicBezTo>
                      <a:pt x="6587" y="6459"/>
                      <a:pt x="6204" y="6483"/>
                      <a:pt x="5956" y="6264"/>
                    </a:cubicBezTo>
                    <a:cubicBezTo>
                      <a:pt x="5942" y="6247"/>
                      <a:pt x="5919" y="6229"/>
                      <a:pt x="5904" y="6211"/>
                    </a:cubicBezTo>
                    <a:cubicBezTo>
                      <a:pt x="5904" y="6459"/>
                      <a:pt x="5701" y="6661"/>
                      <a:pt x="5453" y="6661"/>
                    </a:cubicBezTo>
                    <a:cubicBezTo>
                      <a:pt x="5258" y="6729"/>
                      <a:pt x="5048" y="6729"/>
                      <a:pt x="4852" y="6661"/>
                    </a:cubicBezTo>
                    <a:cubicBezTo>
                      <a:pt x="4627" y="6693"/>
                      <a:pt x="4402" y="6693"/>
                      <a:pt x="4177" y="6661"/>
                    </a:cubicBezTo>
                    <a:cubicBezTo>
                      <a:pt x="4177" y="6661"/>
                      <a:pt x="3651" y="6661"/>
                      <a:pt x="3726" y="6136"/>
                    </a:cubicBezTo>
                    <a:cubicBezTo>
                      <a:pt x="3538" y="6243"/>
                      <a:pt x="3313" y="6243"/>
                      <a:pt x="3125" y="6136"/>
                    </a:cubicBezTo>
                    <a:cubicBezTo>
                      <a:pt x="3028" y="5946"/>
                      <a:pt x="3028" y="5724"/>
                      <a:pt x="3125" y="5535"/>
                    </a:cubicBezTo>
                    <a:cubicBezTo>
                      <a:pt x="2870" y="5683"/>
                      <a:pt x="2554" y="5683"/>
                      <a:pt x="2299" y="5535"/>
                    </a:cubicBezTo>
                    <a:cubicBezTo>
                      <a:pt x="2299" y="5535"/>
                      <a:pt x="2299" y="4934"/>
                      <a:pt x="2299" y="4859"/>
                    </a:cubicBezTo>
                    <a:cubicBezTo>
                      <a:pt x="1826" y="4855"/>
                      <a:pt x="1405" y="4554"/>
                      <a:pt x="1248" y="4108"/>
                    </a:cubicBezTo>
                    <a:cubicBezTo>
                      <a:pt x="1248" y="4108"/>
                      <a:pt x="1248" y="4108"/>
                      <a:pt x="1248" y="4108"/>
                    </a:cubicBezTo>
                    <a:cubicBezTo>
                      <a:pt x="932" y="4114"/>
                      <a:pt x="640" y="3939"/>
                      <a:pt x="497" y="3658"/>
                    </a:cubicBezTo>
                    <a:cubicBezTo>
                      <a:pt x="309" y="3415"/>
                      <a:pt x="309" y="3075"/>
                      <a:pt x="497" y="2832"/>
                    </a:cubicBezTo>
                    <a:cubicBezTo>
                      <a:pt x="249" y="2873"/>
                      <a:pt x="16" y="2708"/>
                      <a:pt x="-21" y="2462"/>
                    </a:cubicBezTo>
                    <a:cubicBezTo>
                      <a:pt x="-29" y="2436"/>
                      <a:pt x="-29" y="2408"/>
                      <a:pt x="-29" y="2381"/>
                    </a:cubicBezTo>
                    <a:cubicBezTo>
                      <a:pt x="-36" y="2101"/>
                      <a:pt x="151" y="1850"/>
                      <a:pt x="422" y="1781"/>
                    </a:cubicBezTo>
                    <a:lnTo>
                      <a:pt x="46" y="1330"/>
                    </a:lnTo>
                    <a:cubicBezTo>
                      <a:pt x="46" y="1330"/>
                      <a:pt x="46" y="1330"/>
                      <a:pt x="46" y="1330"/>
                    </a:cubicBezTo>
                    <a:cubicBezTo>
                      <a:pt x="46" y="1330"/>
                      <a:pt x="46" y="1330"/>
                      <a:pt x="46" y="1330"/>
                    </a:cubicBezTo>
                    <a:lnTo>
                      <a:pt x="647" y="1330"/>
                    </a:lnTo>
                    <a:lnTo>
                      <a:pt x="647" y="805"/>
                    </a:lnTo>
                    <a:cubicBezTo>
                      <a:pt x="790" y="661"/>
                      <a:pt x="1030" y="661"/>
                      <a:pt x="1173" y="805"/>
                    </a:cubicBezTo>
                    <a:cubicBezTo>
                      <a:pt x="1435" y="150"/>
                      <a:pt x="2179" y="-170"/>
                      <a:pt x="2832" y="91"/>
                    </a:cubicBezTo>
                    <a:cubicBezTo>
                      <a:pt x="2908" y="121"/>
                      <a:pt x="2982" y="160"/>
                      <a:pt x="3050" y="204"/>
                    </a:cubicBezTo>
                    <a:cubicBezTo>
                      <a:pt x="3050" y="-322"/>
                      <a:pt x="3801" y="204"/>
                      <a:pt x="4026" y="204"/>
                    </a:cubicBezTo>
                    <a:cubicBezTo>
                      <a:pt x="4072" y="376"/>
                      <a:pt x="4072" y="558"/>
                      <a:pt x="4026" y="729"/>
                    </a:cubicBezTo>
                    <a:cubicBezTo>
                      <a:pt x="4026" y="729"/>
                      <a:pt x="4402" y="579"/>
                      <a:pt x="4252" y="504"/>
                    </a:cubicBezTo>
                    <a:close/>
                  </a:path>
                </a:pathLst>
              </a:custGeom>
              <a:solidFill>
                <a:srgbClr val="333333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735" name="Group 734">
            <a:extLst>
              <a:ext uri="{FF2B5EF4-FFF2-40B4-BE49-F238E27FC236}">
                <a16:creationId xmlns:a16="http://schemas.microsoft.com/office/drawing/2014/main" id="{82D03608-3909-301A-F49A-F32188B53CB9}"/>
              </a:ext>
            </a:extLst>
          </p:cNvPr>
          <p:cNvGrpSpPr/>
          <p:nvPr userDrawn="1"/>
        </p:nvGrpSpPr>
        <p:grpSpPr>
          <a:xfrm>
            <a:off x="5252526" y="1946726"/>
            <a:ext cx="722794" cy="811344"/>
            <a:chOff x="6596246" y="1567478"/>
            <a:chExt cx="722794" cy="811344"/>
          </a:xfrm>
        </p:grpSpPr>
        <p:sp>
          <p:nvSpPr>
            <p:cNvPr id="736" name="Content Placeholder 4">
              <a:extLst>
                <a:ext uri="{FF2B5EF4-FFF2-40B4-BE49-F238E27FC236}">
                  <a16:creationId xmlns:a16="http://schemas.microsoft.com/office/drawing/2014/main" id="{CA587E80-243D-4D09-870F-ABCE26CEA95F}"/>
                </a:ext>
              </a:extLst>
            </p:cNvPr>
            <p:cNvSpPr/>
            <p:nvPr/>
          </p:nvSpPr>
          <p:spPr>
            <a:xfrm>
              <a:off x="6596246" y="2350960"/>
              <a:ext cx="359895" cy="27862"/>
            </a:xfrm>
            <a:custGeom>
              <a:avLst/>
              <a:gdLst>
                <a:gd name="connsiteX0" fmla="*/ 1933 w 359895"/>
                <a:gd name="connsiteY0" fmla="*/ 20994 h 27862"/>
                <a:gd name="connsiteX1" fmla="*/ 7415 w 359895"/>
                <a:gd name="connsiteY1" fmla="*/ 22496 h 27862"/>
                <a:gd name="connsiteX2" fmla="*/ 27317 w 359895"/>
                <a:gd name="connsiteY2" fmla="*/ 24072 h 27862"/>
                <a:gd name="connsiteX3" fmla="*/ 68246 w 359895"/>
                <a:gd name="connsiteY3" fmla="*/ 25724 h 27862"/>
                <a:gd name="connsiteX4" fmla="*/ 150255 w 359895"/>
                <a:gd name="connsiteY4" fmla="*/ 27226 h 27862"/>
                <a:gd name="connsiteX5" fmla="*/ 163698 w 359895"/>
                <a:gd name="connsiteY5" fmla="*/ 27827 h 27862"/>
                <a:gd name="connsiteX6" fmla="*/ 297075 w 359895"/>
                <a:gd name="connsiteY6" fmla="*/ 24823 h 27862"/>
                <a:gd name="connsiteX7" fmla="*/ 288064 w 359895"/>
                <a:gd name="connsiteY7" fmla="*/ 5001 h 27862"/>
                <a:gd name="connsiteX8" fmla="*/ 208758 w 359895"/>
                <a:gd name="connsiteY8" fmla="*/ 1847 h 27862"/>
                <a:gd name="connsiteX9" fmla="*/ 139666 w 359895"/>
                <a:gd name="connsiteY9" fmla="*/ -30 h 27862"/>
                <a:gd name="connsiteX10" fmla="*/ 79586 w 359895"/>
                <a:gd name="connsiteY10" fmla="*/ 571 h 27862"/>
                <a:gd name="connsiteX11" fmla="*/ 15075 w 359895"/>
                <a:gd name="connsiteY11" fmla="*/ 7554 h 27862"/>
                <a:gd name="connsiteX12" fmla="*/ 9969 w 359895"/>
                <a:gd name="connsiteY12" fmla="*/ 10407 h 27862"/>
                <a:gd name="connsiteX13" fmla="*/ 2909 w 359895"/>
                <a:gd name="connsiteY13" fmla="*/ 13936 h 27862"/>
                <a:gd name="connsiteX14" fmla="*/ 1933 w 359895"/>
                <a:gd name="connsiteY14" fmla="*/ 20994 h 27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59895" h="27862">
                  <a:moveTo>
                    <a:pt x="1933" y="20994"/>
                  </a:moveTo>
                  <a:cubicBezTo>
                    <a:pt x="3637" y="21865"/>
                    <a:pt x="5500" y="22375"/>
                    <a:pt x="7415" y="22496"/>
                  </a:cubicBezTo>
                  <a:cubicBezTo>
                    <a:pt x="14024" y="23171"/>
                    <a:pt x="20633" y="23697"/>
                    <a:pt x="27317" y="24072"/>
                  </a:cubicBezTo>
                  <a:cubicBezTo>
                    <a:pt x="40910" y="24973"/>
                    <a:pt x="54578" y="25424"/>
                    <a:pt x="68246" y="25724"/>
                  </a:cubicBezTo>
                  <a:cubicBezTo>
                    <a:pt x="95582" y="26325"/>
                    <a:pt x="122994" y="26250"/>
                    <a:pt x="150255" y="27226"/>
                  </a:cubicBezTo>
                  <a:cubicBezTo>
                    <a:pt x="154761" y="27226"/>
                    <a:pt x="159192" y="27902"/>
                    <a:pt x="163698" y="27827"/>
                  </a:cubicBezTo>
                  <a:cubicBezTo>
                    <a:pt x="220924" y="26175"/>
                    <a:pt x="253818" y="26175"/>
                    <a:pt x="297075" y="24823"/>
                  </a:cubicBezTo>
                  <a:cubicBezTo>
                    <a:pt x="351598" y="23096"/>
                    <a:pt x="409725" y="12584"/>
                    <a:pt x="288064" y="5001"/>
                  </a:cubicBezTo>
                  <a:cubicBezTo>
                    <a:pt x="262154" y="3424"/>
                    <a:pt x="234743" y="3274"/>
                    <a:pt x="208758" y="1847"/>
                  </a:cubicBezTo>
                  <a:cubicBezTo>
                    <a:pt x="185777" y="571"/>
                    <a:pt x="162722" y="45"/>
                    <a:pt x="139666" y="-30"/>
                  </a:cubicBezTo>
                  <a:cubicBezTo>
                    <a:pt x="119614" y="-30"/>
                    <a:pt x="99563" y="-30"/>
                    <a:pt x="79586" y="571"/>
                  </a:cubicBezTo>
                  <a:cubicBezTo>
                    <a:pt x="59609" y="1172"/>
                    <a:pt x="34526" y="-3258"/>
                    <a:pt x="15075" y="7554"/>
                  </a:cubicBezTo>
                  <a:cubicBezTo>
                    <a:pt x="13348" y="8530"/>
                    <a:pt x="11696" y="9581"/>
                    <a:pt x="9969" y="10407"/>
                  </a:cubicBezTo>
                  <a:cubicBezTo>
                    <a:pt x="7475" y="11278"/>
                    <a:pt x="5102" y="12464"/>
                    <a:pt x="2909" y="13936"/>
                  </a:cubicBezTo>
                  <a:cubicBezTo>
                    <a:pt x="-1296" y="17465"/>
                    <a:pt x="-395" y="19718"/>
                    <a:pt x="1933" y="20994"/>
                  </a:cubicBezTo>
                  <a:close/>
                </a:path>
              </a:pathLst>
            </a:custGeom>
            <a:solidFill>
              <a:srgbClr val="000000">
                <a:alpha val="5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7" name="Content Placeholder 4">
              <a:extLst>
                <a:ext uri="{FF2B5EF4-FFF2-40B4-BE49-F238E27FC236}">
                  <a16:creationId xmlns:a16="http://schemas.microsoft.com/office/drawing/2014/main" id="{BA894606-2045-D089-FCAD-4A6004C26569}"/>
                </a:ext>
              </a:extLst>
            </p:cNvPr>
            <p:cNvSpPr/>
            <p:nvPr/>
          </p:nvSpPr>
          <p:spPr>
            <a:xfrm>
              <a:off x="6655359" y="1938146"/>
              <a:ext cx="155006" cy="409915"/>
            </a:xfrm>
            <a:custGeom>
              <a:avLst/>
              <a:gdLst>
                <a:gd name="connsiteX0" fmla="*/ 7931 w 155006"/>
                <a:gd name="connsiteY0" fmla="*/ 228753 h 409915"/>
                <a:gd name="connsiteX1" fmla="*/ 5378 w 155006"/>
                <a:gd name="connsiteY1" fmla="*/ 66796 h 409915"/>
                <a:gd name="connsiteX2" fmla="*/ 13939 w 155006"/>
                <a:gd name="connsiteY2" fmla="*/ 11533 h 409915"/>
                <a:gd name="connsiteX3" fmla="*/ 15817 w 155006"/>
                <a:gd name="connsiteY3" fmla="*/ 8530 h 409915"/>
                <a:gd name="connsiteX4" fmla="*/ 27232 w 155006"/>
                <a:gd name="connsiteY4" fmla="*/ 8530 h 409915"/>
                <a:gd name="connsiteX5" fmla="*/ 138831 w 155006"/>
                <a:gd name="connsiteY5" fmla="*/ -30 h 409915"/>
                <a:gd name="connsiteX6" fmla="*/ 148819 w 155006"/>
                <a:gd name="connsiteY6" fmla="*/ 30004 h 409915"/>
                <a:gd name="connsiteX7" fmla="*/ 154977 w 155006"/>
                <a:gd name="connsiteY7" fmla="*/ 80536 h 409915"/>
                <a:gd name="connsiteX8" fmla="*/ 154977 w 155006"/>
                <a:gd name="connsiteY8" fmla="*/ 80536 h 409915"/>
                <a:gd name="connsiteX9" fmla="*/ 154977 w 155006"/>
                <a:gd name="connsiteY9" fmla="*/ 91498 h 409915"/>
                <a:gd name="connsiteX10" fmla="*/ 146341 w 155006"/>
                <a:gd name="connsiteY10" fmla="*/ 154044 h 409915"/>
                <a:gd name="connsiteX11" fmla="*/ 141759 w 155006"/>
                <a:gd name="connsiteY11" fmla="*/ 194965 h 409915"/>
                <a:gd name="connsiteX12" fmla="*/ 140558 w 155006"/>
                <a:gd name="connsiteY12" fmla="*/ 227477 h 409915"/>
                <a:gd name="connsiteX13" fmla="*/ 130570 w 155006"/>
                <a:gd name="connsiteY13" fmla="*/ 311721 h 409915"/>
                <a:gd name="connsiteX14" fmla="*/ 121708 w 155006"/>
                <a:gd name="connsiteY14" fmla="*/ 400696 h 409915"/>
                <a:gd name="connsiteX15" fmla="*/ 121708 w 155006"/>
                <a:gd name="connsiteY15" fmla="*/ 404225 h 409915"/>
                <a:gd name="connsiteX16" fmla="*/ 94296 w 155006"/>
                <a:gd name="connsiteY16" fmla="*/ 404225 h 409915"/>
                <a:gd name="connsiteX17" fmla="*/ 88138 w 155006"/>
                <a:gd name="connsiteY17" fmla="*/ 231531 h 409915"/>
                <a:gd name="connsiteX18" fmla="*/ 82280 w 155006"/>
                <a:gd name="connsiteY18" fmla="*/ 102311 h 409915"/>
                <a:gd name="connsiteX19" fmla="*/ 73719 w 155006"/>
                <a:gd name="connsiteY19" fmla="*/ 103061 h 409915"/>
                <a:gd name="connsiteX20" fmla="*/ 23778 w 155006"/>
                <a:gd name="connsiteY20" fmla="*/ 389058 h 409915"/>
                <a:gd name="connsiteX21" fmla="*/ 15742 w 155006"/>
                <a:gd name="connsiteY21" fmla="*/ 407379 h 409915"/>
                <a:gd name="connsiteX22" fmla="*/ -29 w 155006"/>
                <a:gd name="connsiteY22" fmla="*/ 403775 h 409915"/>
                <a:gd name="connsiteX23" fmla="*/ 7931 w 155006"/>
                <a:gd name="connsiteY23" fmla="*/ 228753 h 409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55006" h="409915">
                  <a:moveTo>
                    <a:pt x="7931" y="228753"/>
                  </a:moveTo>
                  <a:cubicBezTo>
                    <a:pt x="10635" y="175218"/>
                    <a:pt x="4927" y="120631"/>
                    <a:pt x="5378" y="66796"/>
                  </a:cubicBezTo>
                  <a:cubicBezTo>
                    <a:pt x="3591" y="47949"/>
                    <a:pt x="6535" y="28953"/>
                    <a:pt x="13939" y="11533"/>
                  </a:cubicBezTo>
                  <a:cubicBezTo>
                    <a:pt x="14300" y="10392"/>
                    <a:pt x="14946" y="9356"/>
                    <a:pt x="15817" y="8530"/>
                  </a:cubicBezTo>
                  <a:cubicBezTo>
                    <a:pt x="18596" y="5902"/>
                    <a:pt x="23327" y="7253"/>
                    <a:pt x="27232" y="8530"/>
                  </a:cubicBezTo>
                  <a:cubicBezTo>
                    <a:pt x="63948" y="21715"/>
                    <a:pt x="104555" y="18599"/>
                    <a:pt x="138831" y="-30"/>
                  </a:cubicBezTo>
                  <a:cubicBezTo>
                    <a:pt x="144598" y="9003"/>
                    <a:pt x="148030" y="19320"/>
                    <a:pt x="148819" y="30004"/>
                  </a:cubicBezTo>
                  <a:cubicBezTo>
                    <a:pt x="151838" y="46718"/>
                    <a:pt x="153896" y="63589"/>
                    <a:pt x="154977" y="80536"/>
                  </a:cubicBezTo>
                  <a:lnTo>
                    <a:pt x="154977" y="80536"/>
                  </a:lnTo>
                  <a:cubicBezTo>
                    <a:pt x="154977" y="84215"/>
                    <a:pt x="154977" y="88044"/>
                    <a:pt x="154977" y="91498"/>
                  </a:cubicBezTo>
                  <a:cubicBezTo>
                    <a:pt x="153670" y="112537"/>
                    <a:pt x="150786" y="133441"/>
                    <a:pt x="146341" y="154044"/>
                  </a:cubicBezTo>
                  <a:cubicBezTo>
                    <a:pt x="143772" y="167544"/>
                    <a:pt x="142240" y="181224"/>
                    <a:pt x="141759" y="194965"/>
                  </a:cubicBezTo>
                  <a:cubicBezTo>
                    <a:pt x="142713" y="205807"/>
                    <a:pt x="142315" y="216732"/>
                    <a:pt x="140558" y="227477"/>
                  </a:cubicBezTo>
                  <a:cubicBezTo>
                    <a:pt x="133574" y="254582"/>
                    <a:pt x="133574" y="284090"/>
                    <a:pt x="130570" y="311721"/>
                  </a:cubicBezTo>
                  <a:cubicBezTo>
                    <a:pt x="127415" y="341380"/>
                    <a:pt x="124336" y="371038"/>
                    <a:pt x="121708" y="400696"/>
                  </a:cubicBezTo>
                  <a:cubicBezTo>
                    <a:pt x="121708" y="401898"/>
                    <a:pt x="121708" y="403099"/>
                    <a:pt x="121708" y="404225"/>
                  </a:cubicBezTo>
                  <a:cubicBezTo>
                    <a:pt x="120056" y="404676"/>
                    <a:pt x="94296" y="409932"/>
                    <a:pt x="94296" y="404225"/>
                  </a:cubicBezTo>
                  <a:cubicBezTo>
                    <a:pt x="92291" y="346613"/>
                    <a:pt x="90241" y="289046"/>
                    <a:pt x="88138" y="231531"/>
                  </a:cubicBezTo>
                  <a:cubicBezTo>
                    <a:pt x="87237" y="207279"/>
                    <a:pt x="89265" y="125437"/>
                    <a:pt x="82280" y="102311"/>
                  </a:cubicBezTo>
                  <a:lnTo>
                    <a:pt x="73719" y="103061"/>
                  </a:lnTo>
                  <a:cubicBezTo>
                    <a:pt x="58023" y="179272"/>
                    <a:pt x="39473" y="312848"/>
                    <a:pt x="23778" y="389058"/>
                  </a:cubicBezTo>
                  <a:cubicBezTo>
                    <a:pt x="23109" y="395861"/>
                    <a:pt x="20293" y="402273"/>
                    <a:pt x="15742" y="407379"/>
                  </a:cubicBezTo>
                  <a:cubicBezTo>
                    <a:pt x="10710" y="411659"/>
                    <a:pt x="1398" y="410457"/>
                    <a:pt x="-29" y="403775"/>
                  </a:cubicBezTo>
                  <a:cubicBezTo>
                    <a:pt x="4402" y="345284"/>
                    <a:pt x="5228" y="287093"/>
                    <a:pt x="7931" y="228753"/>
                  </a:cubicBezTo>
                  <a:close/>
                </a:path>
              </a:pathLst>
            </a:custGeom>
            <a:solidFill>
              <a:srgbClr val="51627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8" name="Content Placeholder 4">
              <a:extLst>
                <a:ext uri="{FF2B5EF4-FFF2-40B4-BE49-F238E27FC236}">
                  <a16:creationId xmlns:a16="http://schemas.microsoft.com/office/drawing/2014/main" id="{D8C7D4BE-F925-A403-5D63-7B23976C579D}"/>
                </a:ext>
              </a:extLst>
            </p:cNvPr>
            <p:cNvSpPr/>
            <p:nvPr/>
          </p:nvSpPr>
          <p:spPr>
            <a:xfrm>
              <a:off x="6697379" y="1596720"/>
              <a:ext cx="85800" cy="120602"/>
            </a:xfrm>
            <a:custGeom>
              <a:avLst/>
              <a:gdLst>
                <a:gd name="connsiteX0" fmla="*/ 7 w 85800"/>
                <a:gd name="connsiteY0" fmla="*/ 40382 h 120602"/>
                <a:gd name="connsiteX1" fmla="*/ 45427 w 85800"/>
                <a:gd name="connsiteY1" fmla="*/ 47 h 120602"/>
                <a:gd name="connsiteX2" fmla="*/ 85771 w 85800"/>
                <a:gd name="connsiteY2" fmla="*/ 40382 h 120602"/>
                <a:gd name="connsiteX3" fmla="*/ 84194 w 85800"/>
                <a:gd name="connsiteY3" fmla="*/ 50969 h 120602"/>
                <a:gd name="connsiteX4" fmla="*/ 84194 w 85800"/>
                <a:gd name="connsiteY4" fmla="*/ 53672 h 120602"/>
                <a:gd name="connsiteX5" fmla="*/ 82391 w 85800"/>
                <a:gd name="connsiteY5" fmla="*/ 77399 h 120602"/>
                <a:gd name="connsiteX6" fmla="*/ 56482 w 85800"/>
                <a:gd name="connsiteY6" fmla="*/ 115542 h 120602"/>
                <a:gd name="connsiteX7" fmla="*/ 39885 w 85800"/>
                <a:gd name="connsiteY7" fmla="*/ 120572 h 120602"/>
                <a:gd name="connsiteX8" fmla="*/ 19007 w 85800"/>
                <a:gd name="connsiteY8" fmla="*/ 111337 h 120602"/>
                <a:gd name="connsiteX9" fmla="*/ 307 w 85800"/>
                <a:gd name="connsiteY9" fmla="*/ 45188 h 120602"/>
                <a:gd name="connsiteX10" fmla="*/ 7 w 85800"/>
                <a:gd name="connsiteY10" fmla="*/ 40382 h 120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5800" h="120602">
                  <a:moveTo>
                    <a:pt x="7" y="40382"/>
                  </a:moveTo>
                  <a:cubicBezTo>
                    <a:pt x="1411" y="16701"/>
                    <a:pt x="21748" y="-1357"/>
                    <a:pt x="45427" y="47"/>
                  </a:cubicBezTo>
                  <a:cubicBezTo>
                    <a:pt x="67154" y="1331"/>
                    <a:pt x="84487" y="18660"/>
                    <a:pt x="85771" y="40382"/>
                  </a:cubicBezTo>
                  <a:cubicBezTo>
                    <a:pt x="85748" y="43971"/>
                    <a:pt x="85215" y="47530"/>
                    <a:pt x="84194" y="50969"/>
                  </a:cubicBezTo>
                  <a:cubicBezTo>
                    <a:pt x="84194" y="51795"/>
                    <a:pt x="84194" y="52696"/>
                    <a:pt x="84194" y="53672"/>
                  </a:cubicBezTo>
                  <a:cubicBezTo>
                    <a:pt x="84382" y="61624"/>
                    <a:pt x="83773" y="69568"/>
                    <a:pt x="82391" y="77399"/>
                  </a:cubicBezTo>
                  <a:cubicBezTo>
                    <a:pt x="79756" y="93294"/>
                    <a:pt x="70285" y="107230"/>
                    <a:pt x="56482" y="115542"/>
                  </a:cubicBezTo>
                  <a:cubicBezTo>
                    <a:pt x="51495" y="118665"/>
                    <a:pt x="45765" y="120400"/>
                    <a:pt x="39885" y="120572"/>
                  </a:cubicBezTo>
                  <a:cubicBezTo>
                    <a:pt x="32029" y="120160"/>
                    <a:pt x="24595" y="116871"/>
                    <a:pt x="19007" y="111337"/>
                  </a:cubicBezTo>
                  <a:cubicBezTo>
                    <a:pt x="608" y="94443"/>
                    <a:pt x="-970" y="69140"/>
                    <a:pt x="307" y="45188"/>
                  </a:cubicBezTo>
                  <a:cubicBezTo>
                    <a:pt x="157" y="43761"/>
                    <a:pt x="7" y="42184"/>
                    <a:pt x="7" y="40382"/>
                  </a:cubicBezTo>
                  <a:close/>
                </a:path>
              </a:pathLst>
            </a:custGeom>
            <a:solidFill>
              <a:srgbClr val="D1AC9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9" name="Content Placeholder 4">
              <a:extLst>
                <a:ext uri="{FF2B5EF4-FFF2-40B4-BE49-F238E27FC236}">
                  <a16:creationId xmlns:a16="http://schemas.microsoft.com/office/drawing/2014/main" id="{A7303ECD-92E4-7BAB-EE4E-3532A9F164E2}"/>
                </a:ext>
              </a:extLst>
            </p:cNvPr>
            <p:cNvSpPr/>
            <p:nvPr/>
          </p:nvSpPr>
          <p:spPr>
            <a:xfrm>
              <a:off x="6697565" y="1670418"/>
              <a:ext cx="69842" cy="52221"/>
            </a:xfrm>
            <a:custGeom>
              <a:avLst/>
              <a:gdLst>
                <a:gd name="connsiteX0" fmla="*/ 62153 w 69842"/>
                <a:gd name="connsiteY0" fmla="*/ 41768 h 52221"/>
                <a:gd name="connsiteX1" fmla="*/ 55169 w 69842"/>
                <a:gd name="connsiteY1" fmla="*/ 49276 h 52221"/>
                <a:gd name="connsiteX2" fmla="*/ 42778 w 69842"/>
                <a:gd name="connsiteY2" fmla="*/ 52130 h 52221"/>
                <a:gd name="connsiteX3" fmla="*/ 27758 w 69842"/>
                <a:gd name="connsiteY3" fmla="*/ 48826 h 52221"/>
                <a:gd name="connsiteX4" fmla="*/ 15591 w 69842"/>
                <a:gd name="connsiteY4" fmla="*/ 37263 h 52221"/>
                <a:gd name="connsiteX5" fmla="*/ 1773 w 69842"/>
                <a:gd name="connsiteY5" fmla="*/ 10157 h 52221"/>
                <a:gd name="connsiteX6" fmla="*/ -29 w 69842"/>
                <a:gd name="connsiteY6" fmla="*/ 96 h 52221"/>
                <a:gd name="connsiteX7" fmla="*/ 3350 w 69842"/>
                <a:gd name="connsiteY7" fmla="*/ 1523 h 52221"/>
                <a:gd name="connsiteX8" fmla="*/ 3951 w 69842"/>
                <a:gd name="connsiteY8" fmla="*/ 5127 h 52221"/>
                <a:gd name="connsiteX9" fmla="*/ 10935 w 69842"/>
                <a:gd name="connsiteY9" fmla="*/ 23823 h 52221"/>
                <a:gd name="connsiteX10" fmla="*/ 26331 w 69842"/>
                <a:gd name="connsiteY10" fmla="*/ 37638 h 52221"/>
                <a:gd name="connsiteX11" fmla="*/ 43979 w 69842"/>
                <a:gd name="connsiteY11" fmla="*/ 44246 h 52221"/>
                <a:gd name="connsiteX12" fmla="*/ 46457 w 69842"/>
                <a:gd name="connsiteY12" fmla="*/ 43720 h 52221"/>
                <a:gd name="connsiteX13" fmla="*/ 49161 w 69842"/>
                <a:gd name="connsiteY13" fmla="*/ 39591 h 52221"/>
                <a:gd name="connsiteX14" fmla="*/ 51714 w 69842"/>
                <a:gd name="connsiteY14" fmla="*/ 35386 h 52221"/>
                <a:gd name="connsiteX15" fmla="*/ 55770 w 69842"/>
                <a:gd name="connsiteY15" fmla="*/ 36963 h 52221"/>
                <a:gd name="connsiteX16" fmla="*/ 54418 w 69842"/>
                <a:gd name="connsiteY16" fmla="*/ 39816 h 52221"/>
                <a:gd name="connsiteX17" fmla="*/ 57422 w 69842"/>
                <a:gd name="connsiteY17" fmla="*/ 41468 h 52221"/>
                <a:gd name="connsiteX18" fmla="*/ 60576 w 69842"/>
                <a:gd name="connsiteY18" fmla="*/ 39140 h 52221"/>
                <a:gd name="connsiteX19" fmla="*/ 66659 w 69842"/>
                <a:gd name="connsiteY19" fmla="*/ 32307 h 52221"/>
                <a:gd name="connsiteX20" fmla="*/ 69814 w 69842"/>
                <a:gd name="connsiteY20" fmla="*/ 31106 h 52221"/>
                <a:gd name="connsiteX21" fmla="*/ 62153 w 69842"/>
                <a:gd name="connsiteY21" fmla="*/ 41768 h 52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9842" h="52221">
                  <a:moveTo>
                    <a:pt x="62153" y="41768"/>
                  </a:moveTo>
                  <a:cubicBezTo>
                    <a:pt x="60359" y="44719"/>
                    <a:pt x="57978" y="47272"/>
                    <a:pt x="55169" y="49276"/>
                  </a:cubicBezTo>
                  <a:cubicBezTo>
                    <a:pt x="51354" y="51281"/>
                    <a:pt x="47088" y="52265"/>
                    <a:pt x="42778" y="52130"/>
                  </a:cubicBezTo>
                  <a:cubicBezTo>
                    <a:pt x="37558" y="52483"/>
                    <a:pt x="32346" y="51334"/>
                    <a:pt x="27758" y="48826"/>
                  </a:cubicBezTo>
                  <a:cubicBezTo>
                    <a:pt x="23207" y="45522"/>
                    <a:pt x="19121" y="41640"/>
                    <a:pt x="15591" y="37263"/>
                  </a:cubicBezTo>
                  <a:cubicBezTo>
                    <a:pt x="9598" y="29004"/>
                    <a:pt x="4935" y="19858"/>
                    <a:pt x="1773" y="10157"/>
                  </a:cubicBezTo>
                  <a:cubicBezTo>
                    <a:pt x="624" y="6929"/>
                    <a:pt x="16" y="3527"/>
                    <a:pt x="-29" y="96"/>
                  </a:cubicBezTo>
                  <a:cubicBezTo>
                    <a:pt x="1292" y="-309"/>
                    <a:pt x="2719" y="291"/>
                    <a:pt x="3350" y="1523"/>
                  </a:cubicBezTo>
                  <a:cubicBezTo>
                    <a:pt x="3846" y="2656"/>
                    <a:pt x="4049" y="3895"/>
                    <a:pt x="3951" y="5127"/>
                  </a:cubicBezTo>
                  <a:cubicBezTo>
                    <a:pt x="4769" y="11824"/>
                    <a:pt x="7165" y="18229"/>
                    <a:pt x="10935" y="23823"/>
                  </a:cubicBezTo>
                  <a:cubicBezTo>
                    <a:pt x="15396" y="29131"/>
                    <a:pt x="20578" y="33779"/>
                    <a:pt x="26331" y="37638"/>
                  </a:cubicBezTo>
                  <a:cubicBezTo>
                    <a:pt x="31107" y="42083"/>
                    <a:pt x="37453" y="44463"/>
                    <a:pt x="43979" y="44246"/>
                  </a:cubicBezTo>
                  <a:cubicBezTo>
                    <a:pt x="44828" y="44223"/>
                    <a:pt x="45669" y="44043"/>
                    <a:pt x="46457" y="43720"/>
                  </a:cubicBezTo>
                  <a:cubicBezTo>
                    <a:pt x="47892" y="42774"/>
                    <a:pt x="48868" y="41280"/>
                    <a:pt x="49161" y="39591"/>
                  </a:cubicBezTo>
                  <a:cubicBezTo>
                    <a:pt x="49446" y="37916"/>
                    <a:pt x="50363" y="36414"/>
                    <a:pt x="51714" y="35386"/>
                  </a:cubicBezTo>
                  <a:cubicBezTo>
                    <a:pt x="53292" y="34485"/>
                    <a:pt x="55995" y="35386"/>
                    <a:pt x="55770" y="36963"/>
                  </a:cubicBezTo>
                  <a:cubicBezTo>
                    <a:pt x="55545" y="38539"/>
                    <a:pt x="54418" y="38765"/>
                    <a:pt x="54418" y="39816"/>
                  </a:cubicBezTo>
                  <a:cubicBezTo>
                    <a:pt x="54418" y="40867"/>
                    <a:pt x="56145" y="41768"/>
                    <a:pt x="57422" y="41468"/>
                  </a:cubicBezTo>
                  <a:cubicBezTo>
                    <a:pt x="58676" y="41010"/>
                    <a:pt x="59765" y="40199"/>
                    <a:pt x="60576" y="39140"/>
                  </a:cubicBezTo>
                  <a:lnTo>
                    <a:pt x="66659" y="32307"/>
                  </a:lnTo>
                  <a:cubicBezTo>
                    <a:pt x="67561" y="31406"/>
                    <a:pt x="68537" y="30580"/>
                    <a:pt x="69814" y="31106"/>
                  </a:cubicBezTo>
                  <a:cubicBezTo>
                    <a:pt x="67621" y="34905"/>
                    <a:pt x="65060" y="38479"/>
                    <a:pt x="62153" y="4176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0" name="Content Placeholder 4">
              <a:extLst>
                <a:ext uri="{FF2B5EF4-FFF2-40B4-BE49-F238E27FC236}">
                  <a16:creationId xmlns:a16="http://schemas.microsoft.com/office/drawing/2014/main" id="{A8C7A30C-9AB2-A5D6-621A-349F89ACE876}"/>
                </a:ext>
              </a:extLst>
            </p:cNvPr>
            <p:cNvSpPr/>
            <p:nvPr/>
          </p:nvSpPr>
          <p:spPr>
            <a:xfrm>
              <a:off x="6744095" y="2342525"/>
              <a:ext cx="75203" cy="29089"/>
            </a:xfrm>
            <a:custGeom>
              <a:avLst/>
              <a:gdLst>
                <a:gd name="connsiteX0" fmla="*/ 4658 w 75203"/>
                <a:gd name="connsiteY0" fmla="*/ 371 h 29089"/>
                <a:gd name="connsiteX1" fmla="*/ 37777 w 75203"/>
                <a:gd name="connsiteY1" fmla="*/ 1573 h 29089"/>
                <a:gd name="connsiteX2" fmla="*/ 65189 w 75203"/>
                <a:gd name="connsiteY2" fmla="*/ 15388 h 29089"/>
                <a:gd name="connsiteX3" fmla="*/ 73074 w 75203"/>
                <a:gd name="connsiteY3" fmla="*/ 19368 h 29089"/>
                <a:gd name="connsiteX4" fmla="*/ 74081 w 75203"/>
                <a:gd name="connsiteY4" fmla="*/ 26839 h 29089"/>
                <a:gd name="connsiteX5" fmla="*/ 74051 w 75203"/>
                <a:gd name="connsiteY5" fmla="*/ 26876 h 29089"/>
                <a:gd name="connsiteX6" fmla="*/ 66541 w 75203"/>
                <a:gd name="connsiteY6" fmla="*/ 28978 h 29089"/>
                <a:gd name="connsiteX7" fmla="*/ 5559 w 75203"/>
                <a:gd name="connsiteY7" fmla="*/ 24323 h 29089"/>
                <a:gd name="connsiteX8" fmla="*/ 2180 w 75203"/>
                <a:gd name="connsiteY8" fmla="*/ 23122 h 29089"/>
                <a:gd name="connsiteX9" fmla="*/ 903 w 75203"/>
                <a:gd name="connsiteY9" fmla="*/ 20869 h 29089"/>
                <a:gd name="connsiteX10" fmla="*/ 4658 w 75203"/>
                <a:gd name="connsiteY10" fmla="*/ 371 h 29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5203" h="29089">
                  <a:moveTo>
                    <a:pt x="4658" y="371"/>
                  </a:moveTo>
                  <a:cubicBezTo>
                    <a:pt x="15706" y="-432"/>
                    <a:pt x="26813" y="-27"/>
                    <a:pt x="37777" y="1573"/>
                  </a:cubicBezTo>
                  <a:cubicBezTo>
                    <a:pt x="46316" y="7272"/>
                    <a:pt x="55524" y="11912"/>
                    <a:pt x="65189" y="15388"/>
                  </a:cubicBezTo>
                  <a:cubicBezTo>
                    <a:pt x="68058" y="16184"/>
                    <a:pt x="70731" y="17536"/>
                    <a:pt x="73074" y="19368"/>
                  </a:cubicBezTo>
                  <a:cubicBezTo>
                    <a:pt x="75417" y="21155"/>
                    <a:pt x="75868" y="24496"/>
                    <a:pt x="74081" y="26839"/>
                  </a:cubicBezTo>
                  <a:cubicBezTo>
                    <a:pt x="74066" y="26854"/>
                    <a:pt x="74058" y="26861"/>
                    <a:pt x="74051" y="26876"/>
                  </a:cubicBezTo>
                  <a:cubicBezTo>
                    <a:pt x="71933" y="28566"/>
                    <a:pt x="69222" y="29324"/>
                    <a:pt x="66541" y="28978"/>
                  </a:cubicBezTo>
                  <a:cubicBezTo>
                    <a:pt x="46121" y="29159"/>
                    <a:pt x="25716" y="27597"/>
                    <a:pt x="5559" y="24323"/>
                  </a:cubicBezTo>
                  <a:cubicBezTo>
                    <a:pt x="4335" y="24278"/>
                    <a:pt x="3156" y="23858"/>
                    <a:pt x="2180" y="23122"/>
                  </a:cubicBezTo>
                  <a:cubicBezTo>
                    <a:pt x="1572" y="22491"/>
                    <a:pt x="1129" y="21718"/>
                    <a:pt x="903" y="20869"/>
                  </a:cubicBezTo>
                  <a:cubicBezTo>
                    <a:pt x="-1154" y="13826"/>
                    <a:pt x="235" y="6228"/>
                    <a:pt x="4658" y="371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1" name="Content Placeholder 4">
              <a:extLst>
                <a:ext uri="{FF2B5EF4-FFF2-40B4-BE49-F238E27FC236}">
                  <a16:creationId xmlns:a16="http://schemas.microsoft.com/office/drawing/2014/main" id="{0BEDDEF0-AA32-6AD0-17BC-DC5B21EAAB68}"/>
                </a:ext>
              </a:extLst>
            </p:cNvPr>
            <p:cNvSpPr/>
            <p:nvPr/>
          </p:nvSpPr>
          <p:spPr>
            <a:xfrm>
              <a:off x="6647294" y="2336844"/>
              <a:ext cx="64634" cy="34827"/>
            </a:xfrm>
            <a:custGeom>
              <a:avLst/>
              <a:gdLst>
                <a:gd name="connsiteX0" fmla="*/ 7060 w 64634"/>
                <a:gd name="connsiteY0" fmla="*/ -30 h 34827"/>
                <a:gd name="connsiteX1" fmla="*/ 35823 w 64634"/>
                <a:gd name="connsiteY1" fmla="*/ 6052 h 34827"/>
                <a:gd name="connsiteX2" fmla="*/ 57376 w 64634"/>
                <a:gd name="connsiteY2" fmla="*/ 22420 h 34827"/>
                <a:gd name="connsiteX3" fmla="*/ 63535 w 64634"/>
                <a:gd name="connsiteY3" fmla="*/ 27151 h 34827"/>
                <a:gd name="connsiteX4" fmla="*/ 62934 w 64634"/>
                <a:gd name="connsiteY4" fmla="*/ 33758 h 34827"/>
                <a:gd name="connsiteX5" fmla="*/ 56025 w 64634"/>
                <a:gd name="connsiteY5" fmla="*/ 34434 h 34827"/>
                <a:gd name="connsiteX6" fmla="*/ 3455 w 64634"/>
                <a:gd name="connsiteY6" fmla="*/ 20919 h 34827"/>
                <a:gd name="connsiteX7" fmla="*/ 676 w 64634"/>
                <a:gd name="connsiteY7" fmla="*/ 19342 h 34827"/>
                <a:gd name="connsiteX8" fmla="*/ 0 w 64634"/>
                <a:gd name="connsiteY8" fmla="*/ 17165 h 34827"/>
                <a:gd name="connsiteX9" fmla="*/ 7060 w 64634"/>
                <a:gd name="connsiteY9" fmla="*/ -30 h 34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634" h="34827">
                  <a:moveTo>
                    <a:pt x="7060" y="-30"/>
                  </a:moveTo>
                  <a:cubicBezTo>
                    <a:pt x="16837" y="976"/>
                    <a:pt x="26473" y="3019"/>
                    <a:pt x="35823" y="6052"/>
                  </a:cubicBezTo>
                  <a:cubicBezTo>
                    <a:pt x="42311" y="12367"/>
                    <a:pt x="49551" y="17863"/>
                    <a:pt x="57376" y="22420"/>
                  </a:cubicBezTo>
                  <a:cubicBezTo>
                    <a:pt x="59757" y="23517"/>
                    <a:pt x="61860" y="25131"/>
                    <a:pt x="63535" y="27151"/>
                  </a:cubicBezTo>
                  <a:cubicBezTo>
                    <a:pt x="65172" y="29148"/>
                    <a:pt x="64902" y="32091"/>
                    <a:pt x="62934" y="33758"/>
                  </a:cubicBezTo>
                  <a:cubicBezTo>
                    <a:pt x="60801" y="34847"/>
                    <a:pt x="58330" y="35095"/>
                    <a:pt x="56025" y="34434"/>
                  </a:cubicBezTo>
                  <a:cubicBezTo>
                    <a:pt x="38143" y="31453"/>
                    <a:pt x="20555" y="26933"/>
                    <a:pt x="3455" y="20919"/>
                  </a:cubicBezTo>
                  <a:cubicBezTo>
                    <a:pt x="2381" y="20701"/>
                    <a:pt x="1412" y="20153"/>
                    <a:pt x="676" y="19342"/>
                  </a:cubicBezTo>
                  <a:cubicBezTo>
                    <a:pt x="263" y="18689"/>
                    <a:pt x="30" y="17938"/>
                    <a:pt x="0" y="17165"/>
                  </a:cubicBezTo>
                  <a:cubicBezTo>
                    <a:pt x="-338" y="10670"/>
                    <a:pt x="2253" y="4363"/>
                    <a:pt x="7060" y="-30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2" name="Content Placeholder 4">
              <a:extLst>
                <a:ext uri="{FF2B5EF4-FFF2-40B4-BE49-F238E27FC236}">
                  <a16:creationId xmlns:a16="http://schemas.microsoft.com/office/drawing/2014/main" id="{B46870D7-E424-37A7-CE55-A9411A131FC5}"/>
                </a:ext>
              </a:extLst>
            </p:cNvPr>
            <p:cNvSpPr/>
            <p:nvPr/>
          </p:nvSpPr>
          <p:spPr>
            <a:xfrm>
              <a:off x="6777036" y="1982491"/>
              <a:ext cx="27471" cy="42661"/>
            </a:xfrm>
            <a:custGeom>
              <a:avLst/>
              <a:gdLst>
                <a:gd name="connsiteX0" fmla="*/ 1458 w 27471"/>
                <a:gd name="connsiteY0" fmla="*/ 27405 h 42661"/>
                <a:gd name="connsiteX1" fmla="*/ 6414 w 27471"/>
                <a:gd name="connsiteY1" fmla="*/ 19371 h 42661"/>
                <a:gd name="connsiteX2" fmla="*/ 14450 w 27471"/>
                <a:gd name="connsiteY2" fmla="*/ 8709 h 42661"/>
                <a:gd name="connsiteX3" fmla="*/ 19857 w 27471"/>
                <a:gd name="connsiteY3" fmla="*/ 1201 h 42661"/>
                <a:gd name="connsiteX4" fmla="*/ 23762 w 27471"/>
                <a:gd name="connsiteY4" fmla="*/ -1 h 42661"/>
                <a:gd name="connsiteX5" fmla="*/ 26541 w 27471"/>
                <a:gd name="connsiteY5" fmla="*/ 2177 h 42661"/>
                <a:gd name="connsiteX6" fmla="*/ 27442 w 27471"/>
                <a:gd name="connsiteY6" fmla="*/ 5481 h 42661"/>
                <a:gd name="connsiteX7" fmla="*/ 27442 w 27471"/>
                <a:gd name="connsiteY7" fmla="*/ 8409 h 42661"/>
                <a:gd name="connsiteX8" fmla="*/ 20533 w 27471"/>
                <a:gd name="connsiteY8" fmla="*/ 37016 h 42661"/>
                <a:gd name="connsiteX9" fmla="*/ 17604 w 27471"/>
                <a:gd name="connsiteY9" fmla="*/ 41972 h 42661"/>
                <a:gd name="connsiteX10" fmla="*/ 11972 w 27471"/>
                <a:gd name="connsiteY10" fmla="*/ 42347 h 42661"/>
                <a:gd name="connsiteX11" fmla="*/ 1458 w 27471"/>
                <a:gd name="connsiteY11" fmla="*/ 38142 h 42661"/>
                <a:gd name="connsiteX12" fmla="*/ 1458 w 27471"/>
                <a:gd name="connsiteY12" fmla="*/ 27405 h 42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71" h="42661">
                  <a:moveTo>
                    <a:pt x="1458" y="27405"/>
                  </a:moveTo>
                  <a:cubicBezTo>
                    <a:pt x="2794" y="24544"/>
                    <a:pt x="4454" y="21849"/>
                    <a:pt x="6414" y="19371"/>
                  </a:cubicBezTo>
                  <a:cubicBezTo>
                    <a:pt x="9043" y="15767"/>
                    <a:pt x="12122" y="12463"/>
                    <a:pt x="14450" y="8709"/>
                  </a:cubicBezTo>
                  <a:cubicBezTo>
                    <a:pt x="15757" y="5886"/>
                    <a:pt x="17589" y="3333"/>
                    <a:pt x="19857" y="1201"/>
                  </a:cubicBezTo>
                  <a:cubicBezTo>
                    <a:pt x="20939" y="285"/>
                    <a:pt x="22350" y="-151"/>
                    <a:pt x="23762" y="-1"/>
                  </a:cubicBezTo>
                  <a:cubicBezTo>
                    <a:pt x="24979" y="240"/>
                    <a:pt x="26015" y="1051"/>
                    <a:pt x="26541" y="2177"/>
                  </a:cubicBezTo>
                  <a:cubicBezTo>
                    <a:pt x="27059" y="3205"/>
                    <a:pt x="27360" y="4332"/>
                    <a:pt x="27442" y="5481"/>
                  </a:cubicBezTo>
                  <a:lnTo>
                    <a:pt x="27442" y="8409"/>
                  </a:lnTo>
                  <a:cubicBezTo>
                    <a:pt x="25114" y="17945"/>
                    <a:pt x="22861" y="27480"/>
                    <a:pt x="20533" y="37016"/>
                  </a:cubicBezTo>
                  <a:cubicBezTo>
                    <a:pt x="20338" y="39021"/>
                    <a:pt x="19264" y="40830"/>
                    <a:pt x="17604" y="41972"/>
                  </a:cubicBezTo>
                  <a:cubicBezTo>
                    <a:pt x="15817" y="42700"/>
                    <a:pt x="13842" y="42828"/>
                    <a:pt x="11972" y="42347"/>
                  </a:cubicBezTo>
                  <a:cubicBezTo>
                    <a:pt x="8082" y="42234"/>
                    <a:pt x="4357" y="40740"/>
                    <a:pt x="1458" y="38142"/>
                  </a:cubicBezTo>
                  <a:cubicBezTo>
                    <a:pt x="-525" y="34839"/>
                    <a:pt x="-525" y="30709"/>
                    <a:pt x="1458" y="27405"/>
                  </a:cubicBezTo>
                  <a:close/>
                </a:path>
              </a:pathLst>
            </a:custGeom>
            <a:solidFill>
              <a:srgbClr val="D1AC9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3" name="Content Placeholder 4">
              <a:extLst>
                <a:ext uri="{FF2B5EF4-FFF2-40B4-BE49-F238E27FC236}">
                  <a16:creationId xmlns:a16="http://schemas.microsoft.com/office/drawing/2014/main" id="{E10BB063-D5CE-6DF3-DE12-B8F1257AC219}"/>
                </a:ext>
              </a:extLst>
            </p:cNvPr>
            <p:cNvSpPr/>
            <p:nvPr/>
          </p:nvSpPr>
          <p:spPr>
            <a:xfrm>
              <a:off x="6797056" y="1850041"/>
              <a:ext cx="61595" cy="142477"/>
            </a:xfrm>
            <a:custGeom>
              <a:avLst/>
              <a:gdLst>
                <a:gd name="connsiteX0" fmla="*/ 663 w 61595"/>
                <a:gd name="connsiteY0" fmla="*/ 128020 h 142477"/>
                <a:gd name="connsiteX1" fmla="*/ 3441 w 61595"/>
                <a:gd name="connsiteY1" fmla="*/ 142136 h 142477"/>
                <a:gd name="connsiteX2" fmla="*/ 14631 w 61595"/>
                <a:gd name="connsiteY2" fmla="*/ 133126 h 142477"/>
                <a:gd name="connsiteX3" fmla="*/ 32054 w 61595"/>
                <a:gd name="connsiteY3" fmla="*/ 100464 h 142477"/>
                <a:gd name="connsiteX4" fmla="*/ 59991 w 61595"/>
                <a:gd name="connsiteY4" fmla="*/ 34014 h 142477"/>
                <a:gd name="connsiteX5" fmla="*/ 57363 w 61595"/>
                <a:gd name="connsiteY5" fmla="*/ 6683 h 142477"/>
                <a:gd name="connsiteX6" fmla="*/ 43920 w 61595"/>
                <a:gd name="connsiteY6" fmla="*/ 451 h 142477"/>
                <a:gd name="connsiteX7" fmla="*/ 16659 w 61595"/>
                <a:gd name="connsiteY7" fmla="*/ 45502 h 142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595" h="142477">
                  <a:moveTo>
                    <a:pt x="663" y="128020"/>
                  </a:moveTo>
                  <a:cubicBezTo>
                    <a:pt x="-389" y="133426"/>
                    <a:pt x="-764" y="140409"/>
                    <a:pt x="3441" y="142136"/>
                  </a:cubicBezTo>
                  <a:cubicBezTo>
                    <a:pt x="7647" y="143863"/>
                    <a:pt x="12003" y="138081"/>
                    <a:pt x="14631" y="133126"/>
                  </a:cubicBezTo>
                  <a:cubicBezTo>
                    <a:pt x="20489" y="122216"/>
                    <a:pt x="26294" y="111329"/>
                    <a:pt x="32054" y="100464"/>
                  </a:cubicBezTo>
                  <a:cubicBezTo>
                    <a:pt x="44341" y="79680"/>
                    <a:pt x="53736" y="57328"/>
                    <a:pt x="59991" y="34014"/>
                  </a:cubicBezTo>
                  <a:cubicBezTo>
                    <a:pt x="62094" y="24328"/>
                    <a:pt x="62845" y="13216"/>
                    <a:pt x="57363" y="6683"/>
                  </a:cubicBezTo>
                  <a:cubicBezTo>
                    <a:pt x="53736" y="3117"/>
                    <a:pt x="48989" y="909"/>
                    <a:pt x="43920" y="451"/>
                  </a:cubicBezTo>
                  <a:cubicBezTo>
                    <a:pt x="19287" y="-4054"/>
                    <a:pt x="20864" y="24028"/>
                    <a:pt x="16659" y="45502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4" name="Content Placeholder 4">
              <a:extLst>
                <a:ext uri="{FF2B5EF4-FFF2-40B4-BE49-F238E27FC236}">
                  <a16:creationId xmlns:a16="http://schemas.microsoft.com/office/drawing/2014/main" id="{011F6136-50BD-3DFE-81D4-DD9E20E808B3}"/>
                </a:ext>
              </a:extLst>
            </p:cNvPr>
            <p:cNvSpPr/>
            <p:nvPr/>
          </p:nvSpPr>
          <p:spPr>
            <a:xfrm>
              <a:off x="6743152" y="1983346"/>
              <a:ext cx="66210" cy="58474"/>
            </a:xfrm>
            <a:custGeom>
              <a:avLst/>
              <a:gdLst>
                <a:gd name="connsiteX0" fmla="*/ 20772 w 66210"/>
                <a:gd name="connsiteY0" fmla="*/ -30 h 58474"/>
                <a:gd name="connsiteX1" fmla="*/ 29634 w 66210"/>
                <a:gd name="connsiteY1" fmla="*/ 21369 h 58474"/>
                <a:gd name="connsiteX2" fmla="*/ 66057 w 66210"/>
                <a:gd name="connsiteY2" fmla="*/ 36386 h 58474"/>
                <a:gd name="connsiteX3" fmla="*/ 66057 w 66210"/>
                <a:gd name="connsiteY3" fmla="*/ 39840 h 58474"/>
                <a:gd name="connsiteX4" fmla="*/ 64029 w 66210"/>
                <a:gd name="connsiteY4" fmla="*/ 50577 h 58474"/>
                <a:gd name="connsiteX5" fmla="*/ 60049 w 66210"/>
                <a:gd name="connsiteY5" fmla="*/ 56884 h 58474"/>
                <a:gd name="connsiteX6" fmla="*/ 50887 w 66210"/>
                <a:gd name="connsiteY6" fmla="*/ 58236 h 58474"/>
                <a:gd name="connsiteX7" fmla="*/ 34741 w 66210"/>
                <a:gd name="connsiteY7" fmla="*/ 55157 h 58474"/>
                <a:gd name="connsiteX8" fmla="*/ 16116 w 66210"/>
                <a:gd name="connsiteY8" fmla="*/ 44195 h 58474"/>
                <a:gd name="connsiteX9" fmla="*/ 5527 w 66210"/>
                <a:gd name="connsiteY9" fmla="*/ 32632 h 58474"/>
                <a:gd name="connsiteX10" fmla="*/ 946 w 66210"/>
                <a:gd name="connsiteY10" fmla="*/ 18516 h 58474"/>
                <a:gd name="connsiteX11" fmla="*/ 495 w 66210"/>
                <a:gd name="connsiteY11" fmla="*/ 120 h 58474"/>
                <a:gd name="connsiteX12" fmla="*/ 20772 w 66210"/>
                <a:gd name="connsiteY12" fmla="*/ -30 h 58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210" h="58474">
                  <a:moveTo>
                    <a:pt x="20772" y="-30"/>
                  </a:moveTo>
                  <a:cubicBezTo>
                    <a:pt x="23040" y="7366"/>
                    <a:pt x="26006" y="14537"/>
                    <a:pt x="29634" y="21369"/>
                  </a:cubicBezTo>
                  <a:cubicBezTo>
                    <a:pt x="37594" y="33315"/>
                    <a:pt x="51991" y="39254"/>
                    <a:pt x="66057" y="36386"/>
                  </a:cubicBezTo>
                  <a:cubicBezTo>
                    <a:pt x="66223" y="37535"/>
                    <a:pt x="66223" y="38699"/>
                    <a:pt x="66057" y="39840"/>
                  </a:cubicBezTo>
                  <a:cubicBezTo>
                    <a:pt x="65757" y="43482"/>
                    <a:pt x="65081" y="47078"/>
                    <a:pt x="64029" y="50577"/>
                  </a:cubicBezTo>
                  <a:cubicBezTo>
                    <a:pt x="63504" y="53093"/>
                    <a:pt x="62092" y="55330"/>
                    <a:pt x="60049" y="56884"/>
                  </a:cubicBezTo>
                  <a:cubicBezTo>
                    <a:pt x="57210" y="58288"/>
                    <a:pt x="54004" y="58761"/>
                    <a:pt x="50887" y="58236"/>
                  </a:cubicBezTo>
                  <a:cubicBezTo>
                    <a:pt x="45397" y="57860"/>
                    <a:pt x="39982" y="56832"/>
                    <a:pt x="34741" y="55157"/>
                  </a:cubicBezTo>
                  <a:cubicBezTo>
                    <a:pt x="27899" y="52702"/>
                    <a:pt x="21583" y="48978"/>
                    <a:pt x="16116" y="44195"/>
                  </a:cubicBezTo>
                  <a:cubicBezTo>
                    <a:pt x="11940" y="40989"/>
                    <a:pt x="8350" y="37077"/>
                    <a:pt x="5527" y="32632"/>
                  </a:cubicBezTo>
                  <a:cubicBezTo>
                    <a:pt x="3154" y="28247"/>
                    <a:pt x="1599" y="23464"/>
                    <a:pt x="946" y="18516"/>
                  </a:cubicBezTo>
                  <a:cubicBezTo>
                    <a:pt x="-181" y="12449"/>
                    <a:pt x="-331" y="6240"/>
                    <a:pt x="495" y="120"/>
                  </a:cubicBezTo>
                  <a:cubicBezTo>
                    <a:pt x="6653" y="120"/>
                    <a:pt x="13713" y="120"/>
                    <a:pt x="20772" y="-30"/>
                  </a:cubicBezTo>
                  <a:close/>
                </a:path>
              </a:pathLst>
            </a:custGeom>
            <a:solidFill>
              <a:srgbClr val="51627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5" name="Content Placeholder 4">
              <a:extLst>
                <a:ext uri="{FF2B5EF4-FFF2-40B4-BE49-F238E27FC236}">
                  <a16:creationId xmlns:a16="http://schemas.microsoft.com/office/drawing/2014/main" id="{E579F0EB-45E3-4B4E-7542-4660AACB28E6}"/>
                </a:ext>
              </a:extLst>
            </p:cNvPr>
            <p:cNvSpPr/>
            <p:nvPr/>
          </p:nvSpPr>
          <p:spPr>
            <a:xfrm>
              <a:off x="6764779" y="1983271"/>
              <a:ext cx="45660" cy="36350"/>
            </a:xfrm>
            <a:custGeom>
              <a:avLst/>
              <a:gdLst>
                <a:gd name="connsiteX0" fmla="*/ 40375 w 45660"/>
                <a:gd name="connsiteY0" fmla="*/ 36011 h 36350"/>
                <a:gd name="connsiteX1" fmla="*/ 31663 w 45660"/>
                <a:gd name="connsiteY1" fmla="*/ 36011 h 36350"/>
                <a:gd name="connsiteX2" fmla="*/ 16643 w 45660"/>
                <a:gd name="connsiteY2" fmla="*/ 29704 h 36350"/>
                <a:gd name="connsiteX3" fmla="*/ 8082 w 45660"/>
                <a:gd name="connsiteY3" fmla="*/ 19192 h 36350"/>
                <a:gd name="connsiteX4" fmla="*/ -29 w 45660"/>
                <a:gd name="connsiteY4" fmla="*/ -30 h 36350"/>
                <a:gd name="connsiteX5" fmla="*/ 1848 w 45660"/>
                <a:gd name="connsiteY5" fmla="*/ -30 h 36350"/>
                <a:gd name="connsiteX6" fmla="*/ 5003 w 45660"/>
                <a:gd name="connsiteY6" fmla="*/ 9731 h 36350"/>
                <a:gd name="connsiteX7" fmla="*/ 21224 w 45660"/>
                <a:gd name="connsiteY7" fmla="*/ 31581 h 36350"/>
                <a:gd name="connsiteX8" fmla="*/ 44730 w 45660"/>
                <a:gd name="connsiteY8" fmla="*/ 34509 h 36350"/>
                <a:gd name="connsiteX9" fmla="*/ 45632 w 45660"/>
                <a:gd name="connsiteY9" fmla="*/ 35410 h 36350"/>
                <a:gd name="connsiteX10" fmla="*/ 44730 w 45660"/>
                <a:gd name="connsiteY10" fmla="*/ 36311 h 36350"/>
                <a:gd name="connsiteX11" fmla="*/ 44730 w 45660"/>
                <a:gd name="connsiteY11" fmla="*/ 36311 h 36350"/>
                <a:gd name="connsiteX12" fmla="*/ 44730 w 45660"/>
                <a:gd name="connsiteY12" fmla="*/ 35635 h 36350"/>
                <a:gd name="connsiteX13" fmla="*/ 40375 w 45660"/>
                <a:gd name="connsiteY13" fmla="*/ 36011 h 36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5660" h="36350">
                  <a:moveTo>
                    <a:pt x="40375" y="36011"/>
                  </a:moveTo>
                  <a:cubicBezTo>
                    <a:pt x="37483" y="36424"/>
                    <a:pt x="34554" y="36424"/>
                    <a:pt x="31663" y="36011"/>
                  </a:cubicBezTo>
                  <a:cubicBezTo>
                    <a:pt x="26173" y="35335"/>
                    <a:pt x="20976" y="33150"/>
                    <a:pt x="16643" y="29704"/>
                  </a:cubicBezTo>
                  <a:cubicBezTo>
                    <a:pt x="13203" y="26715"/>
                    <a:pt x="10312" y="23164"/>
                    <a:pt x="8082" y="19192"/>
                  </a:cubicBezTo>
                  <a:cubicBezTo>
                    <a:pt x="4529" y="13178"/>
                    <a:pt x="1803" y="6713"/>
                    <a:pt x="-29" y="-30"/>
                  </a:cubicBezTo>
                  <a:lnTo>
                    <a:pt x="1848" y="-30"/>
                  </a:lnTo>
                  <a:cubicBezTo>
                    <a:pt x="2749" y="3274"/>
                    <a:pt x="3801" y="6503"/>
                    <a:pt x="5003" y="9731"/>
                  </a:cubicBezTo>
                  <a:cubicBezTo>
                    <a:pt x="7804" y="18629"/>
                    <a:pt x="13519" y="26325"/>
                    <a:pt x="21224" y="31581"/>
                  </a:cubicBezTo>
                  <a:cubicBezTo>
                    <a:pt x="28637" y="34719"/>
                    <a:pt x="36777" y="35733"/>
                    <a:pt x="44730" y="34509"/>
                  </a:cubicBezTo>
                  <a:cubicBezTo>
                    <a:pt x="45226" y="34509"/>
                    <a:pt x="45632" y="34915"/>
                    <a:pt x="45632" y="35410"/>
                  </a:cubicBezTo>
                  <a:cubicBezTo>
                    <a:pt x="45632" y="35906"/>
                    <a:pt x="45226" y="36311"/>
                    <a:pt x="44730" y="36311"/>
                  </a:cubicBezTo>
                  <a:lnTo>
                    <a:pt x="44730" y="36311"/>
                  </a:lnTo>
                  <a:cubicBezTo>
                    <a:pt x="44813" y="36093"/>
                    <a:pt x="44813" y="35853"/>
                    <a:pt x="44730" y="35635"/>
                  </a:cubicBezTo>
                  <a:cubicBezTo>
                    <a:pt x="43379" y="35035"/>
                    <a:pt x="41276" y="35861"/>
                    <a:pt x="40375" y="36011"/>
                  </a:cubicBezTo>
                  <a:close/>
                </a:path>
              </a:pathLst>
            </a:custGeom>
            <a:solidFill>
              <a:srgbClr val="4B5B6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6" name="Content Placeholder 4">
              <a:extLst>
                <a:ext uri="{FF2B5EF4-FFF2-40B4-BE49-F238E27FC236}">
                  <a16:creationId xmlns:a16="http://schemas.microsoft.com/office/drawing/2014/main" id="{D99DAF27-BA92-7270-924D-6FD015D1138A}"/>
                </a:ext>
              </a:extLst>
            </p:cNvPr>
            <p:cNvSpPr/>
            <p:nvPr/>
          </p:nvSpPr>
          <p:spPr>
            <a:xfrm>
              <a:off x="6763953" y="1983647"/>
              <a:ext cx="44746" cy="36957"/>
            </a:xfrm>
            <a:custGeom>
              <a:avLst/>
              <a:gdLst>
                <a:gd name="connsiteX0" fmla="*/ 8833 w 44746"/>
                <a:gd name="connsiteY0" fmla="*/ 21369 h 36957"/>
                <a:gd name="connsiteX1" fmla="*/ -29 w 44746"/>
                <a:gd name="connsiteY1" fmla="*/ -30 h 36957"/>
                <a:gd name="connsiteX2" fmla="*/ 496 w 44746"/>
                <a:gd name="connsiteY2" fmla="*/ -30 h 36957"/>
                <a:gd name="connsiteX3" fmla="*/ 8607 w 44746"/>
                <a:gd name="connsiteY3" fmla="*/ 19192 h 36957"/>
                <a:gd name="connsiteX4" fmla="*/ 17168 w 44746"/>
                <a:gd name="connsiteY4" fmla="*/ 29704 h 36957"/>
                <a:gd name="connsiteX5" fmla="*/ 32188 w 44746"/>
                <a:gd name="connsiteY5" fmla="*/ 36011 h 36957"/>
                <a:gd name="connsiteX6" fmla="*/ 40900 w 44746"/>
                <a:gd name="connsiteY6" fmla="*/ 36011 h 36957"/>
                <a:gd name="connsiteX7" fmla="*/ 44655 w 44746"/>
                <a:gd name="connsiteY7" fmla="*/ 35635 h 36957"/>
                <a:gd name="connsiteX8" fmla="*/ 44655 w 44746"/>
                <a:gd name="connsiteY8" fmla="*/ 36311 h 36957"/>
                <a:gd name="connsiteX9" fmla="*/ 8833 w 44746"/>
                <a:gd name="connsiteY9" fmla="*/ 21369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4746" h="36957">
                  <a:moveTo>
                    <a:pt x="8833" y="21369"/>
                  </a:moveTo>
                  <a:cubicBezTo>
                    <a:pt x="5205" y="14537"/>
                    <a:pt x="2239" y="7366"/>
                    <a:pt x="-29" y="-30"/>
                  </a:cubicBezTo>
                  <a:lnTo>
                    <a:pt x="496" y="-30"/>
                  </a:lnTo>
                  <a:cubicBezTo>
                    <a:pt x="2329" y="6713"/>
                    <a:pt x="5055" y="13178"/>
                    <a:pt x="8607" y="19192"/>
                  </a:cubicBezTo>
                  <a:cubicBezTo>
                    <a:pt x="10838" y="23164"/>
                    <a:pt x="13729" y="26715"/>
                    <a:pt x="17168" y="29704"/>
                  </a:cubicBezTo>
                  <a:cubicBezTo>
                    <a:pt x="21502" y="33150"/>
                    <a:pt x="26699" y="35335"/>
                    <a:pt x="32188" y="36011"/>
                  </a:cubicBezTo>
                  <a:cubicBezTo>
                    <a:pt x="35080" y="36424"/>
                    <a:pt x="38009" y="36424"/>
                    <a:pt x="40900" y="36011"/>
                  </a:cubicBezTo>
                  <a:cubicBezTo>
                    <a:pt x="41801" y="36011"/>
                    <a:pt x="43904" y="35035"/>
                    <a:pt x="44655" y="35635"/>
                  </a:cubicBezTo>
                  <a:cubicBezTo>
                    <a:pt x="44738" y="35853"/>
                    <a:pt x="44738" y="36093"/>
                    <a:pt x="44655" y="36311"/>
                  </a:cubicBezTo>
                  <a:cubicBezTo>
                    <a:pt x="30799" y="38932"/>
                    <a:pt x="16718" y="33053"/>
                    <a:pt x="8833" y="21369"/>
                  </a:cubicBezTo>
                  <a:close/>
                </a:path>
              </a:pathLst>
            </a:custGeom>
            <a:solidFill>
              <a:srgbClr val="51627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7" name="Content Placeholder 4">
              <a:extLst>
                <a:ext uri="{FF2B5EF4-FFF2-40B4-BE49-F238E27FC236}">
                  <a16:creationId xmlns:a16="http://schemas.microsoft.com/office/drawing/2014/main" id="{511AC5F3-5394-666E-37CD-902084E82F38}"/>
                </a:ext>
              </a:extLst>
            </p:cNvPr>
            <p:cNvSpPr/>
            <p:nvPr/>
          </p:nvSpPr>
          <p:spPr>
            <a:xfrm>
              <a:off x="6651778" y="1727468"/>
              <a:ext cx="162186" cy="255803"/>
            </a:xfrm>
            <a:custGeom>
              <a:avLst/>
              <a:gdLst>
                <a:gd name="connsiteX0" fmla="*/ 472 w 162186"/>
                <a:gd name="connsiteY0" fmla="*/ 220409 h 255803"/>
                <a:gd name="connsiteX1" fmla="*/ 848 w 162186"/>
                <a:gd name="connsiteY1" fmla="*/ 124526 h 255803"/>
                <a:gd name="connsiteX2" fmla="*/ 12188 w 162186"/>
                <a:gd name="connsiteY2" fmla="*/ 42459 h 255803"/>
                <a:gd name="connsiteX3" fmla="*/ 24804 w 162186"/>
                <a:gd name="connsiteY3" fmla="*/ 9722 h 255803"/>
                <a:gd name="connsiteX4" fmla="*/ 35769 w 162186"/>
                <a:gd name="connsiteY4" fmla="*/ 3790 h 255803"/>
                <a:gd name="connsiteX5" fmla="*/ 45457 w 162186"/>
                <a:gd name="connsiteY5" fmla="*/ 937 h 255803"/>
                <a:gd name="connsiteX6" fmla="*/ 83758 w 162186"/>
                <a:gd name="connsiteY6" fmla="*/ 487 h 255803"/>
                <a:gd name="connsiteX7" fmla="*/ 130170 w 162186"/>
                <a:gd name="connsiteY7" fmla="*/ 4691 h 255803"/>
                <a:gd name="connsiteX8" fmla="*/ 147518 w 162186"/>
                <a:gd name="connsiteY8" fmla="*/ 60029 h 255803"/>
                <a:gd name="connsiteX9" fmla="*/ 159008 w 162186"/>
                <a:gd name="connsiteY9" fmla="*/ 131134 h 255803"/>
                <a:gd name="connsiteX10" fmla="*/ 161186 w 162186"/>
                <a:gd name="connsiteY10" fmla="*/ 193454 h 255803"/>
                <a:gd name="connsiteX11" fmla="*/ 155028 w 162186"/>
                <a:gd name="connsiteY11" fmla="*/ 249241 h 255803"/>
                <a:gd name="connsiteX12" fmla="*/ 114549 w 162186"/>
                <a:gd name="connsiteY12" fmla="*/ 255774 h 255803"/>
                <a:gd name="connsiteX13" fmla="*/ 112146 w 162186"/>
                <a:gd name="connsiteY13" fmla="*/ 255774 h 255803"/>
                <a:gd name="connsiteX14" fmla="*/ 91643 w 162186"/>
                <a:gd name="connsiteY14" fmla="*/ 255774 h 255803"/>
                <a:gd name="connsiteX15" fmla="*/ 69864 w 162186"/>
                <a:gd name="connsiteY15" fmla="*/ 254798 h 255803"/>
                <a:gd name="connsiteX16" fmla="*/ 9784 w 162186"/>
                <a:gd name="connsiteY16" fmla="*/ 245337 h 255803"/>
                <a:gd name="connsiteX17" fmla="*/ 472 w 162186"/>
                <a:gd name="connsiteY17" fmla="*/ 240682 h 255803"/>
                <a:gd name="connsiteX18" fmla="*/ 472 w 162186"/>
                <a:gd name="connsiteY18" fmla="*/ 220409 h 255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2186" h="255803">
                  <a:moveTo>
                    <a:pt x="472" y="220409"/>
                  </a:moveTo>
                  <a:lnTo>
                    <a:pt x="848" y="124526"/>
                  </a:lnTo>
                  <a:cubicBezTo>
                    <a:pt x="848" y="97646"/>
                    <a:pt x="7757" y="69039"/>
                    <a:pt x="12188" y="42459"/>
                  </a:cubicBezTo>
                  <a:cubicBezTo>
                    <a:pt x="13907" y="30746"/>
                    <a:pt x="18218" y="19558"/>
                    <a:pt x="24804" y="9722"/>
                  </a:cubicBezTo>
                  <a:cubicBezTo>
                    <a:pt x="25856" y="7845"/>
                    <a:pt x="26006" y="6568"/>
                    <a:pt x="35769" y="3790"/>
                  </a:cubicBezTo>
                  <a:cubicBezTo>
                    <a:pt x="38811" y="2288"/>
                    <a:pt x="42085" y="1327"/>
                    <a:pt x="45457" y="937"/>
                  </a:cubicBezTo>
                  <a:cubicBezTo>
                    <a:pt x="58149" y="2889"/>
                    <a:pt x="71066" y="-1466"/>
                    <a:pt x="83758" y="487"/>
                  </a:cubicBezTo>
                  <a:cubicBezTo>
                    <a:pt x="96450" y="2439"/>
                    <a:pt x="119731" y="-3643"/>
                    <a:pt x="130170" y="4691"/>
                  </a:cubicBezTo>
                  <a:cubicBezTo>
                    <a:pt x="144288" y="15954"/>
                    <a:pt x="145190" y="42609"/>
                    <a:pt x="147518" y="60029"/>
                  </a:cubicBezTo>
                  <a:cubicBezTo>
                    <a:pt x="150597" y="83530"/>
                    <a:pt x="157731" y="107407"/>
                    <a:pt x="159008" y="131134"/>
                  </a:cubicBezTo>
                  <a:cubicBezTo>
                    <a:pt x="160134" y="151857"/>
                    <a:pt x="160735" y="172655"/>
                    <a:pt x="161186" y="193454"/>
                  </a:cubicBezTo>
                  <a:cubicBezTo>
                    <a:pt x="161186" y="204341"/>
                    <a:pt x="165767" y="242033"/>
                    <a:pt x="155028" y="249241"/>
                  </a:cubicBezTo>
                  <a:cubicBezTo>
                    <a:pt x="148719" y="253521"/>
                    <a:pt x="131822" y="255248"/>
                    <a:pt x="114549" y="255774"/>
                  </a:cubicBezTo>
                  <a:lnTo>
                    <a:pt x="112146" y="255774"/>
                  </a:lnTo>
                  <a:cubicBezTo>
                    <a:pt x="105086" y="255774"/>
                    <a:pt x="98027" y="255774"/>
                    <a:pt x="91643" y="255774"/>
                  </a:cubicBezTo>
                  <a:cubicBezTo>
                    <a:pt x="82181" y="255774"/>
                    <a:pt x="74220" y="255173"/>
                    <a:pt x="69864" y="254798"/>
                  </a:cubicBezTo>
                  <a:cubicBezTo>
                    <a:pt x="49663" y="252883"/>
                    <a:pt x="29596" y="249722"/>
                    <a:pt x="9784" y="245337"/>
                  </a:cubicBezTo>
                  <a:cubicBezTo>
                    <a:pt x="6202" y="245014"/>
                    <a:pt x="2883" y="243347"/>
                    <a:pt x="472" y="240682"/>
                  </a:cubicBezTo>
                  <a:cubicBezTo>
                    <a:pt x="-196" y="233939"/>
                    <a:pt x="-196" y="227152"/>
                    <a:pt x="472" y="220409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8" name="Content Placeholder 4">
              <a:extLst>
                <a:ext uri="{FF2B5EF4-FFF2-40B4-BE49-F238E27FC236}">
                  <a16:creationId xmlns:a16="http://schemas.microsoft.com/office/drawing/2014/main" id="{73D8605D-9DCC-F793-9A9D-411F6A6C0FE6}"/>
                </a:ext>
              </a:extLst>
            </p:cNvPr>
            <p:cNvSpPr/>
            <p:nvPr/>
          </p:nvSpPr>
          <p:spPr>
            <a:xfrm>
              <a:off x="6761174" y="1730820"/>
              <a:ext cx="96437" cy="150798"/>
            </a:xfrm>
            <a:custGeom>
              <a:avLst/>
              <a:gdLst>
                <a:gd name="connsiteX0" fmla="*/ 36019 w 96437"/>
                <a:gd name="connsiteY0" fmla="*/ 14103 h 150798"/>
                <a:gd name="connsiteX1" fmla="*/ 18070 w 96437"/>
                <a:gd name="connsiteY1" fmla="*/ 663 h 150798"/>
                <a:gd name="connsiteX2" fmla="*/ 722 w 96437"/>
                <a:gd name="connsiteY2" fmla="*/ 8848 h 150798"/>
                <a:gd name="connsiteX3" fmla="*/ 3576 w 96437"/>
                <a:gd name="connsiteY3" fmla="*/ 30697 h 150798"/>
                <a:gd name="connsiteX4" fmla="*/ 28734 w 96437"/>
                <a:gd name="connsiteY4" fmla="*/ 82130 h 150798"/>
                <a:gd name="connsiteX5" fmla="*/ 57272 w 96437"/>
                <a:gd name="connsiteY5" fmla="*/ 135065 h 150798"/>
                <a:gd name="connsiteX6" fmla="*/ 67936 w 96437"/>
                <a:gd name="connsiteY6" fmla="*/ 148955 h 150798"/>
                <a:gd name="connsiteX7" fmla="*/ 96324 w 96437"/>
                <a:gd name="connsiteY7" fmla="*/ 136416 h 150798"/>
                <a:gd name="connsiteX8" fmla="*/ 80252 w 96437"/>
                <a:gd name="connsiteY8" fmla="*/ 91365 h 150798"/>
                <a:gd name="connsiteX9" fmla="*/ 36019 w 96437"/>
                <a:gd name="connsiteY9" fmla="*/ 14103 h 150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6437" h="150798">
                  <a:moveTo>
                    <a:pt x="36019" y="14103"/>
                  </a:moveTo>
                  <a:cubicBezTo>
                    <a:pt x="31370" y="8074"/>
                    <a:pt x="25159" y="3426"/>
                    <a:pt x="18070" y="663"/>
                  </a:cubicBezTo>
                  <a:cubicBezTo>
                    <a:pt x="11033" y="-1634"/>
                    <a:pt x="3418" y="1955"/>
                    <a:pt x="722" y="8848"/>
                  </a:cubicBezTo>
                  <a:cubicBezTo>
                    <a:pt x="-893" y="16243"/>
                    <a:pt x="113" y="23970"/>
                    <a:pt x="3576" y="30697"/>
                  </a:cubicBezTo>
                  <a:cubicBezTo>
                    <a:pt x="10943" y="48320"/>
                    <a:pt x="19347" y="65491"/>
                    <a:pt x="28734" y="82130"/>
                  </a:cubicBezTo>
                  <a:lnTo>
                    <a:pt x="57272" y="135065"/>
                  </a:lnTo>
                  <a:cubicBezTo>
                    <a:pt x="59653" y="140493"/>
                    <a:pt x="63310" y="145254"/>
                    <a:pt x="67936" y="148955"/>
                  </a:cubicBezTo>
                  <a:cubicBezTo>
                    <a:pt x="76197" y="154136"/>
                    <a:pt x="94897" y="147679"/>
                    <a:pt x="96324" y="136416"/>
                  </a:cubicBezTo>
                  <a:cubicBezTo>
                    <a:pt x="97601" y="126280"/>
                    <a:pt x="84083" y="101277"/>
                    <a:pt x="80252" y="91365"/>
                  </a:cubicBezTo>
                  <a:cubicBezTo>
                    <a:pt x="70017" y="63276"/>
                    <a:pt x="55057" y="37147"/>
                    <a:pt x="36019" y="14103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9" name="Content Placeholder 4">
              <a:extLst>
                <a:ext uri="{FF2B5EF4-FFF2-40B4-BE49-F238E27FC236}">
                  <a16:creationId xmlns:a16="http://schemas.microsoft.com/office/drawing/2014/main" id="{194A0A32-623E-B4E7-1815-8F969ED48F4B}"/>
                </a:ext>
              </a:extLst>
            </p:cNvPr>
            <p:cNvSpPr/>
            <p:nvPr/>
          </p:nvSpPr>
          <p:spPr>
            <a:xfrm>
              <a:off x="6739588" y="1724539"/>
              <a:ext cx="26017" cy="26736"/>
            </a:xfrm>
            <a:custGeom>
              <a:avLst/>
              <a:gdLst>
                <a:gd name="connsiteX0" fmla="*/ 1055 w 26017"/>
                <a:gd name="connsiteY0" fmla="*/ 8596 h 26736"/>
                <a:gd name="connsiteX1" fmla="*/ 78 w 26017"/>
                <a:gd name="connsiteY1" fmla="*/ 5742 h 26736"/>
                <a:gd name="connsiteX2" fmla="*/ 2106 w 26017"/>
                <a:gd name="connsiteY2" fmla="*/ 4316 h 26736"/>
                <a:gd name="connsiteX3" fmla="*/ 13146 w 26017"/>
                <a:gd name="connsiteY3" fmla="*/ 336 h 26736"/>
                <a:gd name="connsiteX4" fmla="*/ 16901 w 26017"/>
                <a:gd name="connsiteY4" fmla="*/ 336 h 26736"/>
                <a:gd name="connsiteX5" fmla="*/ 18253 w 26017"/>
                <a:gd name="connsiteY5" fmla="*/ 1688 h 26736"/>
                <a:gd name="connsiteX6" fmla="*/ 25237 w 26017"/>
                <a:gd name="connsiteY6" fmla="*/ 10848 h 26736"/>
                <a:gd name="connsiteX7" fmla="*/ 25988 w 26017"/>
                <a:gd name="connsiteY7" fmla="*/ 12425 h 26736"/>
                <a:gd name="connsiteX8" fmla="*/ 24861 w 26017"/>
                <a:gd name="connsiteY8" fmla="*/ 14227 h 26736"/>
                <a:gd name="connsiteX9" fmla="*/ 17802 w 26017"/>
                <a:gd name="connsiteY9" fmla="*/ 21735 h 26736"/>
                <a:gd name="connsiteX10" fmla="*/ 11268 w 26017"/>
                <a:gd name="connsiteY10" fmla="*/ 26165 h 26736"/>
                <a:gd name="connsiteX11" fmla="*/ 6837 w 26017"/>
                <a:gd name="connsiteY11" fmla="*/ 17756 h 26736"/>
                <a:gd name="connsiteX12" fmla="*/ 1055 w 26017"/>
                <a:gd name="connsiteY12" fmla="*/ 8596 h 26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017" h="26736">
                  <a:moveTo>
                    <a:pt x="1055" y="8596"/>
                  </a:moveTo>
                  <a:cubicBezTo>
                    <a:pt x="379" y="7770"/>
                    <a:pt x="-297" y="6718"/>
                    <a:pt x="78" y="5742"/>
                  </a:cubicBezTo>
                  <a:cubicBezTo>
                    <a:pt x="589" y="5074"/>
                    <a:pt x="1302" y="4571"/>
                    <a:pt x="2106" y="4316"/>
                  </a:cubicBezTo>
                  <a:cubicBezTo>
                    <a:pt x="5711" y="2889"/>
                    <a:pt x="9616" y="1538"/>
                    <a:pt x="13146" y="336"/>
                  </a:cubicBezTo>
                  <a:cubicBezTo>
                    <a:pt x="14347" y="-152"/>
                    <a:pt x="15699" y="-152"/>
                    <a:pt x="16901" y="336"/>
                  </a:cubicBezTo>
                  <a:cubicBezTo>
                    <a:pt x="17456" y="667"/>
                    <a:pt x="17922" y="1132"/>
                    <a:pt x="18253" y="1688"/>
                  </a:cubicBezTo>
                  <a:lnTo>
                    <a:pt x="25237" y="10848"/>
                  </a:lnTo>
                  <a:cubicBezTo>
                    <a:pt x="25657" y="11276"/>
                    <a:pt x="25928" y="11832"/>
                    <a:pt x="25988" y="12425"/>
                  </a:cubicBezTo>
                  <a:cubicBezTo>
                    <a:pt x="25988" y="13101"/>
                    <a:pt x="25387" y="13701"/>
                    <a:pt x="24861" y="14227"/>
                  </a:cubicBezTo>
                  <a:cubicBezTo>
                    <a:pt x="22383" y="16630"/>
                    <a:pt x="20055" y="19107"/>
                    <a:pt x="17802" y="21735"/>
                  </a:cubicBezTo>
                  <a:cubicBezTo>
                    <a:pt x="15549" y="24363"/>
                    <a:pt x="14422" y="28118"/>
                    <a:pt x="11268" y="26165"/>
                  </a:cubicBezTo>
                  <a:cubicBezTo>
                    <a:pt x="8114" y="24213"/>
                    <a:pt x="8039" y="20008"/>
                    <a:pt x="6837" y="17756"/>
                  </a:cubicBezTo>
                  <a:cubicBezTo>
                    <a:pt x="5163" y="14550"/>
                    <a:pt x="3225" y="11486"/>
                    <a:pt x="1055" y="8596"/>
                  </a:cubicBezTo>
                  <a:close/>
                </a:path>
              </a:pathLst>
            </a:custGeom>
            <a:solidFill>
              <a:srgbClr val="ABBC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0" name="Content Placeholder 4">
              <a:extLst>
                <a:ext uri="{FF2B5EF4-FFF2-40B4-BE49-F238E27FC236}">
                  <a16:creationId xmlns:a16="http://schemas.microsoft.com/office/drawing/2014/main" id="{2F70C2F3-0DA9-3762-6D87-8EFEE381E561}"/>
                </a:ext>
              </a:extLst>
            </p:cNvPr>
            <p:cNvSpPr/>
            <p:nvPr/>
          </p:nvSpPr>
          <p:spPr>
            <a:xfrm>
              <a:off x="6705673" y="1723320"/>
              <a:ext cx="27263" cy="27989"/>
            </a:xfrm>
            <a:custGeom>
              <a:avLst/>
              <a:gdLst>
                <a:gd name="connsiteX0" fmla="*/ 22503 w 27263"/>
                <a:gd name="connsiteY0" fmla="*/ 21453 h 27989"/>
                <a:gd name="connsiteX1" fmla="*/ 21076 w 27263"/>
                <a:gd name="connsiteY1" fmla="*/ 27235 h 27989"/>
                <a:gd name="connsiteX2" fmla="*/ 20550 w 27263"/>
                <a:gd name="connsiteY2" fmla="*/ 27911 h 27989"/>
                <a:gd name="connsiteX3" fmla="*/ 18373 w 27263"/>
                <a:gd name="connsiteY3" fmla="*/ 26859 h 27989"/>
                <a:gd name="connsiteX4" fmla="*/ 3353 w 27263"/>
                <a:gd name="connsiteY4" fmla="*/ 10641 h 27989"/>
                <a:gd name="connsiteX5" fmla="*/ 424 w 27263"/>
                <a:gd name="connsiteY5" fmla="*/ 7488 h 27989"/>
                <a:gd name="connsiteX6" fmla="*/ 799 w 27263"/>
                <a:gd name="connsiteY6" fmla="*/ 3583 h 27989"/>
                <a:gd name="connsiteX7" fmla="*/ 3503 w 27263"/>
                <a:gd name="connsiteY7" fmla="*/ 2382 h 27989"/>
                <a:gd name="connsiteX8" fmla="*/ 9886 w 27263"/>
                <a:gd name="connsiteY8" fmla="*/ 505 h 27989"/>
                <a:gd name="connsiteX9" fmla="*/ 13867 w 27263"/>
                <a:gd name="connsiteY9" fmla="*/ -21 h 27989"/>
                <a:gd name="connsiteX10" fmla="*/ 17171 w 27263"/>
                <a:gd name="connsiteY10" fmla="*/ 1331 h 27989"/>
                <a:gd name="connsiteX11" fmla="*/ 27234 w 27263"/>
                <a:gd name="connsiteY11" fmla="*/ 8839 h 27989"/>
                <a:gd name="connsiteX12" fmla="*/ 24456 w 27263"/>
                <a:gd name="connsiteY12" fmla="*/ 14696 h 27989"/>
                <a:gd name="connsiteX13" fmla="*/ 22503 w 27263"/>
                <a:gd name="connsiteY13" fmla="*/ 21453 h 27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7263" h="27989">
                  <a:moveTo>
                    <a:pt x="22503" y="21453"/>
                  </a:moveTo>
                  <a:cubicBezTo>
                    <a:pt x="22218" y="23421"/>
                    <a:pt x="21737" y="25358"/>
                    <a:pt x="21076" y="27235"/>
                  </a:cubicBezTo>
                  <a:cubicBezTo>
                    <a:pt x="21076" y="27235"/>
                    <a:pt x="21076" y="27760"/>
                    <a:pt x="20550" y="27911"/>
                  </a:cubicBezTo>
                  <a:cubicBezTo>
                    <a:pt x="20025" y="28061"/>
                    <a:pt x="18898" y="27911"/>
                    <a:pt x="18373" y="26859"/>
                  </a:cubicBezTo>
                  <a:cubicBezTo>
                    <a:pt x="14017" y="20883"/>
                    <a:pt x="8978" y="15439"/>
                    <a:pt x="3353" y="10641"/>
                  </a:cubicBezTo>
                  <a:cubicBezTo>
                    <a:pt x="2189" y="9778"/>
                    <a:pt x="1197" y="8712"/>
                    <a:pt x="424" y="7488"/>
                  </a:cubicBezTo>
                  <a:cubicBezTo>
                    <a:pt x="-297" y="6241"/>
                    <a:pt x="-147" y="4672"/>
                    <a:pt x="799" y="3583"/>
                  </a:cubicBezTo>
                  <a:cubicBezTo>
                    <a:pt x="1573" y="2945"/>
                    <a:pt x="2512" y="2532"/>
                    <a:pt x="3503" y="2382"/>
                  </a:cubicBezTo>
                  <a:lnTo>
                    <a:pt x="9886" y="505"/>
                  </a:lnTo>
                  <a:cubicBezTo>
                    <a:pt x="11171" y="107"/>
                    <a:pt x="12522" y="-73"/>
                    <a:pt x="13867" y="-21"/>
                  </a:cubicBezTo>
                  <a:cubicBezTo>
                    <a:pt x="15046" y="204"/>
                    <a:pt x="16172" y="662"/>
                    <a:pt x="17171" y="1331"/>
                  </a:cubicBezTo>
                  <a:cubicBezTo>
                    <a:pt x="19800" y="2757"/>
                    <a:pt x="26934" y="5836"/>
                    <a:pt x="27234" y="8839"/>
                  </a:cubicBezTo>
                  <a:cubicBezTo>
                    <a:pt x="27234" y="10491"/>
                    <a:pt x="25132" y="13119"/>
                    <a:pt x="24456" y="14696"/>
                  </a:cubicBezTo>
                  <a:cubicBezTo>
                    <a:pt x="23592" y="16881"/>
                    <a:pt x="22939" y="19141"/>
                    <a:pt x="22503" y="21453"/>
                  </a:cubicBezTo>
                  <a:close/>
                </a:path>
              </a:pathLst>
            </a:custGeom>
            <a:solidFill>
              <a:srgbClr val="ABBC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1" name="Content Placeholder 4">
              <a:extLst>
                <a:ext uri="{FF2B5EF4-FFF2-40B4-BE49-F238E27FC236}">
                  <a16:creationId xmlns:a16="http://schemas.microsoft.com/office/drawing/2014/main" id="{FF0E2130-E3FA-9C08-C837-FE5C11487E77}"/>
                </a:ext>
              </a:extLst>
            </p:cNvPr>
            <p:cNvSpPr/>
            <p:nvPr/>
          </p:nvSpPr>
          <p:spPr>
            <a:xfrm>
              <a:off x="6731548" y="1739840"/>
              <a:ext cx="14056" cy="13673"/>
            </a:xfrm>
            <a:custGeom>
              <a:avLst/>
              <a:gdLst>
                <a:gd name="connsiteX0" fmla="*/ 13977 w 14056"/>
                <a:gd name="connsiteY0" fmla="*/ 3732 h 13673"/>
                <a:gd name="connsiteX1" fmla="*/ 13977 w 14056"/>
                <a:gd name="connsiteY1" fmla="*/ 2906 h 13673"/>
                <a:gd name="connsiteX2" fmla="*/ 13376 w 14056"/>
                <a:gd name="connsiteY2" fmla="*/ 2381 h 13673"/>
                <a:gd name="connsiteX3" fmla="*/ 2637 w 14056"/>
                <a:gd name="connsiteY3" fmla="*/ 128 h 13673"/>
                <a:gd name="connsiteX4" fmla="*/ 1360 w 14056"/>
                <a:gd name="connsiteY4" fmla="*/ 504 h 13673"/>
                <a:gd name="connsiteX5" fmla="*/ 534 w 14056"/>
                <a:gd name="connsiteY5" fmla="*/ 1630 h 13673"/>
                <a:gd name="connsiteX6" fmla="*/ 534 w 14056"/>
                <a:gd name="connsiteY6" fmla="*/ 7637 h 13673"/>
                <a:gd name="connsiteX7" fmla="*/ 3613 w 14056"/>
                <a:gd name="connsiteY7" fmla="*/ 13043 h 13673"/>
                <a:gd name="connsiteX8" fmla="*/ 4139 w 14056"/>
                <a:gd name="connsiteY8" fmla="*/ 13643 h 13673"/>
                <a:gd name="connsiteX9" fmla="*/ 5040 w 14056"/>
                <a:gd name="connsiteY9" fmla="*/ 13643 h 13673"/>
                <a:gd name="connsiteX10" fmla="*/ 13977 w 14056"/>
                <a:gd name="connsiteY10" fmla="*/ 3732 h 13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056" h="13673">
                  <a:moveTo>
                    <a:pt x="13977" y="3732"/>
                  </a:moveTo>
                  <a:cubicBezTo>
                    <a:pt x="14044" y="3462"/>
                    <a:pt x="14044" y="3177"/>
                    <a:pt x="13977" y="2906"/>
                  </a:cubicBezTo>
                  <a:cubicBezTo>
                    <a:pt x="13812" y="2696"/>
                    <a:pt x="13609" y="2516"/>
                    <a:pt x="13376" y="2381"/>
                  </a:cubicBezTo>
                  <a:cubicBezTo>
                    <a:pt x="10169" y="398"/>
                    <a:pt x="6369" y="-397"/>
                    <a:pt x="2637" y="128"/>
                  </a:cubicBezTo>
                  <a:cubicBezTo>
                    <a:pt x="2186" y="136"/>
                    <a:pt x="1743" y="271"/>
                    <a:pt x="1360" y="504"/>
                  </a:cubicBezTo>
                  <a:cubicBezTo>
                    <a:pt x="947" y="751"/>
                    <a:pt x="647" y="1157"/>
                    <a:pt x="534" y="1630"/>
                  </a:cubicBezTo>
                  <a:cubicBezTo>
                    <a:pt x="-217" y="3559"/>
                    <a:pt x="-217" y="5707"/>
                    <a:pt x="534" y="7637"/>
                  </a:cubicBezTo>
                  <a:cubicBezTo>
                    <a:pt x="1300" y="9574"/>
                    <a:pt x="2336" y="11398"/>
                    <a:pt x="3613" y="13043"/>
                  </a:cubicBezTo>
                  <a:cubicBezTo>
                    <a:pt x="3748" y="13275"/>
                    <a:pt x="3928" y="13478"/>
                    <a:pt x="4139" y="13643"/>
                  </a:cubicBezTo>
                  <a:lnTo>
                    <a:pt x="5040" y="13643"/>
                  </a:lnTo>
                  <a:cubicBezTo>
                    <a:pt x="10147" y="13493"/>
                    <a:pt x="12926" y="7411"/>
                    <a:pt x="13977" y="3732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2" name="Content Placeholder 4">
              <a:extLst>
                <a:ext uri="{FF2B5EF4-FFF2-40B4-BE49-F238E27FC236}">
                  <a16:creationId xmlns:a16="http://schemas.microsoft.com/office/drawing/2014/main" id="{CE8FD705-3621-D9E9-5DE2-CE43F7244C7E}"/>
                </a:ext>
              </a:extLst>
            </p:cNvPr>
            <p:cNvSpPr/>
            <p:nvPr/>
          </p:nvSpPr>
          <p:spPr>
            <a:xfrm>
              <a:off x="6724700" y="1755690"/>
              <a:ext cx="35445" cy="161657"/>
            </a:xfrm>
            <a:custGeom>
              <a:avLst/>
              <a:gdLst>
                <a:gd name="connsiteX0" fmla="*/ 23153 w 35445"/>
                <a:gd name="connsiteY0" fmla="*/ 51328 h 161657"/>
                <a:gd name="connsiteX1" fmla="*/ 35319 w 35445"/>
                <a:gd name="connsiteY1" fmla="*/ 137150 h 161657"/>
                <a:gd name="connsiteX2" fmla="*/ 34868 w 35445"/>
                <a:gd name="connsiteY2" fmla="*/ 142856 h 161657"/>
                <a:gd name="connsiteX3" fmla="*/ 31940 w 35445"/>
                <a:gd name="connsiteY3" fmla="*/ 146986 h 161657"/>
                <a:gd name="connsiteX4" fmla="*/ 19097 w 35445"/>
                <a:gd name="connsiteY4" fmla="*/ 161627 h 161657"/>
                <a:gd name="connsiteX5" fmla="*/ 923 w 35445"/>
                <a:gd name="connsiteY5" fmla="*/ 136624 h 161657"/>
                <a:gd name="connsiteX6" fmla="*/ 172 w 35445"/>
                <a:gd name="connsiteY6" fmla="*/ 126338 h 161657"/>
                <a:gd name="connsiteX7" fmla="*/ 4678 w 35445"/>
                <a:gd name="connsiteY7" fmla="*/ 49676 h 161657"/>
                <a:gd name="connsiteX8" fmla="*/ 11663 w 35445"/>
                <a:gd name="connsiteY8" fmla="*/ -30 h 161657"/>
                <a:gd name="connsiteX9" fmla="*/ 18196 w 35445"/>
                <a:gd name="connsiteY9" fmla="*/ 23171 h 161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445" h="161657">
                  <a:moveTo>
                    <a:pt x="23153" y="51328"/>
                  </a:moveTo>
                  <a:cubicBezTo>
                    <a:pt x="28658" y="79710"/>
                    <a:pt x="32721" y="108355"/>
                    <a:pt x="35319" y="137150"/>
                  </a:cubicBezTo>
                  <a:cubicBezTo>
                    <a:pt x="35537" y="139064"/>
                    <a:pt x="35387" y="141002"/>
                    <a:pt x="34868" y="142856"/>
                  </a:cubicBezTo>
                  <a:cubicBezTo>
                    <a:pt x="34148" y="144395"/>
                    <a:pt x="33156" y="145792"/>
                    <a:pt x="31940" y="146986"/>
                  </a:cubicBezTo>
                  <a:lnTo>
                    <a:pt x="19097" y="161627"/>
                  </a:lnTo>
                  <a:cubicBezTo>
                    <a:pt x="18347" y="151566"/>
                    <a:pt x="4077" y="146610"/>
                    <a:pt x="923" y="136624"/>
                  </a:cubicBezTo>
                  <a:cubicBezTo>
                    <a:pt x="0" y="133275"/>
                    <a:pt x="-256" y="129784"/>
                    <a:pt x="172" y="126338"/>
                  </a:cubicBezTo>
                  <a:lnTo>
                    <a:pt x="4678" y="49676"/>
                  </a:lnTo>
                  <a:cubicBezTo>
                    <a:pt x="5504" y="35861"/>
                    <a:pt x="3176" y="12134"/>
                    <a:pt x="11663" y="-30"/>
                  </a:cubicBezTo>
                  <a:cubicBezTo>
                    <a:pt x="17445" y="1547"/>
                    <a:pt x="17370" y="18141"/>
                    <a:pt x="18196" y="2317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3" name="Content Placeholder 4">
              <a:extLst>
                <a:ext uri="{FF2B5EF4-FFF2-40B4-BE49-F238E27FC236}">
                  <a16:creationId xmlns:a16="http://schemas.microsoft.com/office/drawing/2014/main" id="{37744F37-6A37-5B2E-F445-24432C3F2272}"/>
                </a:ext>
              </a:extLst>
            </p:cNvPr>
            <p:cNvSpPr/>
            <p:nvPr/>
          </p:nvSpPr>
          <p:spPr>
            <a:xfrm>
              <a:off x="6599570" y="1859948"/>
              <a:ext cx="140664" cy="122698"/>
            </a:xfrm>
            <a:custGeom>
              <a:avLst/>
              <a:gdLst>
                <a:gd name="connsiteX0" fmla="*/ 21739 w 140664"/>
                <a:gd name="connsiteY0" fmla="*/ 155 h 122698"/>
                <a:gd name="connsiteX1" fmla="*/ 411 w 140664"/>
                <a:gd name="connsiteY1" fmla="*/ 87628 h 122698"/>
                <a:gd name="connsiteX2" fmla="*/ 1086 w 140664"/>
                <a:gd name="connsiteY2" fmla="*/ 96038 h 122698"/>
                <a:gd name="connsiteX3" fmla="*/ 11075 w 140664"/>
                <a:gd name="connsiteY3" fmla="*/ 101294 h 122698"/>
                <a:gd name="connsiteX4" fmla="*/ 79416 w 140664"/>
                <a:gd name="connsiteY4" fmla="*/ 118188 h 122698"/>
                <a:gd name="connsiteX5" fmla="*/ 104424 w 140664"/>
                <a:gd name="connsiteY5" fmla="*/ 122618 h 122698"/>
                <a:gd name="connsiteX6" fmla="*/ 108855 w 140664"/>
                <a:gd name="connsiteY6" fmla="*/ 121942 h 122698"/>
                <a:gd name="connsiteX7" fmla="*/ 111784 w 140664"/>
                <a:gd name="connsiteY7" fmla="*/ 118188 h 122698"/>
                <a:gd name="connsiteX8" fmla="*/ 131009 w 140664"/>
                <a:gd name="connsiteY8" fmla="*/ 69833 h 122698"/>
                <a:gd name="connsiteX9" fmla="*/ 139496 w 140664"/>
                <a:gd name="connsiteY9" fmla="*/ 42127 h 122698"/>
                <a:gd name="connsiteX10" fmla="*/ 128606 w 140664"/>
                <a:gd name="connsiteY10" fmla="*/ 24107 h 122698"/>
                <a:gd name="connsiteX11" fmla="*/ 93384 w 140664"/>
                <a:gd name="connsiteY11" fmla="*/ 14946 h 122698"/>
                <a:gd name="connsiteX12" fmla="*/ 21739 w 140664"/>
                <a:gd name="connsiteY12" fmla="*/ 155 h 122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0664" h="122698">
                  <a:moveTo>
                    <a:pt x="21739" y="155"/>
                  </a:moveTo>
                  <a:cubicBezTo>
                    <a:pt x="12337" y="28709"/>
                    <a:pt x="5210" y="57955"/>
                    <a:pt x="411" y="87628"/>
                  </a:cubicBezTo>
                  <a:cubicBezTo>
                    <a:pt x="-355" y="90421"/>
                    <a:pt x="-115" y="93402"/>
                    <a:pt x="1086" y="96038"/>
                  </a:cubicBezTo>
                  <a:cubicBezTo>
                    <a:pt x="3670" y="98943"/>
                    <a:pt x="7215" y="100813"/>
                    <a:pt x="11075" y="101294"/>
                  </a:cubicBezTo>
                  <a:lnTo>
                    <a:pt x="79416" y="118188"/>
                  </a:lnTo>
                  <a:cubicBezTo>
                    <a:pt x="87587" y="120485"/>
                    <a:pt x="95960" y="121972"/>
                    <a:pt x="104424" y="122618"/>
                  </a:cubicBezTo>
                  <a:cubicBezTo>
                    <a:pt x="105933" y="122783"/>
                    <a:pt x="107458" y="122543"/>
                    <a:pt x="108855" y="121942"/>
                  </a:cubicBezTo>
                  <a:cubicBezTo>
                    <a:pt x="110214" y="121041"/>
                    <a:pt x="111243" y="119727"/>
                    <a:pt x="111784" y="118188"/>
                  </a:cubicBezTo>
                  <a:cubicBezTo>
                    <a:pt x="119053" y="102427"/>
                    <a:pt x="125475" y="86284"/>
                    <a:pt x="131009" y="69833"/>
                  </a:cubicBezTo>
                  <a:cubicBezTo>
                    <a:pt x="134089" y="60673"/>
                    <a:pt x="136867" y="51437"/>
                    <a:pt x="139496" y="42127"/>
                  </a:cubicBezTo>
                  <a:cubicBezTo>
                    <a:pt x="142425" y="31540"/>
                    <a:pt x="140021" y="26284"/>
                    <a:pt x="128606" y="24107"/>
                  </a:cubicBezTo>
                  <a:cubicBezTo>
                    <a:pt x="117191" y="21929"/>
                    <a:pt x="105100" y="17875"/>
                    <a:pt x="93384" y="14946"/>
                  </a:cubicBezTo>
                  <a:cubicBezTo>
                    <a:pt x="87376" y="13445"/>
                    <a:pt x="22415" y="-1873"/>
                    <a:pt x="21739" y="155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4" name="Content Placeholder 4">
              <a:extLst>
                <a:ext uri="{FF2B5EF4-FFF2-40B4-BE49-F238E27FC236}">
                  <a16:creationId xmlns:a16="http://schemas.microsoft.com/office/drawing/2014/main" id="{D7A40F49-88A7-6570-0321-3A27B1A51BA6}"/>
                </a:ext>
              </a:extLst>
            </p:cNvPr>
            <p:cNvSpPr/>
            <p:nvPr/>
          </p:nvSpPr>
          <p:spPr>
            <a:xfrm>
              <a:off x="6660240" y="1911490"/>
              <a:ext cx="375" cy="450"/>
            </a:xfrm>
            <a:custGeom>
              <a:avLst/>
              <a:gdLst>
                <a:gd name="connsiteX0" fmla="*/ 346 w 375"/>
                <a:gd name="connsiteY0" fmla="*/ 421 h 450"/>
                <a:gd name="connsiteX1" fmla="*/ -29 w 375"/>
                <a:gd name="connsiteY1" fmla="*/ -30 h 450"/>
                <a:gd name="connsiteX2" fmla="*/ 346 w 375"/>
                <a:gd name="connsiteY2" fmla="*/ 421 h 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5" h="450">
                  <a:moveTo>
                    <a:pt x="346" y="421"/>
                  </a:moveTo>
                  <a:cubicBezTo>
                    <a:pt x="346" y="421"/>
                    <a:pt x="346" y="421"/>
                    <a:pt x="-29" y="-30"/>
                  </a:cubicBezTo>
                  <a:cubicBezTo>
                    <a:pt x="188" y="8"/>
                    <a:pt x="346" y="196"/>
                    <a:pt x="346" y="421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5" name="Content Placeholder 4">
              <a:extLst>
                <a:ext uri="{FF2B5EF4-FFF2-40B4-BE49-F238E27FC236}">
                  <a16:creationId xmlns:a16="http://schemas.microsoft.com/office/drawing/2014/main" id="{6D114DE5-09AD-BFDA-F68C-46E59E18E3BF}"/>
                </a:ext>
              </a:extLst>
            </p:cNvPr>
            <p:cNvSpPr/>
            <p:nvPr/>
          </p:nvSpPr>
          <p:spPr>
            <a:xfrm>
              <a:off x="6655689" y="1902019"/>
              <a:ext cx="19496" cy="26723"/>
            </a:xfrm>
            <a:custGeom>
              <a:avLst/>
              <a:gdLst>
                <a:gd name="connsiteX0" fmla="*/ 1443 w 19496"/>
                <a:gd name="connsiteY0" fmla="*/ 22657 h 26723"/>
                <a:gd name="connsiteX1" fmla="*/ 17214 w 19496"/>
                <a:gd name="connsiteY1" fmla="*/ 26636 h 26723"/>
                <a:gd name="connsiteX2" fmla="*/ 19407 w 19496"/>
                <a:gd name="connsiteY2" fmla="*/ 25345 h 26723"/>
                <a:gd name="connsiteX3" fmla="*/ 19467 w 19496"/>
                <a:gd name="connsiteY3" fmla="*/ 24910 h 26723"/>
                <a:gd name="connsiteX4" fmla="*/ 17214 w 19496"/>
                <a:gd name="connsiteY4" fmla="*/ 2384 h 26723"/>
                <a:gd name="connsiteX5" fmla="*/ 16238 w 19496"/>
                <a:gd name="connsiteY5" fmla="*/ 958 h 26723"/>
                <a:gd name="connsiteX6" fmla="*/ 13084 w 19496"/>
                <a:gd name="connsiteY6" fmla="*/ 958 h 26723"/>
                <a:gd name="connsiteX7" fmla="*/ 6850 w 19496"/>
                <a:gd name="connsiteY7" fmla="*/ 10268 h 26723"/>
                <a:gd name="connsiteX8" fmla="*/ 392 w 19496"/>
                <a:gd name="connsiteY8" fmla="*/ 19729 h 26723"/>
                <a:gd name="connsiteX9" fmla="*/ 617 w 19496"/>
                <a:gd name="connsiteY9" fmla="*/ 22267 h 26723"/>
                <a:gd name="connsiteX10" fmla="*/ 1443 w 19496"/>
                <a:gd name="connsiteY10" fmla="*/ 22657 h 26723"/>
                <a:gd name="connsiteX11" fmla="*/ 14135 w 19496"/>
                <a:gd name="connsiteY11" fmla="*/ 6964 h 26723"/>
                <a:gd name="connsiteX12" fmla="*/ 15712 w 19496"/>
                <a:gd name="connsiteY12" fmla="*/ 22507 h 26723"/>
                <a:gd name="connsiteX13" fmla="*/ 4823 w 19496"/>
                <a:gd name="connsiteY13" fmla="*/ 19804 h 26723"/>
                <a:gd name="connsiteX14" fmla="*/ 10831 w 19496"/>
                <a:gd name="connsiteY14" fmla="*/ 11019 h 26723"/>
                <a:gd name="connsiteX15" fmla="*/ 14135 w 19496"/>
                <a:gd name="connsiteY15" fmla="*/ 6964 h 26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496" h="26723">
                  <a:moveTo>
                    <a:pt x="1443" y="22657"/>
                  </a:moveTo>
                  <a:cubicBezTo>
                    <a:pt x="6813" y="23483"/>
                    <a:pt x="12092" y="24819"/>
                    <a:pt x="17214" y="26636"/>
                  </a:cubicBezTo>
                  <a:cubicBezTo>
                    <a:pt x="18175" y="26884"/>
                    <a:pt x="19159" y="26306"/>
                    <a:pt x="19407" y="25345"/>
                  </a:cubicBezTo>
                  <a:cubicBezTo>
                    <a:pt x="19445" y="25202"/>
                    <a:pt x="19467" y="25052"/>
                    <a:pt x="19467" y="24910"/>
                  </a:cubicBezTo>
                  <a:lnTo>
                    <a:pt x="17214" y="2384"/>
                  </a:lnTo>
                  <a:cubicBezTo>
                    <a:pt x="17117" y="1783"/>
                    <a:pt x="16763" y="1265"/>
                    <a:pt x="16238" y="958"/>
                  </a:cubicBezTo>
                  <a:cubicBezTo>
                    <a:pt x="15487" y="-244"/>
                    <a:pt x="13384" y="-469"/>
                    <a:pt x="13084" y="958"/>
                  </a:cubicBezTo>
                  <a:cubicBezTo>
                    <a:pt x="12558" y="4186"/>
                    <a:pt x="8728" y="7565"/>
                    <a:pt x="6850" y="10268"/>
                  </a:cubicBezTo>
                  <a:cubicBezTo>
                    <a:pt x="4973" y="12971"/>
                    <a:pt x="2570" y="16575"/>
                    <a:pt x="392" y="19729"/>
                  </a:cubicBezTo>
                  <a:cubicBezTo>
                    <a:pt x="-247" y="20494"/>
                    <a:pt x="-149" y="21628"/>
                    <a:pt x="617" y="22267"/>
                  </a:cubicBezTo>
                  <a:cubicBezTo>
                    <a:pt x="857" y="22469"/>
                    <a:pt x="1135" y="22597"/>
                    <a:pt x="1443" y="22657"/>
                  </a:cubicBezTo>
                  <a:close/>
                  <a:moveTo>
                    <a:pt x="14135" y="6964"/>
                  </a:moveTo>
                  <a:lnTo>
                    <a:pt x="15712" y="22507"/>
                  </a:lnTo>
                  <a:cubicBezTo>
                    <a:pt x="12137" y="21388"/>
                    <a:pt x="8503" y="20479"/>
                    <a:pt x="4823" y="19804"/>
                  </a:cubicBezTo>
                  <a:lnTo>
                    <a:pt x="10831" y="11019"/>
                  </a:lnTo>
                  <a:cubicBezTo>
                    <a:pt x="11807" y="9742"/>
                    <a:pt x="13084" y="8391"/>
                    <a:pt x="14135" y="6964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6" name="Content Placeholder 4">
              <a:extLst>
                <a:ext uri="{FF2B5EF4-FFF2-40B4-BE49-F238E27FC236}">
                  <a16:creationId xmlns:a16="http://schemas.microsoft.com/office/drawing/2014/main" id="{12CF56A7-2400-979D-6497-2DFAF53DD4B7}"/>
                </a:ext>
              </a:extLst>
            </p:cNvPr>
            <p:cNvSpPr/>
            <p:nvPr/>
          </p:nvSpPr>
          <p:spPr>
            <a:xfrm>
              <a:off x="6635522" y="1952319"/>
              <a:ext cx="22550" cy="26063"/>
            </a:xfrm>
            <a:custGeom>
              <a:avLst/>
              <a:gdLst>
                <a:gd name="connsiteX0" fmla="*/ 207 w 22550"/>
                <a:gd name="connsiteY0" fmla="*/ 14179 h 26063"/>
                <a:gd name="connsiteX1" fmla="*/ 2910 w 22550"/>
                <a:gd name="connsiteY1" fmla="*/ 5094 h 26063"/>
                <a:gd name="connsiteX2" fmla="*/ 4562 w 22550"/>
                <a:gd name="connsiteY2" fmla="*/ 1565 h 26063"/>
                <a:gd name="connsiteX3" fmla="*/ 10045 w 22550"/>
                <a:gd name="connsiteY3" fmla="*/ 138 h 26063"/>
                <a:gd name="connsiteX4" fmla="*/ 14100 w 22550"/>
                <a:gd name="connsiteY4" fmla="*/ 3893 h 26063"/>
                <a:gd name="connsiteX5" fmla="*/ 14551 w 22550"/>
                <a:gd name="connsiteY5" fmla="*/ 6896 h 26063"/>
                <a:gd name="connsiteX6" fmla="*/ 15152 w 22550"/>
                <a:gd name="connsiteY6" fmla="*/ 14029 h 26063"/>
                <a:gd name="connsiteX7" fmla="*/ 20258 w 22550"/>
                <a:gd name="connsiteY7" fmla="*/ 19735 h 26063"/>
                <a:gd name="connsiteX8" fmla="*/ 22436 w 22550"/>
                <a:gd name="connsiteY8" fmla="*/ 23039 h 26063"/>
                <a:gd name="connsiteX9" fmla="*/ 19883 w 22550"/>
                <a:gd name="connsiteY9" fmla="*/ 24841 h 26063"/>
                <a:gd name="connsiteX10" fmla="*/ 12373 w 22550"/>
                <a:gd name="connsiteY10" fmla="*/ 25967 h 26063"/>
                <a:gd name="connsiteX11" fmla="*/ 2760 w 22550"/>
                <a:gd name="connsiteY11" fmla="*/ 23264 h 26063"/>
                <a:gd name="connsiteX12" fmla="*/ 207 w 22550"/>
                <a:gd name="connsiteY12" fmla="*/ 14179 h 26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550" h="26063">
                  <a:moveTo>
                    <a:pt x="207" y="14179"/>
                  </a:moveTo>
                  <a:cubicBezTo>
                    <a:pt x="785" y="11063"/>
                    <a:pt x="1694" y="8022"/>
                    <a:pt x="2910" y="5094"/>
                  </a:cubicBezTo>
                  <a:cubicBezTo>
                    <a:pt x="3211" y="3818"/>
                    <a:pt x="3774" y="2616"/>
                    <a:pt x="4562" y="1565"/>
                  </a:cubicBezTo>
                  <a:cubicBezTo>
                    <a:pt x="6034" y="206"/>
                    <a:pt x="8092" y="-335"/>
                    <a:pt x="10045" y="138"/>
                  </a:cubicBezTo>
                  <a:cubicBezTo>
                    <a:pt x="11990" y="536"/>
                    <a:pt x="13552" y="1985"/>
                    <a:pt x="14100" y="3893"/>
                  </a:cubicBezTo>
                  <a:lnTo>
                    <a:pt x="14551" y="6896"/>
                  </a:lnTo>
                  <a:cubicBezTo>
                    <a:pt x="13732" y="9254"/>
                    <a:pt x="13950" y="11844"/>
                    <a:pt x="15152" y="14029"/>
                  </a:cubicBezTo>
                  <a:cubicBezTo>
                    <a:pt x="16391" y="16297"/>
                    <a:pt x="18141" y="18249"/>
                    <a:pt x="20258" y="19735"/>
                  </a:cubicBezTo>
                  <a:cubicBezTo>
                    <a:pt x="21460" y="20561"/>
                    <a:pt x="22887" y="21763"/>
                    <a:pt x="22436" y="23039"/>
                  </a:cubicBezTo>
                  <a:cubicBezTo>
                    <a:pt x="21986" y="24316"/>
                    <a:pt x="21009" y="24541"/>
                    <a:pt x="19883" y="24841"/>
                  </a:cubicBezTo>
                  <a:cubicBezTo>
                    <a:pt x="17450" y="25577"/>
                    <a:pt x="14919" y="25952"/>
                    <a:pt x="12373" y="25967"/>
                  </a:cubicBezTo>
                  <a:cubicBezTo>
                    <a:pt x="8941" y="26305"/>
                    <a:pt x="5509" y="25337"/>
                    <a:pt x="2760" y="23264"/>
                  </a:cubicBezTo>
                  <a:cubicBezTo>
                    <a:pt x="440" y="20854"/>
                    <a:pt x="-514" y="17445"/>
                    <a:pt x="207" y="14179"/>
                  </a:cubicBezTo>
                  <a:close/>
                </a:path>
              </a:pathLst>
            </a:custGeom>
            <a:solidFill>
              <a:srgbClr val="D1AC9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7" name="Content Placeholder 4">
              <a:extLst>
                <a:ext uri="{FF2B5EF4-FFF2-40B4-BE49-F238E27FC236}">
                  <a16:creationId xmlns:a16="http://schemas.microsoft.com/office/drawing/2014/main" id="{5361D278-EF35-89AE-ECB3-A2C659265524}"/>
                </a:ext>
              </a:extLst>
            </p:cNvPr>
            <p:cNvSpPr/>
            <p:nvPr/>
          </p:nvSpPr>
          <p:spPr>
            <a:xfrm>
              <a:off x="6637216" y="1732222"/>
              <a:ext cx="66142" cy="228313"/>
            </a:xfrm>
            <a:custGeom>
              <a:avLst/>
              <a:gdLst>
                <a:gd name="connsiteX0" fmla="*/ 25774 w 66142"/>
                <a:gd name="connsiteY0" fmla="*/ 167676 h 228313"/>
                <a:gd name="connsiteX1" fmla="*/ 63324 w 66142"/>
                <a:gd name="connsiteY1" fmla="*/ 30572 h 228313"/>
                <a:gd name="connsiteX2" fmla="*/ 66103 w 66142"/>
                <a:gd name="connsiteY2" fmla="*/ 14353 h 228313"/>
                <a:gd name="connsiteX3" fmla="*/ 56865 w 66142"/>
                <a:gd name="connsiteY3" fmla="*/ 988 h 228313"/>
                <a:gd name="connsiteX4" fmla="*/ 36964 w 66142"/>
                <a:gd name="connsiteY4" fmla="*/ 5568 h 228313"/>
                <a:gd name="connsiteX5" fmla="*/ 27051 w 66142"/>
                <a:gd name="connsiteY5" fmla="*/ 22763 h 228313"/>
                <a:gd name="connsiteX6" fmla="*/ 2418 w 66142"/>
                <a:gd name="connsiteY6" fmla="*/ 198761 h 228313"/>
                <a:gd name="connsiteX7" fmla="*/ 1441 w 66142"/>
                <a:gd name="connsiteY7" fmla="*/ 217006 h 228313"/>
                <a:gd name="connsiteX8" fmla="*/ 1441 w 66142"/>
                <a:gd name="connsiteY8" fmla="*/ 226167 h 228313"/>
                <a:gd name="connsiteX9" fmla="*/ 13683 w 66142"/>
                <a:gd name="connsiteY9" fmla="*/ 226167 h 228313"/>
                <a:gd name="connsiteX10" fmla="*/ 16837 w 66142"/>
                <a:gd name="connsiteY10" fmla="*/ 206495 h 228313"/>
                <a:gd name="connsiteX11" fmla="*/ 25774 w 66142"/>
                <a:gd name="connsiteY11" fmla="*/ 167676 h 228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6142" h="228313">
                  <a:moveTo>
                    <a:pt x="25774" y="167676"/>
                  </a:moveTo>
                  <a:cubicBezTo>
                    <a:pt x="37339" y="121724"/>
                    <a:pt x="49859" y="76020"/>
                    <a:pt x="63324" y="30572"/>
                  </a:cubicBezTo>
                  <a:cubicBezTo>
                    <a:pt x="65276" y="25391"/>
                    <a:pt x="66223" y="19887"/>
                    <a:pt x="66103" y="14353"/>
                  </a:cubicBezTo>
                  <a:cubicBezTo>
                    <a:pt x="65697" y="8542"/>
                    <a:pt x="62160" y="3421"/>
                    <a:pt x="56865" y="988"/>
                  </a:cubicBezTo>
                  <a:cubicBezTo>
                    <a:pt x="49896" y="-1354"/>
                    <a:pt x="42206" y="418"/>
                    <a:pt x="36964" y="5568"/>
                  </a:cubicBezTo>
                  <a:cubicBezTo>
                    <a:pt x="32315" y="10411"/>
                    <a:pt x="28913" y="16313"/>
                    <a:pt x="27051" y="22763"/>
                  </a:cubicBezTo>
                  <a:cubicBezTo>
                    <a:pt x="6368" y="79001"/>
                    <a:pt x="-2028" y="139009"/>
                    <a:pt x="2418" y="198761"/>
                  </a:cubicBezTo>
                  <a:cubicBezTo>
                    <a:pt x="3342" y="204843"/>
                    <a:pt x="3011" y="211052"/>
                    <a:pt x="1441" y="217006"/>
                  </a:cubicBezTo>
                  <a:cubicBezTo>
                    <a:pt x="390" y="220085"/>
                    <a:pt x="-1262" y="223839"/>
                    <a:pt x="1441" y="226167"/>
                  </a:cubicBezTo>
                  <a:cubicBezTo>
                    <a:pt x="5031" y="228990"/>
                    <a:pt x="10093" y="228990"/>
                    <a:pt x="13683" y="226167"/>
                  </a:cubicBezTo>
                  <a:cubicBezTo>
                    <a:pt x="16762" y="222563"/>
                    <a:pt x="16011" y="211150"/>
                    <a:pt x="16837" y="206495"/>
                  </a:cubicBezTo>
                  <a:cubicBezTo>
                    <a:pt x="19466" y="192979"/>
                    <a:pt x="22620" y="180140"/>
                    <a:pt x="25774" y="167676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8" name="Content Placeholder 4">
              <a:extLst>
                <a:ext uri="{FF2B5EF4-FFF2-40B4-BE49-F238E27FC236}">
                  <a16:creationId xmlns:a16="http://schemas.microsoft.com/office/drawing/2014/main" id="{DA177BA9-AC82-784F-0465-B2E41F19EDB0}"/>
                </a:ext>
              </a:extLst>
            </p:cNvPr>
            <p:cNvSpPr/>
            <p:nvPr/>
          </p:nvSpPr>
          <p:spPr>
            <a:xfrm>
              <a:off x="6699169" y="1638818"/>
              <a:ext cx="81103" cy="31763"/>
            </a:xfrm>
            <a:custGeom>
              <a:avLst/>
              <a:gdLst>
                <a:gd name="connsiteX0" fmla="*/ 74668 w 81103"/>
                <a:gd name="connsiteY0" fmla="*/ 8270 h 31763"/>
                <a:gd name="connsiteX1" fmla="*/ 50711 w 81103"/>
                <a:gd name="connsiteY1" fmla="*/ 9472 h 31763"/>
                <a:gd name="connsiteX2" fmla="*/ 50711 w 81103"/>
                <a:gd name="connsiteY2" fmla="*/ 9472 h 31763"/>
                <a:gd name="connsiteX3" fmla="*/ 39070 w 81103"/>
                <a:gd name="connsiteY3" fmla="*/ 9021 h 31763"/>
                <a:gd name="connsiteX4" fmla="*/ 23450 w 81103"/>
                <a:gd name="connsiteY4" fmla="*/ 86 h 31763"/>
                <a:gd name="connsiteX5" fmla="*/ 920 w 81103"/>
                <a:gd name="connsiteY5" fmla="*/ 12625 h 31763"/>
                <a:gd name="connsiteX6" fmla="*/ 20145 w 81103"/>
                <a:gd name="connsiteY6" fmla="*/ 31696 h 31763"/>
                <a:gd name="connsiteX7" fmla="*/ 39822 w 81103"/>
                <a:gd name="connsiteY7" fmla="*/ 14352 h 31763"/>
                <a:gd name="connsiteX8" fmla="*/ 39822 w 81103"/>
                <a:gd name="connsiteY8" fmla="*/ 12024 h 31763"/>
                <a:gd name="connsiteX9" fmla="*/ 39822 w 81103"/>
                <a:gd name="connsiteY9" fmla="*/ 12024 h 31763"/>
                <a:gd name="connsiteX10" fmla="*/ 51462 w 81103"/>
                <a:gd name="connsiteY10" fmla="*/ 12024 h 31763"/>
                <a:gd name="connsiteX11" fmla="*/ 79549 w 81103"/>
                <a:gd name="connsiteY11" fmla="*/ 25314 h 31763"/>
                <a:gd name="connsiteX12" fmla="*/ 74668 w 81103"/>
                <a:gd name="connsiteY12" fmla="*/ 8270 h 31763"/>
                <a:gd name="connsiteX13" fmla="*/ 17292 w 81103"/>
                <a:gd name="connsiteY13" fmla="*/ 28768 h 31763"/>
                <a:gd name="connsiteX14" fmla="*/ 6102 w 81103"/>
                <a:gd name="connsiteY14" fmla="*/ 10072 h 31763"/>
                <a:gd name="connsiteX15" fmla="*/ 18268 w 81103"/>
                <a:gd name="connsiteY15" fmla="*/ 3239 h 31763"/>
                <a:gd name="connsiteX16" fmla="*/ 19785 w 81103"/>
                <a:gd name="connsiteY16" fmla="*/ 4569 h 31763"/>
                <a:gd name="connsiteX17" fmla="*/ 20295 w 81103"/>
                <a:gd name="connsiteY17" fmla="*/ 4441 h 31763"/>
                <a:gd name="connsiteX18" fmla="*/ 35698 w 81103"/>
                <a:gd name="connsiteY18" fmla="*/ 10538 h 31763"/>
                <a:gd name="connsiteX19" fmla="*/ 36517 w 81103"/>
                <a:gd name="connsiteY19" fmla="*/ 17055 h 31763"/>
                <a:gd name="connsiteX20" fmla="*/ 17292 w 81103"/>
                <a:gd name="connsiteY20" fmla="*/ 28768 h 31763"/>
                <a:gd name="connsiteX21" fmla="*/ 76996 w 81103"/>
                <a:gd name="connsiteY21" fmla="*/ 23437 h 31763"/>
                <a:gd name="connsiteX22" fmla="*/ 54015 w 81103"/>
                <a:gd name="connsiteY22" fmla="*/ 10673 h 31763"/>
                <a:gd name="connsiteX23" fmla="*/ 54015 w 81103"/>
                <a:gd name="connsiteY23" fmla="*/ 10673 h 31763"/>
                <a:gd name="connsiteX24" fmla="*/ 68059 w 81103"/>
                <a:gd name="connsiteY24" fmla="*/ 8796 h 31763"/>
                <a:gd name="connsiteX25" fmla="*/ 76996 w 81103"/>
                <a:gd name="connsiteY25" fmla="*/ 23437 h 31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1103" h="31763">
                  <a:moveTo>
                    <a:pt x="74668" y="8270"/>
                  </a:moveTo>
                  <a:cubicBezTo>
                    <a:pt x="67278" y="3397"/>
                    <a:pt x="57575" y="3885"/>
                    <a:pt x="50711" y="9472"/>
                  </a:cubicBezTo>
                  <a:lnTo>
                    <a:pt x="50711" y="9472"/>
                  </a:lnTo>
                  <a:cubicBezTo>
                    <a:pt x="46881" y="9472"/>
                    <a:pt x="43201" y="9472"/>
                    <a:pt x="39070" y="9021"/>
                  </a:cubicBezTo>
                  <a:cubicBezTo>
                    <a:pt x="36419" y="2909"/>
                    <a:pt x="30066" y="-733"/>
                    <a:pt x="23450" y="86"/>
                  </a:cubicBezTo>
                  <a:cubicBezTo>
                    <a:pt x="14055" y="-868"/>
                    <a:pt x="5058" y="4140"/>
                    <a:pt x="920" y="12625"/>
                  </a:cubicBezTo>
                  <a:cubicBezTo>
                    <a:pt x="-3962" y="23587"/>
                    <a:pt x="11133" y="31321"/>
                    <a:pt x="20145" y="31696"/>
                  </a:cubicBezTo>
                  <a:cubicBezTo>
                    <a:pt x="30366" y="32342"/>
                    <a:pt x="39176" y="24571"/>
                    <a:pt x="39822" y="14352"/>
                  </a:cubicBezTo>
                  <a:cubicBezTo>
                    <a:pt x="39867" y="13579"/>
                    <a:pt x="39867" y="12798"/>
                    <a:pt x="39822" y="12024"/>
                  </a:cubicBezTo>
                  <a:cubicBezTo>
                    <a:pt x="39822" y="12024"/>
                    <a:pt x="39822" y="12024"/>
                    <a:pt x="39822" y="12024"/>
                  </a:cubicBezTo>
                  <a:cubicBezTo>
                    <a:pt x="43652" y="12024"/>
                    <a:pt x="47331" y="12024"/>
                    <a:pt x="51462" y="12024"/>
                  </a:cubicBezTo>
                  <a:cubicBezTo>
                    <a:pt x="51462" y="24263"/>
                    <a:pt x="71364" y="36952"/>
                    <a:pt x="79549" y="25314"/>
                  </a:cubicBezTo>
                  <a:cubicBezTo>
                    <a:pt x="82824" y="19248"/>
                    <a:pt x="80653" y="11687"/>
                    <a:pt x="74668" y="8270"/>
                  </a:cubicBezTo>
                  <a:close/>
                  <a:moveTo>
                    <a:pt x="17292" y="28768"/>
                  </a:moveTo>
                  <a:cubicBezTo>
                    <a:pt x="8054" y="27041"/>
                    <a:pt x="-1784" y="19082"/>
                    <a:pt x="6102" y="10072"/>
                  </a:cubicBezTo>
                  <a:cubicBezTo>
                    <a:pt x="9286" y="6506"/>
                    <a:pt x="13567" y="4103"/>
                    <a:pt x="18268" y="3239"/>
                  </a:cubicBezTo>
                  <a:cubicBezTo>
                    <a:pt x="18320" y="4028"/>
                    <a:pt x="18996" y="4621"/>
                    <a:pt x="19785" y="4569"/>
                  </a:cubicBezTo>
                  <a:cubicBezTo>
                    <a:pt x="19958" y="4561"/>
                    <a:pt x="20138" y="4516"/>
                    <a:pt x="20295" y="4441"/>
                  </a:cubicBezTo>
                  <a:cubicBezTo>
                    <a:pt x="26236" y="1873"/>
                    <a:pt x="33130" y="4599"/>
                    <a:pt x="35698" y="10538"/>
                  </a:cubicBezTo>
                  <a:cubicBezTo>
                    <a:pt x="36592" y="12587"/>
                    <a:pt x="36870" y="14847"/>
                    <a:pt x="36517" y="17055"/>
                  </a:cubicBezTo>
                  <a:cubicBezTo>
                    <a:pt x="34272" y="25472"/>
                    <a:pt x="25800" y="30630"/>
                    <a:pt x="17292" y="28768"/>
                  </a:cubicBezTo>
                  <a:close/>
                  <a:moveTo>
                    <a:pt x="76996" y="23437"/>
                  </a:moveTo>
                  <a:cubicBezTo>
                    <a:pt x="70913" y="33423"/>
                    <a:pt x="49134" y="20584"/>
                    <a:pt x="54015" y="10673"/>
                  </a:cubicBezTo>
                  <a:lnTo>
                    <a:pt x="54015" y="10673"/>
                  </a:lnTo>
                  <a:cubicBezTo>
                    <a:pt x="58326" y="8413"/>
                    <a:pt x="63305" y="7744"/>
                    <a:pt x="68059" y="8796"/>
                  </a:cubicBezTo>
                  <a:cubicBezTo>
                    <a:pt x="74067" y="10297"/>
                    <a:pt x="81051" y="16680"/>
                    <a:pt x="76996" y="23437"/>
                  </a:cubicBezTo>
                  <a:close/>
                </a:path>
              </a:pathLst>
            </a:custGeom>
            <a:solidFill>
              <a:srgbClr val="4141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9" name="Content Placeholder 4">
              <a:extLst>
                <a:ext uri="{FF2B5EF4-FFF2-40B4-BE49-F238E27FC236}">
                  <a16:creationId xmlns:a16="http://schemas.microsoft.com/office/drawing/2014/main" id="{896863A0-456C-227B-2ED0-75DA3FFA2470}"/>
                </a:ext>
              </a:extLst>
            </p:cNvPr>
            <p:cNvSpPr/>
            <p:nvPr/>
          </p:nvSpPr>
          <p:spPr>
            <a:xfrm>
              <a:off x="7087266" y="1649782"/>
              <a:ext cx="7964" cy="21337"/>
            </a:xfrm>
            <a:custGeom>
              <a:avLst/>
              <a:gdLst>
                <a:gd name="connsiteX0" fmla="*/ 114 w 7964"/>
                <a:gd name="connsiteY0" fmla="*/ 3538 h 21337"/>
                <a:gd name="connsiteX1" fmla="*/ 4394 w 7964"/>
                <a:gd name="connsiteY1" fmla="*/ 19982 h 21337"/>
                <a:gd name="connsiteX2" fmla="*/ 6610 w 7964"/>
                <a:gd name="connsiteY2" fmla="*/ 21243 h 21337"/>
                <a:gd name="connsiteX3" fmla="*/ 7924 w 7964"/>
                <a:gd name="connsiteY3" fmla="*/ 19306 h 21337"/>
                <a:gd name="connsiteX4" fmla="*/ 6272 w 7964"/>
                <a:gd name="connsiteY4" fmla="*/ 2412 h 21337"/>
                <a:gd name="connsiteX5" fmla="*/ 114 w 7964"/>
                <a:gd name="connsiteY5" fmla="*/ 3538 h 21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964" h="21337">
                  <a:moveTo>
                    <a:pt x="114" y="3538"/>
                  </a:moveTo>
                  <a:cubicBezTo>
                    <a:pt x="1871" y="8929"/>
                    <a:pt x="3305" y="14418"/>
                    <a:pt x="4394" y="19982"/>
                  </a:cubicBezTo>
                  <a:cubicBezTo>
                    <a:pt x="4657" y="20943"/>
                    <a:pt x="5648" y="21506"/>
                    <a:pt x="6610" y="21243"/>
                  </a:cubicBezTo>
                  <a:cubicBezTo>
                    <a:pt x="7466" y="21010"/>
                    <a:pt x="8021" y="20185"/>
                    <a:pt x="7924" y="19306"/>
                  </a:cubicBezTo>
                  <a:cubicBezTo>
                    <a:pt x="7473" y="13675"/>
                    <a:pt x="7173" y="8043"/>
                    <a:pt x="6272" y="2412"/>
                  </a:cubicBezTo>
                  <a:cubicBezTo>
                    <a:pt x="5671" y="-1643"/>
                    <a:pt x="-1088" y="-216"/>
                    <a:pt x="114" y="3538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0" name="Content Placeholder 4">
              <a:extLst>
                <a:ext uri="{FF2B5EF4-FFF2-40B4-BE49-F238E27FC236}">
                  <a16:creationId xmlns:a16="http://schemas.microsoft.com/office/drawing/2014/main" id="{20B525D2-C37F-4A6E-9021-3944FFD7BF00}"/>
                </a:ext>
              </a:extLst>
            </p:cNvPr>
            <p:cNvSpPr/>
            <p:nvPr/>
          </p:nvSpPr>
          <p:spPr>
            <a:xfrm>
              <a:off x="7060878" y="1665620"/>
              <a:ext cx="17693" cy="13787"/>
            </a:xfrm>
            <a:custGeom>
              <a:avLst/>
              <a:gdLst>
                <a:gd name="connsiteX0" fmla="*/ 816 w 17693"/>
                <a:gd name="connsiteY0" fmla="*/ 4745 h 13787"/>
                <a:gd name="connsiteX1" fmla="*/ 8326 w 17693"/>
                <a:gd name="connsiteY1" fmla="*/ 10151 h 13787"/>
                <a:gd name="connsiteX2" fmla="*/ 15836 w 17693"/>
                <a:gd name="connsiteY2" fmla="*/ 13755 h 13787"/>
                <a:gd name="connsiteX3" fmla="*/ 17662 w 17693"/>
                <a:gd name="connsiteY3" fmla="*/ 12126 h 13787"/>
                <a:gd name="connsiteX4" fmla="*/ 17489 w 17693"/>
                <a:gd name="connsiteY4" fmla="*/ 11277 h 13787"/>
                <a:gd name="connsiteX5" fmla="*/ 12607 w 17693"/>
                <a:gd name="connsiteY5" fmla="*/ 6171 h 13787"/>
                <a:gd name="connsiteX6" fmla="*/ 5097 w 17693"/>
                <a:gd name="connsiteY6" fmla="*/ 315 h 13787"/>
                <a:gd name="connsiteX7" fmla="*/ 816 w 17693"/>
                <a:gd name="connsiteY7" fmla="*/ 4745 h 13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693" h="13787">
                  <a:moveTo>
                    <a:pt x="816" y="4745"/>
                  </a:moveTo>
                  <a:cubicBezTo>
                    <a:pt x="3122" y="6802"/>
                    <a:pt x="5638" y="8619"/>
                    <a:pt x="8326" y="10151"/>
                  </a:cubicBezTo>
                  <a:cubicBezTo>
                    <a:pt x="10587" y="11810"/>
                    <a:pt x="13133" y="13034"/>
                    <a:pt x="15836" y="13755"/>
                  </a:cubicBezTo>
                  <a:cubicBezTo>
                    <a:pt x="16790" y="13807"/>
                    <a:pt x="17602" y="13079"/>
                    <a:pt x="17662" y="12126"/>
                  </a:cubicBezTo>
                  <a:cubicBezTo>
                    <a:pt x="17677" y="11833"/>
                    <a:pt x="17616" y="11540"/>
                    <a:pt x="17489" y="11277"/>
                  </a:cubicBezTo>
                  <a:cubicBezTo>
                    <a:pt x="16204" y="9280"/>
                    <a:pt x="14545" y="7545"/>
                    <a:pt x="12607" y="6171"/>
                  </a:cubicBezTo>
                  <a:cubicBezTo>
                    <a:pt x="10287" y="3994"/>
                    <a:pt x="7778" y="2034"/>
                    <a:pt x="5097" y="315"/>
                  </a:cubicBezTo>
                  <a:cubicBezTo>
                    <a:pt x="2018" y="-1112"/>
                    <a:pt x="-1737" y="2192"/>
                    <a:pt x="816" y="4745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1" name="Content Placeholder 4">
              <a:extLst>
                <a:ext uri="{FF2B5EF4-FFF2-40B4-BE49-F238E27FC236}">
                  <a16:creationId xmlns:a16="http://schemas.microsoft.com/office/drawing/2014/main" id="{27A393D0-534F-F171-95F7-E5A081E96145}"/>
                </a:ext>
              </a:extLst>
            </p:cNvPr>
            <p:cNvSpPr/>
            <p:nvPr/>
          </p:nvSpPr>
          <p:spPr>
            <a:xfrm>
              <a:off x="6977054" y="2335981"/>
              <a:ext cx="341986" cy="28044"/>
            </a:xfrm>
            <a:custGeom>
              <a:avLst/>
              <a:gdLst>
                <a:gd name="connsiteX0" fmla="*/ 1730 w 341986"/>
                <a:gd name="connsiteY0" fmla="*/ 24786 h 28044"/>
                <a:gd name="connsiteX1" fmla="*/ 6988 w 341986"/>
                <a:gd name="connsiteY1" fmla="*/ 26137 h 28044"/>
                <a:gd name="connsiteX2" fmla="*/ 25913 w 341986"/>
                <a:gd name="connsiteY2" fmla="*/ 27264 h 28044"/>
                <a:gd name="connsiteX3" fmla="*/ 64890 w 341986"/>
                <a:gd name="connsiteY3" fmla="*/ 28014 h 28044"/>
                <a:gd name="connsiteX4" fmla="*/ 142918 w 341986"/>
                <a:gd name="connsiteY4" fmla="*/ 27564 h 28044"/>
                <a:gd name="connsiteX5" fmla="*/ 155685 w 341986"/>
                <a:gd name="connsiteY5" fmla="*/ 27564 h 28044"/>
                <a:gd name="connsiteX6" fmla="*/ 282454 w 341986"/>
                <a:gd name="connsiteY6" fmla="*/ 21482 h 28044"/>
                <a:gd name="connsiteX7" fmla="*/ 273592 w 341986"/>
                <a:gd name="connsiteY7" fmla="*/ 1885 h 28044"/>
                <a:gd name="connsiteX8" fmla="*/ 198492 w 341986"/>
                <a:gd name="connsiteY8" fmla="*/ 533 h 28044"/>
                <a:gd name="connsiteX9" fmla="*/ 132705 w 341986"/>
                <a:gd name="connsiteY9" fmla="*/ 533 h 28044"/>
                <a:gd name="connsiteX10" fmla="*/ 75479 w 341986"/>
                <a:gd name="connsiteY10" fmla="*/ 2486 h 28044"/>
                <a:gd name="connsiteX11" fmla="*/ 14272 w 341986"/>
                <a:gd name="connsiteY11" fmla="*/ 10970 h 28044"/>
                <a:gd name="connsiteX12" fmla="*/ 9466 w 341986"/>
                <a:gd name="connsiteY12" fmla="*/ 13898 h 28044"/>
                <a:gd name="connsiteX13" fmla="*/ 2782 w 341986"/>
                <a:gd name="connsiteY13" fmla="*/ 17653 h 28044"/>
                <a:gd name="connsiteX14" fmla="*/ 1730 w 341986"/>
                <a:gd name="connsiteY14" fmla="*/ 24786 h 28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1986" h="28044">
                  <a:moveTo>
                    <a:pt x="1730" y="24786"/>
                  </a:moveTo>
                  <a:cubicBezTo>
                    <a:pt x="3368" y="25612"/>
                    <a:pt x="5155" y="26070"/>
                    <a:pt x="6988" y="26137"/>
                  </a:cubicBezTo>
                  <a:cubicBezTo>
                    <a:pt x="13296" y="26640"/>
                    <a:pt x="19604" y="27016"/>
                    <a:pt x="25913" y="27264"/>
                  </a:cubicBezTo>
                  <a:cubicBezTo>
                    <a:pt x="38905" y="27864"/>
                    <a:pt x="51897" y="28014"/>
                    <a:pt x="64890" y="28014"/>
                  </a:cubicBezTo>
                  <a:cubicBezTo>
                    <a:pt x="90874" y="28014"/>
                    <a:pt x="116934" y="27264"/>
                    <a:pt x="142918" y="27564"/>
                  </a:cubicBezTo>
                  <a:cubicBezTo>
                    <a:pt x="147199" y="27564"/>
                    <a:pt x="151405" y="28090"/>
                    <a:pt x="155685" y="27564"/>
                  </a:cubicBezTo>
                  <a:cubicBezTo>
                    <a:pt x="210133" y="24635"/>
                    <a:pt x="241600" y="23810"/>
                    <a:pt x="282454" y="21482"/>
                  </a:cubicBezTo>
                  <a:cubicBezTo>
                    <a:pt x="334348" y="18479"/>
                    <a:pt x="389171" y="6465"/>
                    <a:pt x="273592" y="1885"/>
                  </a:cubicBezTo>
                  <a:cubicBezTo>
                    <a:pt x="248959" y="909"/>
                    <a:pt x="222900" y="1434"/>
                    <a:pt x="198492" y="533"/>
                  </a:cubicBezTo>
                  <a:cubicBezTo>
                    <a:pt x="176563" y="-217"/>
                    <a:pt x="154634" y="-217"/>
                    <a:pt x="132705" y="533"/>
                  </a:cubicBezTo>
                  <a:cubicBezTo>
                    <a:pt x="113630" y="984"/>
                    <a:pt x="94554" y="1735"/>
                    <a:pt x="75479" y="2486"/>
                  </a:cubicBezTo>
                  <a:cubicBezTo>
                    <a:pt x="56403" y="3237"/>
                    <a:pt x="32371" y="-292"/>
                    <a:pt x="14272" y="10970"/>
                  </a:cubicBezTo>
                  <a:cubicBezTo>
                    <a:pt x="12620" y="11946"/>
                    <a:pt x="11118" y="13073"/>
                    <a:pt x="9466" y="13898"/>
                  </a:cubicBezTo>
                  <a:cubicBezTo>
                    <a:pt x="7085" y="14852"/>
                    <a:pt x="4840" y="16114"/>
                    <a:pt x="2782" y="17653"/>
                  </a:cubicBezTo>
                  <a:cubicBezTo>
                    <a:pt x="-1048" y="21332"/>
                    <a:pt x="-522" y="23584"/>
                    <a:pt x="1730" y="24786"/>
                  </a:cubicBezTo>
                  <a:close/>
                </a:path>
              </a:pathLst>
            </a:custGeom>
            <a:solidFill>
              <a:srgbClr val="000000">
                <a:alpha val="5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2" name="Content Placeholder 4">
              <a:extLst>
                <a:ext uri="{FF2B5EF4-FFF2-40B4-BE49-F238E27FC236}">
                  <a16:creationId xmlns:a16="http://schemas.microsoft.com/office/drawing/2014/main" id="{44BE6AB8-8CB5-AB0E-3673-944A13799888}"/>
                </a:ext>
              </a:extLst>
            </p:cNvPr>
            <p:cNvSpPr/>
            <p:nvPr/>
          </p:nvSpPr>
          <p:spPr>
            <a:xfrm>
              <a:off x="6945182" y="1709588"/>
              <a:ext cx="83723" cy="263396"/>
            </a:xfrm>
            <a:custGeom>
              <a:avLst/>
              <a:gdLst>
                <a:gd name="connsiteX0" fmla="*/ 76485 w 83723"/>
                <a:gd name="connsiteY0" fmla="*/ -30 h 263396"/>
                <a:gd name="connsiteX1" fmla="*/ 259 w 83723"/>
                <a:gd name="connsiteY1" fmla="*/ 144883 h 263396"/>
                <a:gd name="connsiteX2" fmla="*/ 48998 w 83723"/>
                <a:gd name="connsiteY2" fmla="*/ 263367 h 263396"/>
                <a:gd name="connsiteX3" fmla="*/ 48998 w 83723"/>
                <a:gd name="connsiteY3" fmla="*/ 224098 h 263396"/>
                <a:gd name="connsiteX4" fmla="*/ 37508 w 83723"/>
                <a:gd name="connsiteY4" fmla="*/ 176569 h 263396"/>
                <a:gd name="connsiteX5" fmla="*/ 53054 w 83723"/>
                <a:gd name="connsiteY5" fmla="*/ 117327 h 263396"/>
                <a:gd name="connsiteX6" fmla="*/ 76485 w 83723"/>
                <a:gd name="connsiteY6" fmla="*/ 70475 h 263396"/>
                <a:gd name="connsiteX7" fmla="*/ 76485 w 83723"/>
                <a:gd name="connsiteY7" fmla="*/ -30 h 263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3723" h="263396">
                  <a:moveTo>
                    <a:pt x="76485" y="-30"/>
                  </a:moveTo>
                  <a:cubicBezTo>
                    <a:pt x="76485" y="-30"/>
                    <a:pt x="43366" y="7479"/>
                    <a:pt x="259" y="144883"/>
                  </a:cubicBezTo>
                  <a:cubicBezTo>
                    <a:pt x="259" y="144883"/>
                    <a:pt x="-6801" y="193313"/>
                    <a:pt x="48998" y="263367"/>
                  </a:cubicBezTo>
                  <a:lnTo>
                    <a:pt x="48998" y="224098"/>
                  </a:lnTo>
                  <a:cubicBezTo>
                    <a:pt x="48998" y="209081"/>
                    <a:pt x="40287" y="191286"/>
                    <a:pt x="37508" y="176569"/>
                  </a:cubicBezTo>
                  <a:cubicBezTo>
                    <a:pt x="32852" y="151566"/>
                    <a:pt x="42089" y="139027"/>
                    <a:pt x="53054" y="117327"/>
                  </a:cubicBezTo>
                  <a:cubicBezTo>
                    <a:pt x="61015" y="101785"/>
                    <a:pt x="68900" y="86167"/>
                    <a:pt x="76485" y="70475"/>
                  </a:cubicBezTo>
                  <a:cubicBezTo>
                    <a:pt x="76485" y="70174"/>
                    <a:pt x="92707" y="25124"/>
                    <a:pt x="76485" y="-30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3" name="Content Placeholder 4">
              <a:extLst>
                <a:ext uri="{FF2B5EF4-FFF2-40B4-BE49-F238E27FC236}">
                  <a16:creationId xmlns:a16="http://schemas.microsoft.com/office/drawing/2014/main" id="{9CC25311-4AB8-59EC-BBB9-E7AB814B8CBA}"/>
                </a:ext>
              </a:extLst>
            </p:cNvPr>
            <p:cNvSpPr/>
            <p:nvPr/>
          </p:nvSpPr>
          <p:spPr>
            <a:xfrm>
              <a:off x="6863726" y="1684158"/>
              <a:ext cx="125921" cy="101365"/>
            </a:xfrm>
            <a:custGeom>
              <a:avLst/>
              <a:gdLst>
                <a:gd name="connsiteX0" fmla="*/ 4211 w 125921"/>
                <a:gd name="connsiteY0" fmla="*/ 22548 h 101365"/>
                <a:gd name="connsiteX1" fmla="*/ 509 w 125921"/>
                <a:gd name="connsiteY1" fmla="*/ 31588 h 101365"/>
                <a:gd name="connsiteX2" fmla="*/ 3235 w 125921"/>
                <a:gd name="connsiteY2" fmla="*/ 34786 h 101365"/>
                <a:gd name="connsiteX3" fmla="*/ 84117 w 125921"/>
                <a:gd name="connsiteY3" fmla="*/ 97557 h 101365"/>
                <a:gd name="connsiteX4" fmla="*/ 93955 w 125921"/>
                <a:gd name="connsiteY4" fmla="*/ 101236 h 101365"/>
                <a:gd name="connsiteX5" fmla="*/ 100189 w 125921"/>
                <a:gd name="connsiteY5" fmla="*/ 96806 h 101365"/>
                <a:gd name="connsiteX6" fmla="*/ 123995 w 125921"/>
                <a:gd name="connsiteY6" fmla="*/ 72704 h 101365"/>
                <a:gd name="connsiteX7" fmla="*/ 124521 w 125921"/>
                <a:gd name="connsiteY7" fmla="*/ 64445 h 101365"/>
                <a:gd name="connsiteX8" fmla="*/ 52425 w 125921"/>
                <a:gd name="connsiteY8" fmla="*/ 1524 h 101365"/>
                <a:gd name="connsiteX9" fmla="*/ 43939 w 125921"/>
                <a:gd name="connsiteY9" fmla="*/ 1073 h 101365"/>
                <a:gd name="connsiteX10" fmla="*/ 4211 w 125921"/>
                <a:gd name="connsiteY10" fmla="*/ 22548 h 101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5921" h="101365">
                  <a:moveTo>
                    <a:pt x="4211" y="22548"/>
                  </a:moveTo>
                  <a:cubicBezTo>
                    <a:pt x="689" y="24019"/>
                    <a:pt x="-963" y="28066"/>
                    <a:pt x="509" y="31588"/>
                  </a:cubicBezTo>
                  <a:cubicBezTo>
                    <a:pt x="1064" y="32909"/>
                    <a:pt x="2018" y="34028"/>
                    <a:pt x="3235" y="34786"/>
                  </a:cubicBezTo>
                  <a:cubicBezTo>
                    <a:pt x="34627" y="57762"/>
                    <a:pt x="61287" y="78561"/>
                    <a:pt x="84117" y="97557"/>
                  </a:cubicBezTo>
                  <a:cubicBezTo>
                    <a:pt x="86573" y="100350"/>
                    <a:pt x="90268" y="101732"/>
                    <a:pt x="93955" y="101236"/>
                  </a:cubicBezTo>
                  <a:cubicBezTo>
                    <a:pt x="96396" y="100358"/>
                    <a:pt x="98552" y="98826"/>
                    <a:pt x="100189" y="96806"/>
                  </a:cubicBezTo>
                  <a:lnTo>
                    <a:pt x="123995" y="72704"/>
                  </a:lnTo>
                  <a:cubicBezTo>
                    <a:pt x="126308" y="70512"/>
                    <a:pt x="126534" y="66907"/>
                    <a:pt x="124521" y="64445"/>
                  </a:cubicBezTo>
                  <a:cubicBezTo>
                    <a:pt x="102171" y="41619"/>
                    <a:pt x="78064" y="20580"/>
                    <a:pt x="52425" y="1524"/>
                  </a:cubicBezTo>
                  <a:cubicBezTo>
                    <a:pt x="49962" y="-368"/>
                    <a:pt x="46590" y="-548"/>
                    <a:pt x="43939" y="1073"/>
                  </a:cubicBezTo>
                  <a:cubicBezTo>
                    <a:pt x="31292" y="9280"/>
                    <a:pt x="18007" y="16458"/>
                    <a:pt x="4211" y="22548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4" name="Content Placeholder 4">
              <a:extLst>
                <a:ext uri="{FF2B5EF4-FFF2-40B4-BE49-F238E27FC236}">
                  <a16:creationId xmlns:a16="http://schemas.microsoft.com/office/drawing/2014/main" id="{95C645AD-55C0-0392-800B-686E3E5502AA}"/>
                </a:ext>
              </a:extLst>
            </p:cNvPr>
            <p:cNvSpPr/>
            <p:nvPr/>
          </p:nvSpPr>
          <p:spPr>
            <a:xfrm>
              <a:off x="6884213" y="1695970"/>
              <a:ext cx="89462" cy="72624"/>
            </a:xfrm>
            <a:custGeom>
              <a:avLst/>
              <a:gdLst>
                <a:gd name="connsiteX0" fmla="*/ 2799 w 89462"/>
                <a:gd name="connsiteY0" fmla="*/ 16217 h 72624"/>
                <a:gd name="connsiteX1" fmla="*/ 396 w 89462"/>
                <a:gd name="connsiteY1" fmla="*/ 22576 h 72624"/>
                <a:gd name="connsiteX2" fmla="*/ 2048 w 89462"/>
                <a:gd name="connsiteY2" fmla="*/ 24551 h 72624"/>
                <a:gd name="connsiteX3" fmla="*/ 58073 w 89462"/>
                <a:gd name="connsiteY3" fmla="*/ 69602 h 72624"/>
                <a:gd name="connsiteX4" fmla="*/ 65583 w 89462"/>
                <a:gd name="connsiteY4" fmla="*/ 72530 h 72624"/>
                <a:gd name="connsiteX5" fmla="*/ 70239 w 89462"/>
                <a:gd name="connsiteY5" fmla="*/ 69452 h 72624"/>
                <a:gd name="connsiteX6" fmla="*/ 88188 w 89462"/>
                <a:gd name="connsiteY6" fmla="*/ 52107 h 72624"/>
                <a:gd name="connsiteX7" fmla="*/ 88188 w 89462"/>
                <a:gd name="connsiteY7" fmla="*/ 45950 h 72624"/>
                <a:gd name="connsiteX8" fmla="*/ 35618 w 89462"/>
                <a:gd name="connsiteY8" fmla="*/ 899 h 72624"/>
                <a:gd name="connsiteX9" fmla="*/ 29835 w 89462"/>
                <a:gd name="connsiteY9" fmla="*/ 899 h 72624"/>
                <a:gd name="connsiteX10" fmla="*/ 2799 w 89462"/>
                <a:gd name="connsiteY10" fmla="*/ 16217 h 72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9462" h="72624">
                  <a:moveTo>
                    <a:pt x="2799" y="16217"/>
                  </a:moveTo>
                  <a:cubicBezTo>
                    <a:pt x="381" y="17313"/>
                    <a:pt x="-693" y="20159"/>
                    <a:pt x="396" y="22576"/>
                  </a:cubicBezTo>
                  <a:cubicBezTo>
                    <a:pt x="757" y="23372"/>
                    <a:pt x="1327" y="24056"/>
                    <a:pt x="2048" y="24551"/>
                  </a:cubicBezTo>
                  <a:cubicBezTo>
                    <a:pt x="23001" y="40544"/>
                    <a:pt x="41551" y="55561"/>
                    <a:pt x="58073" y="69602"/>
                  </a:cubicBezTo>
                  <a:cubicBezTo>
                    <a:pt x="59920" y="71779"/>
                    <a:pt x="62744" y="72883"/>
                    <a:pt x="65583" y="72530"/>
                  </a:cubicBezTo>
                  <a:cubicBezTo>
                    <a:pt x="67385" y="71937"/>
                    <a:pt x="68992" y="70878"/>
                    <a:pt x="70239" y="69452"/>
                  </a:cubicBezTo>
                  <a:lnTo>
                    <a:pt x="88188" y="52107"/>
                  </a:lnTo>
                  <a:cubicBezTo>
                    <a:pt x="89848" y="50388"/>
                    <a:pt x="89848" y="47670"/>
                    <a:pt x="88188" y="45950"/>
                  </a:cubicBezTo>
                  <a:cubicBezTo>
                    <a:pt x="71899" y="29552"/>
                    <a:pt x="54318" y="14490"/>
                    <a:pt x="35618" y="899"/>
                  </a:cubicBezTo>
                  <a:cubicBezTo>
                    <a:pt x="33891" y="-339"/>
                    <a:pt x="31562" y="-339"/>
                    <a:pt x="29835" y="899"/>
                  </a:cubicBezTo>
                  <a:cubicBezTo>
                    <a:pt x="21244" y="6718"/>
                    <a:pt x="12202" y="11839"/>
                    <a:pt x="2799" y="1621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5" name="Content Placeholder 4">
              <a:extLst>
                <a:ext uri="{FF2B5EF4-FFF2-40B4-BE49-F238E27FC236}">
                  <a16:creationId xmlns:a16="http://schemas.microsoft.com/office/drawing/2014/main" id="{337A06FA-41E2-47F1-D95E-D9DE37634A33}"/>
                </a:ext>
              </a:extLst>
            </p:cNvPr>
            <p:cNvSpPr/>
            <p:nvPr/>
          </p:nvSpPr>
          <p:spPr>
            <a:xfrm>
              <a:off x="6891623" y="1702530"/>
              <a:ext cx="29363" cy="24327"/>
            </a:xfrm>
            <a:custGeom>
              <a:avLst/>
              <a:gdLst>
                <a:gd name="connsiteX0" fmla="*/ 24303 w 29363"/>
                <a:gd name="connsiteY0" fmla="*/ 796 h 24327"/>
                <a:gd name="connsiteX1" fmla="*/ 22275 w 29363"/>
                <a:gd name="connsiteY1" fmla="*/ -30 h 24327"/>
                <a:gd name="connsiteX2" fmla="*/ 20473 w 29363"/>
                <a:gd name="connsiteY2" fmla="*/ 721 h 24327"/>
                <a:gd name="connsiteX3" fmla="*/ 16943 w 29363"/>
                <a:gd name="connsiteY3" fmla="*/ 3199 h 24327"/>
                <a:gd name="connsiteX4" fmla="*/ 13639 w 29363"/>
                <a:gd name="connsiteY4" fmla="*/ 6127 h 24327"/>
                <a:gd name="connsiteX5" fmla="*/ 10710 w 29363"/>
                <a:gd name="connsiteY5" fmla="*/ 8154 h 24327"/>
                <a:gd name="connsiteX6" fmla="*/ 4176 w 29363"/>
                <a:gd name="connsiteY6" fmla="*/ 12359 h 24327"/>
                <a:gd name="connsiteX7" fmla="*/ 872 w 29363"/>
                <a:gd name="connsiteY7" fmla="*/ 14687 h 24327"/>
                <a:gd name="connsiteX8" fmla="*/ -29 w 29363"/>
                <a:gd name="connsiteY8" fmla="*/ 16113 h 24327"/>
                <a:gd name="connsiteX9" fmla="*/ 4852 w 29363"/>
                <a:gd name="connsiteY9" fmla="*/ 20468 h 24327"/>
                <a:gd name="connsiteX10" fmla="*/ 8382 w 29363"/>
                <a:gd name="connsiteY10" fmla="*/ 22646 h 24327"/>
                <a:gd name="connsiteX11" fmla="*/ 10710 w 29363"/>
                <a:gd name="connsiteY11" fmla="*/ 20919 h 24327"/>
                <a:gd name="connsiteX12" fmla="*/ 11161 w 29363"/>
                <a:gd name="connsiteY12" fmla="*/ 20543 h 24327"/>
                <a:gd name="connsiteX13" fmla="*/ 12062 w 29363"/>
                <a:gd name="connsiteY13" fmla="*/ 24298 h 24327"/>
                <a:gd name="connsiteX14" fmla="*/ 12963 w 29363"/>
                <a:gd name="connsiteY14" fmla="*/ 19417 h 24327"/>
                <a:gd name="connsiteX15" fmla="*/ 12963 w 29363"/>
                <a:gd name="connsiteY15" fmla="*/ 18891 h 24327"/>
                <a:gd name="connsiteX16" fmla="*/ 13714 w 29363"/>
                <a:gd name="connsiteY16" fmla="*/ 18291 h 24327"/>
                <a:gd name="connsiteX17" fmla="*/ 22200 w 29363"/>
                <a:gd name="connsiteY17" fmla="*/ 10782 h 24327"/>
                <a:gd name="connsiteX18" fmla="*/ 25580 w 29363"/>
                <a:gd name="connsiteY18" fmla="*/ 8305 h 24327"/>
                <a:gd name="connsiteX19" fmla="*/ 29335 w 29363"/>
                <a:gd name="connsiteY19" fmla="*/ 4851 h 24327"/>
                <a:gd name="connsiteX20" fmla="*/ 24303 w 29363"/>
                <a:gd name="connsiteY20" fmla="*/ 796 h 24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9363" h="24327">
                  <a:moveTo>
                    <a:pt x="24303" y="796"/>
                  </a:moveTo>
                  <a:cubicBezTo>
                    <a:pt x="23732" y="308"/>
                    <a:pt x="23027" y="15"/>
                    <a:pt x="22275" y="-30"/>
                  </a:cubicBezTo>
                  <a:cubicBezTo>
                    <a:pt x="21622" y="60"/>
                    <a:pt x="20999" y="316"/>
                    <a:pt x="20473" y="721"/>
                  </a:cubicBezTo>
                  <a:cubicBezTo>
                    <a:pt x="19249" y="1479"/>
                    <a:pt x="18070" y="2305"/>
                    <a:pt x="16943" y="3199"/>
                  </a:cubicBezTo>
                  <a:cubicBezTo>
                    <a:pt x="15817" y="4175"/>
                    <a:pt x="14765" y="5226"/>
                    <a:pt x="13639" y="6127"/>
                  </a:cubicBezTo>
                  <a:lnTo>
                    <a:pt x="10710" y="8154"/>
                  </a:lnTo>
                  <a:lnTo>
                    <a:pt x="4176" y="12359"/>
                  </a:lnTo>
                  <a:cubicBezTo>
                    <a:pt x="2945" y="12930"/>
                    <a:pt x="1826" y="13718"/>
                    <a:pt x="872" y="14687"/>
                  </a:cubicBezTo>
                  <a:cubicBezTo>
                    <a:pt x="474" y="15092"/>
                    <a:pt x="166" y="15580"/>
                    <a:pt x="-29" y="16113"/>
                  </a:cubicBezTo>
                  <a:cubicBezTo>
                    <a:pt x="1488" y="17683"/>
                    <a:pt x="3125" y="19139"/>
                    <a:pt x="4852" y="20468"/>
                  </a:cubicBezTo>
                  <a:cubicBezTo>
                    <a:pt x="5753" y="21219"/>
                    <a:pt x="7030" y="22946"/>
                    <a:pt x="8382" y="22646"/>
                  </a:cubicBezTo>
                  <a:cubicBezTo>
                    <a:pt x="9734" y="22345"/>
                    <a:pt x="10034" y="21444"/>
                    <a:pt x="10710" y="20919"/>
                  </a:cubicBezTo>
                  <a:lnTo>
                    <a:pt x="11161" y="20543"/>
                  </a:lnTo>
                  <a:lnTo>
                    <a:pt x="12062" y="24298"/>
                  </a:lnTo>
                  <a:cubicBezTo>
                    <a:pt x="12475" y="22691"/>
                    <a:pt x="12775" y="21061"/>
                    <a:pt x="12963" y="19417"/>
                  </a:cubicBezTo>
                  <a:lnTo>
                    <a:pt x="12963" y="18891"/>
                  </a:lnTo>
                  <a:lnTo>
                    <a:pt x="13714" y="18291"/>
                  </a:lnTo>
                  <a:lnTo>
                    <a:pt x="22200" y="10782"/>
                  </a:lnTo>
                  <a:cubicBezTo>
                    <a:pt x="23259" y="9866"/>
                    <a:pt x="24386" y="9040"/>
                    <a:pt x="25580" y="8305"/>
                  </a:cubicBezTo>
                  <a:cubicBezTo>
                    <a:pt x="26030" y="8305"/>
                    <a:pt x="29259" y="4776"/>
                    <a:pt x="29335" y="4851"/>
                  </a:cubicBezTo>
                  <a:cubicBezTo>
                    <a:pt x="27743" y="3394"/>
                    <a:pt x="26060" y="2042"/>
                    <a:pt x="24303" y="796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6" name="Content Placeholder 4">
              <a:extLst>
                <a:ext uri="{FF2B5EF4-FFF2-40B4-BE49-F238E27FC236}">
                  <a16:creationId xmlns:a16="http://schemas.microsoft.com/office/drawing/2014/main" id="{EB67E669-2B6C-7360-3F8A-06DA4A0E2BC4}"/>
                </a:ext>
              </a:extLst>
            </p:cNvPr>
            <p:cNvSpPr/>
            <p:nvPr/>
          </p:nvSpPr>
          <p:spPr>
            <a:xfrm>
              <a:off x="6927596" y="1718598"/>
              <a:ext cx="18774" cy="18095"/>
            </a:xfrm>
            <a:custGeom>
              <a:avLst/>
              <a:gdLst>
                <a:gd name="connsiteX0" fmla="*/ 18370 w 18774"/>
                <a:gd name="connsiteY0" fmla="*/ 6202 h 18095"/>
                <a:gd name="connsiteX1" fmla="*/ 15967 w 18774"/>
                <a:gd name="connsiteY1" fmla="*/ 5677 h 18095"/>
                <a:gd name="connsiteX2" fmla="*/ 18746 w 18774"/>
                <a:gd name="connsiteY2" fmla="*/ 2523 h 18095"/>
                <a:gd name="connsiteX3" fmla="*/ 14841 w 18774"/>
                <a:gd name="connsiteY3" fmla="*/ -30 h 18095"/>
                <a:gd name="connsiteX4" fmla="*/ 14240 w 18774"/>
                <a:gd name="connsiteY4" fmla="*/ -30 h 18095"/>
                <a:gd name="connsiteX5" fmla="*/ 13113 w 18774"/>
                <a:gd name="connsiteY5" fmla="*/ 721 h 18095"/>
                <a:gd name="connsiteX6" fmla="*/ 5153 w 18774"/>
                <a:gd name="connsiteY6" fmla="*/ 8229 h 18095"/>
                <a:gd name="connsiteX7" fmla="*/ -29 w 18774"/>
                <a:gd name="connsiteY7" fmla="*/ 14236 h 18095"/>
                <a:gd name="connsiteX8" fmla="*/ 4627 w 18774"/>
                <a:gd name="connsiteY8" fmla="*/ 18066 h 18095"/>
                <a:gd name="connsiteX9" fmla="*/ 6504 w 18774"/>
                <a:gd name="connsiteY9" fmla="*/ 15738 h 18095"/>
                <a:gd name="connsiteX10" fmla="*/ 14014 w 18774"/>
                <a:gd name="connsiteY10" fmla="*/ 8229 h 18095"/>
                <a:gd name="connsiteX11" fmla="*/ 15817 w 18774"/>
                <a:gd name="connsiteY11" fmla="*/ 8229 h 18095"/>
                <a:gd name="connsiteX12" fmla="*/ 18370 w 18774"/>
                <a:gd name="connsiteY12" fmla="*/ 6202 h 18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774" h="18095">
                  <a:moveTo>
                    <a:pt x="18370" y="6202"/>
                  </a:moveTo>
                  <a:lnTo>
                    <a:pt x="15967" y="5677"/>
                  </a:lnTo>
                  <a:lnTo>
                    <a:pt x="18746" y="2523"/>
                  </a:lnTo>
                  <a:lnTo>
                    <a:pt x="14841" y="-30"/>
                  </a:lnTo>
                  <a:cubicBezTo>
                    <a:pt x="14841" y="-30"/>
                    <a:pt x="14841" y="-30"/>
                    <a:pt x="14240" y="-30"/>
                  </a:cubicBezTo>
                  <a:cubicBezTo>
                    <a:pt x="13774" y="45"/>
                    <a:pt x="13361" y="323"/>
                    <a:pt x="13113" y="721"/>
                  </a:cubicBezTo>
                  <a:cubicBezTo>
                    <a:pt x="10785" y="3274"/>
                    <a:pt x="7406" y="5526"/>
                    <a:pt x="5153" y="8229"/>
                  </a:cubicBezTo>
                  <a:cubicBezTo>
                    <a:pt x="2900" y="10933"/>
                    <a:pt x="2674" y="10933"/>
                    <a:pt x="-29" y="14236"/>
                  </a:cubicBezTo>
                  <a:cubicBezTo>
                    <a:pt x="1022" y="14987"/>
                    <a:pt x="3651" y="17390"/>
                    <a:pt x="4627" y="18066"/>
                  </a:cubicBezTo>
                  <a:cubicBezTo>
                    <a:pt x="5055" y="17150"/>
                    <a:pt x="5701" y="16354"/>
                    <a:pt x="6504" y="15738"/>
                  </a:cubicBezTo>
                  <a:cubicBezTo>
                    <a:pt x="9208" y="13260"/>
                    <a:pt x="11762" y="10707"/>
                    <a:pt x="14014" y="8229"/>
                  </a:cubicBezTo>
                  <a:cubicBezTo>
                    <a:pt x="14615" y="8305"/>
                    <a:pt x="15216" y="8305"/>
                    <a:pt x="15817" y="8229"/>
                  </a:cubicBezTo>
                  <a:cubicBezTo>
                    <a:pt x="16831" y="7794"/>
                    <a:pt x="17717" y="7096"/>
                    <a:pt x="18370" y="6202"/>
                  </a:cubicBezTo>
                  <a:close/>
                </a:path>
              </a:pathLst>
            </a:custGeom>
            <a:solidFill>
              <a:srgbClr val="B8CDD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7" name="Content Placeholder 4">
              <a:extLst>
                <a:ext uri="{FF2B5EF4-FFF2-40B4-BE49-F238E27FC236}">
                  <a16:creationId xmlns:a16="http://schemas.microsoft.com/office/drawing/2014/main" id="{06B203D2-8F62-4A3E-1BC7-0C2BE25ED3FA}"/>
                </a:ext>
              </a:extLst>
            </p:cNvPr>
            <p:cNvSpPr/>
            <p:nvPr/>
          </p:nvSpPr>
          <p:spPr>
            <a:xfrm>
              <a:off x="6906117" y="1717722"/>
              <a:ext cx="15996" cy="16268"/>
            </a:xfrm>
            <a:custGeom>
              <a:avLst/>
              <a:gdLst>
                <a:gd name="connsiteX0" fmla="*/ 15967 w 15996"/>
                <a:gd name="connsiteY0" fmla="*/ 1973 h 16268"/>
                <a:gd name="connsiteX1" fmla="*/ 13489 w 15996"/>
                <a:gd name="connsiteY1" fmla="*/ 21 h 16268"/>
                <a:gd name="connsiteX2" fmla="*/ 13489 w 15996"/>
                <a:gd name="connsiteY2" fmla="*/ 21 h 16268"/>
                <a:gd name="connsiteX3" fmla="*/ 12888 w 15996"/>
                <a:gd name="connsiteY3" fmla="*/ 21 h 16268"/>
                <a:gd name="connsiteX4" fmla="*/ -29 w 15996"/>
                <a:gd name="connsiteY4" fmla="*/ 10983 h 16268"/>
                <a:gd name="connsiteX5" fmla="*/ 3726 w 15996"/>
                <a:gd name="connsiteY5" fmla="*/ 14062 h 16268"/>
                <a:gd name="connsiteX6" fmla="*/ 4327 w 15996"/>
                <a:gd name="connsiteY6" fmla="*/ 14062 h 16268"/>
                <a:gd name="connsiteX7" fmla="*/ 5228 w 15996"/>
                <a:gd name="connsiteY7" fmla="*/ 13461 h 16268"/>
                <a:gd name="connsiteX8" fmla="*/ 5754 w 15996"/>
                <a:gd name="connsiteY8" fmla="*/ 12860 h 16268"/>
                <a:gd name="connsiteX9" fmla="*/ 6504 w 15996"/>
                <a:gd name="connsiteY9" fmla="*/ 16239 h 16268"/>
                <a:gd name="connsiteX10" fmla="*/ 7406 w 15996"/>
                <a:gd name="connsiteY10" fmla="*/ 11434 h 16268"/>
                <a:gd name="connsiteX11" fmla="*/ 7406 w 15996"/>
                <a:gd name="connsiteY11" fmla="*/ 10983 h 16268"/>
                <a:gd name="connsiteX12" fmla="*/ 15967 w 15996"/>
                <a:gd name="connsiteY12" fmla="*/ 1973 h 16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996" h="16268">
                  <a:moveTo>
                    <a:pt x="15967" y="1973"/>
                  </a:moveTo>
                  <a:lnTo>
                    <a:pt x="13489" y="21"/>
                  </a:lnTo>
                  <a:lnTo>
                    <a:pt x="13489" y="21"/>
                  </a:lnTo>
                  <a:cubicBezTo>
                    <a:pt x="13293" y="-47"/>
                    <a:pt x="13083" y="-47"/>
                    <a:pt x="12888" y="21"/>
                  </a:cubicBezTo>
                  <a:cubicBezTo>
                    <a:pt x="8607" y="3400"/>
                    <a:pt x="4176" y="7529"/>
                    <a:pt x="-29" y="10983"/>
                  </a:cubicBezTo>
                  <a:lnTo>
                    <a:pt x="3726" y="14062"/>
                  </a:lnTo>
                  <a:cubicBezTo>
                    <a:pt x="3921" y="14129"/>
                    <a:pt x="4131" y="14129"/>
                    <a:pt x="4327" y="14062"/>
                  </a:cubicBezTo>
                  <a:cubicBezTo>
                    <a:pt x="4702" y="14017"/>
                    <a:pt x="5040" y="13791"/>
                    <a:pt x="5228" y="13461"/>
                  </a:cubicBezTo>
                  <a:lnTo>
                    <a:pt x="5754" y="12860"/>
                  </a:lnTo>
                  <a:cubicBezTo>
                    <a:pt x="5754" y="13987"/>
                    <a:pt x="6279" y="15113"/>
                    <a:pt x="6504" y="16239"/>
                  </a:cubicBezTo>
                  <a:cubicBezTo>
                    <a:pt x="6917" y="14662"/>
                    <a:pt x="7218" y="13056"/>
                    <a:pt x="7406" y="11434"/>
                  </a:cubicBezTo>
                  <a:lnTo>
                    <a:pt x="7406" y="10983"/>
                  </a:lnTo>
                  <a:cubicBezTo>
                    <a:pt x="9809" y="8280"/>
                    <a:pt x="12888" y="5127"/>
                    <a:pt x="15967" y="1973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8" name="Content Placeholder 4">
              <a:extLst>
                <a:ext uri="{FF2B5EF4-FFF2-40B4-BE49-F238E27FC236}">
                  <a16:creationId xmlns:a16="http://schemas.microsoft.com/office/drawing/2014/main" id="{A95EACF1-42A8-959D-71AF-6CF572BCD4B7}"/>
                </a:ext>
              </a:extLst>
            </p:cNvPr>
            <p:cNvSpPr/>
            <p:nvPr/>
          </p:nvSpPr>
          <p:spPr>
            <a:xfrm>
              <a:off x="6927821" y="1739646"/>
              <a:ext cx="13818" cy="12740"/>
            </a:xfrm>
            <a:custGeom>
              <a:avLst/>
              <a:gdLst>
                <a:gd name="connsiteX0" fmla="*/ 13789 w 13818"/>
                <a:gd name="connsiteY0" fmla="*/ 2574 h 12740"/>
                <a:gd name="connsiteX1" fmla="*/ 10860 w 13818"/>
                <a:gd name="connsiteY1" fmla="*/ 21 h 12740"/>
                <a:gd name="connsiteX2" fmla="*/ 10409 w 13818"/>
                <a:gd name="connsiteY2" fmla="*/ 21 h 12740"/>
                <a:gd name="connsiteX3" fmla="*/ 10034 w 13818"/>
                <a:gd name="connsiteY3" fmla="*/ 21 h 12740"/>
                <a:gd name="connsiteX4" fmla="*/ 3951 w 13818"/>
                <a:gd name="connsiteY4" fmla="*/ 5202 h 12740"/>
                <a:gd name="connsiteX5" fmla="*/ -29 w 13818"/>
                <a:gd name="connsiteY5" fmla="*/ 9632 h 12740"/>
                <a:gd name="connsiteX6" fmla="*/ 3200 w 13818"/>
                <a:gd name="connsiteY6" fmla="*/ 12410 h 12740"/>
                <a:gd name="connsiteX7" fmla="*/ 3726 w 13818"/>
                <a:gd name="connsiteY7" fmla="*/ 12410 h 12740"/>
                <a:gd name="connsiteX8" fmla="*/ 4326 w 13818"/>
                <a:gd name="connsiteY8" fmla="*/ 12410 h 12740"/>
                <a:gd name="connsiteX9" fmla="*/ 5753 w 13818"/>
                <a:gd name="connsiteY9" fmla="*/ 11208 h 12740"/>
                <a:gd name="connsiteX10" fmla="*/ 6805 w 13818"/>
                <a:gd name="connsiteY10" fmla="*/ 12710 h 12740"/>
                <a:gd name="connsiteX11" fmla="*/ 6805 w 13818"/>
                <a:gd name="connsiteY11" fmla="*/ 9256 h 12740"/>
                <a:gd name="connsiteX12" fmla="*/ 13789 w 13818"/>
                <a:gd name="connsiteY12" fmla="*/ 2574 h 12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18" h="12740">
                  <a:moveTo>
                    <a:pt x="13789" y="2574"/>
                  </a:moveTo>
                  <a:lnTo>
                    <a:pt x="10860" y="21"/>
                  </a:lnTo>
                  <a:cubicBezTo>
                    <a:pt x="10860" y="21"/>
                    <a:pt x="10860" y="21"/>
                    <a:pt x="10409" y="21"/>
                  </a:cubicBezTo>
                  <a:cubicBezTo>
                    <a:pt x="10297" y="-47"/>
                    <a:pt x="10147" y="-47"/>
                    <a:pt x="10034" y="21"/>
                  </a:cubicBezTo>
                  <a:lnTo>
                    <a:pt x="3951" y="5202"/>
                  </a:lnTo>
                  <a:cubicBezTo>
                    <a:pt x="2374" y="6433"/>
                    <a:pt x="1030" y="7935"/>
                    <a:pt x="-29" y="9632"/>
                  </a:cubicBezTo>
                  <a:cubicBezTo>
                    <a:pt x="977" y="10638"/>
                    <a:pt x="2051" y="11569"/>
                    <a:pt x="3200" y="12410"/>
                  </a:cubicBezTo>
                  <a:cubicBezTo>
                    <a:pt x="3373" y="12470"/>
                    <a:pt x="3553" y="12470"/>
                    <a:pt x="3726" y="12410"/>
                  </a:cubicBezTo>
                  <a:cubicBezTo>
                    <a:pt x="3726" y="12410"/>
                    <a:pt x="3726" y="12410"/>
                    <a:pt x="4326" y="12410"/>
                  </a:cubicBezTo>
                  <a:lnTo>
                    <a:pt x="5753" y="11208"/>
                  </a:lnTo>
                  <a:lnTo>
                    <a:pt x="6805" y="12710"/>
                  </a:lnTo>
                  <a:lnTo>
                    <a:pt x="6805" y="9256"/>
                  </a:lnTo>
                  <a:cubicBezTo>
                    <a:pt x="9283" y="7184"/>
                    <a:pt x="11611" y="4954"/>
                    <a:pt x="13789" y="2574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9" name="Content Placeholder 4">
              <a:extLst>
                <a:ext uri="{FF2B5EF4-FFF2-40B4-BE49-F238E27FC236}">
                  <a16:creationId xmlns:a16="http://schemas.microsoft.com/office/drawing/2014/main" id="{DDD36753-66C0-C54C-70B8-A23D1F4020A7}"/>
                </a:ext>
              </a:extLst>
            </p:cNvPr>
            <p:cNvSpPr/>
            <p:nvPr/>
          </p:nvSpPr>
          <p:spPr>
            <a:xfrm>
              <a:off x="6946175" y="1733795"/>
              <a:ext cx="18820" cy="21744"/>
            </a:xfrm>
            <a:custGeom>
              <a:avLst/>
              <a:gdLst>
                <a:gd name="connsiteX0" fmla="*/ 16162 w 18820"/>
                <a:gd name="connsiteY0" fmla="*/ 6548 h 21744"/>
                <a:gd name="connsiteX1" fmla="*/ 18791 w 18820"/>
                <a:gd name="connsiteY1" fmla="*/ 2869 h 21744"/>
                <a:gd name="connsiteX2" fmla="*/ 14135 w 18820"/>
                <a:gd name="connsiteY2" fmla="*/ 15 h 21744"/>
                <a:gd name="connsiteX3" fmla="*/ 14135 w 18820"/>
                <a:gd name="connsiteY3" fmla="*/ 15 h 21744"/>
                <a:gd name="connsiteX4" fmla="*/ 13609 w 18820"/>
                <a:gd name="connsiteY4" fmla="*/ 15 h 21744"/>
                <a:gd name="connsiteX5" fmla="*/ 16 w 18820"/>
                <a:gd name="connsiteY5" fmla="*/ 16008 h 21744"/>
                <a:gd name="connsiteX6" fmla="*/ 16 w 18820"/>
                <a:gd name="connsiteY6" fmla="*/ 16459 h 21744"/>
                <a:gd name="connsiteX7" fmla="*/ 3996 w 18820"/>
                <a:gd name="connsiteY7" fmla="*/ 21715 h 21744"/>
                <a:gd name="connsiteX8" fmla="*/ 12182 w 18820"/>
                <a:gd name="connsiteY8" fmla="*/ 12630 h 21744"/>
                <a:gd name="connsiteX9" fmla="*/ 14585 w 18820"/>
                <a:gd name="connsiteY9" fmla="*/ 8725 h 21744"/>
                <a:gd name="connsiteX10" fmla="*/ 17890 w 18820"/>
                <a:gd name="connsiteY10" fmla="*/ 8725 h 21744"/>
                <a:gd name="connsiteX11" fmla="*/ 17214 w 18820"/>
                <a:gd name="connsiteY11" fmla="*/ 7599 h 21744"/>
                <a:gd name="connsiteX12" fmla="*/ 16388 w 18820"/>
                <a:gd name="connsiteY12" fmla="*/ 6548 h 21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20" h="21744">
                  <a:moveTo>
                    <a:pt x="16162" y="6548"/>
                  </a:moveTo>
                  <a:lnTo>
                    <a:pt x="18791" y="2869"/>
                  </a:lnTo>
                  <a:lnTo>
                    <a:pt x="14135" y="15"/>
                  </a:lnTo>
                  <a:lnTo>
                    <a:pt x="14135" y="15"/>
                  </a:lnTo>
                  <a:cubicBezTo>
                    <a:pt x="13962" y="-45"/>
                    <a:pt x="13782" y="-45"/>
                    <a:pt x="13609" y="15"/>
                  </a:cubicBezTo>
                  <a:cubicBezTo>
                    <a:pt x="8427" y="4445"/>
                    <a:pt x="4897" y="10978"/>
                    <a:pt x="16" y="16008"/>
                  </a:cubicBezTo>
                  <a:cubicBezTo>
                    <a:pt x="-44" y="16151"/>
                    <a:pt x="-44" y="16316"/>
                    <a:pt x="16" y="16459"/>
                  </a:cubicBezTo>
                  <a:cubicBezTo>
                    <a:pt x="1218" y="18306"/>
                    <a:pt x="2547" y="20063"/>
                    <a:pt x="3996" y="21715"/>
                  </a:cubicBezTo>
                  <a:cubicBezTo>
                    <a:pt x="6850" y="18711"/>
                    <a:pt x="9554" y="15708"/>
                    <a:pt x="12182" y="12630"/>
                  </a:cubicBezTo>
                  <a:cubicBezTo>
                    <a:pt x="13248" y="11511"/>
                    <a:pt x="14067" y="10182"/>
                    <a:pt x="14585" y="8725"/>
                  </a:cubicBezTo>
                  <a:cubicBezTo>
                    <a:pt x="15682" y="8913"/>
                    <a:pt x="16793" y="8913"/>
                    <a:pt x="17890" y="8725"/>
                  </a:cubicBezTo>
                  <a:cubicBezTo>
                    <a:pt x="17890" y="8200"/>
                    <a:pt x="17890" y="7824"/>
                    <a:pt x="17214" y="7599"/>
                  </a:cubicBezTo>
                  <a:cubicBezTo>
                    <a:pt x="16726" y="7494"/>
                    <a:pt x="16373" y="7051"/>
                    <a:pt x="16388" y="6548"/>
                  </a:cubicBezTo>
                  <a:close/>
                </a:path>
              </a:pathLst>
            </a:custGeom>
            <a:solidFill>
              <a:srgbClr val="B8CDD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0" name="Content Placeholder 4">
              <a:extLst>
                <a:ext uri="{FF2B5EF4-FFF2-40B4-BE49-F238E27FC236}">
                  <a16:creationId xmlns:a16="http://schemas.microsoft.com/office/drawing/2014/main" id="{AE77C539-BEE4-7B79-BD89-6B62A429106E}"/>
                </a:ext>
              </a:extLst>
            </p:cNvPr>
            <p:cNvSpPr/>
            <p:nvPr/>
          </p:nvSpPr>
          <p:spPr>
            <a:xfrm>
              <a:off x="6994435" y="1918473"/>
              <a:ext cx="169575" cy="417322"/>
            </a:xfrm>
            <a:custGeom>
              <a:avLst/>
              <a:gdLst>
                <a:gd name="connsiteX0" fmla="*/ 160760 w 169575"/>
                <a:gd name="connsiteY0" fmla="*/ 233183 h 417322"/>
                <a:gd name="connsiteX1" fmla="*/ 163463 w 169575"/>
                <a:gd name="connsiteY1" fmla="*/ 67997 h 417322"/>
                <a:gd name="connsiteX2" fmla="*/ 154151 w 169575"/>
                <a:gd name="connsiteY2" fmla="*/ 11758 h 417322"/>
                <a:gd name="connsiteX3" fmla="*/ 152123 w 169575"/>
                <a:gd name="connsiteY3" fmla="*/ 8680 h 417322"/>
                <a:gd name="connsiteX4" fmla="*/ 139581 w 169575"/>
                <a:gd name="connsiteY4" fmla="*/ 8680 h 417322"/>
                <a:gd name="connsiteX5" fmla="*/ 17544 w 169575"/>
                <a:gd name="connsiteY5" fmla="*/ -30 h 417322"/>
                <a:gd name="connsiteX6" fmla="*/ 6655 w 169575"/>
                <a:gd name="connsiteY6" fmla="*/ 30530 h 417322"/>
                <a:gd name="connsiteX7" fmla="*/ -29 w 169575"/>
                <a:gd name="connsiteY7" fmla="*/ 81963 h 417322"/>
                <a:gd name="connsiteX8" fmla="*/ -29 w 169575"/>
                <a:gd name="connsiteY8" fmla="*/ 81963 h 417322"/>
                <a:gd name="connsiteX9" fmla="*/ -29 w 169575"/>
                <a:gd name="connsiteY9" fmla="*/ 93075 h 417322"/>
                <a:gd name="connsiteX10" fmla="*/ 9433 w 169575"/>
                <a:gd name="connsiteY10" fmla="*/ 156822 h 417322"/>
                <a:gd name="connsiteX11" fmla="*/ 14465 w 169575"/>
                <a:gd name="connsiteY11" fmla="*/ 198494 h 417322"/>
                <a:gd name="connsiteX12" fmla="*/ 15742 w 169575"/>
                <a:gd name="connsiteY12" fmla="*/ 231606 h 417322"/>
                <a:gd name="connsiteX13" fmla="*/ 26631 w 169575"/>
                <a:gd name="connsiteY13" fmla="*/ 317428 h 417322"/>
                <a:gd name="connsiteX14" fmla="*/ 36319 w 169575"/>
                <a:gd name="connsiteY14" fmla="*/ 408055 h 417322"/>
                <a:gd name="connsiteX15" fmla="*/ 36319 w 169575"/>
                <a:gd name="connsiteY15" fmla="*/ 411659 h 417322"/>
                <a:gd name="connsiteX16" fmla="*/ 66359 w 169575"/>
                <a:gd name="connsiteY16" fmla="*/ 411659 h 417322"/>
                <a:gd name="connsiteX17" fmla="*/ 73118 w 169575"/>
                <a:gd name="connsiteY17" fmla="*/ 235660 h 417322"/>
                <a:gd name="connsiteX18" fmla="*/ 79501 w 169575"/>
                <a:gd name="connsiteY18" fmla="*/ 104037 h 417322"/>
                <a:gd name="connsiteX19" fmla="*/ 88814 w 169575"/>
                <a:gd name="connsiteY19" fmla="*/ 104863 h 417322"/>
                <a:gd name="connsiteX20" fmla="*/ 143487 w 169575"/>
                <a:gd name="connsiteY20" fmla="*/ 396116 h 417322"/>
                <a:gd name="connsiteX21" fmla="*/ 152273 w 169575"/>
                <a:gd name="connsiteY21" fmla="*/ 414737 h 417322"/>
                <a:gd name="connsiteX22" fmla="*/ 169547 w 169575"/>
                <a:gd name="connsiteY22" fmla="*/ 411058 h 417322"/>
                <a:gd name="connsiteX23" fmla="*/ 160760 w 169575"/>
                <a:gd name="connsiteY23" fmla="*/ 233183 h 417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69575" h="417322">
                  <a:moveTo>
                    <a:pt x="160760" y="233183"/>
                  </a:moveTo>
                  <a:cubicBezTo>
                    <a:pt x="157756" y="178671"/>
                    <a:pt x="163989" y="123034"/>
                    <a:pt x="163463" y="67997"/>
                  </a:cubicBezTo>
                  <a:cubicBezTo>
                    <a:pt x="165401" y="48760"/>
                    <a:pt x="162186" y="29351"/>
                    <a:pt x="154151" y="11758"/>
                  </a:cubicBezTo>
                  <a:cubicBezTo>
                    <a:pt x="153738" y="10580"/>
                    <a:pt x="153047" y="9521"/>
                    <a:pt x="152123" y="8680"/>
                  </a:cubicBezTo>
                  <a:cubicBezTo>
                    <a:pt x="149044" y="6052"/>
                    <a:pt x="143712" y="7404"/>
                    <a:pt x="139581" y="8680"/>
                  </a:cubicBezTo>
                  <a:cubicBezTo>
                    <a:pt x="99365" y="22150"/>
                    <a:pt x="55439" y="19019"/>
                    <a:pt x="17544" y="-30"/>
                  </a:cubicBezTo>
                  <a:cubicBezTo>
                    <a:pt x="11303" y="9033"/>
                    <a:pt x="7548" y="19567"/>
                    <a:pt x="6655" y="30530"/>
                  </a:cubicBezTo>
                  <a:cubicBezTo>
                    <a:pt x="3388" y="47521"/>
                    <a:pt x="1157" y="64701"/>
                    <a:pt x="-29" y="81963"/>
                  </a:cubicBezTo>
                  <a:lnTo>
                    <a:pt x="-29" y="81963"/>
                  </a:lnTo>
                  <a:cubicBezTo>
                    <a:pt x="-29" y="85717"/>
                    <a:pt x="-29" y="89471"/>
                    <a:pt x="-29" y="93075"/>
                  </a:cubicBezTo>
                  <a:cubicBezTo>
                    <a:pt x="1443" y="114542"/>
                    <a:pt x="4604" y="135858"/>
                    <a:pt x="9433" y="156822"/>
                  </a:cubicBezTo>
                  <a:cubicBezTo>
                    <a:pt x="12264" y="170547"/>
                    <a:pt x="13947" y="184490"/>
                    <a:pt x="14465" y="198494"/>
                  </a:cubicBezTo>
                  <a:cubicBezTo>
                    <a:pt x="13421" y="209539"/>
                    <a:pt x="13849" y="220674"/>
                    <a:pt x="15742" y="231606"/>
                  </a:cubicBezTo>
                  <a:cubicBezTo>
                    <a:pt x="23252" y="259237"/>
                    <a:pt x="23252" y="289271"/>
                    <a:pt x="26631" y="317428"/>
                  </a:cubicBezTo>
                  <a:cubicBezTo>
                    <a:pt x="30086" y="347461"/>
                    <a:pt x="33540" y="377495"/>
                    <a:pt x="36319" y="408055"/>
                  </a:cubicBezTo>
                  <a:cubicBezTo>
                    <a:pt x="36319" y="409256"/>
                    <a:pt x="36319" y="410457"/>
                    <a:pt x="36319" y="411659"/>
                  </a:cubicBezTo>
                  <a:cubicBezTo>
                    <a:pt x="38122" y="411659"/>
                    <a:pt x="66359" y="417365"/>
                    <a:pt x="66359" y="411659"/>
                  </a:cubicBezTo>
                  <a:lnTo>
                    <a:pt x="73118" y="235660"/>
                  </a:lnTo>
                  <a:cubicBezTo>
                    <a:pt x="74094" y="210958"/>
                    <a:pt x="71917" y="127539"/>
                    <a:pt x="79501" y="104037"/>
                  </a:cubicBezTo>
                  <a:lnTo>
                    <a:pt x="88814" y="104863"/>
                  </a:lnTo>
                  <a:cubicBezTo>
                    <a:pt x="106012" y="182501"/>
                    <a:pt x="126364" y="318479"/>
                    <a:pt x="143487" y="396116"/>
                  </a:cubicBezTo>
                  <a:cubicBezTo>
                    <a:pt x="144237" y="403137"/>
                    <a:pt x="147332" y="409691"/>
                    <a:pt x="152273" y="414737"/>
                  </a:cubicBezTo>
                  <a:cubicBezTo>
                    <a:pt x="157756" y="419092"/>
                    <a:pt x="167894" y="417891"/>
                    <a:pt x="169547" y="411058"/>
                  </a:cubicBezTo>
                  <a:cubicBezTo>
                    <a:pt x="164590" y="351816"/>
                    <a:pt x="163989" y="292500"/>
                    <a:pt x="160760" y="233183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1" name="Content Placeholder 4">
              <a:extLst>
                <a:ext uri="{FF2B5EF4-FFF2-40B4-BE49-F238E27FC236}">
                  <a16:creationId xmlns:a16="http://schemas.microsoft.com/office/drawing/2014/main" id="{D096311D-041A-67C6-04AF-D87C618D6E2C}"/>
                </a:ext>
              </a:extLst>
            </p:cNvPr>
            <p:cNvSpPr/>
            <p:nvPr/>
          </p:nvSpPr>
          <p:spPr>
            <a:xfrm>
              <a:off x="7026427" y="1584398"/>
              <a:ext cx="78629" cy="109948"/>
            </a:xfrm>
            <a:custGeom>
              <a:avLst/>
              <a:gdLst>
                <a:gd name="connsiteX0" fmla="*/ 78600 w 78629"/>
                <a:gd name="connsiteY0" fmla="*/ 36411 h 109948"/>
                <a:gd name="connsiteX1" fmla="*/ 36304 w 78629"/>
                <a:gd name="connsiteY1" fmla="*/ 85 h 109948"/>
                <a:gd name="connsiteX2" fmla="*/ -29 w 78629"/>
                <a:gd name="connsiteY2" fmla="*/ 36411 h 109948"/>
                <a:gd name="connsiteX3" fmla="*/ 1472 w 78629"/>
                <a:gd name="connsiteY3" fmla="*/ 46172 h 109948"/>
                <a:gd name="connsiteX4" fmla="*/ 1472 w 78629"/>
                <a:gd name="connsiteY4" fmla="*/ 48649 h 109948"/>
                <a:gd name="connsiteX5" fmla="*/ 3125 w 78629"/>
                <a:gd name="connsiteY5" fmla="*/ 70424 h 109948"/>
                <a:gd name="connsiteX6" fmla="*/ 26781 w 78629"/>
                <a:gd name="connsiteY6" fmla="*/ 105338 h 109948"/>
                <a:gd name="connsiteX7" fmla="*/ 41801 w 78629"/>
                <a:gd name="connsiteY7" fmla="*/ 109918 h 109948"/>
                <a:gd name="connsiteX8" fmla="*/ 60952 w 78629"/>
                <a:gd name="connsiteY8" fmla="*/ 101434 h 109948"/>
                <a:gd name="connsiteX9" fmla="*/ 77999 w 78629"/>
                <a:gd name="connsiteY9" fmla="*/ 40916 h 109948"/>
                <a:gd name="connsiteX10" fmla="*/ 78600 w 78629"/>
                <a:gd name="connsiteY10" fmla="*/ 36411 h 109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629" h="109948">
                  <a:moveTo>
                    <a:pt x="78600" y="36411"/>
                  </a:moveTo>
                  <a:cubicBezTo>
                    <a:pt x="76956" y="14704"/>
                    <a:pt x="58023" y="-1560"/>
                    <a:pt x="36304" y="85"/>
                  </a:cubicBezTo>
                  <a:cubicBezTo>
                    <a:pt x="16883" y="1556"/>
                    <a:pt x="1443" y="16986"/>
                    <a:pt x="-29" y="36411"/>
                  </a:cubicBezTo>
                  <a:cubicBezTo>
                    <a:pt x="-29" y="39722"/>
                    <a:pt x="474" y="43011"/>
                    <a:pt x="1472" y="46172"/>
                  </a:cubicBezTo>
                  <a:lnTo>
                    <a:pt x="1472" y="48649"/>
                  </a:lnTo>
                  <a:cubicBezTo>
                    <a:pt x="1277" y="55948"/>
                    <a:pt x="1825" y="63238"/>
                    <a:pt x="3125" y="70424"/>
                  </a:cubicBezTo>
                  <a:cubicBezTo>
                    <a:pt x="5498" y="84975"/>
                    <a:pt x="14150" y="97740"/>
                    <a:pt x="26781" y="105338"/>
                  </a:cubicBezTo>
                  <a:cubicBezTo>
                    <a:pt x="31295" y="108169"/>
                    <a:pt x="36477" y="109753"/>
                    <a:pt x="41801" y="109918"/>
                  </a:cubicBezTo>
                  <a:cubicBezTo>
                    <a:pt x="49003" y="109520"/>
                    <a:pt x="55815" y="106502"/>
                    <a:pt x="60952" y="101434"/>
                  </a:cubicBezTo>
                  <a:cubicBezTo>
                    <a:pt x="77774" y="85966"/>
                    <a:pt x="79201" y="62765"/>
                    <a:pt x="77999" y="40916"/>
                  </a:cubicBezTo>
                  <a:cubicBezTo>
                    <a:pt x="78315" y="39429"/>
                    <a:pt x="78518" y="37927"/>
                    <a:pt x="78600" y="36411"/>
                  </a:cubicBezTo>
                  <a:close/>
                </a:path>
              </a:pathLst>
            </a:custGeom>
            <a:solidFill>
              <a:srgbClr val="C8AE9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2" name="Content Placeholder 4">
              <a:extLst>
                <a:ext uri="{FF2B5EF4-FFF2-40B4-BE49-F238E27FC236}">
                  <a16:creationId xmlns:a16="http://schemas.microsoft.com/office/drawing/2014/main" id="{62C569DA-781F-6D17-1D67-21D68CAD7D78}"/>
                </a:ext>
              </a:extLst>
            </p:cNvPr>
            <p:cNvSpPr/>
            <p:nvPr/>
          </p:nvSpPr>
          <p:spPr>
            <a:xfrm>
              <a:off x="7010964" y="2330312"/>
              <a:ext cx="55326" cy="21229"/>
            </a:xfrm>
            <a:custGeom>
              <a:avLst/>
              <a:gdLst>
                <a:gd name="connsiteX0" fmla="*/ 51933 w 55326"/>
                <a:gd name="connsiteY0" fmla="*/ 271 h 21229"/>
                <a:gd name="connsiteX1" fmla="*/ 27525 w 55326"/>
                <a:gd name="connsiteY1" fmla="*/ 1172 h 21229"/>
                <a:gd name="connsiteX2" fmla="*/ 7323 w 55326"/>
                <a:gd name="connsiteY2" fmla="*/ 11233 h 21229"/>
                <a:gd name="connsiteX3" fmla="*/ 1465 w 55326"/>
                <a:gd name="connsiteY3" fmla="*/ 14161 h 21229"/>
                <a:gd name="connsiteX4" fmla="*/ 715 w 55326"/>
                <a:gd name="connsiteY4" fmla="*/ 19642 h 21229"/>
                <a:gd name="connsiteX5" fmla="*/ 6197 w 55326"/>
                <a:gd name="connsiteY5" fmla="*/ 21144 h 21229"/>
                <a:gd name="connsiteX6" fmla="*/ 51257 w 55326"/>
                <a:gd name="connsiteY6" fmla="*/ 17765 h 21229"/>
                <a:gd name="connsiteX7" fmla="*/ 53660 w 55326"/>
                <a:gd name="connsiteY7" fmla="*/ 16864 h 21229"/>
                <a:gd name="connsiteX8" fmla="*/ 54636 w 55326"/>
                <a:gd name="connsiteY8" fmla="*/ 15137 h 21229"/>
                <a:gd name="connsiteX9" fmla="*/ 51933 w 55326"/>
                <a:gd name="connsiteY9" fmla="*/ 271 h 21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326" h="21229">
                  <a:moveTo>
                    <a:pt x="51933" y="271"/>
                  </a:moveTo>
                  <a:cubicBezTo>
                    <a:pt x="43792" y="-330"/>
                    <a:pt x="35606" y="-30"/>
                    <a:pt x="27525" y="1172"/>
                  </a:cubicBezTo>
                  <a:cubicBezTo>
                    <a:pt x="21217" y="5324"/>
                    <a:pt x="14435" y="8703"/>
                    <a:pt x="7323" y="11233"/>
                  </a:cubicBezTo>
                  <a:cubicBezTo>
                    <a:pt x="5198" y="11826"/>
                    <a:pt x="3215" y="12817"/>
                    <a:pt x="1465" y="14161"/>
                  </a:cubicBezTo>
                  <a:cubicBezTo>
                    <a:pt x="-187" y="15505"/>
                    <a:pt x="-517" y="17901"/>
                    <a:pt x="715" y="19642"/>
                  </a:cubicBezTo>
                  <a:cubicBezTo>
                    <a:pt x="2277" y="20844"/>
                    <a:pt x="4244" y="21384"/>
                    <a:pt x="6197" y="21144"/>
                  </a:cubicBezTo>
                  <a:cubicBezTo>
                    <a:pt x="21285" y="21302"/>
                    <a:pt x="36357" y="20168"/>
                    <a:pt x="51257" y="17765"/>
                  </a:cubicBezTo>
                  <a:cubicBezTo>
                    <a:pt x="52120" y="17668"/>
                    <a:pt x="52947" y="17360"/>
                    <a:pt x="53660" y="16864"/>
                  </a:cubicBezTo>
                  <a:cubicBezTo>
                    <a:pt x="54163" y="16414"/>
                    <a:pt x="54509" y="15806"/>
                    <a:pt x="54636" y="15137"/>
                  </a:cubicBezTo>
                  <a:cubicBezTo>
                    <a:pt x="56101" y="10032"/>
                    <a:pt x="55102" y="4535"/>
                    <a:pt x="51933" y="271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3" name="Content Placeholder 4">
              <a:extLst>
                <a:ext uri="{FF2B5EF4-FFF2-40B4-BE49-F238E27FC236}">
                  <a16:creationId xmlns:a16="http://schemas.microsoft.com/office/drawing/2014/main" id="{F2817BA4-8069-2354-9749-2082CB16FB2C}"/>
                </a:ext>
              </a:extLst>
            </p:cNvPr>
            <p:cNvSpPr/>
            <p:nvPr/>
          </p:nvSpPr>
          <p:spPr>
            <a:xfrm>
              <a:off x="7117212" y="2334592"/>
              <a:ext cx="47879" cy="25753"/>
            </a:xfrm>
            <a:custGeom>
              <a:avLst/>
              <a:gdLst>
                <a:gd name="connsiteX0" fmla="*/ 42563 w 47879"/>
                <a:gd name="connsiteY0" fmla="*/ -30 h 25753"/>
                <a:gd name="connsiteX1" fmla="*/ 21160 w 47879"/>
                <a:gd name="connsiteY1" fmla="*/ 4550 h 25753"/>
                <a:gd name="connsiteX2" fmla="*/ 5314 w 47879"/>
                <a:gd name="connsiteY2" fmla="*/ 16564 h 25753"/>
                <a:gd name="connsiteX3" fmla="*/ 807 w 47879"/>
                <a:gd name="connsiteY3" fmla="*/ 20093 h 25753"/>
                <a:gd name="connsiteX4" fmla="*/ 1176 w 47879"/>
                <a:gd name="connsiteY4" fmla="*/ 24966 h 25753"/>
                <a:gd name="connsiteX5" fmla="*/ 1183 w 47879"/>
                <a:gd name="connsiteY5" fmla="*/ 24973 h 25753"/>
                <a:gd name="connsiteX6" fmla="*/ 6290 w 47879"/>
                <a:gd name="connsiteY6" fmla="*/ 25499 h 25753"/>
                <a:gd name="connsiteX7" fmla="*/ 45342 w 47879"/>
                <a:gd name="connsiteY7" fmla="*/ 15513 h 25753"/>
                <a:gd name="connsiteX8" fmla="*/ 47294 w 47879"/>
                <a:gd name="connsiteY8" fmla="*/ 14386 h 25753"/>
                <a:gd name="connsiteX9" fmla="*/ 47820 w 47879"/>
                <a:gd name="connsiteY9" fmla="*/ 12734 h 25753"/>
                <a:gd name="connsiteX10" fmla="*/ 42563 w 47879"/>
                <a:gd name="connsiteY10" fmla="*/ -30 h 257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879" h="25753">
                  <a:moveTo>
                    <a:pt x="42563" y="-30"/>
                  </a:moveTo>
                  <a:cubicBezTo>
                    <a:pt x="35286" y="736"/>
                    <a:pt x="28114" y="2275"/>
                    <a:pt x="21160" y="4550"/>
                  </a:cubicBezTo>
                  <a:cubicBezTo>
                    <a:pt x="16406" y="9206"/>
                    <a:pt x="11081" y="13245"/>
                    <a:pt x="5314" y="16564"/>
                  </a:cubicBezTo>
                  <a:cubicBezTo>
                    <a:pt x="3571" y="17390"/>
                    <a:pt x="2032" y="18599"/>
                    <a:pt x="807" y="20093"/>
                  </a:cubicBezTo>
                  <a:cubicBezTo>
                    <a:pt x="-439" y="21542"/>
                    <a:pt x="-274" y="23719"/>
                    <a:pt x="1176" y="24966"/>
                  </a:cubicBezTo>
                  <a:cubicBezTo>
                    <a:pt x="1176" y="24966"/>
                    <a:pt x="1183" y="24973"/>
                    <a:pt x="1183" y="24973"/>
                  </a:cubicBezTo>
                  <a:cubicBezTo>
                    <a:pt x="2768" y="25739"/>
                    <a:pt x="4578" y="25927"/>
                    <a:pt x="6290" y="25499"/>
                  </a:cubicBezTo>
                  <a:cubicBezTo>
                    <a:pt x="19568" y="23291"/>
                    <a:pt x="32635" y="19950"/>
                    <a:pt x="45342" y="15513"/>
                  </a:cubicBezTo>
                  <a:cubicBezTo>
                    <a:pt x="46086" y="15325"/>
                    <a:pt x="46761" y="14934"/>
                    <a:pt x="47294" y="14386"/>
                  </a:cubicBezTo>
                  <a:cubicBezTo>
                    <a:pt x="47602" y="13891"/>
                    <a:pt x="47783" y="13320"/>
                    <a:pt x="47820" y="12734"/>
                  </a:cubicBezTo>
                  <a:cubicBezTo>
                    <a:pt x="48121" y="7899"/>
                    <a:pt x="46183" y="3191"/>
                    <a:pt x="42563" y="-30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4" name="Content Placeholder 4">
              <a:extLst>
                <a:ext uri="{FF2B5EF4-FFF2-40B4-BE49-F238E27FC236}">
                  <a16:creationId xmlns:a16="http://schemas.microsoft.com/office/drawing/2014/main" id="{84D080C4-2C17-AA98-CA59-ECBD7A28EE12}"/>
                </a:ext>
              </a:extLst>
            </p:cNvPr>
            <p:cNvSpPr/>
            <p:nvPr/>
          </p:nvSpPr>
          <p:spPr>
            <a:xfrm>
              <a:off x="6987622" y="1704084"/>
              <a:ext cx="172481" cy="300435"/>
            </a:xfrm>
            <a:custGeom>
              <a:avLst/>
              <a:gdLst>
                <a:gd name="connsiteX0" fmla="*/ 171928 w 172481"/>
                <a:gd name="connsiteY0" fmla="*/ 258960 h 300435"/>
                <a:gd name="connsiteX1" fmla="*/ 171478 w 172481"/>
                <a:gd name="connsiteY1" fmla="*/ 146333 h 300435"/>
                <a:gd name="connsiteX2" fmla="*/ 159462 w 172481"/>
                <a:gd name="connsiteY2" fmla="*/ 49924 h 300435"/>
                <a:gd name="connsiteX3" fmla="*/ 146019 w 172481"/>
                <a:gd name="connsiteY3" fmla="*/ 11406 h 300435"/>
                <a:gd name="connsiteX4" fmla="*/ 134378 w 172481"/>
                <a:gd name="connsiteY4" fmla="*/ 4423 h 300435"/>
                <a:gd name="connsiteX5" fmla="*/ 124090 w 172481"/>
                <a:gd name="connsiteY5" fmla="*/ 1119 h 300435"/>
                <a:gd name="connsiteX6" fmla="*/ 83386 w 172481"/>
                <a:gd name="connsiteY6" fmla="*/ 594 h 300435"/>
                <a:gd name="connsiteX7" fmla="*/ 34045 w 172481"/>
                <a:gd name="connsiteY7" fmla="*/ 5474 h 300435"/>
                <a:gd name="connsiteX8" fmla="*/ 15570 w 172481"/>
                <a:gd name="connsiteY8" fmla="*/ 70497 h 300435"/>
                <a:gd name="connsiteX9" fmla="*/ 3329 w 172481"/>
                <a:gd name="connsiteY9" fmla="*/ 154066 h 300435"/>
                <a:gd name="connsiteX10" fmla="*/ 1001 w 172481"/>
                <a:gd name="connsiteY10" fmla="*/ 227349 h 300435"/>
                <a:gd name="connsiteX11" fmla="*/ 7610 w 172481"/>
                <a:gd name="connsiteY11" fmla="*/ 292898 h 300435"/>
                <a:gd name="connsiteX12" fmla="*/ 50642 w 172481"/>
                <a:gd name="connsiteY12" fmla="*/ 300406 h 300435"/>
                <a:gd name="connsiteX13" fmla="*/ 53195 w 172481"/>
                <a:gd name="connsiteY13" fmla="*/ 300406 h 300435"/>
                <a:gd name="connsiteX14" fmla="*/ 74974 w 172481"/>
                <a:gd name="connsiteY14" fmla="*/ 300406 h 300435"/>
                <a:gd name="connsiteX15" fmla="*/ 98105 w 172481"/>
                <a:gd name="connsiteY15" fmla="*/ 299280 h 300435"/>
                <a:gd name="connsiteX16" fmla="*/ 161940 w 172481"/>
                <a:gd name="connsiteY16" fmla="*/ 288092 h 300435"/>
                <a:gd name="connsiteX17" fmla="*/ 171928 w 172481"/>
                <a:gd name="connsiteY17" fmla="*/ 282686 h 300435"/>
                <a:gd name="connsiteX18" fmla="*/ 171928 w 172481"/>
                <a:gd name="connsiteY18" fmla="*/ 258960 h 300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481" h="300435">
                  <a:moveTo>
                    <a:pt x="171928" y="258960"/>
                  </a:moveTo>
                  <a:lnTo>
                    <a:pt x="171478" y="146333"/>
                  </a:lnTo>
                  <a:cubicBezTo>
                    <a:pt x="171478" y="114722"/>
                    <a:pt x="163968" y="81159"/>
                    <a:pt x="159462" y="49924"/>
                  </a:cubicBezTo>
                  <a:cubicBezTo>
                    <a:pt x="157659" y="36304"/>
                    <a:pt x="153086" y="23194"/>
                    <a:pt x="146019" y="11406"/>
                  </a:cubicBezTo>
                  <a:cubicBezTo>
                    <a:pt x="144967" y="9228"/>
                    <a:pt x="144742" y="7727"/>
                    <a:pt x="134378" y="4423"/>
                  </a:cubicBezTo>
                  <a:cubicBezTo>
                    <a:pt x="132201" y="3672"/>
                    <a:pt x="126868" y="669"/>
                    <a:pt x="124090" y="1119"/>
                  </a:cubicBezTo>
                  <a:cubicBezTo>
                    <a:pt x="110572" y="3372"/>
                    <a:pt x="96828" y="-1734"/>
                    <a:pt x="83386" y="594"/>
                  </a:cubicBezTo>
                  <a:cubicBezTo>
                    <a:pt x="69942" y="2921"/>
                    <a:pt x="45160" y="-4287"/>
                    <a:pt x="34045" y="5474"/>
                  </a:cubicBezTo>
                  <a:cubicBezTo>
                    <a:pt x="19025" y="18689"/>
                    <a:pt x="17898" y="49999"/>
                    <a:pt x="15570" y="70497"/>
                  </a:cubicBezTo>
                  <a:cubicBezTo>
                    <a:pt x="12341" y="98204"/>
                    <a:pt x="4681" y="126210"/>
                    <a:pt x="3329" y="154066"/>
                  </a:cubicBezTo>
                  <a:cubicBezTo>
                    <a:pt x="2127" y="178469"/>
                    <a:pt x="1451" y="202946"/>
                    <a:pt x="1001" y="227349"/>
                  </a:cubicBezTo>
                  <a:cubicBezTo>
                    <a:pt x="1001" y="240113"/>
                    <a:pt x="-3880" y="284413"/>
                    <a:pt x="7610" y="292898"/>
                  </a:cubicBezTo>
                  <a:cubicBezTo>
                    <a:pt x="14294" y="297928"/>
                    <a:pt x="32243" y="299956"/>
                    <a:pt x="50642" y="300406"/>
                  </a:cubicBezTo>
                  <a:lnTo>
                    <a:pt x="53195" y="300406"/>
                  </a:lnTo>
                  <a:cubicBezTo>
                    <a:pt x="60705" y="300406"/>
                    <a:pt x="68215" y="300406"/>
                    <a:pt x="74974" y="300406"/>
                  </a:cubicBezTo>
                  <a:cubicBezTo>
                    <a:pt x="85038" y="300406"/>
                    <a:pt x="93524" y="299730"/>
                    <a:pt x="98105" y="299280"/>
                  </a:cubicBezTo>
                  <a:cubicBezTo>
                    <a:pt x="119614" y="297020"/>
                    <a:pt x="140942" y="293281"/>
                    <a:pt x="161940" y="288092"/>
                  </a:cubicBezTo>
                  <a:cubicBezTo>
                    <a:pt x="165868" y="287724"/>
                    <a:pt x="169472" y="285772"/>
                    <a:pt x="171928" y="282686"/>
                  </a:cubicBezTo>
                  <a:cubicBezTo>
                    <a:pt x="172627" y="274795"/>
                    <a:pt x="172627" y="266851"/>
                    <a:pt x="171928" y="258960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5" name="Content Placeholder 4">
              <a:extLst>
                <a:ext uri="{FF2B5EF4-FFF2-40B4-BE49-F238E27FC236}">
                  <a16:creationId xmlns:a16="http://schemas.microsoft.com/office/drawing/2014/main" id="{63B42C67-6EE9-C2F3-2689-25DE3DEDA893}"/>
                </a:ext>
              </a:extLst>
            </p:cNvPr>
            <p:cNvSpPr/>
            <p:nvPr/>
          </p:nvSpPr>
          <p:spPr>
            <a:xfrm>
              <a:off x="7034733" y="1703582"/>
              <a:ext cx="65757" cy="301764"/>
            </a:xfrm>
            <a:custGeom>
              <a:avLst/>
              <a:gdLst>
                <a:gd name="connsiteX0" fmla="*/ 52271 w 65757"/>
                <a:gd name="connsiteY0" fmla="*/ 35110 h 301764"/>
                <a:gd name="connsiteX1" fmla="*/ 61958 w 65757"/>
                <a:gd name="connsiteY1" fmla="*/ 21595 h 301764"/>
                <a:gd name="connsiteX2" fmla="*/ 65263 w 65757"/>
                <a:gd name="connsiteY2" fmla="*/ 4475 h 301764"/>
                <a:gd name="connsiteX3" fmla="*/ 65263 w 65757"/>
                <a:gd name="connsiteY3" fmla="*/ 3875 h 301764"/>
                <a:gd name="connsiteX4" fmla="*/ 65713 w 65757"/>
                <a:gd name="connsiteY4" fmla="*/ 1772 h 301764"/>
                <a:gd name="connsiteX5" fmla="*/ 61733 w 65757"/>
                <a:gd name="connsiteY5" fmla="*/ 946 h 301764"/>
                <a:gd name="connsiteX6" fmla="*/ 10290 w 65757"/>
                <a:gd name="connsiteY6" fmla="*/ -30 h 301764"/>
                <a:gd name="connsiteX7" fmla="*/ 10290 w 65757"/>
                <a:gd name="connsiteY7" fmla="*/ 4250 h 301764"/>
                <a:gd name="connsiteX8" fmla="*/ 1353 w 65757"/>
                <a:gd name="connsiteY8" fmla="*/ 300684 h 301764"/>
                <a:gd name="connsiteX9" fmla="*/ 9614 w 65757"/>
                <a:gd name="connsiteY9" fmla="*/ 299557 h 301764"/>
                <a:gd name="connsiteX10" fmla="*/ 38527 w 65757"/>
                <a:gd name="connsiteY10" fmla="*/ 301735 h 301764"/>
                <a:gd name="connsiteX11" fmla="*/ 52271 w 65757"/>
                <a:gd name="connsiteY11" fmla="*/ 35110 h 301764"/>
                <a:gd name="connsiteX12" fmla="*/ 59781 w 65757"/>
                <a:gd name="connsiteY12" fmla="*/ 10032 h 301764"/>
                <a:gd name="connsiteX13" fmla="*/ 61433 w 65757"/>
                <a:gd name="connsiteY13" fmla="*/ 10032 h 301764"/>
                <a:gd name="connsiteX14" fmla="*/ 59405 w 65757"/>
                <a:gd name="connsiteY14" fmla="*/ 15212 h 301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5757" h="301764">
                  <a:moveTo>
                    <a:pt x="52271" y="35110"/>
                  </a:moveTo>
                  <a:cubicBezTo>
                    <a:pt x="53270" y="29366"/>
                    <a:pt x="56837" y="24388"/>
                    <a:pt x="61958" y="21595"/>
                  </a:cubicBezTo>
                  <a:cubicBezTo>
                    <a:pt x="63085" y="15888"/>
                    <a:pt x="64211" y="10182"/>
                    <a:pt x="65263" y="4475"/>
                  </a:cubicBezTo>
                  <a:cubicBezTo>
                    <a:pt x="65285" y="4273"/>
                    <a:pt x="65285" y="4077"/>
                    <a:pt x="65263" y="3875"/>
                  </a:cubicBezTo>
                  <a:cubicBezTo>
                    <a:pt x="65623" y="3236"/>
                    <a:pt x="65781" y="2501"/>
                    <a:pt x="65713" y="1772"/>
                  </a:cubicBezTo>
                  <a:lnTo>
                    <a:pt x="61733" y="946"/>
                  </a:lnTo>
                  <a:cubicBezTo>
                    <a:pt x="44738" y="4565"/>
                    <a:pt x="27134" y="4228"/>
                    <a:pt x="10290" y="-30"/>
                  </a:cubicBezTo>
                  <a:cubicBezTo>
                    <a:pt x="10478" y="1389"/>
                    <a:pt x="10478" y="2831"/>
                    <a:pt x="10290" y="4250"/>
                  </a:cubicBezTo>
                  <a:cubicBezTo>
                    <a:pt x="895" y="102761"/>
                    <a:pt x="-2087" y="201782"/>
                    <a:pt x="1353" y="300684"/>
                  </a:cubicBezTo>
                  <a:cubicBezTo>
                    <a:pt x="4026" y="299865"/>
                    <a:pt x="6820" y="299482"/>
                    <a:pt x="9614" y="299557"/>
                  </a:cubicBezTo>
                  <a:cubicBezTo>
                    <a:pt x="19001" y="299557"/>
                    <a:pt x="28764" y="300909"/>
                    <a:pt x="38527" y="301735"/>
                  </a:cubicBezTo>
                  <a:cubicBezTo>
                    <a:pt x="15622" y="214637"/>
                    <a:pt x="39954" y="123334"/>
                    <a:pt x="52271" y="35110"/>
                  </a:cubicBezTo>
                  <a:close/>
                  <a:moveTo>
                    <a:pt x="59781" y="10032"/>
                  </a:moveTo>
                  <a:lnTo>
                    <a:pt x="61433" y="10032"/>
                  </a:lnTo>
                  <a:lnTo>
                    <a:pt x="59405" y="15212"/>
                  </a:lnTo>
                  <a:close/>
                </a:path>
              </a:pathLst>
            </a:custGeom>
            <a:solidFill>
              <a:srgbClr val="E8E8E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6" name="Content Placeholder 4">
              <a:extLst>
                <a:ext uri="{FF2B5EF4-FFF2-40B4-BE49-F238E27FC236}">
                  <a16:creationId xmlns:a16="http://schemas.microsoft.com/office/drawing/2014/main" id="{37DC7C7E-F758-AB29-6D17-81249ACB125F}"/>
                </a:ext>
              </a:extLst>
            </p:cNvPr>
            <p:cNvSpPr/>
            <p:nvPr/>
          </p:nvSpPr>
          <p:spPr>
            <a:xfrm>
              <a:off x="7019188" y="1567478"/>
              <a:ext cx="98970" cy="72550"/>
            </a:xfrm>
            <a:custGeom>
              <a:avLst/>
              <a:gdLst>
                <a:gd name="connsiteX0" fmla="*/ 97780 w 98970"/>
                <a:gd name="connsiteY0" fmla="*/ 36361 h 72550"/>
                <a:gd name="connsiteX1" fmla="*/ 72472 w 98970"/>
                <a:gd name="connsiteY1" fmla="*/ 6327 h 72550"/>
                <a:gd name="connsiteX2" fmla="*/ 10439 w 98970"/>
                <a:gd name="connsiteY2" fmla="*/ 19017 h 72550"/>
                <a:gd name="connsiteX3" fmla="*/ 20352 w 98970"/>
                <a:gd name="connsiteY3" fmla="*/ 49050 h 72550"/>
                <a:gd name="connsiteX4" fmla="*/ 21028 w 98970"/>
                <a:gd name="connsiteY4" fmla="*/ 49050 h 72550"/>
                <a:gd name="connsiteX5" fmla="*/ 57301 w 98970"/>
                <a:gd name="connsiteY5" fmla="*/ 55733 h 72550"/>
                <a:gd name="connsiteX6" fmla="*/ 84863 w 98970"/>
                <a:gd name="connsiteY6" fmla="*/ 70750 h 72550"/>
                <a:gd name="connsiteX7" fmla="*/ 97780 w 98970"/>
                <a:gd name="connsiteY7" fmla="*/ 36361 h 72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8970" h="72550">
                  <a:moveTo>
                    <a:pt x="97780" y="36361"/>
                  </a:moveTo>
                  <a:cubicBezTo>
                    <a:pt x="94243" y="23079"/>
                    <a:pt x="84961" y="12064"/>
                    <a:pt x="72472" y="6327"/>
                  </a:cubicBezTo>
                  <a:cubicBezTo>
                    <a:pt x="53021" y="-3359"/>
                    <a:pt x="20277" y="-4034"/>
                    <a:pt x="10439" y="19017"/>
                  </a:cubicBezTo>
                  <a:cubicBezTo>
                    <a:pt x="-8937" y="25774"/>
                    <a:pt x="1052" y="56559"/>
                    <a:pt x="20352" y="49050"/>
                  </a:cubicBezTo>
                  <a:lnTo>
                    <a:pt x="21028" y="49050"/>
                  </a:lnTo>
                  <a:cubicBezTo>
                    <a:pt x="32541" y="53713"/>
                    <a:pt x="44880" y="55988"/>
                    <a:pt x="57301" y="55733"/>
                  </a:cubicBezTo>
                  <a:cubicBezTo>
                    <a:pt x="61957" y="66996"/>
                    <a:pt x="71270" y="76606"/>
                    <a:pt x="84863" y="70750"/>
                  </a:cubicBezTo>
                  <a:cubicBezTo>
                    <a:pt x="98456" y="64893"/>
                    <a:pt x="100784" y="48675"/>
                    <a:pt x="97780" y="36361"/>
                  </a:cubicBezTo>
                  <a:close/>
                </a:path>
              </a:pathLst>
            </a:custGeom>
            <a:solidFill>
              <a:srgbClr val="38271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7" name="Content Placeholder 4">
              <a:extLst>
                <a:ext uri="{FF2B5EF4-FFF2-40B4-BE49-F238E27FC236}">
                  <a16:creationId xmlns:a16="http://schemas.microsoft.com/office/drawing/2014/main" id="{03ADEF51-F92D-C8D7-7304-FDF4ED884B68}"/>
                </a:ext>
              </a:extLst>
            </p:cNvPr>
            <p:cNvSpPr/>
            <p:nvPr/>
          </p:nvSpPr>
          <p:spPr>
            <a:xfrm>
              <a:off x="6923545" y="1760796"/>
              <a:ext cx="44754" cy="34217"/>
            </a:xfrm>
            <a:custGeom>
              <a:avLst/>
              <a:gdLst>
                <a:gd name="connsiteX0" fmla="*/ 17765 w 44754"/>
                <a:gd name="connsiteY0" fmla="*/ 5451 h 34217"/>
                <a:gd name="connsiteX1" fmla="*/ 8602 w 44754"/>
                <a:gd name="connsiteY1" fmla="*/ 2448 h 34217"/>
                <a:gd name="connsiteX2" fmla="*/ 341 w 44754"/>
                <a:gd name="connsiteY2" fmla="*/ 5301 h 34217"/>
                <a:gd name="connsiteX3" fmla="*/ 3571 w 44754"/>
                <a:gd name="connsiteY3" fmla="*/ 13410 h 34217"/>
                <a:gd name="connsiteX4" fmla="*/ 41121 w 44754"/>
                <a:gd name="connsiteY4" fmla="*/ 33007 h 34217"/>
                <a:gd name="connsiteX5" fmla="*/ 44725 w 44754"/>
                <a:gd name="connsiteY5" fmla="*/ 21895 h 34217"/>
                <a:gd name="connsiteX6" fmla="*/ 31057 w 44754"/>
                <a:gd name="connsiteY6" fmla="*/ 10782 h 34217"/>
                <a:gd name="connsiteX7" fmla="*/ 16038 w 44754"/>
                <a:gd name="connsiteY7" fmla="*/ -30 h 34217"/>
                <a:gd name="connsiteX8" fmla="*/ 15211 w 44754"/>
                <a:gd name="connsiteY8" fmla="*/ 2373 h 34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754" h="34217">
                  <a:moveTo>
                    <a:pt x="17765" y="5451"/>
                  </a:moveTo>
                  <a:cubicBezTo>
                    <a:pt x="14911" y="3927"/>
                    <a:pt x="11809" y="2914"/>
                    <a:pt x="8602" y="2448"/>
                  </a:cubicBezTo>
                  <a:cubicBezTo>
                    <a:pt x="5523" y="1922"/>
                    <a:pt x="1618" y="2448"/>
                    <a:pt x="341" y="5301"/>
                  </a:cubicBezTo>
                  <a:cubicBezTo>
                    <a:pt x="-935" y="8154"/>
                    <a:pt x="1318" y="11308"/>
                    <a:pt x="3571" y="13410"/>
                  </a:cubicBezTo>
                  <a:cubicBezTo>
                    <a:pt x="14685" y="22338"/>
                    <a:pt x="27445" y="28998"/>
                    <a:pt x="41121" y="33007"/>
                  </a:cubicBezTo>
                  <a:cubicBezTo>
                    <a:pt x="39619" y="35635"/>
                    <a:pt x="41872" y="34659"/>
                    <a:pt x="44725" y="21895"/>
                  </a:cubicBezTo>
                  <a:cubicBezTo>
                    <a:pt x="38943" y="20619"/>
                    <a:pt x="35563" y="14386"/>
                    <a:pt x="31057" y="10782"/>
                  </a:cubicBezTo>
                  <a:cubicBezTo>
                    <a:pt x="26551" y="7178"/>
                    <a:pt x="22195" y="946"/>
                    <a:pt x="16038" y="-30"/>
                  </a:cubicBezTo>
                  <a:lnTo>
                    <a:pt x="15211" y="2373"/>
                  </a:lnTo>
                  <a:close/>
                </a:path>
              </a:pathLst>
            </a:custGeom>
            <a:solidFill>
              <a:srgbClr val="C8AE9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8" name="Content Placeholder 4">
              <a:extLst>
                <a:ext uri="{FF2B5EF4-FFF2-40B4-BE49-F238E27FC236}">
                  <a16:creationId xmlns:a16="http://schemas.microsoft.com/office/drawing/2014/main" id="{6948AE49-017D-CEAF-08C6-A632F324C2C8}"/>
                </a:ext>
              </a:extLst>
            </p:cNvPr>
            <p:cNvSpPr/>
            <p:nvPr/>
          </p:nvSpPr>
          <p:spPr>
            <a:xfrm>
              <a:off x="6953940" y="1779993"/>
              <a:ext cx="140578" cy="95945"/>
            </a:xfrm>
            <a:custGeom>
              <a:avLst/>
              <a:gdLst>
                <a:gd name="connsiteX0" fmla="*/ 16208 w 140578"/>
                <a:gd name="connsiteY0" fmla="*/ 3224 h 95945"/>
                <a:gd name="connsiteX1" fmla="*/ 813 w 140578"/>
                <a:gd name="connsiteY1" fmla="*/ 1797 h 95945"/>
                <a:gd name="connsiteX2" fmla="*/ 7347 w 140578"/>
                <a:gd name="connsiteY2" fmla="*/ 15538 h 95945"/>
                <a:gd name="connsiteX3" fmla="*/ 36936 w 140578"/>
                <a:gd name="connsiteY3" fmla="*/ 42193 h 95945"/>
                <a:gd name="connsiteX4" fmla="*/ 99194 w 140578"/>
                <a:gd name="connsiteY4" fmla="*/ 89271 h 95945"/>
                <a:gd name="connsiteX5" fmla="*/ 128258 w 140578"/>
                <a:gd name="connsiteY5" fmla="*/ 94602 h 95945"/>
                <a:gd name="connsiteX6" fmla="*/ 138246 w 140578"/>
                <a:gd name="connsiteY6" fmla="*/ 83114 h 95945"/>
                <a:gd name="connsiteX7" fmla="*/ 97842 w 140578"/>
                <a:gd name="connsiteY7" fmla="*/ 42943 h 95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0578" h="95945">
                  <a:moveTo>
                    <a:pt x="16208" y="3224"/>
                  </a:moveTo>
                  <a:cubicBezTo>
                    <a:pt x="10877" y="596"/>
                    <a:pt x="3667" y="-1807"/>
                    <a:pt x="813" y="1797"/>
                  </a:cubicBezTo>
                  <a:cubicBezTo>
                    <a:pt x="-2041" y="5401"/>
                    <a:pt x="2916" y="11483"/>
                    <a:pt x="7347" y="15538"/>
                  </a:cubicBezTo>
                  <a:lnTo>
                    <a:pt x="36936" y="42193"/>
                  </a:lnTo>
                  <a:cubicBezTo>
                    <a:pt x="55568" y="60506"/>
                    <a:pt x="76491" y="76334"/>
                    <a:pt x="99194" y="89271"/>
                  </a:cubicBezTo>
                  <a:cubicBezTo>
                    <a:pt x="108657" y="94151"/>
                    <a:pt x="120147" y="98055"/>
                    <a:pt x="128258" y="94602"/>
                  </a:cubicBezTo>
                  <a:cubicBezTo>
                    <a:pt x="132884" y="92124"/>
                    <a:pt x="136436" y="88039"/>
                    <a:pt x="138246" y="83114"/>
                  </a:cubicBezTo>
                  <a:cubicBezTo>
                    <a:pt x="149060" y="60063"/>
                    <a:pt x="119471" y="53455"/>
                    <a:pt x="97842" y="42943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9" name="Content Placeholder 4">
              <a:extLst>
                <a:ext uri="{FF2B5EF4-FFF2-40B4-BE49-F238E27FC236}">
                  <a16:creationId xmlns:a16="http://schemas.microsoft.com/office/drawing/2014/main" id="{FE4251B6-A67B-E4DA-DFEE-FC0DB7CB649B}"/>
                </a:ext>
              </a:extLst>
            </p:cNvPr>
            <p:cNvSpPr/>
            <p:nvPr/>
          </p:nvSpPr>
          <p:spPr>
            <a:xfrm>
              <a:off x="7054348" y="1707637"/>
              <a:ext cx="84920" cy="170555"/>
            </a:xfrm>
            <a:custGeom>
              <a:avLst/>
              <a:gdLst>
                <a:gd name="connsiteX0" fmla="*/ 84775 w 84920"/>
                <a:gd name="connsiteY0" fmla="*/ 27750 h 170555"/>
                <a:gd name="connsiteX1" fmla="*/ 80720 w 84920"/>
                <a:gd name="connsiteY1" fmla="*/ 6877 h 170555"/>
                <a:gd name="connsiteX2" fmla="*/ 32355 w 84920"/>
                <a:gd name="connsiteY2" fmla="*/ 32331 h 170555"/>
                <a:gd name="connsiteX3" fmla="*/ 1790 w 84920"/>
                <a:gd name="connsiteY3" fmla="*/ 139701 h 170555"/>
                <a:gd name="connsiteX4" fmla="*/ 438 w 84920"/>
                <a:gd name="connsiteY4" fmla="*/ 155619 h 170555"/>
                <a:gd name="connsiteX5" fmla="*/ 28676 w 84920"/>
                <a:gd name="connsiteY5" fmla="*/ 168909 h 170555"/>
                <a:gd name="connsiteX6" fmla="*/ 66226 w 84920"/>
                <a:gd name="connsiteY6" fmla="*/ 105313 h 170555"/>
                <a:gd name="connsiteX7" fmla="*/ 84775 w 84920"/>
                <a:gd name="connsiteY7" fmla="*/ 27750 h 170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920" h="170555">
                  <a:moveTo>
                    <a:pt x="84775" y="27750"/>
                  </a:moveTo>
                  <a:cubicBezTo>
                    <a:pt x="85324" y="20557"/>
                    <a:pt x="83927" y="13342"/>
                    <a:pt x="80720" y="6877"/>
                  </a:cubicBezTo>
                  <a:cubicBezTo>
                    <a:pt x="68178" y="-14597"/>
                    <a:pt x="38889" y="19716"/>
                    <a:pt x="32355" y="32331"/>
                  </a:cubicBezTo>
                  <a:cubicBezTo>
                    <a:pt x="19213" y="58009"/>
                    <a:pt x="8924" y="113497"/>
                    <a:pt x="1790" y="139701"/>
                  </a:cubicBezTo>
                  <a:cubicBezTo>
                    <a:pt x="-28" y="144800"/>
                    <a:pt x="-493" y="150288"/>
                    <a:pt x="438" y="155619"/>
                  </a:cubicBezTo>
                  <a:cubicBezTo>
                    <a:pt x="2841" y="164630"/>
                    <a:pt x="20415" y="174466"/>
                    <a:pt x="28676" y="168909"/>
                  </a:cubicBezTo>
                  <a:cubicBezTo>
                    <a:pt x="36936" y="163353"/>
                    <a:pt x="62471" y="113797"/>
                    <a:pt x="66226" y="105313"/>
                  </a:cubicBezTo>
                  <a:cubicBezTo>
                    <a:pt x="77243" y="80858"/>
                    <a:pt x="83536" y="54541"/>
                    <a:pt x="84775" y="27750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0" name="Content Placeholder 4">
              <a:extLst>
                <a:ext uri="{FF2B5EF4-FFF2-40B4-BE49-F238E27FC236}">
                  <a16:creationId xmlns:a16="http://schemas.microsoft.com/office/drawing/2014/main" id="{98D30D6A-3811-D464-B2D3-5418B060D60A}"/>
                </a:ext>
              </a:extLst>
            </p:cNvPr>
            <p:cNvSpPr/>
            <p:nvPr/>
          </p:nvSpPr>
          <p:spPr>
            <a:xfrm>
              <a:off x="7049605" y="1676150"/>
              <a:ext cx="13807" cy="3350"/>
            </a:xfrm>
            <a:custGeom>
              <a:avLst/>
              <a:gdLst>
                <a:gd name="connsiteX0" fmla="*/ 9612 w 13807"/>
                <a:gd name="connsiteY0" fmla="*/ 3300 h 3350"/>
                <a:gd name="connsiteX1" fmla="*/ 12691 w 13807"/>
                <a:gd name="connsiteY1" fmla="*/ 2699 h 3350"/>
                <a:gd name="connsiteX2" fmla="*/ 13592 w 13807"/>
                <a:gd name="connsiteY2" fmla="*/ -4 h 3350"/>
                <a:gd name="connsiteX3" fmla="*/ 3904 w 13807"/>
                <a:gd name="connsiteY3" fmla="*/ -4 h 3350"/>
                <a:gd name="connsiteX4" fmla="*/ 1050 w 13807"/>
                <a:gd name="connsiteY4" fmla="*/ 522 h 3350"/>
                <a:gd name="connsiteX5" fmla="*/ 9612 w 13807"/>
                <a:gd name="connsiteY5" fmla="*/ 3300 h 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07" h="3350">
                  <a:moveTo>
                    <a:pt x="9612" y="3300"/>
                  </a:moveTo>
                  <a:cubicBezTo>
                    <a:pt x="10671" y="3330"/>
                    <a:pt x="11722" y="3127"/>
                    <a:pt x="12691" y="2699"/>
                  </a:cubicBezTo>
                  <a:cubicBezTo>
                    <a:pt x="13652" y="2174"/>
                    <a:pt x="14042" y="995"/>
                    <a:pt x="13592" y="-4"/>
                  </a:cubicBezTo>
                  <a:lnTo>
                    <a:pt x="3904" y="-4"/>
                  </a:lnTo>
                  <a:cubicBezTo>
                    <a:pt x="2920" y="-102"/>
                    <a:pt x="1936" y="79"/>
                    <a:pt x="1050" y="522"/>
                  </a:cubicBezTo>
                  <a:cubicBezTo>
                    <a:pt x="-3756" y="3750"/>
                    <a:pt x="9011" y="3300"/>
                    <a:pt x="9612" y="3300"/>
                  </a:cubicBezTo>
                  <a:close/>
                </a:path>
              </a:pathLst>
            </a:custGeom>
            <a:solidFill>
              <a:srgbClr val="38271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781" name="Group 780">
            <a:extLst>
              <a:ext uri="{FF2B5EF4-FFF2-40B4-BE49-F238E27FC236}">
                <a16:creationId xmlns:a16="http://schemas.microsoft.com/office/drawing/2014/main" id="{398BF6A0-F75C-FFF8-6F6F-41CEA9CFA9FC}"/>
              </a:ext>
            </a:extLst>
          </p:cNvPr>
          <p:cNvGrpSpPr/>
          <p:nvPr userDrawn="1"/>
        </p:nvGrpSpPr>
        <p:grpSpPr>
          <a:xfrm>
            <a:off x="6754069" y="1951438"/>
            <a:ext cx="265443" cy="808168"/>
            <a:chOff x="8097789" y="1572190"/>
            <a:chExt cx="265443" cy="808168"/>
          </a:xfrm>
        </p:grpSpPr>
        <p:sp>
          <p:nvSpPr>
            <p:cNvPr id="782" name="Content Placeholder 4">
              <a:extLst>
                <a:ext uri="{FF2B5EF4-FFF2-40B4-BE49-F238E27FC236}">
                  <a16:creationId xmlns:a16="http://schemas.microsoft.com/office/drawing/2014/main" id="{CAF6267B-615F-7112-6D86-848035F8764C}"/>
                </a:ext>
              </a:extLst>
            </p:cNvPr>
            <p:cNvSpPr/>
            <p:nvPr/>
          </p:nvSpPr>
          <p:spPr>
            <a:xfrm>
              <a:off x="8102875" y="2353100"/>
              <a:ext cx="260357" cy="27258"/>
            </a:xfrm>
            <a:custGeom>
              <a:avLst/>
              <a:gdLst>
                <a:gd name="connsiteX0" fmla="*/ 56481 w 260357"/>
                <a:gd name="connsiteY0" fmla="*/ 26889 h 27258"/>
                <a:gd name="connsiteX1" fmla="*/ 105821 w 260357"/>
                <a:gd name="connsiteY1" fmla="*/ 26889 h 27258"/>
                <a:gd name="connsiteX2" fmla="*/ 243479 w 260357"/>
                <a:gd name="connsiteY2" fmla="*/ 25162 h 27258"/>
                <a:gd name="connsiteX3" fmla="*/ 260302 w 260357"/>
                <a:gd name="connsiteY3" fmla="*/ 18854 h 27258"/>
                <a:gd name="connsiteX4" fmla="*/ 247234 w 260357"/>
                <a:gd name="connsiteY4" fmla="*/ 10370 h 27258"/>
                <a:gd name="connsiteX5" fmla="*/ 179644 w 260357"/>
                <a:gd name="connsiteY5" fmla="*/ 3762 h 27258"/>
                <a:gd name="connsiteX6" fmla="*/ 78860 w 260357"/>
                <a:gd name="connsiteY6" fmla="*/ 534 h 27258"/>
                <a:gd name="connsiteX7" fmla="*/ 16828 w 260357"/>
                <a:gd name="connsiteY7" fmla="*/ 4363 h 27258"/>
                <a:gd name="connsiteX8" fmla="*/ 7515 w 260357"/>
                <a:gd name="connsiteY8" fmla="*/ 23585 h 27258"/>
                <a:gd name="connsiteX9" fmla="*/ 26816 w 260357"/>
                <a:gd name="connsiteY9" fmla="*/ 24861 h 27258"/>
                <a:gd name="connsiteX10" fmla="*/ 56481 w 260357"/>
                <a:gd name="connsiteY10" fmla="*/ 26889 h 27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0357" h="27258">
                  <a:moveTo>
                    <a:pt x="56481" y="26889"/>
                  </a:moveTo>
                  <a:cubicBezTo>
                    <a:pt x="72928" y="27414"/>
                    <a:pt x="89375" y="27264"/>
                    <a:pt x="105821" y="26889"/>
                  </a:cubicBezTo>
                  <a:lnTo>
                    <a:pt x="243479" y="25162"/>
                  </a:lnTo>
                  <a:cubicBezTo>
                    <a:pt x="250614" y="25162"/>
                    <a:pt x="259776" y="23735"/>
                    <a:pt x="260302" y="18854"/>
                  </a:cubicBezTo>
                  <a:cubicBezTo>
                    <a:pt x="260828" y="13974"/>
                    <a:pt x="253393" y="11722"/>
                    <a:pt x="247234" y="10370"/>
                  </a:cubicBezTo>
                  <a:cubicBezTo>
                    <a:pt x="224930" y="6248"/>
                    <a:pt x="202325" y="4040"/>
                    <a:pt x="179644" y="3762"/>
                  </a:cubicBezTo>
                  <a:cubicBezTo>
                    <a:pt x="146097" y="2509"/>
                    <a:pt x="112505" y="1435"/>
                    <a:pt x="78860" y="534"/>
                  </a:cubicBezTo>
                  <a:cubicBezTo>
                    <a:pt x="58103" y="-893"/>
                    <a:pt x="37247" y="391"/>
                    <a:pt x="16828" y="4363"/>
                  </a:cubicBezTo>
                  <a:cubicBezTo>
                    <a:pt x="6164" y="6916"/>
                    <a:pt x="-9532" y="18029"/>
                    <a:pt x="7515" y="23585"/>
                  </a:cubicBezTo>
                  <a:cubicBezTo>
                    <a:pt x="13899" y="24546"/>
                    <a:pt x="20358" y="24974"/>
                    <a:pt x="26816" y="24861"/>
                  </a:cubicBezTo>
                  <a:cubicBezTo>
                    <a:pt x="36504" y="25837"/>
                    <a:pt x="46417" y="26513"/>
                    <a:pt x="56481" y="26889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3" name="Content Placeholder 4">
              <a:extLst>
                <a:ext uri="{FF2B5EF4-FFF2-40B4-BE49-F238E27FC236}">
                  <a16:creationId xmlns:a16="http://schemas.microsoft.com/office/drawing/2014/main" id="{71573606-0A11-7A62-8CC7-A500F13EA568}"/>
                </a:ext>
              </a:extLst>
            </p:cNvPr>
            <p:cNvSpPr/>
            <p:nvPr/>
          </p:nvSpPr>
          <p:spPr>
            <a:xfrm>
              <a:off x="8224721" y="1707839"/>
              <a:ext cx="71871" cy="192364"/>
            </a:xfrm>
            <a:custGeom>
              <a:avLst/>
              <a:gdLst>
                <a:gd name="connsiteX0" fmla="*/ 27008 w 71871"/>
                <a:gd name="connsiteY0" fmla="*/ 82660 h 192364"/>
                <a:gd name="connsiteX1" fmla="*/ 2675 w 71871"/>
                <a:gd name="connsiteY1" fmla="*/ 25070 h 192364"/>
                <a:gd name="connsiteX2" fmla="*/ 3652 w 71871"/>
                <a:gd name="connsiteY2" fmla="*/ 3071 h 192364"/>
                <a:gd name="connsiteX3" fmla="*/ 17019 w 71871"/>
                <a:gd name="connsiteY3" fmla="*/ 818 h 192364"/>
                <a:gd name="connsiteX4" fmla="*/ 28585 w 71871"/>
                <a:gd name="connsiteY4" fmla="*/ 8852 h 192364"/>
                <a:gd name="connsiteX5" fmla="*/ 41352 w 71871"/>
                <a:gd name="connsiteY5" fmla="*/ 25371 h 192364"/>
                <a:gd name="connsiteX6" fmla="*/ 63882 w 71871"/>
                <a:gd name="connsiteY6" fmla="*/ 118025 h 192364"/>
                <a:gd name="connsiteX7" fmla="*/ 71843 w 71871"/>
                <a:gd name="connsiteY7" fmla="*/ 187779 h 192364"/>
                <a:gd name="connsiteX8" fmla="*/ 60502 w 71871"/>
                <a:gd name="connsiteY8" fmla="*/ 192058 h 192364"/>
                <a:gd name="connsiteX9" fmla="*/ 57724 w 71871"/>
                <a:gd name="connsiteY9" fmla="*/ 192058 h 192364"/>
                <a:gd name="connsiteX10" fmla="*/ 56222 w 71871"/>
                <a:gd name="connsiteY10" fmla="*/ 189581 h 192364"/>
                <a:gd name="connsiteX11" fmla="*/ 42478 w 71871"/>
                <a:gd name="connsiteY11" fmla="*/ 137397 h 192364"/>
                <a:gd name="connsiteX12" fmla="*/ 27008 w 71871"/>
                <a:gd name="connsiteY12" fmla="*/ 82660 h 192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1871" h="192364">
                  <a:moveTo>
                    <a:pt x="27008" y="82660"/>
                  </a:moveTo>
                  <a:cubicBezTo>
                    <a:pt x="17695" y="64039"/>
                    <a:pt x="10185" y="44517"/>
                    <a:pt x="2675" y="25070"/>
                  </a:cubicBezTo>
                  <a:cubicBezTo>
                    <a:pt x="-103" y="17562"/>
                    <a:pt x="-2056" y="8402"/>
                    <a:pt x="3652" y="3071"/>
                  </a:cubicBezTo>
                  <a:cubicBezTo>
                    <a:pt x="7392" y="-8"/>
                    <a:pt x="12483" y="-864"/>
                    <a:pt x="17019" y="818"/>
                  </a:cubicBezTo>
                  <a:cubicBezTo>
                    <a:pt x="21488" y="2485"/>
                    <a:pt x="25461" y="5248"/>
                    <a:pt x="28585" y="8852"/>
                  </a:cubicBezTo>
                  <a:cubicBezTo>
                    <a:pt x="33354" y="13943"/>
                    <a:pt x="37627" y="19469"/>
                    <a:pt x="41352" y="25371"/>
                  </a:cubicBezTo>
                  <a:cubicBezTo>
                    <a:pt x="58700" y="51725"/>
                    <a:pt x="61479" y="86565"/>
                    <a:pt x="63882" y="118025"/>
                  </a:cubicBezTo>
                  <a:cubicBezTo>
                    <a:pt x="65534" y="141527"/>
                    <a:pt x="61779" y="166455"/>
                    <a:pt x="71843" y="187779"/>
                  </a:cubicBezTo>
                  <a:lnTo>
                    <a:pt x="60502" y="192058"/>
                  </a:lnTo>
                  <a:cubicBezTo>
                    <a:pt x="59616" y="192426"/>
                    <a:pt x="58610" y="192426"/>
                    <a:pt x="57724" y="192058"/>
                  </a:cubicBezTo>
                  <a:cubicBezTo>
                    <a:pt x="56905" y="191473"/>
                    <a:pt x="56364" y="190579"/>
                    <a:pt x="56222" y="189581"/>
                  </a:cubicBezTo>
                  <a:cubicBezTo>
                    <a:pt x="51641" y="172161"/>
                    <a:pt x="48712" y="154666"/>
                    <a:pt x="42478" y="137397"/>
                  </a:cubicBezTo>
                  <a:cubicBezTo>
                    <a:pt x="36245" y="120127"/>
                    <a:pt x="35494" y="99554"/>
                    <a:pt x="27008" y="82660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4" name="Content Placeholder 4">
              <a:extLst>
                <a:ext uri="{FF2B5EF4-FFF2-40B4-BE49-F238E27FC236}">
                  <a16:creationId xmlns:a16="http://schemas.microsoft.com/office/drawing/2014/main" id="{6E152A3B-A56D-3AC2-E0D1-B074360581D7}"/>
                </a:ext>
              </a:extLst>
            </p:cNvPr>
            <p:cNvSpPr/>
            <p:nvPr/>
          </p:nvSpPr>
          <p:spPr>
            <a:xfrm>
              <a:off x="8233959" y="1807050"/>
              <a:ext cx="120910" cy="110314"/>
            </a:xfrm>
            <a:custGeom>
              <a:avLst/>
              <a:gdLst>
                <a:gd name="connsiteX0" fmla="*/ 94522 w 120910"/>
                <a:gd name="connsiteY0" fmla="*/ 109742 h 110314"/>
                <a:gd name="connsiteX1" fmla="*/ 103481 w 120910"/>
                <a:gd name="connsiteY1" fmla="*/ 106115 h 110314"/>
                <a:gd name="connsiteX2" fmla="*/ 103984 w 120910"/>
                <a:gd name="connsiteY2" fmla="*/ 104186 h 110314"/>
                <a:gd name="connsiteX3" fmla="*/ 120881 w 120910"/>
                <a:gd name="connsiteY3" fmla="*/ 9279 h 110314"/>
                <a:gd name="connsiteX4" fmla="*/ 99253 w 120910"/>
                <a:gd name="connsiteY4" fmla="*/ 5450 h 110314"/>
                <a:gd name="connsiteX5" fmla="*/ 39173 w 120910"/>
                <a:gd name="connsiteY5" fmla="*/ 944 h 110314"/>
                <a:gd name="connsiteX6" fmla="*/ 4026 w 120910"/>
                <a:gd name="connsiteY6" fmla="*/ 1320 h 110314"/>
                <a:gd name="connsiteX7" fmla="*/ -29 w 120910"/>
                <a:gd name="connsiteY7" fmla="*/ 99455 h 110314"/>
                <a:gd name="connsiteX8" fmla="*/ 94522 w 120910"/>
                <a:gd name="connsiteY8" fmla="*/ 109742 h 11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910" h="110314">
                  <a:moveTo>
                    <a:pt x="94522" y="109742"/>
                  </a:moveTo>
                  <a:cubicBezTo>
                    <a:pt x="97999" y="111214"/>
                    <a:pt x="102009" y="109592"/>
                    <a:pt x="103481" y="106115"/>
                  </a:cubicBezTo>
                  <a:cubicBezTo>
                    <a:pt x="103744" y="105500"/>
                    <a:pt x="103909" y="104854"/>
                    <a:pt x="103984" y="104186"/>
                  </a:cubicBezTo>
                  <a:cubicBezTo>
                    <a:pt x="114356" y="73581"/>
                    <a:pt x="120048" y="41580"/>
                    <a:pt x="120881" y="9279"/>
                  </a:cubicBezTo>
                  <a:cubicBezTo>
                    <a:pt x="113905" y="6914"/>
                    <a:pt x="106613" y="5622"/>
                    <a:pt x="99253" y="5450"/>
                  </a:cubicBezTo>
                  <a:lnTo>
                    <a:pt x="39173" y="944"/>
                  </a:lnTo>
                  <a:cubicBezTo>
                    <a:pt x="27487" y="-467"/>
                    <a:pt x="15674" y="-347"/>
                    <a:pt x="4026" y="1320"/>
                  </a:cubicBezTo>
                  <a:lnTo>
                    <a:pt x="-29" y="99455"/>
                  </a:lnTo>
                  <a:cubicBezTo>
                    <a:pt x="46" y="101483"/>
                    <a:pt x="86786" y="108315"/>
                    <a:pt x="94522" y="109742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5" name="Content Placeholder 4">
              <a:extLst>
                <a:ext uri="{FF2B5EF4-FFF2-40B4-BE49-F238E27FC236}">
                  <a16:creationId xmlns:a16="http://schemas.microsoft.com/office/drawing/2014/main" id="{9D0D42D3-1957-4873-CBAA-B52D1B052B7C}"/>
                </a:ext>
              </a:extLst>
            </p:cNvPr>
            <p:cNvSpPr/>
            <p:nvPr/>
          </p:nvSpPr>
          <p:spPr>
            <a:xfrm>
              <a:off x="8294790" y="1862323"/>
              <a:ext cx="450" cy="61"/>
            </a:xfrm>
            <a:custGeom>
              <a:avLst/>
              <a:gdLst>
                <a:gd name="connsiteX0" fmla="*/ -29 w 450"/>
                <a:gd name="connsiteY0" fmla="*/ 32 h 61"/>
                <a:gd name="connsiteX1" fmla="*/ 421 w 450"/>
                <a:gd name="connsiteY1" fmla="*/ 32 h 61"/>
                <a:gd name="connsiteX2" fmla="*/ -29 w 450"/>
                <a:gd name="connsiteY2" fmla="*/ 32 h 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0" h="61">
                  <a:moveTo>
                    <a:pt x="-29" y="32"/>
                  </a:moveTo>
                  <a:lnTo>
                    <a:pt x="421" y="32"/>
                  </a:lnTo>
                  <a:cubicBezTo>
                    <a:pt x="279" y="-50"/>
                    <a:pt x="114" y="-50"/>
                    <a:pt x="-29" y="32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6" name="Content Placeholder 4">
              <a:extLst>
                <a:ext uri="{FF2B5EF4-FFF2-40B4-BE49-F238E27FC236}">
                  <a16:creationId xmlns:a16="http://schemas.microsoft.com/office/drawing/2014/main" id="{FA8DD31A-B3D9-82B2-9880-73BB05B6BC1D}"/>
                </a:ext>
              </a:extLst>
            </p:cNvPr>
            <p:cNvSpPr/>
            <p:nvPr/>
          </p:nvSpPr>
          <p:spPr>
            <a:xfrm>
              <a:off x="8283376" y="1844107"/>
              <a:ext cx="20260" cy="28722"/>
            </a:xfrm>
            <a:custGeom>
              <a:avLst/>
              <a:gdLst>
                <a:gd name="connsiteX0" fmla="*/ 1020 w 20260"/>
                <a:gd name="connsiteY0" fmla="*/ 25757 h 28722"/>
                <a:gd name="connsiteX1" fmla="*/ 17618 w 20260"/>
                <a:gd name="connsiteY1" fmla="*/ 28685 h 28722"/>
                <a:gd name="connsiteX2" fmla="*/ 19345 w 20260"/>
                <a:gd name="connsiteY2" fmla="*/ 27709 h 28722"/>
                <a:gd name="connsiteX3" fmla="*/ 20171 w 20260"/>
                <a:gd name="connsiteY3" fmla="*/ 25982 h 28722"/>
                <a:gd name="connsiteX4" fmla="*/ 13187 w 20260"/>
                <a:gd name="connsiteY4" fmla="*/ 1204 h 28722"/>
                <a:gd name="connsiteX5" fmla="*/ 11302 w 20260"/>
                <a:gd name="connsiteY5" fmla="*/ 10 h 28722"/>
                <a:gd name="connsiteX6" fmla="*/ 10108 w 20260"/>
                <a:gd name="connsiteY6" fmla="*/ 1204 h 28722"/>
                <a:gd name="connsiteX7" fmla="*/ 44 w 20260"/>
                <a:gd name="connsiteY7" fmla="*/ 23729 h 28722"/>
                <a:gd name="connsiteX8" fmla="*/ 1020 w 20260"/>
                <a:gd name="connsiteY8" fmla="*/ 25757 h 28722"/>
                <a:gd name="connsiteX9" fmla="*/ 11459 w 20260"/>
                <a:gd name="connsiteY9" fmla="*/ 6760 h 28722"/>
                <a:gd name="connsiteX10" fmla="*/ 16716 w 20260"/>
                <a:gd name="connsiteY10" fmla="*/ 25381 h 28722"/>
                <a:gd name="connsiteX11" fmla="*/ 3799 w 20260"/>
                <a:gd name="connsiteY11" fmla="*/ 23129 h 28722"/>
                <a:gd name="connsiteX12" fmla="*/ 11459 w 20260"/>
                <a:gd name="connsiteY12" fmla="*/ 6835 h 28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260" h="28722">
                  <a:moveTo>
                    <a:pt x="1020" y="25757"/>
                  </a:moveTo>
                  <a:cubicBezTo>
                    <a:pt x="6503" y="26883"/>
                    <a:pt x="12060" y="27859"/>
                    <a:pt x="17618" y="28685"/>
                  </a:cubicBezTo>
                  <a:cubicBezTo>
                    <a:pt x="18339" y="28753"/>
                    <a:pt x="19029" y="28362"/>
                    <a:pt x="19345" y="27709"/>
                  </a:cubicBezTo>
                  <a:cubicBezTo>
                    <a:pt x="20021" y="27431"/>
                    <a:pt x="20381" y="26688"/>
                    <a:pt x="20171" y="25982"/>
                  </a:cubicBezTo>
                  <a:lnTo>
                    <a:pt x="13187" y="1204"/>
                  </a:lnTo>
                  <a:cubicBezTo>
                    <a:pt x="12999" y="356"/>
                    <a:pt x="12158" y="-185"/>
                    <a:pt x="11302" y="10"/>
                  </a:cubicBezTo>
                  <a:cubicBezTo>
                    <a:pt x="10709" y="138"/>
                    <a:pt x="10243" y="603"/>
                    <a:pt x="10108" y="1204"/>
                  </a:cubicBezTo>
                  <a:cubicBezTo>
                    <a:pt x="7562" y="9050"/>
                    <a:pt x="4190" y="16596"/>
                    <a:pt x="44" y="23729"/>
                  </a:cubicBezTo>
                  <a:cubicBezTo>
                    <a:pt x="-211" y="24555"/>
                    <a:pt x="217" y="25441"/>
                    <a:pt x="1020" y="25757"/>
                  </a:cubicBezTo>
                  <a:close/>
                  <a:moveTo>
                    <a:pt x="11459" y="6760"/>
                  </a:moveTo>
                  <a:cubicBezTo>
                    <a:pt x="13262" y="12917"/>
                    <a:pt x="14989" y="19149"/>
                    <a:pt x="16716" y="25381"/>
                  </a:cubicBezTo>
                  <a:cubicBezTo>
                    <a:pt x="12436" y="24705"/>
                    <a:pt x="8080" y="23955"/>
                    <a:pt x="3799" y="23129"/>
                  </a:cubicBezTo>
                  <a:cubicBezTo>
                    <a:pt x="6773" y="17903"/>
                    <a:pt x="9334" y="12459"/>
                    <a:pt x="11459" y="6835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7" name="Content Placeholder 4">
              <a:extLst>
                <a:ext uri="{FF2B5EF4-FFF2-40B4-BE49-F238E27FC236}">
                  <a16:creationId xmlns:a16="http://schemas.microsoft.com/office/drawing/2014/main" id="{928127C1-9BBF-119C-441B-D83C5D59B0F0}"/>
                </a:ext>
              </a:extLst>
            </p:cNvPr>
            <p:cNvSpPr/>
            <p:nvPr/>
          </p:nvSpPr>
          <p:spPr>
            <a:xfrm>
              <a:off x="8169669" y="1583795"/>
              <a:ext cx="94668" cy="116934"/>
            </a:xfrm>
            <a:custGeom>
              <a:avLst/>
              <a:gdLst>
                <a:gd name="connsiteX0" fmla="*/ 76877 w 94668"/>
                <a:gd name="connsiteY0" fmla="*/ 99033 h 116934"/>
                <a:gd name="connsiteX1" fmla="*/ 57877 w 94668"/>
                <a:gd name="connsiteY1" fmla="*/ 111948 h 116934"/>
                <a:gd name="connsiteX2" fmla="*/ 39928 w 94668"/>
                <a:gd name="connsiteY2" fmla="*/ 116903 h 116934"/>
                <a:gd name="connsiteX3" fmla="*/ 16572 w 94668"/>
                <a:gd name="connsiteY3" fmla="*/ 95655 h 116934"/>
                <a:gd name="connsiteX4" fmla="*/ -25 w 94668"/>
                <a:gd name="connsiteY4" fmla="*/ 49778 h 116934"/>
                <a:gd name="connsiteX5" fmla="*/ 48534 w 94668"/>
                <a:gd name="connsiteY5" fmla="*/ -26 h 116934"/>
                <a:gd name="connsiteX6" fmla="*/ 60731 w 94668"/>
                <a:gd name="connsiteY6" fmla="*/ 1348 h 116934"/>
                <a:gd name="connsiteX7" fmla="*/ 94075 w 94668"/>
                <a:gd name="connsiteY7" fmla="*/ 37990 h 116934"/>
                <a:gd name="connsiteX8" fmla="*/ 87166 w 94668"/>
                <a:gd name="connsiteY8" fmla="*/ 65095 h 116934"/>
                <a:gd name="connsiteX9" fmla="*/ 76877 w 94668"/>
                <a:gd name="connsiteY9" fmla="*/ 99033 h 116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668" h="116934">
                  <a:moveTo>
                    <a:pt x="76877" y="99033"/>
                  </a:moveTo>
                  <a:cubicBezTo>
                    <a:pt x="71582" y="104695"/>
                    <a:pt x="65094" y="109110"/>
                    <a:pt x="57877" y="111948"/>
                  </a:cubicBezTo>
                  <a:cubicBezTo>
                    <a:pt x="52477" y="115244"/>
                    <a:pt x="46259" y="116963"/>
                    <a:pt x="39928" y="116903"/>
                  </a:cubicBezTo>
                  <a:cubicBezTo>
                    <a:pt x="28963" y="115852"/>
                    <a:pt x="21979" y="105190"/>
                    <a:pt x="16572" y="95655"/>
                  </a:cubicBezTo>
                  <a:cubicBezTo>
                    <a:pt x="8461" y="81313"/>
                    <a:pt x="200" y="66221"/>
                    <a:pt x="-25" y="49778"/>
                  </a:cubicBezTo>
                  <a:cubicBezTo>
                    <a:pt x="-371" y="22620"/>
                    <a:pt x="21371" y="320"/>
                    <a:pt x="48534" y="-26"/>
                  </a:cubicBezTo>
                  <a:cubicBezTo>
                    <a:pt x="52642" y="-78"/>
                    <a:pt x="56735" y="380"/>
                    <a:pt x="60731" y="1348"/>
                  </a:cubicBezTo>
                  <a:cubicBezTo>
                    <a:pt x="78154" y="5553"/>
                    <a:pt x="98281" y="17717"/>
                    <a:pt x="94075" y="37990"/>
                  </a:cubicBezTo>
                  <a:cubicBezTo>
                    <a:pt x="92123" y="47150"/>
                    <a:pt x="88743" y="55785"/>
                    <a:pt x="87166" y="65095"/>
                  </a:cubicBezTo>
                  <a:cubicBezTo>
                    <a:pt x="85213" y="76433"/>
                    <a:pt x="84312" y="89648"/>
                    <a:pt x="76877" y="99033"/>
                  </a:cubicBezTo>
                  <a:close/>
                </a:path>
              </a:pathLst>
            </a:custGeom>
            <a:solidFill>
              <a:srgbClr val="EDDCD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8" name="Content Placeholder 4">
              <a:extLst>
                <a:ext uri="{FF2B5EF4-FFF2-40B4-BE49-F238E27FC236}">
                  <a16:creationId xmlns:a16="http://schemas.microsoft.com/office/drawing/2014/main" id="{5B15E649-3FC0-F35F-AF78-74F86776BBA5}"/>
                </a:ext>
              </a:extLst>
            </p:cNvPr>
            <p:cNvSpPr/>
            <p:nvPr/>
          </p:nvSpPr>
          <p:spPr>
            <a:xfrm>
              <a:off x="8139561" y="1572190"/>
              <a:ext cx="135239" cy="145056"/>
            </a:xfrm>
            <a:custGeom>
              <a:avLst/>
              <a:gdLst>
                <a:gd name="connsiteX0" fmla="*/ 128164 w 135239"/>
                <a:gd name="connsiteY0" fmla="*/ 31199 h 145056"/>
                <a:gd name="connsiteX1" fmla="*/ 135148 w 135239"/>
                <a:gd name="connsiteY1" fmla="*/ 66038 h 145056"/>
                <a:gd name="connsiteX2" fmla="*/ 134622 w 135239"/>
                <a:gd name="connsiteY2" fmla="*/ 69116 h 145056"/>
                <a:gd name="connsiteX3" fmla="*/ 129666 w 135239"/>
                <a:gd name="connsiteY3" fmla="*/ 70092 h 145056"/>
                <a:gd name="connsiteX4" fmla="*/ 74542 w 135239"/>
                <a:gd name="connsiteY4" fmla="*/ 60181 h 145056"/>
                <a:gd name="connsiteX5" fmla="*/ 56743 w 135239"/>
                <a:gd name="connsiteY5" fmla="*/ 63260 h 145056"/>
                <a:gd name="connsiteX6" fmla="*/ 53740 w 135239"/>
                <a:gd name="connsiteY6" fmla="*/ 72946 h 145056"/>
                <a:gd name="connsiteX7" fmla="*/ 55467 w 135239"/>
                <a:gd name="connsiteY7" fmla="*/ 97348 h 145056"/>
                <a:gd name="connsiteX8" fmla="*/ 47957 w 135239"/>
                <a:gd name="connsiteY8" fmla="*/ 75273 h 145056"/>
                <a:gd name="connsiteX9" fmla="*/ 41949 w 135239"/>
                <a:gd name="connsiteY9" fmla="*/ 64311 h 145056"/>
                <a:gd name="connsiteX10" fmla="*/ 36016 w 135239"/>
                <a:gd name="connsiteY10" fmla="*/ 73997 h 145056"/>
                <a:gd name="connsiteX11" fmla="*/ 42174 w 135239"/>
                <a:gd name="connsiteY11" fmla="*/ 85860 h 145056"/>
                <a:gd name="connsiteX12" fmla="*/ 44127 w 135239"/>
                <a:gd name="connsiteY12" fmla="*/ 96072 h 145056"/>
                <a:gd name="connsiteX13" fmla="*/ 51637 w 135239"/>
                <a:gd name="connsiteY13" fmla="*/ 124454 h 145056"/>
                <a:gd name="connsiteX14" fmla="*/ 71688 w 135239"/>
                <a:gd name="connsiteY14" fmla="*/ 145027 h 145056"/>
                <a:gd name="connsiteX15" fmla="*/ 49684 w 135239"/>
                <a:gd name="connsiteY15" fmla="*/ 136167 h 145056"/>
                <a:gd name="connsiteX16" fmla="*/ 26553 w 135239"/>
                <a:gd name="connsiteY16" fmla="*/ 126781 h 145056"/>
                <a:gd name="connsiteX17" fmla="*/ 11533 w 135239"/>
                <a:gd name="connsiteY17" fmla="*/ 117846 h 145056"/>
                <a:gd name="connsiteX18" fmla="*/ 5000 w 135239"/>
                <a:gd name="connsiteY18" fmla="*/ 107785 h 145056"/>
                <a:gd name="connsiteX19" fmla="*/ 5450 w 135239"/>
                <a:gd name="connsiteY19" fmla="*/ 48543 h 145056"/>
                <a:gd name="connsiteX20" fmla="*/ 29708 w 135239"/>
                <a:gd name="connsiteY20" fmla="*/ 9124 h 145056"/>
                <a:gd name="connsiteX21" fmla="*/ 82953 w 135239"/>
                <a:gd name="connsiteY21" fmla="*/ 940 h 145056"/>
                <a:gd name="connsiteX22" fmla="*/ 128164 w 135239"/>
                <a:gd name="connsiteY22" fmla="*/ 31199 h 145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5239" h="145056">
                  <a:moveTo>
                    <a:pt x="128164" y="31199"/>
                  </a:moveTo>
                  <a:cubicBezTo>
                    <a:pt x="132595" y="42289"/>
                    <a:pt x="134960" y="54099"/>
                    <a:pt x="135148" y="66038"/>
                  </a:cubicBezTo>
                  <a:cubicBezTo>
                    <a:pt x="135321" y="67097"/>
                    <a:pt x="135133" y="68178"/>
                    <a:pt x="134622" y="69116"/>
                  </a:cubicBezTo>
                  <a:cubicBezTo>
                    <a:pt x="133571" y="70543"/>
                    <a:pt x="131393" y="70393"/>
                    <a:pt x="129666" y="70092"/>
                  </a:cubicBezTo>
                  <a:lnTo>
                    <a:pt x="74542" y="60181"/>
                  </a:lnTo>
                  <a:cubicBezTo>
                    <a:pt x="68309" y="59055"/>
                    <a:pt x="60799" y="58379"/>
                    <a:pt x="56743" y="63260"/>
                  </a:cubicBezTo>
                  <a:cubicBezTo>
                    <a:pt x="54731" y="66083"/>
                    <a:pt x="53672" y="69477"/>
                    <a:pt x="53740" y="72946"/>
                  </a:cubicBezTo>
                  <a:cubicBezTo>
                    <a:pt x="53146" y="81122"/>
                    <a:pt x="53725" y="89337"/>
                    <a:pt x="55467" y="97348"/>
                  </a:cubicBezTo>
                  <a:cubicBezTo>
                    <a:pt x="50833" y="90891"/>
                    <a:pt x="48220" y="83210"/>
                    <a:pt x="47957" y="75273"/>
                  </a:cubicBezTo>
                  <a:cubicBezTo>
                    <a:pt x="47582" y="70768"/>
                    <a:pt x="46455" y="64837"/>
                    <a:pt x="41949" y="64311"/>
                  </a:cubicBezTo>
                  <a:cubicBezTo>
                    <a:pt x="37443" y="63785"/>
                    <a:pt x="34814" y="69642"/>
                    <a:pt x="36016" y="73997"/>
                  </a:cubicBezTo>
                  <a:cubicBezTo>
                    <a:pt x="37856" y="78059"/>
                    <a:pt x="39914" y="82016"/>
                    <a:pt x="42174" y="85860"/>
                  </a:cubicBezTo>
                  <a:cubicBezTo>
                    <a:pt x="43316" y="89149"/>
                    <a:pt x="43969" y="92595"/>
                    <a:pt x="44127" y="96072"/>
                  </a:cubicBezTo>
                  <a:cubicBezTo>
                    <a:pt x="44983" y="105893"/>
                    <a:pt x="47521" y="115496"/>
                    <a:pt x="51637" y="124454"/>
                  </a:cubicBezTo>
                  <a:cubicBezTo>
                    <a:pt x="55722" y="133441"/>
                    <a:pt x="62811" y="140717"/>
                    <a:pt x="71688" y="145027"/>
                  </a:cubicBezTo>
                  <a:lnTo>
                    <a:pt x="49684" y="136167"/>
                  </a:lnTo>
                  <a:cubicBezTo>
                    <a:pt x="42174" y="133088"/>
                    <a:pt x="34214" y="130010"/>
                    <a:pt x="26553" y="126781"/>
                  </a:cubicBezTo>
                  <a:cubicBezTo>
                    <a:pt x="21026" y="124769"/>
                    <a:pt x="15935" y="121743"/>
                    <a:pt x="11533" y="117846"/>
                  </a:cubicBezTo>
                  <a:cubicBezTo>
                    <a:pt x="8740" y="114940"/>
                    <a:pt x="6517" y="111524"/>
                    <a:pt x="5000" y="107785"/>
                  </a:cubicBezTo>
                  <a:cubicBezTo>
                    <a:pt x="-3111" y="89314"/>
                    <a:pt x="-257" y="67840"/>
                    <a:pt x="5450" y="48543"/>
                  </a:cubicBezTo>
                  <a:cubicBezTo>
                    <a:pt x="8852" y="33046"/>
                    <a:pt x="17399" y="19148"/>
                    <a:pt x="29708" y="9124"/>
                  </a:cubicBezTo>
                  <a:cubicBezTo>
                    <a:pt x="44728" y="-1313"/>
                    <a:pt x="64704" y="-787"/>
                    <a:pt x="82953" y="940"/>
                  </a:cubicBezTo>
                  <a:cubicBezTo>
                    <a:pt x="102269" y="2456"/>
                    <a:pt x="119399" y="13922"/>
                    <a:pt x="128164" y="31199"/>
                  </a:cubicBezTo>
                  <a:close/>
                </a:path>
              </a:pathLst>
            </a:custGeom>
            <a:solidFill>
              <a:srgbClr val="EDDD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9" name="Content Placeholder 4">
              <a:extLst>
                <a:ext uri="{FF2B5EF4-FFF2-40B4-BE49-F238E27FC236}">
                  <a16:creationId xmlns:a16="http://schemas.microsoft.com/office/drawing/2014/main" id="{317E1247-F179-C347-20F7-54CBBD44F670}"/>
                </a:ext>
              </a:extLst>
            </p:cNvPr>
            <p:cNvSpPr/>
            <p:nvPr/>
          </p:nvSpPr>
          <p:spPr>
            <a:xfrm>
              <a:off x="8144590" y="1928084"/>
              <a:ext cx="137207" cy="387299"/>
            </a:xfrm>
            <a:custGeom>
              <a:avLst/>
              <a:gdLst>
                <a:gd name="connsiteX0" fmla="*/ 4627 w 137207"/>
                <a:gd name="connsiteY0" fmla="*/ 233558 h 387299"/>
                <a:gd name="connsiteX1" fmla="*/ 2149 w 137207"/>
                <a:gd name="connsiteY1" fmla="*/ 68372 h 387299"/>
                <a:gd name="connsiteX2" fmla="*/ 9659 w 137207"/>
                <a:gd name="connsiteY2" fmla="*/ 11984 h 387299"/>
                <a:gd name="connsiteX3" fmla="*/ 11311 w 137207"/>
                <a:gd name="connsiteY3" fmla="*/ 8830 h 387299"/>
                <a:gd name="connsiteX4" fmla="*/ 21675 w 137207"/>
                <a:gd name="connsiteY4" fmla="*/ 8830 h 387299"/>
                <a:gd name="connsiteX5" fmla="*/ 122459 w 137207"/>
                <a:gd name="connsiteY5" fmla="*/ -30 h 387299"/>
                <a:gd name="connsiteX6" fmla="*/ 131546 w 137207"/>
                <a:gd name="connsiteY6" fmla="*/ 30530 h 387299"/>
                <a:gd name="connsiteX7" fmla="*/ 137178 w 137207"/>
                <a:gd name="connsiteY7" fmla="*/ 82113 h 387299"/>
                <a:gd name="connsiteX8" fmla="*/ 137178 w 137207"/>
                <a:gd name="connsiteY8" fmla="*/ 82113 h 387299"/>
                <a:gd name="connsiteX9" fmla="*/ 137178 w 137207"/>
                <a:gd name="connsiteY9" fmla="*/ 82113 h 387299"/>
                <a:gd name="connsiteX10" fmla="*/ 137178 w 137207"/>
                <a:gd name="connsiteY10" fmla="*/ 93225 h 387299"/>
                <a:gd name="connsiteX11" fmla="*/ 129668 w 137207"/>
                <a:gd name="connsiteY11" fmla="*/ 157197 h 387299"/>
                <a:gd name="connsiteX12" fmla="*/ 125538 w 137207"/>
                <a:gd name="connsiteY12" fmla="*/ 198944 h 387299"/>
                <a:gd name="connsiteX13" fmla="*/ 124487 w 137207"/>
                <a:gd name="connsiteY13" fmla="*/ 232132 h 387299"/>
                <a:gd name="connsiteX14" fmla="*/ 115700 w 137207"/>
                <a:gd name="connsiteY14" fmla="*/ 318179 h 387299"/>
                <a:gd name="connsiteX15" fmla="*/ 110068 w 137207"/>
                <a:gd name="connsiteY15" fmla="*/ 377796 h 387299"/>
                <a:gd name="connsiteX16" fmla="*/ 110068 w 137207"/>
                <a:gd name="connsiteY16" fmla="*/ 381400 h 387299"/>
                <a:gd name="connsiteX17" fmla="*/ 85285 w 137207"/>
                <a:gd name="connsiteY17" fmla="*/ 381400 h 387299"/>
                <a:gd name="connsiteX18" fmla="*/ 77099 w 137207"/>
                <a:gd name="connsiteY18" fmla="*/ 236186 h 387299"/>
                <a:gd name="connsiteX19" fmla="*/ 71692 w 137207"/>
                <a:gd name="connsiteY19" fmla="*/ 104263 h 387299"/>
                <a:gd name="connsiteX20" fmla="*/ 64182 w 137207"/>
                <a:gd name="connsiteY20" fmla="*/ 105014 h 387299"/>
                <a:gd name="connsiteX21" fmla="*/ 21750 w 137207"/>
                <a:gd name="connsiteY21" fmla="*/ 365932 h 387299"/>
                <a:gd name="connsiteX22" fmla="*/ 14240 w 137207"/>
                <a:gd name="connsiteY22" fmla="*/ 384628 h 387299"/>
                <a:gd name="connsiteX23" fmla="*/ 2352 w 137207"/>
                <a:gd name="connsiteY23" fmla="*/ 384981 h 387299"/>
                <a:gd name="connsiteX24" fmla="*/ -29 w 137207"/>
                <a:gd name="connsiteY24" fmla="*/ 380949 h 387299"/>
                <a:gd name="connsiteX25" fmla="*/ 4627 w 137207"/>
                <a:gd name="connsiteY25" fmla="*/ 233558 h 387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7207" h="387299">
                  <a:moveTo>
                    <a:pt x="4627" y="233558"/>
                  </a:moveTo>
                  <a:cubicBezTo>
                    <a:pt x="7030" y="178897"/>
                    <a:pt x="1774" y="123184"/>
                    <a:pt x="2149" y="68372"/>
                  </a:cubicBezTo>
                  <a:cubicBezTo>
                    <a:pt x="452" y="49256"/>
                    <a:pt x="3013" y="29997"/>
                    <a:pt x="9659" y="11984"/>
                  </a:cubicBezTo>
                  <a:cubicBezTo>
                    <a:pt x="9982" y="10827"/>
                    <a:pt x="10545" y="9754"/>
                    <a:pt x="11311" y="8830"/>
                  </a:cubicBezTo>
                  <a:cubicBezTo>
                    <a:pt x="13865" y="6202"/>
                    <a:pt x="18295" y="7629"/>
                    <a:pt x="21675" y="8830"/>
                  </a:cubicBezTo>
                  <a:cubicBezTo>
                    <a:pt x="54734" y="22308"/>
                    <a:pt x="92261" y="19012"/>
                    <a:pt x="122459" y="-30"/>
                  </a:cubicBezTo>
                  <a:cubicBezTo>
                    <a:pt x="127746" y="9348"/>
                    <a:pt x="130855" y="19793"/>
                    <a:pt x="131546" y="30530"/>
                  </a:cubicBezTo>
                  <a:cubicBezTo>
                    <a:pt x="133949" y="47724"/>
                    <a:pt x="136503" y="64918"/>
                    <a:pt x="137178" y="82113"/>
                  </a:cubicBezTo>
                  <a:lnTo>
                    <a:pt x="137178" y="82113"/>
                  </a:lnTo>
                  <a:lnTo>
                    <a:pt x="137178" y="82113"/>
                  </a:lnTo>
                  <a:cubicBezTo>
                    <a:pt x="137178" y="85792"/>
                    <a:pt x="137178" y="89621"/>
                    <a:pt x="137178" y="93225"/>
                  </a:cubicBezTo>
                  <a:cubicBezTo>
                    <a:pt x="136067" y="114692"/>
                    <a:pt x="133559" y="136061"/>
                    <a:pt x="129668" y="157197"/>
                  </a:cubicBezTo>
                  <a:cubicBezTo>
                    <a:pt x="127318" y="170998"/>
                    <a:pt x="125936" y="184949"/>
                    <a:pt x="125538" y="198944"/>
                  </a:cubicBezTo>
                  <a:cubicBezTo>
                    <a:pt x="126432" y="210012"/>
                    <a:pt x="126079" y="221147"/>
                    <a:pt x="124487" y="232132"/>
                  </a:cubicBezTo>
                  <a:cubicBezTo>
                    <a:pt x="118253" y="259838"/>
                    <a:pt x="118253" y="289947"/>
                    <a:pt x="115700" y="318179"/>
                  </a:cubicBezTo>
                  <a:cubicBezTo>
                    <a:pt x="112846" y="348212"/>
                    <a:pt x="112396" y="347537"/>
                    <a:pt x="110068" y="377796"/>
                  </a:cubicBezTo>
                  <a:lnTo>
                    <a:pt x="110068" y="381400"/>
                  </a:lnTo>
                  <a:cubicBezTo>
                    <a:pt x="108565" y="381850"/>
                    <a:pt x="85285" y="387256"/>
                    <a:pt x="85285" y="381400"/>
                  </a:cubicBezTo>
                  <a:cubicBezTo>
                    <a:pt x="83332" y="322608"/>
                    <a:pt x="79051" y="295052"/>
                    <a:pt x="77099" y="236186"/>
                  </a:cubicBezTo>
                  <a:cubicBezTo>
                    <a:pt x="76273" y="211483"/>
                    <a:pt x="77925" y="127839"/>
                    <a:pt x="71692" y="104263"/>
                  </a:cubicBezTo>
                  <a:lnTo>
                    <a:pt x="64182" y="105014"/>
                  </a:lnTo>
                  <a:cubicBezTo>
                    <a:pt x="50138" y="182876"/>
                    <a:pt x="35794" y="288070"/>
                    <a:pt x="21750" y="365932"/>
                  </a:cubicBezTo>
                  <a:cubicBezTo>
                    <a:pt x="21157" y="372772"/>
                    <a:pt x="18543" y="379282"/>
                    <a:pt x="14240" y="384628"/>
                  </a:cubicBezTo>
                  <a:cubicBezTo>
                    <a:pt x="11056" y="388007"/>
                    <a:pt x="5731" y="388165"/>
                    <a:pt x="2352" y="384981"/>
                  </a:cubicBezTo>
                  <a:cubicBezTo>
                    <a:pt x="1188" y="383892"/>
                    <a:pt x="369" y="382488"/>
                    <a:pt x="-29" y="380949"/>
                  </a:cubicBezTo>
                  <a:cubicBezTo>
                    <a:pt x="3951" y="321332"/>
                    <a:pt x="2074" y="293100"/>
                    <a:pt x="4627" y="233558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0" name="Content Placeholder 4">
              <a:extLst>
                <a:ext uri="{FF2B5EF4-FFF2-40B4-BE49-F238E27FC236}">
                  <a16:creationId xmlns:a16="http://schemas.microsoft.com/office/drawing/2014/main" id="{002EA765-3859-4A77-334A-CD55460C13D6}"/>
                </a:ext>
              </a:extLst>
            </p:cNvPr>
            <p:cNvSpPr/>
            <p:nvPr/>
          </p:nvSpPr>
          <p:spPr>
            <a:xfrm>
              <a:off x="8212105" y="1757267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1" name="Content Placeholder 4">
              <a:extLst>
                <a:ext uri="{FF2B5EF4-FFF2-40B4-BE49-F238E27FC236}">
                  <a16:creationId xmlns:a16="http://schemas.microsoft.com/office/drawing/2014/main" id="{06A19DDD-6058-0278-4E84-B885405804F9}"/>
                </a:ext>
              </a:extLst>
            </p:cNvPr>
            <p:cNvSpPr/>
            <p:nvPr/>
          </p:nvSpPr>
          <p:spPr>
            <a:xfrm>
              <a:off x="8211504" y="1757267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2" name="Content Placeholder 4">
              <a:extLst>
                <a:ext uri="{FF2B5EF4-FFF2-40B4-BE49-F238E27FC236}">
                  <a16:creationId xmlns:a16="http://schemas.microsoft.com/office/drawing/2014/main" id="{1CB7E4D9-2646-4173-D946-72BA5DF996C7}"/>
                </a:ext>
              </a:extLst>
            </p:cNvPr>
            <p:cNvSpPr/>
            <p:nvPr/>
          </p:nvSpPr>
          <p:spPr>
            <a:xfrm>
              <a:off x="8211729" y="1757267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1D436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3" name="Content Placeholder 4">
              <a:extLst>
                <a:ext uri="{FF2B5EF4-FFF2-40B4-BE49-F238E27FC236}">
                  <a16:creationId xmlns:a16="http://schemas.microsoft.com/office/drawing/2014/main" id="{03CD5EED-E3E1-3582-BC94-0AE704580918}"/>
                </a:ext>
              </a:extLst>
            </p:cNvPr>
            <p:cNvSpPr/>
            <p:nvPr/>
          </p:nvSpPr>
          <p:spPr>
            <a:xfrm>
              <a:off x="8139108" y="1704796"/>
              <a:ext cx="153544" cy="244386"/>
            </a:xfrm>
            <a:custGeom>
              <a:avLst/>
              <a:gdLst>
                <a:gd name="connsiteX0" fmla="*/ 2449 w 153544"/>
                <a:gd name="connsiteY0" fmla="*/ 228815 h 244386"/>
                <a:gd name="connsiteX1" fmla="*/ 18220 w 153544"/>
                <a:gd name="connsiteY1" fmla="*/ 153730 h 244386"/>
                <a:gd name="connsiteX2" fmla="*/ 12963 w 153544"/>
                <a:gd name="connsiteY2" fmla="*/ 95840 h 244386"/>
                <a:gd name="connsiteX3" fmla="*/ 26932 w 153544"/>
                <a:gd name="connsiteY3" fmla="*/ 68885 h 244386"/>
                <a:gd name="connsiteX4" fmla="*/ 51339 w 153544"/>
                <a:gd name="connsiteY4" fmla="*/ 4237 h 244386"/>
                <a:gd name="connsiteX5" fmla="*/ 52616 w 153544"/>
                <a:gd name="connsiteY5" fmla="*/ 933 h 244386"/>
                <a:gd name="connsiteX6" fmla="*/ 59525 w 153544"/>
                <a:gd name="connsiteY6" fmla="*/ 933 h 244386"/>
                <a:gd name="connsiteX7" fmla="*/ 84834 w 153544"/>
                <a:gd name="connsiteY7" fmla="*/ 2134 h 244386"/>
                <a:gd name="connsiteX8" fmla="*/ 93621 w 153544"/>
                <a:gd name="connsiteY8" fmla="*/ 3110 h 244386"/>
                <a:gd name="connsiteX9" fmla="*/ 98727 w 153544"/>
                <a:gd name="connsiteY9" fmla="*/ 16025 h 244386"/>
                <a:gd name="connsiteX10" fmla="*/ 112846 w 153544"/>
                <a:gd name="connsiteY10" fmla="*/ 70536 h 244386"/>
                <a:gd name="connsiteX11" fmla="*/ 116000 w 153544"/>
                <a:gd name="connsiteY11" fmla="*/ 98693 h 244386"/>
                <a:gd name="connsiteX12" fmla="*/ 126063 w 153544"/>
                <a:gd name="connsiteY12" fmla="*/ 119642 h 244386"/>
                <a:gd name="connsiteX13" fmla="*/ 149570 w 153544"/>
                <a:gd name="connsiteY13" fmla="*/ 200883 h 244386"/>
                <a:gd name="connsiteX14" fmla="*/ 153325 w 153544"/>
                <a:gd name="connsiteY14" fmla="*/ 214173 h 244386"/>
                <a:gd name="connsiteX15" fmla="*/ 149570 w 153544"/>
                <a:gd name="connsiteY15" fmla="*/ 226938 h 244386"/>
                <a:gd name="connsiteX16" fmla="*/ 140933 w 153544"/>
                <a:gd name="connsiteY16" fmla="*/ 231443 h 244386"/>
                <a:gd name="connsiteX17" fmla="*/ 127340 w 153544"/>
                <a:gd name="connsiteY17" fmla="*/ 236248 h 244386"/>
                <a:gd name="connsiteX18" fmla="*/ 108190 w 153544"/>
                <a:gd name="connsiteY18" fmla="*/ 242030 h 244386"/>
                <a:gd name="connsiteX19" fmla="*/ 83932 w 153544"/>
                <a:gd name="connsiteY19" fmla="*/ 243756 h 244386"/>
                <a:gd name="connsiteX20" fmla="*/ 38872 w 153544"/>
                <a:gd name="connsiteY20" fmla="*/ 244357 h 244386"/>
                <a:gd name="connsiteX21" fmla="*/ 13264 w 153544"/>
                <a:gd name="connsiteY21" fmla="*/ 243907 h 244386"/>
                <a:gd name="connsiteX22" fmla="*/ -29 w 153544"/>
                <a:gd name="connsiteY22" fmla="*/ 235497 h 244386"/>
                <a:gd name="connsiteX23" fmla="*/ 2449 w 153544"/>
                <a:gd name="connsiteY23" fmla="*/ 228815 h 24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53544" h="244386">
                  <a:moveTo>
                    <a:pt x="2449" y="228815"/>
                  </a:moveTo>
                  <a:cubicBezTo>
                    <a:pt x="15584" y="206109"/>
                    <a:pt x="21111" y="179799"/>
                    <a:pt x="18220" y="153730"/>
                  </a:cubicBezTo>
                  <a:cubicBezTo>
                    <a:pt x="15667" y="134283"/>
                    <a:pt x="7706" y="114686"/>
                    <a:pt x="12963" y="95840"/>
                  </a:cubicBezTo>
                  <a:cubicBezTo>
                    <a:pt x="16373" y="86267"/>
                    <a:pt x="21074" y="77196"/>
                    <a:pt x="26932" y="68885"/>
                  </a:cubicBezTo>
                  <a:cubicBezTo>
                    <a:pt x="38948" y="49002"/>
                    <a:pt x="47216" y="27092"/>
                    <a:pt x="51339" y="4237"/>
                  </a:cubicBezTo>
                  <a:cubicBezTo>
                    <a:pt x="51407" y="3028"/>
                    <a:pt x="51857" y="1872"/>
                    <a:pt x="52616" y="933"/>
                  </a:cubicBezTo>
                  <a:cubicBezTo>
                    <a:pt x="54268" y="-794"/>
                    <a:pt x="57197" y="182"/>
                    <a:pt x="59525" y="933"/>
                  </a:cubicBezTo>
                  <a:cubicBezTo>
                    <a:pt x="67636" y="3952"/>
                    <a:pt x="76475" y="4372"/>
                    <a:pt x="84834" y="2134"/>
                  </a:cubicBezTo>
                  <a:cubicBezTo>
                    <a:pt x="89565" y="858"/>
                    <a:pt x="90692" y="-869"/>
                    <a:pt x="93621" y="3110"/>
                  </a:cubicBezTo>
                  <a:cubicBezTo>
                    <a:pt x="95843" y="7195"/>
                    <a:pt x="97556" y="11527"/>
                    <a:pt x="98727" y="16025"/>
                  </a:cubicBezTo>
                  <a:cubicBezTo>
                    <a:pt x="106065" y="33415"/>
                    <a:pt x="110818" y="51773"/>
                    <a:pt x="112846" y="70536"/>
                  </a:cubicBezTo>
                  <a:cubicBezTo>
                    <a:pt x="112869" y="80012"/>
                    <a:pt x="113927" y="89450"/>
                    <a:pt x="116000" y="98693"/>
                  </a:cubicBezTo>
                  <a:cubicBezTo>
                    <a:pt x="118741" y="105954"/>
                    <a:pt x="122106" y="112967"/>
                    <a:pt x="126063" y="119642"/>
                  </a:cubicBezTo>
                  <a:cubicBezTo>
                    <a:pt x="138681" y="144870"/>
                    <a:pt x="140182" y="174228"/>
                    <a:pt x="149570" y="200883"/>
                  </a:cubicBezTo>
                  <a:cubicBezTo>
                    <a:pt x="151365" y="205141"/>
                    <a:pt x="152627" y="209608"/>
                    <a:pt x="153325" y="214173"/>
                  </a:cubicBezTo>
                  <a:cubicBezTo>
                    <a:pt x="154054" y="218776"/>
                    <a:pt x="152672" y="223461"/>
                    <a:pt x="149570" y="226938"/>
                  </a:cubicBezTo>
                  <a:cubicBezTo>
                    <a:pt x="147039" y="229032"/>
                    <a:pt x="144095" y="230572"/>
                    <a:pt x="140933" y="231443"/>
                  </a:cubicBezTo>
                  <a:lnTo>
                    <a:pt x="127340" y="236248"/>
                  </a:lnTo>
                  <a:cubicBezTo>
                    <a:pt x="121107" y="238651"/>
                    <a:pt x="114709" y="240580"/>
                    <a:pt x="108190" y="242030"/>
                  </a:cubicBezTo>
                  <a:cubicBezTo>
                    <a:pt x="100169" y="243321"/>
                    <a:pt x="92051" y="243899"/>
                    <a:pt x="83932" y="243756"/>
                  </a:cubicBezTo>
                  <a:lnTo>
                    <a:pt x="38872" y="244357"/>
                  </a:lnTo>
                  <a:cubicBezTo>
                    <a:pt x="30311" y="244357"/>
                    <a:pt x="21825" y="244357"/>
                    <a:pt x="13264" y="243907"/>
                  </a:cubicBezTo>
                  <a:cubicBezTo>
                    <a:pt x="7556" y="243456"/>
                    <a:pt x="421" y="241204"/>
                    <a:pt x="-29" y="235497"/>
                  </a:cubicBezTo>
                  <a:cubicBezTo>
                    <a:pt x="219" y="233094"/>
                    <a:pt x="1067" y="230797"/>
                    <a:pt x="2449" y="228815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4" name="Content Placeholder 4">
              <a:extLst>
                <a:ext uri="{FF2B5EF4-FFF2-40B4-BE49-F238E27FC236}">
                  <a16:creationId xmlns:a16="http://schemas.microsoft.com/office/drawing/2014/main" id="{193AA3DD-95EB-4E7A-384D-227AD7DF7AE8}"/>
                </a:ext>
              </a:extLst>
            </p:cNvPr>
            <p:cNvSpPr/>
            <p:nvPr/>
          </p:nvSpPr>
          <p:spPr>
            <a:xfrm>
              <a:off x="8227206" y="2305887"/>
              <a:ext cx="69086" cy="63694"/>
            </a:xfrm>
            <a:custGeom>
              <a:avLst/>
              <a:gdLst>
                <a:gd name="connsiteX0" fmla="*/ 8902 w 69086"/>
                <a:gd name="connsiteY0" fmla="*/ 1420 h 63694"/>
                <a:gd name="connsiteX1" fmla="*/ 3870 w 69086"/>
                <a:gd name="connsiteY1" fmla="*/ 2020 h 63694"/>
                <a:gd name="connsiteX2" fmla="*/ 941 w 69086"/>
                <a:gd name="connsiteY2" fmla="*/ 6826 h 63694"/>
                <a:gd name="connsiteX3" fmla="*/ 3870 w 69086"/>
                <a:gd name="connsiteY3" fmla="*/ 42341 h 63694"/>
                <a:gd name="connsiteX4" fmla="*/ 5297 w 69086"/>
                <a:gd name="connsiteY4" fmla="*/ 63665 h 63694"/>
                <a:gd name="connsiteX5" fmla="*/ 12807 w 69086"/>
                <a:gd name="connsiteY5" fmla="*/ 62989 h 63694"/>
                <a:gd name="connsiteX6" fmla="*/ 12807 w 69086"/>
                <a:gd name="connsiteY6" fmla="*/ 50375 h 63694"/>
                <a:gd name="connsiteX7" fmla="*/ 13934 w 69086"/>
                <a:gd name="connsiteY7" fmla="*/ 46470 h 63694"/>
                <a:gd name="connsiteX8" fmla="*/ 17463 w 69086"/>
                <a:gd name="connsiteY8" fmla="*/ 45194 h 63694"/>
                <a:gd name="connsiteX9" fmla="*/ 19566 w 69086"/>
                <a:gd name="connsiteY9" fmla="*/ 47972 h 63694"/>
                <a:gd name="connsiteX10" fmla="*/ 21970 w 69086"/>
                <a:gd name="connsiteY10" fmla="*/ 55931 h 63694"/>
                <a:gd name="connsiteX11" fmla="*/ 23622 w 69086"/>
                <a:gd name="connsiteY11" fmla="*/ 60211 h 63694"/>
                <a:gd name="connsiteX12" fmla="*/ 30381 w 69086"/>
                <a:gd name="connsiteY12" fmla="*/ 62163 h 63694"/>
                <a:gd name="connsiteX13" fmla="*/ 57191 w 69086"/>
                <a:gd name="connsiteY13" fmla="*/ 61637 h 63694"/>
                <a:gd name="connsiteX14" fmla="*/ 67705 w 69086"/>
                <a:gd name="connsiteY14" fmla="*/ 58334 h 63694"/>
                <a:gd name="connsiteX15" fmla="*/ 65527 w 69086"/>
                <a:gd name="connsiteY15" fmla="*/ 45870 h 63694"/>
                <a:gd name="connsiteX16" fmla="*/ 53661 w 69086"/>
                <a:gd name="connsiteY16" fmla="*/ 38361 h 63694"/>
                <a:gd name="connsiteX17" fmla="*/ 43222 w 69086"/>
                <a:gd name="connsiteY17" fmla="*/ 27474 h 63694"/>
                <a:gd name="connsiteX18" fmla="*/ 32934 w 69086"/>
                <a:gd name="connsiteY18" fmla="*/ 2095 h 63694"/>
                <a:gd name="connsiteX19" fmla="*/ 24523 w 69086"/>
                <a:gd name="connsiteY19" fmla="*/ 368 h 63694"/>
                <a:gd name="connsiteX20" fmla="*/ 8902 w 69086"/>
                <a:gd name="connsiteY20" fmla="*/ 1420 h 63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9086" h="63694">
                  <a:moveTo>
                    <a:pt x="8902" y="1420"/>
                  </a:moveTo>
                  <a:cubicBezTo>
                    <a:pt x="7205" y="1082"/>
                    <a:pt x="5440" y="1292"/>
                    <a:pt x="3870" y="2020"/>
                  </a:cubicBezTo>
                  <a:cubicBezTo>
                    <a:pt x="2308" y="3184"/>
                    <a:pt x="1257" y="4903"/>
                    <a:pt x="941" y="6826"/>
                  </a:cubicBezTo>
                  <a:cubicBezTo>
                    <a:pt x="-1987" y="18389"/>
                    <a:pt x="2518" y="30477"/>
                    <a:pt x="3870" y="42341"/>
                  </a:cubicBezTo>
                  <a:cubicBezTo>
                    <a:pt x="4621" y="49849"/>
                    <a:pt x="3870" y="56607"/>
                    <a:pt x="5297" y="63665"/>
                  </a:cubicBezTo>
                  <a:lnTo>
                    <a:pt x="12807" y="62989"/>
                  </a:lnTo>
                  <a:cubicBezTo>
                    <a:pt x="12319" y="58799"/>
                    <a:pt x="12319" y="54565"/>
                    <a:pt x="12807" y="50375"/>
                  </a:cubicBezTo>
                  <a:cubicBezTo>
                    <a:pt x="12867" y="49001"/>
                    <a:pt x="13258" y="47664"/>
                    <a:pt x="13934" y="46470"/>
                  </a:cubicBezTo>
                  <a:cubicBezTo>
                    <a:pt x="14700" y="45314"/>
                    <a:pt x="16134" y="44796"/>
                    <a:pt x="17463" y="45194"/>
                  </a:cubicBezTo>
                  <a:cubicBezTo>
                    <a:pt x="18515" y="45795"/>
                    <a:pt x="19273" y="46801"/>
                    <a:pt x="19566" y="47972"/>
                  </a:cubicBezTo>
                  <a:cubicBezTo>
                    <a:pt x="20557" y="50562"/>
                    <a:pt x="21361" y="53220"/>
                    <a:pt x="21970" y="55931"/>
                  </a:cubicBezTo>
                  <a:cubicBezTo>
                    <a:pt x="22104" y="57485"/>
                    <a:pt x="22675" y="58972"/>
                    <a:pt x="23622" y="60211"/>
                  </a:cubicBezTo>
                  <a:cubicBezTo>
                    <a:pt x="25484" y="61810"/>
                    <a:pt x="27955" y="62523"/>
                    <a:pt x="30381" y="62163"/>
                  </a:cubicBezTo>
                  <a:lnTo>
                    <a:pt x="57191" y="61637"/>
                  </a:lnTo>
                  <a:cubicBezTo>
                    <a:pt x="61014" y="62148"/>
                    <a:pt x="64866" y="60939"/>
                    <a:pt x="67705" y="58334"/>
                  </a:cubicBezTo>
                  <a:cubicBezTo>
                    <a:pt x="70138" y="54204"/>
                    <a:pt x="69215" y="48926"/>
                    <a:pt x="65527" y="45870"/>
                  </a:cubicBezTo>
                  <a:cubicBezTo>
                    <a:pt x="61840" y="42964"/>
                    <a:pt x="57867" y="40449"/>
                    <a:pt x="53661" y="38361"/>
                  </a:cubicBezTo>
                  <a:cubicBezTo>
                    <a:pt x="49351" y="35628"/>
                    <a:pt x="45768" y="31896"/>
                    <a:pt x="43222" y="27474"/>
                  </a:cubicBezTo>
                  <a:cubicBezTo>
                    <a:pt x="38792" y="19966"/>
                    <a:pt x="38717" y="8628"/>
                    <a:pt x="32934" y="2095"/>
                  </a:cubicBezTo>
                  <a:cubicBezTo>
                    <a:pt x="30531" y="-608"/>
                    <a:pt x="27827" y="-157"/>
                    <a:pt x="24523" y="368"/>
                  </a:cubicBezTo>
                  <a:cubicBezTo>
                    <a:pt x="19371" y="1314"/>
                    <a:pt x="14129" y="1667"/>
                    <a:pt x="8902" y="1420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5" name="Content Placeholder 4">
              <a:extLst>
                <a:ext uri="{FF2B5EF4-FFF2-40B4-BE49-F238E27FC236}">
                  <a16:creationId xmlns:a16="http://schemas.microsoft.com/office/drawing/2014/main" id="{5DEABBD7-FFB7-3F63-8C39-06DC67DFD1B0}"/>
                </a:ext>
              </a:extLst>
            </p:cNvPr>
            <p:cNvSpPr/>
            <p:nvPr/>
          </p:nvSpPr>
          <p:spPr>
            <a:xfrm>
              <a:off x="8122961" y="2297816"/>
              <a:ext cx="44064" cy="75865"/>
            </a:xfrm>
            <a:custGeom>
              <a:avLst/>
              <a:gdLst>
                <a:gd name="connsiteX0" fmla="*/ 20098 w 44064"/>
                <a:gd name="connsiteY0" fmla="*/ 30 h 75865"/>
                <a:gd name="connsiteX1" fmla="*/ 17770 w 44064"/>
                <a:gd name="connsiteY1" fmla="*/ 480 h 75865"/>
                <a:gd name="connsiteX2" fmla="*/ 16794 w 44064"/>
                <a:gd name="connsiteY2" fmla="*/ 1757 h 75865"/>
                <a:gd name="connsiteX3" fmla="*/ 12362 w 44064"/>
                <a:gd name="connsiteY3" fmla="*/ 23231 h 75865"/>
                <a:gd name="connsiteX4" fmla="*/ 2074 w 44064"/>
                <a:gd name="connsiteY4" fmla="*/ 52589 h 75865"/>
                <a:gd name="connsiteX5" fmla="*/ -29 w 44064"/>
                <a:gd name="connsiteY5" fmla="*/ 61299 h 75865"/>
                <a:gd name="connsiteX6" fmla="*/ 10260 w 44064"/>
                <a:gd name="connsiteY6" fmla="*/ 74288 h 75865"/>
                <a:gd name="connsiteX7" fmla="*/ 27683 w 44064"/>
                <a:gd name="connsiteY7" fmla="*/ 74964 h 75865"/>
                <a:gd name="connsiteX8" fmla="*/ 34066 w 44064"/>
                <a:gd name="connsiteY8" fmla="*/ 71660 h 75865"/>
                <a:gd name="connsiteX9" fmla="*/ 41576 w 44064"/>
                <a:gd name="connsiteY9" fmla="*/ 42152 h 75865"/>
                <a:gd name="connsiteX10" fmla="*/ 42628 w 44064"/>
                <a:gd name="connsiteY10" fmla="*/ 24282 h 75865"/>
                <a:gd name="connsiteX11" fmla="*/ 43980 w 44064"/>
                <a:gd name="connsiteY11" fmla="*/ 7914 h 75865"/>
                <a:gd name="connsiteX12" fmla="*/ 36470 w 44064"/>
                <a:gd name="connsiteY12" fmla="*/ 2958 h 75865"/>
                <a:gd name="connsiteX13" fmla="*/ 20098 w 44064"/>
                <a:gd name="connsiteY13" fmla="*/ 30 h 75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064" h="75865">
                  <a:moveTo>
                    <a:pt x="20098" y="30"/>
                  </a:moveTo>
                  <a:cubicBezTo>
                    <a:pt x="19294" y="-128"/>
                    <a:pt x="18461" y="30"/>
                    <a:pt x="17770" y="480"/>
                  </a:cubicBezTo>
                  <a:cubicBezTo>
                    <a:pt x="17342" y="818"/>
                    <a:pt x="17003" y="1254"/>
                    <a:pt x="16794" y="1757"/>
                  </a:cubicBezTo>
                  <a:cubicBezTo>
                    <a:pt x="14360" y="8687"/>
                    <a:pt x="12873" y="15910"/>
                    <a:pt x="12362" y="23231"/>
                  </a:cubicBezTo>
                  <a:cubicBezTo>
                    <a:pt x="9944" y="33345"/>
                    <a:pt x="6497" y="43181"/>
                    <a:pt x="2074" y="52589"/>
                  </a:cubicBezTo>
                  <a:cubicBezTo>
                    <a:pt x="752" y="55307"/>
                    <a:pt x="39" y="58280"/>
                    <a:pt x="-29" y="61299"/>
                  </a:cubicBezTo>
                  <a:cubicBezTo>
                    <a:pt x="482" y="67298"/>
                    <a:pt x="4537" y="72411"/>
                    <a:pt x="10260" y="74288"/>
                  </a:cubicBezTo>
                  <a:cubicBezTo>
                    <a:pt x="15900" y="76090"/>
                    <a:pt x="21923" y="76323"/>
                    <a:pt x="27683" y="74964"/>
                  </a:cubicBezTo>
                  <a:cubicBezTo>
                    <a:pt x="30169" y="74761"/>
                    <a:pt x="32467" y="73575"/>
                    <a:pt x="34066" y="71660"/>
                  </a:cubicBezTo>
                  <a:cubicBezTo>
                    <a:pt x="41051" y="64152"/>
                    <a:pt x="41576" y="52589"/>
                    <a:pt x="41576" y="42152"/>
                  </a:cubicBezTo>
                  <a:cubicBezTo>
                    <a:pt x="41576" y="36221"/>
                    <a:pt x="42177" y="30214"/>
                    <a:pt x="42628" y="24282"/>
                  </a:cubicBezTo>
                  <a:cubicBezTo>
                    <a:pt x="43747" y="18898"/>
                    <a:pt x="44205" y="13402"/>
                    <a:pt x="43980" y="7914"/>
                  </a:cubicBezTo>
                  <a:cubicBezTo>
                    <a:pt x="43228" y="3709"/>
                    <a:pt x="40074" y="3484"/>
                    <a:pt x="36470" y="2958"/>
                  </a:cubicBezTo>
                  <a:cubicBezTo>
                    <a:pt x="30987" y="2282"/>
                    <a:pt x="25655" y="630"/>
                    <a:pt x="20098" y="30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6" name="Content Placeholder 4">
              <a:extLst>
                <a:ext uri="{FF2B5EF4-FFF2-40B4-BE49-F238E27FC236}">
                  <a16:creationId xmlns:a16="http://schemas.microsoft.com/office/drawing/2014/main" id="{2E87DE2B-336C-626C-2FCD-7187D1ADB66B}"/>
                </a:ext>
              </a:extLst>
            </p:cNvPr>
            <p:cNvSpPr/>
            <p:nvPr/>
          </p:nvSpPr>
          <p:spPr>
            <a:xfrm>
              <a:off x="8097789" y="1704538"/>
              <a:ext cx="110035" cy="315765"/>
            </a:xfrm>
            <a:custGeom>
              <a:avLst/>
              <a:gdLst>
                <a:gd name="connsiteX0" fmla="*/ 86199 w 110035"/>
                <a:gd name="connsiteY0" fmla="*/ 197162 h 315765"/>
                <a:gd name="connsiteX1" fmla="*/ 110006 w 110035"/>
                <a:gd name="connsiteY1" fmla="*/ 307386 h 315765"/>
                <a:gd name="connsiteX2" fmla="*/ 75610 w 110035"/>
                <a:gd name="connsiteY2" fmla="*/ 304908 h 315765"/>
                <a:gd name="connsiteX3" fmla="*/ 41815 w 110035"/>
                <a:gd name="connsiteY3" fmla="*/ 315345 h 315765"/>
                <a:gd name="connsiteX4" fmla="*/ 11775 w 110035"/>
                <a:gd name="connsiteY4" fmla="*/ 309414 h 315765"/>
                <a:gd name="connsiteX5" fmla="*/ 2388 w 110035"/>
                <a:gd name="connsiteY5" fmla="*/ 271871 h 315765"/>
                <a:gd name="connsiteX6" fmla="*/ 46472 w 110035"/>
                <a:gd name="connsiteY6" fmla="*/ 75976 h 315765"/>
                <a:gd name="connsiteX7" fmla="*/ 60065 w 110035"/>
                <a:gd name="connsiteY7" fmla="*/ 38434 h 315765"/>
                <a:gd name="connsiteX8" fmla="*/ 76737 w 110035"/>
                <a:gd name="connsiteY8" fmla="*/ 18386 h 315765"/>
                <a:gd name="connsiteX9" fmla="*/ 79365 w 110035"/>
                <a:gd name="connsiteY9" fmla="*/ 6823 h 315765"/>
                <a:gd name="connsiteX10" fmla="*/ 103473 w 110035"/>
                <a:gd name="connsiteY10" fmla="*/ 65 h 315765"/>
                <a:gd name="connsiteX11" fmla="*/ 94986 w 110035"/>
                <a:gd name="connsiteY11" fmla="*/ 35505 h 315765"/>
                <a:gd name="connsiteX12" fmla="*/ 90405 w 110035"/>
                <a:gd name="connsiteY12" fmla="*/ 74474 h 315765"/>
                <a:gd name="connsiteX13" fmla="*/ 85749 w 110035"/>
                <a:gd name="connsiteY13" fmla="*/ 153838 h 315765"/>
                <a:gd name="connsiteX14" fmla="*/ 86199 w 110035"/>
                <a:gd name="connsiteY14" fmla="*/ 197162 h 315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0035" h="315765">
                  <a:moveTo>
                    <a:pt x="86199" y="197162"/>
                  </a:moveTo>
                  <a:cubicBezTo>
                    <a:pt x="87176" y="234705"/>
                    <a:pt x="90405" y="272247"/>
                    <a:pt x="110006" y="307386"/>
                  </a:cubicBezTo>
                  <a:cubicBezTo>
                    <a:pt x="102872" y="300854"/>
                    <a:pt x="86951" y="301455"/>
                    <a:pt x="75610" y="304908"/>
                  </a:cubicBezTo>
                  <a:cubicBezTo>
                    <a:pt x="64706" y="309451"/>
                    <a:pt x="53388" y="312950"/>
                    <a:pt x="41815" y="315345"/>
                  </a:cubicBezTo>
                  <a:cubicBezTo>
                    <a:pt x="31422" y="316674"/>
                    <a:pt x="20885" y="314594"/>
                    <a:pt x="11775" y="309414"/>
                  </a:cubicBezTo>
                  <a:cubicBezTo>
                    <a:pt x="-3245" y="300103"/>
                    <a:pt x="-841" y="285011"/>
                    <a:pt x="2388" y="271871"/>
                  </a:cubicBezTo>
                  <a:cubicBezTo>
                    <a:pt x="18459" y="206698"/>
                    <a:pt x="36633" y="141600"/>
                    <a:pt x="46472" y="75976"/>
                  </a:cubicBezTo>
                  <a:cubicBezTo>
                    <a:pt x="47200" y="62393"/>
                    <a:pt x="51931" y="49336"/>
                    <a:pt x="60065" y="38434"/>
                  </a:cubicBezTo>
                  <a:cubicBezTo>
                    <a:pt x="65847" y="31751"/>
                    <a:pt x="74334" y="25819"/>
                    <a:pt x="76737" y="18386"/>
                  </a:cubicBezTo>
                  <a:cubicBezTo>
                    <a:pt x="77240" y="14459"/>
                    <a:pt x="78119" y="10585"/>
                    <a:pt x="79365" y="6823"/>
                  </a:cubicBezTo>
                  <a:cubicBezTo>
                    <a:pt x="81318" y="3144"/>
                    <a:pt x="97539" y="-686"/>
                    <a:pt x="103473" y="65"/>
                  </a:cubicBezTo>
                  <a:cubicBezTo>
                    <a:pt x="113085" y="10727"/>
                    <a:pt x="96713" y="23492"/>
                    <a:pt x="94986" y="35505"/>
                  </a:cubicBezTo>
                  <a:cubicBezTo>
                    <a:pt x="93259" y="47519"/>
                    <a:pt x="91682" y="61484"/>
                    <a:pt x="90405" y="74474"/>
                  </a:cubicBezTo>
                  <a:cubicBezTo>
                    <a:pt x="87777" y="100904"/>
                    <a:pt x="86274" y="127033"/>
                    <a:pt x="85749" y="153838"/>
                  </a:cubicBezTo>
                  <a:cubicBezTo>
                    <a:pt x="85824" y="168330"/>
                    <a:pt x="85824" y="182746"/>
                    <a:pt x="86199" y="197162"/>
                  </a:cubicBezTo>
                  <a:close/>
                </a:path>
              </a:pathLst>
            </a:custGeom>
            <a:solidFill>
              <a:srgbClr val="ACB18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7" name="Content Placeholder 4">
              <a:extLst>
                <a:ext uri="{FF2B5EF4-FFF2-40B4-BE49-F238E27FC236}">
                  <a16:creationId xmlns:a16="http://schemas.microsoft.com/office/drawing/2014/main" id="{1AB5B959-8804-0F95-9BE3-FD631B8FA380}"/>
                </a:ext>
              </a:extLst>
            </p:cNvPr>
            <p:cNvSpPr/>
            <p:nvPr/>
          </p:nvSpPr>
          <p:spPr>
            <a:xfrm>
              <a:off x="8211291" y="1705534"/>
              <a:ext cx="107080" cy="308965"/>
            </a:xfrm>
            <a:custGeom>
              <a:avLst/>
              <a:gdLst>
                <a:gd name="connsiteX0" fmla="*/ 33904 w 107080"/>
                <a:gd name="connsiteY0" fmla="*/ 235285 h 308965"/>
                <a:gd name="connsiteX1" fmla="*/ 36607 w 107080"/>
                <a:gd name="connsiteY1" fmla="*/ 298957 h 308965"/>
                <a:gd name="connsiteX2" fmla="*/ 41038 w 107080"/>
                <a:gd name="connsiteY2" fmla="*/ 305039 h 308965"/>
                <a:gd name="connsiteX3" fmla="*/ 67173 w 107080"/>
                <a:gd name="connsiteY3" fmla="*/ 308793 h 308965"/>
                <a:gd name="connsiteX4" fmla="*/ 107051 w 107080"/>
                <a:gd name="connsiteY4" fmla="*/ 308793 h 308965"/>
                <a:gd name="connsiteX5" fmla="*/ 92031 w 107080"/>
                <a:gd name="connsiteY5" fmla="*/ 224098 h 308965"/>
                <a:gd name="connsiteX6" fmla="*/ 64995 w 107080"/>
                <a:gd name="connsiteY6" fmla="*/ 127013 h 308965"/>
                <a:gd name="connsiteX7" fmla="*/ 22264 w 107080"/>
                <a:gd name="connsiteY7" fmla="*/ 3274 h 308965"/>
                <a:gd name="connsiteX8" fmla="*/ 1236 w 107080"/>
                <a:gd name="connsiteY8" fmla="*/ -30 h 308965"/>
                <a:gd name="connsiteX9" fmla="*/ 6567 w 107080"/>
                <a:gd name="connsiteY9" fmla="*/ 19793 h 308965"/>
                <a:gd name="connsiteX10" fmla="*/ 14077 w 107080"/>
                <a:gd name="connsiteY10" fmla="*/ 42318 h 308965"/>
                <a:gd name="connsiteX11" fmla="*/ 26168 w 107080"/>
                <a:gd name="connsiteY11" fmla="*/ 88420 h 308965"/>
                <a:gd name="connsiteX12" fmla="*/ 36157 w 107080"/>
                <a:gd name="connsiteY12" fmla="*/ 182275 h 308965"/>
                <a:gd name="connsiteX13" fmla="*/ 33904 w 107080"/>
                <a:gd name="connsiteY13" fmla="*/ 235285 h 308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080" h="308965">
                  <a:moveTo>
                    <a:pt x="33904" y="235285"/>
                  </a:moveTo>
                  <a:cubicBezTo>
                    <a:pt x="31425" y="256534"/>
                    <a:pt x="27595" y="278384"/>
                    <a:pt x="36607" y="298957"/>
                  </a:cubicBezTo>
                  <a:cubicBezTo>
                    <a:pt x="37479" y="301360"/>
                    <a:pt x="39018" y="303469"/>
                    <a:pt x="41038" y="305039"/>
                  </a:cubicBezTo>
                  <a:cubicBezTo>
                    <a:pt x="47046" y="309544"/>
                    <a:pt x="57936" y="309018"/>
                    <a:pt x="67173" y="308793"/>
                  </a:cubicBezTo>
                  <a:cubicBezTo>
                    <a:pt x="88952" y="308192"/>
                    <a:pt x="87450" y="302636"/>
                    <a:pt x="107051" y="308793"/>
                  </a:cubicBezTo>
                  <a:lnTo>
                    <a:pt x="92031" y="224098"/>
                  </a:lnTo>
                  <a:cubicBezTo>
                    <a:pt x="86399" y="191361"/>
                    <a:pt x="80691" y="158399"/>
                    <a:pt x="64995" y="127013"/>
                  </a:cubicBezTo>
                  <a:cubicBezTo>
                    <a:pt x="43141" y="83239"/>
                    <a:pt x="39687" y="47874"/>
                    <a:pt x="22264" y="3274"/>
                  </a:cubicBezTo>
                  <a:cubicBezTo>
                    <a:pt x="21137" y="421"/>
                    <a:pt x="5666" y="1322"/>
                    <a:pt x="1236" y="-30"/>
                  </a:cubicBezTo>
                  <a:cubicBezTo>
                    <a:pt x="-3045" y="3875"/>
                    <a:pt x="4765" y="14987"/>
                    <a:pt x="6567" y="19793"/>
                  </a:cubicBezTo>
                  <a:cubicBezTo>
                    <a:pt x="9346" y="27301"/>
                    <a:pt x="11975" y="34809"/>
                    <a:pt x="14077" y="42318"/>
                  </a:cubicBezTo>
                  <a:cubicBezTo>
                    <a:pt x="19087" y="57335"/>
                    <a:pt x="23112" y="72705"/>
                    <a:pt x="26168" y="88420"/>
                  </a:cubicBezTo>
                  <a:cubicBezTo>
                    <a:pt x="32695" y="119280"/>
                    <a:pt x="36044" y="150732"/>
                    <a:pt x="36157" y="182275"/>
                  </a:cubicBezTo>
                  <a:cubicBezTo>
                    <a:pt x="36390" y="199973"/>
                    <a:pt x="35631" y="217670"/>
                    <a:pt x="33904" y="235285"/>
                  </a:cubicBezTo>
                  <a:close/>
                </a:path>
              </a:pathLst>
            </a:custGeom>
            <a:solidFill>
              <a:srgbClr val="ACB18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8" name="Content Placeholder 4">
              <a:extLst>
                <a:ext uri="{FF2B5EF4-FFF2-40B4-BE49-F238E27FC236}">
                  <a16:creationId xmlns:a16="http://schemas.microsoft.com/office/drawing/2014/main" id="{E7B74607-8EC3-EAE4-D61C-178D68FF20A5}"/>
                </a:ext>
              </a:extLst>
            </p:cNvPr>
            <p:cNvSpPr/>
            <p:nvPr/>
          </p:nvSpPr>
          <p:spPr>
            <a:xfrm>
              <a:off x="8194132" y="1881733"/>
              <a:ext cx="37975" cy="26246"/>
            </a:xfrm>
            <a:custGeom>
              <a:avLst/>
              <a:gdLst>
                <a:gd name="connsiteX0" fmla="*/ 21023 w 37975"/>
                <a:gd name="connsiteY0" fmla="*/ 4124 h 26246"/>
                <a:gd name="connsiteX1" fmla="*/ 27256 w 37975"/>
                <a:gd name="connsiteY1" fmla="*/ 6452 h 26246"/>
                <a:gd name="connsiteX2" fmla="*/ 29134 w 37975"/>
                <a:gd name="connsiteY2" fmla="*/ 9680 h 26246"/>
                <a:gd name="connsiteX3" fmla="*/ 31537 w 37975"/>
                <a:gd name="connsiteY3" fmla="*/ 10431 h 26246"/>
                <a:gd name="connsiteX4" fmla="*/ 37778 w 37975"/>
                <a:gd name="connsiteY4" fmla="*/ 19922 h 26246"/>
                <a:gd name="connsiteX5" fmla="*/ 32288 w 37975"/>
                <a:gd name="connsiteY5" fmla="*/ 25974 h 26246"/>
                <a:gd name="connsiteX6" fmla="*/ 20872 w 37975"/>
                <a:gd name="connsiteY6" fmla="*/ 23421 h 26246"/>
                <a:gd name="connsiteX7" fmla="*/ 2097 w 37975"/>
                <a:gd name="connsiteY7" fmla="*/ 11257 h 26246"/>
                <a:gd name="connsiteX8" fmla="*/ 370 w 37975"/>
                <a:gd name="connsiteY8" fmla="*/ 9530 h 26246"/>
                <a:gd name="connsiteX9" fmla="*/ 5064 w 37975"/>
                <a:gd name="connsiteY9" fmla="*/ 9 h 26246"/>
                <a:gd name="connsiteX10" fmla="*/ 5102 w 37975"/>
                <a:gd name="connsiteY10" fmla="*/ -6 h 26246"/>
                <a:gd name="connsiteX11" fmla="*/ 21023 w 37975"/>
                <a:gd name="connsiteY11" fmla="*/ 4124 h 26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975" h="26246">
                  <a:moveTo>
                    <a:pt x="21023" y="4124"/>
                  </a:moveTo>
                  <a:cubicBezTo>
                    <a:pt x="23351" y="4124"/>
                    <a:pt x="25979" y="4499"/>
                    <a:pt x="27256" y="6452"/>
                  </a:cubicBezTo>
                  <a:cubicBezTo>
                    <a:pt x="28533" y="8404"/>
                    <a:pt x="28082" y="8929"/>
                    <a:pt x="29134" y="9680"/>
                  </a:cubicBezTo>
                  <a:cubicBezTo>
                    <a:pt x="29877" y="10086"/>
                    <a:pt x="30696" y="10341"/>
                    <a:pt x="31537" y="10431"/>
                  </a:cubicBezTo>
                  <a:cubicBezTo>
                    <a:pt x="35885" y="11332"/>
                    <a:pt x="38679" y="15582"/>
                    <a:pt x="37778" y="19922"/>
                  </a:cubicBezTo>
                  <a:cubicBezTo>
                    <a:pt x="37192" y="22790"/>
                    <a:pt x="35082" y="25110"/>
                    <a:pt x="32288" y="25974"/>
                  </a:cubicBezTo>
                  <a:cubicBezTo>
                    <a:pt x="28293" y="26702"/>
                    <a:pt x="24177" y="25778"/>
                    <a:pt x="20872" y="23421"/>
                  </a:cubicBezTo>
                  <a:cubicBezTo>
                    <a:pt x="14279" y="19914"/>
                    <a:pt x="7993" y="15845"/>
                    <a:pt x="2097" y="11257"/>
                  </a:cubicBezTo>
                  <a:cubicBezTo>
                    <a:pt x="1399" y="10822"/>
                    <a:pt x="806" y="10228"/>
                    <a:pt x="370" y="9530"/>
                  </a:cubicBezTo>
                  <a:cubicBezTo>
                    <a:pt x="-959" y="5603"/>
                    <a:pt x="1136" y="1338"/>
                    <a:pt x="5064" y="9"/>
                  </a:cubicBezTo>
                  <a:cubicBezTo>
                    <a:pt x="5079" y="2"/>
                    <a:pt x="5094" y="2"/>
                    <a:pt x="5102" y="-6"/>
                  </a:cubicBezTo>
                  <a:cubicBezTo>
                    <a:pt x="9607" y="-381"/>
                    <a:pt x="16141" y="3749"/>
                    <a:pt x="21023" y="4124"/>
                  </a:cubicBezTo>
                  <a:close/>
                </a:path>
              </a:pathLst>
            </a:custGeom>
            <a:solidFill>
              <a:srgbClr val="EDDCD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9" name="Content Placeholder 4">
              <a:extLst>
                <a:ext uri="{FF2B5EF4-FFF2-40B4-BE49-F238E27FC236}">
                  <a16:creationId xmlns:a16="http://schemas.microsoft.com/office/drawing/2014/main" id="{CF2745B1-5394-B25A-A492-D78208808558}"/>
                </a:ext>
              </a:extLst>
            </p:cNvPr>
            <p:cNvSpPr/>
            <p:nvPr/>
          </p:nvSpPr>
          <p:spPr>
            <a:xfrm>
              <a:off x="8126965" y="1712966"/>
              <a:ext cx="75412" cy="182757"/>
            </a:xfrm>
            <a:custGeom>
              <a:avLst/>
              <a:gdLst>
                <a:gd name="connsiteX0" fmla="*/ 63407 w 75412"/>
                <a:gd name="connsiteY0" fmla="*/ 160352 h 182757"/>
                <a:gd name="connsiteX1" fmla="*/ 32992 w 75412"/>
                <a:gd name="connsiteY1" fmla="*/ 116578 h 182757"/>
                <a:gd name="connsiteX2" fmla="*/ 28636 w 75412"/>
                <a:gd name="connsiteY2" fmla="*/ 101036 h 182757"/>
                <a:gd name="connsiteX3" fmla="*/ 28636 w 75412"/>
                <a:gd name="connsiteY3" fmla="*/ 81438 h 182757"/>
                <a:gd name="connsiteX4" fmla="*/ 33142 w 75412"/>
                <a:gd name="connsiteY4" fmla="*/ 55159 h 182757"/>
                <a:gd name="connsiteX5" fmla="*/ 40276 w 75412"/>
                <a:gd name="connsiteY5" fmla="*/ 38941 h 182757"/>
                <a:gd name="connsiteX6" fmla="*/ 47111 w 75412"/>
                <a:gd name="connsiteY6" fmla="*/ 12886 h 182757"/>
                <a:gd name="connsiteX7" fmla="*/ 47561 w 75412"/>
                <a:gd name="connsiteY7" fmla="*/ 5378 h 182757"/>
                <a:gd name="connsiteX8" fmla="*/ 42679 w 75412"/>
                <a:gd name="connsiteY8" fmla="*/ -28 h 182757"/>
                <a:gd name="connsiteX9" fmla="*/ 35169 w 75412"/>
                <a:gd name="connsiteY9" fmla="*/ 3426 h 182757"/>
                <a:gd name="connsiteX10" fmla="*/ 2200 w 75412"/>
                <a:gd name="connsiteY10" fmla="*/ 71002 h 182757"/>
                <a:gd name="connsiteX11" fmla="*/ 5955 w 75412"/>
                <a:gd name="connsiteY11" fmla="*/ 124237 h 182757"/>
                <a:gd name="connsiteX12" fmla="*/ 17746 w 75412"/>
                <a:gd name="connsiteY12" fmla="*/ 143233 h 182757"/>
                <a:gd name="connsiteX13" fmla="*/ 68439 w 75412"/>
                <a:gd name="connsiteY13" fmla="*/ 182502 h 182757"/>
                <a:gd name="connsiteX14" fmla="*/ 70692 w 75412"/>
                <a:gd name="connsiteY14" fmla="*/ 182502 h 182757"/>
                <a:gd name="connsiteX15" fmla="*/ 71818 w 75412"/>
                <a:gd name="connsiteY15" fmla="*/ 181001 h 182757"/>
                <a:gd name="connsiteX16" fmla="*/ 74972 w 75412"/>
                <a:gd name="connsiteY16" fmla="*/ 169363 h 182757"/>
                <a:gd name="connsiteX17" fmla="*/ 63407 w 75412"/>
                <a:gd name="connsiteY17" fmla="*/ 160352 h 182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5412" h="182757">
                  <a:moveTo>
                    <a:pt x="63407" y="160352"/>
                  </a:moveTo>
                  <a:cubicBezTo>
                    <a:pt x="49716" y="148579"/>
                    <a:pt x="39247" y="133510"/>
                    <a:pt x="32992" y="116578"/>
                  </a:cubicBezTo>
                  <a:cubicBezTo>
                    <a:pt x="30949" y="111585"/>
                    <a:pt x="29484" y="106367"/>
                    <a:pt x="28636" y="101036"/>
                  </a:cubicBezTo>
                  <a:cubicBezTo>
                    <a:pt x="27922" y="94526"/>
                    <a:pt x="27922" y="87948"/>
                    <a:pt x="28636" y="81438"/>
                  </a:cubicBezTo>
                  <a:cubicBezTo>
                    <a:pt x="29034" y="72526"/>
                    <a:pt x="30551" y="63696"/>
                    <a:pt x="33142" y="55159"/>
                  </a:cubicBezTo>
                  <a:cubicBezTo>
                    <a:pt x="35094" y="49603"/>
                    <a:pt x="38023" y="44422"/>
                    <a:pt x="40276" y="38941"/>
                  </a:cubicBezTo>
                  <a:cubicBezTo>
                    <a:pt x="43385" y="30494"/>
                    <a:pt x="45676" y="21769"/>
                    <a:pt x="47111" y="12886"/>
                  </a:cubicBezTo>
                  <a:cubicBezTo>
                    <a:pt x="47726" y="10431"/>
                    <a:pt x="47884" y="7886"/>
                    <a:pt x="47561" y="5378"/>
                  </a:cubicBezTo>
                  <a:cubicBezTo>
                    <a:pt x="47163" y="2757"/>
                    <a:pt x="45240" y="633"/>
                    <a:pt x="42679" y="-28"/>
                  </a:cubicBezTo>
                  <a:cubicBezTo>
                    <a:pt x="39781" y="-81"/>
                    <a:pt x="37017" y="1196"/>
                    <a:pt x="35169" y="3426"/>
                  </a:cubicBezTo>
                  <a:cubicBezTo>
                    <a:pt x="17228" y="21844"/>
                    <a:pt x="5678" y="45533"/>
                    <a:pt x="2200" y="71002"/>
                  </a:cubicBezTo>
                  <a:cubicBezTo>
                    <a:pt x="-1742" y="88737"/>
                    <a:pt x="-436" y="107230"/>
                    <a:pt x="5955" y="124237"/>
                  </a:cubicBezTo>
                  <a:cubicBezTo>
                    <a:pt x="9102" y="131024"/>
                    <a:pt x="13060" y="137407"/>
                    <a:pt x="17746" y="143233"/>
                  </a:cubicBezTo>
                  <a:cubicBezTo>
                    <a:pt x="30220" y="161208"/>
                    <a:pt x="47914" y="174911"/>
                    <a:pt x="68439" y="182502"/>
                  </a:cubicBezTo>
                  <a:cubicBezTo>
                    <a:pt x="69160" y="182803"/>
                    <a:pt x="69971" y="182803"/>
                    <a:pt x="70692" y="182502"/>
                  </a:cubicBezTo>
                  <a:cubicBezTo>
                    <a:pt x="71225" y="182142"/>
                    <a:pt x="71623" y="181616"/>
                    <a:pt x="71818" y="181001"/>
                  </a:cubicBezTo>
                  <a:cubicBezTo>
                    <a:pt x="73170" y="177772"/>
                    <a:pt x="76550" y="172891"/>
                    <a:pt x="74972" y="169363"/>
                  </a:cubicBezTo>
                  <a:cubicBezTo>
                    <a:pt x="73396" y="165834"/>
                    <a:pt x="66186" y="162680"/>
                    <a:pt x="63407" y="160352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800" name="Group 799">
            <a:extLst>
              <a:ext uri="{FF2B5EF4-FFF2-40B4-BE49-F238E27FC236}">
                <a16:creationId xmlns:a16="http://schemas.microsoft.com/office/drawing/2014/main" id="{CCE73AB7-260D-EE50-EA45-7E1BCEBB716C}"/>
              </a:ext>
            </a:extLst>
          </p:cNvPr>
          <p:cNvGrpSpPr/>
          <p:nvPr userDrawn="1"/>
        </p:nvGrpSpPr>
        <p:grpSpPr>
          <a:xfrm>
            <a:off x="7086087" y="1938112"/>
            <a:ext cx="356968" cy="826193"/>
            <a:chOff x="8429807" y="1558864"/>
            <a:chExt cx="356968" cy="826193"/>
          </a:xfrm>
        </p:grpSpPr>
        <p:sp>
          <p:nvSpPr>
            <p:cNvPr id="801" name="Content Placeholder 4">
              <a:extLst>
                <a:ext uri="{FF2B5EF4-FFF2-40B4-BE49-F238E27FC236}">
                  <a16:creationId xmlns:a16="http://schemas.microsoft.com/office/drawing/2014/main" id="{2B061E48-EAF8-374D-60FB-7E9DAE5C148E}"/>
                </a:ext>
              </a:extLst>
            </p:cNvPr>
            <p:cNvSpPr/>
            <p:nvPr/>
          </p:nvSpPr>
          <p:spPr>
            <a:xfrm>
              <a:off x="8571068" y="2357337"/>
              <a:ext cx="215707" cy="27720"/>
            </a:xfrm>
            <a:custGeom>
              <a:avLst/>
              <a:gdLst>
                <a:gd name="connsiteX0" fmla="*/ 47298 w 215707"/>
                <a:gd name="connsiteY0" fmla="*/ 27681 h 27720"/>
                <a:gd name="connsiteX1" fmla="*/ 88152 w 215707"/>
                <a:gd name="connsiteY1" fmla="*/ 25955 h 27720"/>
                <a:gd name="connsiteX2" fmla="*/ 201929 w 215707"/>
                <a:gd name="connsiteY2" fmla="*/ 19047 h 27720"/>
                <a:gd name="connsiteX3" fmla="*/ 215672 w 215707"/>
                <a:gd name="connsiteY3" fmla="*/ 12064 h 27720"/>
                <a:gd name="connsiteX4" fmla="*/ 204707 w 215707"/>
                <a:gd name="connsiteY4" fmla="*/ 4105 h 27720"/>
                <a:gd name="connsiteX5" fmla="*/ 148307 w 215707"/>
                <a:gd name="connsiteY5" fmla="*/ 126 h 27720"/>
                <a:gd name="connsiteX6" fmla="*/ 64871 w 215707"/>
                <a:gd name="connsiteY6" fmla="*/ 726 h 27720"/>
                <a:gd name="connsiteX7" fmla="*/ 13653 w 215707"/>
                <a:gd name="connsiteY7" fmla="*/ 6883 h 27720"/>
                <a:gd name="connsiteX8" fmla="*/ 6143 w 215707"/>
                <a:gd name="connsiteY8" fmla="*/ 26405 h 27720"/>
                <a:gd name="connsiteX9" fmla="*/ 22140 w 215707"/>
                <a:gd name="connsiteY9" fmla="*/ 27006 h 27720"/>
                <a:gd name="connsiteX10" fmla="*/ 47298 w 215707"/>
                <a:gd name="connsiteY10" fmla="*/ 27681 h 2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5707" h="27720">
                  <a:moveTo>
                    <a:pt x="47298" y="27681"/>
                  </a:moveTo>
                  <a:cubicBezTo>
                    <a:pt x="60966" y="27681"/>
                    <a:pt x="74559" y="26780"/>
                    <a:pt x="88152" y="25955"/>
                  </a:cubicBezTo>
                  <a:lnTo>
                    <a:pt x="201929" y="19047"/>
                  </a:lnTo>
                  <a:cubicBezTo>
                    <a:pt x="207862" y="19047"/>
                    <a:pt x="215447" y="16944"/>
                    <a:pt x="215672" y="12064"/>
                  </a:cubicBezTo>
                  <a:cubicBezTo>
                    <a:pt x="215897" y="7184"/>
                    <a:pt x="209814" y="5231"/>
                    <a:pt x="204707" y="4105"/>
                  </a:cubicBezTo>
                  <a:cubicBezTo>
                    <a:pt x="186097" y="816"/>
                    <a:pt x="167195" y="-513"/>
                    <a:pt x="148307" y="126"/>
                  </a:cubicBezTo>
                  <a:cubicBezTo>
                    <a:pt x="120520" y="126"/>
                    <a:pt x="92658" y="126"/>
                    <a:pt x="64871" y="726"/>
                  </a:cubicBezTo>
                  <a:cubicBezTo>
                    <a:pt x="47583" y="50"/>
                    <a:pt x="30295" y="2130"/>
                    <a:pt x="13653" y="6883"/>
                  </a:cubicBezTo>
                  <a:cubicBezTo>
                    <a:pt x="4941" y="9886"/>
                    <a:pt x="-7751" y="21900"/>
                    <a:pt x="6143" y="26405"/>
                  </a:cubicBezTo>
                  <a:cubicBezTo>
                    <a:pt x="11445" y="27133"/>
                    <a:pt x="16800" y="27336"/>
                    <a:pt x="22140" y="27006"/>
                  </a:cubicBezTo>
                  <a:cubicBezTo>
                    <a:pt x="30701" y="27381"/>
                    <a:pt x="39037" y="27757"/>
                    <a:pt x="47298" y="27681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2" name="Content Placeholder 4">
              <a:extLst>
                <a:ext uri="{FF2B5EF4-FFF2-40B4-BE49-F238E27FC236}">
                  <a16:creationId xmlns:a16="http://schemas.microsoft.com/office/drawing/2014/main" id="{4ED2C642-518D-4DDC-FD9A-7032A514FFE6}"/>
                </a:ext>
              </a:extLst>
            </p:cNvPr>
            <p:cNvSpPr/>
            <p:nvPr/>
          </p:nvSpPr>
          <p:spPr>
            <a:xfrm>
              <a:off x="8514626" y="1700315"/>
              <a:ext cx="37646" cy="21305"/>
            </a:xfrm>
            <a:custGeom>
              <a:avLst/>
              <a:gdLst>
                <a:gd name="connsiteX0" fmla="*/ 37502 w 37646"/>
                <a:gd name="connsiteY0" fmla="*/ 16227 h 21305"/>
                <a:gd name="connsiteX1" fmla="*/ 32921 w 37646"/>
                <a:gd name="connsiteY1" fmla="*/ 9319 h 21305"/>
                <a:gd name="connsiteX2" fmla="*/ 29541 w 37646"/>
                <a:gd name="connsiteY2" fmla="*/ 6391 h 21305"/>
                <a:gd name="connsiteX3" fmla="*/ 8363 w 37646"/>
                <a:gd name="connsiteY3" fmla="*/ 83 h 21305"/>
                <a:gd name="connsiteX4" fmla="*/ 2355 w 37646"/>
                <a:gd name="connsiteY4" fmla="*/ 2186 h 21305"/>
                <a:gd name="connsiteX5" fmla="*/ 27 w 37646"/>
                <a:gd name="connsiteY5" fmla="*/ 6766 h 21305"/>
                <a:gd name="connsiteX6" fmla="*/ 27 w 37646"/>
                <a:gd name="connsiteY6" fmla="*/ 7967 h 21305"/>
                <a:gd name="connsiteX7" fmla="*/ 3557 w 37646"/>
                <a:gd name="connsiteY7" fmla="*/ 10145 h 21305"/>
                <a:gd name="connsiteX8" fmla="*/ 7837 w 37646"/>
                <a:gd name="connsiteY8" fmla="*/ 11571 h 21305"/>
                <a:gd name="connsiteX9" fmla="*/ 9039 w 37646"/>
                <a:gd name="connsiteY9" fmla="*/ 15551 h 21305"/>
                <a:gd name="connsiteX10" fmla="*/ 7913 w 37646"/>
                <a:gd name="connsiteY10" fmla="*/ 17278 h 21305"/>
                <a:gd name="connsiteX11" fmla="*/ 9940 w 37646"/>
                <a:gd name="connsiteY11" fmla="*/ 19756 h 21305"/>
                <a:gd name="connsiteX12" fmla="*/ 22857 w 37646"/>
                <a:gd name="connsiteY12" fmla="*/ 19756 h 21305"/>
                <a:gd name="connsiteX13" fmla="*/ 26612 w 37646"/>
                <a:gd name="connsiteY13" fmla="*/ 20882 h 21305"/>
                <a:gd name="connsiteX14" fmla="*/ 30518 w 37646"/>
                <a:gd name="connsiteY14" fmla="*/ 20882 h 21305"/>
                <a:gd name="connsiteX15" fmla="*/ 34198 w 37646"/>
                <a:gd name="connsiteY15" fmla="*/ 20281 h 21305"/>
                <a:gd name="connsiteX16" fmla="*/ 37352 w 37646"/>
                <a:gd name="connsiteY16" fmla="*/ 18479 h 21305"/>
                <a:gd name="connsiteX17" fmla="*/ 37502 w 37646"/>
                <a:gd name="connsiteY17" fmla="*/ 16227 h 2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46" h="21305">
                  <a:moveTo>
                    <a:pt x="37502" y="16227"/>
                  </a:moveTo>
                  <a:cubicBezTo>
                    <a:pt x="36781" y="13478"/>
                    <a:pt x="35167" y="11053"/>
                    <a:pt x="32921" y="9319"/>
                  </a:cubicBezTo>
                  <a:lnTo>
                    <a:pt x="29541" y="6391"/>
                  </a:lnTo>
                  <a:cubicBezTo>
                    <a:pt x="23541" y="1675"/>
                    <a:pt x="15971" y="-577"/>
                    <a:pt x="8363" y="83"/>
                  </a:cubicBezTo>
                  <a:cubicBezTo>
                    <a:pt x="6185" y="106"/>
                    <a:pt x="4075" y="842"/>
                    <a:pt x="2355" y="2186"/>
                  </a:cubicBezTo>
                  <a:cubicBezTo>
                    <a:pt x="1064" y="3395"/>
                    <a:pt x="238" y="5016"/>
                    <a:pt x="27" y="6766"/>
                  </a:cubicBezTo>
                  <a:cubicBezTo>
                    <a:pt x="-48" y="7164"/>
                    <a:pt x="-48" y="7569"/>
                    <a:pt x="27" y="7967"/>
                  </a:cubicBezTo>
                  <a:cubicBezTo>
                    <a:pt x="27" y="9394"/>
                    <a:pt x="2055" y="9919"/>
                    <a:pt x="3557" y="10145"/>
                  </a:cubicBezTo>
                  <a:cubicBezTo>
                    <a:pt x="5074" y="10302"/>
                    <a:pt x="6531" y="10790"/>
                    <a:pt x="7837" y="11571"/>
                  </a:cubicBezTo>
                  <a:cubicBezTo>
                    <a:pt x="9129" y="12450"/>
                    <a:pt x="9625" y="14109"/>
                    <a:pt x="9039" y="15551"/>
                  </a:cubicBezTo>
                  <a:cubicBezTo>
                    <a:pt x="8664" y="16152"/>
                    <a:pt x="8063" y="16602"/>
                    <a:pt x="7913" y="17278"/>
                  </a:cubicBezTo>
                  <a:cubicBezTo>
                    <a:pt x="7762" y="17953"/>
                    <a:pt x="8814" y="19380"/>
                    <a:pt x="9940" y="19756"/>
                  </a:cubicBezTo>
                  <a:cubicBezTo>
                    <a:pt x="14071" y="21107"/>
                    <a:pt x="18577" y="18930"/>
                    <a:pt x="22857" y="19756"/>
                  </a:cubicBezTo>
                  <a:cubicBezTo>
                    <a:pt x="24134" y="19756"/>
                    <a:pt x="25336" y="20581"/>
                    <a:pt x="26612" y="20882"/>
                  </a:cubicBezTo>
                  <a:cubicBezTo>
                    <a:pt x="27859" y="21407"/>
                    <a:pt x="29271" y="21407"/>
                    <a:pt x="30518" y="20882"/>
                  </a:cubicBezTo>
                  <a:cubicBezTo>
                    <a:pt x="31757" y="20762"/>
                    <a:pt x="32988" y="20559"/>
                    <a:pt x="34198" y="20281"/>
                  </a:cubicBezTo>
                  <a:cubicBezTo>
                    <a:pt x="35444" y="20116"/>
                    <a:pt x="36578" y="19470"/>
                    <a:pt x="37352" y="18479"/>
                  </a:cubicBezTo>
                  <a:cubicBezTo>
                    <a:pt x="37644" y="17766"/>
                    <a:pt x="37697" y="16977"/>
                    <a:pt x="37502" y="16227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3" name="Content Placeholder 4">
              <a:extLst>
                <a:ext uri="{FF2B5EF4-FFF2-40B4-BE49-F238E27FC236}">
                  <a16:creationId xmlns:a16="http://schemas.microsoft.com/office/drawing/2014/main" id="{2C047400-DEDE-BA1F-87B1-4CF55B42440A}"/>
                </a:ext>
              </a:extLst>
            </p:cNvPr>
            <p:cNvSpPr/>
            <p:nvPr/>
          </p:nvSpPr>
          <p:spPr>
            <a:xfrm>
              <a:off x="8429807" y="1665873"/>
              <a:ext cx="122537" cy="156936"/>
            </a:xfrm>
            <a:custGeom>
              <a:avLst/>
              <a:gdLst>
                <a:gd name="connsiteX0" fmla="*/ 54055 w 122537"/>
                <a:gd name="connsiteY0" fmla="*/ 2464 h 156936"/>
                <a:gd name="connsiteX1" fmla="*/ 84095 w 122537"/>
                <a:gd name="connsiteY1" fmla="*/ -14 h 156936"/>
                <a:gd name="connsiteX2" fmla="*/ 89577 w 122537"/>
                <a:gd name="connsiteY2" fmla="*/ 1563 h 156936"/>
                <a:gd name="connsiteX3" fmla="*/ 91830 w 122537"/>
                <a:gd name="connsiteY3" fmla="*/ 6443 h 156936"/>
                <a:gd name="connsiteX4" fmla="*/ 122396 w 122537"/>
                <a:gd name="connsiteY4" fmla="*/ 137992 h 156936"/>
                <a:gd name="connsiteX5" fmla="*/ 122396 w 122537"/>
                <a:gd name="connsiteY5" fmla="*/ 140244 h 156936"/>
                <a:gd name="connsiteX6" fmla="*/ 118866 w 122537"/>
                <a:gd name="connsiteY6" fmla="*/ 143698 h 156936"/>
                <a:gd name="connsiteX7" fmla="*/ 35580 w 122537"/>
                <a:gd name="connsiteY7" fmla="*/ 156838 h 156936"/>
                <a:gd name="connsiteX8" fmla="*/ 28446 w 122537"/>
                <a:gd name="connsiteY8" fmla="*/ 155411 h 156936"/>
                <a:gd name="connsiteX9" fmla="*/ 24766 w 122537"/>
                <a:gd name="connsiteY9" fmla="*/ 148654 h 156936"/>
                <a:gd name="connsiteX10" fmla="*/ 809 w 122537"/>
                <a:gd name="connsiteY10" fmla="*/ 21986 h 156936"/>
                <a:gd name="connsiteX11" fmla="*/ 358 w 122537"/>
                <a:gd name="connsiteY11" fmla="*/ 12976 h 156936"/>
                <a:gd name="connsiteX12" fmla="*/ 22888 w 122537"/>
                <a:gd name="connsiteY12" fmla="*/ 7119 h 15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2537" h="156936">
                  <a:moveTo>
                    <a:pt x="54055" y="2464"/>
                  </a:moveTo>
                  <a:cubicBezTo>
                    <a:pt x="63976" y="730"/>
                    <a:pt x="74024" y="-104"/>
                    <a:pt x="84095" y="-14"/>
                  </a:cubicBezTo>
                  <a:cubicBezTo>
                    <a:pt x="86047" y="-134"/>
                    <a:pt x="87985" y="429"/>
                    <a:pt x="89577" y="1563"/>
                  </a:cubicBezTo>
                  <a:cubicBezTo>
                    <a:pt x="90771" y="2944"/>
                    <a:pt x="91552" y="4641"/>
                    <a:pt x="91830" y="6443"/>
                  </a:cubicBezTo>
                  <a:cubicBezTo>
                    <a:pt x="101841" y="50293"/>
                    <a:pt x="112032" y="94142"/>
                    <a:pt x="122396" y="137992"/>
                  </a:cubicBezTo>
                  <a:cubicBezTo>
                    <a:pt x="122546" y="138735"/>
                    <a:pt x="122546" y="139501"/>
                    <a:pt x="122396" y="140244"/>
                  </a:cubicBezTo>
                  <a:cubicBezTo>
                    <a:pt x="122396" y="141896"/>
                    <a:pt x="120443" y="142947"/>
                    <a:pt x="118866" y="143698"/>
                  </a:cubicBezTo>
                  <a:cubicBezTo>
                    <a:pt x="93332" y="156012"/>
                    <a:pt x="63893" y="156537"/>
                    <a:pt x="35580" y="156838"/>
                  </a:cubicBezTo>
                  <a:cubicBezTo>
                    <a:pt x="33110" y="157101"/>
                    <a:pt x="30623" y="156605"/>
                    <a:pt x="28446" y="155411"/>
                  </a:cubicBezTo>
                  <a:cubicBezTo>
                    <a:pt x="26486" y="153647"/>
                    <a:pt x="25186" y="151259"/>
                    <a:pt x="24766" y="148654"/>
                  </a:cubicBezTo>
                  <a:cubicBezTo>
                    <a:pt x="13201" y="107282"/>
                    <a:pt x="10497" y="63883"/>
                    <a:pt x="809" y="21986"/>
                  </a:cubicBezTo>
                  <a:cubicBezTo>
                    <a:pt x="-130" y="19073"/>
                    <a:pt x="-280" y="15964"/>
                    <a:pt x="358" y="12976"/>
                  </a:cubicBezTo>
                  <a:cubicBezTo>
                    <a:pt x="2461" y="6669"/>
                    <a:pt x="17181" y="7945"/>
                    <a:pt x="22888" y="7119"/>
                  </a:cubicBezTo>
                  <a:close/>
                </a:path>
              </a:pathLst>
            </a:custGeom>
            <a:solidFill>
              <a:srgbClr val="54545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4" name="Content Placeholder 4">
              <a:extLst>
                <a:ext uri="{FF2B5EF4-FFF2-40B4-BE49-F238E27FC236}">
                  <a16:creationId xmlns:a16="http://schemas.microsoft.com/office/drawing/2014/main" id="{6689F1BF-5E20-AAEE-24C0-7871B5B28D01}"/>
                </a:ext>
              </a:extLst>
            </p:cNvPr>
            <p:cNvSpPr/>
            <p:nvPr/>
          </p:nvSpPr>
          <p:spPr>
            <a:xfrm>
              <a:off x="8434108" y="1671504"/>
              <a:ext cx="111622" cy="136914"/>
            </a:xfrm>
            <a:custGeom>
              <a:avLst/>
              <a:gdLst>
                <a:gd name="connsiteX0" fmla="*/ 50280 w 111622"/>
                <a:gd name="connsiteY0" fmla="*/ 2464 h 136914"/>
                <a:gd name="connsiteX1" fmla="*/ 77767 w 111622"/>
                <a:gd name="connsiteY1" fmla="*/ -14 h 136914"/>
                <a:gd name="connsiteX2" fmla="*/ 82874 w 111622"/>
                <a:gd name="connsiteY2" fmla="*/ 1338 h 136914"/>
                <a:gd name="connsiteX3" fmla="*/ 84826 w 111622"/>
                <a:gd name="connsiteY3" fmla="*/ 5543 h 136914"/>
                <a:gd name="connsiteX4" fmla="*/ 111487 w 111622"/>
                <a:gd name="connsiteY4" fmla="*/ 119521 h 136914"/>
                <a:gd name="connsiteX5" fmla="*/ 111487 w 111622"/>
                <a:gd name="connsiteY5" fmla="*/ 121473 h 136914"/>
                <a:gd name="connsiteX6" fmla="*/ 108182 w 111622"/>
                <a:gd name="connsiteY6" fmla="*/ 124552 h 136914"/>
                <a:gd name="connsiteX7" fmla="*/ 31205 w 111622"/>
                <a:gd name="connsiteY7" fmla="*/ 136790 h 136914"/>
                <a:gd name="connsiteX8" fmla="*/ 24671 w 111622"/>
                <a:gd name="connsiteY8" fmla="*/ 135664 h 136914"/>
                <a:gd name="connsiteX9" fmla="*/ 21292 w 111622"/>
                <a:gd name="connsiteY9" fmla="*/ 129807 h 136914"/>
                <a:gd name="connsiteX10" fmla="*/ 489 w 111622"/>
                <a:gd name="connsiteY10" fmla="*/ 19959 h 136914"/>
                <a:gd name="connsiteX11" fmla="*/ 489 w 111622"/>
                <a:gd name="connsiteY11" fmla="*/ 12450 h 136914"/>
                <a:gd name="connsiteX12" fmla="*/ 21067 w 111622"/>
                <a:gd name="connsiteY12" fmla="*/ 7119 h 136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622" h="136914">
                  <a:moveTo>
                    <a:pt x="50280" y="2464"/>
                  </a:moveTo>
                  <a:cubicBezTo>
                    <a:pt x="59352" y="857"/>
                    <a:pt x="68552" y="31"/>
                    <a:pt x="77767" y="-14"/>
                  </a:cubicBezTo>
                  <a:cubicBezTo>
                    <a:pt x="79569" y="-126"/>
                    <a:pt x="81356" y="354"/>
                    <a:pt x="82874" y="1338"/>
                  </a:cubicBezTo>
                  <a:cubicBezTo>
                    <a:pt x="83948" y="2502"/>
                    <a:pt x="84631" y="3973"/>
                    <a:pt x="84826" y="5543"/>
                  </a:cubicBezTo>
                  <a:lnTo>
                    <a:pt x="111487" y="119521"/>
                  </a:lnTo>
                  <a:cubicBezTo>
                    <a:pt x="111629" y="120167"/>
                    <a:pt x="111629" y="120827"/>
                    <a:pt x="111487" y="121473"/>
                  </a:cubicBezTo>
                  <a:cubicBezTo>
                    <a:pt x="111487" y="122975"/>
                    <a:pt x="109609" y="123876"/>
                    <a:pt x="108182" y="124552"/>
                  </a:cubicBezTo>
                  <a:cubicBezTo>
                    <a:pt x="84526" y="135514"/>
                    <a:pt x="57340" y="136265"/>
                    <a:pt x="31205" y="136790"/>
                  </a:cubicBezTo>
                  <a:cubicBezTo>
                    <a:pt x="28959" y="137083"/>
                    <a:pt x="26684" y="136693"/>
                    <a:pt x="24671" y="135664"/>
                  </a:cubicBezTo>
                  <a:cubicBezTo>
                    <a:pt x="22907" y="134162"/>
                    <a:pt x="21712" y="132090"/>
                    <a:pt x="21292" y="129807"/>
                  </a:cubicBezTo>
                  <a:cubicBezTo>
                    <a:pt x="11078" y="93917"/>
                    <a:pt x="8975" y="56300"/>
                    <a:pt x="489" y="19959"/>
                  </a:cubicBezTo>
                  <a:cubicBezTo>
                    <a:pt x="-202" y="17504"/>
                    <a:pt x="-202" y="14906"/>
                    <a:pt x="489" y="12450"/>
                  </a:cubicBezTo>
                  <a:cubicBezTo>
                    <a:pt x="2517" y="6894"/>
                    <a:pt x="16110" y="7870"/>
                    <a:pt x="21067" y="7119"/>
                  </a:cubicBezTo>
                  <a:close/>
                </a:path>
              </a:pathLst>
            </a:custGeom>
            <a:solidFill>
              <a:srgbClr val="F7F7F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5" name="Content Placeholder 4">
              <a:extLst>
                <a:ext uri="{FF2B5EF4-FFF2-40B4-BE49-F238E27FC236}">
                  <a16:creationId xmlns:a16="http://schemas.microsoft.com/office/drawing/2014/main" id="{A03B6823-F564-DBCF-134F-63721F38B2A0}"/>
                </a:ext>
              </a:extLst>
            </p:cNvPr>
            <p:cNvSpPr/>
            <p:nvPr/>
          </p:nvSpPr>
          <p:spPr>
            <a:xfrm>
              <a:off x="8500871" y="1808920"/>
              <a:ext cx="7538" cy="7294"/>
            </a:xfrm>
            <a:custGeom>
              <a:avLst/>
              <a:gdLst>
                <a:gd name="connsiteX0" fmla="*/ 340 w 7538"/>
                <a:gd name="connsiteY0" fmla="*/ 5606 h 7294"/>
                <a:gd name="connsiteX1" fmla="*/ 1241 w 7538"/>
                <a:gd name="connsiteY1" fmla="*/ 6507 h 7294"/>
                <a:gd name="connsiteX2" fmla="*/ 3945 w 7538"/>
                <a:gd name="connsiteY2" fmla="*/ 7258 h 7294"/>
                <a:gd name="connsiteX3" fmla="*/ 6423 w 7538"/>
                <a:gd name="connsiteY3" fmla="*/ 6132 h 7294"/>
                <a:gd name="connsiteX4" fmla="*/ 6483 w 7538"/>
                <a:gd name="connsiteY4" fmla="*/ 1034 h 7294"/>
                <a:gd name="connsiteX5" fmla="*/ 4320 w 7538"/>
                <a:gd name="connsiteY5" fmla="*/ -25 h 7294"/>
                <a:gd name="connsiteX6" fmla="*/ 340 w 7538"/>
                <a:gd name="connsiteY6" fmla="*/ 5606 h 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538" h="7294">
                  <a:moveTo>
                    <a:pt x="340" y="5606"/>
                  </a:moveTo>
                  <a:cubicBezTo>
                    <a:pt x="558" y="5982"/>
                    <a:pt x="873" y="6290"/>
                    <a:pt x="1241" y="6507"/>
                  </a:cubicBezTo>
                  <a:cubicBezTo>
                    <a:pt x="2037" y="7048"/>
                    <a:pt x="2983" y="7311"/>
                    <a:pt x="3945" y="7258"/>
                  </a:cubicBezTo>
                  <a:cubicBezTo>
                    <a:pt x="4891" y="7236"/>
                    <a:pt x="5785" y="6830"/>
                    <a:pt x="6423" y="6132"/>
                  </a:cubicBezTo>
                  <a:cubicBezTo>
                    <a:pt x="7850" y="4743"/>
                    <a:pt x="7872" y="2460"/>
                    <a:pt x="6483" y="1034"/>
                  </a:cubicBezTo>
                  <a:cubicBezTo>
                    <a:pt x="5905" y="448"/>
                    <a:pt x="5139" y="73"/>
                    <a:pt x="4320" y="-25"/>
                  </a:cubicBezTo>
                  <a:cubicBezTo>
                    <a:pt x="1917" y="-175"/>
                    <a:pt x="-1087" y="3279"/>
                    <a:pt x="340" y="5606"/>
                  </a:cubicBezTo>
                  <a:close/>
                </a:path>
              </a:pathLst>
            </a:custGeom>
            <a:solidFill>
              <a:srgbClr val="F7F7F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6" name="Content Placeholder 4">
              <a:extLst>
                <a:ext uri="{FF2B5EF4-FFF2-40B4-BE49-F238E27FC236}">
                  <a16:creationId xmlns:a16="http://schemas.microsoft.com/office/drawing/2014/main" id="{4E7C9B4F-DF21-7A6B-5EAA-45326CA5665A}"/>
                </a:ext>
              </a:extLst>
            </p:cNvPr>
            <p:cNvSpPr/>
            <p:nvPr/>
          </p:nvSpPr>
          <p:spPr>
            <a:xfrm>
              <a:off x="8537137" y="1708387"/>
              <a:ext cx="131502" cy="139891"/>
            </a:xfrm>
            <a:custGeom>
              <a:avLst/>
              <a:gdLst>
                <a:gd name="connsiteX0" fmla="*/ 66284 w 131502"/>
                <a:gd name="connsiteY0" fmla="*/ 66045 h 139891"/>
                <a:gd name="connsiteX1" fmla="*/ 45707 w 131502"/>
                <a:gd name="connsiteY1" fmla="*/ 36011 h 139891"/>
                <a:gd name="connsiteX2" fmla="*/ 17244 w 131502"/>
                <a:gd name="connsiteY2" fmla="*/ -30 h 139891"/>
                <a:gd name="connsiteX3" fmla="*/ -29 w 131502"/>
                <a:gd name="connsiteY3" fmla="*/ 14987 h 139891"/>
                <a:gd name="connsiteX4" fmla="*/ 30011 w 131502"/>
                <a:gd name="connsiteY4" fmla="*/ 69799 h 139891"/>
                <a:gd name="connsiteX5" fmla="*/ 49762 w 131502"/>
                <a:gd name="connsiteY5" fmla="*/ 106290 h 139891"/>
                <a:gd name="connsiteX6" fmla="*/ 61102 w 131502"/>
                <a:gd name="connsiteY6" fmla="*/ 120030 h 139891"/>
                <a:gd name="connsiteX7" fmla="*/ 93921 w 131502"/>
                <a:gd name="connsiteY7" fmla="*/ 139027 h 139891"/>
                <a:gd name="connsiteX8" fmla="*/ 130645 w 131502"/>
                <a:gd name="connsiteY8" fmla="*/ 116434 h 139891"/>
                <a:gd name="connsiteX9" fmla="*/ 131471 w 131502"/>
                <a:gd name="connsiteY9" fmla="*/ 108993 h 139891"/>
                <a:gd name="connsiteX10" fmla="*/ 93921 w 131502"/>
                <a:gd name="connsiteY10" fmla="*/ 86468 h 139891"/>
                <a:gd name="connsiteX11" fmla="*/ 66284 w 131502"/>
                <a:gd name="connsiteY11" fmla="*/ 66045 h 139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1502" h="139891">
                  <a:moveTo>
                    <a:pt x="66284" y="66045"/>
                  </a:moveTo>
                  <a:cubicBezTo>
                    <a:pt x="58774" y="56659"/>
                    <a:pt x="53517" y="45547"/>
                    <a:pt x="45707" y="36011"/>
                  </a:cubicBezTo>
                  <a:cubicBezTo>
                    <a:pt x="35343" y="23622"/>
                    <a:pt x="24228" y="14612"/>
                    <a:pt x="17244" y="-30"/>
                  </a:cubicBezTo>
                  <a:cubicBezTo>
                    <a:pt x="14014" y="5001"/>
                    <a:pt x="3200" y="10032"/>
                    <a:pt x="-29" y="14987"/>
                  </a:cubicBezTo>
                  <a:cubicBezTo>
                    <a:pt x="12512" y="32031"/>
                    <a:pt x="25054" y="46372"/>
                    <a:pt x="30011" y="69799"/>
                  </a:cubicBezTo>
                  <a:cubicBezTo>
                    <a:pt x="32414" y="80611"/>
                    <a:pt x="44205" y="96754"/>
                    <a:pt x="49762" y="106290"/>
                  </a:cubicBezTo>
                  <a:cubicBezTo>
                    <a:pt x="52886" y="111373"/>
                    <a:pt x="56701" y="115998"/>
                    <a:pt x="61102" y="120030"/>
                  </a:cubicBezTo>
                  <a:cubicBezTo>
                    <a:pt x="69919" y="129476"/>
                    <a:pt x="81342" y="136083"/>
                    <a:pt x="93921" y="139027"/>
                  </a:cubicBezTo>
                  <a:cubicBezTo>
                    <a:pt x="110300" y="142924"/>
                    <a:pt x="126747" y="132810"/>
                    <a:pt x="130645" y="116434"/>
                  </a:cubicBezTo>
                  <a:cubicBezTo>
                    <a:pt x="131223" y="113994"/>
                    <a:pt x="131501" y="111501"/>
                    <a:pt x="131471" y="108993"/>
                  </a:cubicBezTo>
                  <a:cubicBezTo>
                    <a:pt x="131471" y="90597"/>
                    <a:pt x="106087" y="92324"/>
                    <a:pt x="93921" y="86468"/>
                  </a:cubicBezTo>
                  <a:cubicBezTo>
                    <a:pt x="83257" y="81887"/>
                    <a:pt x="73794" y="74897"/>
                    <a:pt x="66284" y="66045"/>
                  </a:cubicBezTo>
                  <a:close/>
                </a:path>
              </a:pathLst>
            </a:custGeom>
            <a:solidFill>
              <a:srgbClr val="E0C7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7" name="Content Placeholder 4">
              <a:extLst>
                <a:ext uri="{FF2B5EF4-FFF2-40B4-BE49-F238E27FC236}">
                  <a16:creationId xmlns:a16="http://schemas.microsoft.com/office/drawing/2014/main" id="{7B5397C6-1E2F-CBF1-13EC-CDCB48F17DE7}"/>
                </a:ext>
              </a:extLst>
            </p:cNvPr>
            <p:cNvSpPr/>
            <p:nvPr/>
          </p:nvSpPr>
          <p:spPr>
            <a:xfrm>
              <a:off x="8607400" y="1579453"/>
              <a:ext cx="89313" cy="123227"/>
            </a:xfrm>
            <a:custGeom>
              <a:avLst/>
              <a:gdLst>
                <a:gd name="connsiteX0" fmla="*/ 31092 w 89313"/>
                <a:gd name="connsiteY0" fmla="*/ 119068 h 123227"/>
                <a:gd name="connsiteX1" fmla="*/ 47164 w 89313"/>
                <a:gd name="connsiteY1" fmla="*/ 123198 h 123227"/>
                <a:gd name="connsiteX2" fmla="*/ 60982 w 89313"/>
                <a:gd name="connsiteY2" fmla="*/ 118468 h 123227"/>
                <a:gd name="connsiteX3" fmla="*/ 83512 w 89313"/>
                <a:gd name="connsiteY3" fmla="*/ 99096 h 123227"/>
                <a:gd name="connsiteX4" fmla="*/ 87342 w 89313"/>
                <a:gd name="connsiteY4" fmla="*/ 81752 h 123227"/>
                <a:gd name="connsiteX5" fmla="*/ 89145 w 89313"/>
                <a:gd name="connsiteY5" fmla="*/ 36701 h 123227"/>
                <a:gd name="connsiteX6" fmla="*/ 84413 w 89313"/>
                <a:gd name="connsiteY6" fmla="*/ 14175 h 123227"/>
                <a:gd name="connsiteX7" fmla="*/ 49567 w 89313"/>
                <a:gd name="connsiteY7" fmla="*/ 735 h 123227"/>
                <a:gd name="connsiteX8" fmla="*/ 12017 w 89313"/>
                <a:gd name="connsiteY8" fmla="*/ 5390 h 123227"/>
                <a:gd name="connsiteX9" fmla="*/ 2029 w 89313"/>
                <a:gd name="connsiteY9" fmla="*/ 32646 h 123227"/>
                <a:gd name="connsiteX10" fmla="*/ 151 w 89313"/>
                <a:gd name="connsiteY10" fmla="*/ 76195 h 123227"/>
                <a:gd name="connsiteX11" fmla="*/ 4657 w 89313"/>
                <a:gd name="connsiteY11" fmla="*/ 100222 h 123227"/>
                <a:gd name="connsiteX12" fmla="*/ 31092 w 89313"/>
                <a:gd name="connsiteY12" fmla="*/ 119068 h 123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9313" h="123227">
                  <a:moveTo>
                    <a:pt x="31092" y="119068"/>
                  </a:moveTo>
                  <a:cubicBezTo>
                    <a:pt x="36177" y="121351"/>
                    <a:pt x="41607" y="122755"/>
                    <a:pt x="47164" y="123198"/>
                  </a:cubicBezTo>
                  <a:cubicBezTo>
                    <a:pt x="52106" y="122860"/>
                    <a:pt x="56874" y="121231"/>
                    <a:pt x="60982" y="118468"/>
                  </a:cubicBezTo>
                  <a:cubicBezTo>
                    <a:pt x="70265" y="114413"/>
                    <a:pt x="78112" y="107663"/>
                    <a:pt x="83512" y="99096"/>
                  </a:cubicBezTo>
                  <a:cubicBezTo>
                    <a:pt x="85848" y="93600"/>
                    <a:pt x="87140" y="87721"/>
                    <a:pt x="87342" y="81752"/>
                  </a:cubicBezTo>
                  <a:cubicBezTo>
                    <a:pt x="88702" y="66772"/>
                    <a:pt x="89302" y="51740"/>
                    <a:pt x="89145" y="36701"/>
                  </a:cubicBezTo>
                  <a:cubicBezTo>
                    <a:pt x="89798" y="28892"/>
                    <a:pt x="88154" y="21061"/>
                    <a:pt x="84413" y="14175"/>
                  </a:cubicBezTo>
                  <a:cubicBezTo>
                    <a:pt x="77279" y="3363"/>
                    <a:pt x="62484" y="1561"/>
                    <a:pt x="49567" y="735"/>
                  </a:cubicBezTo>
                  <a:cubicBezTo>
                    <a:pt x="36860" y="-1149"/>
                    <a:pt x="23883" y="465"/>
                    <a:pt x="12017" y="5390"/>
                  </a:cubicBezTo>
                  <a:cubicBezTo>
                    <a:pt x="227" y="11698"/>
                    <a:pt x="3005" y="21008"/>
                    <a:pt x="2029" y="32646"/>
                  </a:cubicBezTo>
                  <a:cubicBezTo>
                    <a:pt x="902" y="47138"/>
                    <a:pt x="227" y="61629"/>
                    <a:pt x="151" y="76195"/>
                  </a:cubicBezTo>
                  <a:cubicBezTo>
                    <a:pt x="-592" y="84470"/>
                    <a:pt x="970" y="92781"/>
                    <a:pt x="4657" y="100222"/>
                  </a:cubicBezTo>
                  <a:cubicBezTo>
                    <a:pt x="11559" y="108827"/>
                    <a:pt x="20706" y="115352"/>
                    <a:pt x="31092" y="119068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8" name="Content Placeholder 4">
              <a:extLst>
                <a:ext uri="{FF2B5EF4-FFF2-40B4-BE49-F238E27FC236}">
                  <a16:creationId xmlns:a16="http://schemas.microsoft.com/office/drawing/2014/main" id="{CEEB3070-28C4-0B43-B8A1-906768BEE59D}"/>
                </a:ext>
              </a:extLst>
            </p:cNvPr>
            <p:cNvSpPr/>
            <p:nvPr/>
          </p:nvSpPr>
          <p:spPr>
            <a:xfrm>
              <a:off x="8603976" y="1923129"/>
              <a:ext cx="114902" cy="431786"/>
            </a:xfrm>
            <a:custGeom>
              <a:avLst/>
              <a:gdLst>
                <a:gd name="connsiteX0" fmla="*/ 108715 w 114902"/>
                <a:gd name="connsiteY0" fmla="*/ 241067 h 431786"/>
                <a:gd name="connsiteX1" fmla="*/ 110217 w 114902"/>
                <a:gd name="connsiteY1" fmla="*/ 70249 h 431786"/>
                <a:gd name="connsiteX2" fmla="*/ 103909 w 114902"/>
                <a:gd name="connsiteY2" fmla="*/ 11984 h 431786"/>
                <a:gd name="connsiteX3" fmla="*/ 102482 w 114902"/>
                <a:gd name="connsiteY3" fmla="*/ 8830 h 431786"/>
                <a:gd name="connsiteX4" fmla="*/ 94071 w 114902"/>
                <a:gd name="connsiteY4" fmla="*/ 8830 h 431786"/>
                <a:gd name="connsiteX5" fmla="*/ 11911 w 114902"/>
                <a:gd name="connsiteY5" fmla="*/ -30 h 431786"/>
                <a:gd name="connsiteX6" fmla="*/ 4401 w 114902"/>
                <a:gd name="connsiteY6" fmla="*/ 31581 h 431786"/>
                <a:gd name="connsiteX7" fmla="*/ -29 w 114902"/>
                <a:gd name="connsiteY7" fmla="*/ 84891 h 431786"/>
                <a:gd name="connsiteX8" fmla="*/ -29 w 114902"/>
                <a:gd name="connsiteY8" fmla="*/ 84891 h 431786"/>
                <a:gd name="connsiteX9" fmla="*/ -29 w 114902"/>
                <a:gd name="connsiteY9" fmla="*/ 96379 h 431786"/>
                <a:gd name="connsiteX10" fmla="*/ 6429 w 114902"/>
                <a:gd name="connsiteY10" fmla="*/ 162378 h 431786"/>
                <a:gd name="connsiteX11" fmla="*/ 9884 w 114902"/>
                <a:gd name="connsiteY11" fmla="*/ 205477 h 431786"/>
                <a:gd name="connsiteX12" fmla="*/ 10785 w 114902"/>
                <a:gd name="connsiteY12" fmla="*/ 239790 h 431786"/>
                <a:gd name="connsiteX13" fmla="*/ 18295 w 114902"/>
                <a:gd name="connsiteY13" fmla="*/ 328615 h 431786"/>
                <a:gd name="connsiteX14" fmla="*/ 24904 w 114902"/>
                <a:gd name="connsiteY14" fmla="*/ 422321 h 431786"/>
                <a:gd name="connsiteX15" fmla="*/ 24904 w 114902"/>
                <a:gd name="connsiteY15" fmla="*/ 426075 h 431786"/>
                <a:gd name="connsiteX16" fmla="*/ 45106 w 114902"/>
                <a:gd name="connsiteY16" fmla="*/ 426075 h 431786"/>
                <a:gd name="connsiteX17" fmla="*/ 49386 w 114902"/>
                <a:gd name="connsiteY17" fmla="*/ 243845 h 431786"/>
                <a:gd name="connsiteX18" fmla="*/ 53442 w 114902"/>
                <a:gd name="connsiteY18" fmla="*/ 107641 h 431786"/>
                <a:gd name="connsiteX19" fmla="*/ 59750 w 114902"/>
                <a:gd name="connsiteY19" fmla="*/ 108392 h 431786"/>
                <a:gd name="connsiteX20" fmla="*/ 97300 w 114902"/>
                <a:gd name="connsiteY20" fmla="*/ 409857 h 431786"/>
                <a:gd name="connsiteX21" fmla="*/ 103233 w 114902"/>
                <a:gd name="connsiteY21" fmla="*/ 429153 h 431786"/>
                <a:gd name="connsiteX22" fmla="*/ 112268 w 114902"/>
                <a:gd name="connsiteY22" fmla="*/ 430482 h 431786"/>
                <a:gd name="connsiteX23" fmla="*/ 114874 w 114902"/>
                <a:gd name="connsiteY23" fmla="*/ 425324 h 431786"/>
                <a:gd name="connsiteX24" fmla="*/ 108715 w 114902"/>
                <a:gd name="connsiteY24" fmla="*/ 241067 h 43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4902" h="431786">
                  <a:moveTo>
                    <a:pt x="108715" y="241067"/>
                  </a:moveTo>
                  <a:cubicBezTo>
                    <a:pt x="106612" y="184603"/>
                    <a:pt x="110743" y="127013"/>
                    <a:pt x="110217" y="70249"/>
                  </a:cubicBezTo>
                  <a:cubicBezTo>
                    <a:pt x="111569" y="50607"/>
                    <a:pt x="109429" y="30883"/>
                    <a:pt x="103909" y="11984"/>
                  </a:cubicBezTo>
                  <a:cubicBezTo>
                    <a:pt x="103601" y="10865"/>
                    <a:pt x="103120" y="9799"/>
                    <a:pt x="102482" y="8830"/>
                  </a:cubicBezTo>
                  <a:cubicBezTo>
                    <a:pt x="100455" y="6052"/>
                    <a:pt x="96849" y="7554"/>
                    <a:pt x="94071" y="8830"/>
                  </a:cubicBezTo>
                  <a:cubicBezTo>
                    <a:pt x="67433" y="22871"/>
                    <a:pt x="34945" y="19365"/>
                    <a:pt x="11911" y="-30"/>
                  </a:cubicBezTo>
                  <a:cubicBezTo>
                    <a:pt x="7556" y="9979"/>
                    <a:pt x="5017" y="20686"/>
                    <a:pt x="4401" y="31581"/>
                  </a:cubicBezTo>
                  <a:cubicBezTo>
                    <a:pt x="2524" y="49301"/>
                    <a:pt x="497" y="67021"/>
                    <a:pt x="-29" y="84891"/>
                  </a:cubicBezTo>
                  <a:lnTo>
                    <a:pt x="-29" y="84891"/>
                  </a:lnTo>
                  <a:cubicBezTo>
                    <a:pt x="-29" y="88720"/>
                    <a:pt x="-29" y="92399"/>
                    <a:pt x="-29" y="96379"/>
                  </a:cubicBezTo>
                  <a:cubicBezTo>
                    <a:pt x="954" y="118476"/>
                    <a:pt x="3110" y="140506"/>
                    <a:pt x="6429" y="162378"/>
                  </a:cubicBezTo>
                  <a:cubicBezTo>
                    <a:pt x="8337" y="176674"/>
                    <a:pt x="9486" y="191060"/>
                    <a:pt x="9884" y="205477"/>
                  </a:cubicBezTo>
                  <a:cubicBezTo>
                    <a:pt x="9170" y="216919"/>
                    <a:pt x="9471" y="228400"/>
                    <a:pt x="10785" y="239790"/>
                  </a:cubicBezTo>
                  <a:cubicBezTo>
                    <a:pt x="14773" y="269254"/>
                    <a:pt x="17273" y="298897"/>
                    <a:pt x="18295" y="328615"/>
                  </a:cubicBezTo>
                  <a:cubicBezTo>
                    <a:pt x="20623" y="359850"/>
                    <a:pt x="22951" y="391086"/>
                    <a:pt x="24904" y="422321"/>
                  </a:cubicBezTo>
                  <a:lnTo>
                    <a:pt x="24904" y="426075"/>
                  </a:lnTo>
                  <a:cubicBezTo>
                    <a:pt x="26181" y="426525"/>
                    <a:pt x="45106" y="432007"/>
                    <a:pt x="45106" y="426075"/>
                  </a:cubicBezTo>
                  <a:lnTo>
                    <a:pt x="49386" y="243845"/>
                  </a:lnTo>
                  <a:cubicBezTo>
                    <a:pt x="49987" y="218316"/>
                    <a:pt x="48410" y="131969"/>
                    <a:pt x="53442" y="107641"/>
                  </a:cubicBezTo>
                  <a:lnTo>
                    <a:pt x="59750" y="108392"/>
                  </a:lnTo>
                  <a:cubicBezTo>
                    <a:pt x="71466" y="188808"/>
                    <a:pt x="85359" y="329516"/>
                    <a:pt x="97300" y="409857"/>
                  </a:cubicBezTo>
                  <a:cubicBezTo>
                    <a:pt x="97698" y="416675"/>
                    <a:pt x="99733" y="423289"/>
                    <a:pt x="103233" y="429153"/>
                  </a:cubicBezTo>
                  <a:cubicBezTo>
                    <a:pt x="105358" y="432014"/>
                    <a:pt x="109406" y="432607"/>
                    <a:pt x="112268" y="430482"/>
                  </a:cubicBezTo>
                  <a:cubicBezTo>
                    <a:pt x="113897" y="429266"/>
                    <a:pt x="114866" y="427359"/>
                    <a:pt x="114874" y="425324"/>
                  </a:cubicBezTo>
                  <a:cubicBezTo>
                    <a:pt x="111419" y="363830"/>
                    <a:pt x="110968" y="302486"/>
                    <a:pt x="108715" y="241067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9" name="Content Placeholder 4">
              <a:extLst>
                <a:ext uri="{FF2B5EF4-FFF2-40B4-BE49-F238E27FC236}">
                  <a16:creationId xmlns:a16="http://schemas.microsoft.com/office/drawing/2014/main" id="{BBECD6CD-99FC-55BE-5247-AA4FF5769892}"/>
                </a:ext>
              </a:extLst>
            </p:cNvPr>
            <p:cNvSpPr/>
            <p:nvPr/>
          </p:nvSpPr>
          <p:spPr>
            <a:xfrm>
              <a:off x="8592109" y="2304929"/>
              <a:ext cx="69651" cy="73659"/>
            </a:xfrm>
            <a:custGeom>
              <a:avLst/>
              <a:gdLst>
                <a:gd name="connsiteX0" fmla="*/ 66135 w 69651"/>
                <a:gd name="connsiteY0" fmla="*/ 43899 h 73659"/>
                <a:gd name="connsiteX1" fmla="*/ 65534 w 69651"/>
                <a:gd name="connsiteY1" fmla="*/ 41722 h 73659"/>
                <a:gd name="connsiteX2" fmla="*/ 62004 w 69651"/>
                <a:gd name="connsiteY2" fmla="*/ 13640 h 73659"/>
                <a:gd name="connsiteX3" fmla="*/ 61253 w 69651"/>
                <a:gd name="connsiteY3" fmla="*/ 801 h 73659"/>
                <a:gd name="connsiteX4" fmla="*/ 34893 w 69651"/>
                <a:gd name="connsiteY4" fmla="*/ -25 h 73659"/>
                <a:gd name="connsiteX5" fmla="*/ 33541 w 69651"/>
                <a:gd name="connsiteY5" fmla="*/ 350 h 73659"/>
                <a:gd name="connsiteX6" fmla="*/ 32941 w 69651"/>
                <a:gd name="connsiteY6" fmla="*/ 1702 h 73659"/>
                <a:gd name="connsiteX7" fmla="*/ 35719 w 69651"/>
                <a:gd name="connsiteY7" fmla="*/ 42097 h 73659"/>
                <a:gd name="connsiteX8" fmla="*/ 25280 w 69651"/>
                <a:gd name="connsiteY8" fmla="*/ 51783 h 73659"/>
                <a:gd name="connsiteX9" fmla="*/ 9284 w 69651"/>
                <a:gd name="connsiteY9" fmla="*/ 59742 h 73659"/>
                <a:gd name="connsiteX10" fmla="*/ 1774 w 69651"/>
                <a:gd name="connsiteY10" fmla="*/ 63947 h 73659"/>
                <a:gd name="connsiteX11" fmla="*/ 873 w 69651"/>
                <a:gd name="connsiteY11" fmla="*/ 71455 h 73659"/>
                <a:gd name="connsiteX12" fmla="*/ 7782 w 69651"/>
                <a:gd name="connsiteY12" fmla="*/ 73557 h 73659"/>
                <a:gd name="connsiteX13" fmla="*/ 64783 w 69651"/>
                <a:gd name="connsiteY13" fmla="*/ 68677 h 73659"/>
                <a:gd name="connsiteX14" fmla="*/ 67937 w 69651"/>
                <a:gd name="connsiteY14" fmla="*/ 67401 h 73659"/>
                <a:gd name="connsiteX15" fmla="*/ 69139 w 69651"/>
                <a:gd name="connsiteY15" fmla="*/ 64923 h 73659"/>
                <a:gd name="connsiteX16" fmla="*/ 66135 w 69651"/>
                <a:gd name="connsiteY16" fmla="*/ 43899 h 7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9651" h="73659">
                  <a:moveTo>
                    <a:pt x="66135" y="43899"/>
                  </a:moveTo>
                  <a:cubicBezTo>
                    <a:pt x="66135" y="43223"/>
                    <a:pt x="65759" y="42473"/>
                    <a:pt x="65534" y="41722"/>
                  </a:cubicBezTo>
                  <a:cubicBezTo>
                    <a:pt x="63198" y="32546"/>
                    <a:pt x="62012" y="23108"/>
                    <a:pt x="62004" y="13640"/>
                  </a:cubicBezTo>
                  <a:cubicBezTo>
                    <a:pt x="62245" y="9345"/>
                    <a:pt x="61989" y="5035"/>
                    <a:pt x="61253" y="801"/>
                  </a:cubicBezTo>
                  <a:cubicBezTo>
                    <a:pt x="55771" y="801"/>
                    <a:pt x="40376" y="-100"/>
                    <a:pt x="34893" y="-25"/>
                  </a:cubicBezTo>
                  <a:cubicBezTo>
                    <a:pt x="34420" y="-18"/>
                    <a:pt x="33955" y="110"/>
                    <a:pt x="33541" y="350"/>
                  </a:cubicBezTo>
                  <a:cubicBezTo>
                    <a:pt x="33181" y="710"/>
                    <a:pt x="32963" y="1191"/>
                    <a:pt x="32941" y="1702"/>
                  </a:cubicBezTo>
                  <a:cubicBezTo>
                    <a:pt x="30613" y="14766"/>
                    <a:pt x="38723" y="29108"/>
                    <a:pt x="35719" y="42097"/>
                  </a:cubicBezTo>
                  <a:cubicBezTo>
                    <a:pt x="34593" y="47203"/>
                    <a:pt x="29711" y="49155"/>
                    <a:pt x="25280" y="51783"/>
                  </a:cubicBezTo>
                  <a:cubicBezTo>
                    <a:pt x="20542" y="55492"/>
                    <a:pt x="15097" y="58195"/>
                    <a:pt x="9284" y="59742"/>
                  </a:cubicBezTo>
                  <a:cubicBezTo>
                    <a:pt x="6521" y="60628"/>
                    <a:pt x="3967" y="62055"/>
                    <a:pt x="1774" y="63947"/>
                  </a:cubicBezTo>
                  <a:cubicBezTo>
                    <a:pt x="-239" y="65937"/>
                    <a:pt x="-607" y="69045"/>
                    <a:pt x="873" y="71455"/>
                  </a:cubicBezTo>
                  <a:cubicBezTo>
                    <a:pt x="2766" y="73115"/>
                    <a:pt x="5281" y="73880"/>
                    <a:pt x="7782" y="73557"/>
                  </a:cubicBezTo>
                  <a:cubicBezTo>
                    <a:pt x="26895" y="73775"/>
                    <a:pt x="45986" y="72138"/>
                    <a:pt x="64783" y="68677"/>
                  </a:cubicBezTo>
                  <a:cubicBezTo>
                    <a:pt x="65939" y="68572"/>
                    <a:pt x="67036" y="68129"/>
                    <a:pt x="67937" y="67401"/>
                  </a:cubicBezTo>
                  <a:cubicBezTo>
                    <a:pt x="68560" y="66702"/>
                    <a:pt x="68973" y="65846"/>
                    <a:pt x="69139" y="64923"/>
                  </a:cubicBezTo>
                  <a:cubicBezTo>
                    <a:pt x="70340" y="57775"/>
                    <a:pt x="69289" y="50424"/>
                    <a:pt x="66135" y="43899"/>
                  </a:cubicBezTo>
                  <a:close/>
                </a:path>
              </a:pathLst>
            </a:custGeom>
            <a:solidFill>
              <a:srgbClr val="BE9F3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0" name="Content Placeholder 4">
              <a:extLst>
                <a:ext uri="{FF2B5EF4-FFF2-40B4-BE49-F238E27FC236}">
                  <a16:creationId xmlns:a16="http://schemas.microsoft.com/office/drawing/2014/main" id="{AE049E7E-BF1E-4EB5-4B54-B7A4CC110E96}"/>
                </a:ext>
              </a:extLst>
            </p:cNvPr>
            <p:cNvSpPr/>
            <p:nvPr/>
          </p:nvSpPr>
          <p:spPr>
            <a:xfrm>
              <a:off x="8666850" y="2302593"/>
              <a:ext cx="62280" cy="74365"/>
            </a:xfrm>
            <a:custGeom>
              <a:avLst/>
              <a:gdLst>
                <a:gd name="connsiteX0" fmla="*/ 60711 w 62280"/>
                <a:gd name="connsiteY0" fmla="*/ 51116 h 74365"/>
                <a:gd name="connsiteX1" fmla="*/ 58083 w 62280"/>
                <a:gd name="connsiteY1" fmla="*/ 45409 h 74365"/>
                <a:gd name="connsiteX2" fmla="*/ 58083 w 62280"/>
                <a:gd name="connsiteY2" fmla="*/ 38727 h 74365"/>
                <a:gd name="connsiteX3" fmla="*/ 58083 w 62280"/>
                <a:gd name="connsiteY3" fmla="*/ 8693 h 74365"/>
                <a:gd name="connsiteX4" fmla="*/ 55229 w 62280"/>
                <a:gd name="connsiteY4" fmla="*/ 734 h 74365"/>
                <a:gd name="connsiteX5" fmla="*/ 49297 w 62280"/>
                <a:gd name="connsiteY5" fmla="*/ 284 h 74365"/>
                <a:gd name="connsiteX6" fmla="*/ 31873 w 62280"/>
                <a:gd name="connsiteY6" fmla="*/ 3362 h 74365"/>
                <a:gd name="connsiteX7" fmla="*/ 27067 w 62280"/>
                <a:gd name="connsiteY7" fmla="*/ 7214 h 74365"/>
                <a:gd name="connsiteX8" fmla="*/ 27517 w 62280"/>
                <a:gd name="connsiteY8" fmla="*/ 9669 h 74365"/>
                <a:gd name="connsiteX9" fmla="*/ 29545 w 62280"/>
                <a:gd name="connsiteY9" fmla="*/ 38576 h 74365"/>
                <a:gd name="connsiteX10" fmla="*/ 29545 w 62280"/>
                <a:gd name="connsiteY10" fmla="*/ 46836 h 74365"/>
                <a:gd name="connsiteX11" fmla="*/ 7616 w 62280"/>
                <a:gd name="connsiteY11" fmla="*/ 61402 h 74365"/>
                <a:gd name="connsiteX12" fmla="*/ 1232 w 62280"/>
                <a:gd name="connsiteY12" fmla="*/ 65607 h 74365"/>
                <a:gd name="connsiteX13" fmla="*/ 1232 w 62280"/>
                <a:gd name="connsiteY13" fmla="*/ 72665 h 74365"/>
                <a:gd name="connsiteX14" fmla="*/ 7541 w 62280"/>
                <a:gd name="connsiteY14" fmla="*/ 74167 h 74365"/>
                <a:gd name="connsiteX15" fmla="*/ 58459 w 62280"/>
                <a:gd name="connsiteY15" fmla="*/ 66133 h 74365"/>
                <a:gd name="connsiteX16" fmla="*/ 61162 w 62280"/>
                <a:gd name="connsiteY16" fmla="*/ 64781 h 74365"/>
                <a:gd name="connsiteX17" fmla="*/ 62063 w 62280"/>
                <a:gd name="connsiteY17" fmla="*/ 62528 h 74365"/>
                <a:gd name="connsiteX18" fmla="*/ 60711 w 62280"/>
                <a:gd name="connsiteY18" fmla="*/ 51116 h 74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2280" h="74365">
                  <a:moveTo>
                    <a:pt x="60711" y="51116"/>
                  </a:moveTo>
                  <a:cubicBezTo>
                    <a:pt x="60111" y="49088"/>
                    <a:pt x="58759" y="47361"/>
                    <a:pt x="58083" y="45409"/>
                  </a:cubicBezTo>
                  <a:cubicBezTo>
                    <a:pt x="57700" y="43194"/>
                    <a:pt x="57700" y="40942"/>
                    <a:pt x="58083" y="38727"/>
                  </a:cubicBezTo>
                  <a:cubicBezTo>
                    <a:pt x="58083" y="28816"/>
                    <a:pt x="58083" y="18904"/>
                    <a:pt x="58083" y="8693"/>
                  </a:cubicBezTo>
                  <a:cubicBezTo>
                    <a:pt x="58083" y="5765"/>
                    <a:pt x="58083" y="2236"/>
                    <a:pt x="55229" y="734"/>
                  </a:cubicBezTo>
                  <a:cubicBezTo>
                    <a:pt x="53359" y="-92"/>
                    <a:pt x="51264" y="-257"/>
                    <a:pt x="49297" y="284"/>
                  </a:cubicBezTo>
                  <a:lnTo>
                    <a:pt x="31873" y="3362"/>
                  </a:lnTo>
                  <a:cubicBezTo>
                    <a:pt x="29485" y="3099"/>
                    <a:pt x="27329" y="4826"/>
                    <a:pt x="27067" y="7214"/>
                  </a:cubicBezTo>
                  <a:cubicBezTo>
                    <a:pt x="26977" y="8062"/>
                    <a:pt x="27134" y="8911"/>
                    <a:pt x="27517" y="9669"/>
                  </a:cubicBezTo>
                  <a:cubicBezTo>
                    <a:pt x="29245" y="19205"/>
                    <a:pt x="29921" y="28898"/>
                    <a:pt x="29545" y="38576"/>
                  </a:cubicBezTo>
                  <a:cubicBezTo>
                    <a:pt x="29395" y="41325"/>
                    <a:pt x="29395" y="44088"/>
                    <a:pt x="29545" y="46836"/>
                  </a:cubicBezTo>
                  <a:cubicBezTo>
                    <a:pt x="22891" y="52617"/>
                    <a:pt x="15524" y="57513"/>
                    <a:pt x="7616" y="61402"/>
                  </a:cubicBezTo>
                  <a:cubicBezTo>
                    <a:pt x="5220" y="62348"/>
                    <a:pt x="3043" y="63775"/>
                    <a:pt x="1232" y="65607"/>
                  </a:cubicBezTo>
                  <a:cubicBezTo>
                    <a:pt x="-450" y="67657"/>
                    <a:pt x="-450" y="70615"/>
                    <a:pt x="1232" y="72665"/>
                  </a:cubicBezTo>
                  <a:cubicBezTo>
                    <a:pt x="2997" y="74092"/>
                    <a:pt x="5318" y="74647"/>
                    <a:pt x="7541" y="74167"/>
                  </a:cubicBezTo>
                  <a:cubicBezTo>
                    <a:pt x="24731" y="73108"/>
                    <a:pt x="41779" y="70420"/>
                    <a:pt x="58459" y="66133"/>
                  </a:cubicBezTo>
                  <a:cubicBezTo>
                    <a:pt x="59465" y="65930"/>
                    <a:pt x="60396" y="65464"/>
                    <a:pt x="61162" y="64781"/>
                  </a:cubicBezTo>
                  <a:cubicBezTo>
                    <a:pt x="61643" y="64120"/>
                    <a:pt x="61958" y="63339"/>
                    <a:pt x="62063" y="62528"/>
                  </a:cubicBezTo>
                  <a:cubicBezTo>
                    <a:pt x="62551" y="58669"/>
                    <a:pt x="62086" y="54750"/>
                    <a:pt x="60711" y="51116"/>
                  </a:cubicBezTo>
                  <a:close/>
                </a:path>
              </a:pathLst>
            </a:custGeom>
            <a:solidFill>
              <a:srgbClr val="BE9F3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1" name="Content Placeholder 4">
              <a:extLst>
                <a:ext uri="{FF2B5EF4-FFF2-40B4-BE49-F238E27FC236}">
                  <a16:creationId xmlns:a16="http://schemas.microsoft.com/office/drawing/2014/main" id="{4F9F0FDC-AC2E-9AFB-60A6-E28C157F4CD3}"/>
                </a:ext>
              </a:extLst>
            </p:cNvPr>
            <p:cNvSpPr/>
            <p:nvPr/>
          </p:nvSpPr>
          <p:spPr>
            <a:xfrm>
              <a:off x="8583174" y="1701015"/>
              <a:ext cx="168690" cy="390528"/>
            </a:xfrm>
            <a:custGeom>
              <a:avLst/>
              <a:gdLst>
                <a:gd name="connsiteX0" fmla="*/ 55244 w 168690"/>
                <a:gd name="connsiteY0" fmla="*/ 18079 h 390528"/>
                <a:gd name="connsiteX1" fmla="*/ 62754 w 168690"/>
                <a:gd name="connsiteY1" fmla="*/ 15301 h 390528"/>
                <a:gd name="connsiteX2" fmla="*/ 99478 w 168690"/>
                <a:gd name="connsiteY2" fmla="*/ 1185 h 390528"/>
                <a:gd name="connsiteX3" fmla="*/ 109016 w 168690"/>
                <a:gd name="connsiteY3" fmla="*/ 2311 h 390528"/>
                <a:gd name="connsiteX4" fmla="*/ 144463 w 168690"/>
                <a:gd name="connsiteY4" fmla="*/ 77921 h 390528"/>
                <a:gd name="connsiteX5" fmla="*/ 165191 w 168690"/>
                <a:gd name="connsiteY5" fmla="*/ 372103 h 390528"/>
                <a:gd name="connsiteX6" fmla="*/ -29 w 168690"/>
                <a:gd name="connsiteY6" fmla="*/ 390498 h 390528"/>
                <a:gd name="connsiteX7" fmla="*/ 9959 w 168690"/>
                <a:gd name="connsiteY7" fmla="*/ 316315 h 390528"/>
                <a:gd name="connsiteX8" fmla="*/ 15892 w 168690"/>
                <a:gd name="connsiteY8" fmla="*/ 199108 h 390528"/>
                <a:gd name="connsiteX9" fmla="*/ 20248 w 168690"/>
                <a:gd name="connsiteY9" fmla="*/ 81525 h 390528"/>
                <a:gd name="connsiteX10" fmla="*/ 24078 w 168690"/>
                <a:gd name="connsiteY10" fmla="*/ 33922 h 390528"/>
                <a:gd name="connsiteX11" fmla="*/ 47059 w 168690"/>
                <a:gd name="connsiteY11" fmla="*/ 20332 h 390528"/>
                <a:gd name="connsiteX12" fmla="*/ 55244 w 168690"/>
                <a:gd name="connsiteY12" fmla="*/ 18079 h 390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8690" h="390528">
                  <a:moveTo>
                    <a:pt x="55244" y="18079"/>
                  </a:moveTo>
                  <a:lnTo>
                    <a:pt x="62754" y="15301"/>
                  </a:lnTo>
                  <a:lnTo>
                    <a:pt x="99478" y="1185"/>
                  </a:lnTo>
                  <a:cubicBezTo>
                    <a:pt x="102512" y="-790"/>
                    <a:pt x="106522" y="-317"/>
                    <a:pt x="109016" y="2311"/>
                  </a:cubicBezTo>
                  <a:cubicBezTo>
                    <a:pt x="131546" y="20707"/>
                    <a:pt x="138155" y="50666"/>
                    <a:pt x="144463" y="77921"/>
                  </a:cubicBezTo>
                  <a:cubicBezTo>
                    <a:pt x="166640" y="174307"/>
                    <a:pt x="173639" y="273562"/>
                    <a:pt x="165191" y="372103"/>
                  </a:cubicBezTo>
                  <a:cubicBezTo>
                    <a:pt x="110533" y="381503"/>
                    <a:pt x="55357" y="387645"/>
                    <a:pt x="-29" y="390498"/>
                  </a:cubicBezTo>
                  <a:cubicBezTo>
                    <a:pt x="3050" y="390498"/>
                    <a:pt x="9283" y="322922"/>
                    <a:pt x="9959" y="316315"/>
                  </a:cubicBezTo>
                  <a:cubicBezTo>
                    <a:pt x="14225" y="277399"/>
                    <a:pt x="16207" y="238257"/>
                    <a:pt x="15892" y="199108"/>
                  </a:cubicBezTo>
                  <a:cubicBezTo>
                    <a:pt x="15441" y="159839"/>
                    <a:pt x="17469" y="120720"/>
                    <a:pt x="20248" y="81525"/>
                  </a:cubicBezTo>
                  <a:cubicBezTo>
                    <a:pt x="21352" y="65608"/>
                    <a:pt x="22629" y="49742"/>
                    <a:pt x="24078" y="33922"/>
                  </a:cubicBezTo>
                  <a:cubicBezTo>
                    <a:pt x="24678" y="27765"/>
                    <a:pt x="42552" y="21308"/>
                    <a:pt x="47059" y="20332"/>
                  </a:cubicBezTo>
                  <a:cubicBezTo>
                    <a:pt x="50062" y="19731"/>
                    <a:pt x="52541" y="18680"/>
                    <a:pt x="55244" y="18079"/>
                  </a:cubicBezTo>
                  <a:close/>
                </a:path>
              </a:pathLst>
            </a:custGeom>
            <a:solidFill>
              <a:srgbClr val="FCEE9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812" name="Content Placeholder 4">
              <a:extLst>
                <a:ext uri="{FF2B5EF4-FFF2-40B4-BE49-F238E27FC236}">
                  <a16:creationId xmlns:a16="http://schemas.microsoft.com/office/drawing/2014/main" id="{37EE9DBE-E0DD-2831-C6AC-B66AAE082E78}"/>
                </a:ext>
              </a:extLst>
            </p:cNvPr>
            <p:cNvGrpSpPr/>
            <p:nvPr/>
          </p:nvGrpSpPr>
          <p:grpSpPr>
            <a:xfrm>
              <a:off x="8457316" y="1681538"/>
              <a:ext cx="104399" cy="189998"/>
              <a:chOff x="7482955" y="1833719"/>
              <a:chExt cx="104399" cy="189998"/>
            </a:xfrm>
          </p:grpSpPr>
          <p:sp>
            <p:nvSpPr>
              <p:cNvPr id="816" name="Content Placeholder 4">
                <a:extLst>
                  <a:ext uri="{FF2B5EF4-FFF2-40B4-BE49-F238E27FC236}">
                    <a16:creationId xmlns:a16="http://schemas.microsoft.com/office/drawing/2014/main" id="{47E2AA3D-9EAC-991D-FDB0-B094BD0272A0}"/>
                  </a:ext>
                </a:extLst>
              </p:cNvPr>
              <p:cNvSpPr/>
              <p:nvPr/>
            </p:nvSpPr>
            <p:spPr>
              <a:xfrm>
                <a:off x="7523926" y="1887312"/>
                <a:ext cx="43956" cy="74791"/>
              </a:xfrm>
              <a:custGeom>
                <a:avLst/>
                <a:gdLst>
                  <a:gd name="connsiteX0" fmla="*/ 17267 w 43956"/>
                  <a:gd name="connsiteY0" fmla="*/ 32543 h 74791"/>
                  <a:gd name="connsiteX1" fmla="*/ 2247 w 43956"/>
                  <a:gd name="connsiteY1" fmla="*/ 11144 h 74791"/>
                  <a:gd name="connsiteX2" fmla="*/ 820 w 43956"/>
                  <a:gd name="connsiteY2" fmla="*/ 2059 h 74791"/>
                  <a:gd name="connsiteX3" fmla="*/ 6077 w 43956"/>
                  <a:gd name="connsiteY3" fmla="*/ 32 h 74791"/>
                  <a:gd name="connsiteX4" fmla="*/ 11484 w 43956"/>
                  <a:gd name="connsiteY4" fmla="*/ 2359 h 74791"/>
                  <a:gd name="connsiteX5" fmla="*/ 18018 w 43956"/>
                  <a:gd name="connsiteY5" fmla="*/ 7991 h 74791"/>
                  <a:gd name="connsiteX6" fmla="*/ 34841 w 43956"/>
                  <a:gd name="connsiteY6" fmla="*/ 43956 h 74791"/>
                  <a:gd name="connsiteX7" fmla="*/ 43927 w 43956"/>
                  <a:gd name="connsiteY7" fmla="*/ 71737 h 74791"/>
                  <a:gd name="connsiteX8" fmla="*/ 39797 w 43956"/>
                  <a:gd name="connsiteY8" fmla="*/ 74666 h 74791"/>
                  <a:gd name="connsiteX9" fmla="*/ 38670 w 43956"/>
                  <a:gd name="connsiteY9" fmla="*/ 74666 h 74791"/>
                  <a:gd name="connsiteX10" fmla="*/ 37844 w 43956"/>
                  <a:gd name="connsiteY10" fmla="*/ 73765 h 74791"/>
                  <a:gd name="connsiteX11" fmla="*/ 27931 w 43956"/>
                  <a:gd name="connsiteY11" fmla="*/ 53642 h 74791"/>
                  <a:gd name="connsiteX12" fmla="*/ 17267 w 43956"/>
                  <a:gd name="connsiteY12" fmla="*/ 32543 h 74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3956" h="74791">
                    <a:moveTo>
                      <a:pt x="17267" y="32543"/>
                    </a:moveTo>
                    <a:cubicBezTo>
                      <a:pt x="11935" y="25711"/>
                      <a:pt x="7203" y="18427"/>
                      <a:pt x="2247" y="11144"/>
                    </a:cubicBezTo>
                    <a:cubicBezTo>
                      <a:pt x="520" y="8366"/>
                      <a:pt x="-1057" y="4687"/>
                      <a:pt x="820" y="2059"/>
                    </a:cubicBezTo>
                    <a:cubicBezTo>
                      <a:pt x="2097" y="505"/>
                      <a:pt x="4087" y="-261"/>
                      <a:pt x="6077" y="32"/>
                    </a:cubicBezTo>
                    <a:cubicBezTo>
                      <a:pt x="8037" y="362"/>
                      <a:pt x="9892" y="1158"/>
                      <a:pt x="11484" y="2359"/>
                    </a:cubicBezTo>
                    <a:cubicBezTo>
                      <a:pt x="13812" y="4049"/>
                      <a:pt x="15998" y="5933"/>
                      <a:pt x="18018" y="7991"/>
                    </a:cubicBezTo>
                    <a:cubicBezTo>
                      <a:pt x="26527" y="18397"/>
                      <a:pt x="32310" y="30756"/>
                      <a:pt x="34841" y="43956"/>
                    </a:cubicBezTo>
                    <a:cubicBezTo>
                      <a:pt x="37469" y="53417"/>
                      <a:pt x="37995" y="63854"/>
                      <a:pt x="43927" y="71737"/>
                    </a:cubicBezTo>
                    <a:lnTo>
                      <a:pt x="39797" y="74666"/>
                    </a:lnTo>
                    <a:cubicBezTo>
                      <a:pt x="39429" y="74793"/>
                      <a:pt x="39038" y="74793"/>
                      <a:pt x="38670" y="74666"/>
                    </a:cubicBezTo>
                    <a:cubicBezTo>
                      <a:pt x="38303" y="74463"/>
                      <a:pt x="38017" y="74148"/>
                      <a:pt x="37844" y="73765"/>
                    </a:cubicBezTo>
                    <a:cubicBezTo>
                      <a:pt x="34540" y="67007"/>
                      <a:pt x="31761" y="60175"/>
                      <a:pt x="27931" y="53642"/>
                    </a:cubicBezTo>
                    <a:cubicBezTo>
                      <a:pt x="24777" y="46411"/>
                      <a:pt x="21217" y="39369"/>
                      <a:pt x="17267" y="32543"/>
                    </a:cubicBezTo>
                    <a:close/>
                  </a:path>
                </a:pathLst>
              </a:custGeom>
              <a:solidFill>
                <a:srgbClr val="EDEDED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17" name="Content Placeholder 4">
                <a:extLst>
                  <a:ext uri="{FF2B5EF4-FFF2-40B4-BE49-F238E27FC236}">
                    <a16:creationId xmlns:a16="http://schemas.microsoft.com/office/drawing/2014/main" id="{7D58D427-7CD3-9145-FA0A-403B868D4FD0}"/>
                  </a:ext>
                </a:extLst>
              </p:cNvPr>
              <p:cNvSpPr/>
              <p:nvPr/>
            </p:nvSpPr>
            <p:spPr>
              <a:xfrm>
                <a:off x="7537092" y="1921574"/>
                <a:ext cx="50262" cy="47105"/>
              </a:xfrm>
              <a:custGeom>
                <a:avLst/>
                <a:gdLst>
                  <a:gd name="connsiteX0" fmla="*/ 45782 w 50262"/>
                  <a:gd name="connsiteY0" fmla="*/ 43407 h 47105"/>
                  <a:gd name="connsiteX1" fmla="*/ 47960 w 50262"/>
                  <a:gd name="connsiteY1" fmla="*/ 42956 h 47105"/>
                  <a:gd name="connsiteX2" fmla="*/ 49161 w 50262"/>
                  <a:gd name="connsiteY2" fmla="*/ 40403 h 47105"/>
                  <a:gd name="connsiteX3" fmla="*/ 48185 w 50262"/>
                  <a:gd name="connsiteY3" fmla="*/ 308 h 47105"/>
                  <a:gd name="connsiteX4" fmla="*/ 39023 w 50262"/>
                  <a:gd name="connsiteY4" fmla="*/ 308 h 47105"/>
                  <a:gd name="connsiteX5" fmla="*/ 14315 w 50262"/>
                  <a:gd name="connsiteY5" fmla="*/ 3462 h 47105"/>
                  <a:gd name="connsiteX6" fmla="*/ -29 w 50262"/>
                  <a:gd name="connsiteY6" fmla="*/ 6540 h 47105"/>
                  <a:gd name="connsiteX7" fmla="*/ 6504 w 50262"/>
                  <a:gd name="connsiteY7" fmla="*/ 46936 h 47105"/>
                  <a:gd name="connsiteX8" fmla="*/ 45782 w 50262"/>
                  <a:gd name="connsiteY8" fmla="*/ 43407 h 471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0262" h="47105">
                    <a:moveTo>
                      <a:pt x="45782" y="43407"/>
                    </a:moveTo>
                    <a:cubicBezTo>
                      <a:pt x="46540" y="43489"/>
                      <a:pt x="47299" y="43332"/>
                      <a:pt x="47960" y="42956"/>
                    </a:cubicBezTo>
                    <a:cubicBezTo>
                      <a:pt x="48673" y="42295"/>
                      <a:pt x="49108" y="41379"/>
                      <a:pt x="49161" y="40403"/>
                    </a:cubicBezTo>
                    <a:cubicBezTo>
                      <a:pt x="50866" y="27068"/>
                      <a:pt x="50535" y="13546"/>
                      <a:pt x="48185" y="308"/>
                    </a:cubicBezTo>
                    <a:cubicBezTo>
                      <a:pt x="45143" y="-142"/>
                      <a:pt x="42057" y="-142"/>
                      <a:pt x="39023" y="308"/>
                    </a:cubicBezTo>
                    <a:lnTo>
                      <a:pt x="14315" y="3462"/>
                    </a:lnTo>
                    <a:cubicBezTo>
                      <a:pt x="9426" y="3882"/>
                      <a:pt x="4604" y="4911"/>
                      <a:pt x="-29" y="6540"/>
                    </a:cubicBezTo>
                    <a:lnTo>
                      <a:pt x="6504" y="46936"/>
                    </a:lnTo>
                    <a:cubicBezTo>
                      <a:pt x="6580" y="47912"/>
                      <a:pt x="42552" y="43482"/>
                      <a:pt x="45782" y="43407"/>
                    </a:cubicBezTo>
                    <a:close/>
                  </a:path>
                </a:pathLst>
              </a:custGeom>
              <a:solidFill>
                <a:srgbClr val="E2E2E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18" name="Content Placeholder 4">
                <a:extLst>
                  <a:ext uri="{FF2B5EF4-FFF2-40B4-BE49-F238E27FC236}">
                    <a16:creationId xmlns:a16="http://schemas.microsoft.com/office/drawing/2014/main" id="{D6604146-A1D1-68AA-1C7C-64D212A0DCC6}"/>
                  </a:ext>
                </a:extLst>
              </p:cNvPr>
              <p:cNvSpPr/>
              <p:nvPr/>
            </p:nvSpPr>
            <p:spPr>
              <a:xfrm>
                <a:off x="7494201" y="1837957"/>
                <a:ext cx="37784" cy="48927"/>
              </a:xfrm>
              <a:custGeom>
                <a:avLst/>
                <a:gdLst>
                  <a:gd name="connsiteX0" fmla="*/ 35802 w 37784"/>
                  <a:gd name="connsiteY0" fmla="*/ 38424 h 48927"/>
                  <a:gd name="connsiteX1" fmla="*/ 29193 w 37784"/>
                  <a:gd name="connsiteY1" fmla="*/ 45332 h 48927"/>
                  <a:gd name="connsiteX2" fmla="*/ 22284 w 37784"/>
                  <a:gd name="connsiteY2" fmla="*/ 48861 h 48927"/>
                  <a:gd name="connsiteX3" fmla="*/ 11019 w 37784"/>
                  <a:gd name="connsiteY3" fmla="*/ 42103 h 48927"/>
                  <a:gd name="connsiteX4" fmla="*/ 430 w 37784"/>
                  <a:gd name="connsiteY4" fmla="*/ 24759 h 48927"/>
                  <a:gd name="connsiteX5" fmla="*/ 16186 w 37784"/>
                  <a:gd name="connsiteY5" fmla="*/ 424 h 48927"/>
                  <a:gd name="connsiteX6" fmla="*/ 21158 w 37784"/>
                  <a:gd name="connsiteY6" fmla="*/ -19 h 48927"/>
                  <a:gd name="connsiteX7" fmla="*/ 37755 w 37784"/>
                  <a:gd name="connsiteY7" fmla="*/ 12145 h 48927"/>
                  <a:gd name="connsiteX8" fmla="*/ 37229 w 37784"/>
                  <a:gd name="connsiteY8" fmla="*/ 23783 h 48927"/>
                  <a:gd name="connsiteX9" fmla="*/ 35802 w 37784"/>
                  <a:gd name="connsiteY9" fmla="*/ 38424 h 489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7784" h="48927">
                    <a:moveTo>
                      <a:pt x="35802" y="38424"/>
                    </a:moveTo>
                    <a:cubicBezTo>
                      <a:pt x="34165" y="41210"/>
                      <a:pt x="31905" y="43575"/>
                      <a:pt x="29193" y="45332"/>
                    </a:cubicBezTo>
                    <a:cubicBezTo>
                      <a:pt x="27241" y="47096"/>
                      <a:pt x="24860" y="48313"/>
                      <a:pt x="22284" y="48861"/>
                    </a:cubicBezTo>
                    <a:cubicBezTo>
                      <a:pt x="17703" y="49311"/>
                      <a:pt x="13948" y="45557"/>
                      <a:pt x="11019" y="42103"/>
                    </a:cubicBezTo>
                    <a:cubicBezTo>
                      <a:pt x="6093" y="37305"/>
                      <a:pt x="2450" y="31336"/>
                      <a:pt x="430" y="24759"/>
                    </a:cubicBezTo>
                    <a:cubicBezTo>
                      <a:pt x="-1943" y="13691"/>
                      <a:pt x="5116" y="2796"/>
                      <a:pt x="16186" y="424"/>
                    </a:cubicBezTo>
                    <a:cubicBezTo>
                      <a:pt x="17816" y="71"/>
                      <a:pt x="19490" y="-72"/>
                      <a:pt x="21158" y="-19"/>
                    </a:cubicBezTo>
                    <a:cubicBezTo>
                      <a:pt x="28668" y="-19"/>
                      <a:pt x="37830" y="3510"/>
                      <a:pt x="37755" y="12145"/>
                    </a:cubicBezTo>
                    <a:cubicBezTo>
                      <a:pt x="37755" y="16049"/>
                      <a:pt x="37079" y="19653"/>
                      <a:pt x="37229" y="23783"/>
                    </a:cubicBezTo>
                    <a:cubicBezTo>
                      <a:pt x="38002" y="28708"/>
                      <a:pt x="37514" y="33746"/>
                      <a:pt x="35802" y="38424"/>
                    </a:cubicBezTo>
                    <a:close/>
                  </a:path>
                </a:pathLst>
              </a:custGeom>
              <a:solidFill>
                <a:srgbClr val="EDDCD1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19" name="Content Placeholder 4">
                <a:extLst>
                  <a:ext uri="{FF2B5EF4-FFF2-40B4-BE49-F238E27FC236}">
                    <a16:creationId xmlns:a16="http://schemas.microsoft.com/office/drawing/2014/main" id="{B371324F-4C9F-3F25-48D8-093974CBB2E3}"/>
                  </a:ext>
                </a:extLst>
              </p:cNvPr>
              <p:cNvSpPr/>
              <p:nvPr/>
            </p:nvSpPr>
            <p:spPr>
              <a:xfrm>
                <a:off x="7482955" y="1833719"/>
                <a:ext cx="55075" cy="59661"/>
              </a:xfrm>
              <a:custGeom>
                <a:avLst/>
                <a:gdLst>
                  <a:gd name="connsiteX0" fmla="*/ 49226 w 55075"/>
                  <a:gd name="connsiteY0" fmla="*/ 8574 h 59661"/>
                  <a:gd name="connsiteX1" fmla="*/ 54934 w 55075"/>
                  <a:gd name="connsiteY1" fmla="*/ 22164 h 59661"/>
                  <a:gd name="connsiteX2" fmla="*/ 54934 w 55075"/>
                  <a:gd name="connsiteY2" fmla="*/ 23441 h 59661"/>
                  <a:gd name="connsiteX3" fmla="*/ 52981 w 55075"/>
                  <a:gd name="connsiteY3" fmla="*/ 24267 h 59661"/>
                  <a:gd name="connsiteX4" fmla="*/ 29700 w 55075"/>
                  <a:gd name="connsiteY4" fmla="*/ 24792 h 59661"/>
                  <a:gd name="connsiteX5" fmla="*/ 22716 w 55075"/>
                  <a:gd name="connsiteY5" fmla="*/ 27495 h 59661"/>
                  <a:gd name="connsiteX6" fmla="*/ 22265 w 55075"/>
                  <a:gd name="connsiteY6" fmla="*/ 31775 h 59661"/>
                  <a:gd name="connsiteX7" fmla="*/ 25044 w 55075"/>
                  <a:gd name="connsiteY7" fmla="*/ 41536 h 59661"/>
                  <a:gd name="connsiteX8" fmla="*/ 20087 w 55075"/>
                  <a:gd name="connsiteY8" fmla="*/ 33202 h 59661"/>
                  <a:gd name="connsiteX9" fmla="*/ 16783 w 55075"/>
                  <a:gd name="connsiteY9" fmla="*/ 29222 h 59661"/>
                  <a:gd name="connsiteX10" fmla="*/ 15131 w 55075"/>
                  <a:gd name="connsiteY10" fmla="*/ 33652 h 59661"/>
                  <a:gd name="connsiteX11" fmla="*/ 18660 w 55075"/>
                  <a:gd name="connsiteY11" fmla="*/ 37932 h 59661"/>
                  <a:gd name="connsiteX12" fmla="*/ 20313 w 55075"/>
                  <a:gd name="connsiteY12" fmla="*/ 41986 h 59661"/>
                  <a:gd name="connsiteX13" fmla="*/ 25570 w 55075"/>
                  <a:gd name="connsiteY13" fmla="*/ 52949 h 59661"/>
                  <a:gd name="connsiteX14" fmla="*/ 35483 w 55075"/>
                  <a:gd name="connsiteY14" fmla="*/ 59631 h 59661"/>
                  <a:gd name="connsiteX15" fmla="*/ 25795 w 55075"/>
                  <a:gd name="connsiteY15" fmla="*/ 57904 h 59661"/>
                  <a:gd name="connsiteX16" fmla="*/ 15581 w 55075"/>
                  <a:gd name="connsiteY16" fmla="*/ 55952 h 59661"/>
                  <a:gd name="connsiteX17" fmla="*/ 8672 w 55075"/>
                  <a:gd name="connsiteY17" fmla="*/ 53550 h 59661"/>
                  <a:gd name="connsiteX18" fmla="*/ 5142 w 55075"/>
                  <a:gd name="connsiteY18" fmla="*/ 50021 h 59661"/>
                  <a:gd name="connsiteX19" fmla="*/ 411 w 55075"/>
                  <a:gd name="connsiteY19" fmla="*/ 25843 h 59661"/>
                  <a:gd name="connsiteX20" fmla="*/ 7020 w 55075"/>
                  <a:gd name="connsiteY20" fmla="*/ 7748 h 59661"/>
                  <a:gd name="connsiteX21" fmla="*/ 28048 w 55075"/>
                  <a:gd name="connsiteY21" fmla="*/ 240 h 59661"/>
                  <a:gd name="connsiteX22" fmla="*/ 49226 w 55075"/>
                  <a:gd name="connsiteY22" fmla="*/ 8574 h 596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55075" h="59661">
                    <a:moveTo>
                      <a:pt x="49226" y="8574"/>
                    </a:moveTo>
                    <a:cubicBezTo>
                      <a:pt x="51990" y="12689"/>
                      <a:pt x="53935" y="17306"/>
                      <a:pt x="54934" y="22164"/>
                    </a:cubicBezTo>
                    <a:cubicBezTo>
                      <a:pt x="55084" y="22577"/>
                      <a:pt x="55084" y="23028"/>
                      <a:pt x="54934" y="23441"/>
                    </a:cubicBezTo>
                    <a:cubicBezTo>
                      <a:pt x="54934" y="24116"/>
                      <a:pt x="53732" y="24267"/>
                      <a:pt x="52981" y="24267"/>
                    </a:cubicBezTo>
                    <a:lnTo>
                      <a:pt x="29700" y="24792"/>
                    </a:lnTo>
                    <a:cubicBezTo>
                      <a:pt x="27072" y="24792"/>
                      <a:pt x="23993" y="25243"/>
                      <a:pt x="22716" y="27495"/>
                    </a:cubicBezTo>
                    <a:cubicBezTo>
                      <a:pt x="22153" y="28847"/>
                      <a:pt x="21995" y="30333"/>
                      <a:pt x="22265" y="31775"/>
                    </a:cubicBezTo>
                    <a:cubicBezTo>
                      <a:pt x="22731" y="35146"/>
                      <a:pt x="23662" y="38427"/>
                      <a:pt x="25044" y="41536"/>
                    </a:cubicBezTo>
                    <a:cubicBezTo>
                      <a:pt x="22611" y="39298"/>
                      <a:pt x="20891" y="36408"/>
                      <a:pt x="20087" y="33202"/>
                    </a:cubicBezTo>
                    <a:cubicBezTo>
                      <a:pt x="19562" y="31325"/>
                      <a:pt x="18660" y="29072"/>
                      <a:pt x="16783" y="29222"/>
                    </a:cubicBezTo>
                    <a:cubicBezTo>
                      <a:pt x="14905" y="29372"/>
                      <a:pt x="14305" y="32000"/>
                      <a:pt x="15131" y="33652"/>
                    </a:cubicBezTo>
                    <a:cubicBezTo>
                      <a:pt x="16227" y="35146"/>
                      <a:pt x="17406" y="36573"/>
                      <a:pt x="18660" y="37932"/>
                    </a:cubicBezTo>
                    <a:cubicBezTo>
                      <a:pt x="19404" y="39193"/>
                      <a:pt x="19960" y="40560"/>
                      <a:pt x="20313" y="41986"/>
                    </a:cubicBezTo>
                    <a:cubicBezTo>
                      <a:pt x="21432" y="45913"/>
                      <a:pt x="23212" y="49615"/>
                      <a:pt x="25570" y="52949"/>
                    </a:cubicBezTo>
                    <a:cubicBezTo>
                      <a:pt x="27980" y="56283"/>
                      <a:pt x="31487" y="58648"/>
                      <a:pt x="35483" y="59631"/>
                    </a:cubicBezTo>
                    <a:lnTo>
                      <a:pt x="25795" y="57904"/>
                    </a:lnTo>
                    <a:lnTo>
                      <a:pt x="15581" y="55952"/>
                    </a:lnTo>
                    <a:cubicBezTo>
                      <a:pt x="13133" y="55652"/>
                      <a:pt x="10775" y="54833"/>
                      <a:pt x="8672" y="53550"/>
                    </a:cubicBezTo>
                    <a:cubicBezTo>
                      <a:pt x="7283" y="52611"/>
                      <a:pt x="6081" y="51410"/>
                      <a:pt x="5142" y="50021"/>
                    </a:cubicBezTo>
                    <a:cubicBezTo>
                      <a:pt x="764" y="42775"/>
                      <a:pt x="-910" y="34208"/>
                      <a:pt x="411" y="25843"/>
                    </a:cubicBezTo>
                    <a:cubicBezTo>
                      <a:pt x="501" y="19236"/>
                      <a:pt x="2837" y="12861"/>
                      <a:pt x="7020" y="7748"/>
                    </a:cubicBezTo>
                    <a:cubicBezTo>
                      <a:pt x="12953" y="2898"/>
                      <a:pt x="20380" y="247"/>
                      <a:pt x="28048" y="240"/>
                    </a:cubicBezTo>
                    <a:cubicBezTo>
                      <a:pt x="36099" y="-1014"/>
                      <a:pt x="44195" y="2169"/>
                      <a:pt x="49226" y="8574"/>
                    </a:cubicBezTo>
                    <a:close/>
                  </a:path>
                </a:pathLst>
              </a:custGeom>
              <a:solidFill>
                <a:srgbClr val="EDDDB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20" name="Content Placeholder 4">
                <a:extLst>
                  <a:ext uri="{FF2B5EF4-FFF2-40B4-BE49-F238E27FC236}">
                    <a16:creationId xmlns:a16="http://schemas.microsoft.com/office/drawing/2014/main" id="{F12AAB05-1377-BFDA-1494-92883211DFAC}"/>
                  </a:ext>
                </a:extLst>
              </p:cNvPr>
              <p:cNvSpPr/>
              <p:nvPr/>
            </p:nvSpPr>
            <p:spPr>
              <a:xfrm>
                <a:off x="7501080" y="1887340"/>
                <a:ext cx="67245" cy="105982"/>
              </a:xfrm>
              <a:custGeom>
                <a:avLst/>
                <a:gdLst>
                  <a:gd name="connsiteX0" fmla="*/ 6995 w 67245"/>
                  <a:gd name="connsiteY0" fmla="*/ 100015 h 105982"/>
                  <a:gd name="connsiteX1" fmla="*/ 6995 w 67245"/>
                  <a:gd name="connsiteY1" fmla="*/ 68255 h 105982"/>
                  <a:gd name="connsiteX2" fmla="*/ 10 w 67245"/>
                  <a:gd name="connsiteY2" fmla="*/ 45129 h 105982"/>
                  <a:gd name="connsiteX3" fmla="*/ 3540 w 67245"/>
                  <a:gd name="connsiteY3" fmla="*/ 32965 h 105982"/>
                  <a:gd name="connsiteX4" fmla="*/ 8046 w 67245"/>
                  <a:gd name="connsiteY4" fmla="*/ 4583 h 105982"/>
                  <a:gd name="connsiteX5" fmla="*/ 8046 w 67245"/>
                  <a:gd name="connsiteY5" fmla="*/ 3156 h 105982"/>
                  <a:gd name="connsiteX6" fmla="*/ 10824 w 67245"/>
                  <a:gd name="connsiteY6" fmla="*/ 2631 h 105982"/>
                  <a:gd name="connsiteX7" fmla="*/ 21263 w 67245"/>
                  <a:gd name="connsiteY7" fmla="*/ 979 h 105982"/>
                  <a:gd name="connsiteX8" fmla="*/ 24943 w 67245"/>
                  <a:gd name="connsiteY8" fmla="*/ 979 h 105982"/>
                  <a:gd name="connsiteX9" fmla="*/ 28098 w 67245"/>
                  <a:gd name="connsiteY9" fmla="*/ 5784 h 105982"/>
                  <a:gd name="connsiteX10" fmla="*/ 38386 w 67245"/>
                  <a:gd name="connsiteY10" fmla="*/ 26883 h 105982"/>
                  <a:gd name="connsiteX11" fmla="*/ 47849 w 67245"/>
                  <a:gd name="connsiteY11" fmla="*/ 45729 h 105982"/>
                  <a:gd name="connsiteX12" fmla="*/ 64221 w 67245"/>
                  <a:gd name="connsiteY12" fmla="*/ 76964 h 105982"/>
                  <a:gd name="connsiteX13" fmla="*/ 66849 w 67245"/>
                  <a:gd name="connsiteY13" fmla="*/ 81995 h 105982"/>
                  <a:gd name="connsiteX14" fmla="*/ 66323 w 67245"/>
                  <a:gd name="connsiteY14" fmla="*/ 87551 h 105982"/>
                  <a:gd name="connsiteX15" fmla="*/ 63169 w 67245"/>
                  <a:gd name="connsiteY15" fmla="*/ 90104 h 105982"/>
                  <a:gd name="connsiteX16" fmla="*/ 58063 w 67245"/>
                  <a:gd name="connsiteY16" fmla="*/ 93183 h 105982"/>
                  <a:gd name="connsiteX17" fmla="*/ 50553 w 67245"/>
                  <a:gd name="connsiteY17" fmla="*/ 97087 h 105982"/>
                  <a:gd name="connsiteX18" fmla="*/ 40790 w 67245"/>
                  <a:gd name="connsiteY18" fmla="*/ 99865 h 105982"/>
                  <a:gd name="connsiteX19" fmla="*/ 22465 w 67245"/>
                  <a:gd name="connsiteY19" fmla="*/ 103845 h 105982"/>
                  <a:gd name="connsiteX20" fmla="*/ 12026 w 67245"/>
                  <a:gd name="connsiteY20" fmla="*/ 105797 h 105982"/>
                  <a:gd name="connsiteX21" fmla="*/ 5868 w 67245"/>
                  <a:gd name="connsiteY21" fmla="*/ 103469 h 105982"/>
                  <a:gd name="connsiteX22" fmla="*/ 6995 w 67245"/>
                  <a:gd name="connsiteY22" fmla="*/ 100015 h 105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245" h="105982">
                    <a:moveTo>
                      <a:pt x="6995" y="100015"/>
                    </a:moveTo>
                    <a:cubicBezTo>
                      <a:pt x="10411" y="89706"/>
                      <a:pt x="10411" y="78564"/>
                      <a:pt x="6995" y="68255"/>
                    </a:cubicBezTo>
                    <a:cubicBezTo>
                      <a:pt x="4366" y="60746"/>
                      <a:pt x="-515" y="53238"/>
                      <a:pt x="10" y="45129"/>
                    </a:cubicBezTo>
                    <a:cubicBezTo>
                      <a:pt x="619" y="40931"/>
                      <a:pt x="1813" y="36839"/>
                      <a:pt x="3540" y="32965"/>
                    </a:cubicBezTo>
                    <a:cubicBezTo>
                      <a:pt x="6754" y="23857"/>
                      <a:pt x="8279" y="14239"/>
                      <a:pt x="8046" y="4583"/>
                    </a:cubicBezTo>
                    <a:cubicBezTo>
                      <a:pt x="7888" y="4117"/>
                      <a:pt x="7888" y="3622"/>
                      <a:pt x="8046" y="3156"/>
                    </a:cubicBezTo>
                    <a:cubicBezTo>
                      <a:pt x="8571" y="2255"/>
                      <a:pt x="9848" y="2406"/>
                      <a:pt x="10824" y="2631"/>
                    </a:cubicBezTo>
                    <a:cubicBezTo>
                      <a:pt x="14392" y="3186"/>
                      <a:pt x="18041" y="2608"/>
                      <a:pt x="21263" y="979"/>
                    </a:cubicBezTo>
                    <a:cubicBezTo>
                      <a:pt x="23066" y="78"/>
                      <a:pt x="23442" y="-748"/>
                      <a:pt x="24943" y="979"/>
                    </a:cubicBezTo>
                    <a:cubicBezTo>
                      <a:pt x="26190" y="2443"/>
                      <a:pt x="27249" y="4057"/>
                      <a:pt x="28098" y="5784"/>
                    </a:cubicBezTo>
                    <a:cubicBezTo>
                      <a:pt x="32521" y="12287"/>
                      <a:pt x="35983" y="19397"/>
                      <a:pt x="38386" y="26883"/>
                    </a:cubicBezTo>
                    <a:cubicBezTo>
                      <a:pt x="39280" y="34061"/>
                      <a:pt x="42622" y="40721"/>
                      <a:pt x="47849" y="45729"/>
                    </a:cubicBezTo>
                    <a:cubicBezTo>
                      <a:pt x="55359" y="55040"/>
                      <a:pt x="58138" y="66828"/>
                      <a:pt x="64221" y="76964"/>
                    </a:cubicBezTo>
                    <a:cubicBezTo>
                      <a:pt x="65287" y="78534"/>
                      <a:pt x="66173" y="80223"/>
                      <a:pt x="66849" y="81995"/>
                    </a:cubicBezTo>
                    <a:cubicBezTo>
                      <a:pt x="67480" y="83835"/>
                      <a:pt x="67292" y="85862"/>
                      <a:pt x="66323" y="87551"/>
                    </a:cubicBezTo>
                    <a:cubicBezTo>
                      <a:pt x="65482" y="88640"/>
                      <a:pt x="64408" y="89511"/>
                      <a:pt x="63169" y="90104"/>
                    </a:cubicBezTo>
                    <a:lnTo>
                      <a:pt x="58063" y="93183"/>
                    </a:lnTo>
                    <a:cubicBezTo>
                      <a:pt x="55659" y="94669"/>
                      <a:pt x="53151" y="95976"/>
                      <a:pt x="50553" y="97087"/>
                    </a:cubicBezTo>
                    <a:cubicBezTo>
                      <a:pt x="47391" y="98311"/>
                      <a:pt x="44124" y="99242"/>
                      <a:pt x="40790" y="99865"/>
                    </a:cubicBezTo>
                    <a:lnTo>
                      <a:pt x="22465" y="103845"/>
                    </a:lnTo>
                    <a:cubicBezTo>
                      <a:pt x="19010" y="104596"/>
                      <a:pt x="15556" y="105346"/>
                      <a:pt x="12026" y="105797"/>
                    </a:cubicBezTo>
                    <a:cubicBezTo>
                      <a:pt x="8496" y="106248"/>
                      <a:pt x="6544" y="105797"/>
                      <a:pt x="5868" y="103469"/>
                    </a:cubicBezTo>
                    <a:cubicBezTo>
                      <a:pt x="5861" y="102230"/>
                      <a:pt x="6259" y="101014"/>
                      <a:pt x="6995" y="100015"/>
                    </a:cubicBezTo>
                    <a:close/>
                  </a:path>
                </a:pathLst>
              </a:custGeom>
              <a:solidFill>
                <a:srgbClr val="F2F2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21" name="Content Placeholder 4">
                <a:extLst>
                  <a:ext uri="{FF2B5EF4-FFF2-40B4-BE49-F238E27FC236}">
                    <a16:creationId xmlns:a16="http://schemas.microsoft.com/office/drawing/2014/main" id="{D4DE90DF-8EF2-620F-10A9-4109B0769B10}"/>
                  </a:ext>
                </a:extLst>
              </p:cNvPr>
              <p:cNvSpPr/>
              <p:nvPr/>
            </p:nvSpPr>
            <p:spPr>
              <a:xfrm>
                <a:off x="7494795" y="1888950"/>
                <a:ext cx="46803" cy="134767"/>
              </a:xfrm>
              <a:custGeom>
                <a:avLst/>
                <a:gdLst>
                  <a:gd name="connsiteX0" fmla="*/ 27924 w 46803"/>
                  <a:gd name="connsiteY0" fmla="*/ 81887 h 134767"/>
                  <a:gd name="connsiteX1" fmla="*/ 46774 w 46803"/>
                  <a:gd name="connsiteY1" fmla="*/ 124836 h 134767"/>
                  <a:gd name="connsiteX2" fmla="*/ 32580 w 46803"/>
                  <a:gd name="connsiteY2" fmla="*/ 126713 h 134767"/>
                  <a:gd name="connsiteX3" fmla="*/ 19663 w 46803"/>
                  <a:gd name="connsiteY3" fmla="*/ 133696 h 134767"/>
                  <a:gd name="connsiteX4" fmla="*/ 7046 w 46803"/>
                  <a:gd name="connsiteY4" fmla="*/ 133696 h 134767"/>
                  <a:gd name="connsiteX5" fmla="*/ 137 w 46803"/>
                  <a:gd name="connsiteY5" fmla="*/ 119280 h 134767"/>
                  <a:gd name="connsiteX6" fmla="*/ 1789 w 46803"/>
                  <a:gd name="connsiteY6" fmla="*/ 35710 h 134767"/>
                  <a:gd name="connsiteX7" fmla="*/ 4192 w 46803"/>
                  <a:gd name="connsiteY7" fmla="*/ 19267 h 134767"/>
                  <a:gd name="connsiteX8" fmla="*/ 9299 w 46803"/>
                  <a:gd name="connsiteY8" fmla="*/ 9656 h 134767"/>
                  <a:gd name="connsiteX9" fmla="*/ 9299 w 46803"/>
                  <a:gd name="connsiteY9" fmla="*/ 4776 h 134767"/>
                  <a:gd name="connsiteX10" fmla="*/ 18611 w 46803"/>
                  <a:gd name="connsiteY10" fmla="*/ -30 h 134767"/>
                  <a:gd name="connsiteX11" fmla="*/ 18086 w 46803"/>
                  <a:gd name="connsiteY11" fmla="*/ 14987 h 134767"/>
                  <a:gd name="connsiteX12" fmla="*/ 19437 w 46803"/>
                  <a:gd name="connsiteY12" fmla="*/ 31280 h 134767"/>
                  <a:gd name="connsiteX13" fmla="*/ 24169 w 46803"/>
                  <a:gd name="connsiteY13" fmla="*/ 64017 h 134767"/>
                  <a:gd name="connsiteX14" fmla="*/ 27924 w 46803"/>
                  <a:gd name="connsiteY14" fmla="*/ 81887 h 134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46803" h="134767">
                    <a:moveTo>
                      <a:pt x="27924" y="81887"/>
                    </a:moveTo>
                    <a:cubicBezTo>
                      <a:pt x="30582" y="97535"/>
                      <a:pt x="37056" y="112282"/>
                      <a:pt x="46774" y="124836"/>
                    </a:cubicBezTo>
                    <a:cubicBezTo>
                      <a:pt x="42005" y="123259"/>
                      <a:pt x="36778" y="123950"/>
                      <a:pt x="32580" y="126713"/>
                    </a:cubicBezTo>
                    <a:cubicBezTo>
                      <a:pt x="28510" y="129453"/>
                      <a:pt x="24184" y="131789"/>
                      <a:pt x="19663" y="133696"/>
                    </a:cubicBezTo>
                    <a:cubicBezTo>
                      <a:pt x="15570" y="135085"/>
                      <a:pt x="11139" y="135085"/>
                      <a:pt x="7046" y="133696"/>
                    </a:cubicBezTo>
                    <a:cubicBezTo>
                      <a:pt x="287" y="131143"/>
                      <a:pt x="-464" y="124836"/>
                      <a:pt x="137" y="119280"/>
                    </a:cubicBezTo>
                    <a:cubicBezTo>
                      <a:pt x="1263" y="91348"/>
                      <a:pt x="3291" y="63342"/>
                      <a:pt x="1789" y="35710"/>
                    </a:cubicBezTo>
                    <a:cubicBezTo>
                      <a:pt x="926" y="30109"/>
                      <a:pt x="1759" y="24380"/>
                      <a:pt x="4192" y="19267"/>
                    </a:cubicBezTo>
                    <a:cubicBezTo>
                      <a:pt x="5995" y="16038"/>
                      <a:pt x="8999" y="12885"/>
                      <a:pt x="9299" y="9656"/>
                    </a:cubicBezTo>
                    <a:cubicBezTo>
                      <a:pt x="9186" y="8034"/>
                      <a:pt x="9186" y="6398"/>
                      <a:pt x="9299" y="4776"/>
                    </a:cubicBezTo>
                    <a:cubicBezTo>
                      <a:pt x="11800" y="2208"/>
                      <a:pt x="15067" y="518"/>
                      <a:pt x="18611" y="-30"/>
                    </a:cubicBezTo>
                    <a:cubicBezTo>
                      <a:pt x="23343" y="3574"/>
                      <a:pt x="17785" y="10107"/>
                      <a:pt x="18086" y="14987"/>
                    </a:cubicBezTo>
                    <a:cubicBezTo>
                      <a:pt x="18386" y="19868"/>
                      <a:pt x="18837" y="25874"/>
                      <a:pt x="19437" y="31280"/>
                    </a:cubicBezTo>
                    <a:cubicBezTo>
                      <a:pt x="20564" y="42243"/>
                      <a:pt x="22141" y="53205"/>
                      <a:pt x="24169" y="64017"/>
                    </a:cubicBezTo>
                    <a:cubicBezTo>
                      <a:pt x="25371" y="70174"/>
                      <a:pt x="26572" y="76031"/>
                      <a:pt x="27924" y="81887"/>
                    </a:cubicBezTo>
                    <a:close/>
                  </a:path>
                </a:pathLst>
              </a:custGeom>
              <a:solidFill>
                <a:srgbClr val="ACB18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22" name="Content Placeholder 4">
                <a:extLst>
                  <a:ext uri="{FF2B5EF4-FFF2-40B4-BE49-F238E27FC236}">
                    <a16:creationId xmlns:a16="http://schemas.microsoft.com/office/drawing/2014/main" id="{BCB1C966-DB7D-B7DF-E32A-34DE4F097D43}"/>
                  </a:ext>
                </a:extLst>
              </p:cNvPr>
              <p:cNvSpPr/>
              <p:nvPr/>
            </p:nvSpPr>
            <p:spPr>
              <a:xfrm>
                <a:off x="7517795" y="1887389"/>
                <a:ext cx="68937" cy="122716"/>
              </a:xfrm>
              <a:custGeom>
                <a:avLst/>
                <a:gdLst>
                  <a:gd name="connsiteX0" fmla="*/ 33011 w 68937"/>
                  <a:gd name="connsiteY0" fmla="*/ 94335 h 122716"/>
                  <a:gd name="connsiteX1" fmla="*/ 39394 w 68937"/>
                  <a:gd name="connsiteY1" fmla="*/ 120014 h 122716"/>
                  <a:gd name="connsiteX2" fmla="*/ 41722 w 68937"/>
                  <a:gd name="connsiteY2" fmla="*/ 122191 h 122716"/>
                  <a:gd name="connsiteX3" fmla="*/ 52687 w 68937"/>
                  <a:gd name="connsiteY3" fmla="*/ 121516 h 122716"/>
                  <a:gd name="connsiteX4" fmla="*/ 68908 w 68937"/>
                  <a:gd name="connsiteY4" fmla="*/ 118137 h 122716"/>
                  <a:gd name="connsiteX5" fmla="*/ 55916 w 68937"/>
                  <a:gd name="connsiteY5" fmla="*/ 84799 h 122716"/>
                  <a:gd name="connsiteX6" fmla="*/ 36841 w 68937"/>
                  <a:gd name="connsiteY6" fmla="*/ 47257 h 122716"/>
                  <a:gd name="connsiteX7" fmla="*/ 9129 w 68937"/>
                  <a:gd name="connsiteY7" fmla="*/ 329 h 122716"/>
                  <a:gd name="connsiteX8" fmla="*/ 267 w 68937"/>
                  <a:gd name="connsiteY8" fmla="*/ 329 h 122716"/>
                  <a:gd name="connsiteX9" fmla="*/ 4097 w 68937"/>
                  <a:gd name="connsiteY9" fmla="*/ 7838 h 122716"/>
                  <a:gd name="connsiteX10" fmla="*/ 9204 w 68937"/>
                  <a:gd name="connsiteY10" fmla="*/ 16472 h 122716"/>
                  <a:gd name="connsiteX11" fmla="*/ 17916 w 68937"/>
                  <a:gd name="connsiteY11" fmla="*/ 34268 h 122716"/>
                  <a:gd name="connsiteX12" fmla="*/ 32936 w 68937"/>
                  <a:gd name="connsiteY12" fmla="*/ 93509 h 1227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8937" h="122716">
                    <a:moveTo>
                      <a:pt x="33011" y="94335"/>
                    </a:moveTo>
                    <a:cubicBezTo>
                      <a:pt x="32793" y="103315"/>
                      <a:pt x="35001" y="112183"/>
                      <a:pt x="39394" y="120014"/>
                    </a:cubicBezTo>
                    <a:cubicBezTo>
                      <a:pt x="39958" y="120938"/>
                      <a:pt x="40761" y="121688"/>
                      <a:pt x="41722" y="122191"/>
                    </a:cubicBezTo>
                    <a:cubicBezTo>
                      <a:pt x="45365" y="123032"/>
                      <a:pt x="49172" y="122800"/>
                      <a:pt x="52687" y="121516"/>
                    </a:cubicBezTo>
                    <a:cubicBezTo>
                      <a:pt x="61549" y="119488"/>
                      <a:pt x="60197" y="117311"/>
                      <a:pt x="68908" y="118137"/>
                    </a:cubicBezTo>
                    <a:cubicBezTo>
                      <a:pt x="64650" y="107024"/>
                      <a:pt x="60325" y="95912"/>
                      <a:pt x="55916" y="84799"/>
                    </a:cubicBezTo>
                    <a:cubicBezTo>
                      <a:pt x="51470" y="71404"/>
                      <a:pt x="45042" y="58745"/>
                      <a:pt x="36841" y="47257"/>
                    </a:cubicBezTo>
                    <a:cubicBezTo>
                      <a:pt x="24299" y="31189"/>
                      <a:pt x="19943" y="17223"/>
                      <a:pt x="9129" y="329"/>
                    </a:cubicBezTo>
                    <a:cubicBezTo>
                      <a:pt x="8453" y="-722"/>
                      <a:pt x="2220" y="930"/>
                      <a:pt x="267" y="329"/>
                    </a:cubicBezTo>
                    <a:cubicBezTo>
                      <a:pt x="-1160" y="2281"/>
                      <a:pt x="2971" y="6186"/>
                      <a:pt x="4097" y="7838"/>
                    </a:cubicBezTo>
                    <a:cubicBezTo>
                      <a:pt x="5224" y="9490"/>
                      <a:pt x="7552" y="13619"/>
                      <a:pt x="9204" y="16472"/>
                    </a:cubicBezTo>
                    <a:cubicBezTo>
                      <a:pt x="12411" y="22254"/>
                      <a:pt x="15317" y="28193"/>
                      <a:pt x="17916" y="34268"/>
                    </a:cubicBezTo>
                    <a:cubicBezTo>
                      <a:pt x="26041" y="53091"/>
                      <a:pt x="31118" y="73086"/>
                      <a:pt x="32936" y="93509"/>
                    </a:cubicBezTo>
                    <a:close/>
                  </a:path>
                </a:pathLst>
              </a:custGeom>
              <a:solidFill>
                <a:srgbClr val="ACB18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23" name="Content Placeholder 4">
                <a:extLst>
                  <a:ext uri="{FF2B5EF4-FFF2-40B4-BE49-F238E27FC236}">
                    <a16:creationId xmlns:a16="http://schemas.microsoft.com/office/drawing/2014/main" id="{6B50D8E4-417E-D368-BDC2-FC854B2BDD03}"/>
                  </a:ext>
                </a:extLst>
              </p:cNvPr>
              <p:cNvSpPr/>
              <p:nvPr/>
            </p:nvSpPr>
            <p:spPr>
              <a:xfrm>
                <a:off x="7525731" y="1961404"/>
                <a:ext cx="16576" cy="8993"/>
              </a:xfrm>
              <a:custGeom>
                <a:avLst/>
                <a:gdLst>
                  <a:gd name="connsiteX0" fmla="*/ 8403 w 16576"/>
                  <a:gd name="connsiteY0" fmla="*/ 573 h 8993"/>
                  <a:gd name="connsiteX1" fmla="*/ 11107 w 16576"/>
                  <a:gd name="connsiteY1" fmla="*/ 1024 h 8993"/>
                  <a:gd name="connsiteX2" fmla="*/ 12158 w 16576"/>
                  <a:gd name="connsiteY2" fmla="*/ 2225 h 8993"/>
                  <a:gd name="connsiteX3" fmla="*/ 13210 w 16576"/>
                  <a:gd name="connsiteY3" fmla="*/ 2225 h 8993"/>
                  <a:gd name="connsiteX4" fmla="*/ 16439 w 16576"/>
                  <a:gd name="connsiteY4" fmla="*/ 4703 h 8993"/>
                  <a:gd name="connsiteX5" fmla="*/ 14786 w 16576"/>
                  <a:gd name="connsiteY5" fmla="*/ 8457 h 8993"/>
                  <a:gd name="connsiteX6" fmla="*/ 9905 w 16576"/>
                  <a:gd name="connsiteY6" fmla="*/ 8457 h 8993"/>
                  <a:gd name="connsiteX7" fmla="*/ 1269 w 16576"/>
                  <a:gd name="connsiteY7" fmla="*/ 5078 h 8993"/>
                  <a:gd name="connsiteX8" fmla="*/ 443 w 16576"/>
                  <a:gd name="connsiteY8" fmla="*/ 4478 h 8993"/>
                  <a:gd name="connsiteX9" fmla="*/ 1306 w 16576"/>
                  <a:gd name="connsiteY9" fmla="*/ 423 h 8993"/>
                  <a:gd name="connsiteX10" fmla="*/ 1569 w 16576"/>
                  <a:gd name="connsiteY10" fmla="*/ 273 h 8993"/>
                  <a:gd name="connsiteX11" fmla="*/ 8403 w 16576"/>
                  <a:gd name="connsiteY11" fmla="*/ 573 h 8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6576" h="8993">
                    <a:moveTo>
                      <a:pt x="8403" y="573"/>
                    </a:moveTo>
                    <a:cubicBezTo>
                      <a:pt x="9379" y="573"/>
                      <a:pt x="10431" y="573"/>
                      <a:pt x="11107" y="1024"/>
                    </a:cubicBezTo>
                    <a:cubicBezTo>
                      <a:pt x="11783" y="1474"/>
                      <a:pt x="11708" y="2000"/>
                      <a:pt x="12158" y="2225"/>
                    </a:cubicBezTo>
                    <a:cubicBezTo>
                      <a:pt x="12504" y="2300"/>
                      <a:pt x="12864" y="2300"/>
                      <a:pt x="13210" y="2225"/>
                    </a:cubicBezTo>
                    <a:cubicBezTo>
                      <a:pt x="14712" y="2263"/>
                      <a:pt x="16018" y="3261"/>
                      <a:pt x="16439" y="4703"/>
                    </a:cubicBezTo>
                    <a:cubicBezTo>
                      <a:pt x="16829" y="6190"/>
                      <a:pt x="16139" y="7744"/>
                      <a:pt x="14786" y="8457"/>
                    </a:cubicBezTo>
                    <a:cubicBezTo>
                      <a:pt x="13232" y="9133"/>
                      <a:pt x="11460" y="9133"/>
                      <a:pt x="9905" y="8457"/>
                    </a:cubicBezTo>
                    <a:cubicBezTo>
                      <a:pt x="6946" y="7556"/>
                      <a:pt x="4055" y="6422"/>
                      <a:pt x="1269" y="5078"/>
                    </a:cubicBezTo>
                    <a:cubicBezTo>
                      <a:pt x="946" y="4951"/>
                      <a:pt x="668" y="4740"/>
                      <a:pt x="443" y="4478"/>
                    </a:cubicBezTo>
                    <a:cubicBezTo>
                      <a:pt x="-436" y="3119"/>
                      <a:pt x="-53" y="1309"/>
                      <a:pt x="1306" y="423"/>
                    </a:cubicBezTo>
                    <a:cubicBezTo>
                      <a:pt x="1389" y="371"/>
                      <a:pt x="1479" y="318"/>
                      <a:pt x="1569" y="273"/>
                    </a:cubicBezTo>
                    <a:cubicBezTo>
                      <a:pt x="3372" y="-553"/>
                      <a:pt x="6375" y="573"/>
                      <a:pt x="8403" y="573"/>
                    </a:cubicBezTo>
                    <a:close/>
                  </a:path>
                </a:pathLst>
              </a:custGeom>
              <a:solidFill>
                <a:srgbClr val="EDDCD1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24" name="Content Placeholder 4">
                <a:extLst>
                  <a:ext uri="{FF2B5EF4-FFF2-40B4-BE49-F238E27FC236}">
                    <a16:creationId xmlns:a16="http://schemas.microsoft.com/office/drawing/2014/main" id="{F5855B11-5D48-7CF4-DF0F-7B8290252DE1}"/>
                  </a:ext>
                </a:extLst>
              </p:cNvPr>
              <p:cNvSpPr/>
              <p:nvPr/>
            </p:nvSpPr>
            <p:spPr>
              <a:xfrm>
                <a:off x="7490941" y="1895032"/>
                <a:ext cx="37522" cy="72067"/>
              </a:xfrm>
              <a:custGeom>
                <a:avLst/>
                <a:gdLst>
                  <a:gd name="connsiteX0" fmla="*/ 32003 w 37522"/>
                  <a:gd name="connsiteY0" fmla="*/ 63717 h 72067"/>
                  <a:gd name="connsiteX1" fmla="*/ 16007 w 37522"/>
                  <a:gd name="connsiteY1" fmla="*/ 48700 h 72067"/>
                  <a:gd name="connsiteX2" fmla="*/ 12928 w 37522"/>
                  <a:gd name="connsiteY2" fmla="*/ 42693 h 72067"/>
                  <a:gd name="connsiteX3" fmla="*/ 11426 w 37522"/>
                  <a:gd name="connsiteY3" fmla="*/ 34734 h 72067"/>
                  <a:gd name="connsiteX4" fmla="*/ 11050 w 37522"/>
                  <a:gd name="connsiteY4" fmla="*/ 23622 h 72067"/>
                  <a:gd name="connsiteX5" fmla="*/ 12627 w 37522"/>
                  <a:gd name="connsiteY5" fmla="*/ 16113 h 72067"/>
                  <a:gd name="connsiteX6" fmla="*/ 13228 w 37522"/>
                  <a:gd name="connsiteY6" fmla="*/ 4926 h 72067"/>
                  <a:gd name="connsiteX7" fmla="*/ 12777 w 37522"/>
                  <a:gd name="connsiteY7" fmla="*/ 1772 h 72067"/>
                  <a:gd name="connsiteX8" fmla="*/ 10299 w 37522"/>
                  <a:gd name="connsiteY8" fmla="*/ -30 h 72067"/>
                  <a:gd name="connsiteX9" fmla="*/ 7596 w 37522"/>
                  <a:gd name="connsiteY9" fmla="*/ 1998 h 72067"/>
                  <a:gd name="connsiteX10" fmla="*/ 86 w 37522"/>
                  <a:gd name="connsiteY10" fmla="*/ 32031 h 72067"/>
                  <a:gd name="connsiteX11" fmla="*/ 6018 w 37522"/>
                  <a:gd name="connsiteY11" fmla="*/ 53430 h 72067"/>
                  <a:gd name="connsiteX12" fmla="*/ 36058 w 37522"/>
                  <a:gd name="connsiteY12" fmla="*/ 71976 h 72067"/>
                  <a:gd name="connsiteX13" fmla="*/ 36959 w 37522"/>
                  <a:gd name="connsiteY13" fmla="*/ 71976 h 72067"/>
                  <a:gd name="connsiteX14" fmla="*/ 36959 w 37522"/>
                  <a:gd name="connsiteY14" fmla="*/ 71226 h 72067"/>
                  <a:gd name="connsiteX15" fmla="*/ 36959 w 37522"/>
                  <a:gd name="connsiteY15" fmla="*/ 66195 h 72067"/>
                  <a:gd name="connsiteX16" fmla="*/ 32003 w 37522"/>
                  <a:gd name="connsiteY16" fmla="*/ 63717 h 72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7522" h="72067">
                    <a:moveTo>
                      <a:pt x="32003" y="63717"/>
                    </a:moveTo>
                    <a:cubicBezTo>
                      <a:pt x="25514" y="60105"/>
                      <a:pt x="20017" y="54947"/>
                      <a:pt x="16007" y="48700"/>
                    </a:cubicBezTo>
                    <a:cubicBezTo>
                      <a:pt x="14760" y="46823"/>
                      <a:pt x="13724" y="44803"/>
                      <a:pt x="12928" y="42693"/>
                    </a:cubicBezTo>
                    <a:cubicBezTo>
                      <a:pt x="12124" y="40103"/>
                      <a:pt x="11621" y="37437"/>
                      <a:pt x="11426" y="34734"/>
                    </a:cubicBezTo>
                    <a:cubicBezTo>
                      <a:pt x="10810" y="31063"/>
                      <a:pt x="10690" y="27324"/>
                      <a:pt x="11050" y="23622"/>
                    </a:cubicBezTo>
                    <a:cubicBezTo>
                      <a:pt x="11426" y="21219"/>
                      <a:pt x="12177" y="18816"/>
                      <a:pt x="12627" y="16113"/>
                    </a:cubicBezTo>
                    <a:cubicBezTo>
                      <a:pt x="13168" y="12412"/>
                      <a:pt x="13371" y="8665"/>
                      <a:pt x="13228" y="4926"/>
                    </a:cubicBezTo>
                    <a:cubicBezTo>
                      <a:pt x="13303" y="3852"/>
                      <a:pt x="13153" y="2778"/>
                      <a:pt x="12777" y="1772"/>
                    </a:cubicBezTo>
                    <a:cubicBezTo>
                      <a:pt x="12372" y="744"/>
                      <a:pt x="11403" y="38"/>
                      <a:pt x="10299" y="-30"/>
                    </a:cubicBezTo>
                    <a:cubicBezTo>
                      <a:pt x="9143" y="218"/>
                      <a:pt x="8159" y="961"/>
                      <a:pt x="7596" y="1998"/>
                    </a:cubicBezTo>
                    <a:cubicBezTo>
                      <a:pt x="2001" y="10970"/>
                      <a:pt x="-628" y="21482"/>
                      <a:pt x="86" y="32031"/>
                    </a:cubicBezTo>
                    <a:cubicBezTo>
                      <a:pt x="-35" y="39585"/>
                      <a:pt x="2023" y="47018"/>
                      <a:pt x="6018" y="53430"/>
                    </a:cubicBezTo>
                    <a:cubicBezTo>
                      <a:pt x="13498" y="62996"/>
                      <a:pt x="24155" y="69574"/>
                      <a:pt x="36058" y="71976"/>
                    </a:cubicBezTo>
                    <a:cubicBezTo>
                      <a:pt x="36351" y="72059"/>
                      <a:pt x="36666" y="72059"/>
                      <a:pt x="36959" y="71976"/>
                    </a:cubicBezTo>
                    <a:cubicBezTo>
                      <a:pt x="37027" y="71728"/>
                      <a:pt x="37027" y="71473"/>
                      <a:pt x="36959" y="71226"/>
                    </a:cubicBezTo>
                    <a:cubicBezTo>
                      <a:pt x="36959" y="69799"/>
                      <a:pt x="38161" y="67546"/>
                      <a:pt x="36959" y="66195"/>
                    </a:cubicBezTo>
                    <a:cubicBezTo>
                      <a:pt x="35758" y="64843"/>
                      <a:pt x="33355" y="64393"/>
                      <a:pt x="32003" y="63717"/>
                    </a:cubicBezTo>
                    <a:close/>
                  </a:path>
                </a:pathLst>
              </a:custGeom>
              <a:solidFill>
                <a:srgbClr val="EDEDED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813" name="Content Placeholder 4">
              <a:extLst>
                <a:ext uri="{FF2B5EF4-FFF2-40B4-BE49-F238E27FC236}">
                  <a16:creationId xmlns:a16="http://schemas.microsoft.com/office/drawing/2014/main" id="{A3B6D2E4-1B97-949D-487B-5891919596F6}"/>
                </a:ext>
              </a:extLst>
            </p:cNvPr>
            <p:cNvSpPr/>
            <p:nvPr/>
          </p:nvSpPr>
          <p:spPr>
            <a:xfrm>
              <a:off x="8504595" y="1796303"/>
              <a:ext cx="27965" cy="34905"/>
            </a:xfrm>
            <a:custGeom>
              <a:avLst/>
              <a:gdLst>
                <a:gd name="connsiteX0" fmla="*/ 24778 w 27965"/>
                <a:gd name="connsiteY0" fmla="*/ 19500 h 34905"/>
                <a:gd name="connsiteX1" fmla="*/ 21474 w 27965"/>
                <a:gd name="connsiteY1" fmla="*/ 10565 h 34905"/>
                <a:gd name="connsiteX2" fmla="*/ 12537 w 27965"/>
                <a:gd name="connsiteY2" fmla="*/ 1856 h 34905"/>
                <a:gd name="connsiteX3" fmla="*/ 5027 w 27965"/>
                <a:gd name="connsiteY3" fmla="*/ 129 h 34905"/>
                <a:gd name="connsiteX4" fmla="*/ 371 w 27965"/>
                <a:gd name="connsiteY4" fmla="*/ 5084 h 34905"/>
                <a:gd name="connsiteX5" fmla="*/ 371 w 27965"/>
                <a:gd name="connsiteY5" fmla="*/ 11992 h 34905"/>
                <a:gd name="connsiteX6" fmla="*/ 23351 w 27965"/>
                <a:gd name="connsiteY6" fmla="*/ 34517 h 34905"/>
                <a:gd name="connsiteX7" fmla="*/ 27932 w 27965"/>
                <a:gd name="connsiteY7" fmla="*/ 30688 h 34905"/>
                <a:gd name="connsiteX8" fmla="*/ 27557 w 27965"/>
                <a:gd name="connsiteY8" fmla="*/ 28511 h 34905"/>
                <a:gd name="connsiteX9" fmla="*/ 24778 w 27965"/>
                <a:gd name="connsiteY9" fmla="*/ 19500 h 34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965" h="34905">
                  <a:moveTo>
                    <a:pt x="24778" y="19500"/>
                  </a:moveTo>
                  <a:cubicBezTo>
                    <a:pt x="23990" y="16415"/>
                    <a:pt x="22886" y="13419"/>
                    <a:pt x="21474" y="10565"/>
                  </a:cubicBezTo>
                  <a:cubicBezTo>
                    <a:pt x="19304" y="6931"/>
                    <a:pt x="16224" y="3928"/>
                    <a:pt x="12537" y="1856"/>
                  </a:cubicBezTo>
                  <a:cubicBezTo>
                    <a:pt x="10374" y="271"/>
                    <a:pt x="7663" y="-352"/>
                    <a:pt x="5027" y="129"/>
                  </a:cubicBezTo>
                  <a:cubicBezTo>
                    <a:pt x="2774" y="940"/>
                    <a:pt x="1047" y="2787"/>
                    <a:pt x="371" y="5084"/>
                  </a:cubicBezTo>
                  <a:cubicBezTo>
                    <a:pt x="-163" y="7359"/>
                    <a:pt x="-163" y="9717"/>
                    <a:pt x="371" y="11992"/>
                  </a:cubicBezTo>
                  <a:cubicBezTo>
                    <a:pt x="2023" y="21753"/>
                    <a:pt x="11711" y="37446"/>
                    <a:pt x="23351" y="34517"/>
                  </a:cubicBezTo>
                  <a:cubicBezTo>
                    <a:pt x="25379" y="34067"/>
                    <a:pt x="27632" y="32790"/>
                    <a:pt x="27932" y="30688"/>
                  </a:cubicBezTo>
                  <a:cubicBezTo>
                    <a:pt x="27962" y="29945"/>
                    <a:pt x="27835" y="29201"/>
                    <a:pt x="27557" y="28511"/>
                  </a:cubicBezTo>
                  <a:cubicBezTo>
                    <a:pt x="26506" y="25733"/>
                    <a:pt x="25980" y="22654"/>
                    <a:pt x="24778" y="19500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4" name="Content Placeholder 4">
              <a:extLst>
                <a:ext uri="{FF2B5EF4-FFF2-40B4-BE49-F238E27FC236}">
                  <a16:creationId xmlns:a16="http://schemas.microsoft.com/office/drawing/2014/main" id="{39D78DA2-90A5-9C5F-928F-56A5C5B0679D}"/>
                </a:ext>
              </a:extLst>
            </p:cNvPr>
            <p:cNvSpPr/>
            <p:nvPr/>
          </p:nvSpPr>
          <p:spPr>
            <a:xfrm>
              <a:off x="8521976" y="1734179"/>
              <a:ext cx="156779" cy="156634"/>
            </a:xfrm>
            <a:custGeom>
              <a:avLst/>
              <a:gdLst>
                <a:gd name="connsiteX0" fmla="*/ 121849 w 156779"/>
                <a:gd name="connsiteY0" fmla="*/ 124422 h 156634"/>
                <a:gd name="connsiteX1" fmla="*/ 94212 w 156779"/>
                <a:gd name="connsiteY1" fmla="*/ 156108 h 156634"/>
                <a:gd name="connsiteX2" fmla="*/ 66500 w 156779"/>
                <a:gd name="connsiteY2" fmla="*/ 151227 h 156634"/>
                <a:gd name="connsiteX3" fmla="*/ 17235 w 156779"/>
                <a:gd name="connsiteY3" fmla="*/ 122320 h 156634"/>
                <a:gd name="connsiteX4" fmla="*/ 487 w 156779"/>
                <a:gd name="connsiteY4" fmla="*/ 92286 h 156634"/>
                <a:gd name="connsiteX5" fmla="*/ 3341 w 156779"/>
                <a:gd name="connsiteY5" fmla="*/ 87631 h 156634"/>
                <a:gd name="connsiteX6" fmla="*/ 14756 w 156779"/>
                <a:gd name="connsiteY6" fmla="*/ 91535 h 156634"/>
                <a:gd name="connsiteX7" fmla="*/ 71457 w 156779"/>
                <a:gd name="connsiteY7" fmla="*/ 119992 h 156634"/>
                <a:gd name="connsiteX8" fmla="*/ 79417 w 156779"/>
                <a:gd name="connsiteY8" fmla="*/ 119992 h 156634"/>
                <a:gd name="connsiteX9" fmla="*/ 91884 w 156779"/>
                <a:gd name="connsiteY9" fmla="*/ 104149 h 156634"/>
                <a:gd name="connsiteX10" fmla="*/ 114414 w 156779"/>
                <a:gd name="connsiteY10" fmla="*/ 23809 h 156634"/>
                <a:gd name="connsiteX11" fmla="*/ 119896 w 156779"/>
                <a:gd name="connsiteY11" fmla="*/ 8792 h 156634"/>
                <a:gd name="connsiteX12" fmla="*/ 141900 w 156779"/>
                <a:gd name="connsiteY12" fmla="*/ 533 h 156634"/>
                <a:gd name="connsiteX13" fmla="*/ 147307 w 156779"/>
                <a:gd name="connsiteY13" fmla="*/ 54819 h 156634"/>
                <a:gd name="connsiteX14" fmla="*/ 121849 w 156779"/>
                <a:gd name="connsiteY14" fmla="*/ 124422 h 156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6779" h="156634">
                  <a:moveTo>
                    <a:pt x="121849" y="124422"/>
                  </a:moveTo>
                  <a:cubicBezTo>
                    <a:pt x="116141" y="137787"/>
                    <a:pt x="108406" y="152654"/>
                    <a:pt x="94212" y="156108"/>
                  </a:cubicBezTo>
                  <a:cubicBezTo>
                    <a:pt x="84689" y="157549"/>
                    <a:pt x="74956" y="155838"/>
                    <a:pt x="66500" y="151227"/>
                  </a:cubicBezTo>
                  <a:cubicBezTo>
                    <a:pt x="48971" y="143614"/>
                    <a:pt x="32427" y="133905"/>
                    <a:pt x="17235" y="122320"/>
                  </a:cubicBezTo>
                  <a:cubicBezTo>
                    <a:pt x="7622" y="114811"/>
                    <a:pt x="-2442" y="104224"/>
                    <a:pt x="487" y="92286"/>
                  </a:cubicBezTo>
                  <a:cubicBezTo>
                    <a:pt x="818" y="90431"/>
                    <a:pt x="1839" y="88772"/>
                    <a:pt x="3341" y="87631"/>
                  </a:cubicBezTo>
                  <a:cubicBezTo>
                    <a:pt x="6946" y="85228"/>
                    <a:pt x="11527" y="88532"/>
                    <a:pt x="14756" y="91535"/>
                  </a:cubicBezTo>
                  <a:cubicBezTo>
                    <a:pt x="30700" y="106019"/>
                    <a:pt x="50316" y="115863"/>
                    <a:pt x="71457" y="119992"/>
                  </a:cubicBezTo>
                  <a:cubicBezTo>
                    <a:pt x="74078" y="120555"/>
                    <a:pt x="76796" y="120555"/>
                    <a:pt x="79417" y="119992"/>
                  </a:cubicBezTo>
                  <a:cubicBezTo>
                    <a:pt x="86326" y="118415"/>
                    <a:pt x="89631" y="110832"/>
                    <a:pt x="91884" y="104149"/>
                  </a:cubicBezTo>
                  <a:cubicBezTo>
                    <a:pt x="100746" y="77720"/>
                    <a:pt x="108256" y="50937"/>
                    <a:pt x="114414" y="23809"/>
                  </a:cubicBezTo>
                  <a:cubicBezTo>
                    <a:pt x="115255" y="18493"/>
                    <a:pt x="117110" y="13395"/>
                    <a:pt x="119896" y="8792"/>
                  </a:cubicBezTo>
                  <a:cubicBezTo>
                    <a:pt x="124875" y="1832"/>
                    <a:pt x="133572" y="-1427"/>
                    <a:pt x="141900" y="533"/>
                  </a:cubicBezTo>
                  <a:cubicBezTo>
                    <a:pt x="168260" y="7215"/>
                    <a:pt x="152564" y="38525"/>
                    <a:pt x="147307" y="54819"/>
                  </a:cubicBezTo>
                  <a:cubicBezTo>
                    <a:pt x="139948" y="78696"/>
                    <a:pt x="131461" y="101897"/>
                    <a:pt x="121849" y="124422"/>
                  </a:cubicBezTo>
                  <a:close/>
                </a:path>
              </a:pathLst>
            </a:custGeom>
            <a:solidFill>
              <a:srgbClr val="E0C7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5" name="Content Placeholder 4">
              <a:extLst>
                <a:ext uri="{FF2B5EF4-FFF2-40B4-BE49-F238E27FC236}">
                  <a16:creationId xmlns:a16="http://schemas.microsoft.com/office/drawing/2014/main" id="{B5010CC3-268A-5A74-B23D-5A21BE401D64}"/>
                </a:ext>
              </a:extLst>
            </p:cNvPr>
            <p:cNvSpPr/>
            <p:nvPr/>
          </p:nvSpPr>
          <p:spPr>
            <a:xfrm>
              <a:off x="8601312" y="1558864"/>
              <a:ext cx="184474" cy="306758"/>
            </a:xfrm>
            <a:custGeom>
              <a:avLst/>
              <a:gdLst>
                <a:gd name="connsiteX0" fmla="*/ 179195 w 184474"/>
                <a:gd name="connsiteY0" fmla="*/ 213390 h 306758"/>
                <a:gd name="connsiteX1" fmla="*/ 166653 w 184474"/>
                <a:gd name="connsiteY1" fmla="*/ 199424 h 306758"/>
                <a:gd name="connsiteX2" fmla="*/ 171760 w 184474"/>
                <a:gd name="connsiteY2" fmla="*/ 185909 h 306758"/>
                <a:gd name="connsiteX3" fmla="*/ 181823 w 184474"/>
                <a:gd name="connsiteY3" fmla="*/ 174721 h 306758"/>
                <a:gd name="connsiteX4" fmla="*/ 173487 w 184474"/>
                <a:gd name="connsiteY4" fmla="*/ 149741 h 306758"/>
                <a:gd name="connsiteX5" fmla="*/ 172286 w 184474"/>
                <a:gd name="connsiteY5" fmla="*/ 149193 h 306758"/>
                <a:gd name="connsiteX6" fmla="*/ 160044 w 184474"/>
                <a:gd name="connsiteY6" fmla="*/ 146114 h 306758"/>
                <a:gd name="connsiteX7" fmla="*/ 154262 w 184474"/>
                <a:gd name="connsiteY7" fmla="*/ 136353 h 306758"/>
                <a:gd name="connsiteX8" fmla="*/ 160796 w 184474"/>
                <a:gd name="connsiteY8" fmla="*/ 125541 h 306758"/>
                <a:gd name="connsiteX9" fmla="*/ 158317 w 184474"/>
                <a:gd name="connsiteY9" fmla="*/ 122763 h 306758"/>
                <a:gd name="connsiteX10" fmla="*/ 147202 w 184474"/>
                <a:gd name="connsiteY10" fmla="*/ 116606 h 306758"/>
                <a:gd name="connsiteX11" fmla="*/ 138190 w 184474"/>
                <a:gd name="connsiteY11" fmla="*/ 112551 h 306758"/>
                <a:gd name="connsiteX12" fmla="*/ 126024 w 184474"/>
                <a:gd name="connsiteY12" fmla="*/ 90026 h 306758"/>
                <a:gd name="connsiteX13" fmla="*/ 122344 w 184474"/>
                <a:gd name="connsiteY13" fmla="*/ 86272 h 306758"/>
                <a:gd name="connsiteX14" fmla="*/ 122344 w 184474"/>
                <a:gd name="connsiteY14" fmla="*/ 84019 h 306758"/>
                <a:gd name="connsiteX15" fmla="*/ 120392 w 184474"/>
                <a:gd name="connsiteY15" fmla="*/ 66449 h 306758"/>
                <a:gd name="connsiteX16" fmla="*/ 115285 w 184474"/>
                <a:gd name="connsiteY16" fmla="*/ 57139 h 306758"/>
                <a:gd name="connsiteX17" fmla="*/ 115285 w 184474"/>
                <a:gd name="connsiteY17" fmla="*/ 57139 h 306758"/>
                <a:gd name="connsiteX18" fmla="*/ 132858 w 184474"/>
                <a:gd name="connsiteY18" fmla="*/ 53985 h 306758"/>
                <a:gd name="connsiteX19" fmla="*/ 136914 w 184474"/>
                <a:gd name="connsiteY19" fmla="*/ 34839 h 306758"/>
                <a:gd name="connsiteX20" fmla="*/ 131582 w 184474"/>
                <a:gd name="connsiteY20" fmla="*/ 28382 h 306758"/>
                <a:gd name="connsiteX21" fmla="*/ 114834 w 184474"/>
                <a:gd name="connsiteY21" fmla="*/ 12839 h 306758"/>
                <a:gd name="connsiteX22" fmla="*/ 98463 w 184474"/>
                <a:gd name="connsiteY22" fmla="*/ 18696 h 306758"/>
                <a:gd name="connsiteX23" fmla="*/ 57833 w 184474"/>
                <a:gd name="connsiteY23" fmla="*/ 0 h 306758"/>
                <a:gd name="connsiteX24" fmla="*/ 13675 w 184474"/>
                <a:gd name="connsiteY24" fmla="*/ 18470 h 306758"/>
                <a:gd name="connsiteX25" fmla="*/ 3912 w 184474"/>
                <a:gd name="connsiteY25" fmla="*/ 30184 h 306758"/>
                <a:gd name="connsiteX26" fmla="*/ 532 w 184474"/>
                <a:gd name="connsiteY26" fmla="*/ 45201 h 306758"/>
                <a:gd name="connsiteX27" fmla="*/ 1659 w 184474"/>
                <a:gd name="connsiteY27" fmla="*/ 62245 h 306758"/>
                <a:gd name="connsiteX28" fmla="*/ 1208 w 184474"/>
                <a:gd name="connsiteY28" fmla="*/ 64798 h 306758"/>
                <a:gd name="connsiteX29" fmla="*/ 4963 w 184474"/>
                <a:gd name="connsiteY29" fmla="*/ 74409 h 306758"/>
                <a:gd name="connsiteX30" fmla="*/ 73754 w 184474"/>
                <a:gd name="connsiteY30" fmla="*/ 100688 h 306758"/>
                <a:gd name="connsiteX31" fmla="*/ 89826 w 184474"/>
                <a:gd name="connsiteY31" fmla="*/ 127043 h 306758"/>
                <a:gd name="connsiteX32" fmla="*/ 91703 w 184474"/>
                <a:gd name="connsiteY32" fmla="*/ 142060 h 306758"/>
                <a:gd name="connsiteX33" fmla="*/ 75707 w 184474"/>
                <a:gd name="connsiteY33" fmla="*/ 171418 h 306758"/>
                <a:gd name="connsiteX34" fmla="*/ 60687 w 184474"/>
                <a:gd name="connsiteY34" fmla="*/ 209485 h 306758"/>
                <a:gd name="connsiteX35" fmla="*/ 64668 w 184474"/>
                <a:gd name="connsiteY35" fmla="*/ 229158 h 306758"/>
                <a:gd name="connsiteX36" fmla="*/ 80514 w 184474"/>
                <a:gd name="connsiteY36" fmla="*/ 240270 h 306758"/>
                <a:gd name="connsiteX37" fmla="*/ 79688 w 184474"/>
                <a:gd name="connsiteY37" fmla="*/ 264447 h 306758"/>
                <a:gd name="connsiteX38" fmla="*/ 93731 w 184474"/>
                <a:gd name="connsiteY38" fmla="*/ 280966 h 306758"/>
                <a:gd name="connsiteX39" fmla="*/ 112656 w 184474"/>
                <a:gd name="connsiteY39" fmla="*/ 279615 h 306758"/>
                <a:gd name="connsiteX40" fmla="*/ 129479 w 184474"/>
                <a:gd name="connsiteY40" fmla="*/ 285771 h 306758"/>
                <a:gd name="connsiteX41" fmla="*/ 132708 w 184474"/>
                <a:gd name="connsiteY41" fmla="*/ 298836 h 306758"/>
                <a:gd name="connsiteX42" fmla="*/ 149305 w 184474"/>
                <a:gd name="connsiteY42" fmla="*/ 306345 h 306758"/>
                <a:gd name="connsiteX43" fmla="*/ 166803 w 184474"/>
                <a:gd name="connsiteY43" fmla="*/ 297785 h 306758"/>
                <a:gd name="connsiteX44" fmla="*/ 173262 w 184474"/>
                <a:gd name="connsiteY44" fmla="*/ 289826 h 306758"/>
                <a:gd name="connsiteX45" fmla="*/ 170859 w 184474"/>
                <a:gd name="connsiteY45" fmla="*/ 282918 h 306758"/>
                <a:gd name="connsiteX46" fmla="*/ 162147 w 184474"/>
                <a:gd name="connsiteY46" fmla="*/ 261970 h 306758"/>
                <a:gd name="connsiteX47" fmla="*/ 172586 w 184474"/>
                <a:gd name="connsiteY47" fmla="*/ 250632 h 306758"/>
                <a:gd name="connsiteX48" fmla="*/ 183776 w 184474"/>
                <a:gd name="connsiteY48" fmla="*/ 233287 h 306758"/>
                <a:gd name="connsiteX49" fmla="*/ 179195 w 184474"/>
                <a:gd name="connsiteY49" fmla="*/ 213390 h 306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184474" h="306758">
                  <a:moveTo>
                    <a:pt x="179195" y="213390"/>
                  </a:moveTo>
                  <a:cubicBezTo>
                    <a:pt x="174914" y="208660"/>
                    <a:pt x="168080" y="205881"/>
                    <a:pt x="166653" y="199424"/>
                  </a:cubicBezTo>
                  <a:cubicBezTo>
                    <a:pt x="166082" y="194364"/>
                    <a:pt x="167982" y="189333"/>
                    <a:pt x="171760" y="185909"/>
                  </a:cubicBezTo>
                  <a:cubicBezTo>
                    <a:pt x="175538" y="182590"/>
                    <a:pt x="178917" y="178829"/>
                    <a:pt x="181823" y="174721"/>
                  </a:cubicBezTo>
                  <a:cubicBezTo>
                    <a:pt x="186420" y="165524"/>
                    <a:pt x="182687" y="154336"/>
                    <a:pt x="173487" y="149741"/>
                  </a:cubicBezTo>
                  <a:cubicBezTo>
                    <a:pt x="173097" y="149546"/>
                    <a:pt x="172691" y="149358"/>
                    <a:pt x="172286" y="149193"/>
                  </a:cubicBezTo>
                  <a:cubicBezTo>
                    <a:pt x="168306" y="147766"/>
                    <a:pt x="163950" y="147766"/>
                    <a:pt x="160044" y="146114"/>
                  </a:cubicBezTo>
                  <a:cubicBezTo>
                    <a:pt x="156139" y="144462"/>
                    <a:pt x="152534" y="140258"/>
                    <a:pt x="154262" y="136353"/>
                  </a:cubicBezTo>
                  <a:cubicBezTo>
                    <a:pt x="155989" y="132449"/>
                    <a:pt x="162222" y="129746"/>
                    <a:pt x="160796" y="125541"/>
                  </a:cubicBezTo>
                  <a:cubicBezTo>
                    <a:pt x="160292" y="124370"/>
                    <a:pt x="159421" y="123394"/>
                    <a:pt x="158317" y="122763"/>
                  </a:cubicBezTo>
                  <a:cubicBezTo>
                    <a:pt x="154922" y="120195"/>
                    <a:pt x="151183" y="118123"/>
                    <a:pt x="147202" y="116606"/>
                  </a:cubicBezTo>
                  <a:cubicBezTo>
                    <a:pt x="144018" y="115690"/>
                    <a:pt x="140984" y="114323"/>
                    <a:pt x="138190" y="112551"/>
                  </a:cubicBezTo>
                  <a:cubicBezTo>
                    <a:pt x="131356" y="107371"/>
                    <a:pt x="131206" y="97084"/>
                    <a:pt x="126024" y="90026"/>
                  </a:cubicBezTo>
                  <a:cubicBezTo>
                    <a:pt x="124950" y="88629"/>
                    <a:pt x="123719" y="87368"/>
                    <a:pt x="122344" y="86272"/>
                  </a:cubicBezTo>
                  <a:cubicBezTo>
                    <a:pt x="122344" y="85521"/>
                    <a:pt x="122344" y="84770"/>
                    <a:pt x="122344" y="84019"/>
                  </a:cubicBezTo>
                  <a:cubicBezTo>
                    <a:pt x="122862" y="78088"/>
                    <a:pt x="122194" y="72118"/>
                    <a:pt x="120392" y="66449"/>
                  </a:cubicBezTo>
                  <a:cubicBezTo>
                    <a:pt x="118912" y="63228"/>
                    <a:pt x="117207" y="60120"/>
                    <a:pt x="115285" y="57139"/>
                  </a:cubicBezTo>
                  <a:lnTo>
                    <a:pt x="115285" y="57139"/>
                  </a:lnTo>
                  <a:cubicBezTo>
                    <a:pt x="121315" y="58828"/>
                    <a:pt x="127789" y="57665"/>
                    <a:pt x="132858" y="53985"/>
                  </a:cubicBezTo>
                  <a:cubicBezTo>
                    <a:pt x="138754" y="49480"/>
                    <a:pt x="140481" y="41349"/>
                    <a:pt x="136914" y="34839"/>
                  </a:cubicBezTo>
                  <a:cubicBezTo>
                    <a:pt x="135487" y="32436"/>
                    <a:pt x="133234" y="30634"/>
                    <a:pt x="131582" y="28382"/>
                  </a:cubicBezTo>
                  <a:cubicBezTo>
                    <a:pt x="126099" y="20873"/>
                    <a:pt x="125273" y="13365"/>
                    <a:pt x="114834" y="12839"/>
                  </a:cubicBezTo>
                  <a:cubicBezTo>
                    <a:pt x="108706" y="11548"/>
                    <a:pt x="102375" y="13815"/>
                    <a:pt x="98463" y="18696"/>
                  </a:cubicBezTo>
                  <a:cubicBezTo>
                    <a:pt x="88639" y="6389"/>
                    <a:pt x="73574" y="-541"/>
                    <a:pt x="57833" y="0"/>
                  </a:cubicBezTo>
                  <a:cubicBezTo>
                    <a:pt x="41424" y="886"/>
                    <a:pt x="25826" y="7411"/>
                    <a:pt x="13675" y="18470"/>
                  </a:cubicBezTo>
                  <a:cubicBezTo>
                    <a:pt x="9695" y="21707"/>
                    <a:pt x="6375" y="25679"/>
                    <a:pt x="3912" y="30184"/>
                  </a:cubicBezTo>
                  <a:cubicBezTo>
                    <a:pt x="1892" y="34944"/>
                    <a:pt x="742" y="40035"/>
                    <a:pt x="532" y="45201"/>
                  </a:cubicBezTo>
                  <a:cubicBezTo>
                    <a:pt x="-497" y="50892"/>
                    <a:pt x="-106" y="56741"/>
                    <a:pt x="1659" y="62245"/>
                  </a:cubicBezTo>
                  <a:lnTo>
                    <a:pt x="1208" y="64798"/>
                  </a:lnTo>
                  <a:cubicBezTo>
                    <a:pt x="-1045" y="67876"/>
                    <a:pt x="1884" y="72306"/>
                    <a:pt x="4963" y="74409"/>
                  </a:cubicBezTo>
                  <a:cubicBezTo>
                    <a:pt x="24714" y="89425"/>
                    <a:pt x="54754" y="84770"/>
                    <a:pt x="73754" y="100688"/>
                  </a:cubicBezTo>
                  <a:cubicBezTo>
                    <a:pt x="81565" y="107716"/>
                    <a:pt x="87152" y="116876"/>
                    <a:pt x="89826" y="127043"/>
                  </a:cubicBezTo>
                  <a:cubicBezTo>
                    <a:pt x="91426" y="131878"/>
                    <a:pt x="92064" y="136976"/>
                    <a:pt x="91703" y="142060"/>
                  </a:cubicBezTo>
                  <a:cubicBezTo>
                    <a:pt x="90577" y="153247"/>
                    <a:pt x="82090" y="162107"/>
                    <a:pt x="75707" y="171418"/>
                  </a:cubicBezTo>
                  <a:cubicBezTo>
                    <a:pt x="67807" y="182763"/>
                    <a:pt x="62662" y="195798"/>
                    <a:pt x="60687" y="209485"/>
                  </a:cubicBezTo>
                  <a:cubicBezTo>
                    <a:pt x="58975" y="216311"/>
                    <a:pt x="60439" y="223541"/>
                    <a:pt x="64668" y="229158"/>
                  </a:cubicBezTo>
                  <a:cubicBezTo>
                    <a:pt x="69249" y="233738"/>
                    <a:pt x="77059" y="234714"/>
                    <a:pt x="80514" y="240270"/>
                  </a:cubicBezTo>
                  <a:cubicBezTo>
                    <a:pt x="84869" y="247253"/>
                    <a:pt x="79462" y="256188"/>
                    <a:pt x="79688" y="264447"/>
                  </a:cubicBezTo>
                  <a:cubicBezTo>
                    <a:pt x="80213" y="272451"/>
                    <a:pt x="85921" y="279164"/>
                    <a:pt x="93731" y="280966"/>
                  </a:cubicBezTo>
                  <a:cubicBezTo>
                    <a:pt x="100070" y="281559"/>
                    <a:pt x="106468" y="281109"/>
                    <a:pt x="112656" y="279615"/>
                  </a:cubicBezTo>
                  <a:cubicBezTo>
                    <a:pt x="118987" y="278165"/>
                    <a:pt x="125581" y="280576"/>
                    <a:pt x="129479" y="285771"/>
                  </a:cubicBezTo>
                  <a:cubicBezTo>
                    <a:pt x="131657" y="289751"/>
                    <a:pt x="130905" y="294706"/>
                    <a:pt x="132708" y="298836"/>
                  </a:cubicBezTo>
                  <a:cubicBezTo>
                    <a:pt x="135915" y="304790"/>
                    <a:pt x="142711" y="307861"/>
                    <a:pt x="149305" y="306345"/>
                  </a:cubicBezTo>
                  <a:cubicBezTo>
                    <a:pt x="155703" y="304828"/>
                    <a:pt x="161682" y="301900"/>
                    <a:pt x="166803" y="297785"/>
                  </a:cubicBezTo>
                  <a:cubicBezTo>
                    <a:pt x="170010" y="296193"/>
                    <a:pt x="172368" y="293295"/>
                    <a:pt x="173262" y="289826"/>
                  </a:cubicBezTo>
                  <a:cubicBezTo>
                    <a:pt x="173330" y="287311"/>
                    <a:pt x="172473" y="284855"/>
                    <a:pt x="170859" y="282918"/>
                  </a:cubicBezTo>
                  <a:cubicBezTo>
                    <a:pt x="166428" y="276386"/>
                    <a:pt x="159819" y="269478"/>
                    <a:pt x="162147" y="261970"/>
                  </a:cubicBezTo>
                  <a:cubicBezTo>
                    <a:pt x="163649" y="256939"/>
                    <a:pt x="168531" y="254011"/>
                    <a:pt x="172586" y="250632"/>
                  </a:cubicBezTo>
                  <a:cubicBezTo>
                    <a:pt x="178076" y="246194"/>
                    <a:pt x="181996" y="240120"/>
                    <a:pt x="183776" y="233287"/>
                  </a:cubicBezTo>
                  <a:cubicBezTo>
                    <a:pt x="185518" y="226304"/>
                    <a:pt x="183814" y="218909"/>
                    <a:pt x="179195" y="213390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825" name="Group 824">
            <a:extLst>
              <a:ext uri="{FF2B5EF4-FFF2-40B4-BE49-F238E27FC236}">
                <a16:creationId xmlns:a16="http://schemas.microsoft.com/office/drawing/2014/main" id="{DC09D0CA-75D0-C740-A044-5FB2FFD44539}"/>
              </a:ext>
            </a:extLst>
          </p:cNvPr>
          <p:cNvGrpSpPr/>
          <p:nvPr userDrawn="1"/>
        </p:nvGrpSpPr>
        <p:grpSpPr>
          <a:xfrm>
            <a:off x="2507105" y="4089799"/>
            <a:ext cx="296814" cy="827013"/>
            <a:chOff x="3893108" y="2642381"/>
            <a:chExt cx="296814" cy="827013"/>
          </a:xfrm>
        </p:grpSpPr>
        <p:sp>
          <p:nvSpPr>
            <p:cNvPr id="826" name="Content Placeholder 4">
              <a:extLst>
                <a:ext uri="{FF2B5EF4-FFF2-40B4-BE49-F238E27FC236}">
                  <a16:creationId xmlns:a16="http://schemas.microsoft.com/office/drawing/2014/main" id="{7020DB29-48F2-A071-E414-8DCA6E450571}"/>
                </a:ext>
              </a:extLst>
            </p:cNvPr>
            <p:cNvSpPr/>
            <p:nvPr/>
          </p:nvSpPr>
          <p:spPr>
            <a:xfrm>
              <a:off x="3929326" y="3442539"/>
              <a:ext cx="260596" cy="26855"/>
            </a:xfrm>
            <a:custGeom>
              <a:avLst/>
              <a:gdLst>
                <a:gd name="connsiteX0" fmla="*/ 56802 w 260596"/>
                <a:gd name="connsiteY0" fmla="*/ 26626 h 26855"/>
                <a:gd name="connsiteX1" fmla="*/ 106142 w 260596"/>
                <a:gd name="connsiteY1" fmla="*/ 26626 h 26855"/>
                <a:gd name="connsiteX2" fmla="*/ 243800 w 260596"/>
                <a:gd name="connsiteY2" fmla="*/ 23998 h 26855"/>
                <a:gd name="connsiteX3" fmla="*/ 260548 w 260596"/>
                <a:gd name="connsiteY3" fmla="*/ 17615 h 26855"/>
                <a:gd name="connsiteX4" fmla="*/ 247555 w 260596"/>
                <a:gd name="connsiteY4" fmla="*/ 9206 h 26855"/>
                <a:gd name="connsiteX5" fmla="*/ 179515 w 260596"/>
                <a:gd name="connsiteY5" fmla="*/ 3049 h 26855"/>
                <a:gd name="connsiteX6" fmla="*/ 78731 w 260596"/>
                <a:gd name="connsiteY6" fmla="*/ 421 h 26855"/>
                <a:gd name="connsiteX7" fmla="*/ 16698 w 260596"/>
                <a:gd name="connsiteY7" fmla="*/ 4626 h 26855"/>
                <a:gd name="connsiteX8" fmla="*/ 7536 w 260596"/>
                <a:gd name="connsiteY8" fmla="*/ 23923 h 26855"/>
                <a:gd name="connsiteX9" fmla="*/ 26837 w 260596"/>
                <a:gd name="connsiteY9" fmla="*/ 25049 h 26855"/>
                <a:gd name="connsiteX10" fmla="*/ 56802 w 260596"/>
                <a:gd name="connsiteY10" fmla="*/ 26626 h 26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0596" h="26855">
                  <a:moveTo>
                    <a:pt x="56802" y="26626"/>
                  </a:moveTo>
                  <a:cubicBezTo>
                    <a:pt x="73249" y="27076"/>
                    <a:pt x="89695" y="26626"/>
                    <a:pt x="106142" y="26626"/>
                  </a:cubicBezTo>
                  <a:lnTo>
                    <a:pt x="243800" y="23998"/>
                  </a:lnTo>
                  <a:cubicBezTo>
                    <a:pt x="250935" y="23998"/>
                    <a:pt x="260097" y="22496"/>
                    <a:pt x="260548" y="17615"/>
                  </a:cubicBezTo>
                  <a:cubicBezTo>
                    <a:pt x="260998" y="12735"/>
                    <a:pt x="253714" y="10557"/>
                    <a:pt x="247555" y="9206"/>
                  </a:cubicBezTo>
                  <a:cubicBezTo>
                    <a:pt x="225093" y="5227"/>
                    <a:pt x="202330" y="3162"/>
                    <a:pt x="179515" y="3049"/>
                  </a:cubicBezTo>
                  <a:cubicBezTo>
                    <a:pt x="145923" y="1998"/>
                    <a:pt x="112323" y="1119"/>
                    <a:pt x="78731" y="421"/>
                  </a:cubicBezTo>
                  <a:cubicBezTo>
                    <a:pt x="57958" y="-848"/>
                    <a:pt x="37111" y="564"/>
                    <a:pt x="16698" y="4626"/>
                  </a:cubicBezTo>
                  <a:cubicBezTo>
                    <a:pt x="6109" y="7329"/>
                    <a:pt x="-9512" y="18517"/>
                    <a:pt x="7536" y="23923"/>
                  </a:cubicBezTo>
                  <a:cubicBezTo>
                    <a:pt x="13927" y="24869"/>
                    <a:pt x="20386" y="25244"/>
                    <a:pt x="26837" y="25049"/>
                  </a:cubicBezTo>
                  <a:cubicBezTo>
                    <a:pt x="36825" y="25800"/>
                    <a:pt x="46813" y="26626"/>
                    <a:pt x="56802" y="26626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7" name="Content Placeholder 4">
              <a:extLst>
                <a:ext uri="{FF2B5EF4-FFF2-40B4-BE49-F238E27FC236}">
                  <a16:creationId xmlns:a16="http://schemas.microsoft.com/office/drawing/2014/main" id="{5F92DB98-C38B-FD1B-6A20-5C71FD5B4DAD}"/>
                </a:ext>
              </a:extLst>
            </p:cNvPr>
            <p:cNvSpPr/>
            <p:nvPr/>
          </p:nvSpPr>
          <p:spPr>
            <a:xfrm>
              <a:off x="3893108" y="2761553"/>
              <a:ext cx="94111" cy="154645"/>
            </a:xfrm>
            <a:custGeom>
              <a:avLst/>
              <a:gdLst>
                <a:gd name="connsiteX0" fmla="*/ 64332 w 94111"/>
                <a:gd name="connsiteY0" fmla="*/ 4144 h 154645"/>
                <a:gd name="connsiteX1" fmla="*/ 53968 w 94111"/>
                <a:gd name="connsiteY1" fmla="*/ 13755 h 154645"/>
                <a:gd name="connsiteX2" fmla="*/ 10335 w 94111"/>
                <a:gd name="connsiteY2" fmla="*/ 92969 h 154645"/>
                <a:gd name="connsiteX3" fmla="*/ -29 w 94111"/>
                <a:gd name="connsiteY3" fmla="*/ 138771 h 154645"/>
                <a:gd name="connsiteX4" fmla="*/ 1173 w 94111"/>
                <a:gd name="connsiteY4" fmla="*/ 143801 h 154645"/>
                <a:gd name="connsiteX5" fmla="*/ 4928 w 94111"/>
                <a:gd name="connsiteY5" fmla="*/ 147480 h 154645"/>
                <a:gd name="connsiteX6" fmla="*/ 12438 w 94111"/>
                <a:gd name="connsiteY6" fmla="*/ 152286 h 154645"/>
                <a:gd name="connsiteX7" fmla="*/ 18671 w 94111"/>
                <a:gd name="connsiteY7" fmla="*/ 154613 h 154645"/>
                <a:gd name="connsiteX8" fmla="*/ 24604 w 94111"/>
                <a:gd name="connsiteY8" fmla="*/ 153262 h 154645"/>
                <a:gd name="connsiteX9" fmla="*/ 39624 w 94111"/>
                <a:gd name="connsiteY9" fmla="*/ 135392 h 154645"/>
                <a:gd name="connsiteX10" fmla="*/ 45857 w 94111"/>
                <a:gd name="connsiteY10" fmla="*/ 113843 h 154645"/>
                <a:gd name="connsiteX11" fmla="*/ 54869 w 94111"/>
                <a:gd name="connsiteY11" fmla="*/ 96798 h 154645"/>
                <a:gd name="connsiteX12" fmla="*/ 67336 w 94111"/>
                <a:gd name="connsiteY12" fmla="*/ 72771 h 154645"/>
                <a:gd name="connsiteX13" fmla="*/ 78976 w 94111"/>
                <a:gd name="connsiteY13" fmla="*/ 46116 h 154645"/>
                <a:gd name="connsiteX14" fmla="*/ 87688 w 94111"/>
                <a:gd name="connsiteY14" fmla="*/ 22765 h 154645"/>
                <a:gd name="connsiteX15" fmla="*/ 93621 w 94111"/>
                <a:gd name="connsiteY15" fmla="*/ 11803 h 154645"/>
                <a:gd name="connsiteX16" fmla="*/ 64332 w 94111"/>
                <a:gd name="connsiteY16" fmla="*/ 4144 h 154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4111" h="154645">
                  <a:moveTo>
                    <a:pt x="64332" y="4144"/>
                  </a:moveTo>
                  <a:cubicBezTo>
                    <a:pt x="60397" y="6780"/>
                    <a:pt x="56897" y="10023"/>
                    <a:pt x="53968" y="13755"/>
                  </a:cubicBezTo>
                  <a:cubicBezTo>
                    <a:pt x="35253" y="37639"/>
                    <a:pt x="20519" y="64384"/>
                    <a:pt x="10335" y="92969"/>
                  </a:cubicBezTo>
                  <a:cubicBezTo>
                    <a:pt x="3471" y="107258"/>
                    <a:pt x="-74" y="122920"/>
                    <a:pt x="-29" y="138771"/>
                  </a:cubicBezTo>
                  <a:cubicBezTo>
                    <a:pt x="-6" y="140512"/>
                    <a:pt x="407" y="142232"/>
                    <a:pt x="1173" y="143801"/>
                  </a:cubicBezTo>
                  <a:cubicBezTo>
                    <a:pt x="2172" y="145258"/>
                    <a:pt x="3448" y="146512"/>
                    <a:pt x="4928" y="147480"/>
                  </a:cubicBezTo>
                  <a:cubicBezTo>
                    <a:pt x="7308" y="149267"/>
                    <a:pt x="9817" y="150874"/>
                    <a:pt x="12438" y="152286"/>
                  </a:cubicBezTo>
                  <a:cubicBezTo>
                    <a:pt x="14285" y="153585"/>
                    <a:pt x="16426" y="154388"/>
                    <a:pt x="18671" y="154613"/>
                  </a:cubicBezTo>
                  <a:cubicBezTo>
                    <a:pt x="20729" y="154651"/>
                    <a:pt x="22764" y="154185"/>
                    <a:pt x="24604" y="153262"/>
                  </a:cubicBezTo>
                  <a:cubicBezTo>
                    <a:pt x="31814" y="149575"/>
                    <a:pt x="37236" y="143133"/>
                    <a:pt x="39624" y="135392"/>
                  </a:cubicBezTo>
                  <a:cubicBezTo>
                    <a:pt x="42102" y="128334"/>
                    <a:pt x="43079" y="120900"/>
                    <a:pt x="45857" y="113843"/>
                  </a:cubicBezTo>
                  <a:cubicBezTo>
                    <a:pt x="48441" y="107948"/>
                    <a:pt x="51452" y="102250"/>
                    <a:pt x="54869" y="96798"/>
                  </a:cubicBezTo>
                  <a:cubicBezTo>
                    <a:pt x="59450" y="89290"/>
                    <a:pt x="63356" y="80880"/>
                    <a:pt x="67336" y="72771"/>
                  </a:cubicBezTo>
                  <a:cubicBezTo>
                    <a:pt x="71774" y="64136"/>
                    <a:pt x="75657" y="55239"/>
                    <a:pt x="78976" y="46116"/>
                  </a:cubicBezTo>
                  <a:cubicBezTo>
                    <a:pt x="81139" y="38075"/>
                    <a:pt x="84061" y="30258"/>
                    <a:pt x="87688" y="22765"/>
                  </a:cubicBezTo>
                  <a:cubicBezTo>
                    <a:pt x="90054" y="19334"/>
                    <a:pt x="92044" y="15662"/>
                    <a:pt x="93621" y="11803"/>
                  </a:cubicBezTo>
                  <a:cubicBezTo>
                    <a:pt x="97676" y="-3214"/>
                    <a:pt x="73945" y="-1713"/>
                    <a:pt x="64332" y="4144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8" name="Content Placeholder 4">
              <a:extLst>
                <a:ext uri="{FF2B5EF4-FFF2-40B4-BE49-F238E27FC236}">
                  <a16:creationId xmlns:a16="http://schemas.microsoft.com/office/drawing/2014/main" id="{9B03B9A2-4FF3-EFE5-76DB-C5DB1C188601}"/>
                </a:ext>
              </a:extLst>
            </p:cNvPr>
            <p:cNvSpPr/>
            <p:nvPr/>
          </p:nvSpPr>
          <p:spPr>
            <a:xfrm>
              <a:off x="3940572" y="2995185"/>
              <a:ext cx="185276" cy="468515"/>
            </a:xfrm>
            <a:custGeom>
              <a:avLst/>
              <a:gdLst>
                <a:gd name="connsiteX0" fmla="*/ 181037 w 185276"/>
                <a:gd name="connsiteY0" fmla="*/ 443945 h 468515"/>
                <a:gd name="connsiteX1" fmla="*/ 182389 w 185276"/>
                <a:gd name="connsiteY1" fmla="*/ 441167 h 468515"/>
                <a:gd name="connsiteX2" fmla="*/ 172851 w 185276"/>
                <a:gd name="connsiteY2" fmla="*/ 250152 h 468515"/>
                <a:gd name="connsiteX3" fmla="*/ 175780 w 185276"/>
                <a:gd name="connsiteY3" fmla="*/ 73103 h 468515"/>
                <a:gd name="connsiteX4" fmla="*/ 165791 w 185276"/>
                <a:gd name="connsiteY4" fmla="*/ 12660 h 468515"/>
                <a:gd name="connsiteX5" fmla="*/ 163614 w 185276"/>
                <a:gd name="connsiteY5" fmla="*/ 9356 h 468515"/>
                <a:gd name="connsiteX6" fmla="*/ 150171 w 185276"/>
                <a:gd name="connsiteY6" fmla="*/ 9356 h 468515"/>
                <a:gd name="connsiteX7" fmla="*/ 19196 w 185276"/>
                <a:gd name="connsiteY7" fmla="*/ -30 h 468515"/>
                <a:gd name="connsiteX8" fmla="*/ 7481 w 185276"/>
                <a:gd name="connsiteY8" fmla="*/ 32707 h 468515"/>
                <a:gd name="connsiteX9" fmla="*/ -29 w 185276"/>
                <a:gd name="connsiteY9" fmla="*/ 87969 h 468515"/>
                <a:gd name="connsiteX10" fmla="*/ -29 w 185276"/>
                <a:gd name="connsiteY10" fmla="*/ 87969 h 468515"/>
                <a:gd name="connsiteX11" fmla="*/ -29 w 185276"/>
                <a:gd name="connsiteY11" fmla="*/ 99908 h 468515"/>
                <a:gd name="connsiteX12" fmla="*/ 10034 w 185276"/>
                <a:gd name="connsiteY12" fmla="*/ 168385 h 468515"/>
                <a:gd name="connsiteX13" fmla="*/ 15441 w 185276"/>
                <a:gd name="connsiteY13" fmla="*/ 213060 h 468515"/>
                <a:gd name="connsiteX14" fmla="*/ 16868 w 185276"/>
                <a:gd name="connsiteY14" fmla="*/ 248575 h 468515"/>
                <a:gd name="connsiteX15" fmla="*/ 28584 w 185276"/>
                <a:gd name="connsiteY15" fmla="*/ 340704 h 468515"/>
                <a:gd name="connsiteX16" fmla="*/ 38948 w 185276"/>
                <a:gd name="connsiteY16" fmla="*/ 437938 h 468515"/>
                <a:gd name="connsiteX17" fmla="*/ 38948 w 185276"/>
                <a:gd name="connsiteY17" fmla="*/ 441843 h 468515"/>
                <a:gd name="connsiteX18" fmla="*/ 45632 w 185276"/>
                <a:gd name="connsiteY18" fmla="*/ 442969 h 468515"/>
                <a:gd name="connsiteX19" fmla="*/ 44430 w 185276"/>
                <a:gd name="connsiteY19" fmla="*/ 442969 h 468515"/>
                <a:gd name="connsiteX20" fmla="*/ 21449 w 185276"/>
                <a:gd name="connsiteY20" fmla="*/ 454457 h 468515"/>
                <a:gd name="connsiteX21" fmla="*/ 14765 w 185276"/>
                <a:gd name="connsiteY21" fmla="*/ 457836 h 468515"/>
                <a:gd name="connsiteX22" fmla="*/ 13939 w 185276"/>
                <a:gd name="connsiteY22" fmla="*/ 463993 h 468515"/>
                <a:gd name="connsiteX23" fmla="*/ 20173 w 185276"/>
                <a:gd name="connsiteY23" fmla="*/ 465720 h 468515"/>
                <a:gd name="connsiteX24" fmla="*/ 71391 w 185276"/>
                <a:gd name="connsiteY24" fmla="*/ 461890 h 468515"/>
                <a:gd name="connsiteX25" fmla="*/ 74245 w 185276"/>
                <a:gd name="connsiteY25" fmla="*/ 460839 h 468515"/>
                <a:gd name="connsiteX26" fmla="*/ 75296 w 185276"/>
                <a:gd name="connsiteY26" fmla="*/ 458887 h 468515"/>
                <a:gd name="connsiteX27" fmla="*/ 72292 w 185276"/>
                <a:gd name="connsiteY27" fmla="*/ 441918 h 468515"/>
                <a:gd name="connsiteX28" fmla="*/ 70940 w 185276"/>
                <a:gd name="connsiteY28" fmla="*/ 441918 h 468515"/>
                <a:gd name="connsiteX29" fmla="*/ 70940 w 185276"/>
                <a:gd name="connsiteY29" fmla="*/ 441392 h 468515"/>
                <a:gd name="connsiteX30" fmla="*/ 78450 w 185276"/>
                <a:gd name="connsiteY30" fmla="*/ 252480 h 468515"/>
                <a:gd name="connsiteX31" fmla="*/ 85284 w 185276"/>
                <a:gd name="connsiteY31" fmla="*/ 111246 h 468515"/>
                <a:gd name="connsiteX32" fmla="*/ 95348 w 185276"/>
                <a:gd name="connsiteY32" fmla="*/ 112071 h 468515"/>
                <a:gd name="connsiteX33" fmla="*/ 154001 w 185276"/>
                <a:gd name="connsiteY33" fmla="*/ 424648 h 468515"/>
                <a:gd name="connsiteX34" fmla="*/ 163388 w 185276"/>
                <a:gd name="connsiteY34" fmla="*/ 444621 h 468515"/>
                <a:gd name="connsiteX35" fmla="*/ 163388 w 185276"/>
                <a:gd name="connsiteY35" fmla="*/ 444621 h 468515"/>
                <a:gd name="connsiteX36" fmla="*/ 155878 w 185276"/>
                <a:gd name="connsiteY36" fmla="*/ 446123 h 468515"/>
                <a:gd name="connsiteX37" fmla="*/ 136728 w 185276"/>
                <a:gd name="connsiteY37" fmla="*/ 458136 h 468515"/>
                <a:gd name="connsiteX38" fmla="*/ 131170 w 185276"/>
                <a:gd name="connsiteY38" fmla="*/ 461665 h 468515"/>
                <a:gd name="connsiteX39" fmla="*/ 131170 w 185276"/>
                <a:gd name="connsiteY39" fmla="*/ 467296 h 468515"/>
                <a:gd name="connsiteX40" fmla="*/ 136878 w 185276"/>
                <a:gd name="connsiteY40" fmla="*/ 468348 h 468515"/>
                <a:gd name="connsiteX41" fmla="*/ 181938 w 185276"/>
                <a:gd name="connsiteY41" fmla="*/ 460839 h 468515"/>
                <a:gd name="connsiteX42" fmla="*/ 184341 w 185276"/>
                <a:gd name="connsiteY42" fmla="*/ 459713 h 468515"/>
                <a:gd name="connsiteX43" fmla="*/ 185092 w 185276"/>
                <a:gd name="connsiteY43" fmla="*/ 457911 h 468515"/>
                <a:gd name="connsiteX44" fmla="*/ 181037 w 185276"/>
                <a:gd name="connsiteY44" fmla="*/ 443945 h 468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185276" h="468515">
                  <a:moveTo>
                    <a:pt x="181037" y="443945"/>
                  </a:moveTo>
                  <a:cubicBezTo>
                    <a:pt x="181653" y="443104"/>
                    <a:pt x="182111" y="442166"/>
                    <a:pt x="182389" y="441167"/>
                  </a:cubicBezTo>
                  <a:cubicBezTo>
                    <a:pt x="176981" y="377495"/>
                    <a:pt x="176381" y="313523"/>
                    <a:pt x="172851" y="250152"/>
                  </a:cubicBezTo>
                  <a:cubicBezTo>
                    <a:pt x="169697" y="191661"/>
                    <a:pt x="176381" y="131969"/>
                    <a:pt x="175780" y="73103"/>
                  </a:cubicBezTo>
                  <a:cubicBezTo>
                    <a:pt x="177867" y="52424"/>
                    <a:pt x="174420" y="31566"/>
                    <a:pt x="165791" y="12660"/>
                  </a:cubicBezTo>
                  <a:cubicBezTo>
                    <a:pt x="165311" y="11413"/>
                    <a:pt x="164567" y="10287"/>
                    <a:pt x="163614" y="9356"/>
                  </a:cubicBezTo>
                  <a:cubicBezTo>
                    <a:pt x="160309" y="6503"/>
                    <a:pt x="154601" y="8004"/>
                    <a:pt x="150171" y="9356"/>
                  </a:cubicBezTo>
                  <a:cubicBezTo>
                    <a:pt x="107003" y="23779"/>
                    <a:pt x="59863" y="20401"/>
                    <a:pt x="19196" y="-30"/>
                  </a:cubicBezTo>
                  <a:cubicBezTo>
                    <a:pt x="12520" y="9686"/>
                    <a:pt x="8487" y="20964"/>
                    <a:pt x="7481" y="32707"/>
                  </a:cubicBezTo>
                  <a:cubicBezTo>
                    <a:pt x="3868" y="50960"/>
                    <a:pt x="1360" y="69416"/>
                    <a:pt x="-29" y="87969"/>
                  </a:cubicBezTo>
                  <a:lnTo>
                    <a:pt x="-29" y="87969"/>
                  </a:lnTo>
                  <a:cubicBezTo>
                    <a:pt x="-29" y="91949"/>
                    <a:pt x="-29" y="95928"/>
                    <a:pt x="-29" y="99908"/>
                  </a:cubicBezTo>
                  <a:cubicBezTo>
                    <a:pt x="1495" y="122966"/>
                    <a:pt x="4860" y="145867"/>
                    <a:pt x="10034" y="168385"/>
                  </a:cubicBezTo>
                  <a:cubicBezTo>
                    <a:pt x="13106" y="183094"/>
                    <a:pt x="14916" y="198043"/>
                    <a:pt x="15441" y="213060"/>
                  </a:cubicBezTo>
                  <a:cubicBezTo>
                    <a:pt x="15441" y="225374"/>
                    <a:pt x="13564" y="236562"/>
                    <a:pt x="16868" y="248575"/>
                  </a:cubicBezTo>
                  <a:cubicBezTo>
                    <a:pt x="25054" y="278234"/>
                    <a:pt x="25054" y="310445"/>
                    <a:pt x="28584" y="340704"/>
                  </a:cubicBezTo>
                  <a:cubicBezTo>
                    <a:pt x="32264" y="373065"/>
                    <a:pt x="36094" y="405502"/>
                    <a:pt x="38948" y="437938"/>
                  </a:cubicBezTo>
                  <a:cubicBezTo>
                    <a:pt x="38948" y="439215"/>
                    <a:pt x="38948" y="440491"/>
                    <a:pt x="38948" y="441843"/>
                  </a:cubicBezTo>
                  <a:lnTo>
                    <a:pt x="45632" y="442969"/>
                  </a:lnTo>
                  <a:lnTo>
                    <a:pt x="44430" y="442969"/>
                  </a:lnTo>
                  <a:cubicBezTo>
                    <a:pt x="37273" y="447729"/>
                    <a:pt x="29553" y="451589"/>
                    <a:pt x="21449" y="454457"/>
                  </a:cubicBezTo>
                  <a:cubicBezTo>
                    <a:pt x="19031" y="455155"/>
                    <a:pt x="16763" y="456296"/>
                    <a:pt x="14765" y="457836"/>
                  </a:cubicBezTo>
                  <a:cubicBezTo>
                    <a:pt x="12895" y="459337"/>
                    <a:pt x="12528" y="462048"/>
                    <a:pt x="13939" y="463993"/>
                  </a:cubicBezTo>
                  <a:cubicBezTo>
                    <a:pt x="15697" y="465382"/>
                    <a:pt x="17950" y="466005"/>
                    <a:pt x="20173" y="465720"/>
                  </a:cubicBezTo>
                  <a:cubicBezTo>
                    <a:pt x="37325" y="465877"/>
                    <a:pt x="54456" y="464593"/>
                    <a:pt x="71391" y="461890"/>
                  </a:cubicBezTo>
                  <a:cubicBezTo>
                    <a:pt x="72420" y="461793"/>
                    <a:pt x="73403" y="461432"/>
                    <a:pt x="74245" y="460839"/>
                  </a:cubicBezTo>
                  <a:cubicBezTo>
                    <a:pt x="74755" y="460283"/>
                    <a:pt x="75116" y="459615"/>
                    <a:pt x="75296" y="458887"/>
                  </a:cubicBezTo>
                  <a:cubicBezTo>
                    <a:pt x="76993" y="453068"/>
                    <a:pt x="75882" y="446798"/>
                    <a:pt x="72292" y="441918"/>
                  </a:cubicBezTo>
                  <a:lnTo>
                    <a:pt x="70940" y="441918"/>
                  </a:lnTo>
                  <a:cubicBezTo>
                    <a:pt x="70963" y="441745"/>
                    <a:pt x="70963" y="441565"/>
                    <a:pt x="70940" y="441392"/>
                  </a:cubicBezTo>
                  <a:cubicBezTo>
                    <a:pt x="73343" y="378419"/>
                    <a:pt x="75844" y="315453"/>
                    <a:pt x="78450" y="252480"/>
                  </a:cubicBezTo>
                  <a:cubicBezTo>
                    <a:pt x="79502" y="225975"/>
                    <a:pt x="77173" y="136474"/>
                    <a:pt x="85284" y="111246"/>
                  </a:cubicBezTo>
                  <a:lnTo>
                    <a:pt x="95348" y="112071"/>
                  </a:lnTo>
                  <a:cubicBezTo>
                    <a:pt x="113747" y="195340"/>
                    <a:pt x="135526" y="341304"/>
                    <a:pt x="154001" y="424648"/>
                  </a:cubicBezTo>
                  <a:cubicBezTo>
                    <a:pt x="154774" y="432179"/>
                    <a:pt x="158086" y="439215"/>
                    <a:pt x="163388" y="444621"/>
                  </a:cubicBezTo>
                  <a:lnTo>
                    <a:pt x="163388" y="444621"/>
                  </a:lnTo>
                  <a:cubicBezTo>
                    <a:pt x="160760" y="444996"/>
                    <a:pt x="158131" y="445522"/>
                    <a:pt x="155878" y="446123"/>
                  </a:cubicBezTo>
                  <a:cubicBezTo>
                    <a:pt x="150028" y="450920"/>
                    <a:pt x="143592" y="454960"/>
                    <a:pt x="136728" y="458136"/>
                  </a:cubicBezTo>
                  <a:cubicBezTo>
                    <a:pt x="134647" y="458902"/>
                    <a:pt x="132747" y="460111"/>
                    <a:pt x="131170" y="461665"/>
                  </a:cubicBezTo>
                  <a:cubicBezTo>
                    <a:pt x="129653" y="463234"/>
                    <a:pt x="129653" y="465727"/>
                    <a:pt x="131170" y="467296"/>
                  </a:cubicBezTo>
                  <a:cubicBezTo>
                    <a:pt x="132875" y="468340"/>
                    <a:pt x="134910" y="468716"/>
                    <a:pt x="136878" y="468348"/>
                  </a:cubicBezTo>
                  <a:cubicBezTo>
                    <a:pt x="152086" y="467169"/>
                    <a:pt x="167166" y="464653"/>
                    <a:pt x="181938" y="460839"/>
                  </a:cubicBezTo>
                  <a:cubicBezTo>
                    <a:pt x="182832" y="460712"/>
                    <a:pt x="183673" y="460321"/>
                    <a:pt x="184341" y="459713"/>
                  </a:cubicBezTo>
                  <a:cubicBezTo>
                    <a:pt x="184754" y="459195"/>
                    <a:pt x="185017" y="458572"/>
                    <a:pt x="185092" y="457911"/>
                  </a:cubicBezTo>
                  <a:cubicBezTo>
                    <a:pt x="185753" y="452895"/>
                    <a:pt x="184281" y="447827"/>
                    <a:pt x="181037" y="443945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9" name="Content Placeholder 4">
              <a:extLst>
                <a:ext uri="{FF2B5EF4-FFF2-40B4-BE49-F238E27FC236}">
                  <a16:creationId xmlns:a16="http://schemas.microsoft.com/office/drawing/2014/main" id="{9B018A4A-F96C-049F-CAF8-A4D7A645E173}"/>
                </a:ext>
              </a:extLst>
            </p:cNvPr>
            <p:cNvSpPr/>
            <p:nvPr/>
          </p:nvSpPr>
          <p:spPr>
            <a:xfrm>
              <a:off x="3926976" y="2758422"/>
              <a:ext cx="200538" cy="333003"/>
            </a:xfrm>
            <a:custGeom>
              <a:avLst/>
              <a:gdLst>
                <a:gd name="connsiteX0" fmla="*/ 197486 w 200538"/>
                <a:gd name="connsiteY0" fmla="*/ 186352 h 333003"/>
                <a:gd name="connsiteX1" fmla="*/ 195308 w 200538"/>
                <a:gd name="connsiteY1" fmla="*/ 131390 h 333003"/>
                <a:gd name="connsiteX2" fmla="*/ 188624 w 200538"/>
                <a:gd name="connsiteY2" fmla="*/ 59309 h 333003"/>
                <a:gd name="connsiteX3" fmla="*/ 166094 w 200538"/>
                <a:gd name="connsiteY3" fmla="*/ 19815 h 333003"/>
                <a:gd name="connsiteX4" fmla="*/ 150023 w 200538"/>
                <a:gd name="connsiteY4" fmla="*/ 3371 h 333003"/>
                <a:gd name="connsiteX5" fmla="*/ 139509 w 200538"/>
                <a:gd name="connsiteY5" fmla="*/ 1044 h 333003"/>
                <a:gd name="connsiteX6" fmla="*/ 129896 w 200538"/>
                <a:gd name="connsiteY6" fmla="*/ 1794 h 333003"/>
                <a:gd name="connsiteX7" fmla="*/ 123363 w 200538"/>
                <a:gd name="connsiteY7" fmla="*/ 7801 h 333003"/>
                <a:gd name="connsiteX8" fmla="*/ 95876 w 200538"/>
                <a:gd name="connsiteY8" fmla="*/ 6975 h 333003"/>
                <a:gd name="connsiteX9" fmla="*/ 61856 w 200538"/>
                <a:gd name="connsiteY9" fmla="*/ 6975 h 333003"/>
                <a:gd name="connsiteX10" fmla="*/ 52746 w 200538"/>
                <a:gd name="connsiteY10" fmla="*/ 1517 h 333003"/>
                <a:gd name="connsiteX11" fmla="*/ 49014 w 200538"/>
                <a:gd name="connsiteY11" fmla="*/ 3747 h 333003"/>
                <a:gd name="connsiteX12" fmla="*/ 40227 w 200538"/>
                <a:gd name="connsiteY12" fmla="*/ 15235 h 333003"/>
                <a:gd name="connsiteX13" fmla="*/ 34069 w 200538"/>
                <a:gd name="connsiteY13" fmla="*/ 24921 h 333003"/>
                <a:gd name="connsiteX14" fmla="*/ 12665 w 200538"/>
                <a:gd name="connsiteY14" fmla="*/ 86114 h 333003"/>
                <a:gd name="connsiteX15" fmla="*/ 875 w 200538"/>
                <a:gd name="connsiteY15" fmla="*/ 233430 h 333003"/>
                <a:gd name="connsiteX16" fmla="*/ 875 w 200538"/>
                <a:gd name="connsiteY16" fmla="*/ 234406 h 333003"/>
                <a:gd name="connsiteX17" fmla="*/ 2301 w 200538"/>
                <a:gd name="connsiteY17" fmla="*/ 274802 h 333003"/>
                <a:gd name="connsiteX18" fmla="*/ 5155 w 200538"/>
                <a:gd name="connsiteY18" fmla="*/ 312344 h 333003"/>
                <a:gd name="connsiteX19" fmla="*/ 46460 w 200538"/>
                <a:gd name="connsiteY19" fmla="*/ 328562 h 333003"/>
                <a:gd name="connsiteX20" fmla="*/ 54871 w 200538"/>
                <a:gd name="connsiteY20" fmla="*/ 328938 h 333003"/>
                <a:gd name="connsiteX21" fmla="*/ 60804 w 200538"/>
                <a:gd name="connsiteY21" fmla="*/ 328938 h 333003"/>
                <a:gd name="connsiteX22" fmla="*/ 63508 w 200538"/>
                <a:gd name="connsiteY22" fmla="*/ 328938 h 333003"/>
                <a:gd name="connsiteX23" fmla="*/ 86864 w 200538"/>
                <a:gd name="connsiteY23" fmla="*/ 328938 h 333003"/>
                <a:gd name="connsiteX24" fmla="*/ 89042 w 200538"/>
                <a:gd name="connsiteY24" fmla="*/ 328938 h 333003"/>
                <a:gd name="connsiteX25" fmla="*/ 99331 w 200538"/>
                <a:gd name="connsiteY25" fmla="*/ 332692 h 333003"/>
                <a:gd name="connsiteX26" fmla="*/ 105639 w 200538"/>
                <a:gd name="connsiteY26" fmla="*/ 331040 h 333003"/>
                <a:gd name="connsiteX27" fmla="*/ 108042 w 200538"/>
                <a:gd name="connsiteY27" fmla="*/ 331416 h 333003"/>
                <a:gd name="connsiteX28" fmla="*/ 113224 w 200538"/>
                <a:gd name="connsiteY28" fmla="*/ 331416 h 333003"/>
                <a:gd name="connsiteX29" fmla="*/ 122837 w 200538"/>
                <a:gd name="connsiteY29" fmla="*/ 331416 h 333003"/>
                <a:gd name="connsiteX30" fmla="*/ 164818 w 200538"/>
                <a:gd name="connsiteY30" fmla="*/ 325033 h 333003"/>
                <a:gd name="connsiteX31" fmla="*/ 176233 w 200538"/>
                <a:gd name="connsiteY31" fmla="*/ 323757 h 333003"/>
                <a:gd name="connsiteX32" fmla="*/ 179988 w 200538"/>
                <a:gd name="connsiteY32" fmla="*/ 322631 h 333003"/>
                <a:gd name="connsiteX33" fmla="*/ 189826 w 200538"/>
                <a:gd name="connsiteY33" fmla="*/ 316774 h 333003"/>
                <a:gd name="connsiteX34" fmla="*/ 197486 w 200538"/>
                <a:gd name="connsiteY34" fmla="*/ 186352 h 3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538" h="333003">
                  <a:moveTo>
                    <a:pt x="197486" y="186352"/>
                  </a:moveTo>
                  <a:cubicBezTo>
                    <a:pt x="197111" y="168032"/>
                    <a:pt x="196435" y="149711"/>
                    <a:pt x="195308" y="131390"/>
                  </a:cubicBezTo>
                  <a:cubicBezTo>
                    <a:pt x="194580" y="107251"/>
                    <a:pt x="192349" y="83171"/>
                    <a:pt x="188624" y="59309"/>
                  </a:cubicBezTo>
                  <a:cubicBezTo>
                    <a:pt x="185921" y="44292"/>
                    <a:pt x="180213" y="28600"/>
                    <a:pt x="166094" y="19815"/>
                  </a:cubicBezTo>
                  <a:cubicBezTo>
                    <a:pt x="162910" y="12569"/>
                    <a:pt x="157195" y="6728"/>
                    <a:pt x="150023" y="3371"/>
                  </a:cubicBezTo>
                  <a:cubicBezTo>
                    <a:pt x="147537" y="158"/>
                    <a:pt x="143114" y="-818"/>
                    <a:pt x="139509" y="1044"/>
                  </a:cubicBezTo>
                  <a:cubicBezTo>
                    <a:pt x="136438" y="-623"/>
                    <a:pt x="132675" y="-330"/>
                    <a:pt x="129896" y="1794"/>
                  </a:cubicBezTo>
                  <a:cubicBezTo>
                    <a:pt x="127576" y="3641"/>
                    <a:pt x="125398" y="5646"/>
                    <a:pt x="123363" y="7801"/>
                  </a:cubicBezTo>
                  <a:cubicBezTo>
                    <a:pt x="114276" y="6322"/>
                    <a:pt x="105038" y="6044"/>
                    <a:pt x="95876" y="6975"/>
                  </a:cubicBezTo>
                  <a:cubicBezTo>
                    <a:pt x="84543" y="7568"/>
                    <a:pt x="73188" y="7568"/>
                    <a:pt x="61856" y="6975"/>
                  </a:cubicBezTo>
                  <a:cubicBezTo>
                    <a:pt x="60849" y="2951"/>
                    <a:pt x="56772" y="511"/>
                    <a:pt x="52746" y="1517"/>
                  </a:cubicBezTo>
                  <a:cubicBezTo>
                    <a:pt x="51312" y="1877"/>
                    <a:pt x="50013" y="2650"/>
                    <a:pt x="49014" y="3747"/>
                  </a:cubicBezTo>
                  <a:cubicBezTo>
                    <a:pt x="45859" y="7501"/>
                    <a:pt x="43006" y="11255"/>
                    <a:pt x="40227" y="15235"/>
                  </a:cubicBezTo>
                  <a:cubicBezTo>
                    <a:pt x="37756" y="18178"/>
                    <a:pt x="35683" y="21437"/>
                    <a:pt x="34069" y="24921"/>
                  </a:cubicBezTo>
                  <a:cubicBezTo>
                    <a:pt x="23360" y="43887"/>
                    <a:pt x="16112" y="64610"/>
                    <a:pt x="12665" y="86114"/>
                  </a:cubicBezTo>
                  <a:cubicBezTo>
                    <a:pt x="-327" y="133568"/>
                    <a:pt x="-1303" y="184100"/>
                    <a:pt x="875" y="233430"/>
                  </a:cubicBezTo>
                  <a:cubicBezTo>
                    <a:pt x="837" y="233753"/>
                    <a:pt x="837" y="234083"/>
                    <a:pt x="875" y="234406"/>
                  </a:cubicBezTo>
                  <a:lnTo>
                    <a:pt x="2301" y="274802"/>
                  </a:lnTo>
                  <a:cubicBezTo>
                    <a:pt x="2054" y="287378"/>
                    <a:pt x="3007" y="299948"/>
                    <a:pt x="5155" y="312344"/>
                  </a:cubicBezTo>
                  <a:cubicBezTo>
                    <a:pt x="9586" y="330965"/>
                    <a:pt x="22654" y="326911"/>
                    <a:pt x="46460" y="328562"/>
                  </a:cubicBezTo>
                  <a:cubicBezTo>
                    <a:pt x="51116" y="328938"/>
                    <a:pt x="55472" y="331866"/>
                    <a:pt x="54871" y="328938"/>
                  </a:cubicBezTo>
                  <a:lnTo>
                    <a:pt x="60804" y="328938"/>
                  </a:lnTo>
                  <a:lnTo>
                    <a:pt x="63508" y="328938"/>
                  </a:lnTo>
                  <a:cubicBezTo>
                    <a:pt x="71544" y="328938"/>
                    <a:pt x="79579" y="328938"/>
                    <a:pt x="86864" y="328938"/>
                  </a:cubicBezTo>
                  <a:lnTo>
                    <a:pt x="89042" y="328938"/>
                  </a:lnTo>
                  <a:cubicBezTo>
                    <a:pt x="91393" y="332159"/>
                    <a:pt x="95455" y="333638"/>
                    <a:pt x="99331" y="332692"/>
                  </a:cubicBezTo>
                  <a:lnTo>
                    <a:pt x="105639" y="331040"/>
                  </a:lnTo>
                  <a:cubicBezTo>
                    <a:pt x="106420" y="331288"/>
                    <a:pt x="107224" y="331416"/>
                    <a:pt x="108042" y="331416"/>
                  </a:cubicBezTo>
                  <a:lnTo>
                    <a:pt x="113224" y="331416"/>
                  </a:lnTo>
                  <a:cubicBezTo>
                    <a:pt x="116130" y="333360"/>
                    <a:pt x="119931" y="333360"/>
                    <a:pt x="122837" y="331416"/>
                  </a:cubicBezTo>
                  <a:cubicBezTo>
                    <a:pt x="137038" y="330995"/>
                    <a:pt x="151135" y="328855"/>
                    <a:pt x="164818" y="325033"/>
                  </a:cubicBezTo>
                  <a:lnTo>
                    <a:pt x="176233" y="323757"/>
                  </a:lnTo>
                  <a:cubicBezTo>
                    <a:pt x="177547" y="323622"/>
                    <a:pt x="178816" y="323239"/>
                    <a:pt x="179988" y="322631"/>
                  </a:cubicBezTo>
                  <a:cubicBezTo>
                    <a:pt x="184261" y="323374"/>
                    <a:pt x="188444" y="320889"/>
                    <a:pt x="189826" y="316774"/>
                  </a:cubicBezTo>
                  <a:cubicBezTo>
                    <a:pt x="200708" y="274194"/>
                    <a:pt x="203306" y="229916"/>
                    <a:pt x="197486" y="186352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0" name="Content Placeholder 4">
              <a:extLst>
                <a:ext uri="{FF2B5EF4-FFF2-40B4-BE49-F238E27FC236}">
                  <a16:creationId xmlns:a16="http://schemas.microsoft.com/office/drawing/2014/main" id="{4C235B8E-636C-B185-975F-BE945D8B0D6F}"/>
                </a:ext>
              </a:extLst>
            </p:cNvPr>
            <p:cNvSpPr/>
            <p:nvPr/>
          </p:nvSpPr>
          <p:spPr>
            <a:xfrm>
              <a:off x="3975268" y="2646718"/>
              <a:ext cx="84374" cy="107596"/>
            </a:xfrm>
            <a:custGeom>
              <a:avLst/>
              <a:gdLst>
                <a:gd name="connsiteX0" fmla="*/ 84308 w 84374"/>
                <a:gd name="connsiteY0" fmla="*/ 35711 h 107596"/>
                <a:gd name="connsiteX1" fmla="*/ 42177 w 84374"/>
                <a:gd name="connsiteY1" fmla="*/ -30 h 107596"/>
                <a:gd name="connsiteX2" fmla="*/ -29 w 84374"/>
                <a:gd name="connsiteY2" fmla="*/ 35711 h 107596"/>
                <a:gd name="connsiteX3" fmla="*/ 1548 w 84374"/>
                <a:gd name="connsiteY3" fmla="*/ 45171 h 107596"/>
                <a:gd name="connsiteX4" fmla="*/ 1548 w 84374"/>
                <a:gd name="connsiteY4" fmla="*/ 47574 h 107596"/>
                <a:gd name="connsiteX5" fmla="*/ 3350 w 84374"/>
                <a:gd name="connsiteY5" fmla="*/ 68898 h 107596"/>
                <a:gd name="connsiteX6" fmla="*/ 28734 w 84374"/>
                <a:gd name="connsiteY6" fmla="*/ 103061 h 107596"/>
                <a:gd name="connsiteX7" fmla="*/ 45106 w 84374"/>
                <a:gd name="connsiteY7" fmla="*/ 107567 h 107596"/>
                <a:gd name="connsiteX8" fmla="*/ 65683 w 84374"/>
                <a:gd name="connsiteY8" fmla="*/ 99307 h 107596"/>
                <a:gd name="connsiteX9" fmla="*/ 84008 w 84374"/>
                <a:gd name="connsiteY9" fmla="*/ 40065 h 107596"/>
                <a:gd name="connsiteX10" fmla="*/ 84308 w 84374"/>
                <a:gd name="connsiteY10" fmla="*/ 35711 h 107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4374" h="107596">
                  <a:moveTo>
                    <a:pt x="84308" y="35711"/>
                  </a:moveTo>
                  <a:cubicBezTo>
                    <a:pt x="84308" y="15963"/>
                    <a:pt x="65458" y="-30"/>
                    <a:pt x="42177" y="-30"/>
                  </a:cubicBezTo>
                  <a:cubicBezTo>
                    <a:pt x="18896" y="-30"/>
                    <a:pt x="-29" y="15963"/>
                    <a:pt x="-29" y="35711"/>
                  </a:cubicBezTo>
                  <a:cubicBezTo>
                    <a:pt x="-7" y="38924"/>
                    <a:pt x="526" y="42123"/>
                    <a:pt x="1548" y="45171"/>
                  </a:cubicBezTo>
                  <a:cubicBezTo>
                    <a:pt x="1548" y="45997"/>
                    <a:pt x="1548" y="46748"/>
                    <a:pt x="1548" y="47574"/>
                  </a:cubicBezTo>
                  <a:cubicBezTo>
                    <a:pt x="1360" y="54729"/>
                    <a:pt x="1961" y="61877"/>
                    <a:pt x="3350" y="68898"/>
                  </a:cubicBezTo>
                  <a:cubicBezTo>
                    <a:pt x="6197" y="83539"/>
                    <a:pt x="15531" y="96101"/>
                    <a:pt x="28734" y="103061"/>
                  </a:cubicBezTo>
                  <a:cubicBezTo>
                    <a:pt x="33728" y="105907"/>
                    <a:pt x="39361" y="107461"/>
                    <a:pt x="45106" y="107567"/>
                  </a:cubicBezTo>
                  <a:cubicBezTo>
                    <a:pt x="52713" y="107281"/>
                    <a:pt x="59991" y="104360"/>
                    <a:pt x="65683" y="99307"/>
                  </a:cubicBezTo>
                  <a:cubicBezTo>
                    <a:pt x="83707" y="84290"/>
                    <a:pt x="85284" y="61765"/>
                    <a:pt x="84008" y="40065"/>
                  </a:cubicBezTo>
                  <a:cubicBezTo>
                    <a:pt x="84188" y="38624"/>
                    <a:pt x="84285" y="37167"/>
                    <a:pt x="84308" y="35711"/>
                  </a:cubicBezTo>
                  <a:close/>
                </a:path>
              </a:pathLst>
            </a:custGeom>
            <a:solidFill>
              <a:srgbClr val="EDD5B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1" name="Content Placeholder 4">
              <a:extLst>
                <a:ext uri="{FF2B5EF4-FFF2-40B4-BE49-F238E27FC236}">
                  <a16:creationId xmlns:a16="http://schemas.microsoft.com/office/drawing/2014/main" id="{053FC1B7-8FC1-BABC-737B-04A119243E05}"/>
                </a:ext>
              </a:extLst>
            </p:cNvPr>
            <p:cNvSpPr/>
            <p:nvPr/>
          </p:nvSpPr>
          <p:spPr>
            <a:xfrm>
              <a:off x="3957265" y="2642381"/>
              <a:ext cx="113214" cy="117359"/>
            </a:xfrm>
            <a:custGeom>
              <a:avLst/>
              <a:gdLst>
                <a:gd name="connsiteX0" fmla="*/ 112825 w 113214"/>
                <a:gd name="connsiteY0" fmla="*/ 45228 h 117359"/>
                <a:gd name="connsiteX1" fmla="*/ 109971 w 113214"/>
                <a:gd name="connsiteY1" fmla="*/ 28334 h 117359"/>
                <a:gd name="connsiteX2" fmla="*/ 109971 w 113214"/>
                <a:gd name="connsiteY2" fmla="*/ 28334 h 117359"/>
                <a:gd name="connsiteX3" fmla="*/ 107192 w 113214"/>
                <a:gd name="connsiteY3" fmla="*/ 11290 h 117359"/>
                <a:gd name="connsiteX4" fmla="*/ 104338 w 113214"/>
                <a:gd name="connsiteY4" fmla="*/ 8061 h 117359"/>
                <a:gd name="connsiteX5" fmla="*/ 85338 w 113214"/>
                <a:gd name="connsiteY5" fmla="*/ 5208 h 117359"/>
                <a:gd name="connsiteX6" fmla="*/ 70919 w 113214"/>
                <a:gd name="connsiteY6" fmla="*/ 2355 h 117359"/>
                <a:gd name="connsiteX7" fmla="*/ 61006 w 113214"/>
                <a:gd name="connsiteY7" fmla="*/ 2355 h 117359"/>
                <a:gd name="connsiteX8" fmla="*/ 55373 w 113214"/>
                <a:gd name="connsiteY8" fmla="*/ 3556 h 117359"/>
                <a:gd name="connsiteX9" fmla="*/ 45535 w 113214"/>
                <a:gd name="connsiteY9" fmla="*/ 4007 h 117359"/>
                <a:gd name="connsiteX10" fmla="*/ 17298 w 113214"/>
                <a:gd name="connsiteY10" fmla="*/ 7386 h 117359"/>
                <a:gd name="connsiteX11" fmla="*/ 15646 w 113214"/>
                <a:gd name="connsiteY11" fmla="*/ 12116 h 117359"/>
                <a:gd name="connsiteX12" fmla="*/ 626 w 113214"/>
                <a:gd name="connsiteY12" fmla="*/ 24130 h 117359"/>
                <a:gd name="connsiteX13" fmla="*/ 6228 w 113214"/>
                <a:gd name="connsiteY13" fmla="*/ 36744 h 117359"/>
                <a:gd name="connsiteX14" fmla="*/ 6634 w 113214"/>
                <a:gd name="connsiteY14" fmla="*/ 36894 h 117359"/>
                <a:gd name="connsiteX15" fmla="*/ 8962 w 113214"/>
                <a:gd name="connsiteY15" fmla="*/ 39221 h 117359"/>
                <a:gd name="connsiteX16" fmla="*/ 12341 w 113214"/>
                <a:gd name="connsiteY16" fmla="*/ 42450 h 117359"/>
                <a:gd name="connsiteX17" fmla="*/ 14219 w 113214"/>
                <a:gd name="connsiteY17" fmla="*/ 42901 h 117359"/>
                <a:gd name="connsiteX18" fmla="*/ 15495 w 113214"/>
                <a:gd name="connsiteY18" fmla="*/ 43652 h 117359"/>
                <a:gd name="connsiteX19" fmla="*/ 20377 w 113214"/>
                <a:gd name="connsiteY19" fmla="*/ 39447 h 117359"/>
                <a:gd name="connsiteX20" fmla="*/ 20377 w 113214"/>
                <a:gd name="connsiteY20" fmla="*/ 39447 h 117359"/>
                <a:gd name="connsiteX21" fmla="*/ 20377 w 113214"/>
                <a:gd name="connsiteY21" fmla="*/ 36969 h 117359"/>
                <a:gd name="connsiteX22" fmla="*/ 23831 w 113214"/>
                <a:gd name="connsiteY22" fmla="*/ 32689 h 117359"/>
                <a:gd name="connsiteX23" fmla="*/ 27887 w 113214"/>
                <a:gd name="connsiteY23" fmla="*/ 30737 h 117359"/>
                <a:gd name="connsiteX24" fmla="*/ 28337 w 113214"/>
                <a:gd name="connsiteY24" fmla="*/ 30737 h 117359"/>
                <a:gd name="connsiteX25" fmla="*/ 28863 w 113214"/>
                <a:gd name="connsiteY25" fmla="*/ 30737 h 117359"/>
                <a:gd name="connsiteX26" fmla="*/ 34946 w 113214"/>
                <a:gd name="connsiteY26" fmla="*/ 30136 h 117359"/>
                <a:gd name="connsiteX27" fmla="*/ 35547 w 113214"/>
                <a:gd name="connsiteY27" fmla="*/ 30136 h 117359"/>
                <a:gd name="connsiteX28" fmla="*/ 40353 w 113214"/>
                <a:gd name="connsiteY28" fmla="*/ 31413 h 117359"/>
                <a:gd name="connsiteX29" fmla="*/ 43357 w 113214"/>
                <a:gd name="connsiteY29" fmla="*/ 32614 h 117359"/>
                <a:gd name="connsiteX30" fmla="*/ 46361 w 113214"/>
                <a:gd name="connsiteY30" fmla="*/ 32614 h 117359"/>
                <a:gd name="connsiteX31" fmla="*/ 75350 w 113214"/>
                <a:gd name="connsiteY31" fmla="*/ 33515 h 117359"/>
                <a:gd name="connsiteX32" fmla="*/ 92172 w 113214"/>
                <a:gd name="connsiteY32" fmla="*/ 32764 h 117359"/>
                <a:gd name="connsiteX33" fmla="*/ 92172 w 113214"/>
                <a:gd name="connsiteY33" fmla="*/ 32764 h 117359"/>
                <a:gd name="connsiteX34" fmla="*/ 90896 w 113214"/>
                <a:gd name="connsiteY34" fmla="*/ 37720 h 117359"/>
                <a:gd name="connsiteX35" fmla="*/ 90896 w 113214"/>
                <a:gd name="connsiteY35" fmla="*/ 41249 h 117359"/>
                <a:gd name="connsiteX36" fmla="*/ 93599 w 113214"/>
                <a:gd name="connsiteY36" fmla="*/ 49283 h 117359"/>
                <a:gd name="connsiteX37" fmla="*/ 98180 w 113214"/>
                <a:gd name="connsiteY37" fmla="*/ 52436 h 117359"/>
                <a:gd name="connsiteX38" fmla="*/ 98180 w 113214"/>
                <a:gd name="connsiteY38" fmla="*/ 56491 h 117359"/>
                <a:gd name="connsiteX39" fmla="*/ 96603 w 113214"/>
                <a:gd name="connsiteY39" fmla="*/ 55815 h 117359"/>
                <a:gd name="connsiteX40" fmla="*/ 83311 w 113214"/>
                <a:gd name="connsiteY40" fmla="*/ 59720 h 117359"/>
                <a:gd name="connsiteX41" fmla="*/ 80307 w 113214"/>
                <a:gd name="connsiteY41" fmla="*/ 56416 h 117359"/>
                <a:gd name="connsiteX42" fmla="*/ 72271 w 113214"/>
                <a:gd name="connsiteY42" fmla="*/ 55815 h 117359"/>
                <a:gd name="connsiteX43" fmla="*/ 56725 w 113214"/>
                <a:gd name="connsiteY43" fmla="*/ 55815 h 117359"/>
                <a:gd name="connsiteX44" fmla="*/ 55448 w 113214"/>
                <a:gd name="connsiteY44" fmla="*/ 56641 h 117359"/>
                <a:gd name="connsiteX45" fmla="*/ 53195 w 113214"/>
                <a:gd name="connsiteY45" fmla="*/ 56641 h 117359"/>
                <a:gd name="connsiteX46" fmla="*/ 51693 w 113214"/>
                <a:gd name="connsiteY46" fmla="*/ 57985 h 117359"/>
                <a:gd name="connsiteX47" fmla="*/ 51693 w 113214"/>
                <a:gd name="connsiteY47" fmla="*/ 57993 h 117359"/>
                <a:gd name="connsiteX48" fmla="*/ 51693 w 113214"/>
                <a:gd name="connsiteY48" fmla="*/ 63249 h 117359"/>
                <a:gd name="connsiteX49" fmla="*/ 48840 w 113214"/>
                <a:gd name="connsiteY49" fmla="*/ 63249 h 117359"/>
                <a:gd name="connsiteX50" fmla="*/ 42757 w 113214"/>
                <a:gd name="connsiteY50" fmla="*/ 63249 h 117359"/>
                <a:gd name="connsiteX51" fmla="*/ 42757 w 113214"/>
                <a:gd name="connsiteY51" fmla="*/ 60320 h 117359"/>
                <a:gd name="connsiteX52" fmla="*/ 42757 w 113214"/>
                <a:gd name="connsiteY52" fmla="*/ 57918 h 117359"/>
                <a:gd name="connsiteX53" fmla="*/ 41255 w 113214"/>
                <a:gd name="connsiteY53" fmla="*/ 56566 h 117359"/>
                <a:gd name="connsiteX54" fmla="*/ 40654 w 113214"/>
                <a:gd name="connsiteY54" fmla="*/ 56566 h 117359"/>
                <a:gd name="connsiteX55" fmla="*/ 26685 w 113214"/>
                <a:gd name="connsiteY55" fmla="*/ 55815 h 117359"/>
                <a:gd name="connsiteX56" fmla="*/ 16096 w 113214"/>
                <a:gd name="connsiteY56" fmla="*/ 55815 h 117359"/>
                <a:gd name="connsiteX57" fmla="*/ 12867 w 113214"/>
                <a:gd name="connsiteY57" fmla="*/ 66702 h 117359"/>
                <a:gd name="connsiteX58" fmla="*/ 13317 w 113214"/>
                <a:gd name="connsiteY58" fmla="*/ 71358 h 117359"/>
                <a:gd name="connsiteX59" fmla="*/ 16171 w 113214"/>
                <a:gd name="connsiteY59" fmla="*/ 72559 h 117359"/>
                <a:gd name="connsiteX60" fmla="*/ 27136 w 113214"/>
                <a:gd name="connsiteY60" fmla="*/ 72559 h 117359"/>
                <a:gd name="connsiteX61" fmla="*/ 40879 w 113214"/>
                <a:gd name="connsiteY61" fmla="*/ 71658 h 117359"/>
                <a:gd name="connsiteX62" fmla="*/ 42757 w 113214"/>
                <a:gd name="connsiteY62" fmla="*/ 66252 h 117359"/>
                <a:gd name="connsiteX63" fmla="*/ 42757 w 113214"/>
                <a:gd name="connsiteY63" fmla="*/ 66252 h 117359"/>
                <a:gd name="connsiteX64" fmla="*/ 43733 w 113214"/>
                <a:gd name="connsiteY64" fmla="*/ 67228 h 117359"/>
                <a:gd name="connsiteX65" fmla="*/ 51769 w 113214"/>
                <a:gd name="connsiteY65" fmla="*/ 67754 h 117359"/>
                <a:gd name="connsiteX66" fmla="*/ 56575 w 113214"/>
                <a:gd name="connsiteY66" fmla="*/ 72559 h 117359"/>
                <a:gd name="connsiteX67" fmla="*/ 69042 w 113214"/>
                <a:gd name="connsiteY67" fmla="*/ 73009 h 117359"/>
                <a:gd name="connsiteX68" fmla="*/ 75125 w 113214"/>
                <a:gd name="connsiteY68" fmla="*/ 72409 h 117359"/>
                <a:gd name="connsiteX69" fmla="*/ 79781 w 113214"/>
                <a:gd name="connsiteY69" fmla="*/ 71733 h 117359"/>
                <a:gd name="connsiteX70" fmla="*/ 80682 w 113214"/>
                <a:gd name="connsiteY70" fmla="*/ 71057 h 117359"/>
                <a:gd name="connsiteX71" fmla="*/ 81733 w 113214"/>
                <a:gd name="connsiteY71" fmla="*/ 70156 h 117359"/>
                <a:gd name="connsiteX72" fmla="*/ 83386 w 113214"/>
                <a:gd name="connsiteY72" fmla="*/ 62648 h 117359"/>
                <a:gd name="connsiteX73" fmla="*/ 97054 w 113214"/>
                <a:gd name="connsiteY73" fmla="*/ 58743 h 117359"/>
                <a:gd name="connsiteX74" fmla="*/ 97655 w 113214"/>
                <a:gd name="connsiteY74" fmla="*/ 58293 h 117359"/>
                <a:gd name="connsiteX75" fmla="*/ 97204 w 113214"/>
                <a:gd name="connsiteY75" fmla="*/ 61221 h 117359"/>
                <a:gd name="connsiteX76" fmla="*/ 93073 w 113214"/>
                <a:gd name="connsiteY76" fmla="*/ 70081 h 117359"/>
                <a:gd name="connsiteX77" fmla="*/ 93825 w 113214"/>
                <a:gd name="connsiteY77" fmla="*/ 74361 h 117359"/>
                <a:gd name="connsiteX78" fmla="*/ 96228 w 113214"/>
                <a:gd name="connsiteY78" fmla="*/ 75637 h 117359"/>
                <a:gd name="connsiteX79" fmla="*/ 89844 w 113214"/>
                <a:gd name="connsiteY79" fmla="*/ 90129 h 117359"/>
                <a:gd name="connsiteX80" fmla="*/ 74824 w 113214"/>
                <a:gd name="connsiteY80" fmla="*/ 103719 h 117359"/>
                <a:gd name="connsiteX81" fmla="*/ 57476 w 113214"/>
                <a:gd name="connsiteY81" fmla="*/ 110176 h 117359"/>
                <a:gd name="connsiteX82" fmla="*/ 55073 w 113214"/>
                <a:gd name="connsiteY82" fmla="*/ 109651 h 117359"/>
                <a:gd name="connsiteX83" fmla="*/ 52369 w 113214"/>
                <a:gd name="connsiteY83" fmla="*/ 105596 h 117359"/>
                <a:gd name="connsiteX84" fmla="*/ 49816 w 113214"/>
                <a:gd name="connsiteY84" fmla="*/ 101467 h 117359"/>
                <a:gd name="connsiteX85" fmla="*/ 45836 w 113214"/>
                <a:gd name="connsiteY85" fmla="*/ 102968 h 117359"/>
                <a:gd name="connsiteX86" fmla="*/ 47187 w 113214"/>
                <a:gd name="connsiteY86" fmla="*/ 105822 h 117359"/>
                <a:gd name="connsiteX87" fmla="*/ 44259 w 113214"/>
                <a:gd name="connsiteY87" fmla="*/ 107398 h 117359"/>
                <a:gd name="connsiteX88" fmla="*/ 41179 w 113214"/>
                <a:gd name="connsiteY88" fmla="*/ 105146 h 117359"/>
                <a:gd name="connsiteX89" fmla="*/ 35171 w 113214"/>
                <a:gd name="connsiteY89" fmla="*/ 98463 h 117359"/>
                <a:gd name="connsiteX90" fmla="*/ 32092 w 113214"/>
                <a:gd name="connsiteY90" fmla="*/ 97262 h 117359"/>
                <a:gd name="connsiteX91" fmla="*/ 39602 w 113214"/>
                <a:gd name="connsiteY91" fmla="*/ 107323 h 117359"/>
                <a:gd name="connsiteX92" fmla="*/ 46512 w 113214"/>
                <a:gd name="connsiteY92" fmla="*/ 114456 h 117359"/>
                <a:gd name="connsiteX93" fmla="*/ 58678 w 113214"/>
                <a:gd name="connsiteY93" fmla="*/ 117234 h 117359"/>
                <a:gd name="connsiteX94" fmla="*/ 73698 w 113214"/>
                <a:gd name="connsiteY94" fmla="*/ 113931 h 117359"/>
                <a:gd name="connsiteX95" fmla="*/ 85789 w 113214"/>
                <a:gd name="connsiteY95" fmla="*/ 103344 h 117359"/>
                <a:gd name="connsiteX96" fmla="*/ 99382 w 113214"/>
                <a:gd name="connsiteY96" fmla="*/ 76614 h 117359"/>
                <a:gd name="connsiteX97" fmla="*/ 99382 w 113214"/>
                <a:gd name="connsiteY97" fmla="*/ 76614 h 117359"/>
                <a:gd name="connsiteX98" fmla="*/ 109445 w 113214"/>
                <a:gd name="connsiteY98" fmla="*/ 64225 h 117359"/>
                <a:gd name="connsiteX99" fmla="*/ 110196 w 113214"/>
                <a:gd name="connsiteY99" fmla="*/ 49658 h 117359"/>
                <a:gd name="connsiteX100" fmla="*/ 113185 w 113214"/>
                <a:gd name="connsiteY100" fmla="*/ 46640 h 117359"/>
                <a:gd name="connsiteX101" fmla="*/ 112825 w 113214"/>
                <a:gd name="connsiteY101" fmla="*/ 45228 h 117359"/>
                <a:gd name="connsiteX102" fmla="*/ 40278 w 113214"/>
                <a:gd name="connsiteY102" fmla="*/ 66477 h 117359"/>
                <a:gd name="connsiteX103" fmla="*/ 39903 w 113214"/>
                <a:gd name="connsiteY103" fmla="*/ 67153 h 117359"/>
                <a:gd name="connsiteX104" fmla="*/ 26535 w 113214"/>
                <a:gd name="connsiteY104" fmla="*/ 67979 h 117359"/>
                <a:gd name="connsiteX105" fmla="*/ 21428 w 113214"/>
                <a:gd name="connsiteY105" fmla="*/ 66477 h 117359"/>
                <a:gd name="connsiteX106" fmla="*/ 21428 w 113214"/>
                <a:gd name="connsiteY106" fmla="*/ 66477 h 117359"/>
                <a:gd name="connsiteX107" fmla="*/ 21428 w 113214"/>
                <a:gd name="connsiteY107" fmla="*/ 58969 h 117359"/>
                <a:gd name="connsiteX108" fmla="*/ 30140 w 113214"/>
                <a:gd name="connsiteY108" fmla="*/ 58969 h 117359"/>
                <a:gd name="connsiteX109" fmla="*/ 40428 w 113214"/>
                <a:gd name="connsiteY109" fmla="*/ 58969 h 117359"/>
                <a:gd name="connsiteX110" fmla="*/ 40428 w 113214"/>
                <a:gd name="connsiteY110" fmla="*/ 63098 h 117359"/>
                <a:gd name="connsiteX111" fmla="*/ 40278 w 113214"/>
                <a:gd name="connsiteY111" fmla="*/ 66477 h 117359"/>
                <a:gd name="connsiteX112" fmla="*/ 79405 w 113214"/>
                <a:gd name="connsiteY112" fmla="*/ 63849 h 117359"/>
                <a:gd name="connsiteX113" fmla="*/ 75725 w 113214"/>
                <a:gd name="connsiteY113" fmla="*/ 69030 h 117359"/>
                <a:gd name="connsiteX114" fmla="*/ 64010 w 113214"/>
                <a:gd name="connsiteY114" fmla="*/ 69030 h 117359"/>
                <a:gd name="connsiteX115" fmla="*/ 59354 w 113214"/>
                <a:gd name="connsiteY115" fmla="*/ 65726 h 117359"/>
                <a:gd name="connsiteX116" fmla="*/ 59354 w 113214"/>
                <a:gd name="connsiteY116" fmla="*/ 64225 h 117359"/>
                <a:gd name="connsiteX117" fmla="*/ 59354 w 113214"/>
                <a:gd name="connsiteY117" fmla="*/ 62948 h 117359"/>
                <a:gd name="connsiteX118" fmla="*/ 59354 w 113214"/>
                <a:gd name="connsiteY118" fmla="*/ 59044 h 117359"/>
                <a:gd name="connsiteX119" fmla="*/ 78429 w 113214"/>
                <a:gd name="connsiteY119" fmla="*/ 59044 h 117359"/>
                <a:gd name="connsiteX120" fmla="*/ 79405 w 113214"/>
                <a:gd name="connsiteY120" fmla="*/ 60170 h 117359"/>
                <a:gd name="connsiteX121" fmla="*/ 79405 w 113214"/>
                <a:gd name="connsiteY121" fmla="*/ 63023 h 117359"/>
                <a:gd name="connsiteX122" fmla="*/ 79405 w 113214"/>
                <a:gd name="connsiteY122" fmla="*/ 63849 h 117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113214" h="117359">
                  <a:moveTo>
                    <a:pt x="112825" y="45228"/>
                  </a:moveTo>
                  <a:cubicBezTo>
                    <a:pt x="112397" y="39522"/>
                    <a:pt x="111443" y="33868"/>
                    <a:pt x="109971" y="28334"/>
                  </a:cubicBezTo>
                  <a:lnTo>
                    <a:pt x="109971" y="28334"/>
                  </a:lnTo>
                  <a:cubicBezTo>
                    <a:pt x="108995" y="22703"/>
                    <a:pt x="108093" y="16996"/>
                    <a:pt x="107192" y="11290"/>
                  </a:cubicBezTo>
                  <a:cubicBezTo>
                    <a:pt x="107012" y="9721"/>
                    <a:pt x="105871" y="8429"/>
                    <a:pt x="104338" y="8061"/>
                  </a:cubicBezTo>
                  <a:cubicBezTo>
                    <a:pt x="98030" y="6860"/>
                    <a:pt x="91722" y="5959"/>
                    <a:pt x="85338" y="5208"/>
                  </a:cubicBezTo>
                  <a:cubicBezTo>
                    <a:pt x="80892" y="2933"/>
                    <a:pt x="75898" y="1942"/>
                    <a:pt x="70919" y="2355"/>
                  </a:cubicBezTo>
                  <a:cubicBezTo>
                    <a:pt x="67630" y="1942"/>
                    <a:pt x="64295" y="1942"/>
                    <a:pt x="61006" y="2355"/>
                  </a:cubicBezTo>
                  <a:cubicBezTo>
                    <a:pt x="59098" y="2580"/>
                    <a:pt x="57213" y="2986"/>
                    <a:pt x="55373" y="3556"/>
                  </a:cubicBezTo>
                  <a:cubicBezTo>
                    <a:pt x="52084" y="3481"/>
                    <a:pt x="48802" y="3631"/>
                    <a:pt x="45535" y="4007"/>
                  </a:cubicBezTo>
                  <a:cubicBezTo>
                    <a:pt x="36704" y="-2480"/>
                    <a:pt x="24350" y="-1001"/>
                    <a:pt x="17298" y="7386"/>
                  </a:cubicBezTo>
                  <a:cubicBezTo>
                    <a:pt x="16404" y="8820"/>
                    <a:pt x="15841" y="10434"/>
                    <a:pt x="15646" y="12116"/>
                  </a:cubicBezTo>
                  <a:cubicBezTo>
                    <a:pt x="8834" y="13107"/>
                    <a:pt x="3089" y="17702"/>
                    <a:pt x="626" y="24130"/>
                  </a:cubicBezTo>
                  <a:cubicBezTo>
                    <a:pt x="-1312" y="29160"/>
                    <a:pt x="1196" y="34807"/>
                    <a:pt x="6228" y="36744"/>
                  </a:cubicBezTo>
                  <a:cubicBezTo>
                    <a:pt x="6363" y="36796"/>
                    <a:pt x="6498" y="36849"/>
                    <a:pt x="6634" y="36894"/>
                  </a:cubicBezTo>
                  <a:cubicBezTo>
                    <a:pt x="7332" y="37742"/>
                    <a:pt x="8113" y="38523"/>
                    <a:pt x="8962" y="39221"/>
                  </a:cubicBezTo>
                  <a:cubicBezTo>
                    <a:pt x="9773" y="40580"/>
                    <a:pt x="10944" y="41699"/>
                    <a:pt x="12341" y="42450"/>
                  </a:cubicBezTo>
                  <a:cubicBezTo>
                    <a:pt x="12912" y="42766"/>
                    <a:pt x="13565" y="42923"/>
                    <a:pt x="14219" y="42901"/>
                  </a:cubicBezTo>
                  <a:lnTo>
                    <a:pt x="15495" y="43652"/>
                  </a:lnTo>
                  <a:cubicBezTo>
                    <a:pt x="18274" y="45378"/>
                    <a:pt x="21053" y="42075"/>
                    <a:pt x="20377" y="39447"/>
                  </a:cubicBezTo>
                  <a:lnTo>
                    <a:pt x="20377" y="39447"/>
                  </a:lnTo>
                  <a:cubicBezTo>
                    <a:pt x="20677" y="38651"/>
                    <a:pt x="20677" y="37765"/>
                    <a:pt x="20377" y="36969"/>
                  </a:cubicBezTo>
                  <a:cubicBezTo>
                    <a:pt x="21578" y="35542"/>
                    <a:pt x="22705" y="33890"/>
                    <a:pt x="23831" y="32689"/>
                  </a:cubicBezTo>
                  <a:cubicBezTo>
                    <a:pt x="24958" y="31488"/>
                    <a:pt x="26460" y="31338"/>
                    <a:pt x="27887" y="30737"/>
                  </a:cubicBezTo>
                  <a:lnTo>
                    <a:pt x="28337" y="30737"/>
                  </a:lnTo>
                  <a:cubicBezTo>
                    <a:pt x="28510" y="30797"/>
                    <a:pt x="28690" y="30797"/>
                    <a:pt x="28863" y="30737"/>
                  </a:cubicBezTo>
                  <a:cubicBezTo>
                    <a:pt x="30823" y="30099"/>
                    <a:pt x="32896" y="29896"/>
                    <a:pt x="34946" y="30136"/>
                  </a:cubicBezTo>
                  <a:lnTo>
                    <a:pt x="35547" y="30136"/>
                  </a:lnTo>
                  <a:lnTo>
                    <a:pt x="40353" y="31413"/>
                  </a:lnTo>
                  <a:lnTo>
                    <a:pt x="43357" y="32614"/>
                  </a:lnTo>
                  <a:cubicBezTo>
                    <a:pt x="44311" y="33065"/>
                    <a:pt x="45408" y="33065"/>
                    <a:pt x="46361" y="32614"/>
                  </a:cubicBezTo>
                  <a:cubicBezTo>
                    <a:pt x="55967" y="33928"/>
                    <a:pt x="65685" y="34228"/>
                    <a:pt x="75350" y="33515"/>
                  </a:cubicBezTo>
                  <a:cubicBezTo>
                    <a:pt x="80487" y="37074"/>
                    <a:pt x="87373" y="36774"/>
                    <a:pt x="92172" y="32764"/>
                  </a:cubicBezTo>
                  <a:lnTo>
                    <a:pt x="92172" y="32764"/>
                  </a:lnTo>
                  <a:cubicBezTo>
                    <a:pt x="92247" y="34506"/>
                    <a:pt x="91804" y="36233"/>
                    <a:pt x="90896" y="37720"/>
                  </a:cubicBezTo>
                  <a:cubicBezTo>
                    <a:pt x="90265" y="38809"/>
                    <a:pt x="90265" y="40160"/>
                    <a:pt x="90896" y="41249"/>
                  </a:cubicBezTo>
                  <a:cubicBezTo>
                    <a:pt x="92826" y="43464"/>
                    <a:pt x="93794" y="46355"/>
                    <a:pt x="93599" y="49283"/>
                  </a:cubicBezTo>
                  <a:cubicBezTo>
                    <a:pt x="93599" y="51761"/>
                    <a:pt x="96228" y="52887"/>
                    <a:pt x="98180" y="52436"/>
                  </a:cubicBezTo>
                  <a:cubicBezTo>
                    <a:pt x="98856" y="52436"/>
                    <a:pt x="98781" y="54389"/>
                    <a:pt x="98180" y="56491"/>
                  </a:cubicBezTo>
                  <a:cubicBezTo>
                    <a:pt x="97910" y="55890"/>
                    <a:pt x="97227" y="55597"/>
                    <a:pt x="96603" y="55815"/>
                  </a:cubicBezTo>
                  <a:cubicBezTo>
                    <a:pt x="92172" y="57092"/>
                    <a:pt x="87817" y="58518"/>
                    <a:pt x="83311" y="59720"/>
                  </a:cubicBezTo>
                  <a:cubicBezTo>
                    <a:pt x="82950" y="58173"/>
                    <a:pt x="81816" y="56919"/>
                    <a:pt x="80307" y="56416"/>
                  </a:cubicBezTo>
                  <a:cubicBezTo>
                    <a:pt x="77686" y="55733"/>
                    <a:pt x="74967" y="55530"/>
                    <a:pt x="72271" y="55815"/>
                  </a:cubicBezTo>
                  <a:lnTo>
                    <a:pt x="56725" y="55815"/>
                  </a:lnTo>
                  <a:cubicBezTo>
                    <a:pt x="56162" y="55778"/>
                    <a:pt x="55644" y="56115"/>
                    <a:pt x="55448" y="56641"/>
                  </a:cubicBezTo>
                  <a:lnTo>
                    <a:pt x="53195" y="56641"/>
                  </a:lnTo>
                  <a:cubicBezTo>
                    <a:pt x="52407" y="56596"/>
                    <a:pt x="51739" y="57204"/>
                    <a:pt x="51693" y="57985"/>
                  </a:cubicBezTo>
                  <a:cubicBezTo>
                    <a:pt x="51693" y="57993"/>
                    <a:pt x="51693" y="57993"/>
                    <a:pt x="51693" y="57993"/>
                  </a:cubicBezTo>
                  <a:cubicBezTo>
                    <a:pt x="51693" y="59720"/>
                    <a:pt x="51693" y="61522"/>
                    <a:pt x="51693" y="63249"/>
                  </a:cubicBezTo>
                  <a:lnTo>
                    <a:pt x="48840" y="63249"/>
                  </a:lnTo>
                  <a:cubicBezTo>
                    <a:pt x="46812" y="63249"/>
                    <a:pt x="44784" y="63249"/>
                    <a:pt x="42757" y="63249"/>
                  </a:cubicBezTo>
                  <a:cubicBezTo>
                    <a:pt x="42757" y="62197"/>
                    <a:pt x="42757" y="61221"/>
                    <a:pt x="42757" y="60320"/>
                  </a:cubicBezTo>
                  <a:cubicBezTo>
                    <a:pt x="42757" y="59419"/>
                    <a:pt x="42757" y="58743"/>
                    <a:pt x="42757" y="57918"/>
                  </a:cubicBezTo>
                  <a:cubicBezTo>
                    <a:pt x="42681" y="57144"/>
                    <a:pt x="42028" y="56559"/>
                    <a:pt x="41255" y="56566"/>
                  </a:cubicBezTo>
                  <a:lnTo>
                    <a:pt x="40654" y="56566"/>
                  </a:lnTo>
                  <a:lnTo>
                    <a:pt x="26685" y="55815"/>
                  </a:lnTo>
                  <a:cubicBezTo>
                    <a:pt x="23186" y="55177"/>
                    <a:pt x="19596" y="55177"/>
                    <a:pt x="16096" y="55815"/>
                  </a:cubicBezTo>
                  <a:cubicBezTo>
                    <a:pt x="11665" y="57317"/>
                    <a:pt x="12341" y="62498"/>
                    <a:pt x="12867" y="66702"/>
                  </a:cubicBezTo>
                  <a:cubicBezTo>
                    <a:pt x="12334" y="68249"/>
                    <a:pt x="12499" y="69946"/>
                    <a:pt x="13317" y="71358"/>
                  </a:cubicBezTo>
                  <a:cubicBezTo>
                    <a:pt x="14091" y="72086"/>
                    <a:pt x="15105" y="72514"/>
                    <a:pt x="16171" y="72559"/>
                  </a:cubicBezTo>
                  <a:cubicBezTo>
                    <a:pt x="19821" y="72859"/>
                    <a:pt x="23486" y="72859"/>
                    <a:pt x="27136" y="72559"/>
                  </a:cubicBezTo>
                  <a:cubicBezTo>
                    <a:pt x="30590" y="72559"/>
                    <a:pt x="38025" y="74061"/>
                    <a:pt x="40879" y="71658"/>
                  </a:cubicBezTo>
                  <a:cubicBezTo>
                    <a:pt x="42193" y="70171"/>
                    <a:pt x="42869" y="68234"/>
                    <a:pt x="42757" y="66252"/>
                  </a:cubicBezTo>
                  <a:lnTo>
                    <a:pt x="42757" y="66252"/>
                  </a:lnTo>
                  <a:cubicBezTo>
                    <a:pt x="42847" y="66748"/>
                    <a:pt x="43237" y="67138"/>
                    <a:pt x="43733" y="67228"/>
                  </a:cubicBezTo>
                  <a:cubicBezTo>
                    <a:pt x="46391" y="67664"/>
                    <a:pt x="49080" y="67844"/>
                    <a:pt x="51769" y="67754"/>
                  </a:cubicBezTo>
                  <a:cubicBezTo>
                    <a:pt x="52512" y="70029"/>
                    <a:pt x="54299" y="71816"/>
                    <a:pt x="56575" y="72559"/>
                  </a:cubicBezTo>
                  <a:cubicBezTo>
                    <a:pt x="60690" y="73272"/>
                    <a:pt x="64889" y="73430"/>
                    <a:pt x="69042" y="73009"/>
                  </a:cubicBezTo>
                  <a:cubicBezTo>
                    <a:pt x="71092" y="73227"/>
                    <a:pt x="73157" y="73025"/>
                    <a:pt x="75125" y="72409"/>
                  </a:cubicBezTo>
                  <a:lnTo>
                    <a:pt x="79781" y="71733"/>
                  </a:lnTo>
                  <a:cubicBezTo>
                    <a:pt x="80149" y="71620"/>
                    <a:pt x="80472" y="71380"/>
                    <a:pt x="80682" y="71057"/>
                  </a:cubicBezTo>
                  <a:cubicBezTo>
                    <a:pt x="81178" y="70990"/>
                    <a:pt x="81591" y="70637"/>
                    <a:pt x="81733" y="70156"/>
                  </a:cubicBezTo>
                  <a:cubicBezTo>
                    <a:pt x="82627" y="67739"/>
                    <a:pt x="83183" y="65216"/>
                    <a:pt x="83386" y="62648"/>
                  </a:cubicBezTo>
                  <a:cubicBezTo>
                    <a:pt x="87892" y="61221"/>
                    <a:pt x="92473" y="59945"/>
                    <a:pt x="97054" y="58743"/>
                  </a:cubicBezTo>
                  <a:cubicBezTo>
                    <a:pt x="97279" y="58631"/>
                    <a:pt x="97482" y="58481"/>
                    <a:pt x="97655" y="58293"/>
                  </a:cubicBezTo>
                  <a:cubicBezTo>
                    <a:pt x="97557" y="59277"/>
                    <a:pt x="97407" y="60253"/>
                    <a:pt x="97204" y="61221"/>
                  </a:cubicBezTo>
                  <a:cubicBezTo>
                    <a:pt x="96310" y="64375"/>
                    <a:pt x="94913" y="67363"/>
                    <a:pt x="93073" y="70081"/>
                  </a:cubicBezTo>
                  <a:cubicBezTo>
                    <a:pt x="92315" y="71508"/>
                    <a:pt x="92623" y="73272"/>
                    <a:pt x="93825" y="74361"/>
                  </a:cubicBezTo>
                  <a:cubicBezTo>
                    <a:pt x="94576" y="74872"/>
                    <a:pt x="95379" y="75300"/>
                    <a:pt x="96228" y="75637"/>
                  </a:cubicBezTo>
                  <a:cubicBezTo>
                    <a:pt x="94846" y="80766"/>
                    <a:pt x="92691" y="85646"/>
                    <a:pt x="89844" y="90129"/>
                  </a:cubicBezTo>
                  <a:cubicBezTo>
                    <a:pt x="85451" y="95295"/>
                    <a:pt x="80404" y="99867"/>
                    <a:pt x="74824" y="103719"/>
                  </a:cubicBezTo>
                  <a:cubicBezTo>
                    <a:pt x="70078" y="108014"/>
                    <a:pt x="63875" y="110319"/>
                    <a:pt x="57476" y="110176"/>
                  </a:cubicBezTo>
                  <a:cubicBezTo>
                    <a:pt x="56650" y="110161"/>
                    <a:pt x="55831" y="109981"/>
                    <a:pt x="55073" y="109651"/>
                  </a:cubicBezTo>
                  <a:cubicBezTo>
                    <a:pt x="53646" y="108735"/>
                    <a:pt x="52670" y="107263"/>
                    <a:pt x="52369" y="105596"/>
                  </a:cubicBezTo>
                  <a:cubicBezTo>
                    <a:pt x="52114" y="103929"/>
                    <a:pt x="51190" y="102443"/>
                    <a:pt x="49816" y="101467"/>
                  </a:cubicBezTo>
                  <a:cubicBezTo>
                    <a:pt x="48314" y="100566"/>
                    <a:pt x="45685" y="101467"/>
                    <a:pt x="45836" y="102968"/>
                  </a:cubicBezTo>
                  <a:cubicBezTo>
                    <a:pt x="45986" y="104470"/>
                    <a:pt x="47187" y="104770"/>
                    <a:pt x="47187" y="105822"/>
                  </a:cubicBezTo>
                  <a:cubicBezTo>
                    <a:pt x="47187" y="106873"/>
                    <a:pt x="45535" y="107699"/>
                    <a:pt x="44259" y="107398"/>
                  </a:cubicBezTo>
                  <a:cubicBezTo>
                    <a:pt x="43019" y="106993"/>
                    <a:pt x="41938" y="106204"/>
                    <a:pt x="41179" y="105146"/>
                  </a:cubicBezTo>
                  <a:lnTo>
                    <a:pt x="35171" y="98463"/>
                  </a:lnTo>
                  <a:cubicBezTo>
                    <a:pt x="34270" y="97487"/>
                    <a:pt x="33369" y="96736"/>
                    <a:pt x="32092" y="97262"/>
                  </a:cubicBezTo>
                  <a:cubicBezTo>
                    <a:pt x="34255" y="100858"/>
                    <a:pt x="36771" y="104230"/>
                    <a:pt x="39602" y="107323"/>
                  </a:cubicBezTo>
                  <a:cubicBezTo>
                    <a:pt x="41427" y="110124"/>
                    <a:pt x="43770" y="112542"/>
                    <a:pt x="46512" y="114456"/>
                  </a:cubicBezTo>
                  <a:cubicBezTo>
                    <a:pt x="50259" y="116423"/>
                    <a:pt x="54450" y="117377"/>
                    <a:pt x="58678" y="117234"/>
                  </a:cubicBezTo>
                  <a:cubicBezTo>
                    <a:pt x="63905" y="117685"/>
                    <a:pt x="69139" y="116529"/>
                    <a:pt x="73698" y="113931"/>
                  </a:cubicBezTo>
                  <a:cubicBezTo>
                    <a:pt x="78159" y="110927"/>
                    <a:pt x="82222" y="107368"/>
                    <a:pt x="85789" y="103344"/>
                  </a:cubicBezTo>
                  <a:cubicBezTo>
                    <a:pt x="91714" y="95212"/>
                    <a:pt x="96303" y="86187"/>
                    <a:pt x="99382" y="76614"/>
                  </a:cubicBezTo>
                  <a:lnTo>
                    <a:pt x="99382" y="76614"/>
                  </a:lnTo>
                  <a:cubicBezTo>
                    <a:pt x="104789" y="76614"/>
                    <a:pt x="108093" y="70006"/>
                    <a:pt x="109445" y="64225"/>
                  </a:cubicBezTo>
                  <a:cubicBezTo>
                    <a:pt x="110699" y="59472"/>
                    <a:pt x="110955" y="54516"/>
                    <a:pt x="110196" y="49658"/>
                  </a:cubicBezTo>
                  <a:cubicBezTo>
                    <a:pt x="111856" y="49651"/>
                    <a:pt x="113193" y="48299"/>
                    <a:pt x="113185" y="46640"/>
                  </a:cubicBezTo>
                  <a:cubicBezTo>
                    <a:pt x="113185" y="46144"/>
                    <a:pt x="113058" y="45664"/>
                    <a:pt x="112825" y="45228"/>
                  </a:cubicBezTo>
                  <a:close/>
                  <a:moveTo>
                    <a:pt x="40278" y="66477"/>
                  </a:moveTo>
                  <a:cubicBezTo>
                    <a:pt x="40181" y="66718"/>
                    <a:pt x="40053" y="66943"/>
                    <a:pt x="39903" y="67153"/>
                  </a:cubicBezTo>
                  <a:cubicBezTo>
                    <a:pt x="35472" y="67761"/>
                    <a:pt x="31003" y="68039"/>
                    <a:pt x="26535" y="67979"/>
                  </a:cubicBezTo>
                  <a:cubicBezTo>
                    <a:pt x="24718" y="68009"/>
                    <a:pt x="22938" y="67483"/>
                    <a:pt x="21428" y="66477"/>
                  </a:cubicBezTo>
                  <a:lnTo>
                    <a:pt x="21428" y="66477"/>
                  </a:lnTo>
                  <a:cubicBezTo>
                    <a:pt x="21428" y="63924"/>
                    <a:pt x="21428" y="61296"/>
                    <a:pt x="21428" y="58969"/>
                  </a:cubicBezTo>
                  <a:lnTo>
                    <a:pt x="30140" y="58969"/>
                  </a:lnTo>
                  <a:lnTo>
                    <a:pt x="40428" y="58969"/>
                  </a:lnTo>
                  <a:cubicBezTo>
                    <a:pt x="40504" y="60343"/>
                    <a:pt x="40504" y="61724"/>
                    <a:pt x="40428" y="63098"/>
                  </a:cubicBezTo>
                  <a:cubicBezTo>
                    <a:pt x="40654" y="64225"/>
                    <a:pt x="40504" y="65351"/>
                    <a:pt x="40278" y="66477"/>
                  </a:cubicBezTo>
                  <a:close/>
                  <a:moveTo>
                    <a:pt x="79405" y="63849"/>
                  </a:moveTo>
                  <a:cubicBezTo>
                    <a:pt x="79172" y="66102"/>
                    <a:pt x="77776" y="68069"/>
                    <a:pt x="75725" y="69030"/>
                  </a:cubicBezTo>
                  <a:cubicBezTo>
                    <a:pt x="71828" y="69443"/>
                    <a:pt x="67908" y="69443"/>
                    <a:pt x="64010" y="69030"/>
                  </a:cubicBezTo>
                  <a:cubicBezTo>
                    <a:pt x="60781" y="69030"/>
                    <a:pt x="59654" y="69030"/>
                    <a:pt x="59354" y="65726"/>
                  </a:cubicBezTo>
                  <a:cubicBezTo>
                    <a:pt x="59316" y="65223"/>
                    <a:pt x="59316" y="64728"/>
                    <a:pt x="59354" y="64225"/>
                  </a:cubicBezTo>
                  <a:cubicBezTo>
                    <a:pt x="59541" y="63819"/>
                    <a:pt x="59541" y="63354"/>
                    <a:pt x="59354" y="62948"/>
                  </a:cubicBezTo>
                  <a:cubicBezTo>
                    <a:pt x="59279" y="61649"/>
                    <a:pt x="59279" y="60343"/>
                    <a:pt x="59354" y="59044"/>
                  </a:cubicBezTo>
                  <a:lnTo>
                    <a:pt x="78429" y="59044"/>
                  </a:lnTo>
                  <a:cubicBezTo>
                    <a:pt x="78850" y="59322"/>
                    <a:pt x="79188" y="59712"/>
                    <a:pt x="79405" y="60170"/>
                  </a:cubicBezTo>
                  <a:lnTo>
                    <a:pt x="79405" y="63023"/>
                  </a:lnTo>
                  <a:cubicBezTo>
                    <a:pt x="79405" y="63023"/>
                    <a:pt x="79405" y="63624"/>
                    <a:pt x="79405" y="6384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2" name="Content Placeholder 4">
              <a:extLst>
                <a:ext uri="{FF2B5EF4-FFF2-40B4-BE49-F238E27FC236}">
                  <a16:creationId xmlns:a16="http://schemas.microsoft.com/office/drawing/2014/main" id="{C3891F4B-AC86-E411-AE43-A47FD90DDD44}"/>
                </a:ext>
              </a:extLst>
            </p:cNvPr>
            <p:cNvSpPr/>
            <p:nvPr/>
          </p:nvSpPr>
          <p:spPr>
            <a:xfrm>
              <a:off x="3910946" y="2790267"/>
              <a:ext cx="70131" cy="70216"/>
            </a:xfrm>
            <a:custGeom>
              <a:avLst/>
              <a:gdLst>
                <a:gd name="connsiteX0" fmla="*/ 62265 w 70131"/>
                <a:gd name="connsiteY0" fmla="*/ 41580 h 70216"/>
                <a:gd name="connsiteX1" fmla="*/ 48146 w 70131"/>
                <a:gd name="connsiteY1" fmla="*/ 22058 h 70216"/>
                <a:gd name="connsiteX2" fmla="*/ 37182 w 70131"/>
                <a:gd name="connsiteY2" fmla="*/ 4263 h 70216"/>
                <a:gd name="connsiteX3" fmla="*/ 16454 w 70131"/>
                <a:gd name="connsiteY3" fmla="*/ 433 h 70216"/>
                <a:gd name="connsiteX4" fmla="*/ 13000 w 70131"/>
                <a:gd name="connsiteY4" fmla="*/ 1785 h 70216"/>
                <a:gd name="connsiteX5" fmla="*/ 11122 w 70131"/>
                <a:gd name="connsiteY5" fmla="*/ 2986 h 70216"/>
                <a:gd name="connsiteX6" fmla="*/ 4664 w 70131"/>
                <a:gd name="connsiteY6" fmla="*/ 5089 h 70216"/>
                <a:gd name="connsiteX7" fmla="*/ 338 w 70131"/>
                <a:gd name="connsiteY7" fmla="*/ 13851 h 70216"/>
                <a:gd name="connsiteX8" fmla="*/ 984 w 70131"/>
                <a:gd name="connsiteY8" fmla="*/ 15225 h 70216"/>
                <a:gd name="connsiteX9" fmla="*/ 35905 w 70131"/>
                <a:gd name="connsiteY9" fmla="*/ 68235 h 70216"/>
                <a:gd name="connsiteX10" fmla="*/ 42889 w 70131"/>
                <a:gd name="connsiteY10" fmla="*/ 69436 h 70216"/>
                <a:gd name="connsiteX11" fmla="*/ 47095 w 70131"/>
                <a:gd name="connsiteY11" fmla="*/ 70187 h 70216"/>
                <a:gd name="connsiteX12" fmla="*/ 59186 w 70131"/>
                <a:gd name="connsiteY12" fmla="*/ 68760 h 70216"/>
                <a:gd name="connsiteX13" fmla="*/ 69024 w 70131"/>
                <a:gd name="connsiteY13" fmla="*/ 63429 h 70216"/>
                <a:gd name="connsiteX14" fmla="*/ 62265 w 70131"/>
                <a:gd name="connsiteY14" fmla="*/ 41580 h 70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131" h="70216">
                  <a:moveTo>
                    <a:pt x="62265" y="41580"/>
                  </a:moveTo>
                  <a:cubicBezTo>
                    <a:pt x="57932" y="34807"/>
                    <a:pt x="53223" y="28290"/>
                    <a:pt x="48146" y="22058"/>
                  </a:cubicBezTo>
                  <a:cubicBezTo>
                    <a:pt x="43716" y="16426"/>
                    <a:pt x="43265" y="8692"/>
                    <a:pt x="37182" y="4263"/>
                  </a:cubicBezTo>
                  <a:cubicBezTo>
                    <a:pt x="30964" y="523"/>
                    <a:pt x="23596" y="-836"/>
                    <a:pt x="16454" y="433"/>
                  </a:cubicBezTo>
                  <a:cubicBezTo>
                    <a:pt x="15200" y="561"/>
                    <a:pt x="14006" y="1034"/>
                    <a:pt x="13000" y="1785"/>
                  </a:cubicBezTo>
                  <a:cubicBezTo>
                    <a:pt x="12324" y="2093"/>
                    <a:pt x="11685" y="2498"/>
                    <a:pt x="11122" y="2986"/>
                  </a:cubicBezTo>
                  <a:cubicBezTo>
                    <a:pt x="8922" y="3527"/>
                    <a:pt x="6759" y="4233"/>
                    <a:pt x="4664" y="5089"/>
                  </a:cubicBezTo>
                  <a:cubicBezTo>
                    <a:pt x="1051" y="6312"/>
                    <a:pt x="-886" y="10239"/>
                    <a:pt x="338" y="13851"/>
                  </a:cubicBezTo>
                  <a:cubicBezTo>
                    <a:pt x="503" y="14331"/>
                    <a:pt x="721" y="14789"/>
                    <a:pt x="984" y="15225"/>
                  </a:cubicBezTo>
                  <a:cubicBezTo>
                    <a:pt x="9598" y="34709"/>
                    <a:pt x="21396" y="52632"/>
                    <a:pt x="35905" y="68235"/>
                  </a:cubicBezTo>
                  <a:cubicBezTo>
                    <a:pt x="37745" y="70067"/>
                    <a:pt x="40539" y="70547"/>
                    <a:pt x="42889" y="69436"/>
                  </a:cubicBezTo>
                  <a:cubicBezTo>
                    <a:pt x="44234" y="69931"/>
                    <a:pt x="45661" y="70187"/>
                    <a:pt x="47095" y="70187"/>
                  </a:cubicBezTo>
                  <a:cubicBezTo>
                    <a:pt x="51158" y="70052"/>
                    <a:pt x="55206" y="69571"/>
                    <a:pt x="59186" y="68760"/>
                  </a:cubicBezTo>
                  <a:cubicBezTo>
                    <a:pt x="63159" y="68768"/>
                    <a:pt x="66861" y="66755"/>
                    <a:pt x="69024" y="63429"/>
                  </a:cubicBezTo>
                  <a:cubicBezTo>
                    <a:pt x="72779" y="56446"/>
                    <a:pt x="65795" y="47286"/>
                    <a:pt x="62265" y="41580"/>
                  </a:cubicBezTo>
                  <a:close/>
                </a:path>
              </a:pathLst>
            </a:custGeom>
            <a:solidFill>
              <a:srgbClr val="90929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3" name="Content Placeholder 4">
              <a:extLst>
                <a:ext uri="{FF2B5EF4-FFF2-40B4-BE49-F238E27FC236}">
                  <a16:creationId xmlns:a16="http://schemas.microsoft.com/office/drawing/2014/main" id="{D62C165F-D495-62F6-FEA4-F4E2A037C6E2}"/>
                </a:ext>
              </a:extLst>
            </p:cNvPr>
            <p:cNvSpPr/>
            <p:nvPr/>
          </p:nvSpPr>
          <p:spPr>
            <a:xfrm>
              <a:off x="3912960" y="2790386"/>
              <a:ext cx="72190" cy="62371"/>
            </a:xfrm>
            <a:custGeom>
              <a:avLst/>
              <a:gdLst>
                <a:gd name="connsiteX0" fmla="*/ 71366 w 72190"/>
                <a:gd name="connsiteY0" fmla="*/ 55577 h 62371"/>
                <a:gd name="connsiteX1" fmla="*/ 34642 w 72190"/>
                <a:gd name="connsiteY1" fmla="*/ 1892 h 62371"/>
                <a:gd name="connsiteX2" fmla="*/ 28709 w 72190"/>
                <a:gd name="connsiteY2" fmla="*/ 683 h 62371"/>
                <a:gd name="connsiteX3" fmla="*/ 28484 w 72190"/>
                <a:gd name="connsiteY3" fmla="*/ 840 h 62371"/>
                <a:gd name="connsiteX4" fmla="*/ 9183 w 72190"/>
                <a:gd name="connsiteY4" fmla="*/ 840 h 62371"/>
                <a:gd name="connsiteX5" fmla="*/ 96 w 72190"/>
                <a:gd name="connsiteY5" fmla="*/ 4369 h 62371"/>
                <a:gd name="connsiteX6" fmla="*/ 870 w 72190"/>
                <a:gd name="connsiteY6" fmla="*/ 6344 h 62371"/>
                <a:gd name="connsiteX7" fmla="*/ 1523 w 72190"/>
                <a:gd name="connsiteY7" fmla="*/ 6472 h 62371"/>
                <a:gd name="connsiteX8" fmla="*/ 25855 w 72190"/>
                <a:gd name="connsiteY8" fmla="*/ 6472 h 62371"/>
                <a:gd name="connsiteX9" fmla="*/ 27477 w 72190"/>
                <a:gd name="connsiteY9" fmla="*/ 6982 h 62371"/>
                <a:gd name="connsiteX10" fmla="*/ 27583 w 72190"/>
                <a:gd name="connsiteY10" fmla="*/ 6922 h 62371"/>
                <a:gd name="connsiteX11" fmla="*/ 63931 w 72190"/>
                <a:gd name="connsiteY11" fmla="*/ 60157 h 62371"/>
                <a:gd name="connsiteX12" fmla="*/ 71366 w 72190"/>
                <a:gd name="connsiteY12" fmla="*/ 55577 h 62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2190" h="62371">
                  <a:moveTo>
                    <a:pt x="71366" y="55577"/>
                  </a:moveTo>
                  <a:cubicBezTo>
                    <a:pt x="59049" y="37707"/>
                    <a:pt x="46883" y="19762"/>
                    <a:pt x="34642" y="1892"/>
                  </a:cubicBezTo>
                  <a:cubicBezTo>
                    <a:pt x="33335" y="-83"/>
                    <a:pt x="30684" y="-624"/>
                    <a:pt x="28709" y="683"/>
                  </a:cubicBezTo>
                  <a:cubicBezTo>
                    <a:pt x="28634" y="728"/>
                    <a:pt x="28559" y="788"/>
                    <a:pt x="28484" y="840"/>
                  </a:cubicBezTo>
                  <a:cubicBezTo>
                    <a:pt x="22025" y="840"/>
                    <a:pt x="15567" y="465"/>
                    <a:pt x="9183" y="840"/>
                  </a:cubicBezTo>
                  <a:cubicBezTo>
                    <a:pt x="5653" y="840"/>
                    <a:pt x="1673" y="840"/>
                    <a:pt x="96" y="4369"/>
                  </a:cubicBezTo>
                  <a:cubicBezTo>
                    <a:pt x="-234" y="5128"/>
                    <a:pt x="111" y="6014"/>
                    <a:pt x="870" y="6344"/>
                  </a:cubicBezTo>
                  <a:cubicBezTo>
                    <a:pt x="1072" y="6434"/>
                    <a:pt x="1298" y="6479"/>
                    <a:pt x="1523" y="6472"/>
                  </a:cubicBezTo>
                  <a:lnTo>
                    <a:pt x="25855" y="6472"/>
                  </a:lnTo>
                  <a:cubicBezTo>
                    <a:pt x="26163" y="7057"/>
                    <a:pt x="26884" y="7290"/>
                    <a:pt x="27477" y="6982"/>
                  </a:cubicBezTo>
                  <a:cubicBezTo>
                    <a:pt x="27515" y="6967"/>
                    <a:pt x="27545" y="6945"/>
                    <a:pt x="27583" y="6922"/>
                  </a:cubicBezTo>
                  <a:cubicBezTo>
                    <a:pt x="39674" y="24642"/>
                    <a:pt x="51915" y="42362"/>
                    <a:pt x="63931" y="60157"/>
                  </a:cubicBezTo>
                  <a:cubicBezTo>
                    <a:pt x="67160" y="65263"/>
                    <a:pt x="74595" y="60457"/>
                    <a:pt x="71366" y="55577"/>
                  </a:cubicBezTo>
                  <a:close/>
                </a:path>
              </a:pathLst>
            </a:custGeom>
            <a:solidFill>
              <a:srgbClr val="60606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4" name="Content Placeholder 4">
              <a:extLst>
                <a:ext uri="{FF2B5EF4-FFF2-40B4-BE49-F238E27FC236}">
                  <a16:creationId xmlns:a16="http://schemas.microsoft.com/office/drawing/2014/main" id="{EFC202C4-76ED-EFF5-2849-ED933BB94A72}"/>
                </a:ext>
              </a:extLst>
            </p:cNvPr>
            <p:cNvSpPr/>
            <p:nvPr/>
          </p:nvSpPr>
          <p:spPr>
            <a:xfrm>
              <a:off x="3975869" y="2868818"/>
              <a:ext cx="95386" cy="89774"/>
            </a:xfrm>
            <a:custGeom>
              <a:avLst/>
              <a:gdLst>
                <a:gd name="connsiteX0" fmla="*/ 75671 w 95386"/>
                <a:gd name="connsiteY0" fmla="*/ 40741 h 89774"/>
                <a:gd name="connsiteX1" fmla="*/ 46082 w 95386"/>
                <a:gd name="connsiteY1" fmla="*/ 22270 h 89774"/>
                <a:gd name="connsiteX2" fmla="*/ 20323 w 95386"/>
                <a:gd name="connsiteY2" fmla="*/ 1547 h 89774"/>
                <a:gd name="connsiteX3" fmla="*/ 12287 w 95386"/>
                <a:gd name="connsiteY3" fmla="*/ 2148 h 89774"/>
                <a:gd name="connsiteX4" fmla="*/ 10935 w 95386"/>
                <a:gd name="connsiteY4" fmla="*/ 2148 h 89774"/>
                <a:gd name="connsiteX5" fmla="*/ 6504 w 95386"/>
                <a:gd name="connsiteY5" fmla="*/ -30 h 89774"/>
                <a:gd name="connsiteX6" fmla="*/ 6504 w 95386"/>
                <a:gd name="connsiteY6" fmla="*/ -30 h 89774"/>
                <a:gd name="connsiteX7" fmla="*/ 3726 w 95386"/>
                <a:gd name="connsiteY7" fmla="*/ 1472 h 89774"/>
                <a:gd name="connsiteX8" fmla="*/ 2524 w 95386"/>
                <a:gd name="connsiteY8" fmla="*/ 2298 h 89774"/>
                <a:gd name="connsiteX9" fmla="*/ 1172 w 95386"/>
                <a:gd name="connsiteY9" fmla="*/ 3349 h 89774"/>
                <a:gd name="connsiteX10" fmla="*/ -29 w 95386"/>
                <a:gd name="connsiteY10" fmla="*/ 4400 h 89774"/>
                <a:gd name="connsiteX11" fmla="*/ 4251 w 95386"/>
                <a:gd name="connsiteY11" fmla="*/ 17090 h 89774"/>
                <a:gd name="connsiteX12" fmla="*/ 10184 w 95386"/>
                <a:gd name="connsiteY12" fmla="*/ 27977 h 89774"/>
                <a:gd name="connsiteX13" fmla="*/ 10935 w 95386"/>
                <a:gd name="connsiteY13" fmla="*/ 29403 h 89774"/>
                <a:gd name="connsiteX14" fmla="*/ 10935 w 95386"/>
                <a:gd name="connsiteY14" fmla="*/ 29779 h 89774"/>
                <a:gd name="connsiteX15" fmla="*/ 20473 w 95386"/>
                <a:gd name="connsiteY15" fmla="*/ 47123 h 89774"/>
                <a:gd name="connsiteX16" fmla="*/ 22426 w 95386"/>
                <a:gd name="connsiteY16" fmla="*/ 48024 h 89774"/>
                <a:gd name="connsiteX17" fmla="*/ 28809 w 95386"/>
                <a:gd name="connsiteY17" fmla="*/ 57185 h 89774"/>
                <a:gd name="connsiteX18" fmla="*/ 49161 w 95386"/>
                <a:gd name="connsiteY18" fmla="*/ 80311 h 89774"/>
                <a:gd name="connsiteX19" fmla="*/ 92419 w 95386"/>
                <a:gd name="connsiteY19" fmla="*/ 80836 h 89774"/>
                <a:gd name="connsiteX20" fmla="*/ 75671 w 95386"/>
                <a:gd name="connsiteY20" fmla="*/ 40741 h 89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5386" h="89774">
                  <a:moveTo>
                    <a:pt x="75671" y="40741"/>
                  </a:moveTo>
                  <a:cubicBezTo>
                    <a:pt x="66059" y="34134"/>
                    <a:pt x="56198" y="27977"/>
                    <a:pt x="46082" y="22270"/>
                  </a:cubicBezTo>
                  <a:cubicBezTo>
                    <a:pt x="38565" y="14131"/>
                    <a:pt x="29883" y="7148"/>
                    <a:pt x="20323" y="1547"/>
                  </a:cubicBezTo>
                  <a:cubicBezTo>
                    <a:pt x="17822" y="-127"/>
                    <a:pt x="14510" y="120"/>
                    <a:pt x="12287" y="2148"/>
                  </a:cubicBezTo>
                  <a:lnTo>
                    <a:pt x="10935" y="2148"/>
                  </a:lnTo>
                  <a:cubicBezTo>
                    <a:pt x="9561" y="1224"/>
                    <a:pt x="8074" y="496"/>
                    <a:pt x="6504" y="-30"/>
                  </a:cubicBezTo>
                  <a:lnTo>
                    <a:pt x="6504" y="-30"/>
                  </a:lnTo>
                  <a:cubicBezTo>
                    <a:pt x="5528" y="421"/>
                    <a:pt x="4627" y="946"/>
                    <a:pt x="3726" y="1472"/>
                  </a:cubicBezTo>
                  <a:lnTo>
                    <a:pt x="2524" y="2298"/>
                  </a:lnTo>
                  <a:lnTo>
                    <a:pt x="1172" y="3349"/>
                  </a:lnTo>
                  <a:lnTo>
                    <a:pt x="-29" y="4400"/>
                  </a:lnTo>
                  <a:cubicBezTo>
                    <a:pt x="361" y="8913"/>
                    <a:pt x="1833" y="13260"/>
                    <a:pt x="4251" y="17090"/>
                  </a:cubicBezTo>
                  <a:lnTo>
                    <a:pt x="10184" y="27977"/>
                  </a:lnTo>
                  <a:cubicBezTo>
                    <a:pt x="10402" y="28465"/>
                    <a:pt x="10657" y="28945"/>
                    <a:pt x="10935" y="29403"/>
                  </a:cubicBezTo>
                  <a:lnTo>
                    <a:pt x="10935" y="29779"/>
                  </a:lnTo>
                  <a:lnTo>
                    <a:pt x="20473" y="47123"/>
                  </a:lnTo>
                  <a:lnTo>
                    <a:pt x="22426" y="48024"/>
                  </a:lnTo>
                  <a:cubicBezTo>
                    <a:pt x="24453" y="51178"/>
                    <a:pt x="26556" y="54256"/>
                    <a:pt x="28809" y="57185"/>
                  </a:cubicBezTo>
                  <a:cubicBezTo>
                    <a:pt x="32564" y="67103"/>
                    <a:pt x="39796" y="75325"/>
                    <a:pt x="49161" y="80311"/>
                  </a:cubicBezTo>
                  <a:cubicBezTo>
                    <a:pt x="61327" y="87218"/>
                    <a:pt x="83482" y="97280"/>
                    <a:pt x="92419" y="80836"/>
                  </a:cubicBezTo>
                  <a:cubicBezTo>
                    <a:pt x="101356" y="64393"/>
                    <a:pt x="88213" y="49301"/>
                    <a:pt x="75671" y="40741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5" name="Content Placeholder 4">
              <a:extLst>
                <a:ext uri="{FF2B5EF4-FFF2-40B4-BE49-F238E27FC236}">
                  <a16:creationId xmlns:a16="http://schemas.microsoft.com/office/drawing/2014/main" id="{274DB8DD-6783-F5F1-D520-3E336803BB64}"/>
                </a:ext>
              </a:extLst>
            </p:cNvPr>
            <p:cNvSpPr/>
            <p:nvPr/>
          </p:nvSpPr>
          <p:spPr>
            <a:xfrm>
              <a:off x="4039048" y="2799787"/>
              <a:ext cx="65689" cy="151750"/>
            </a:xfrm>
            <a:custGeom>
              <a:avLst/>
              <a:gdLst>
                <a:gd name="connsiteX0" fmla="*/ 52370 w 65689"/>
                <a:gd name="connsiteY0" fmla="*/ 3979 h 151750"/>
                <a:gd name="connsiteX1" fmla="*/ 42683 w 65689"/>
                <a:gd name="connsiteY1" fmla="*/ 450 h 151750"/>
                <a:gd name="connsiteX2" fmla="*/ 33596 w 65689"/>
                <a:gd name="connsiteY2" fmla="*/ 2327 h 151750"/>
                <a:gd name="connsiteX3" fmla="*/ 6785 w 65689"/>
                <a:gd name="connsiteY3" fmla="*/ 51732 h 151750"/>
                <a:gd name="connsiteX4" fmla="*/ 1378 w 65689"/>
                <a:gd name="connsiteY4" fmla="*/ 128093 h 151750"/>
                <a:gd name="connsiteX5" fmla="*/ 5809 w 65689"/>
                <a:gd name="connsiteY5" fmla="*/ 133950 h 151750"/>
                <a:gd name="connsiteX6" fmla="*/ 5809 w 65689"/>
                <a:gd name="connsiteY6" fmla="*/ 142434 h 151750"/>
                <a:gd name="connsiteX7" fmla="*/ 11847 w 65689"/>
                <a:gd name="connsiteY7" fmla="*/ 149147 h 151750"/>
                <a:gd name="connsiteX8" fmla="*/ 12868 w 65689"/>
                <a:gd name="connsiteY8" fmla="*/ 149117 h 151750"/>
                <a:gd name="connsiteX9" fmla="*/ 16623 w 65689"/>
                <a:gd name="connsiteY9" fmla="*/ 150093 h 151750"/>
                <a:gd name="connsiteX10" fmla="*/ 22180 w 65689"/>
                <a:gd name="connsiteY10" fmla="*/ 151670 h 151750"/>
                <a:gd name="connsiteX11" fmla="*/ 47264 w 65689"/>
                <a:gd name="connsiteY11" fmla="*/ 102039 h 151750"/>
                <a:gd name="connsiteX12" fmla="*/ 57177 w 65689"/>
                <a:gd name="connsiteY12" fmla="*/ 69302 h 151750"/>
                <a:gd name="connsiteX13" fmla="*/ 65588 w 65689"/>
                <a:gd name="connsiteY13" fmla="*/ 38067 h 151750"/>
                <a:gd name="connsiteX14" fmla="*/ 52370 w 65689"/>
                <a:gd name="connsiteY14" fmla="*/ 3979 h 15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5689" h="151750">
                  <a:moveTo>
                    <a:pt x="52370" y="3979"/>
                  </a:moveTo>
                  <a:cubicBezTo>
                    <a:pt x="50418" y="615"/>
                    <a:pt x="46340" y="-872"/>
                    <a:pt x="42683" y="450"/>
                  </a:cubicBezTo>
                  <a:cubicBezTo>
                    <a:pt x="39551" y="359"/>
                    <a:pt x="36434" y="1005"/>
                    <a:pt x="33596" y="2327"/>
                  </a:cubicBezTo>
                  <a:cubicBezTo>
                    <a:pt x="14971" y="10586"/>
                    <a:pt x="10690" y="34087"/>
                    <a:pt x="6785" y="51732"/>
                  </a:cubicBezTo>
                  <a:cubicBezTo>
                    <a:pt x="199" y="76623"/>
                    <a:pt x="-1634" y="102527"/>
                    <a:pt x="1378" y="128093"/>
                  </a:cubicBezTo>
                  <a:cubicBezTo>
                    <a:pt x="1731" y="130684"/>
                    <a:pt x="3413" y="132899"/>
                    <a:pt x="5809" y="133950"/>
                  </a:cubicBezTo>
                  <a:cubicBezTo>
                    <a:pt x="5809" y="136728"/>
                    <a:pt x="5809" y="139581"/>
                    <a:pt x="5809" y="142434"/>
                  </a:cubicBezTo>
                  <a:cubicBezTo>
                    <a:pt x="5621" y="145956"/>
                    <a:pt x="8324" y="148959"/>
                    <a:pt x="11847" y="149147"/>
                  </a:cubicBezTo>
                  <a:cubicBezTo>
                    <a:pt x="12185" y="149162"/>
                    <a:pt x="12530" y="149154"/>
                    <a:pt x="12868" y="149117"/>
                  </a:cubicBezTo>
                  <a:cubicBezTo>
                    <a:pt x="14055" y="149658"/>
                    <a:pt x="15324" y="149988"/>
                    <a:pt x="16623" y="150093"/>
                  </a:cubicBezTo>
                  <a:cubicBezTo>
                    <a:pt x="18193" y="151339"/>
                    <a:pt x="20190" y="151902"/>
                    <a:pt x="22180" y="151670"/>
                  </a:cubicBezTo>
                  <a:cubicBezTo>
                    <a:pt x="45236" y="148892"/>
                    <a:pt x="43584" y="119158"/>
                    <a:pt x="47264" y="102039"/>
                  </a:cubicBezTo>
                  <a:cubicBezTo>
                    <a:pt x="49712" y="90881"/>
                    <a:pt x="53024" y="79942"/>
                    <a:pt x="57177" y="69302"/>
                  </a:cubicBezTo>
                  <a:cubicBezTo>
                    <a:pt x="61578" y="59383"/>
                    <a:pt x="64417" y="48849"/>
                    <a:pt x="65588" y="38067"/>
                  </a:cubicBezTo>
                  <a:cubicBezTo>
                    <a:pt x="66317" y="25325"/>
                    <a:pt x="61495" y="12898"/>
                    <a:pt x="52370" y="3979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6" name="Content Placeholder 4">
              <a:extLst>
                <a:ext uri="{FF2B5EF4-FFF2-40B4-BE49-F238E27FC236}">
                  <a16:creationId xmlns:a16="http://schemas.microsoft.com/office/drawing/2014/main" id="{0071B8C7-400A-2B2F-07B3-C2C989D97778}"/>
                </a:ext>
              </a:extLst>
            </p:cNvPr>
            <p:cNvSpPr/>
            <p:nvPr/>
          </p:nvSpPr>
          <p:spPr>
            <a:xfrm>
              <a:off x="3954935" y="2840053"/>
              <a:ext cx="29182" cy="35522"/>
            </a:xfrm>
            <a:custGeom>
              <a:avLst/>
              <a:gdLst>
                <a:gd name="connsiteX0" fmla="*/ 21580 w 29182"/>
                <a:gd name="connsiteY0" fmla="*/ 35493 h 35522"/>
                <a:gd name="connsiteX1" fmla="*/ 23683 w 29182"/>
                <a:gd name="connsiteY1" fmla="*/ 34742 h 35522"/>
                <a:gd name="connsiteX2" fmla="*/ 28714 w 29182"/>
                <a:gd name="connsiteY2" fmla="*/ 26483 h 35522"/>
                <a:gd name="connsiteX3" fmla="*/ 28714 w 29182"/>
                <a:gd name="connsiteY3" fmla="*/ 11466 h 35522"/>
                <a:gd name="connsiteX4" fmla="*/ 21204 w 29182"/>
                <a:gd name="connsiteY4" fmla="*/ 3432 h 35522"/>
                <a:gd name="connsiteX5" fmla="*/ 19477 w 29182"/>
                <a:gd name="connsiteY5" fmla="*/ 5534 h 35522"/>
                <a:gd name="connsiteX6" fmla="*/ 21204 w 29182"/>
                <a:gd name="connsiteY6" fmla="*/ 9964 h 35522"/>
                <a:gd name="connsiteX7" fmla="*/ 11817 w 29182"/>
                <a:gd name="connsiteY7" fmla="*/ 2456 h 35522"/>
                <a:gd name="connsiteX8" fmla="*/ 1303 w 29182"/>
                <a:gd name="connsiteY8" fmla="*/ 1179 h 35522"/>
                <a:gd name="connsiteX9" fmla="*/ 2204 w 29182"/>
                <a:gd name="connsiteY9" fmla="*/ 11166 h 35522"/>
                <a:gd name="connsiteX10" fmla="*/ 21580 w 29182"/>
                <a:gd name="connsiteY10" fmla="*/ 35493 h 35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182" h="35522">
                  <a:moveTo>
                    <a:pt x="21580" y="35493"/>
                  </a:moveTo>
                  <a:cubicBezTo>
                    <a:pt x="22301" y="35313"/>
                    <a:pt x="23007" y="35057"/>
                    <a:pt x="23683" y="34742"/>
                  </a:cubicBezTo>
                  <a:cubicBezTo>
                    <a:pt x="26551" y="32917"/>
                    <a:pt x="28406" y="29869"/>
                    <a:pt x="28714" y="26483"/>
                  </a:cubicBezTo>
                  <a:cubicBezTo>
                    <a:pt x="29300" y="21497"/>
                    <a:pt x="29300" y="16451"/>
                    <a:pt x="28714" y="11466"/>
                  </a:cubicBezTo>
                  <a:cubicBezTo>
                    <a:pt x="26867" y="8245"/>
                    <a:pt x="24298" y="5497"/>
                    <a:pt x="21204" y="3432"/>
                  </a:cubicBezTo>
                  <a:lnTo>
                    <a:pt x="19477" y="5534"/>
                  </a:lnTo>
                  <a:lnTo>
                    <a:pt x="21204" y="9964"/>
                  </a:lnTo>
                  <a:cubicBezTo>
                    <a:pt x="18411" y="7066"/>
                    <a:pt x="15256" y="4543"/>
                    <a:pt x="11817" y="2456"/>
                  </a:cubicBezTo>
                  <a:cubicBezTo>
                    <a:pt x="8512" y="353"/>
                    <a:pt x="3856" y="-1224"/>
                    <a:pt x="1303" y="1179"/>
                  </a:cubicBezTo>
                  <a:cubicBezTo>
                    <a:pt x="-1251" y="3582"/>
                    <a:pt x="326" y="7862"/>
                    <a:pt x="2204" y="11166"/>
                  </a:cubicBezTo>
                  <a:cubicBezTo>
                    <a:pt x="7438" y="20176"/>
                    <a:pt x="13965" y="28375"/>
                    <a:pt x="21580" y="35493"/>
                  </a:cubicBezTo>
                  <a:close/>
                </a:path>
              </a:pathLst>
            </a:custGeom>
            <a:solidFill>
              <a:srgbClr val="EDD5B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7" name="Content Placeholder 4">
              <a:extLst>
                <a:ext uri="{FF2B5EF4-FFF2-40B4-BE49-F238E27FC236}">
                  <a16:creationId xmlns:a16="http://schemas.microsoft.com/office/drawing/2014/main" id="{9570C9EC-E523-B130-50ED-C6194A652536}"/>
                </a:ext>
              </a:extLst>
            </p:cNvPr>
            <p:cNvSpPr/>
            <p:nvPr/>
          </p:nvSpPr>
          <p:spPr>
            <a:xfrm>
              <a:off x="3912284" y="2822298"/>
              <a:ext cx="28293" cy="39293"/>
            </a:xfrm>
            <a:custGeom>
              <a:avLst/>
              <a:gdLst>
                <a:gd name="connsiteX0" fmla="*/ 922 w 28293"/>
                <a:gd name="connsiteY0" fmla="*/ 23214 h 39293"/>
                <a:gd name="connsiteX1" fmla="*/ 2574 w 28293"/>
                <a:gd name="connsiteY1" fmla="*/ 17283 h 39293"/>
                <a:gd name="connsiteX2" fmla="*/ 8131 w 28293"/>
                <a:gd name="connsiteY2" fmla="*/ 12477 h 39293"/>
                <a:gd name="connsiteX3" fmla="*/ 11736 w 28293"/>
                <a:gd name="connsiteY3" fmla="*/ 4218 h 39293"/>
                <a:gd name="connsiteX4" fmla="*/ 18420 w 28293"/>
                <a:gd name="connsiteY4" fmla="*/ 13 h 39293"/>
                <a:gd name="connsiteX5" fmla="*/ 25930 w 28293"/>
                <a:gd name="connsiteY5" fmla="*/ 3092 h 39293"/>
                <a:gd name="connsiteX6" fmla="*/ 27207 w 28293"/>
                <a:gd name="connsiteY6" fmla="*/ 17057 h 39293"/>
                <a:gd name="connsiteX7" fmla="*/ 19321 w 28293"/>
                <a:gd name="connsiteY7" fmla="*/ 35603 h 39293"/>
                <a:gd name="connsiteX8" fmla="*/ 16843 w 28293"/>
                <a:gd name="connsiteY8" fmla="*/ 38532 h 39293"/>
                <a:gd name="connsiteX9" fmla="*/ 9783 w 28293"/>
                <a:gd name="connsiteY9" fmla="*/ 38532 h 39293"/>
                <a:gd name="connsiteX10" fmla="*/ 396 w 28293"/>
                <a:gd name="connsiteY10" fmla="*/ 33801 h 39293"/>
                <a:gd name="connsiteX11" fmla="*/ 922 w 28293"/>
                <a:gd name="connsiteY11" fmla="*/ 23214 h 39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293" h="39293">
                  <a:moveTo>
                    <a:pt x="922" y="23214"/>
                  </a:moveTo>
                  <a:cubicBezTo>
                    <a:pt x="974" y="21127"/>
                    <a:pt x="1537" y="19092"/>
                    <a:pt x="2574" y="17283"/>
                  </a:cubicBezTo>
                  <a:cubicBezTo>
                    <a:pt x="4001" y="15331"/>
                    <a:pt x="6554" y="14354"/>
                    <a:pt x="8131" y="12477"/>
                  </a:cubicBezTo>
                  <a:cubicBezTo>
                    <a:pt x="9708" y="10600"/>
                    <a:pt x="10159" y="6771"/>
                    <a:pt x="11736" y="4218"/>
                  </a:cubicBezTo>
                  <a:cubicBezTo>
                    <a:pt x="13125" y="1793"/>
                    <a:pt x="15634" y="216"/>
                    <a:pt x="18420" y="13"/>
                  </a:cubicBezTo>
                  <a:cubicBezTo>
                    <a:pt x="21281" y="-272"/>
                    <a:pt x="24097" y="877"/>
                    <a:pt x="25930" y="3092"/>
                  </a:cubicBezTo>
                  <a:cubicBezTo>
                    <a:pt x="28506" y="7296"/>
                    <a:pt x="28979" y="12455"/>
                    <a:pt x="27207" y="17057"/>
                  </a:cubicBezTo>
                  <a:cubicBezTo>
                    <a:pt x="25494" y="23590"/>
                    <a:pt x="22836" y="29837"/>
                    <a:pt x="19321" y="35603"/>
                  </a:cubicBezTo>
                  <a:cubicBezTo>
                    <a:pt x="18765" y="36775"/>
                    <a:pt x="17909" y="37788"/>
                    <a:pt x="16843" y="38532"/>
                  </a:cubicBezTo>
                  <a:cubicBezTo>
                    <a:pt x="14590" y="39508"/>
                    <a:pt x="12036" y="39508"/>
                    <a:pt x="9783" y="38532"/>
                  </a:cubicBezTo>
                  <a:cubicBezTo>
                    <a:pt x="6629" y="37630"/>
                    <a:pt x="1598" y="37330"/>
                    <a:pt x="396" y="33801"/>
                  </a:cubicBezTo>
                  <a:cubicBezTo>
                    <a:pt x="-806" y="30272"/>
                    <a:pt x="922" y="26293"/>
                    <a:pt x="922" y="23214"/>
                  </a:cubicBezTo>
                  <a:close/>
                </a:path>
              </a:pathLst>
            </a:custGeom>
            <a:solidFill>
              <a:srgbClr val="EDD5B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8" name="Content Placeholder 4">
              <a:extLst>
                <a:ext uri="{FF2B5EF4-FFF2-40B4-BE49-F238E27FC236}">
                  <a16:creationId xmlns:a16="http://schemas.microsoft.com/office/drawing/2014/main" id="{2BC09229-304A-F676-1E7F-7E5281C8CDDD}"/>
                </a:ext>
              </a:extLst>
            </p:cNvPr>
            <p:cNvSpPr/>
            <p:nvPr/>
          </p:nvSpPr>
          <p:spPr>
            <a:xfrm>
              <a:off x="3988316" y="2761522"/>
              <a:ext cx="63822" cy="77997"/>
            </a:xfrm>
            <a:custGeom>
              <a:avLst/>
              <a:gdLst>
                <a:gd name="connsiteX0" fmla="*/ 52785 w 63822"/>
                <a:gd name="connsiteY0" fmla="*/ 1847 h 77997"/>
                <a:gd name="connsiteX1" fmla="*/ 3294 w 63822"/>
                <a:gd name="connsiteY1" fmla="*/ -30 h 77997"/>
                <a:gd name="connsiteX2" fmla="*/ 365 w 63822"/>
                <a:gd name="connsiteY2" fmla="*/ 2223 h 77997"/>
                <a:gd name="connsiteX3" fmla="*/ 365 w 63822"/>
                <a:gd name="connsiteY3" fmla="*/ 9731 h 77997"/>
                <a:gd name="connsiteX4" fmla="*/ 1416 w 63822"/>
                <a:gd name="connsiteY4" fmla="*/ 11683 h 77997"/>
                <a:gd name="connsiteX5" fmla="*/ 4946 w 63822"/>
                <a:gd name="connsiteY5" fmla="*/ 46372 h 77997"/>
                <a:gd name="connsiteX6" fmla="*/ 12456 w 63822"/>
                <a:gd name="connsiteY6" fmla="*/ 76782 h 77997"/>
                <a:gd name="connsiteX7" fmla="*/ 15625 w 63822"/>
                <a:gd name="connsiteY7" fmla="*/ 77668 h 77997"/>
                <a:gd name="connsiteX8" fmla="*/ 16512 w 63822"/>
                <a:gd name="connsiteY8" fmla="*/ 76782 h 77997"/>
                <a:gd name="connsiteX9" fmla="*/ 44223 w 63822"/>
                <a:gd name="connsiteY9" fmla="*/ 37513 h 77997"/>
                <a:gd name="connsiteX10" fmla="*/ 57967 w 63822"/>
                <a:gd name="connsiteY10" fmla="*/ 19342 h 77997"/>
                <a:gd name="connsiteX11" fmla="*/ 63749 w 63822"/>
                <a:gd name="connsiteY11" fmla="*/ 8605 h 77997"/>
                <a:gd name="connsiteX12" fmla="*/ 52785 w 63822"/>
                <a:gd name="connsiteY12" fmla="*/ 1847 h 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822" h="77997">
                  <a:moveTo>
                    <a:pt x="52785" y="1847"/>
                  </a:moveTo>
                  <a:cubicBezTo>
                    <a:pt x="36413" y="271"/>
                    <a:pt x="19741" y="1847"/>
                    <a:pt x="3294" y="-30"/>
                  </a:cubicBezTo>
                  <a:cubicBezTo>
                    <a:pt x="1927" y="-15"/>
                    <a:pt x="733" y="901"/>
                    <a:pt x="365" y="2223"/>
                  </a:cubicBezTo>
                  <a:cubicBezTo>
                    <a:pt x="-161" y="4701"/>
                    <a:pt x="-161" y="7253"/>
                    <a:pt x="365" y="9731"/>
                  </a:cubicBezTo>
                  <a:cubicBezTo>
                    <a:pt x="448" y="10497"/>
                    <a:pt x="823" y="11195"/>
                    <a:pt x="1416" y="11683"/>
                  </a:cubicBezTo>
                  <a:cubicBezTo>
                    <a:pt x="1807" y="23314"/>
                    <a:pt x="2986" y="34900"/>
                    <a:pt x="4946" y="46372"/>
                  </a:cubicBezTo>
                  <a:cubicBezTo>
                    <a:pt x="5607" y="56877"/>
                    <a:pt x="8153" y="67178"/>
                    <a:pt x="12456" y="76782"/>
                  </a:cubicBezTo>
                  <a:cubicBezTo>
                    <a:pt x="13087" y="77900"/>
                    <a:pt x="14506" y="78298"/>
                    <a:pt x="15625" y="77668"/>
                  </a:cubicBezTo>
                  <a:cubicBezTo>
                    <a:pt x="16001" y="77458"/>
                    <a:pt x="16301" y="77150"/>
                    <a:pt x="16512" y="76782"/>
                  </a:cubicBezTo>
                  <a:cubicBezTo>
                    <a:pt x="25448" y="63492"/>
                    <a:pt x="34686" y="50352"/>
                    <a:pt x="44223" y="37513"/>
                  </a:cubicBezTo>
                  <a:cubicBezTo>
                    <a:pt x="48729" y="31356"/>
                    <a:pt x="53461" y="25424"/>
                    <a:pt x="57967" y="19342"/>
                  </a:cubicBezTo>
                  <a:cubicBezTo>
                    <a:pt x="59994" y="16639"/>
                    <a:pt x="64275" y="12509"/>
                    <a:pt x="63749" y="8605"/>
                  </a:cubicBezTo>
                  <a:cubicBezTo>
                    <a:pt x="63074" y="2748"/>
                    <a:pt x="57666" y="2223"/>
                    <a:pt x="52785" y="1847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839" name="Group 838">
            <a:extLst>
              <a:ext uri="{FF2B5EF4-FFF2-40B4-BE49-F238E27FC236}">
                <a16:creationId xmlns:a16="http://schemas.microsoft.com/office/drawing/2014/main" id="{635C0E0B-6C7B-F705-D7B3-AB381D9B3C8B}"/>
              </a:ext>
            </a:extLst>
          </p:cNvPr>
          <p:cNvGrpSpPr/>
          <p:nvPr userDrawn="1"/>
        </p:nvGrpSpPr>
        <p:grpSpPr>
          <a:xfrm>
            <a:off x="6825609" y="4019345"/>
            <a:ext cx="619521" cy="902366"/>
            <a:chOff x="6113870" y="2585374"/>
            <a:chExt cx="619521" cy="902366"/>
          </a:xfrm>
        </p:grpSpPr>
        <p:sp>
          <p:nvSpPr>
            <p:cNvPr id="840" name="Content Placeholder 4">
              <a:extLst>
                <a:ext uri="{FF2B5EF4-FFF2-40B4-BE49-F238E27FC236}">
                  <a16:creationId xmlns:a16="http://schemas.microsoft.com/office/drawing/2014/main" id="{D4529FDE-B9F1-6EEB-7CDE-CA418C1F70AD}"/>
                </a:ext>
              </a:extLst>
            </p:cNvPr>
            <p:cNvSpPr/>
            <p:nvPr/>
          </p:nvSpPr>
          <p:spPr>
            <a:xfrm>
              <a:off x="6545514" y="3469291"/>
              <a:ext cx="182613" cy="18449"/>
            </a:xfrm>
            <a:custGeom>
              <a:avLst/>
              <a:gdLst>
                <a:gd name="connsiteX0" fmla="*/ 162836 w 182613"/>
                <a:gd name="connsiteY0" fmla="*/ 12638 h 18449"/>
                <a:gd name="connsiteX1" fmla="*/ 180860 w 182613"/>
                <a:gd name="connsiteY1" fmla="*/ 7607 h 18449"/>
                <a:gd name="connsiteX2" fmla="*/ 182437 w 182613"/>
                <a:gd name="connsiteY2" fmla="*/ 6031 h 18449"/>
                <a:gd name="connsiteX3" fmla="*/ 180334 w 182613"/>
                <a:gd name="connsiteY3" fmla="*/ 2126 h 18449"/>
                <a:gd name="connsiteX4" fmla="*/ 168469 w 182613"/>
                <a:gd name="connsiteY4" fmla="*/ 99 h 18449"/>
                <a:gd name="connsiteX5" fmla="*/ 36743 w 182613"/>
                <a:gd name="connsiteY5" fmla="*/ 4529 h 18449"/>
                <a:gd name="connsiteX6" fmla="*/ 7304 w 182613"/>
                <a:gd name="connsiteY6" fmla="*/ 7082 h 18449"/>
                <a:gd name="connsiteX7" fmla="*/ 1071 w 182613"/>
                <a:gd name="connsiteY7" fmla="*/ 10010 h 18449"/>
                <a:gd name="connsiteX8" fmla="*/ 20897 w 182613"/>
                <a:gd name="connsiteY8" fmla="*/ 17519 h 18449"/>
                <a:gd name="connsiteX9" fmla="*/ 55218 w 182613"/>
                <a:gd name="connsiteY9" fmla="*/ 18420 h 18449"/>
                <a:gd name="connsiteX10" fmla="*/ 123859 w 182613"/>
                <a:gd name="connsiteY10" fmla="*/ 16317 h 18449"/>
                <a:gd name="connsiteX11" fmla="*/ 162836 w 182613"/>
                <a:gd name="connsiteY11" fmla="*/ 12638 h 18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2613" h="18449">
                  <a:moveTo>
                    <a:pt x="162836" y="12638"/>
                  </a:moveTo>
                  <a:cubicBezTo>
                    <a:pt x="169160" y="12398"/>
                    <a:pt x="175333" y="10678"/>
                    <a:pt x="180860" y="7607"/>
                  </a:cubicBezTo>
                  <a:cubicBezTo>
                    <a:pt x="181544" y="7269"/>
                    <a:pt x="182099" y="6714"/>
                    <a:pt x="182437" y="6031"/>
                  </a:cubicBezTo>
                  <a:cubicBezTo>
                    <a:pt x="183038" y="4529"/>
                    <a:pt x="181686" y="2952"/>
                    <a:pt x="180334" y="2126"/>
                  </a:cubicBezTo>
                  <a:cubicBezTo>
                    <a:pt x="176647" y="362"/>
                    <a:pt x="172539" y="-344"/>
                    <a:pt x="168469" y="99"/>
                  </a:cubicBezTo>
                  <a:cubicBezTo>
                    <a:pt x="124535" y="925"/>
                    <a:pt x="80677" y="2727"/>
                    <a:pt x="36743" y="4529"/>
                  </a:cubicBezTo>
                  <a:cubicBezTo>
                    <a:pt x="26883" y="4739"/>
                    <a:pt x="17052" y="5595"/>
                    <a:pt x="7304" y="7082"/>
                  </a:cubicBezTo>
                  <a:cubicBezTo>
                    <a:pt x="4938" y="7269"/>
                    <a:pt x="2723" y="8306"/>
                    <a:pt x="1071" y="10010"/>
                  </a:cubicBezTo>
                  <a:cubicBezTo>
                    <a:pt x="-5313" y="18495"/>
                    <a:pt x="18043" y="17519"/>
                    <a:pt x="20897" y="17519"/>
                  </a:cubicBezTo>
                  <a:cubicBezTo>
                    <a:pt x="32313" y="18044"/>
                    <a:pt x="43427" y="18344"/>
                    <a:pt x="55218" y="18420"/>
                  </a:cubicBezTo>
                  <a:cubicBezTo>
                    <a:pt x="78146" y="18420"/>
                    <a:pt x="101029" y="17721"/>
                    <a:pt x="123859" y="16317"/>
                  </a:cubicBezTo>
                  <a:cubicBezTo>
                    <a:pt x="136927" y="15341"/>
                    <a:pt x="149844" y="14140"/>
                    <a:pt x="162836" y="12638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1" name="Content Placeholder 4">
              <a:extLst>
                <a:ext uri="{FF2B5EF4-FFF2-40B4-BE49-F238E27FC236}">
                  <a16:creationId xmlns:a16="http://schemas.microsoft.com/office/drawing/2014/main" id="{C2E48E47-0D7A-62E6-E341-235BEE91EB39}"/>
                </a:ext>
              </a:extLst>
            </p:cNvPr>
            <p:cNvSpPr/>
            <p:nvPr/>
          </p:nvSpPr>
          <p:spPr>
            <a:xfrm>
              <a:off x="6553010" y="3459558"/>
              <a:ext cx="53851" cy="24296"/>
            </a:xfrm>
            <a:custGeom>
              <a:avLst/>
              <a:gdLst>
                <a:gd name="connsiteX0" fmla="*/ 53804 w 53851"/>
                <a:gd name="connsiteY0" fmla="*/ 13811 h 24296"/>
                <a:gd name="connsiteX1" fmla="*/ 52678 w 53851"/>
                <a:gd name="connsiteY1" fmla="*/ 4050 h 24296"/>
                <a:gd name="connsiteX2" fmla="*/ 51401 w 53851"/>
                <a:gd name="connsiteY2" fmla="*/ 1272 h 24296"/>
                <a:gd name="connsiteX3" fmla="*/ 46294 w 53851"/>
                <a:gd name="connsiteY3" fmla="*/ 71 h 24296"/>
                <a:gd name="connsiteX4" fmla="*/ 27745 w 53851"/>
                <a:gd name="connsiteY4" fmla="*/ 671 h 24296"/>
                <a:gd name="connsiteX5" fmla="*/ 24966 w 53851"/>
                <a:gd name="connsiteY5" fmla="*/ 6753 h 24296"/>
                <a:gd name="connsiteX6" fmla="*/ 18357 w 53851"/>
                <a:gd name="connsiteY6" fmla="*/ 8931 h 24296"/>
                <a:gd name="connsiteX7" fmla="*/ 10847 w 53851"/>
                <a:gd name="connsiteY7" fmla="*/ 10357 h 24296"/>
                <a:gd name="connsiteX8" fmla="*/ 2511 w 53851"/>
                <a:gd name="connsiteY8" fmla="*/ 13361 h 24296"/>
                <a:gd name="connsiteX9" fmla="*/ 709 w 53851"/>
                <a:gd name="connsiteY9" fmla="*/ 21319 h 24296"/>
                <a:gd name="connsiteX10" fmla="*/ 7167 w 53851"/>
                <a:gd name="connsiteY10" fmla="*/ 24098 h 24296"/>
                <a:gd name="connsiteX11" fmla="*/ 47721 w 53851"/>
                <a:gd name="connsiteY11" fmla="*/ 20419 h 24296"/>
                <a:gd name="connsiteX12" fmla="*/ 52603 w 53851"/>
                <a:gd name="connsiteY12" fmla="*/ 18241 h 24296"/>
                <a:gd name="connsiteX13" fmla="*/ 53804 w 53851"/>
                <a:gd name="connsiteY13" fmla="*/ 13811 h 2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3851" h="24296">
                  <a:moveTo>
                    <a:pt x="53804" y="13811"/>
                  </a:moveTo>
                  <a:cubicBezTo>
                    <a:pt x="53849" y="10522"/>
                    <a:pt x="53467" y="7241"/>
                    <a:pt x="52678" y="4050"/>
                  </a:cubicBezTo>
                  <a:cubicBezTo>
                    <a:pt x="52445" y="3044"/>
                    <a:pt x="52010" y="2098"/>
                    <a:pt x="51401" y="1272"/>
                  </a:cubicBezTo>
                  <a:cubicBezTo>
                    <a:pt x="49937" y="191"/>
                    <a:pt x="48089" y="-245"/>
                    <a:pt x="46294" y="71"/>
                  </a:cubicBezTo>
                  <a:lnTo>
                    <a:pt x="27745" y="671"/>
                  </a:lnTo>
                  <a:cubicBezTo>
                    <a:pt x="28135" y="3074"/>
                    <a:pt x="27039" y="5477"/>
                    <a:pt x="24966" y="6753"/>
                  </a:cubicBezTo>
                  <a:cubicBezTo>
                    <a:pt x="22953" y="7954"/>
                    <a:pt x="20693" y="8698"/>
                    <a:pt x="18357" y="8931"/>
                  </a:cubicBezTo>
                  <a:lnTo>
                    <a:pt x="10847" y="10357"/>
                  </a:lnTo>
                  <a:cubicBezTo>
                    <a:pt x="7858" y="10650"/>
                    <a:pt x="4997" y="11679"/>
                    <a:pt x="2511" y="13361"/>
                  </a:cubicBezTo>
                  <a:cubicBezTo>
                    <a:pt x="18" y="15200"/>
                    <a:pt x="-756" y="18587"/>
                    <a:pt x="709" y="21319"/>
                  </a:cubicBezTo>
                  <a:cubicBezTo>
                    <a:pt x="2346" y="23151"/>
                    <a:pt x="4712" y="24173"/>
                    <a:pt x="7167" y="24098"/>
                  </a:cubicBezTo>
                  <a:cubicBezTo>
                    <a:pt x="20790" y="24751"/>
                    <a:pt x="34436" y="23512"/>
                    <a:pt x="47721" y="20419"/>
                  </a:cubicBezTo>
                  <a:cubicBezTo>
                    <a:pt x="49561" y="20313"/>
                    <a:pt x="51296" y="19540"/>
                    <a:pt x="52603" y="18241"/>
                  </a:cubicBezTo>
                  <a:cubicBezTo>
                    <a:pt x="53497" y="16942"/>
                    <a:pt x="53917" y="15380"/>
                    <a:pt x="53804" y="13811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2" name="Content Placeholder 4">
              <a:extLst>
                <a:ext uri="{FF2B5EF4-FFF2-40B4-BE49-F238E27FC236}">
                  <a16:creationId xmlns:a16="http://schemas.microsoft.com/office/drawing/2014/main" id="{CA67F67B-33AB-4EE2-9ED4-6347831AD43C}"/>
                </a:ext>
              </a:extLst>
            </p:cNvPr>
            <p:cNvSpPr/>
            <p:nvPr/>
          </p:nvSpPr>
          <p:spPr>
            <a:xfrm>
              <a:off x="6642093" y="3456770"/>
              <a:ext cx="53361" cy="28653"/>
            </a:xfrm>
            <a:custGeom>
              <a:avLst/>
              <a:gdLst>
                <a:gd name="connsiteX0" fmla="*/ 53265 w 53361"/>
                <a:gd name="connsiteY0" fmla="*/ 13070 h 28653"/>
                <a:gd name="connsiteX1" fmla="*/ 50937 w 53361"/>
                <a:gd name="connsiteY1" fmla="*/ 3459 h 28653"/>
                <a:gd name="connsiteX2" fmla="*/ 49360 w 53361"/>
                <a:gd name="connsiteY2" fmla="*/ 906 h 28653"/>
                <a:gd name="connsiteX3" fmla="*/ 44253 w 53361"/>
                <a:gd name="connsiteY3" fmla="*/ 231 h 28653"/>
                <a:gd name="connsiteX4" fmla="*/ 25854 w 53361"/>
                <a:gd name="connsiteY4" fmla="*/ 3009 h 28653"/>
                <a:gd name="connsiteX5" fmla="*/ 23751 w 53361"/>
                <a:gd name="connsiteY5" fmla="*/ 9316 h 28653"/>
                <a:gd name="connsiteX6" fmla="*/ 17442 w 53361"/>
                <a:gd name="connsiteY6" fmla="*/ 12244 h 28653"/>
                <a:gd name="connsiteX7" fmla="*/ 9932 w 53361"/>
                <a:gd name="connsiteY7" fmla="*/ 14497 h 28653"/>
                <a:gd name="connsiteX8" fmla="*/ 1972 w 53361"/>
                <a:gd name="connsiteY8" fmla="*/ 18476 h 28653"/>
                <a:gd name="connsiteX9" fmla="*/ 1071 w 53361"/>
                <a:gd name="connsiteY9" fmla="*/ 26585 h 28653"/>
                <a:gd name="connsiteX10" fmla="*/ 7830 w 53361"/>
                <a:gd name="connsiteY10" fmla="*/ 28537 h 28653"/>
                <a:gd name="connsiteX11" fmla="*/ 47708 w 53361"/>
                <a:gd name="connsiteY11" fmla="*/ 20353 h 28653"/>
                <a:gd name="connsiteX12" fmla="*/ 52364 w 53361"/>
                <a:gd name="connsiteY12" fmla="*/ 17575 h 28653"/>
                <a:gd name="connsiteX13" fmla="*/ 53265 w 53361"/>
                <a:gd name="connsiteY13" fmla="*/ 13070 h 28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3361" h="28653">
                  <a:moveTo>
                    <a:pt x="53265" y="13070"/>
                  </a:moveTo>
                  <a:cubicBezTo>
                    <a:pt x="52912" y="9781"/>
                    <a:pt x="52124" y="6545"/>
                    <a:pt x="50937" y="3459"/>
                  </a:cubicBezTo>
                  <a:cubicBezTo>
                    <a:pt x="50674" y="2476"/>
                    <a:pt x="50126" y="1590"/>
                    <a:pt x="49360" y="906"/>
                  </a:cubicBezTo>
                  <a:cubicBezTo>
                    <a:pt x="47828" y="-32"/>
                    <a:pt x="45973" y="-280"/>
                    <a:pt x="44253" y="231"/>
                  </a:cubicBezTo>
                  <a:lnTo>
                    <a:pt x="25854" y="3009"/>
                  </a:lnTo>
                  <a:cubicBezTo>
                    <a:pt x="26484" y="5344"/>
                    <a:pt x="25658" y="7829"/>
                    <a:pt x="23751" y="9316"/>
                  </a:cubicBezTo>
                  <a:cubicBezTo>
                    <a:pt x="21873" y="10720"/>
                    <a:pt x="19725" y="11719"/>
                    <a:pt x="17442" y="12244"/>
                  </a:cubicBezTo>
                  <a:lnTo>
                    <a:pt x="9932" y="14497"/>
                  </a:lnTo>
                  <a:cubicBezTo>
                    <a:pt x="6988" y="15142"/>
                    <a:pt x="4255" y="16509"/>
                    <a:pt x="1972" y="18476"/>
                  </a:cubicBezTo>
                  <a:cubicBezTo>
                    <a:pt x="-304" y="20579"/>
                    <a:pt x="-687" y="24032"/>
                    <a:pt x="1071" y="26585"/>
                  </a:cubicBezTo>
                  <a:cubicBezTo>
                    <a:pt x="2941" y="28177"/>
                    <a:pt x="5404" y="28883"/>
                    <a:pt x="7830" y="28537"/>
                  </a:cubicBezTo>
                  <a:cubicBezTo>
                    <a:pt x="21438" y="27689"/>
                    <a:pt x="34866" y="24934"/>
                    <a:pt x="47708" y="20353"/>
                  </a:cubicBezTo>
                  <a:cubicBezTo>
                    <a:pt x="49540" y="20000"/>
                    <a:pt x="51185" y="19017"/>
                    <a:pt x="52364" y="17575"/>
                  </a:cubicBezTo>
                  <a:cubicBezTo>
                    <a:pt x="53168" y="16216"/>
                    <a:pt x="53483" y="14632"/>
                    <a:pt x="53265" y="13070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3" name="Content Placeholder 4">
              <a:extLst>
                <a:ext uri="{FF2B5EF4-FFF2-40B4-BE49-F238E27FC236}">
                  <a16:creationId xmlns:a16="http://schemas.microsoft.com/office/drawing/2014/main" id="{414403AE-9B00-1E73-9C38-891F705086AF}"/>
                </a:ext>
              </a:extLst>
            </p:cNvPr>
            <p:cNvSpPr/>
            <p:nvPr/>
          </p:nvSpPr>
          <p:spPr>
            <a:xfrm>
              <a:off x="6544164" y="3178692"/>
              <a:ext cx="70692" cy="286072"/>
            </a:xfrm>
            <a:custGeom>
              <a:avLst/>
              <a:gdLst>
                <a:gd name="connsiteX0" fmla="*/ 1219 w 70692"/>
                <a:gd name="connsiteY0" fmla="*/ 5977 h 286072"/>
                <a:gd name="connsiteX1" fmla="*/ 17 w 70692"/>
                <a:gd name="connsiteY1" fmla="*/ 11759 h 286072"/>
                <a:gd name="connsiteX2" fmla="*/ 34939 w 70692"/>
                <a:gd name="connsiteY2" fmla="*/ 278384 h 286072"/>
                <a:gd name="connsiteX3" fmla="*/ 36291 w 70692"/>
                <a:gd name="connsiteY3" fmla="*/ 282063 h 286072"/>
                <a:gd name="connsiteX4" fmla="*/ 40571 w 70692"/>
                <a:gd name="connsiteY4" fmla="*/ 283790 h 286072"/>
                <a:gd name="connsiteX5" fmla="*/ 62501 w 70692"/>
                <a:gd name="connsiteY5" fmla="*/ 286042 h 286072"/>
                <a:gd name="connsiteX6" fmla="*/ 70011 w 70692"/>
                <a:gd name="connsiteY6" fmla="*/ -30 h 286072"/>
                <a:gd name="connsiteX7" fmla="*/ 7002 w 70692"/>
                <a:gd name="connsiteY7" fmla="*/ 3800 h 286072"/>
                <a:gd name="connsiteX8" fmla="*/ 1219 w 70692"/>
                <a:gd name="connsiteY8" fmla="*/ 5977 h 286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0692" h="286072">
                  <a:moveTo>
                    <a:pt x="1219" y="5977"/>
                  </a:moveTo>
                  <a:cubicBezTo>
                    <a:pt x="243" y="7742"/>
                    <a:pt x="-178" y="9754"/>
                    <a:pt x="17" y="11759"/>
                  </a:cubicBezTo>
                  <a:cubicBezTo>
                    <a:pt x="-1034" y="101860"/>
                    <a:pt x="16990" y="190685"/>
                    <a:pt x="34939" y="278384"/>
                  </a:cubicBezTo>
                  <a:cubicBezTo>
                    <a:pt x="35059" y="279705"/>
                    <a:pt x="35525" y="280982"/>
                    <a:pt x="36291" y="282063"/>
                  </a:cubicBezTo>
                  <a:cubicBezTo>
                    <a:pt x="37447" y="283159"/>
                    <a:pt x="38979" y="283775"/>
                    <a:pt x="40571" y="283790"/>
                  </a:cubicBezTo>
                  <a:lnTo>
                    <a:pt x="62501" y="286042"/>
                  </a:lnTo>
                  <a:cubicBezTo>
                    <a:pt x="69560" y="190985"/>
                    <a:pt x="71963" y="95403"/>
                    <a:pt x="70011" y="-30"/>
                  </a:cubicBezTo>
                  <a:lnTo>
                    <a:pt x="7002" y="3800"/>
                  </a:lnTo>
                  <a:cubicBezTo>
                    <a:pt x="4854" y="3664"/>
                    <a:pt x="2744" y="4453"/>
                    <a:pt x="1219" y="5977"/>
                  </a:cubicBezTo>
                  <a:close/>
                </a:path>
              </a:pathLst>
            </a:custGeom>
            <a:solidFill>
              <a:srgbClr val="89796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4" name="Content Placeholder 4">
              <a:extLst>
                <a:ext uri="{FF2B5EF4-FFF2-40B4-BE49-F238E27FC236}">
                  <a16:creationId xmlns:a16="http://schemas.microsoft.com/office/drawing/2014/main" id="{85A6F03E-2C2F-94EE-089B-6C86CBA1815E}"/>
                </a:ext>
              </a:extLst>
            </p:cNvPr>
            <p:cNvSpPr/>
            <p:nvPr/>
          </p:nvSpPr>
          <p:spPr>
            <a:xfrm>
              <a:off x="6607211" y="3175914"/>
              <a:ext cx="87049" cy="285358"/>
            </a:xfrm>
            <a:custGeom>
              <a:avLst/>
              <a:gdLst>
                <a:gd name="connsiteX0" fmla="*/ 805 w 87049"/>
                <a:gd name="connsiteY0" fmla="*/ 12660 h 285358"/>
                <a:gd name="connsiteX1" fmla="*/ 129 w 87049"/>
                <a:gd name="connsiteY1" fmla="*/ 18516 h 285358"/>
                <a:gd name="connsiteX2" fmla="*/ 58858 w 87049"/>
                <a:gd name="connsiteY2" fmla="*/ 280486 h 285358"/>
                <a:gd name="connsiteX3" fmla="*/ 60585 w 87049"/>
                <a:gd name="connsiteY3" fmla="*/ 284090 h 285358"/>
                <a:gd name="connsiteX4" fmla="*/ 64941 w 87049"/>
                <a:gd name="connsiteY4" fmla="*/ 285291 h 285358"/>
                <a:gd name="connsiteX5" fmla="*/ 87020 w 87049"/>
                <a:gd name="connsiteY5" fmla="*/ 285291 h 285358"/>
                <a:gd name="connsiteX6" fmla="*/ 68621 w 87049"/>
                <a:gd name="connsiteY6" fmla="*/ -30 h 285358"/>
                <a:gd name="connsiteX7" fmla="*/ 6213 w 87049"/>
                <a:gd name="connsiteY7" fmla="*/ 10032 h 285358"/>
                <a:gd name="connsiteX8" fmla="*/ 805 w 87049"/>
                <a:gd name="connsiteY8" fmla="*/ 12660 h 285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7049" h="285358">
                  <a:moveTo>
                    <a:pt x="805" y="12660"/>
                  </a:moveTo>
                  <a:cubicBezTo>
                    <a:pt x="17" y="14507"/>
                    <a:pt x="-223" y="16541"/>
                    <a:pt x="129" y="18516"/>
                  </a:cubicBezTo>
                  <a:cubicBezTo>
                    <a:pt x="7189" y="108618"/>
                    <a:pt x="33098" y="195040"/>
                    <a:pt x="58858" y="280486"/>
                  </a:cubicBezTo>
                  <a:cubicBezTo>
                    <a:pt x="59121" y="281815"/>
                    <a:pt x="59721" y="283054"/>
                    <a:pt x="60585" y="284090"/>
                  </a:cubicBezTo>
                  <a:cubicBezTo>
                    <a:pt x="61832" y="285036"/>
                    <a:pt x="63386" y="285464"/>
                    <a:pt x="64941" y="285291"/>
                  </a:cubicBezTo>
                  <a:lnTo>
                    <a:pt x="87020" y="285291"/>
                  </a:lnTo>
                  <a:cubicBezTo>
                    <a:pt x="85443" y="189934"/>
                    <a:pt x="79510" y="94502"/>
                    <a:pt x="68621" y="-30"/>
                  </a:cubicBezTo>
                  <a:lnTo>
                    <a:pt x="6213" y="10032"/>
                  </a:lnTo>
                  <a:cubicBezTo>
                    <a:pt x="4125" y="10114"/>
                    <a:pt x="2165" y="11068"/>
                    <a:pt x="805" y="12660"/>
                  </a:cubicBezTo>
                  <a:close/>
                </a:path>
              </a:pathLst>
            </a:custGeom>
            <a:solidFill>
              <a:srgbClr val="9986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5" name="Content Placeholder 4">
              <a:extLst>
                <a:ext uri="{FF2B5EF4-FFF2-40B4-BE49-F238E27FC236}">
                  <a16:creationId xmlns:a16="http://schemas.microsoft.com/office/drawing/2014/main" id="{A85368FA-8109-480D-ACD6-6AA32CAF4D4C}"/>
                </a:ext>
              </a:extLst>
            </p:cNvPr>
            <p:cNvSpPr/>
            <p:nvPr/>
          </p:nvSpPr>
          <p:spPr>
            <a:xfrm>
              <a:off x="6527183" y="2652266"/>
              <a:ext cx="84267" cy="124292"/>
            </a:xfrm>
            <a:custGeom>
              <a:avLst/>
              <a:gdLst>
                <a:gd name="connsiteX0" fmla="*/ 8512 w 84267"/>
                <a:gd name="connsiteY0" fmla="*/ 111103 h 124292"/>
                <a:gd name="connsiteX1" fmla="*/ 551 w 84267"/>
                <a:gd name="connsiteY1" fmla="*/ 87076 h 124292"/>
                <a:gd name="connsiteX2" fmla="*/ 8061 w 84267"/>
                <a:gd name="connsiteY2" fmla="*/ 33841 h 124292"/>
                <a:gd name="connsiteX3" fmla="*/ 60631 w 84267"/>
                <a:gd name="connsiteY3" fmla="*/ 729 h 124292"/>
                <a:gd name="connsiteX4" fmla="*/ 83161 w 84267"/>
                <a:gd name="connsiteY4" fmla="*/ 63049 h 124292"/>
                <a:gd name="connsiteX5" fmla="*/ 61983 w 84267"/>
                <a:gd name="connsiteY5" fmla="*/ 111479 h 124292"/>
                <a:gd name="connsiteX6" fmla="*/ 8512 w 84267"/>
                <a:gd name="connsiteY6" fmla="*/ 111103 h 124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4267" h="124292">
                  <a:moveTo>
                    <a:pt x="8512" y="111103"/>
                  </a:moveTo>
                  <a:cubicBezTo>
                    <a:pt x="3615" y="104023"/>
                    <a:pt x="852" y="95681"/>
                    <a:pt x="551" y="87076"/>
                  </a:cubicBezTo>
                  <a:cubicBezTo>
                    <a:pt x="-1296" y="68988"/>
                    <a:pt x="1280" y="50713"/>
                    <a:pt x="8061" y="33841"/>
                  </a:cubicBezTo>
                  <a:cubicBezTo>
                    <a:pt x="16623" y="14770"/>
                    <a:pt x="38101" y="-4076"/>
                    <a:pt x="60631" y="729"/>
                  </a:cubicBezTo>
                  <a:cubicBezTo>
                    <a:pt x="86992" y="6436"/>
                    <a:pt x="85264" y="40449"/>
                    <a:pt x="83161" y="63049"/>
                  </a:cubicBezTo>
                  <a:cubicBezTo>
                    <a:pt x="82410" y="81272"/>
                    <a:pt x="74855" y="98549"/>
                    <a:pt x="61983" y="111479"/>
                  </a:cubicBezTo>
                  <a:cubicBezTo>
                    <a:pt x="42382" y="129724"/>
                    <a:pt x="20077" y="127397"/>
                    <a:pt x="8512" y="111103"/>
                  </a:cubicBezTo>
                  <a:close/>
                </a:path>
              </a:pathLst>
            </a:custGeom>
            <a:solidFill>
              <a:srgbClr val="CEBF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6" name="Content Placeholder 4">
              <a:extLst>
                <a:ext uri="{FF2B5EF4-FFF2-40B4-BE49-F238E27FC236}">
                  <a16:creationId xmlns:a16="http://schemas.microsoft.com/office/drawing/2014/main" id="{6B431B99-4471-9668-1793-4019EEB65897}"/>
                </a:ext>
              </a:extLst>
            </p:cNvPr>
            <p:cNvSpPr/>
            <p:nvPr/>
          </p:nvSpPr>
          <p:spPr>
            <a:xfrm>
              <a:off x="6492276" y="2780543"/>
              <a:ext cx="241115" cy="432388"/>
            </a:xfrm>
            <a:custGeom>
              <a:avLst/>
              <a:gdLst>
                <a:gd name="connsiteX0" fmla="*/ 148484 w 241115"/>
                <a:gd name="connsiteY0" fmla="*/ 4001 h 432388"/>
                <a:gd name="connsiteX1" fmla="*/ 162452 w 241115"/>
                <a:gd name="connsiteY1" fmla="*/ 18117 h 432388"/>
                <a:gd name="connsiteX2" fmla="*/ 227339 w 241115"/>
                <a:gd name="connsiteY2" fmla="*/ 213337 h 432388"/>
                <a:gd name="connsiteX3" fmla="*/ 241082 w 241115"/>
                <a:gd name="connsiteY3" fmla="*/ 421471 h 432388"/>
                <a:gd name="connsiteX4" fmla="*/ 16984 w 241115"/>
                <a:gd name="connsiteY4" fmla="*/ 432358 h 432388"/>
                <a:gd name="connsiteX5" fmla="*/ 2565 w 241115"/>
                <a:gd name="connsiteY5" fmla="*/ 270777 h 432388"/>
                <a:gd name="connsiteX6" fmla="*/ 4818 w 241115"/>
                <a:gd name="connsiteY6" fmla="*/ 136525 h 432388"/>
                <a:gd name="connsiteX7" fmla="*/ 53482 w 241115"/>
                <a:gd name="connsiteY7" fmla="*/ 8882 h 432388"/>
                <a:gd name="connsiteX8" fmla="*/ 148484 w 241115"/>
                <a:gd name="connsiteY8" fmla="*/ 4001 h 432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1115" h="432388">
                  <a:moveTo>
                    <a:pt x="148484" y="4001"/>
                  </a:moveTo>
                  <a:cubicBezTo>
                    <a:pt x="154071" y="7688"/>
                    <a:pt x="158825" y="12493"/>
                    <a:pt x="162452" y="18117"/>
                  </a:cubicBezTo>
                  <a:cubicBezTo>
                    <a:pt x="203307" y="74055"/>
                    <a:pt x="218177" y="144484"/>
                    <a:pt x="227339" y="213337"/>
                  </a:cubicBezTo>
                  <a:cubicBezTo>
                    <a:pt x="236644" y="282324"/>
                    <a:pt x="241240" y="351860"/>
                    <a:pt x="241082" y="421471"/>
                  </a:cubicBezTo>
                  <a:cubicBezTo>
                    <a:pt x="166583" y="427928"/>
                    <a:pt x="91881" y="431555"/>
                    <a:pt x="16984" y="432358"/>
                  </a:cubicBezTo>
                  <a:lnTo>
                    <a:pt x="2565" y="270777"/>
                  </a:lnTo>
                  <a:cubicBezTo>
                    <a:pt x="-1528" y="226079"/>
                    <a:pt x="-777" y="181066"/>
                    <a:pt x="4818" y="136525"/>
                  </a:cubicBezTo>
                  <a:cubicBezTo>
                    <a:pt x="11036" y="90814"/>
                    <a:pt x="27685" y="47137"/>
                    <a:pt x="53482" y="8882"/>
                  </a:cubicBezTo>
                  <a:cubicBezTo>
                    <a:pt x="79617" y="28704"/>
                    <a:pt x="119946" y="-12593"/>
                    <a:pt x="148484" y="4001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7" name="Content Placeholder 4">
              <a:extLst>
                <a:ext uri="{FF2B5EF4-FFF2-40B4-BE49-F238E27FC236}">
                  <a16:creationId xmlns:a16="http://schemas.microsoft.com/office/drawing/2014/main" id="{04AE5C52-0705-ED0C-A116-65183F35B9E9}"/>
                </a:ext>
              </a:extLst>
            </p:cNvPr>
            <p:cNvSpPr/>
            <p:nvPr/>
          </p:nvSpPr>
          <p:spPr>
            <a:xfrm>
              <a:off x="6494044" y="3018161"/>
              <a:ext cx="231157" cy="38262"/>
            </a:xfrm>
            <a:custGeom>
              <a:avLst/>
              <a:gdLst>
                <a:gd name="connsiteX0" fmla="*/ 209800 w 231157"/>
                <a:gd name="connsiteY0" fmla="*/ 4325 h 38262"/>
                <a:gd name="connsiteX1" fmla="*/ 126214 w 231157"/>
                <a:gd name="connsiteY1" fmla="*/ 16038 h 38262"/>
                <a:gd name="connsiteX2" fmla="*/ -29 w 231157"/>
                <a:gd name="connsiteY2" fmla="*/ 22346 h 38262"/>
                <a:gd name="connsiteX3" fmla="*/ 797 w 231157"/>
                <a:gd name="connsiteY3" fmla="*/ 32932 h 38262"/>
                <a:gd name="connsiteX4" fmla="*/ 797 w 231157"/>
                <a:gd name="connsiteY4" fmla="*/ 34359 h 38262"/>
                <a:gd name="connsiteX5" fmla="*/ 61252 w 231157"/>
                <a:gd name="connsiteY5" fmla="*/ 37287 h 38262"/>
                <a:gd name="connsiteX6" fmla="*/ 137779 w 231157"/>
                <a:gd name="connsiteY6" fmla="*/ 37888 h 38262"/>
                <a:gd name="connsiteX7" fmla="*/ 231128 w 231157"/>
                <a:gd name="connsiteY7" fmla="*/ 24748 h 38262"/>
                <a:gd name="connsiteX8" fmla="*/ 228500 w 231157"/>
                <a:gd name="connsiteY8" fmla="*/ -30 h 38262"/>
                <a:gd name="connsiteX9" fmla="*/ 209800 w 231157"/>
                <a:gd name="connsiteY9" fmla="*/ 4325 h 38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1157" h="38262">
                  <a:moveTo>
                    <a:pt x="209800" y="4325"/>
                  </a:moveTo>
                  <a:cubicBezTo>
                    <a:pt x="182088" y="10407"/>
                    <a:pt x="154376" y="12584"/>
                    <a:pt x="126214" y="16038"/>
                  </a:cubicBezTo>
                  <a:cubicBezTo>
                    <a:pt x="85435" y="21069"/>
                    <a:pt x="41351" y="29328"/>
                    <a:pt x="-29" y="22346"/>
                  </a:cubicBezTo>
                  <a:cubicBezTo>
                    <a:pt x="-29" y="25875"/>
                    <a:pt x="497" y="29403"/>
                    <a:pt x="797" y="32932"/>
                  </a:cubicBezTo>
                  <a:lnTo>
                    <a:pt x="797" y="34359"/>
                  </a:lnTo>
                  <a:cubicBezTo>
                    <a:pt x="20173" y="38639"/>
                    <a:pt x="42853" y="36762"/>
                    <a:pt x="61252" y="37287"/>
                  </a:cubicBezTo>
                  <a:cubicBezTo>
                    <a:pt x="86711" y="38038"/>
                    <a:pt x="112245" y="38639"/>
                    <a:pt x="137779" y="37888"/>
                  </a:cubicBezTo>
                  <a:cubicBezTo>
                    <a:pt x="169238" y="36439"/>
                    <a:pt x="200495" y="32039"/>
                    <a:pt x="231128" y="24748"/>
                  </a:cubicBezTo>
                  <a:cubicBezTo>
                    <a:pt x="230302" y="16489"/>
                    <a:pt x="229476" y="8230"/>
                    <a:pt x="228500" y="-30"/>
                  </a:cubicBezTo>
                  <a:cubicBezTo>
                    <a:pt x="222417" y="1472"/>
                    <a:pt x="216108" y="2974"/>
                    <a:pt x="209800" y="4325"/>
                  </a:cubicBezTo>
                  <a:close/>
                </a:path>
              </a:pathLst>
            </a:custGeom>
            <a:solidFill>
              <a:srgbClr val="ABBC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8" name="Content Placeholder 4">
              <a:extLst>
                <a:ext uri="{FF2B5EF4-FFF2-40B4-BE49-F238E27FC236}">
                  <a16:creationId xmlns:a16="http://schemas.microsoft.com/office/drawing/2014/main" id="{A4255A46-EA6F-FACB-2418-E9543EBF16E9}"/>
                </a:ext>
              </a:extLst>
            </p:cNvPr>
            <p:cNvSpPr/>
            <p:nvPr/>
          </p:nvSpPr>
          <p:spPr>
            <a:xfrm>
              <a:off x="6496748" y="3065164"/>
              <a:ext cx="231458" cy="31950"/>
            </a:xfrm>
            <a:custGeom>
              <a:avLst/>
              <a:gdLst>
                <a:gd name="connsiteX0" fmla="*/ 121107 w 231458"/>
                <a:gd name="connsiteY0" fmla="*/ 13561 h 31950"/>
                <a:gd name="connsiteX1" fmla="*/ 30987 w 231458"/>
                <a:gd name="connsiteY1" fmla="*/ 11834 h 31950"/>
                <a:gd name="connsiteX2" fmla="*/ -29 w 231458"/>
                <a:gd name="connsiteY2" fmla="*/ 9731 h 31950"/>
                <a:gd name="connsiteX3" fmla="*/ 1398 w 231458"/>
                <a:gd name="connsiteY3" fmla="*/ 25349 h 31950"/>
                <a:gd name="connsiteX4" fmla="*/ 129443 w 231458"/>
                <a:gd name="connsiteY4" fmla="*/ 27151 h 31950"/>
                <a:gd name="connsiteX5" fmla="*/ 231429 w 231458"/>
                <a:gd name="connsiteY5" fmla="*/ 12134 h 31950"/>
                <a:gd name="connsiteX6" fmla="*/ 230452 w 231458"/>
                <a:gd name="connsiteY6" fmla="*/ -30 h 31950"/>
                <a:gd name="connsiteX7" fmla="*/ 121107 w 231458"/>
                <a:gd name="connsiteY7" fmla="*/ 13561 h 3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1458" h="31950">
                  <a:moveTo>
                    <a:pt x="121107" y="13561"/>
                  </a:moveTo>
                  <a:cubicBezTo>
                    <a:pt x="91067" y="13561"/>
                    <a:pt x="61027" y="13561"/>
                    <a:pt x="30987" y="11834"/>
                  </a:cubicBezTo>
                  <a:cubicBezTo>
                    <a:pt x="20548" y="11233"/>
                    <a:pt x="10109" y="11008"/>
                    <a:pt x="-29" y="9731"/>
                  </a:cubicBezTo>
                  <a:lnTo>
                    <a:pt x="1398" y="25349"/>
                  </a:lnTo>
                  <a:cubicBezTo>
                    <a:pt x="42627" y="35936"/>
                    <a:pt x="87838" y="31581"/>
                    <a:pt x="129443" y="27151"/>
                  </a:cubicBezTo>
                  <a:cubicBezTo>
                    <a:pt x="163839" y="23472"/>
                    <a:pt x="197709" y="18441"/>
                    <a:pt x="231429" y="12134"/>
                  </a:cubicBezTo>
                  <a:cubicBezTo>
                    <a:pt x="231429" y="8079"/>
                    <a:pt x="230753" y="4025"/>
                    <a:pt x="230452" y="-30"/>
                  </a:cubicBezTo>
                  <a:cubicBezTo>
                    <a:pt x="194562" y="8192"/>
                    <a:pt x="157921" y="12750"/>
                    <a:pt x="121107" y="13561"/>
                  </a:cubicBezTo>
                  <a:close/>
                </a:path>
              </a:pathLst>
            </a:custGeom>
            <a:solidFill>
              <a:srgbClr val="ABBC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9" name="Content Placeholder 4">
              <a:extLst>
                <a:ext uri="{FF2B5EF4-FFF2-40B4-BE49-F238E27FC236}">
                  <a16:creationId xmlns:a16="http://schemas.microsoft.com/office/drawing/2014/main" id="{9786C818-441D-6BF6-5158-AB6A99BA079F}"/>
                </a:ext>
              </a:extLst>
            </p:cNvPr>
            <p:cNvSpPr/>
            <p:nvPr/>
          </p:nvSpPr>
          <p:spPr>
            <a:xfrm>
              <a:off x="6500503" y="3099628"/>
              <a:ext cx="230857" cy="32375"/>
            </a:xfrm>
            <a:custGeom>
              <a:avLst/>
              <a:gdLst>
                <a:gd name="connsiteX0" fmla="*/ 120656 w 230857"/>
                <a:gd name="connsiteY0" fmla="*/ 15588 h 32375"/>
                <a:gd name="connsiteX1" fmla="*/ -29 w 230857"/>
                <a:gd name="connsiteY1" fmla="*/ 14387 h 32375"/>
                <a:gd name="connsiteX2" fmla="*/ 1172 w 230857"/>
                <a:gd name="connsiteY2" fmla="*/ 27451 h 32375"/>
                <a:gd name="connsiteX3" fmla="*/ 230828 w 230857"/>
                <a:gd name="connsiteY3" fmla="*/ 20694 h 32375"/>
                <a:gd name="connsiteX4" fmla="*/ 229551 w 230857"/>
                <a:gd name="connsiteY4" fmla="*/ -30 h 32375"/>
                <a:gd name="connsiteX5" fmla="*/ 120656 w 230857"/>
                <a:gd name="connsiteY5" fmla="*/ 15588 h 32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0857" h="32375">
                  <a:moveTo>
                    <a:pt x="120656" y="15588"/>
                  </a:moveTo>
                  <a:cubicBezTo>
                    <a:pt x="81379" y="19417"/>
                    <a:pt x="39248" y="23096"/>
                    <a:pt x="-29" y="14387"/>
                  </a:cubicBezTo>
                  <a:lnTo>
                    <a:pt x="1172" y="27451"/>
                  </a:lnTo>
                  <a:cubicBezTo>
                    <a:pt x="77669" y="35755"/>
                    <a:pt x="154947" y="33488"/>
                    <a:pt x="230828" y="20694"/>
                  </a:cubicBezTo>
                  <a:cubicBezTo>
                    <a:pt x="230452" y="13786"/>
                    <a:pt x="230002" y="6878"/>
                    <a:pt x="229551" y="-30"/>
                  </a:cubicBezTo>
                  <a:cubicBezTo>
                    <a:pt x="193578" y="6653"/>
                    <a:pt x="157380" y="11909"/>
                    <a:pt x="120656" y="15588"/>
                  </a:cubicBezTo>
                  <a:close/>
                </a:path>
              </a:pathLst>
            </a:custGeom>
            <a:solidFill>
              <a:srgbClr val="ABBC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0" name="Content Placeholder 4">
              <a:extLst>
                <a:ext uri="{FF2B5EF4-FFF2-40B4-BE49-F238E27FC236}">
                  <a16:creationId xmlns:a16="http://schemas.microsoft.com/office/drawing/2014/main" id="{18600DD4-AD79-42BC-6257-AE35EF89ADE2}"/>
                </a:ext>
              </a:extLst>
            </p:cNvPr>
            <p:cNvSpPr/>
            <p:nvPr/>
          </p:nvSpPr>
          <p:spPr>
            <a:xfrm>
              <a:off x="6503657" y="3142726"/>
              <a:ext cx="229129" cy="32456"/>
            </a:xfrm>
            <a:custGeom>
              <a:avLst/>
              <a:gdLst>
                <a:gd name="connsiteX0" fmla="*/ -29 w 229129"/>
                <a:gd name="connsiteY0" fmla="*/ 6953 h 32456"/>
                <a:gd name="connsiteX1" fmla="*/ 1998 w 229129"/>
                <a:gd name="connsiteY1" fmla="*/ 28878 h 32456"/>
                <a:gd name="connsiteX2" fmla="*/ 141910 w 229129"/>
                <a:gd name="connsiteY2" fmla="*/ 27827 h 32456"/>
                <a:gd name="connsiteX3" fmla="*/ 229100 w 229129"/>
                <a:gd name="connsiteY3" fmla="*/ 16339 h 32456"/>
                <a:gd name="connsiteX4" fmla="*/ 228575 w 229129"/>
                <a:gd name="connsiteY4" fmla="*/ -30 h 32456"/>
                <a:gd name="connsiteX5" fmla="*/ -29 w 229129"/>
                <a:gd name="connsiteY5" fmla="*/ 6953 h 32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9129" h="32456">
                  <a:moveTo>
                    <a:pt x="-29" y="6953"/>
                  </a:moveTo>
                  <a:lnTo>
                    <a:pt x="1998" y="28878"/>
                  </a:lnTo>
                  <a:cubicBezTo>
                    <a:pt x="47659" y="35635"/>
                    <a:pt x="96700" y="31281"/>
                    <a:pt x="141910" y="27827"/>
                  </a:cubicBezTo>
                  <a:cubicBezTo>
                    <a:pt x="171184" y="25837"/>
                    <a:pt x="200307" y="22000"/>
                    <a:pt x="229100" y="16339"/>
                  </a:cubicBezTo>
                  <a:cubicBezTo>
                    <a:pt x="229100" y="10858"/>
                    <a:pt x="229100" y="5452"/>
                    <a:pt x="228575" y="-30"/>
                  </a:cubicBezTo>
                  <a:cubicBezTo>
                    <a:pt x="153009" y="12277"/>
                    <a:pt x="76152" y="14627"/>
                    <a:pt x="-29" y="6953"/>
                  </a:cubicBezTo>
                  <a:close/>
                </a:path>
              </a:pathLst>
            </a:custGeom>
            <a:solidFill>
              <a:srgbClr val="ABBC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1" name="Content Placeholder 4">
              <a:extLst>
                <a:ext uri="{FF2B5EF4-FFF2-40B4-BE49-F238E27FC236}">
                  <a16:creationId xmlns:a16="http://schemas.microsoft.com/office/drawing/2014/main" id="{D506CBA3-7D47-631E-4275-1526BC5AD664}"/>
                </a:ext>
              </a:extLst>
            </p:cNvPr>
            <p:cNvSpPr/>
            <p:nvPr/>
          </p:nvSpPr>
          <p:spPr>
            <a:xfrm>
              <a:off x="6507712" y="3181996"/>
              <a:ext cx="225675" cy="30709"/>
            </a:xfrm>
            <a:custGeom>
              <a:avLst/>
              <a:gdLst>
                <a:gd name="connsiteX0" fmla="*/ 131996 w 225675"/>
                <a:gd name="connsiteY0" fmla="*/ 11383 h 30709"/>
                <a:gd name="connsiteX1" fmla="*/ -29 w 225675"/>
                <a:gd name="connsiteY1" fmla="*/ 12434 h 30709"/>
                <a:gd name="connsiteX2" fmla="*/ 1548 w 225675"/>
                <a:gd name="connsiteY2" fmla="*/ 30680 h 30709"/>
                <a:gd name="connsiteX3" fmla="*/ 225646 w 225675"/>
                <a:gd name="connsiteY3" fmla="*/ 19793 h 30709"/>
                <a:gd name="connsiteX4" fmla="*/ 225646 w 225675"/>
                <a:gd name="connsiteY4" fmla="*/ -30 h 30709"/>
                <a:gd name="connsiteX5" fmla="*/ 131996 w 225675"/>
                <a:gd name="connsiteY5" fmla="*/ 11383 h 30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5675" h="30709">
                  <a:moveTo>
                    <a:pt x="131996" y="11383"/>
                  </a:moveTo>
                  <a:cubicBezTo>
                    <a:pt x="88814" y="14011"/>
                    <a:pt x="43453" y="17840"/>
                    <a:pt x="-29" y="12434"/>
                  </a:cubicBezTo>
                  <a:lnTo>
                    <a:pt x="1548" y="30680"/>
                  </a:lnTo>
                  <a:cubicBezTo>
                    <a:pt x="76347" y="29929"/>
                    <a:pt x="151049" y="26302"/>
                    <a:pt x="225646" y="19793"/>
                  </a:cubicBezTo>
                  <a:cubicBezTo>
                    <a:pt x="225646" y="13185"/>
                    <a:pt x="225646" y="6578"/>
                    <a:pt x="225646" y="-30"/>
                  </a:cubicBezTo>
                  <a:cubicBezTo>
                    <a:pt x="194720" y="5857"/>
                    <a:pt x="163433" y="9671"/>
                    <a:pt x="131996" y="11383"/>
                  </a:cubicBezTo>
                  <a:close/>
                </a:path>
              </a:pathLst>
            </a:custGeom>
            <a:solidFill>
              <a:srgbClr val="ABBC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2" name="Content Placeholder 4">
              <a:extLst>
                <a:ext uri="{FF2B5EF4-FFF2-40B4-BE49-F238E27FC236}">
                  <a16:creationId xmlns:a16="http://schemas.microsoft.com/office/drawing/2014/main" id="{7C1731C1-8CEF-760C-E6B4-7EA5F52E7088}"/>
                </a:ext>
              </a:extLst>
            </p:cNvPr>
            <p:cNvSpPr/>
            <p:nvPr/>
          </p:nvSpPr>
          <p:spPr>
            <a:xfrm>
              <a:off x="6504783" y="2634104"/>
              <a:ext cx="117933" cy="130496"/>
            </a:xfrm>
            <a:custGeom>
              <a:avLst/>
              <a:gdLst>
                <a:gd name="connsiteX0" fmla="*/ 81905 w 117933"/>
                <a:gd name="connsiteY0" fmla="*/ 95628 h 130496"/>
                <a:gd name="connsiteX1" fmla="*/ 85209 w 117933"/>
                <a:gd name="connsiteY1" fmla="*/ 130467 h 130496"/>
                <a:gd name="connsiteX2" fmla="*/ 113447 w 117933"/>
                <a:gd name="connsiteY2" fmla="*/ 92925 h 130496"/>
                <a:gd name="connsiteX3" fmla="*/ 117052 w 117933"/>
                <a:gd name="connsiteY3" fmla="*/ 51553 h 130496"/>
                <a:gd name="connsiteX4" fmla="*/ 93921 w 117933"/>
                <a:gd name="connsiteY4" fmla="*/ 17014 h 130496"/>
                <a:gd name="connsiteX5" fmla="*/ 17995 w 117933"/>
                <a:gd name="connsiteY5" fmla="*/ -30 h 130496"/>
                <a:gd name="connsiteX6" fmla="*/ 20173 w 117933"/>
                <a:gd name="connsiteY6" fmla="*/ 13936 h 130496"/>
                <a:gd name="connsiteX7" fmla="*/ -29 w 117933"/>
                <a:gd name="connsiteY7" fmla="*/ 13936 h 130496"/>
                <a:gd name="connsiteX8" fmla="*/ 30011 w 117933"/>
                <a:gd name="connsiteY8" fmla="*/ 42468 h 130496"/>
                <a:gd name="connsiteX9" fmla="*/ 85510 w 117933"/>
                <a:gd name="connsiteY9" fmla="*/ 49977 h 130496"/>
                <a:gd name="connsiteX10" fmla="*/ 80403 w 117933"/>
                <a:gd name="connsiteY10" fmla="*/ 69724 h 130496"/>
                <a:gd name="connsiteX11" fmla="*/ 99553 w 117933"/>
                <a:gd name="connsiteY11" fmla="*/ 78907 h 130496"/>
                <a:gd name="connsiteX12" fmla="*/ 100229 w 117933"/>
                <a:gd name="connsiteY12" fmla="*/ 81587 h 130496"/>
                <a:gd name="connsiteX13" fmla="*/ 84616 w 117933"/>
                <a:gd name="connsiteY13" fmla="*/ 95988 h 130496"/>
                <a:gd name="connsiteX14" fmla="*/ 81905 w 117933"/>
                <a:gd name="connsiteY14" fmla="*/ 95628 h 130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7933" h="130496">
                  <a:moveTo>
                    <a:pt x="81905" y="95628"/>
                  </a:moveTo>
                  <a:cubicBezTo>
                    <a:pt x="85397" y="106891"/>
                    <a:pt x="86523" y="118754"/>
                    <a:pt x="85209" y="130467"/>
                  </a:cubicBezTo>
                  <a:cubicBezTo>
                    <a:pt x="101356" y="124986"/>
                    <a:pt x="109166" y="107942"/>
                    <a:pt x="113447" y="92925"/>
                  </a:cubicBezTo>
                  <a:cubicBezTo>
                    <a:pt x="117697" y="79575"/>
                    <a:pt x="118929" y="65444"/>
                    <a:pt x="117052" y="51553"/>
                  </a:cubicBezTo>
                  <a:cubicBezTo>
                    <a:pt x="114829" y="37190"/>
                    <a:pt x="106357" y="24546"/>
                    <a:pt x="93921" y="17014"/>
                  </a:cubicBezTo>
                  <a:cubicBezTo>
                    <a:pt x="71391" y="4325"/>
                    <a:pt x="40525" y="12359"/>
                    <a:pt x="17995" y="-30"/>
                  </a:cubicBezTo>
                  <a:cubicBezTo>
                    <a:pt x="16200" y="4685"/>
                    <a:pt x="17026" y="9994"/>
                    <a:pt x="20173" y="13936"/>
                  </a:cubicBezTo>
                  <a:lnTo>
                    <a:pt x="-29" y="13936"/>
                  </a:lnTo>
                  <a:cubicBezTo>
                    <a:pt x="421" y="28052"/>
                    <a:pt x="15817" y="37588"/>
                    <a:pt x="30011" y="42468"/>
                  </a:cubicBezTo>
                  <a:cubicBezTo>
                    <a:pt x="47899" y="48340"/>
                    <a:pt x="66704" y="50885"/>
                    <a:pt x="85510" y="49977"/>
                  </a:cubicBezTo>
                  <a:lnTo>
                    <a:pt x="80403" y="69724"/>
                  </a:lnTo>
                  <a:cubicBezTo>
                    <a:pt x="88228" y="66968"/>
                    <a:pt x="96805" y="71083"/>
                    <a:pt x="99553" y="78907"/>
                  </a:cubicBezTo>
                  <a:cubicBezTo>
                    <a:pt x="99861" y="79778"/>
                    <a:pt x="100086" y="80679"/>
                    <a:pt x="100229" y="81587"/>
                  </a:cubicBezTo>
                  <a:cubicBezTo>
                    <a:pt x="99891" y="89876"/>
                    <a:pt x="92907" y="96319"/>
                    <a:pt x="84616" y="95988"/>
                  </a:cubicBezTo>
                  <a:cubicBezTo>
                    <a:pt x="83700" y="95951"/>
                    <a:pt x="82798" y="95831"/>
                    <a:pt x="81905" y="95628"/>
                  </a:cubicBezTo>
                  <a:close/>
                </a:path>
              </a:pathLst>
            </a:custGeom>
            <a:solidFill>
              <a:srgbClr val="5347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3" name="Content Placeholder 4">
              <a:extLst>
                <a:ext uri="{FF2B5EF4-FFF2-40B4-BE49-F238E27FC236}">
                  <a16:creationId xmlns:a16="http://schemas.microsoft.com/office/drawing/2014/main" id="{43982E4A-0278-0A1F-3AA4-FFA01C948BC8}"/>
                </a:ext>
              </a:extLst>
            </p:cNvPr>
            <p:cNvSpPr/>
            <p:nvPr/>
          </p:nvSpPr>
          <p:spPr>
            <a:xfrm>
              <a:off x="6568468" y="2608876"/>
              <a:ext cx="60758" cy="51054"/>
            </a:xfrm>
            <a:custGeom>
              <a:avLst/>
              <a:gdLst>
                <a:gd name="connsiteX0" fmla="*/ 8682 w 60758"/>
                <a:gd name="connsiteY0" fmla="*/ 41867 h 51054"/>
                <a:gd name="connsiteX1" fmla="*/ 55920 w 60758"/>
                <a:gd name="connsiteY1" fmla="*/ 40665 h 51054"/>
                <a:gd name="connsiteX2" fmla="*/ 60426 w 60758"/>
                <a:gd name="connsiteY2" fmla="*/ 32631 h 51054"/>
                <a:gd name="connsiteX3" fmla="*/ 59149 w 60758"/>
                <a:gd name="connsiteY3" fmla="*/ 21594 h 51054"/>
                <a:gd name="connsiteX4" fmla="*/ 16087 w 60758"/>
                <a:gd name="connsiteY4" fmla="*/ 2132 h 51054"/>
                <a:gd name="connsiteX5" fmla="*/ 5979 w 60758"/>
                <a:gd name="connsiteY5" fmla="*/ 8154 h 51054"/>
                <a:gd name="connsiteX6" fmla="*/ -29 w 60758"/>
                <a:gd name="connsiteY6" fmla="*/ 9580 h 51054"/>
                <a:gd name="connsiteX7" fmla="*/ 4702 w 60758"/>
                <a:gd name="connsiteY7" fmla="*/ 28877 h 51054"/>
                <a:gd name="connsiteX8" fmla="*/ 5678 w 60758"/>
                <a:gd name="connsiteY8" fmla="*/ 37662 h 51054"/>
                <a:gd name="connsiteX9" fmla="*/ 8682 w 60758"/>
                <a:gd name="connsiteY9" fmla="*/ 41867 h 51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0758" h="51054">
                  <a:moveTo>
                    <a:pt x="8682" y="41867"/>
                  </a:moveTo>
                  <a:cubicBezTo>
                    <a:pt x="22073" y="54533"/>
                    <a:pt x="43191" y="53993"/>
                    <a:pt x="55920" y="40665"/>
                  </a:cubicBezTo>
                  <a:cubicBezTo>
                    <a:pt x="58030" y="38375"/>
                    <a:pt x="59577" y="35627"/>
                    <a:pt x="60426" y="32631"/>
                  </a:cubicBezTo>
                  <a:cubicBezTo>
                    <a:pt x="61094" y="28907"/>
                    <a:pt x="60651" y="25070"/>
                    <a:pt x="59149" y="21594"/>
                  </a:cubicBezTo>
                  <a:cubicBezTo>
                    <a:pt x="52631" y="4332"/>
                    <a:pt x="33353" y="-4385"/>
                    <a:pt x="16087" y="2132"/>
                  </a:cubicBezTo>
                  <a:cubicBezTo>
                    <a:pt x="12385" y="3521"/>
                    <a:pt x="8968" y="5563"/>
                    <a:pt x="5979" y="8154"/>
                  </a:cubicBezTo>
                  <a:cubicBezTo>
                    <a:pt x="3876" y="7350"/>
                    <a:pt x="1488" y="7913"/>
                    <a:pt x="-29" y="9580"/>
                  </a:cubicBezTo>
                  <a:cubicBezTo>
                    <a:pt x="2930" y="15595"/>
                    <a:pt x="4544" y="22179"/>
                    <a:pt x="4702" y="28877"/>
                  </a:cubicBezTo>
                  <a:cubicBezTo>
                    <a:pt x="4462" y="31843"/>
                    <a:pt x="4792" y="34824"/>
                    <a:pt x="5678" y="37662"/>
                  </a:cubicBezTo>
                  <a:cubicBezTo>
                    <a:pt x="6429" y="39224"/>
                    <a:pt x="7443" y="40650"/>
                    <a:pt x="8682" y="41867"/>
                  </a:cubicBezTo>
                  <a:close/>
                </a:path>
              </a:pathLst>
            </a:custGeom>
            <a:solidFill>
              <a:srgbClr val="E8DBD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4" name="Content Placeholder 4">
              <a:extLst>
                <a:ext uri="{FF2B5EF4-FFF2-40B4-BE49-F238E27FC236}">
                  <a16:creationId xmlns:a16="http://schemas.microsoft.com/office/drawing/2014/main" id="{CBA3F31C-F885-7AA3-18D0-57A14F3086B6}"/>
                </a:ext>
              </a:extLst>
            </p:cNvPr>
            <p:cNvSpPr/>
            <p:nvPr/>
          </p:nvSpPr>
          <p:spPr>
            <a:xfrm>
              <a:off x="6564598" y="2585374"/>
              <a:ext cx="66037" cy="42580"/>
            </a:xfrm>
            <a:custGeom>
              <a:avLst/>
              <a:gdLst>
                <a:gd name="connsiteX0" fmla="*/ 28398 w 66037"/>
                <a:gd name="connsiteY0" fmla="*/ 4250 h 42580"/>
                <a:gd name="connsiteX1" fmla="*/ 25995 w 66037"/>
                <a:gd name="connsiteY1" fmla="*/ 9731 h 42580"/>
                <a:gd name="connsiteX2" fmla="*/ 7220 w 66037"/>
                <a:gd name="connsiteY2" fmla="*/ 15137 h 42580"/>
                <a:gd name="connsiteX3" fmla="*/ 6168 w 66037"/>
                <a:gd name="connsiteY3" fmla="*/ 17390 h 42580"/>
                <a:gd name="connsiteX4" fmla="*/ 8046 w 66037"/>
                <a:gd name="connsiteY4" fmla="*/ 17991 h 42580"/>
                <a:gd name="connsiteX5" fmla="*/ 536 w 66037"/>
                <a:gd name="connsiteY5" fmla="*/ 19718 h 42580"/>
                <a:gd name="connsiteX6" fmla="*/ 3014 w 66037"/>
                <a:gd name="connsiteY6" fmla="*/ 36461 h 42580"/>
                <a:gd name="connsiteX7" fmla="*/ 6934 w 66037"/>
                <a:gd name="connsiteY7" fmla="*/ 38586 h 42580"/>
                <a:gd name="connsiteX8" fmla="*/ 7896 w 66037"/>
                <a:gd name="connsiteY8" fmla="*/ 38113 h 42580"/>
                <a:gd name="connsiteX9" fmla="*/ 17584 w 66037"/>
                <a:gd name="connsiteY9" fmla="*/ 33984 h 42580"/>
                <a:gd name="connsiteX10" fmla="*/ 26138 w 66037"/>
                <a:gd name="connsiteY10" fmla="*/ 42551 h 42580"/>
                <a:gd name="connsiteX11" fmla="*/ 34406 w 66037"/>
                <a:gd name="connsiteY11" fmla="*/ 36236 h 42580"/>
                <a:gd name="connsiteX12" fmla="*/ 46084 w 66037"/>
                <a:gd name="connsiteY12" fmla="*/ 35988 h 42580"/>
                <a:gd name="connsiteX13" fmla="*/ 47774 w 66037"/>
                <a:gd name="connsiteY13" fmla="*/ 33383 h 42580"/>
                <a:gd name="connsiteX14" fmla="*/ 51529 w 66037"/>
                <a:gd name="connsiteY14" fmla="*/ 42093 h 42580"/>
                <a:gd name="connsiteX15" fmla="*/ 61818 w 66037"/>
                <a:gd name="connsiteY15" fmla="*/ 35485 h 42580"/>
                <a:gd name="connsiteX16" fmla="*/ 59865 w 66037"/>
                <a:gd name="connsiteY16" fmla="*/ 30830 h 42580"/>
                <a:gd name="connsiteX17" fmla="*/ 58400 w 66037"/>
                <a:gd name="connsiteY17" fmla="*/ 33540 h 42580"/>
                <a:gd name="connsiteX18" fmla="*/ 59414 w 66037"/>
                <a:gd name="connsiteY18" fmla="*/ 34809 h 42580"/>
                <a:gd name="connsiteX19" fmla="*/ 65422 w 66037"/>
                <a:gd name="connsiteY19" fmla="*/ 32632 h 42580"/>
                <a:gd name="connsiteX20" fmla="*/ 65422 w 66037"/>
                <a:gd name="connsiteY20" fmla="*/ 25124 h 42580"/>
                <a:gd name="connsiteX21" fmla="*/ 56410 w 66037"/>
                <a:gd name="connsiteY21" fmla="*/ 15738 h 42580"/>
                <a:gd name="connsiteX22" fmla="*/ 60556 w 66037"/>
                <a:gd name="connsiteY22" fmla="*/ 9694 h 42580"/>
                <a:gd name="connsiteX23" fmla="*/ 60315 w 66037"/>
                <a:gd name="connsiteY23" fmla="*/ 8830 h 42580"/>
                <a:gd name="connsiteX24" fmla="*/ 53406 w 66037"/>
                <a:gd name="connsiteY24" fmla="*/ 3424 h 42580"/>
                <a:gd name="connsiteX25" fmla="*/ 44995 w 66037"/>
                <a:gd name="connsiteY25" fmla="*/ 3424 h 42580"/>
                <a:gd name="connsiteX26" fmla="*/ 44169 w 66037"/>
                <a:gd name="connsiteY26" fmla="*/ -30 h 42580"/>
                <a:gd name="connsiteX27" fmla="*/ 28398 w 66037"/>
                <a:gd name="connsiteY27" fmla="*/ 4250 h 42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66037" h="42580">
                  <a:moveTo>
                    <a:pt x="28398" y="4250"/>
                  </a:moveTo>
                  <a:cubicBezTo>
                    <a:pt x="26220" y="5376"/>
                    <a:pt x="24042" y="8380"/>
                    <a:pt x="25995" y="9731"/>
                  </a:cubicBezTo>
                  <a:cubicBezTo>
                    <a:pt x="19221" y="7982"/>
                    <a:pt x="12026" y="10054"/>
                    <a:pt x="7220" y="15137"/>
                  </a:cubicBezTo>
                  <a:cubicBezTo>
                    <a:pt x="6536" y="15678"/>
                    <a:pt x="6146" y="16519"/>
                    <a:pt x="6168" y="17390"/>
                  </a:cubicBezTo>
                  <a:cubicBezTo>
                    <a:pt x="6168" y="18216"/>
                    <a:pt x="7670" y="18741"/>
                    <a:pt x="8046" y="17991"/>
                  </a:cubicBezTo>
                  <a:cubicBezTo>
                    <a:pt x="5440" y="16819"/>
                    <a:pt x="2368" y="17525"/>
                    <a:pt x="536" y="19718"/>
                  </a:cubicBezTo>
                  <a:cubicBezTo>
                    <a:pt x="-733" y="25416"/>
                    <a:pt x="153" y="31378"/>
                    <a:pt x="3014" y="36461"/>
                  </a:cubicBezTo>
                  <a:cubicBezTo>
                    <a:pt x="3510" y="38128"/>
                    <a:pt x="5267" y="39082"/>
                    <a:pt x="6934" y="38586"/>
                  </a:cubicBezTo>
                  <a:cubicBezTo>
                    <a:pt x="7280" y="38489"/>
                    <a:pt x="7603" y="38323"/>
                    <a:pt x="7896" y="38113"/>
                  </a:cubicBezTo>
                  <a:lnTo>
                    <a:pt x="17584" y="33984"/>
                  </a:lnTo>
                  <a:cubicBezTo>
                    <a:pt x="17584" y="38714"/>
                    <a:pt x="21414" y="42543"/>
                    <a:pt x="26138" y="42551"/>
                  </a:cubicBezTo>
                  <a:cubicBezTo>
                    <a:pt x="30005" y="42551"/>
                    <a:pt x="33392" y="39968"/>
                    <a:pt x="34406" y="36236"/>
                  </a:cubicBezTo>
                  <a:cubicBezTo>
                    <a:pt x="37703" y="39390"/>
                    <a:pt x="42930" y="39277"/>
                    <a:pt x="46084" y="35988"/>
                  </a:cubicBezTo>
                  <a:cubicBezTo>
                    <a:pt x="46805" y="35230"/>
                    <a:pt x="47383" y="34351"/>
                    <a:pt x="47774" y="33383"/>
                  </a:cubicBezTo>
                  <a:cubicBezTo>
                    <a:pt x="44094" y="35635"/>
                    <a:pt x="47323" y="42018"/>
                    <a:pt x="51529" y="42093"/>
                  </a:cubicBezTo>
                  <a:cubicBezTo>
                    <a:pt x="55802" y="41612"/>
                    <a:pt x="59602" y="39164"/>
                    <a:pt x="61818" y="35485"/>
                  </a:cubicBezTo>
                  <a:cubicBezTo>
                    <a:pt x="61141" y="33908"/>
                    <a:pt x="60466" y="32407"/>
                    <a:pt x="59865" y="30830"/>
                  </a:cubicBezTo>
                  <a:cubicBezTo>
                    <a:pt x="58716" y="31175"/>
                    <a:pt x="58055" y="32392"/>
                    <a:pt x="58400" y="33540"/>
                  </a:cubicBezTo>
                  <a:cubicBezTo>
                    <a:pt x="58566" y="34081"/>
                    <a:pt x="58926" y="34532"/>
                    <a:pt x="59414" y="34809"/>
                  </a:cubicBezTo>
                  <a:cubicBezTo>
                    <a:pt x="61292" y="36461"/>
                    <a:pt x="64446" y="34809"/>
                    <a:pt x="65422" y="32632"/>
                  </a:cubicBezTo>
                  <a:cubicBezTo>
                    <a:pt x="66203" y="30192"/>
                    <a:pt x="66203" y="27564"/>
                    <a:pt x="65422" y="25124"/>
                  </a:cubicBezTo>
                  <a:cubicBezTo>
                    <a:pt x="64296" y="20393"/>
                    <a:pt x="61141" y="14386"/>
                    <a:pt x="56410" y="15738"/>
                  </a:cubicBezTo>
                  <a:cubicBezTo>
                    <a:pt x="59227" y="15212"/>
                    <a:pt x="61081" y="12509"/>
                    <a:pt x="60556" y="9694"/>
                  </a:cubicBezTo>
                  <a:cubicBezTo>
                    <a:pt x="60503" y="9401"/>
                    <a:pt x="60421" y="9108"/>
                    <a:pt x="60315" y="8830"/>
                  </a:cubicBezTo>
                  <a:cubicBezTo>
                    <a:pt x="59069" y="5977"/>
                    <a:pt x="56470" y="3950"/>
                    <a:pt x="53406" y="3424"/>
                  </a:cubicBezTo>
                  <a:cubicBezTo>
                    <a:pt x="50650" y="2673"/>
                    <a:pt x="47751" y="2673"/>
                    <a:pt x="44995" y="3424"/>
                  </a:cubicBezTo>
                  <a:cubicBezTo>
                    <a:pt x="45303" y="2208"/>
                    <a:pt x="44995" y="916"/>
                    <a:pt x="44169" y="-30"/>
                  </a:cubicBezTo>
                  <a:cubicBezTo>
                    <a:pt x="38649" y="135"/>
                    <a:pt x="33242" y="1599"/>
                    <a:pt x="28398" y="4250"/>
                  </a:cubicBezTo>
                  <a:close/>
                </a:path>
              </a:pathLst>
            </a:custGeom>
            <a:solidFill>
              <a:srgbClr val="EFAB5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5" name="Content Placeholder 4">
              <a:extLst>
                <a:ext uri="{FF2B5EF4-FFF2-40B4-BE49-F238E27FC236}">
                  <a16:creationId xmlns:a16="http://schemas.microsoft.com/office/drawing/2014/main" id="{7DBE55A0-A083-AC99-BEA8-410810941BC4}"/>
                </a:ext>
              </a:extLst>
            </p:cNvPr>
            <p:cNvSpPr/>
            <p:nvPr/>
          </p:nvSpPr>
          <p:spPr>
            <a:xfrm>
              <a:off x="6538278" y="2659808"/>
              <a:ext cx="117840" cy="145271"/>
            </a:xfrm>
            <a:custGeom>
              <a:avLst/>
              <a:gdLst>
                <a:gd name="connsiteX0" fmla="*/ 4702 w 117840"/>
                <a:gd name="connsiteY0" fmla="*/ 136374 h 145271"/>
                <a:gd name="connsiteX1" fmla="*/ 60652 w 117840"/>
                <a:gd name="connsiteY1" fmla="*/ 144858 h 145271"/>
                <a:gd name="connsiteX2" fmla="*/ 105111 w 117840"/>
                <a:gd name="connsiteY2" fmla="*/ 125111 h 145271"/>
                <a:gd name="connsiteX3" fmla="*/ 117577 w 117840"/>
                <a:gd name="connsiteY3" fmla="*/ 80060 h 145271"/>
                <a:gd name="connsiteX4" fmla="*/ 108190 w 117840"/>
                <a:gd name="connsiteY4" fmla="*/ 32081 h 145271"/>
                <a:gd name="connsiteX5" fmla="*/ 91668 w 117840"/>
                <a:gd name="connsiteY5" fmla="*/ 7979 h 145271"/>
                <a:gd name="connsiteX6" fmla="*/ 62679 w 117840"/>
                <a:gd name="connsiteY6" fmla="*/ 921 h 145271"/>
                <a:gd name="connsiteX7" fmla="*/ 43754 w 117840"/>
                <a:gd name="connsiteY7" fmla="*/ 25924 h 145271"/>
                <a:gd name="connsiteX8" fmla="*/ 45707 w 117840"/>
                <a:gd name="connsiteY8" fmla="*/ 57835 h 145271"/>
                <a:gd name="connsiteX9" fmla="*/ 38948 w 117840"/>
                <a:gd name="connsiteY9" fmla="*/ 88545 h 145271"/>
                <a:gd name="connsiteX10" fmla="*/ -29 w 117840"/>
                <a:gd name="connsiteY10" fmla="*/ 117452 h 145271"/>
                <a:gd name="connsiteX11" fmla="*/ 4702 w 117840"/>
                <a:gd name="connsiteY11" fmla="*/ 136374 h 14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7840" h="145271">
                  <a:moveTo>
                    <a:pt x="4702" y="136374"/>
                  </a:moveTo>
                  <a:cubicBezTo>
                    <a:pt x="21449" y="137650"/>
                    <a:pt x="44054" y="147261"/>
                    <a:pt x="60652" y="144858"/>
                  </a:cubicBezTo>
                  <a:cubicBezTo>
                    <a:pt x="77249" y="142455"/>
                    <a:pt x="95122" y="137350"/>
                    <a:pt x="105111" y="125111"/>
                  </a:cubicBezTo>
                  <a:cubicBezTo>
                    <a:pt x="114491" y="112054"/>
                    <a:pt x="118914" y="96083"/>
                    <a:pt x="117577" y="80060"/>
                  </a:cubicBezTo>
                  <a:cubicBezTo>
                    <a:pt x="117705" y="63602"/>
                    <a:pt x="114513" y="47278"/>
                    <a:pt x="108190" y="32081"/>
                  </a:cubicBezTo>
                  <a:cubicBezTo>
                    <a:pt x="104472" y="22959"/>
                    <a:pt x="98840" y="14737"/>
                    <a:pt x="91668" y="7979"/>
                  </a:cubicBezTo>
                  <a:cubicBezTo>
                    <a:pt x="83745" y="1011"/>
                    <a:pt x="72915" y="-1624"/>
                    <a:pt x="62679" y="921"/>
                  </a:cubicBezTo>
                  <a:cubicBezTo>
                    <a:pt x="52098" y="4938"/>
                    <a:pt x="44745" y="14654"/>
                    <a:pt x="43754" y="25924"/>
                  </a:cubicBezTo>
                  <a:cubicBezTo>
                    <a:pt x="43243" y="36601"/>
                    <a:pt x="43904" y="47301"/>
                    <a:pt x="45707" y="57835"/>
                  </a:cubicBezTo>
                  <a:cubicBezTo>
                    <a:pt x="47502" y="68557"/>
                    <a:pt x="45083" y="79565"/>
                    <a:pt x="38948" y="88545"/>
                  </a:cubicBezTo>
                  <a:cubicBezTo>
                    <a:pt x="29034" y="100784"/>
                    <a:pt x="13714" y="108818"/>
                    <a:pt x="-29" y="117452"/>
                  </a:cubicBezTo>
                  <a:cubicBezTo>
                    <a:pt x="2524" y="128940"/>
                    <a:pt x="-1832" y="126087"/>
                    <a:pt x="4702" y="136374"/>
                  </a:cubicBezTo>
                  <a:close/>
                </a:path>
              </a:pathLst>
            </a:custGeom>
            <a:solidFill>
              <a:srgbClr val="CAE0D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6" name="Content Placeholder 4">
              <a:extLst>
                <a:ext uri="{FF2B5EF4-FFF2-40B4-BE49-F238E27FC236}">
                  <a16:creationId xmlns:a16="http://schemas.microsoft.com/office/drawing/2014/main" id="{5C6D35B8-417C-FDBB-55C5-45928CC2E7F7}"/>
                </a:ext>
              </a:extLst>
            </p:cNvPr>
            <p:cNvSpPr/>
            <p:nvPr/>
          </p:nvSpPr>
          <p:spPr>
            <a:xfrm>
              <a:off x="6504032" y="2704604"/>
              <a:ext cx="71154" cy="41009"/>
            </a:xfrm>
            <a:custGeom>
              <a:avLst/>
              <a:gdLst>
                <a:gd name="connsiteX0" fmla="*/ 7180 w 71154"/>
                <a:gd name="connsiteY0" fmla="*/ 30459 h 41009"/>
                <a:gd name="connsiteX1" fmla="*/ 4852 w 71154"/>
                <a:gd name="connsiteY1" fmla="*/ 32336 h 41009"/>
                <a:gd name="connsiteX2" fmla="*/ -29 w 71154"/>
                <a:gd name="connsiteY2" fmla="*/ 40746 h 41009"/>
                <a:gd name="connsiteX3" fmla="*/ 14315 w 71154"/>
                <a:gd name="connsiteY3" fmla="*/ 35340 h 41009"/>
                <a:gd name="connsiteX4" fmla="*/ 63430 w 71154"/>
                <a:gd name="connsiteY4" fmla="*/ 13265 h 41009"/>
                <a:gd name="connsiteX5" fmla="*/ 70490 w 71154"/>
                <a:gd name="connsiteY5" fmla="*/ 7634 h 41009"/>
                <a:gd name="connsiteX6" fmla="*/ 68237 w 71154"/>
                <a:gd name="connsiteY6" fmla="*/ 125 h 41009"/>
                <a:gd name="connsiteX7" fmla="*/ 62754 w 71154"/>
                <a:gd name="connsiteY7" fmla="*/ 951 h 41009"/>
                <a:gd name="connsiteX8" fmla="*/ 21524 w 71154"/>
                <a:gd name="connsiteY8" fmla="*/ 20098 h 41009"/>
                <a:gd name="connsiteX9" fmla="*/ 7406 w 71154"/>
                <a:gd name="connsiteY9" fmla="*/ 22726 h 41009"/>
                <a:gd name="connsiteX10" fmla="*/ 7180 w 71154"/>
                <a:gd name="connsiteY10" fmla="*/ 30459 h 41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154" h="41009">
                  <a:moveTo>
                    <a:pt x="7180" y="30459"/>
                  </a:moveTo>
                  <a:cubicBezTo>
                    <a:pt x="6730" y="31360"/>
                    <a:pt x="5678" y="31811"/>
                    <a:pt x="4852" y="32336"/>
                  </a:cubicBezTo>
                  <a:cubicBezTo>
                    <a:pt x="1968" y="34191"/>
                    <a:pt x="151" y="37322"/>
                    <a:pt x="-29" y="40746"/>
                  </a:cubicBezTo>
                  <a:cubicBezTo>
                    <a:pt x="5153" y="41947"/>
                    <a:pt x="9959" y="38268"/>
                    <a:pt x="14315" y="35340"/>
                  </a:cubicBezTo>
                  <a:cubicBezTo>
                    <a:pt x="29335" y="25128"/>
                    <a:pt x="47284" y="21149"/>
                    <a:pt x="63430" y="13265"/>
                  </a:cubicBezTo>
                  <a:cubicBezTo>
                    <a:pt x="66307" y="12154"/>
                    <a:pt x="68770" y="10194"/>
                    <a:pt x="70490" y="7634"/>
                  </a:cubicBezTo>
                  <a:cubicBezTo>
                    <a:pt x="71894" y="4930"/>
                    <a:pt x="70895" y="1612"/>
                    <a:pt x="68237" y="125"/>
                  </a:cubicBezTo>
                  <a:cubicBezTo>
                    <a:pt x="66367" y="-243"/>
                    <a:pt x="64429" y="50"/>
                    <a:pt x="62754" y="951"/>
                  </a:cubicBezTo>
                  <a:cubicBezTo>
                    <a:pt x="48688" y="6657"/>
                    <a:pt x="34945" y="13040"/>
                    <a:pt x="21524" y="20098"/>
                  </a:cubicBezTo>
                  <a:cubicBezTo>
                    <a:pt x="17462" y="23079"/>
                    <a:pt x="12265" y="24047"/>
                    <a:pt x="7406" y="22726"/>
                  </a:cubicBezTo>
                  <a:cubicBezTo>
                    <a:pt x="4777" y="23627"/>
                    <a:pt x="8457" y="27906"/>
                    <a:pt x="7180" y="30459"/>
                  </a:cubicBezTo>
                  <a:close/>
                </a:path>
              </a:pathLst>
            </a:custGeom>
            <a:solidFill>
              <a:srgbClr val="E8DBD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7" name="Content Placeholder 4">
              <a:extLst>
                <a:ext uri="{FF2B5EF4-FFF2-40B4-BE49-F238E27FC236}">
                  <a16:creationId xmlns:a16="http://schemas.microsoft.com/office/drawing/2014/main" id="{B0A931C2-2426-6CA4-0A9A-7D149616946C}"/>
                </a:ext>
              </a:extLst>
            </p:cNvPr>
            <p:cNvSpPr/>
            <p:nvPr/>
          </p:nvSpPr>
          <p:spPr>
            <a:xfrm>
              <a:off x="6567002" y="2682383"/>
              <a:ext cx="27820" cy="34388"/>
            </a:xfrm>
            <a:custGeom>
              <a:avLst/>
              <a:gdLst>
                <a:gd name="connsiteX0" fmla="*/ 7595 w 27820"/>
                <a:gd name="connsiteY0" fmla="*/ 34359 h 34388"/>
                <a:gd name="connsiteX1" fmla="*/ 11500 w 27820"/>
                <a:gd name="connsiteY1" fmla="*/ 32332 h 34388"/>
                <a:gd name="connsiteX2" fmla="*/ 26520 w 27820"/>
                <a:gd name="connsiteY2" fmla="*/ 11834 h 34388"/>
                <a:gd name="connsiteX3" fmla="*/ 27722 w 27820"/>
                <a:gd name="connsiteY3" fmla="*/ 4851 h 34388"/>
                <a:gd name="connsiteX4" fmla="*/ 23140 w 27820"/>
                <a:gd name="connsiteY4" fmla="*/ -30 h 34388"/>
                <a:gd name="connsiteX5" fmla="*/ 17883 w 27820"/>
                <a:gd name="connsiteY5" fmla="*/ 2148 h 34388"/>
                <a:gd name="connsiteX6" fmla="*/ 2863 w 27820"/>
                <a:gd name="connsiteY6" fmla="*/ 12885 h 34388"/>
                <a:gd name="connsiteX7" fmla="*/ 535 w 27820"/>
                <a:gd name="connsiteY7" fmla="*/ 14987 h 34388"/>
                <a:gd name="connsiteX8" fmla="*/ 1211 w 27820"/>
                <a:gd name="connsiteY8" fmla="*/ 21970 h 34388"/>
                <a:gd name="connsiteX9" fmla="*/ 7595 w 27820"/>
                <a:gd name="connsiteY9" fmla="*/ 34359 h 34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820" h="34388">
                  <a:moveTo>
                    <a:pt x="7595" y="34359"/>
                  </a:moveTo>
                  <a:cubicBezTo>
                    <a:pt x="9044" y="34021"/>
                    <a:pt x="10388" y="33323"/>
                    <a:pt x="11500" y="32332"/>
                  </a:cubicBezTo>
                  <a:cubicBezTo>
                    <a:pt x="18161" y="26881"/>
                    <a:pt x="23328" y="19823"/>
                    <a:pt x="26520" y="11834"/>
                  </a:cubicBezTo>
                  <a:cubicBezTo>
                    <a:pt x="27549" y="9664"/>
                    <a:pt x="27969" y="7246"/>
                    <a:pt x="27722" y="4851"/>
                  </a:cubicBezTo>
                  <a:cubicBezTo>
                    <a:pt x="27459" y="2381"/>
                    <a:pt x="25589" y="391"/>
                    <a:pt x="23140" y="-30"/>
                  </a:cubicBezTo>
                  <a:cubicBezTo>
                    <a:pt x="21188" y="60"/>
                    <a:pt x="19333" y="834"/>
                    <a:pt x="17883" y="2148"/>
                  </a:cubicBezTo>
                  <a:lnTo>
                    <a:pt x="2863" y="12885"/>
                  </a:lnTo>
                  <a:cubicBezTo>
                    <a:pt x="1970" y="13440"/>
                    <a:pt x="1181" y="14154"/>
                    <a:pt x="535" y="14987"/>
                  </a:cubicBezTo>
                  <a:cubicBezTo>
                    <a:pt x="-411" y="17285"/>
                    <a:pt x="-156" y="19898"/>
                    <a:pt x="1211" y="21970"/>
                  </a:cubicBezTo>
                  <a:cubicBezTo>
                    <a:pt x="3104" y="26220"/>
                    <a:pt x="5229" y="30357"/>
                    <a:pt x="7595" y="34359"/>
                  </a:cubicBezTo>
                  <a:close/>
                </a:path>
              </a:pathLst>
            </a:custGeom>
            <a:solidFill>
              <a:srgbClr val="DFEFE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8" name="Content Placeholder 4">
              <a:extLst>
                <a:ext uri="{FF2B5EF4-FFF2-40B4-BE49-F238E27FC236}">
                  <a16:creationId xmlns:a16="http://schemas.microsoft.com/office/drawing/2014/main" id="{050D98A0-B57D-B054-029F-920D654559B3}"/>
                </a:ext>
              </a:extLst>
            </p:cNvPr>
            <p:cNvSpPr/>
            <p:nvPr/>
          </p:nvSpPr>
          <p:spPr>
            <a:xfrm>
              <a:off x="6527755" y="2777578"/>
              <a:ext cx="17780" cy="38606"/>
            </a:xfrm>
            <a:custGeom>
              <a:avLst/>
              <a:gdLst>
                <a:gd name="connsiteX0" fmla="*/ 17027 w 17780"/>
                <a:gd name="connsiteY0" fmla="*/ 7492 h 38606"/>
                <a:gd name="connsiteX1" fmla="*/ 13047 w 17780"/>
                <a:gd name="connsiteY1" fmla="*/ -17 h 38606"/>
                <a:gd name="connsiteX2" fmla="*/ 7489 w 17780"/>
                <a:gd name="connsiteY2" fmla="*/ 2686 h 38606"/>
                <a:gd name="connsiteX3" fmla="*/ -21 w 17780"/>
                <a:gd name="connsiteY3" fmla="*/ 28215 h 38606"/>
                <a:gd name="connsiteX4" fmla="*/ 881 w 17780"/>
                <a:gd name="connsiteY4" fmla="*/ 38577 h 38606"/>
                <a:gd name="connsiteX5" fmla="*/ 6213 w 17780"/>
                <a:gd name="connsiteY5" fmla="*/ 32570 h 38606"/>
                <a:gd name="connsiteX6" fmla="*/ 12747 w 17780"/>
                <a:gd name="connsiteY6" fmla="*/ 21533 h 38606"/>
                <a:gd name="connsiteX7" fmla="*/ 17027 w 17780"/>
                <a:gd name="connsiteY7" fmla="*/ 17853 h 38606"/>
                <a:gd name="connsiteX8" fmla="*/ 17703 w 17780"/>
                <a:gd name="connsiteY8" fmla="*/ 12447 h 38606"/>
                <a:gd name="connsiteX9" fmla="*/ 17027 w 17780"/>
                <a:gd name="connsiteY9" fmla="*/ 7492 h 38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780" h="38606">
                  <a:moveTo>
                    <a:pt x="17027" y="7492"/>
                  </a:moveTo>
                  <a:cubicBezTo>
                    <a:pt x="17027" y="4488"/>
                    <a:pt x="16051" y="734"/>
                    <a:pt x="13047" y="-17"/>
                  </a:cubicBezTo>
                  <a:cubicBezTo>
                    <a:pt x="10846" y="-159"/>
                    <a:pt x="8736" y="869"/>
                    <a:pt x="7489" y="2686"/>
                  </a:cubicBezTo>
                  <a:cubicBezTo>
                    <a:pt x="2428" y="10225"/>
                    <a:pt x="-201" y="19137"/>
                    <a:pt x="-21" y="28215"/>
                  </a:cubicBezTo>
                  <a:cubicBezTo>
                    <a:pt x="-21" y="30242"/>
                    <a:pt x="1031" y="36550"/>
                    <a:pt x="881" y="38577"/>
                  </a:cubicBezTo>
                  <a:cubicBezTo>
                    <a:pt x="2908" y="38577"/>
                    <a:pt x="4936" y="34222"/>
                    <a:pt x="6213" y="32570"/>
                  </a:cubicBezTo>
                  <a:cubicBezTo>
                    <a:pt x="8841" y="29266"/>
                    <a:pt x="8992" y="23410"/>
                    <a:pt x="12747" y="21533"/>
                  </a:cubicBezTo>
                  <a:cubicBezTo>
                    <a:pt x="14248" y="20782"/>
                    <a:pt x="15826" y="20707"/>
                    <a:pt x="17027" y="17853"/>
                  </a:cubicBezTo>
                  <a:cubicBezTo>
                    <a:pt x="17628" y="16119"/>
                    <a:pt x="17861" y="14279"/>
                    <a:pt x="17703" y="12447"/>
                  </a:cubicBezTo>
                  <a:cubicBezTo>
                    <a:pt x="17252" y="10871"/>
                    <a:pt x="17177" y="9219"/>
                    <a:pt x="17027" y="7492"/>
                  </a:cubicBezTo>
                  <a:close/>
                </a:path>
              </a:pathLst>
            </a:custGeom>
            <a:solidFill>
              <a:srgbClr val="E8DBD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9" name="Content Placeholder 4">
              <a:extLst>
                <a:ext uri="{FF2B5EF4-FFF2-40B4-BE49-F238E27FC236}">
                  <a16:creationId xmlns:a16="http://schemas.microsoft.com/office/drawing/2014/main" id="{A4B4C562-A9F4-9094-DA51-29479D8C17D6}"/>
                </a:ext>
              </a:extLst>
            </p:cNvPr>
            <p:cNvSpPr/>
            <p:nvPr/>
          </p:nvSpPr>
          <p:spPr>
            <a:xfrm>
              <a:off x="6538052" y="2659898"/>
              <a:ext cx="118874" cy="146091"/>
            </a:xfrm>
            <a:custGeom>
              <a:avLst/>
              <a:gdLst>
                <a:gd name="connsiteX0" fmla="*/ 84984 w 118874"/>
                <a:gd name="connsiteY0" fmla="*/ 54742 h 146091"/>
                <a:gd name="connsiteX1" fmla="*/ 88664 w 118874"/>
                <a:gd name="connsiteY1" fmla="*/ 56244 h 146091"/>
                <a:gd name="connsiteX2" fmla="*/ 101806 w 118874"/>
                <a:gd name="connsiteY2" fmla="*/ 52114 h 146091"/>
                <a:gd name="connsiteX3" fmla="*/ 102783 w 118874"/>
                <a:gd name="connsiteY3" fmla="*/ 47759 h 146091"/>
                <a:gd name="connsiteX4" fmla="*/ 74395 w 118874"/>
                <a:gd name="connsiteY4" fmla="*/ 531 h 146091"/>
                <a:gd name="connsiteX5" fmla="*/ 89039 w 118874"/>
                <a:gd name="connsiteY5" fmla="*/ 3610 h 146091"/>
                <a:gd name="connsiteX6" fmla="*/ 99629 w 118874"/>
                <a:gd name="connsiteY6" fmla="*/ 13371 h 146091"/>
                <a:gd name="connsiteX7" fmla="*/ 117652 w 118874"/>
                <a:gd name="connsiteY7" fmla="*/ 96640 h 146091"/>
                <a:gd name="connsiteX8" fmla="*/ 85885 w 118874"/>
                <a:gd name="connsiteY8" fmla="*/ 139663 h 146091"/>
                <a:gd name="connsiteX9" fmla="*/ 40299 w 118874"/>
                <a:gd name="connsiteY9" fmla="*/ 144093 h 146091"/>
                <a:gd name="connsiteX10" fmla="*/ 23477 w 118874"/>
                <a:gd name="connsiteY10" fmla="*/ 139588 h 146091"/>
                <a:gd name="connsiteX11" fmla="*/ 6655 w 118874"/>
                <a:gd name="connsiteY11" fmla="*/ 136585 h 146091"/>
                <a:gd name="connsiteX12" fmla="*/ 6655 w 118874"/>
                <a:gd name="connsiteY12" fmla="*/ 125547 h 146091"/>
                <a:gd name="connsiteX13" fmla="*/ -29 w 118874"/>
                <a:gd name="connsiteY13" fmla="*/ 117288 h 146091"/>
                <a:gd name="connsiteX14" fmla="*/ 30011 w 118874"/>
                <a:gd name="connsiteY14" fmla="*/ 94762 h 146091"/>
                <a:gd name="connsiteX15" fmla="*/ 46533 w 118874"/>
                <a:gd name="connsiteY15" fmla="*/ 63227 h 146091"/>
                <a:gd name="connsiteX16" fmla="*/ 62304 w 118874"/>
                <a:gd name="connsiteY16" fmla="*/ 64503 h 146091"/>
                <a:gd name="connsiteX17" fmla="*/ 68777 w 118874"/>
                <a:gd name="connsiteY17" fmla="*/ 60434 h 146091"/>
                <a:gd name="connsiteX18" fmla="*/ 68912 w 118874"/>
                <a:gd name="connsiteY18" fmla="*/ 59323 h 146091"/>
                <a:gd name="connsiteX19" fmla="*/ 71166 w 118874"/>
                <a:gd name="connsiteY19" fmla="*/ 42729 h 146091"/>
                <a:gd name="connsiteX20" fmla="*/ 68838 w 118874"/>
                <a:gd name="connsiteY20" fmla="*/ 25534 h 146091"/>
                <a:gd name="connsiteX21" fmla="*/ 51114 w 118874"/>
                <a:gd name="connsiteY21" fmla="*/ 10518 h 146091"/>
                <a:gd name="connsiteX22" fmla="*/ 63806 w 118874"/>
                <a:gd name="connsiteY22" fmla="*/ 3009 h 146091"/>
                <a:gd name="connsiteX23" fmla="*/ 76047 w 118874"/>
                <a:gd name="connsiteY23" fmla="*/ 13070 h 146091"/>
                <a:gd name="connsiteX24" fmla="*/ 80328 w 118874"/>
                <a:gd name="connsiteY24" fmla="*/ 28913 h 146091"/>
                <a:gd name="connsiteX25" fmla="*/ 84308 w 118874"/>
                <a:gd name="connsiteY25" fmla="*/ 53316 h 146091"/>
                <a:gd name="connsiteX26" fmla="*/ 84984 w 118874"/>
                <a:gd name="connsiteY26" fmla="*/ 54742 h 1460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8874" h="146091">
                  <a:moveTo>
                    <a:pt x="84984" y="54742"/>
                  </a:moveTo>
                  <a:cubicBezTo>
                    <a:pt x="85900" y="55809"/>
                    <a:pt x="87267" y="56364"/>
                    <a:pt x="88664" y="56244"/>
                  </a:cubicBezTo>
                  <a:cubicBezTo>
                    <a:pt x="93545" y="56695"/>
                    <a:pt x="99629" y="56244"/>
                    <a:pt x="101806" y="52114"/>
                  </a:cubicBezTo>
                  <a:cubicBezTo>
                    <a:pt x="102430" y="50748"/>
                    <a:pt x="102760" y="49261"/>
                    <a:pt x="102783" y="47759"/>
                  </a:cubicBezTo>
                  <a:cubicBezTo>
                    <a:pt x="102888" y="27952"/>
                    <a:pt x="91938" y="9737"/>
                    <a:pt x="74395" y="531"/>
                  </a:cubicBezTo>
                  <a:cubicBezTo>
                    <a:pt x="79487" y="-828"/>
                    <a:pt x="84924" y="314"/>
                    <a:pt x="89039" y="3610"/>
                  </a:cubicBezTo>
                  <a:cubicBezTo>
                    <a:pt x="93215" y="6088"/>
                    <a:pt x="96820" y="9414"/>
                    <a:pt x="99629" y="13371"/>
                  </a:cubicBezTo>
                  <a:cubicBezTo>
                    <a:pt x="115324" y="38111"/>
                    <a:pt x="121715" y="67627"/>
                    <a:pt x="117652" y="96640"/>
                  </a:cubicBezTo>
                  <a:cubicBezTo>
                    <a:pt x="117404" y="116312"/>
                    <a:pt x="104615" y="133634"/>
                    <a:pt x="85885" y="139663"/>
                  </a:cubicBezTo>
                  <a:cubicBezTo>
                    <a:pt x="71624" y="146241"/>
                    <a:pt x="55560" y="147802"/>
                    <a:pt x="40299" y="144093"/>
                  </a:cubicBezTo>
                  <a:cubicBezTo>
                    <a:pt x="34592" y="142216"/>
                    <a:pt x="29185" y="141465"/>
                    <a:pt x="23477" y="139588"/>
                  </a:cubicBezTo>
                  <a:cubicBezTo>
                    <a:pt x="17935" y="138266"/>
                    <a:pt x="12317" y="137260"/>
                    <a:pt x="6655" y="136585"/>
                  </a:cubicBezTo>
                  <a:cubicBezTo>
                    <a:pt x="7255" y="132928"/>
                    <a:pt x="7255" y="129204"/>
                    <a:pt x="6655" y="125547"/>
                  </a:cubicBezTo>
                  <a:cubicBezTo>
                    <a:pt x="5926" y="121861"/>
                    <a:pt x="3426" y="118774"/>
                    <a:pt x="-29" y="117288"/>
                  </a:cubicBezTo>
                  <a:cubicBezTo>
                    <a:pt x="8232" y="107827"/>
                    <a:pt x="20023" y="102271"/>
                    <a:pt x="30011" y="94762"/>
                  </a:cubicBezTo>
                  <a:cubicBezTo>
                    <a:pt x="40667" y="87870"/>
                    <a:pt x="46938" y="75909"/>
                    <a:pt x="46533" y="63227"/>
                  </a:cubicBezTo>
                  <a:cubicBezTo>
                    <a:pt x="51264" y="63227"/>
                    <a:pt x="57573" y="64203"/>
                    <a:pt x="62304" y="64503"/>
                  </a:cubicBezTo>
                  <a:cubicBezTo>
                    <a:pt x="65218" y="65164"/>
                    <a:pt x="68116" y="63347"/>
                    <a:pt x="68777" y="60434"/>
                  </a:cubicBezTo>
                  <a:cubicBezTo>
                    <a:pt x="68860" y="60073"/>
                    <a:pt x="68905" y="59698"/>
                    <a:pt x="68912" y="59323"/>
                  </a:cubicBezTo>
                  <a:cubicBezTo>
                    <a:pt x="70227" y="53879"/>
                    <a:pt x="70978" y="48323"/>
                    <a:pt x="71166" y="42729"/>
                  </a:cubicBezTo>
                  <a:cubicBezTo>
                    <a:pt x="71654" y="36895"/>
                    <a:pt x="70858" y="31031"/>
                    <a:pt x="68838" y="25534"/>
                  </a:cubicBezTo>
                  <a:cubicBezTo>
                    <a:pt x="65631" y="18011"/>
                    <a:pt x="59059" y="12447"/>
                    <a:pt x="51114" y="10518"/>
                  </a:cubicBezTo>
                  <a:cubicBezTo>
                    <a:pt x="52804" y="5142"/>
                    <a:pt x="58278" y="1905"/>
                    <a:pt x="63806" y="3009"/>
                  </a:cubicBezTo>
                  <a:cubicBezTo>
                    <a:pt x="69228" y="4271"/>
                    <a:pt x="73757" y="7995"/>
                    <a:pt x="76047" y="13070"/>
                  </a:cubicBezTo>
                  <a:cubicBezTo>
                    <a:pt x="78293" y="18094"/>
                    <a:pt x="79742" y="23440"/>
                    <a:pt x="80328" y="28913"/>
                  </a:cubicBezTo>
                  <a:lnTo>
                    <a:pt x="84308" y="53316"/>
                  </a:lnTo>
                  <a:cubicBezTo>
                    <a:pt x="84451" y="53826"/>
                    <a:pt x="84676" y="54307"/>
                    <a:pt x="84984" y="54742"/>
                  </a:cubicBezTo>
                  <a:close/>
                </a:path>
              </a:pathLst>
            </a:custGeom>
            <a:solidFill>
              <a:srgbClr val="68889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0" name="Content Placeholder 4">
              <a:extLst>
                <a:ext uri="{FF2B5EF4-FFF2-40B4-BE49-F238E27FC236}">
                  <a16:creationId xmlns:a16="http://schemas.microsoft.com/office/drawing/2014/main" id="{D56E69AE-A6E5-85B8-76BD-A9500B9A5E20}"/>
                </a:ext>
              </a:extLst>
            </p:cNvPr>
            <p:cNvSpPr/>
            <p:nvPr/>
          </p:nvSpPr>
          <p:spPr>
            <a:xfrm>
              <a:off x="6588069" y="2730362"/>
              <a:ext cx="4383" cy="2603"/>
            </a:xfrm>
            <a:custGeom>
              <a:avLst/>
              <a:gdLst>
                <a:gd name="connsiteX0" fmla="*/ 3500 w 4383"/>
                <a:gd name="connsiteY0" fmla="*/ -30 h 2603"/>
                <a:gd name="connsiteX1" fmla="*/ 1022 w 4383"/>
                <a:gd name="connsiteY1" fmla="*/ -30 h 2603"/>
                <a:gd name="connsiteX2" fmla="*/ -29 w 4383"/>
                <a:gd name="connsiteY2" fmla="*/ 1021 h 2603"/>
                <a:gd name="connsiteX3" fmla="*/ 1022 w 4383"/>
                <a:gd name="connsiteY3" fmla="*/ 2073 h 2603"/>
                <a:gd name="connsiteX4" fmla="*/ 3125 w 4383"/>
                <a:gd name="connsiteY4" fmla="*/ 2523 h 2603"/>
                <a:gd name="connsiteX5" fmla="*/ 3500 w 4383"/>
                <a:gd name="connsiteY5" fmla="*/ -30 h 2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83" h="2603">
                  <a:moveTo>
                    <a:pt x="3500" y="-30"/>
                  </a:moveTo>
                  <a:lnTo>
                    <a:pt x="1022" y="-30"/>
                  </a:lnTo>
                  <a:cubicBezTo>
                    <a:pt x="444" y="-30"/>
                    <a:pt x="-29" y="443"/>
                    <a:pt x="-29" y="1021"/>
                  </a:cubicBezTo>
                  <a:cubicBezTo>
                    <a:pt x="-29" y="1599"/>
                    <a:pt x="444" y="2073"/>
                    <a:pt x="1022" y="2073"/>
                  </a:cubicBezTo>
                  <a:lnTo>
                    <a:pt x="3125" y="2523"/>
                  </a:lnTo>
                  <a:cubicBezTo>
                    <a:pt x="4402" y="2974"/>
                    <a:pt x="4927" y="271"/>
                    <a:pt x="3500" y="-30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1" name="Content Placeholder 4">
              <a:extLst>
                <a:ext uri="{FF2B5EF4-FFF2-40B4-BE49-F238E27FC236}">
                  <a16:creationId xmlns:a16="http://schemas.microsoft.com/office/drawing/2014/main" id="{A734B4A8-4F31-D250-31A1-A513739042C9}"/>
                </a:ext>
              </a:extLst>
            </p:cNvPr>
            <p:cNvSpPr/>
            <p:nvPr/>
          </p:nvSpPr>
          <p:spPr>
            <a:xfrm>
              <a:off x="6598883" y="2729910"/>
              <a:ext cx="4712" cy="2289"/>
            </a:xfrm>
            <a:custGeom>
              <a:avLst/>
              <a:gdLst>
                <a:gd name="connsiteX0" fmla="*/ 3500 w 4712"/>
                <a:gd name="connsiteY0" fmla="*/ -28 h 2289"/>
                <a:gd name="connsiteX1" fmla="*/ 1097 w 4712"/>
                <a:gd name="connsiteY1" fmla="*/ -28 h 2289"/>
                <a:gd name="connsiteX2" fmla="*/ -29 w 4712"/>
                <a:gd name="connsiteY2" fmla="*/ 1098 h 2289"/>
                <a:gd name="connsiteX3" fmla="*/ 1097 w 4712"/>
                <a:gd name="connsiteY3" fmla="*/ 2224 h 2289"/>
                <a:gd name="connsiteX4" fmla="*/ 3500 w 4712"/>
                <a:gd name="connsiteY4" fmla="*/ 2224 h 2289"/>
                <a:gd name="connsiteX5" fmla="*/ 3500 w 4712"/>
                <a:gd name="connsiteY5" fmla="*/ -28 h 2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12" h="2289">
                  <a:moveTo>
                    <a:pt x="3500" y="-28"/>
                  </a:moveTo>
                  <a:lnTo>
                    <a:pt x="1097" y="-28"/>
                  </a:lnTo>
                  <a:cubicBezTo>
                    <a:pt x="474" y="-28"/>
                    <a:pt x="-29" y="475"/>
                    <a:pt x="-29" y="1098"/>
                  </a:cubicBezTo>
                  <a:cubicBezTo>
                    <a:pt x="-29" y="1721"/>
                    <a:pt x="474" y="2224"/>
                    <a:pt x="1097" y="2224"/>
                  </a:cubicBezTo>
                  <a:lnTo>
                    <a:pt x="3500" y="2224"/>
                  </a:lnTo>
                  <a:cubicBezTo>
                    <a:pt x="5078" y="2600"/>
                    <a:pt x="5078" y="-103"/>
                    <a:pt x="3500" y="-28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2" name="Content Placeholder 4">
              <a:extLst>
                <a:ext uri="{FF2B5EF4-FFF2-40B4-BE49-F238E27FC236}">
                  <a16:creationId xmlns:a16="http://schemas.microsoft.com/office/drawing/2014/main" id="{FF9F8B46-431A-FF8A-1917-1D0E088891E2}"/>
                </a:ext>
              </a:extLst>
            </p:cNvPr>
            <p:cNvSpPr/>
            <p:nvPr/>
          </p:nvSpPr>
          <p:spPr>
            <a:xfrm>
              <a:off x="6609742" y="2729309"/>
              <a:ext cx="4172" cy="1997"/>
            </a:xfrm>
            <a:custGeom>
              <a:avLst/>
              <a:gdLst>
                <a:gd name="connsiteX0" fmla="*/ 3006 w 4172"/>
                <a:gd name="connsiteY0" fmla="*/ -28 h 1997"/>
                <a:gd name="connsiteX1" fmla="*/ 678 w 4172"/>
                <a:gd name="connsiteY1" fmla="*/ -28 h 1997"/>
                <a:gd name="connsiteX2" fmla="*/ 9 w 4172"/>
                <a:gd name="connsiteY2" fmla="*/ 1181 h 1997"/>
                <a:gd name="connsiteX3" fmla="*/ 678 w 4172"/>
                <a:gd name="connsiteY3" fmla="*/ 1849 h 1997"/>
                <a:gd name="connsiteX4" fmla="*/ 3307 w 4172"/>
                <a:gd name="connsiteY4" fmla="*/ 1849 h 1997"/>
                <a:gd name="connsiteX5" fmla="*/ 3006 w 4172"/>
                <a:gd name="connsiteY5" fmla="*/ -28 h 1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72" h="1997">
                  <a:moveTo>
                    <a:pt x="3006" y="-28"/>
                  </a:moveTo>
                  <a:cubicBezTo>
                    <a:pt x="2233" y="47"/>
                    <a:pt x="1451" y="47"/>
                    <a:pt x="678" y="-28"/>
                  </a:cubicBezTo>
                  <a:cubicBezTo>
                    <a:pt x="160" y="122"/>
                    <a:pt x="-141" y="663"/>
                    <a:pt x="9" y="1181"/>
                  </a:cubicBezTo>
                  <a:cubicBezTo>
                    <a:pt x="100" y="1504"/>
                    <a:pt x="355" y="1759"/>
                    <a:pt x="678" y="1849"/>
                  </a:cubicBezTo>
                  <a:cubicBezTo>
                    <a:pt x="1549" y="2007"/>
                    <a:pt x="2435" y="2007"/>
                    <a:pt x="3307" y="1849"/>
                  </a:cubicBezTo>
                  <a:cubicBezTo>
                    <a:pt x="4433" y="2075"/>
                    <a:pt x="4508" y="-103"/>
                    <a:pt x="3006" y="-28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3" name="Content Placeholder 4">
              <a:extLst>
                <a:ext uri="{FF2B5EF4-FFF2-40B4-BE49-F238E27FC236}">
                  <a16:creationId xmlns:a16="http://schemas.microsoft.com/office/drawing/2014/main" id="{573CF8B6-11FA-D49B-5C40-CDC602BB659A}"/>
                </a:ext>
              </a:extLst>
            </p:cNvPr>
            <p:cNvSpPr/>
            <p:nvPr/>
          </p:nvSpPr>
          <p:spPr>
            <a:xfrm>
              <a:off x="6623409" y="2728232"/>
              <a:ext cx="4924" cy="2663"/>
            </a:xfrm>
            <a:custGeom>
              <a:avLst/>
              <a:gdLst>
                <a:gd name="connsiteX0" fmla="*/ 3533 w 4924"/>
                <a:gd name="connsiteY0" fmla="*/ -1 h 2663"/>
                <a:gd name="connsiteX1" fmla="*/ 679 w 4924"/>
                <a:gd name="connsiteY1" fmla="*/ 599 h 2663"/>
                <a:gd name="connsiteX2" fmla="*/ 1280 w 4924"/>
                <a:gd name="connsiteY2" fmla="*/ 2627 h 2663"/>
                <a:gd name="connsiteX3" fmla="*/ 4134 w 4924"/>
                <a:gd name="connsiteY3" fmla="*/ 2101 h 2663"/>
                <a:gd name="connsiteX4" fmla="*/ 3533 w 4924"/>
                <a:gd name="connsiteY4" fmla="*/ -1 h 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24" h="2663">
                  <a:moveTo>
                    <a:pt x="3533" y="-1"/>
                  </a:moveTo>
                  <a:lnTo>
                    <a:pt x="679" y="599"/>
                  </a:lnTo>
                  <a:cubicBezTo>
                    <a:pt x="-598" y="599"/>
                    <a:pt x="3" y="2777"/>
                    <a:pt x="1280" y="2627"/>
                  </a:cubicBezTo>
                  <a:lnTo>
                    <a:pt x="4134" y="2101"/>
                  </a:lnTo>
                  <a:cubicBezTo>
                    <a:pt x="5485" y="1876"/>
                    <a:pt x="4885" y="-302"/>
                    <a:pt x="3533" y="-1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4" name="Content Placeholder 4">
              <a:extLst>
                <a:ext uri="{FF2B5EF4-FFF2-40B4-BE49-F238E27FC236}">
                  <a16:creationId xmlns:a16="http://schemas.microsoft.com/office/drawing/2014/main" id="{E8AF1491-C735-A193-E984-B8A18152DF66}"/>
                </a:ext>
              </a:extLst>
            </p:cNvPr>
            <p:cNvSpPr/>
            <p:nvPr/>
          </p:nvSpPr>
          <p:spPr>
            <a:xfrm>
              <a:off x="6632792" y="2725305"/>
              <a:ext cx="4081" cy="3158"/>
            </a:xfrm>
            <a:custGeom>
              <a:avLst/>
              <a:gdLst>
                <a:gd name="connsiteX0" fmla="*/ 2336 w 4081"/>
                <a:gd name="connsiteY0" fmla="*/ 72 h 3158"/>
                <a:gd name="connsiteX1" fmla="*/ 458 w 4081"/>
                <a:gd name="connsiteY1" fmla="*/ 1048 h 3158"/>
                <a:gd name="connsiteX2" fmla="*/ 1284 w 4081"/>
                <a:gd name="connsiteY2" fmla="*/ 3076 h 3158"/>
                <a:gd name="connsiteX3" fmla="*/ 3312 w 4081"/>
                <a:gd name="connsiteY3" fmla="*/ 2325 h 3158"/>
                <a:gd name="connsiteX4" fmla="*/ 3950 w 4081"/>
                <a:gd name="connsiteY4" fmla="*/ 710 h 3158"/>
                <a:gd name="connsiteX5" fmla="*/ 2336 w 4081"/>
                <a:gd name="connsiteY5" fmla="*/ 72 h 3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81" h="3158">
                  <a:moveTo>
                    <a:pt x="2336" y="72"/>
                  </a:moveTo>
                  <a:lnTo>
                    <a:pt x="458" y="1048"/>
                  </a:lnTo>
                  <a:cubicBezTo>
                    <a:pt x="-518" y="1724"/>
                    <a:pt x="83" y="3451"/>
                    <a:pt x="1284" y="3076"/>
                  </a:cubicBezTo>
                  <a:lnTo>
                    <a:pt x="3312" y="2325"/>
                  </a:lnTo>
                  <a:cubicBezTo>
                    <a:pt x="3935" y="2055"/>
                    <a:pt x="4221" y="1334"/>
                    <a:pt x="3950" y="710"/>
                  </a:cubicBezTo>
                  <a:cubicBezTo>
                    <a:pt x="3680" y="87"/>
                    <a:pt x="2959" y="-198"/>
                    <a:pt x="2336" y="72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5" name="Content Placeholder 4">
              <a:extLst>
                <a:ext uri="{FF2B5EF4-FFF2-40B4-BE49-F238E27FC236}">
                  <a16:creationId xmlns:a16="http://schemas.microsoft.com/office/drawing/2014/main" id="{907F1EB4-B9D4-9B7B-F4A2-5209784CBAC1}"/>
                </a:ext>
              </a:extLst>
            </p:cNvPr>
            <p:cNvSpPr/>
            <p:nvPr/>
          </p:nvSpPr>
          <p:spPr>
            <a:xfrm>
              <a:off x="6642498" y="2721189"/>
              <a:ext cx="3970" cy="3827"/>
            </a:xfrm>
            <a:custGeom>
              <a:avLst/>
              <a:gdLst>
                <a:gd name="connsiteX0" fmla="*/ 2092 w 3970"/>
                <a:gd name="connsiteY0" fmla="*/ 208 h 3827"/>
                <a:gd name="connsiteX1" fmla="*/ 365 w 3970"/>
                <a:gd name="connsiteY1" fmla="*/ 1710 h 3827"/>
                <a:gd name="connsiteX2" fmla="*/ 1791 w 3970"/>
                <a:gd name="connsiteY2" fmla="*/ 3587 h 3827"/>
                <a:gd name="connsiteX3" fmla="*/ 3594 w 3970"/>
                <a:gd name="connsiteY3" fmla="*/ 2161 h 3827"/>
                <a:gd name="connsiteX4" fmla="*/ 2092 w 3970"/>
                <a:gd name="connsiteY4" fmla="*/ 208 h 3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0" h="3827">
                  <a:moveTo>
                    <a:pt x="2092" y="208"/>
                  </a:moveTo>
                  <a:cubicBezTo>
                    <a:pt x="1461" y="644"/>
                    <a:pt x="883" y="1147"/>
                    <a:pt x="365" y="1710"/>
                  </a:cubicBezTo>
                  <a:cubicBezTo>
                    <a:pt x="-612" y="2611"/>
                    <a:pt x="365" y="4413"/>
                    <a:pt x="1791" y="3587"/>
                  </a:cubicBezTo>
                  <a:cubicBezTo>
                    <a:pt x="2437" y="3174"/>
                    <a:pt x="3038" y="2694"/>
                    <a:pt x="3594" y="2161"/>
                  </a:cubicBezTo>
                  <a:cubicBezTo>
                    <a:pt x="4645" y="1184"/>
                    <a:pt x="3068" y="-693"/>
                    <a:pt x="2092" y="208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6" name="Content Placeholder 4">
              <a:extLst>
                <a:ext uri="{FF2B5EF4-FFF2-40B4-BE49-F238E27FC236}">
                  <a16:creationId xmlns:a16="http://schemas.microsoft.com/office/drawing/2014/main" id="{CB231428-7BB0-CFAA-17D4-FC71CA25FFF4}"/>
                </a:ext>
              </a:extLst>
            </p:cNvPr>
            <p:cNvSpPr/>
            <p:nvPr/>
          </p:nvSpPr>
          <p:spPr>
            <a:xfrm>
              <a:off x="6649426" y="2716471"/>
              <a:ext cx="2478" cy="3851"/>
            </a:xfrm>
            <a:custGeom>
              <a:avLst/>
              <a:gdLst>
                <a:gd name="connsiteX0" fmla="*/ -29 w 2478"/>
                <a:gd name="connsiteY0" fmla="*/ 1172 h 3851"/>
                <a:gd name="connsiteX1" fmla="*/ -29 w 2478"/>
                <a:gd name="connsiteY1" fmla="*/ 3049 h 3851"/>
                <a:gd name="connsiteX2" fmla="*/ 1262 w 2478"/>
                <a:gd name="connsiteY2" fmla="*/ 3785 h 3851"/>
                <a:gd name="connsiteX3" fmla="*/ 1998 w 2478"/>
                <a:gd name="connsiteY3" fmla="*/ 3049 h 3851"/>
                <a:gd name="connsiteX4" fmla="*/ 2449 w 2478"/>
                <a:gd name="connsiteY4" fmla="*/ 1247 h 3851"/>
                <a:gd name="connsiteX5" fmla="*/ 1247 w 2478"/>
                <a:gd name="connsiteY5" fmla="*/ -29 h 3851"/>
                <a:gd name="connsiteX6" fmla="*/ -29 w 2478"/>
                <a:gd name="connsiteY6" fmla="*/ 1172 h 3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78" h="3851">
                  <a:moveTo>
                    <a:pt x="-29" y="1172"/>
                  </a:moveTo>
                  <a:cubicBezTo>
                    <a:pt x="-29" y="1848"/>
                    <a:pt x="-29" y="2449"/>
                    <a:pt x="-29" y="3049"/>
                  </a:cubicBezTo>
                  <a:cubicBezTo>
                    <a:pt x="121" y="3612"/>
                    <a:pt x="707" y="3936"/>
                    <a:pt x="1262" y="3785"/>
                  </a:cubicBezTo>
                  <a:cubicBezTo>
                    <a:pt x="1623" y="3688"/>
                    <a:pt x="1901" y="3410"/>
                    <a:pt x="1998" y="3049"/>
                  </a:cubicBezTo>
                  <a:lnTo>
                    <a:pt x="2449" y="1247"/>
                  </a:lnTo>
                  <a:cubicBezTo>
                    <a:pt x="2471" y="564"/>
                    <a:pt x="1931" y="-7"/>
                    <a:pt x="1247" y="-29"/>
                  </a:cubicBezTo>
                  <a:cubicBezTo>
                    <a:pt x="564" y="-52"/>
                    <a:pt x="-7" y="489"/>
                    <a:pt x="-29" y="1172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7" name="Content Placeholder 4">
              <a:extLst>
                <a:ext uri="{FF2B5EF4-FFF2-40B4-BE49-F238E27FC236}">
                  <a16:creationId xmlns:a16="http://schemas.microsoft.com/office/drawing/2014/main" id="{2BD06BEE-6A85-EE7F-E3B7-F81872EC57BF}"/>
                </a:ext>
              </a:extLst>
            </p:cNvPr>
            <p:cNvSpPr/>
            <p:nvPr/>
          </p:nvSpPr>
          <p:spPr>
            <a:xfrm>
              <a:off x="6556095" y="2748833"/>
              <a:ext cx="40811" cy="36519"/>
            </a:xfrm>
            <a:custGeom>
              <a:avLst/>
              <a:gdLst>
                <a:gd name="connsiteX0" fmla="*/ 10316 w 40811"/>
                <a:gd name="connsiteY0" fmla="*/ 36236 h 36519"/>
                <a:gd name="connsiteX1" fmla="*/ 12794 w 40811"/>
                <a:gd name="connsiteY1" fmla="*/ 36236 h 36519"/>
                <a:gd name="connsiteX2" fmla="*/ 29391 w 40811"/>
                <a:gd name="connsiteY2" fmla="*/ 29554 h 36519"/>
                <a:gd name="connsiteX3" fmla="*/ 40731 w 40811"/>
                <a:gd name="connsiteY3" fmla="*/ 15813 h 36519"/>
                <a:gd name="connsiteX4" fmla="*/ 40731 w 40811"/>
                <a:gd name="connsiteY4" fmla="*/ 14762 h 36519"/>
                <a:gd name="connsiteX5" fmla="*/ 39905 w 40811"/>
                <a:gd name="connsiteY5" fmla="*/ 13786 h 36519"/>
                <a:gd name="connsiteX6" fmla="*/ 24435 w 40811"/>
                <a:gd name="connsiteY6" fmla="*/ -30 h 36519"/>
                <a:gd name="connsiteX7" fmla="*/ 6636 w 40811"/>
                <a:gd name="connsiteY7" fmla="*/ 12660 h 36519"/>
                <a:gd name="connsiteX8" fmla="*/ 27 w 40811"/>
                <a:gd name="connsiteY8" fmla="*/ 18666 h 36519"/>
                <a:gd name="connsiteX9" fmla="*/ 27 w 40811"/>
                <a:gd name="connsiteY9" fmla="*/ 19642 h 36519"/>
                <a:gd name="connsiteX10" fmla="*/ 853 w 40811"/>
                <a:gd name="connsiteY10" fmla="*/ 20844 h 36519"/>
                <a:gd name="connsiteX11" fmla="*/ 8889 w 40811"/>
                <a:gd name="connsiteY11" fmla="*/ 34659 h 36519"/>
                <a:gd name="connsiteX12" fmla="*/ 10316 w 40811"/>
                <a:gd name="connsiteY12" fmla="*/ 36236 h 36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0811" h="36519">
                  <a:moveTo>
                    <a:pt x="10316" y="36236"/>
                  </a:moveTo>
                  <a:cubicBezTo>
                    <a:pt x="11104" y="36574"/>
                    <a:pt x="12006" y="36574"/>
                    <a:pt x="12794" y="36236"/>
                  </a:cubicBezTo>
                  <a:cubicBezTo>
                    <a:pt x="18614" y="34817"/>
                    <a:pt x="24209" y="32564"/>
                    <a:pt x="29391" y="29554"/>
                  </a:cubicBezTo>
                  <a:cubicBezTo>
                    <a:pt x="34611" y="26385"/>
                    <a:pt x="38606" y="21542"/>
                    <a:pt x="40731" y="15813"/>
                  </a:cubicBezTo>
                  <a:cubicBezTo>
                    <a:pt x="40799" y="15468"/>
                    <a:pt x="40799" y="15107"/>
                    <a:pt x="40731" y="14762"/>
                  </a:cubicBezTo>
                  <a:cubicBezTo>
                    <a:pt x="40731" y="14311"/>
                    <a:pt x="40206" y="14086"/>
                    <a:pt x="39905" y="13786"/>
                  </a:cubicBezTo>
                  <a:cubicBezTo>
                    <a:pt x="34348" y="9581"/>
                    <a:pt x="27213" y="6277"/>
                    <a:pt x="24435" y="-30"/>
                  </a:cubicBezTo>
                  <a:cubicBezTo>
                    <a:pt x="19365" y="5301"/>
                    <a:pt x="13327" y="9604"/>
                    <a:pt x="6636" y="12660"/>
                  </a:cubicBezTo>
                  <a:cubicBezTo>
                    <a:pt x="3857" y="14011"/>
                    <a:pt x="628" y="15588"/>
                    <a:pt x="27" y="18666"/>
                  </a:cubicBezTo>
                  <a:cubicBezTo>
                    <a:pt x="-48" y="18989"/>
                    <a:pt x="-48" y="19320"/>
                    <a:pt x="27" y="19642"/>
                  </a:cubicBezTo>
                  <a:cubicBezTo>
                    <a:pt x="230" y="20086"/>
                    <a:pt x="508" y="20491"/>
                    <a:pt x="853" y="20844"/>
                  </a:cubicBezTo>
                  <a:cubicBezTo>
                    <a:pt x="4533" y="24793"/>
                    <a:pt x="7282" y="29508"/>
                    <a:pt x="8889" y="34659"/>
                  </a:cubicBezTo>
                  <a:cubicBezTo>
                    <a:pt x="9174" y="35328"/>
                    <a:pt x="9678" y="35883"/>
                    <a:pt x="10316" y="36236"/>
                  </a:cubicBezTo>
                  <a:close/>
                </a:path>
              </a:pathLst>
            </a:custGeom>
            <a:solidFill>
              <a:srgbClr val="84A1A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8" name="Content Placeholder 4">
              <a:extLst>
                <a:ext uri="{FF2B5EF4-FFF2-40B4-BE49-F238E27FC236}">
                  <a16:creationId xmlns:a16="http://schemas.microsoft.com/office/drawing/2014/main" id="{9CFBFE0B-519F-977D-B358-CA9C67D2D716}"/>
                </a:ext>
              </a:extLst>
            </p:cNvPr>
            <p:cNvSpPr/>
            <p:nvPr/>
          </p:nvSpPr>
          <p:spPr>
            <a:xfrm>
              <a:off x="6405512" y="2849329"/>
              <a:ext cx="186895" cy="134049"/>
            </a:xfrm>
            <a:custGeom>
              <a:avLst/>
              <a:gdLst>
                <a:gd name="connsiteX0" fmla="*/ 186433 w 186895"/>
                <a:gd name="connsiteY0" fmla="*/ 14730 h 134049"/>
                <a:gd name="connsiteX1" fmla="*/ 162927 w 186895"/>
                <a:gd name="connsiteY1" fmla="*/ 1740 h 134049"/>
                <a:gd name="connsiteX2" fmla="*/ 153990 w 186895"/>
                <a:gd name="connsiteY2" fmla="*/ 16757 h 134049"/>
                <a:gd name="connsiteX3" fmla="*/ 140247 w 186895"/>
                <a:gd name="connsiteY3" fmla="*/ 61282 h 134049"/>
                <a:gd name="connsiteX4" fmla="*/ 133413 w 186895"/>
                <a:gd name="connsiteY4" fmla="*/ 92817 h 134049"/>
                <a:gd name="connsiteX5" fmla="*/ 39012 w 186895"/>
                <a:gd name="connsiteY5" fmla="*/ 111213 h 134049"/>
                <a:gd name="connsiteX6" fmla="*/ 18510 w 186895"/>
                <a:gd name="connsiteY6" fmla="*/ 111889 h 134049"/>
                <a:gd name="connsiteX7" fmla="*/ 17158 w 186895"/>
                <a:gd name="connsiteY7" fmla="*/ 116544 h 134049"/>
                <a:gd name="connsiteX8" fmla="*/ 11751 w 186895"/>
                <a:gd name="connsiteY8" fmla="*/ 117370 h 134049"/>
                <a:gd name="connsiteX9" fmla="*/ 2288 w 186895"/>
                <a:gd name="connsiteY9" fmla="*/ 120674 h 134049"/>
                <a:gd name="connsiteX10" fmla="*/ 1012 w 186895"/>
                <a:gd name="connsiteY10" fmla="*/ 129909 h 134049"/>
                <a:gd name="connsiteX11" fmla="*/ 7921 w 186895"/>
                <a:gd name="connsiteY11" fmla="*/ 133063 h 134049"/>
                <a:gd name="connsiteX12" fmla="*/ 32629 w 186895"/>
                <a:gd name="connsiteY12" fmla="*/ 133063 h 134049"/>
                <a:gd name="connsiteX13" fmla="*/ 42092 w 186895"/>
                <a:gd name="connsiteY13" fmla="*/ 129909 h 134049"/>
                <a:gd name="connsiteX14" fmla="*/ 135891 w 186895"/>
                <a:gd name="connsiteY14" fmla="*/ 129459 h 134049"/>
                <a:gd name="connsiteX15" fmla="*/ 143401 w 186895"/>
                <a:gd name="connsiteY15" fmla="*/ 128182 h 134049"/>
                <a:gd name="connsiteX16" fmla="*/ 148808 w 186895"/>
                <a:gd name="connsiteY16" fmla="*/ 120674 h 134049"/>
                <a:gd name="connsiteX17" fmla="*/ 180876 w 186895"/>
                <a:gd name="connsiteY17" fmla="*/ 44989 h 134049"/>
                <a:gd name="connsiteX18" fmla="*/ 186433 w 186895"/>
                <a:gd name="connsiteY18" fmla="*/ 14730 h 134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6895" h="134049">
                  <a:moveTo>
                    <a:pt x="186433" y="14730"/>
                  </a:moveTo>
                  <a:cubicBezTo>
                    <a:pt x="184105" y="4593"/>
                    <a:pt x="171789" y="-3816"/>
                    <a:pt x="162927" y="1740"/>
                  </a:cubicBezTo>
                  <a:cubicBezTo>
                    <a:pt x="158226" y="5494"/>
                    <a:pt x="155049" y="10833"/>
                    <a:pt x="153990" y="16757"/>
                  </a:cubicBezTo>
                  <a:lnTo>
                    <a:pt x="140247" y="61282"/>
                  </a:lnTo>
                  <a:cubicBezTo>
                    <a:pt x="136560" y="71441"/>
                    <a:pt x="134261" y="82043"/>
                    <a:pt x="133413" y="92817"/>
                  </a:cubicBezTo>
                  <a:cubicBezTo>
                    <a:pt x="102487" y="101460"/>
                    <a:pt x="70922" y="107617"/>
                    <a:pt x="39012" y="111213"/>
                  </a:cubicBezTo>
                  <a:cubicBezTo>
                    <a:pt x="32486" y="108045"/>
                    <a:pt x="24811" y="108300"/>
                    <a:pt x="18510" y="111889"/>
                  </a:cubicBezTo>
                  <a:cubicBezTo>
                    <a:pt x="19787" y="113240"/>
                    <a:pt x="18510" y="115643"/>
                    <a:pt x="17158" y="116544"/>
                  </a:cubicBezTo>
                  <a:cubicBezTo>
                    <a:pt x="15446" y="117242"/>
                    <a:pt x="13591" y="117528"/>
                    <a:pt x="11751" y="117370"/>
                  </a:cubicBezTo>
                  <a:cubicBezTo>
                    <a:pt x="8311" y="117355"/>
                    <a:pt x="4969" y="118519"/>
                    <a:pt x="2288" y="120674"/>
                  </a:cubicBezTo>
                  <a:cubicBezTo>
                    <a:pt x="-227" y="123084"/>
                    <a:pt x="-761" y="126906"/>
                    <a:pt x="1012" y="129909"/>
                  </a:cubicBezTo>
                  <a:cubicBezTo>
                    <a:pt x="2837" y="131794"/>
                    <a:pt x="5300" y="132913"/>
                    <a:pt x="7921" y="133063"/>
                  </a:cubicBezTo>
                  <a:cubicBezTo>
                    <a:pt x="16107" y="134339"/>
                    <a:pt x="24443" y="134339"/>
                    <a:pt x="32629" y="133063"/>
                  </a:cubicBezTo>
                  <a:cubicBezTo>
                    <a:pt x="35963" y="132665"/>
                    <a:pt x="39185" y="131591"/>
                    <a:pt x="42092" y="129909"/>
                  </a:cubicBezTo>
                  <a:lnTo>
                    <a:pt x="135891" y="129459"/>
                  </a:lnTo>
                  <a:cubicBezTo>
                    <a:pt x="138467" y="129706"/>
                    <a:pt x="141058" y="129263"/>
                    <a:pt x="143401" y="128182"/>
                  </a:cubicBezTo>
                  <a:cubicBezTo>
                    <a:pt x="145947" y="126313"/>
                    <a:pt x="147840" y="123685"/>
                    <a:pt x="148808" y="120674"/>
                  </a:cubicBezTo>
                  <a:lnTo>
                    <a:pt x="180876" y="44989"/>
                  </a:lnTo>
                  <a:cubicBezTo>
                    <a:pt x="185870" y="35738"/>
                    <a:pt x="187815" y="25151"/>
                    <a:pt x="186433" y="14730"/>
                  </a:cubicBezTo>
                  <a:close/>
                </a:path>
              </a:pathLst>
            </a:custGeom>
            <a:solidFill>
              <a:srgbClr val="CEBF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9" name="Content Placeholder 4">
              <a:extLst>
                <a:ext uri="{FF2B5EF4-FFF2-40B4-BE49-F238E27FC236}">
                  <a16:creationId xmlns:a16="http://schemas.microsoft.com/office/drawing/2014/main" id="{73F7A3A5-39DC-418E-8FE2-C0D82370E51B}"/>
                </a:ext>
              </a:extLst>
            </p:cNvPr>
            <p:cNvSpPr/>
            <p:nvPr/>
          </p:nvSpPr>
          <p:spPr>
            <a:xfrm>
              <a:off x="6113870" y="3457867"/>
              <a:ext cx="228772" cy="19422"/>
            </a:xfrm>
            <a:custGeom>
              <a:avLst/>
              <a:gdLst>
                <a:gd name="connsiteX0" fmla="*/ 159952 w 228772"/>
                <a:gd name="connsiteY0" fmla="*/ 17980 h 19422"/>
                <a:gd name="connsiteX1" fmla="*/ 207114 w 228772"/>
                <a:gd name="connsiteY1" fmla="*/ 16703 h 19422"/>
                <a:gd name="connsiteX2" fmla="*/ 223787 w 228772"/>
                <a:gd name="connsiteY2" fmla="*/ 13474 h 19422"/>
                <a:gd name="connsiteX3" fmla="*/ 228743 w 228772"/>
                <a:gd name="connsiteY3" fmla="*/ 7918 h 19422"/>
                <a:gd name="connsiteX4" fmla="*/ 224988 w 228772"/>
                <a:gd name="connsiteY4" fmla="*/ 2287 h 19422"/>
                <a:gd name="connsiteX5" fmla="*/ 217929 w 228772"/>
                <a:gd name="connsiteY5" fmla="*/ 1010 h 19422"/>
                <a:gd name="connsiteX6" fmla="*/ 34910 w 228772"/>
                <a:gd name="connsiteY6" fmla="*/ 3113 h 19422"/>
                <a:gd name="connsiteX7" fmla="*/ 9602 w 228772"/>
                <a:gd name="connsiteY7" fmla="*/ 6341 h 19422"/>
                <a:gd name="connsiteX8" fmla="*/ 2092 w 228772"/>
                <a:gd name="connsiteY8" fmla="*/ 10471 h 19422"/>
                <a:gd name="connsiteX9" fmla="*/ 17112 w 228772"/>
                <a:gd name="connsiteY9" fmla="*/ 19256 h 19422"/>
                <a:gd name="connsiteX10" fmla="*/ 51282 w 228772"/>
                <a:gd name="connsiteY10" fmla="*/ 19256 h 19422"/>
                <a:gd name="connsiteX11" fmla="*/ 120149 w 228772"/>
                <a:gd name="connsiteY11" fmla="*/ 18655 h 19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8772" h="19422">
                  <a:moveTo>
                    <a:pt x="159952" y="17980"/>
                  </a:moveTo>
                  <a:cubicBezTo>
                    <a:pt x="175723" y="17980"/>
                    <a:pt x="191418" y="17980"/>
                    <a:pt x="207114" y="16703"/>
                  </a:cubicBezTo>
                  <a:cubicBezTo>
                    <a:pt x="212829" y="16703"/>
                    <a:pt x="218485" y="15607"/>
                    <a:pt x="223787" y="13474"/>
                  </a:cubicBezTo>
                  <a:cubicBezTo>
                    <a:pt x="226302" y="12626"/>
                    <a:pt x="228187" y="10516"/>
                    <a:pt x="228743" y="7918"/>
                  </a:cubicBezTo>
                  <a:cubicBezTo>
                    <a:pt x="228766" y="5448"/>
                    <a:pt x="227279" y="3210"/>
                    <a:pt x="224988" y="2287"/>
                  </a:cubicBezTo>
                  <a:cubicBezTo>
                    <a:pt x="222750" y="1371"/>
                    <a:pt x="220347" y="943"/>
                    <a:pt x="217929" y="1010"/>
                  </a:cubicBezTo>
                  <a:cubicBezTo>
                    <a:pt x="156948" y="-1167"/>
                    <a:pt x="95891" y="335"/>
                    <a:pt x="34910" y="3113"/>
                  </a:cubicBezTo>
                  <a:cubicBezTo>
                    <a:pt x="26371" y="3165"/>
                    <a:pt x="17878" y="4254"/>
                    <a:pt x="9602" y="6341"/>
                  </a:cubicBezTo>
                  <a:cubicBezTo>
                    <a:pt x="6725" y="6889"/>
                    <a:pt x="4097" y="8331"/>
                    <a:pt x="2092" y="10471"/>
                  </a:cubicBezTo>
                  <a:cubicBezTo>
                    <a:pt x="-6395" y="20983"/>
                    <a:pt x="13056" y="19331"/>
                    <a:pt x="17112" y="19256"/>
                  </a:cubicBezTo>
                  <a:lnTo>
                    <a:pt x="51282" y="19256"/>
                  </a:lnTo>
                  <a:lnTo>
                    <a:pt x="120149" y="18655"/>
                  </a:ln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0" name="Content Placeholder 4">
              <a:extLst>
                <a:ext uri="{FF2B5EF4-FFF2-40B4-BE49-F238E27FC236}">
                  <a16:creationId xmlns:a16="http://schemas.microsoft.com/office/drawing/2014/main" id="{9B39AE0B-5AE6-8C12-5AFC-FF71A760CF55}"/>
                </a:ext>
              </a:extLst>
            </p:cNvPr>
            <p:cNvSpPr/>
            <p:nvPr/>
          </p:nvSpPr>
          <p:spPr>
            <a:xfrm>
              <a:off x="6306946" y="2820949"/>
              <a:ext cx="37705" cy="21382"/>
            </a:xfrm>
            <a:custGeom>
              <a:avLst/>
              <a:gdLst>
                <a:gd name="connsiteX0" fmla="*/ 70 w 37705"/>
                <a:gd name="connsiteY0" fmla="*/ 16228 h 21382"/>
                <a:gd name="connsiteX1" fmla="*/ 4726 w 37705"/>
                <a:gd name="connsiteY1" fmla="*/ 9321 h 21382"/>
                <a:gd name="connsiteX2" fmla="*/ 8030 w 37705"/>
                <a:gd name="connsiteY2" fmla="*/ 6392 h 21382"/>
                <a:gd name="connsiteX3" fmla="*/ 29208 w 37705"/>
                <a:gd name="connsiteY3" fmla="*/ 85 h 21382"/>
                <a:gd name="connsiteX4" fmla="*/ 35216 w 37705"/>
                <a:gd name="connsiteY4" fmla="*/ 2188 h 21382"/>
                <a:gd name="connsiteX5" fmla="*/ 37620 w 37705"/>
                <a:gd name="connsiteY5" fmla="*/ 6768 h 21382"/>
                <a:gd name="connsiteX6" fmla="*/ 37620 w 37705"/>
                <a:gd name="connsiteY6" fmla="*/ 7969 h 21382"/>
                <a:gd name="connsiteX7" fmla="*/ 34165 w 37705"/>
                <a:gd name="connsiteY7" fmla="*/ 10147 h 21382"/>
                <a:gd name="connsiteX8" fmla="*/ 29809 w 37705"/>
                <a:gd name="connsiteY8" fmla="*/ 11573 h 21382"/>
                <a:gd name="connsiteX9" fmla="*/ 28607 w 37705"/>
                <a:gd name="connsiteY9" fmla="*/ 15553 h 21382"/>
                <a:gd name="connsiteX10" fmla="*/ 29734 w 37705"/>
                <a:gd name="connsiteY10" fmla="*/ 17280 h 21382"/>
                <a:gd name="connsiteX11" fmla="*/ 27706 w 37705"/>
                <a:gd name="connsiteY11" fmla="*/ 19757 h 21382"/>
                <a:gd name="connsiteX12" fmla="*/ 14864 w 37705"/>
                <a:gd name="connsiteY12" fmla="*/ 19757 h 21382"/>
                <a:gd name="connsiteX13" fmla="*/ 11034 w 37705"/>
                <a:gd name="connsiteY13" fmla="*/ 20959 h 21382"/>
                <a:gd name="connsiteX14" fmla="*/ 7129 w 37705"/>
                <a:gd name="connsiteY14" fmla="*/ 20959 h 21382"/>
                <a:gd name="connsiteX15" fmla="*/ 3449 w 37705"/>
                <a:gd name="connsiteY15" fmla="*/ 20358 h 21382"/>
                <a:gd name="connsiteX16" fmla="*/ 295 w 37705"/>
                <a:gd name="connsiteY16" fmla="*/ 18481 h 21382"/>
                <a:gd name="connsiteX17" fmla="*/ 70 w 37705"/>
                <a:gd name="connsiteY17" fmla="*/ 16228 h 21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705" h="21382">
                  <a:moveTo>
                    <a:pt x="70" y="16228"/>
                  </a:moveTo>
                  <a:cubicBezTo>
                    <a:pt x="776" y="13458"/>
                    <a:pt x="2420" y="11010"/>
                    <a:pt x="4726" y="9321"/>
                  </a:cubicBezTo>
                  <a:cubicBezTo>
                    <a:pt x="5777" y="8285"/>
                    <a:pt x="6881" y="7308"/>
                    <a:pt x="8030" y="6392"/>
                  </a:cubicBezTo>
                  <a:cubicBezTo>
                    <a:pt x="14031" y="1677"/>
                    <a:pt x="21601" y="-583"/>
                    <a:pt x="29208" y="85"/>
                  </a:cubicBezTo>
                  <a:cubicBezTo>
                    <a:pt x="31386" y="108"/>
                    <a:pt x="33497" y="844"/>
                    <a:pt x="35216" y="2188"/>
                  </a:cubicBezTo>
                  <a:cubicBezTo>
                    <a:pt x="36538" y="3381"/>
                    <a:pt x="37387" y="5003"/>
                    <a:pt x="37620" y="6768"/>
                  </a:cubicBezTo>
                  <a:cubicBezTo>
                    <a:pt x="37695" y="7166"/>
                    <a:pt x="37695" y="7571"/>
                    <a:pt x="37620" y="7969"/>
                  </a:cubicBezTo>
                  <a:cubicBezTo>
                    <a:pt x="37620" y="9396"/>
                    <a:pt x="35592" y="9921"/>
                    <a:pt x="34165" y="10147"/>
                  </a:cubicBezTo>
                  <a:cubicBezTo>
                    <a:pt x="32625" y="10282"/>
                    <a:pt x="31131" y="10770"/>
                    <a:pt x="29809" y="11573"/>
                  </a:cubicBezTo>
                  <a:cubicBezTo>
                    <a:pt x="28495" y="12429"/>
                    <a:pt x="27984" y="14111"/>
                    <a:pt x="28607" y="15553"/>
                  </a:cubicBezTo>
                  <a:cubicBezTo>
                    <a:pt x="28607" y="16154"/>
                    <a:pt x="29584" y="16604"/>
                    <a:pt x="29734" y="17280"/>
                  </a:cubicBezTo>
                  <a:cubicBezTo>
                    <a:pt x="29884" y="17955"/>
                    <a:pt x="28833" y="19382"/>
                    <a:pt x="27706" y="19757"/>
                  </a:cubicBezTo>
                  <a:cubicBezTo>
                    <a:pt x="23576" y="21109"/>
                    <a:pt x="19070" y="18932"/>
                    <a:pt x="14864" y="19757"/>
                  </a:cubicBezTo>
                  <a:cubicBezTo>
                    <a:pt x="13512" y="19757"/>
                    <a:pt x="12311" y="20659"/>
                    <a:pt x="11034" y="20959"/>
                  </a:cubicBezTo>
                  <a:cubicBezTo>
                    <a:pt x="9787" y="21484"/>
                    <a:pt x="8376" y="21484"/>
                    <a:pt x="7129" y="20959"/>
                  </a:cubicBezTo>
                  <a:cubicBezTo>
                    <a:pt x="5890" y="20839"/>
                    <a:pt x="4658" y="20636"/>
                    <a:pt x="3449" y="20358"/>
                  </a:cubicBezTo>
                  <a:cubicBezTo>
                    <a:pt x="2180" y="20201"/>
                    <a:pt x="1038" y="19517"/>
                    <a:pt x="295" y="18481"/>
                  </a:cubicBezTo>
                  <a:cubicBezTo>
                    <a:pt x="-36" y="17775"/>
                    <a:pt x="-118" y="16979"/>
                    <a:pt x="70" y="16228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1" name="Content Placeholder 4">
              <a:extLst>
                <a:ext uri="{FF2B5EF4-FFF2-40B4-BE49-F238E27FC236}">
                  <a16:creationId xmlns:a16="http://schemas.microsoft.com/office/drawing/2014/main" id="{3255A5F9-104F-9442-3A8D-B2BD252BCEBE}"/>
                </a:ext>
              </a:extLst>
            </p:cNvPr>
            <p:cNvSpPr/>
            <p:nvPr/>
          </p:nvSpPr>
          <p:spPr>
            <a:xfrm>
              <a:off x="6306782" y="2786511"/>
              <a:ext cx="122562" cy="156934"/>
            </a:xfrm>
            <a:custGeom>
              <a:avLst/>
              <a:gdLst>
                <a:gd name="connsiteX0" fmla="*/ 68424 w 122562"/>
                <a:gd name="connsiteY0" fmla="*/ 2462 h 156934"/>
                <a:gd name="connsiteX1" fmla="*/ 38384 w 122562"/>
                <a:gd name="connsiteY1" fmla="*/ -15 h 156934"/>
                <a:gd name="connsiteX2" fmla="*/ 32902 w 122562"/>
                <a:gd name="connsiteY2" fmla="*/ 1561 h 156934"/>
                <a:gd name="connsiteX3" fmla="*/ 30649 w 122562"/>
                <a:gd name="connsiteY3" fmla="*/ 6442 h 156934"/>
                <a:gd name="connsiteX4" fmla="*/ 83 w 122562"/>
                <a:gd name="connsiteY4" fmla="*/ 137990 h 156934"/>
                <a:gd name="connsiteX5" fmla="*/ 83 w 122562"/>
                <a:gd name="connsiteY5" fmla="*/ 140167 h 156934"/>
                <a:gd name="connsiteX6" fmla="*/ 3613 w 122562"/>
                <a:gd name="connsiteY6" fmla="*/ 143696 h 156934"/>
                <a:gd name="connsiteX7" fmla="*/ 86899 w 122562"/>
                <a:gd name="connsiteY7" fmla="*/ 156836 h 156934"/>
                <a:gd name="connsiteX8" fmla="*/ 94033 w 122562"/>
                <a:gd name="connsiteY8" fmla="*/ 155410 h 156934"/>
                <a:gd name="connsiteX9" fmla="*/ 97713 w 122562"/>
                <a:gd name="connsiteY9" fmla="*/ 148652 h 156934"/>
                <a:gd name="connsiteX10" fmla="*/ 121670 w 122562"/>
                <a:gd name="connsiteY10" fmla="*/ 21984 h 156934"/>
                <a:gd name="connsiteX11" fmla="*/ 122121 w 122562"/>
                <a:gd name="connsiteY11" fmla="*/ 12974 h 156934"/>
                <a:gd name="connsiteX12" fmla="*/ 99591 w 122562"/>
                <a:gd name="connsiteY12" fmla="*/ 7118 h 156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2562" h="156934">
                  <a:moveTo>
                    <a:pt x="68424" y="2462"/>
                  </a:moveTo>
                  <a:cubicBezTo>
                    <a:pt x="58504" y="728"/>
                    <a:pt x="48455" y="-106"/>
                    <a:pt x="38384" y="-15"/>
                  </a:cubicBezTo>
                  <a:cubicBezTo>
                    <a:pt x="36432" y="-128"/>
                    <a:pt x="34494" y="428"/>
                    <a:pt x="32902" y="1561"/>
                  </a:cubicBezTo>
                  <a:cubicBezTo>
                    <a:pt x="31685" y="2928"/>
                    <a:pt x="30897" y="4625"/>
                    <a:pt x="30649" y="6442"/>
                  </a:cubicBezTo>
                  <a:cubicBezTo>
                    <a:pt x="20638" y="50291"/>
                    <a:pt x="10447" y="94141"/>
                    <a:pt x="83" y="137990"/>
                  </a:cubicBezTo>
                  <a:cubicBezTo>
                    <a:pt x="-67" y="138711"/>
                    <a:pt x="-67" y="139447"/>
                    <a:pt x="83" y="140167"/>
                  </a:cubicBezTo>
                  <a:cubicBezTo>
                    <a:pt x="83" y="141894"/>
                    <a:pt x="2036" y="142946"/>
                    <a:pt x="3613" y="143696"/>
                  </a:cubicBezTo>
                  <a:cubicBezTo>
                    <a:pt x="29147" y="156010"/>
                    <a:pt x="58586" y="156536"/>
                    <a:pt x="86899" y="156836"/>
                  </a:cubicBezTo>
                  <a:cubicBezTo>
                    <a:pt x="89370" y="157099"/>
                    <a:pt x="91855" y="156603"/>
                    <a:pt x="94033" y="155410"/>
                  </a:cubicBezTo>
                  <a:cubicBezTo>
                    <a:pt x="95993" y="153645"/>
                    <a:pt x="97293" y="151257"/>
                    <a:pt x="97713" y="148652"/>
                  </a:cubicBezTo>
                  <a:cubicBezTo>
                    <a:pt x="109279" y="107205"/>
                    <a:pt x="111982" y="63882"/>
                    <a:pt x="121670" y="21984"/>
                  </a:cubicBezTo>
                  <a:cubicBezTo>
                    <a:pt x="122639" y="19079"/>
                    <a:pt x="122797" y="15963"/>
                    <a:pt x="122121" y="12974"/>
                  </a:cubicBezTo>
                  <a:cubicBezTo>
                    <a:pt x="120018" y="6667"/>
                    <a:pt x="105298" y="7869"/>
                    <a:pt x="99591" y="7118"/>
                  </a:cubicBezTo>
                  <a:close/>
                </a:path>
              </a:pathLst>
            </a:custGeom>
            <a:solidFill>
              <a:srgbClr val="54545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2" name="Content Placeholder 4">
              <a:extLst>
                <a:ext uri="{FF2B5EF4-FFF2-40B4-BE49-F238E27FC236}">
                  <a16:creationId xmlns:a16="http://schemas.microsoft.com/office/drawing/2014/main" id="{2BBF272F-39A5-6465-AA41-EC025515EF77}"/>
                </a:ext>
              </a:extLst>
            </p:cNvPr>
            <p:cNvSpPr/>
            <p:nvPr/>
          </p:nvSpPr>
          <p:spPr>
            <a:xfrm>
              <a:off x="6313269" y="2792139"/>
              <a:ext cx="111600" cy="136916"/>
            </a:xfrm>
            <a:custGeom>
              <a:avLst/>
              <a:gdLst>
                <a:gd name="connsiteX0" fmla="*/ 61487 w 111600"/>
                <a:gd name="connsiteY0" fmla="*/ 2466 h 136916"/>
                <a:gd name="connsiteX1" fmla="*/ 34000 w 111600"/>
                <a:gd name="connsiteY1" fmla="*/ -11 h 136916"/>
                <a:gd name="connsiteX2" fmla="*/ 28969 w 111600"/>
                <a:gd name="connsiteY2" fmla="*/ 1340 h 136916"/>
                <a:gd name="connsiteX3" fmla="*/ 26941 w 111600"/>
                <a:gd name="connsiteY3" fmla="*/ 5545 h 136916"/>
                <a:gd name="connsiteX4" fmla="*/ 55 w 111600"/>
                <a:gd name="connsiteY4" fmla="*/ 119523 h 136916"/>
                <a:gd name="connsiteX5" fmla="*/ 55 w 111600"/>
                <a:gd name="connsiteY5" fmla="*/ 121475 h 136916"/>
                <a:gd name="connsiteX6" fmla="*/ 3360 w 111600"/>
                <a:gd name="connsiteY6" fmla="*/ 124479 h 136916"/>
                <a:gd name="connsiteX7" fmla="*/ 80337 w 111600"/>
                <a:gd name="connsiteY7" fmla="*/ 136793 h 136916"/>
                <a:gd name="connsiteX8" fmla="*/ 86871 w 111600"/>
                <a:gd name="connsiteY8" fmla="*/ 135666 h 136916"/>
                <a:gd name="connsiteX9" fmla="*/ 90250 w 111600"/>
                <a:gd name="connsiteY9" fmla="*/ 129810 h 136916"/>
                <a:gd name="connsiteX10" fmla="*/ 111053 w 111600"/>
                <a:gd name="connsiteY10" fmla="*/ 19961 h 136916"/>
                <a:gd name="connsiteX11" fmla="*/ 111053 w 111600"/>
                <a:gd name="connsiteY11" fmla="*/ 12453 h 136916"/>
                <a:gd name="connsiteX12" fmla="*/ 90551 w 111600"/>
                <a:gd name="connsiteY12" fmla="*/ 7122 h 136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600" h="136916">
                  <a:moveTo>
                    <a:pt x="61487" y="2466"/>
                  </a:moveTo>
                  <a:cubicBezTo>
                    <a:pt x="52415" y="860"/>
                    <a:pt x="43215" y="26"/>
                    <a:pt x="34000" y="-11"/>
                  </a:cubicBezTo>
                  <a:cubicBezTo>
                    <a:pt x="32221" y="-132"/>
                    <a:pt x="30448" y="342"/>
                    <a:pt x="28969" y="1340"/>
                  </a:cubicBezTo>
                  <a:cubicBezTo>
                    <a:pt x="27865" y="2489"/>
                    <a:pt x="27151" y="3961"/>
                    <a:pt x="26941" y="5545"/>
                  </a:cubicBezTo>
                  <a:cubicBezTo>
                    <a:pt x="17982" y="43538"/>
                    <a:pt x="9015" y="81530"/>
                    <a:pt x="55" y="119523"/>
                  </a:cubicBezTo>
                  <a:cubicBezTo>
                    <a:pt x="-57" y="120169"/>
                    <a:pt x="-57" y="120830"/>
                    <a:pt x="55" y="121475"/>
                  </a:cubicBezTo>
                  <a:cubicBezTo>
                    <a:pt x="55" y="122977"/>
                    <a:pt x="1933" y="123878"/>
                    <a:pt x="3360" y="124479"/>
                  </a:cubicBezTo>
                  <a:cubicBezTo>
                    <a:pt x="27016" y="135516"/>
                    <a:pt x="54202" y="136267"/>
                    <a:pt x="80337" y="136793"/>
                  </a:cubicBezTo>
                  <a:cubicBezTo>
                    <a:pt x="82583" y="137085"/>
                    <a:pt x="84858" y="136695"/>
                    <a:pt x="86871" y="135666"/>
                  </a:cubicBezTo>
                  <a:cubicBezTo>
                    <a:pt x="88651" y="134172"/>
                    <a:pt x="89845" y="132100"/>
                    <a:pt x="90250" y="129810"/>
                  </a:cubicBezTo>
                  <a:cubicBezTo>
                    <a:pt x="100464" y="93919"/>
                    <a:pt x="102567" y="56227"/>
                    <a:pt x="111053" y="19961"/>
                  </a:cubicBezTo>
                  <a:cubicBezTo>
                    <a:pt x="111744" y="17506"/>
                    <a:pt x="111744" y="14908"/>
                    <a:pt x="111053" y="12453"/>
                  </a:cubicBezTo>
                  <a:cubicBezTo>
                    <a:pt x="109025" y="6896"/>
                    <a:pt x="95507" y="7873"/>
                    <a:pt x="90551" y="7122"/>
                  </a:cubicBezTo>
                  <a:close/>
                </a:path>
              </a:pathLst>
            </a:custGeom>
            <a:solidFill>
              <a:srgbClr val="F7F7F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3" name="Content Placeholder 4">
              <a:extLst>
                <a:ext uri="{FF2B5EF4-FFF2-40B4-BE49-F238E27FC236}">
                  <a16:creationId xmlns:a16="http://schemas.microsoft.com/office/drawing/2014/main" id="{43E35EE0-2DEE-79ED-FF42-E020554E7DD6}"/>
                </a:ext>
              </a:extLst>
            </p:cNvPr>
            <p:cNvSpPr/>
            <p:nvPr/>
          </p:nvSpPr>
          <p:spPr>
            <a:xfrm>
              <a:off x="6190487" y="2829023"/>
              <a:ext cx="131578" cy="139913"/>
            </a:xfrm>
            <a:custGeom>
              <a:avLst/>
              <a:gdLst>
                <a:gd name="connsiteX0" fmla="*/ 65236 w 131578"/>
                <a:gd name="connsiteY0" fmla="*/ 66045 h 139913"/>
                <a:gd name="connsiteX1" fmla="*/ 85813 w 131578"/>
                <a:gd name="connsiteY1" fmla="*/ 36011 h 139913"/>
                <a:gd name="connsiteX2" fmla="*/ 114276 w 131578"/>
                <a:gd name="connsiteY2" fmla="*/ -30 h 139913"/>
                <a:gd name="connsiteX3" fmla="*/ 131549 w 131578"/>
                <a:gd name="connsiteY3" fmla="*/ 14987 h 139913"/>
                <a:gd name="connsiteX4" fmla="*/ 101509 w 131578"/>
                <a:gd name="connsiteY4" fmla="*/ 69799 h 139913"/>
                <a:gd name="connsiteX5" fmla="*/ 81683 w 131578"/>
                <a:gd name="connsiteY5" fmla="*/ 106290 h 139913"/>
                <a:gd name="connsiteX6" fmla="*/ 70343 w 131578"/>
                <a:gd name="connsiteY6" fmla="*/ 120031 h 139913"/>
                <a:gd name="connsiteX7" fmla="*/ 37524 w 131578"/>
                <a:gd name="connsiteY7" fmla="*/ 139027 h 139913"/>
                <a:gd name="connsiteX8" fmla="*/ 823 w 131578"/>
                <a:gd name="connsiteY8" fmla="*/ 116607 h 139913"/>
                <a:gd name="connsiteX9" fmla="*/ -26 w 131578"/>
                <a:gd name="connsiteY9" fmla="*/ 108993 h 139913"/>
                <a:gd name="connsiteX10" fmla="*/ 37524 w 131578"/>
                <a:gd name="connsiteY10" fmla="*/ 86468 h 139913"/>
                <a:gd name="connsiteX11" fmla="*/ 65236 w 131578"/>
                <a:gd name="connsiteY11" fmla="*/ 66045 h 13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1578" h="139913">
                  <a:moveTo>
                    <a:pt x="65236" y="66045"/>
                  </a:moveTo>
                  <a:cubicBezTo>
                    <a:pt x="72746" y="56584"/>
                    <a:pt x="78078" y="45471"/>
                    <a:pt x="85813" y="36011"/>
                  </a:cubicBezTo>
                  <a:cubicBezTo>
                    <a:pt x="96177" y="23622"/>
                    <a:pt x="107367" y="14612"/>
                    <a:pt x="114276" y="-30"/>
                  </a:cubicBezTo>
                  <a:cubicBezTo>
                    <a:pt x="117505" y="5001"/>
                    <a:pt x="128320" y="10032"/>
                    <a:pt x="131549" y="14987"/>
                  </a:cubicBezTo>
                  <a:cubicBezTo>
                    <a:pt x="119008" y="32032"/>
                    <a:pt x="106466" y="46373"/>
                    <a:pt x="101509" y="69799"/>
                  </a:cubicBezTo>
                  <a:cubicBezTo>
                    <a:pt x="99031" y="80611"/>
                    <a:pt x="87240" y="96754"/>
                    <a:pt x="81683" y="106290"/>
                  </a:cubicBezTo>
                  <a:cubicBezTo>
                    <a:pt x="78559" y="111373"/>
                    <a:pt x="74744" y="115998"/>
                    <a:pt x="70343" y="120031"/>
                  </a:cubicBezTo>
                  <a:cubicBezTo>
                    <a:pt x="61511" y="129446"/>
                    <a:pt x="50096" y="136054"/>
                    <a:pt x="37524" y="139027"/>
                  </a:cubicBezTo>
                  <a:cubicBezTo>
                    <a:pt x="21198" y="142969"/>
                    <a:pt x="4766" y="132930"/>
                    <a:pt x="823" y="116607"/>
                  </a:cubicBezTo>
                  <a:cubicBezTo>
                    <a:pt x="215" y="114114"/>
                    <a:pt x="-63" y="111554"/>
                    <a:pt x="-26" y="108993"/>
                  </a:cubicBezTo>
                  <a:cubicBezTo>
                    <a:pt x="-26" y="90597"/>
                    <a:pt x="25283" y="92324"/>
                    <a:pt x="37524" y="86468"/>
                  </a:cubicBezTo>
                  <a:cubicBezTo>
                    <a:pt x="48211" y="81880"/>
                    <a:pt x="57688" y="74890"/>
                    <a:pt x="65236" y="66045"/>
                  </a:cubicBezTo>
                  <a:close/>
                </a:path>
              </a:pathLst>
            </a:custGeom>
            <a:solidFill>
              <a:srgbClr val="E0C7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4" name="Content Placeholder 4">
              <a:extLst>
                <a:ext uri="{FF2B5EF4-FFF2-40B4-BE49-F238E27FC236}">
                  <a16:creationId xmlns:a16="http://schemas.microsoft.com/office/drawing/2014/main" id="{6A68CFC5-B838-4212-5676-CB1E78E8F038}"/>
                </a:ext>
              </a:extLst>
            </p:cNvPr>
            <p:cNvSpPr/>
            <p:nvPr/>
          </p:nvSpPr>
          <p:spPr>
            <a:xfrm>
              <a:off x="6313269" y="2792139"/>
              <a:ext cx="111600" cy="136916"/>
            </a:xfrm>
            <a:custGeom>
              <a:avLst/>
              <a:gdLst>
                <a:gd name="connsiteX0" fmla="*/ 61487 w 111600"/>
                <a:gd name="connsiteY0" fmla="*/ 2466 h 136916"/>
                <a:gd name="connsiteX1" fmla="*/ 34000 w 111600"/>
                <a:gd name="connsiteY1" fmla="*/ -11 h 136916"/>
                <a:gd name="connsiteX2" fmla="*/ 28969 w 111600"/>
                <a:gd name="connsiteY2" fmla="*/ 1340 h 136916"/>
                <a:gd name="connsiteX3" fmla="*/ 26941 w 111600"/>
                <a:gd name="connsiteY3" fmla="*/ 5545 h 136916"/>
                <a:gd name="connsiteX4" fmla="*/ 55 w 111600"/>
                <a:gd name="connsiteY4" fmla="*/ 119523 h 136916"/>
                <a:gd name="connsiteX5" fmla="*/ 55 w 111600"/>
                <a:gd name="connsiteY5" fmla="*/ 121475 h 136916"/>
                <a:gd name="connsiteX6" fmla="*/ 3360 w 111600"/>
                <a:gd name="connsiteY6" fmla="*/ 124479 h 136916"/>
                <a:gd name="connsiteX7" fmla="*/ 80337 w 111600"/>
                <a:gd name="connsiteY7" fmla="*/ 136793 h 136916"/>
                <a:gd name="connsiteX8" fmla="*/ 86871 w 111600"/>
                <a:gd name="connsiteY8" fmla="*/ 135666 h 136916"/>
                <a:gd name="connsiteX9" fmla="*/ 90250 w 111600"/>
                <a:gd name="connsiteY9" fmla="*/ 129810 h 136916"/>
                <a:gd name="connsiteX10" fmla="*/ 111053 w 111600"/>
                <a:gd name="connsiteY10" fmla="*/ 19961 h 136916"/>
                <a:gd name="connsiteX11" fmla="*/ 111053 w 111600"/>
                <a:gd name="connsiteY11" fmla="*/ 12453 h 136916"/>
                <a:gd name="connsiteX12" fmla="*/ 90551 w 111600"/>
                <a:gd name="connsiteY12" fmla="*/ 7122 h 136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600" h="136916">
                  <a:moveTo>
                    <a:pt x="61487" y="2466"/>
                  </a:moveTo>
                  <a:cubicBezTo>
                    <a:pt x="52415" y="860"/>
                    <a:pt x="43215" y="26"/>
                    <a:pt x="34000" y="-11"/>
                  </a:cubicBezTo>
                  <a:cubicBezTo>
                    <a:pt x="32221" y="-132"/>
                    <a:pt x="30448" y="342"/>
                    <a:pt x="28969" y="1340"/>
                  </a:cubicBezTo>
                  <a:cubicBezTo>
                    <a:pt x="27865" y="2489"/>
                    <a:pt x="27151" y="3961"/>
                    <a:pt x="26941" y="5545"/>
                  </a:cubicBezTo>
                  <a:cubicBezTo>
                    <a:pt x="17982" y="43538"/>
                    <a:pt x="9015" y="81530"/>
                    <a:pt x="55" y="119523"/>
                  </a:cubicBezTo>
                  <a:cubicBezTo>
                    <a:pt x="-57" y="120169"/>
                    <a:pt x="-57" y="120830"/>
                    <a:pt x="55" y="121475"/>
                  </a:cubicBezTo>
                  <a:cubicBezTo>
                    <a:pt x="55" y="122977"/>
                    <a:pt x="1933" y="123878"/>
                    <a:pt x="3360" y="124479"/>
                  </a:cubicBezTo>
                  <a:cubicBezTo>
                    <a:pt x="27016" y="135516"/>
                    <a:pt x="54202" y="136267"/>
                    <a:pt x="80337" y="136793"/>
                  </a:cubicBezTo>
                  <a:cubicBezTo>
                    <a:pt x="82583" y="137085"/>
                    <a:pt x="84858" y="136695"/>
                    <a:pt x="86871" y="135666"/>
                  </a:cubicBezTo>
                  <a:cubicBezTo>
                    <a:pt x="88651" y="134172"/>
                    <a:pt x="89845" y="132100"/>
                    <a:pt x="90250" y="129810"/>
                  </a:cubicBezTo>
                  <a:cubicBezTo>
                    <a:pt x="100464" y="93919"/>
                    <a:pt x="102567" y="56227"/>
                    <a:pt x="111053" y="19961"/>
                  </a:cubicBezTo>
                  <a:cubicBezTo>
                    <a:pt x="111744" y="17506"/>
                    <a:pt x="111744" y="14908"/>
                    <a:pt x="111053" y="12453"/>
                  </a:cubicBezTo>
                  <a:cubicBezTo>
                    <a:pt x="109025" y="6896"/>
                    <a:pt x="95507" y="7873"/>
                    <a:pt x="90551" y="7122"/>
                  </a:cubicBezTo>
                  <a:close/>
                </a:path>
              </a:pathLst>
            </a:custGeom>
            <a:noFill/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5" name="Content Placeholder 4">
              <a:extLst>
                <a:ext uri="{FF2B5EF4-FFF2-40B4-BE49-F238E27FC236}">
                  <a16:creationId xmlns:a16="http://schemas.microsoft.com/office/drawing/2014/main" id="{C9E5B21E-3872-6AE6-C44E-833566CA4CB8}"/>
                </a:ext>
              </a:extLst>
            </p:cNvPr>
            <p:cNvSpPr/>
            <p:nvPr/>
          </p:nvSpPr>
          <p:spPr>
            <a:xfrm>
              <a:off x="6127631" y="3161305"/>
              <a:ext cx="96954" cy="292179"/>
            </a:xfrm>
            <a:custGeom>
              <a:avLst/>
              <a:gdLst>
                <a:gd name="connsiteX0" fmla="*/ 22876 w 96954"/>
                <a:gd name="connsiteY0" fmla="*/ 292017 h 292179"/>
                <a:gd name="connsiteX1" fmla="*/ -29 w 96954"/>
                <a:gd name="connsiteY1" fmla="*/ 286310 h 292179"/>
                <a:gd name="connsiteX2" fmla="*/ 34742 w 96954"/>
                <a:gd name="connsiteY2" fmla="*/ 207922 h 292179"/>
                <a:gd name="connsiteX3" fmla="*/ 44280 w 96954"/>
                <a:gd name="connsiteY3" fmla="*/ 182618 h 292179"/>
                <a:gd name="connsiteX4" fmla="*/ 47659 w 96954"/>
                <a:gd name="connsiteY4" fmla="*/ 149506 h 292179"/>
                <a:gd name="connsiteX5" fmla="*/ 51940 w 96954"/>
                <a:gd name="connsiteY5" fmla="*/ 20361 h 292179"/>
                <a:gd name="connsiteX6" fmla="*/ 53818 w 96954"/>
                <a:gd name="connsiteY6" fmla="*/ 9774 h 292179"/>
                <a:gd name="connsiteX7" fmla="*/ 81379 w 96954"/>
                <a:gd name="connsiteY7" fmla="*/ 88 h 292179"/>
                <a:gd name="connsiteX8" fmla="*/ 90031 w 96954"/>
                <a:gd name="connsiteY8" fmla="*/ 6252 h 292179"/>
                <a:gd name="connsiteX9" fmla="*/ 89941 w 96954"/>
                <a:gd name="connsiteY9" fmla="*/ 9173 h 292179"/>
                <a:gd name="connsiteX10" fmla="*/ 96925 w 96954"/>
                <a:gd name="connsiteY10" fmla="*/ 46715 h 292179"/>
                <a:gd name="connsiteX11" fmla="*/ 89415 w 96954"/>
                <a:gd name="connsiteY11" fmla="*/ 147028 h 292179"/>
                <a:gd name="connsiteX12" fmla="*/ 67561 w 96954"/>
                <a:gd name="connsiteY12" fmla="*/ 207096 h 292179"/>
                <a:gd name="connsiteX13" fmla="*/ 22876 w 96954"/>
                <a:gd name="connsiteY13" fmla="*/ 292017 h 292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954" h="292179">
                  <a:moveTo>
                    <a:pt x="22876" y="292017"/>
                  </a:moveTo>
                  <a:cubicBezTo>
                    <a:pt x="14818" y="292707"/>
                    <a:pt x="6760" y="290703"/>
                    <a:pt x="-29" y="286310"/>
                  </a:cubicBezTo>
                  <a:lnTo>
                    <a:pt x="34742" y="207922"/>
                  </a:lnTo>
                  <a:cubicBezTo>
                    <a:pt x="38580" y="199753"/>
                    <a:pt x="41771" y="191291"/>
                    <a:pt x="44280" y="182618"/>
                  </a:cubicBezTo>
                  <a:cubicBezTo>
                    <a:pt x="46533" y="171724"/>
                    <a:pt x="47667" y="160634"/>
                    <a:pt x="47659" y="149506"/>
                  </a:cubicBezTo>
                  <a:lnTo>
                    <a:pt x="51940" y="20361"/>
                  </a:lnTo>
                  <a:cubicBezTo>
                    <a:pt x="51842" y="16742"/>
                    <a:pt x="52481" y="13138"/>
                    <a:pt x="53818" y="9774"/>
                  </a:cubicBezTo>
                  <a:cubicBezTo>
                    <a:pt x="58248" y="463"/>
                    <a:pt x="71015" y="-438"/>
                    <a:pt x="81379" y="88"/>
                  </a:cubicBezTo>
                  <a:cubicBezTo>
                    <a:pt x="85472" y="-595"/>
                    <a:pt x="89340" y="2160"/>
                    <a:pt x="90031" y="6252"/>
                  </a:cubicBezTo>
                  <a:cubicBezTo>
                    <a:pt x="90188" y="7221"/>
                    <a:pt x="90158" y="8212"/>
                    <a:pt x="89941" y="9173"/>
                  </a:cubicBezTo>
                  <a:cubicBezTo>
                    <a:pt x="90541" y="43111"/>
                    <a:pt x="96324" y="12402"/>
                    <a:pt x="96925" y="46715"/>
                  </a:cubicBezTo>
                  <a:cubicBezTo>
                    <a:pt x="96925" y="58654"/>
                    <a:pt x="92193" y="135315"/>
                    <a:pt x="89415" y="147028"/>
                  </a:cubicBezTo>
                  <a:cubicBezTo>
                    <a:pt x="85637" y="168157"/>
                    <a:pt x="78247" y="188483"/>
                    <a:pt x="67561" y="207096"/>
                  </a:cubicBezTo>
                  <a:cubicBezTo>
                    <a:pt x="50663" y="234502"/>
                    <a:pt x="39849" y="259430"/>
                    <a:pt x="22876" y="292017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6" name="Content Placeholder 4">
              <a:extLst>
                <a:ext uri="{FF2B5EF4-FFF2-40B4-BE49-F238E27FC236}">
                  <a16:creationId xmlns:a16="http://schemas.microsoft.com/office/drawing/2014/main" id="{A2C7D98F-7C1C-09B2-90D6-5271BBDF542D}"/>
                </a:ext>
              </a:extLst>
            </p:cNvPr>
            <p:cNvSpPr/>
            <p:nvPr/>
          </p:nvSpPr>
          <p:spPr>
            <a:xfrm>
              <a:off x="6233523" y="3170153"/>
              <a:ext cx="58784" cy="284699"/>
            </a:xfrm>
            <a:custGeom>
              <a:avLst/>
              <a:gdLst>
                <a:gd name="connsiteX0" fmla="*/ 12287 w 58784"/>
                <a:gd name="connsiteY0" fmla="*/ 6181 h 284699"/>
                <a:gd name="connsiteX1" fmla="*/ 55319 w 58784"/>
                <a:gd name="connsiteY1" fmla="*/ 775 h 284699"/>
                <a:gd name="connsiteX2" fmla="*/ 52691 w 58784"/>
                <a:gd name="connsiteY2" fmla="*/ 2878 h 284699"/>
                <a:gd name="connsiteX3" fmla="*/ 54643 w 58784"/>
                <a:gd name="connsiteY3" fmla="*/ 198623 h 284699"/>
                <a:gd name="connsiteX4" fmla="*/ 50738 w 58784"/>
                <a:gd name="connsiteY4" fmla="*/ 282943 h 284699"/>
                <a:gd name="connsiteX5" fmla="*/ 33090 w 58784"/>
                <a:gd name="connsiteY5" fmla="*/ 284670 h 284699"/>
                <a:gd name="connsiteX6" fmla="*/ 947 w 58784"/>
                <a:gd name="connsiteY6" fmla="*/ 21874 h 284699"/>
                <a:gd name="connsiteX7" fmla="*/ 6767 w 58784"/>
                <a:gd name="connsiteY7" fmla="*/ 6819 h 284699"/>
                <a:gd name="connsiteX8" fmla="*/ 12287 w 58784"/>
                <a:gd name="connsiteY8" fmla="*/ 5881 h 284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784" h="284699">
                  <a:moveTo>
                    <a:pt x="12287" y="6181"/>
                  </a:moveTo>
                  <a:lnTo>
                    <a:pt x="55319" y="775"/>
                  </a:lnTo>
                  <a:cubicBezTo>
                    <a:pt x="55995" y="-1177"/>
                    <a:pt x="52465" y="775"/>
                    <a:pt x="52691" y="2878"/>
                  </a:cubicBezTo>
                  <a:cubicBezTo>
                    <a:pt x="60058" y="67886"/>
                    <a:pt x="60719" y="133480"/>
                    <a:pt x="54643" y="198623"/>
                  </a:cubicBezTo>
                  <a:cubicBezTo>
                    <a:pt x="52015" y="226705"/>
                    <a:pt x="48110" y="254861"/>
                    <a:pt x="50738" y="282943"/>
                  </a:cubicBezTo>
                  <a:lnTo>
                    <a:pt x="33090" y="284670"/>
                  </a:lnTo>
                  <a:cubicBezTo>
                    <a:pt x="22328" y="197219"/>
                    <a:pt x="11611" y="109625"/>
                    <a:pt x="947" y="21874"/>
                  </a:cubicBezTo>
                  <a:cubicBezTo>
                    <a:pt x="-1599" y="16107"/>
                    <a:pt x="1007" y="9372"/>
                    <a:pt x="6767" y="6819"/>
                  </a:cubicBezTo>
                  <a:cubicBezTo>
                    <a:pt x="8502" y="6054"/>
                    <a:pt x="10402" y="5731"/>
                    <a:pt x="12287" y="5881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7" name="Content Placeholder 4">
              <a:extLst>
                <a:ext uri="{FF2B5EF4-FFF2-40B4-BE49-F238E27FC236}">
                  <a16:creationId xmlns:a16="http://schemas.microsoft.com/office/drawing/2014/main" id="{45D81893-0E74-2C7B-999F-99E0526B38AA}"/>
                </a:ext>
              </a:extLst>
            </p:cNvPr>
            <p:cNvSpPr/>
            <p:nvPr/>
          </p:nvSpPr>
          <p:spPr>
            <a:xfrm>
              <a:off x="6211218" y="2841713"/>
              <a:ext cx="85532" cy="373620"/>
            </a:xfrm>
            <a:custGeom>
              <a:avLst/>
              <a:gdLst>
                <a:gd name="connsiteX0" fmla="*/ 57948 w 85532"/>
                <a:gd name="connsiteY0" fmla="*/ 42468 h 373620"/>
                <a:gd name="connsiteX1" fmla="*/ 43303 w 85532"/>
                <a:gd name="connsiteY1" fmla="*/ 1172 h 373620"/>
                <a:gd name="connsiteX2" fmla="*/ -29 w 85532"/>
                <a:gd name="connsiteY2" fmla="*/ -30 h 373620"/>
                <a:gd name="connsiteX3" fmla="*/ 4852 w 85532"/>
                <a:gd name="connsiteY3" fmla="*/ 373591 h 373620"/>
                <a:gd name="connsiteX4" fmla="*/ 83031 w 85532"/>
                <a:gd name="connsiteY4" fmla="*/ 360826 h 373620"/>
                <a:gd name="connsiteX5" fmla="*/ 84984 w 85532"/>
                <a:gd name="connsiteY5" fmla="*/ 213361 h 373620"/>
                <a:gd name="connsiteX6" fmla="*/ 80027 w 85532"/>
                <a:gd name="connsiteY6" fmla="*/ 116952 h 373620"/>
                <a:gd name="connsiteX7" fmla="*/ 57948 w 85532"/>
                <a:gd name="connsiteY7" fmla="*/ 42468 h 373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2" h="373620">
                  <a:moveTo>
                    <a:pt x="57948" y="42468"/>
                  </a:moveTo>
                  <a:lnTo>
                    <a:pt x="43303" y="1172"/>
                  </a:lnTo>
                  <a:cubicBezTo>
                    <a:pt x="29898" y="9401"/>
                    <a:pt x="12896" y="8928"/>
                    <a:pt x="-29" y="-30"/>
                  </a:cubicBezTo>
                  <a:cubicBezTo>
                    <a:pt x="11161" y="124085"/>
                    <a:pt x="8007" y="249026"/>
                    <a:pt x="4852" y="373591"/>
                  </a:cubicBezTo>
                  <a:cubicBezTo>
                    <a:pt x="29613" y="363492"/>
                    <a:pt x="56341" y="359130"/>
                    <a:pt x="83031" y="360826"/>
                  </a:cubicBezTo>
                  <a:cubicBezTo>
                    <a:pt x="83632" y="311624"/>
                    <a:pt x="84285" y="262466"/>
                    <a:pt x="84984" y="213361"/>
                  </a:cubicBezTo>
                  <a:cubicBezTo>
                    <a:pt x="86456" y="181142"/>
                    <a:pt x="84796" y="148855"/>
                    <a:pt x="80027" y="116952"/>
                  </a:cubicBezTo>
                  <a:cubicBezTo>
                    <a:pt x="74605" y="91588"/>
                    <a:pt x="67223" y="66691"/>
                    <a:pt x="57948" y="42468"/>
                  </a:cubicBezTo>
                  <a:close/>
                </a:path>
              </a:pathLst>
            </a:custGeom>
            <a:solidFill>
              <a:srgbClr val="E0C7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8" name="Content Placeholder 4">
              <a:extLst>
                <a:ext uri="{FF2B5EF4-FFF2-40B4-BE49-F238E27FC236}">
                  <a16:creationId xmlns:a16="http://schemas.microsoft.com/office/drawing/2014/main" id="{4B627A5A-B5E8-0D98-5087-09AB97CD9E40}"/>
                </a:ext>
              </a:extLst>
            </p:cNvPr>
            <p:cNvSpPr/>
            <p:nvPr/>
          </p:nvSpPr>
          <p:spPr>
            <a:xfrm>
              <a:off x="6141003" y="2822715"/>
              <a:ext cx="112706" cy="406208"/>
            </a:xfrm>
            <a:custGeom>
              <a:avLst/>
              <a:gdLst>
                <a:gd name="connsiteX0" fmla="*/ 43074 w 112706"/>
                <a:gd name="connsiteY0" fmla="*/ 2674 h 406208"/>
                <a:gd name="connsiteX1" fmla="*/ 34287 w 112706"/>
                <a:gd name="connsiteY1" fmla="*/ -29 h 406208"/>
                <a:gd name="connsiteX2" fmla="*/ 25726 w 112706"/>
                <a:gd name="connsiteY2" fmla="*/ 10708 h 406208"/>
                <a:gd name="connsiteX3" fmla="*/ 13935 w 112706"/>
                <a:gd name="connsiteY3" fmla="*/ 406179 h 406208"/>
                <a:gd name="connsiteX4" fmla="*/ 103454 w 112706"/>
                <a:gd name="connsiteY4" fmla="*/ 405203 h 406208"/>
                <a:gd name="connsiteX5" fmla="*/ 110964 w 112706"/>
                <a:gd name="connsiteY5" fmla="*/ 353770 h 406208"/>
                <a:gd name="connsiteX6" fmla="*/ 81901 w 112706"/>
                <a:gd name="connsiteY6" fmla="*/ 8381 h 406208"/>
                <a:gd name="connsiteX7" fmla="*/ 43074 w 112706"/>
                <a:gd name="connsiteY7" fmla="*/ 2674 h 40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2706" h="406208">
                  <a:moveTo>
                    <a:pt x="43074" y="2674"/>
                  </a:moveTo>
                  <a:cubicBezTo>
                    <a:pt x="40498" y="880"/>
                    <a:pt x="37427" y="-66"/>
                    <a:pt x="34287" y="-29"/>
                  </a:cubicBezTo>
                  <a:cubicBezTo>
                    <a:pt x="29556" y="722"/>
                    <a:pt x="27153" y="6053"/>
                    <a:pt x="25726" y="10708"/>
                  </a:cubicBezTo>
                  <a:cubicBezTo>
                    <a:pt x="-13401" y="137676"/>
                    <a:pt x="117" y="274030"/>
                    <a:pt x="13935" y="406179"/>
                  </a:cubicBezTo>
                  <a:cubicBezTo>
                    <a:pt x="43532" y="401050"/>
                    <a:pt x="73752" y="400720"/>
                    <a:pt x="103454" y="405203"/>
                  </a:cubicBezTo>
                  <a:cubicBezTo>
                    <a:pt x="108208" y="388466"/>
                    <a:pt x="110731" y="371167"/>
                    <a:pt x="110964" y="353770"/>
                  </a:cubicBezTo>
                  <a:cubicBezTo>
                    <a:pt x="116965" y="237854"/>
                    <a:pt x="107187" y="121661"/>
                    <a:pt x="81901" y="8381"/>
                  </a:cubicBezTo>
                  <a:cubicBezTo>
                    <a:pt x="68683" y="10949"/>
                    <a:pt x="54992" y="8936"/>
                    <a:pt x="43074" y="2674"/>
                  </a:cubicBezTo>
                  <a:close/>
                </a:path>
              </a:pathLst>
            </a:custGeom>
            <a:solidFill>
              <a:srgbClr val="EFEFE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9" name="Content Placeholder 4">
              <a:extLst>
                <a:ext uri="{FF2B5EF4-FFF2-40B4-BE49-F238E27FC236}">
                  <a16:creationId xmlns:a16="http://schemas.microsoft.com/office/drawing/2014/main" id="{CD0132C3-F196-4C86-CD9B-42FF2D1A6C6B}"/>
                </a:ext>
              </a:extLst>
            </p:cNvPr>
            <p:cNvSpPr/>
            <p:nvPr/>
          </p:nvSpPr>
          <p:spPr>
            <a:xfrm>
              <a:off x="6241032" y="2826546"/>
              <a:ext cx="95001" cy="397272"/>
            </a:xfrm>
            <a:custGeom>
              <a:avLst/>
              <a:gdLst>
                <a:gd name="connsiteX0" fmla="*/ 32940 w 95001"/>
                <a:gd name="connsiteY0" fmla="*/ 31356 h 397272"/>
                <a:gd name="connsiteX1" fmla="*/ 16718 w 95001"/>
                <a:gd name="connsiteY1" fmla="*/ -30 h 397272"/>
                <a:gd name="connsiteX2" fmla="*/ -29 w 95001"/>
                <a:gd name="connsiteY2" fmla="*/ 7479 h 397272"/>
                <a:gd name="connsiteX3" fmla="*/ 36695 w 95001"/>
                <a:gd name="connsiteY3" fmla="*/ 282739 h 397272"/>
                <a:gd name="connsiteX4" fmla="*/ 37521 w 95001"/>
                <a:gd name="connsiteY4" fmla="*/ 397243 h 397272"/>
                <a:gd name="connsiteX5" fmla="*/ 94972 w 95001"/>
                <a:gd name="connsiteY5" fmla="*/ 394014 h 397272"/>
                <a:gd name="connsiteX6" fmla="*/ 74094 w 95001"/>
                <a:gd name="connsiteY6" fmla="*/ 294752 h 397272"/>
                <a:gd name="connsiteX7" fmla="*/ 78150 w 95001"/>
                <a:gd name="connsiteY7" fmla="*/ 232432 h 397272"/>
                <a:gd name="connsiteX8" fmla="*/ 32940 w 95001"/>
                <a:gd name="connsiteY8" fmla="*/ 31356 h 397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5001" h="397272">
                  <a:moveTo>
                    <a:pt x="32940" y="31356"/>
                  </a:moveTo>
                  <a:cubicBezTo>
                    <a:pt x="26864" y="21249"/>
                    <a:pt x="21449" y="10767"/>
                    <a:pt x="16718" y="-30"/>
                  </a:cubicBezTo>
                  <a:cubicBezTo>
                    <a:pt x="12550" y="4858"/>
                    <a:pt x="6399" y="7614"/>
                    <a:pt x="-29" y="7479"/>
                  </a:cubicBezTo>
                  <a:cubicBezTo>
                    <a:pt x="34892" y="93826"/>
                    <a:pt x="36094" y="189634"/>
                    <a:pt x="36695" y="282739"/>
                  </a:cubicBezTo>
                  <a:cubicBezTo>
                    <a:pt x="36995" y="320934"/>
                    <a:pt x="37273" y="359099"/>
                    <a:pt x="37521" y="397243"/>
                  </a:cubicBezTo>
                  <a:cubicBezTo>
                    <a:pt x="56333" y="392797"/>
                    <a:pt x="75784" y="391701"/>
                    <a:pt x="94972" y="394014"/>
                  </a:cubicBezTo>
                  <a:cubicBezTo>
                    <a:pt x="82348" y="362373"/>
                    <a:pt x="75288" y="328795"/>
                    <a:pt x="74094" y="294752"/>
                  </a:cubicBezTo>
                  <a:cubicBezTo>
                    <a:pt x="74094" y="273954"/>
                    <a:pt x="76873" y="253230"/>
                    <a:pt x="78150" y="232432"/>
                  </a:cubicBezTo>
                  <a:cubicBezTo>
                    <a:pt x="82303" y="162491"/>
                    <a:pt x="66630" y="92790"/>
                    <a:pt x="32940" y="31356"/>
                  </a:cubicBezTo>
                  <a:close/>
                </a:path>
              </a:pathLst>
            </a:custGeom>
            <a:solidFill>
              <a:srgbClr val="EFEFE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0" name="Content Placeholder 4">
              <a:extLst>
                <a:ext uri="{FF2B5EF4-FFF2-40B4-BE49-F238E27FC236}">
                  <a16:creationId xmlns:a16="http://schemas.microsoft.com/office/drawing/2014/main" id="{F63934DD-4B6B-7504-EE48-CFB8B8B620FC}"/>
                </a:ext>
              </a:extLst>
            </p:cNvPr>
            <p:cNvSpPr/>
            <p:nvPr/>
          </p:nvSpPr>
          <p:spPr>
            <a:xfrm>
              <a:off x="6192349" y="2716283"/>
              <a:ext cx="69132" cy="106496"/>
            </a:xfrm>
            <a:custGeom>
              <a:avLst/>
              <a:gdLst>
                <a:gd name="connsiteX0" fmla="*/ 22294 w 69132"/>
                <a:gd name="connsiteY0" fmla="*/ 101223 h 106496"/>
                <a:gd name="connsiteX1" fmla="*/ 9452 w 69132"/>
                <a:gd name="connsiteY1" fmla="*/ 83953 h 106496"/>
                <a:gd name="connsiteX2" fmla="*/ -11 w 69132"/>
                <a:gd name="connsiteY2" fmla="*/ 39654 h 106496"/>
                <a:gd name="connsiteX3" fmla="*/ 31231 w 69132"/>
                <a:gd name="connsiteY3" fmla="*/ 84 h 106496"/>
                <a:gd name="connsiteX4" fmla="*/ 66227 w 69132"/>
                <a:gd name="connsiteY4" fmla="*/ 44008 h 106496"/>
                <a:gd name="connsiteX5" fmla="*/ 63599 w 69132"/>
                <a:gd name="connsiteY5" fmla="*/ 87933 h 106496"/>
                <a:gd name="connsiteX6" fmla="*/ 22294 w 69132"/>
                <a:gd name="connsiteY6" fmla="*/ 101223 h 106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132" h="106496">
                  <a:moveTo>
                    <a:pt x="22294" y="101223"/>
                  </a:moveTo>
                  <a:cubicBezTo>
                    <a:pt x="16556" y="96703"/>
                    <a:pt x="12125" y="90748"/>
                    <a:pt x="9452" y="83953"/>
                  </a:cubicBezTo>
                  <a:cubicBezTo>
                    <a:pt x="2933" y="70108"/>
                    <a:pt x="-304" y="54948"/>
                    <a:pt x="-11" y="39654"/>
                  </a:cubicBezTo>
                  <a:cubicBezTo>
                    <a:pt x="1191" y="22384"/>
                    <a:pt x="12531" y="2111"/>
                    <a:pt x="31231" y="84"/>
                  </a:cubicBezTo>
                  <a:cubicBezTo>
                    <a:pt x="53010" y="-2019"/>
                    <a:pt x="61271" y="25538"/>
                    <a:pt x="66227" y="44008"/>
                  </a:cubicBezTo>
                  <a:cubicBezTo>
                    <a:pt x="70823" y="58470"/>
                    <a:pt x="69885" y="74125"/>
                    <a:pt x="63599" y="87933"/>
                  </a:cubicBezTo>
                  <a:cubicBezTo>
                    <a:pt x="53535" y="107154"/>
                    <a:pt x="35737" y="111134"/>
                    <a:pt x="22294" y="101223"/>
                  </a:cubicBezTo>
                  <a:close/>
                </a:path>
              </a:pathLst>
            </a:custGeom>
            <a:solidFill>
              <a:srgbClr val="E8DBD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1" name="Content Placeholder 4">
              <a:extLst>
                <a:ext uri="{FF2B5EF4-FFF2-40B4-BE49-F238E27FC236}">
                  <a16:creationId xmlns:a16="http://schemas.microsoft.com/office/drawing/2014/main" id="{9C7C3D75-E345-05A8-A3EC-8FAE3CAF63D9}"/>
                </a:ext>
              </a:extLst>
            </p:cNvPr>
            <p:cNvSpPr/>
            <p:nvPr/>
          </p:nvSpPr>
          <p:spPr>
            <a:xfrm>
              <a:off x="6155261" y="2699761"/>
              <a:ext cx="99514" cy="155431"/>
            </a:xfrm>
            <a:custGeom>
              <a:avLst/>
              <a:gdLst>
                <a:gd name="connsiteX0" fmla="*/ 5910 w 99514"/>
                <a:gd name="connsiteY0" fmla="*/ 126455 h 155431"/>
                <a:gd name="connsiteX1" fmla="*/ 10567 w 99514"/>
                <a:gd name="connsiteY1" fmla="*/ 105882 h 155431"/>
                <a:gd name="connsiteX2" fmla="*/ 3057 w 99514"/>
                <a:gd name="connsiteY2" fmla="*/ 66688 h 155431"/>
                <a:gd name="connsiteX3" fmla="*/ 8389 w 99514"/>
                <a:gd name="connsiteY3" fmla="*/ 28094 h 155431"/>
                <a:gd name="connsiteX4" fmla="*/ 70947 w 99514"/>
                <a:gd name="connsiteY4" fmla="*/ 839 h 155431"/>
                <a:gd name="connsiteX5" fmla="*/ 72900 w 99514"/>
                <a:gd name="connsiteY5" fmla="*/ 1289 h 155431"/>
                <a:gd name="connsiteX6" fmla="*/ 94679 w 99514"/>
                <a:gd name="connsiteY6" fmla="*/ 23814 h 155431"/>
                <a:gd name="connsiteX7" fmla="*/ 99485 w 99514"/>
                <a:gd name="connsiteY7" fmla="*/ 44688 h 155431"/>
                <a:gd name="connsiteX8" fmla="*/ 99034 w 99514"/>
                <a:gd name="connsiteY8" fmla="*/ 47541 h 155431"/>
                <a:gd name="connsiteX9" fmla="*/ 90623 w 99514"/>
                <a:gd name="connsiteY9" fmla="*/ 31398 h 155431"/>
                <a:gd name="connsiteX10" fmla="*/ 66291 w 99514"/>
                <a:gd name="connsiteY10" fmla="*/ 39282 h 155431"/>
                <a:gd name="connsiteX11" fmla="*/ 39030 w 99514"/>
                <a:gd name="connsiteY11" fmla="*/ 48067 h 155431"/>
                <a:gd name="connsiteX12" fmla="*/ 44362 w 99514"/>
                <a:gd name="connsiteY12" fmla="*/ 63684 h 155431"/>
                <a:gd name="connsiteX13" fmla="*/ 53674 w 99514"/>
                <a:gd name="connsiteY13" fmla="*/ 84483 h 155431"/>
                <a:gd name="connsiteX14" fmla="*/ 59081 w 99514"/>
                <a:gd name="connsiteY14" fmla="*/ 141997 h 155431"/>
                <a:gd name="connsiteX15" fmla="*/ 25684 w 99514"/>
                <a:gd name="connsiteY15" fmla="*/ 152629 h 155431"/>
                <a:gd name="connsiteX16" fmla="*/ 18903 w 99514"/>
                <a:gd name="connsiteY16" fmla="*/ 147479 h 155431"/>
                <a:gd name="connsiteX17" fmla="*/ 5910 w 99514"/>
                <a:gd name="connsiteY17" fmla="*/ 126455 h 155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9514" h="155431">
                  <a:moveTo>
                    <a:pt x="5910" y="126455"/>
                  </a:moveTo>
                  <a:cubicBezTo>
                    <a:pt x="5009" y="119472"/>
                    <a:pt x="9515" y="112714"/>
                    <a:pt x="10567" y="105882"/>
                  </a:cubicBezTo>
                  <a:cubicBezTo>
                    <a:pt x="11648" y="92381"/>
                    <a:pt x="9050" y="78836"/>
                    <a:pt x="3057" y="66688"/>
                  </a:cubicBezTo>
                  <a:cubicBezTo>
                    <a:pt x="-2501" y="53833"/>
                    <a:pt x="-450" y="38959"/>
                    <a:pt x="8389" y="28094"/>
                  </a:cubicBezTo>
                  <a:cubicBezTo>
                    <a:pt x="21997" y="7423"/>
                    <a:pt x="46532" y="-3269"/>
                    <a:pt x="70947" y="839"/>
                  </a:cubicBezTo>
                  <a:lnTo>
                    <a:pt x="72900" y="1289"/>
                  </a:lnTo>
                  <a:cubicBezTo>
                    <a:pt x="82280" y="6410"/>
                    <a:pt x="89880" y="14264"/>
                    <a:pt x="94679" y="23814"/>
                  </a:cubicBezTo>
                  <a:cubicBezTo>
                    <a:pt x="97780" y="30339"/>
                    <a:pt x="99417" y="37465"/>
                    <a:pt x="99485" y="44688"/>
                  </a:cubicBezTo>
                  <a:cubicBezTo>
                    <a:pt x="99417" y="45649"/>
                    <a:pt x="99267" y="46602"/>
                    <a:pt x="99034" y="47541"/>
                  </a:cubicBezTo>
                  <a:cubicBezTo>
                    <a:pt x="97382" y="40032"/>
                    <a:pt x="94603" y="32524"/>
                    <a:pt x="90623" y="31398"/>
                  </a:cubicBezTo>
                  <a:cubicBezTo>
                    <a:pt x="86643" y="30272"/>
                    <a:pt x="71398" y="38906"/>
                    <a:pt x="66291" y="39282"/>
                  </a:cubicBezTo>
                  <a:cubicBezTo>
                    <a:pt x="57729" y="40183"/>
                    <a:pt x="41733" y="37104"/>
                    <a:pt x="39030" y="48067"/>
                  </a:cubicBezTo>
                  <a:cubicBezTo>
                    <a:pt x="38721" y="53765"/>
                    <a:pt x="40629" y="59367"/>
                    <a:pt x="44362" y="63684"/>
                  </a:cubicBezTo>
                  <a:cubicBezTo>
                    <a:pt x="50370" y="73070"/>
                    <a:pt x="52547" y="73746"/>
                    <a:pt x="53674" y="84483"/>
                  </a:cubicBezTo>
                  <a:cubicBezTo>
                    <a:pt x="56002" y="106332"/>
                    <a:pt x="71548" y="122025"/>
                    <a:pt x="59081" y="141997"/>
                  </a:cubicBezTo>
                  <a:cubicBezTo>
                    <a:pt x="52795" y="154153"/>
                    <a:pt x="37843" y="158914"/>
                    <a:pt x="25684" y="152629"/>
                  </a:cubicBezTo>
                  <a:cubicBezTo>
                    <a:pt x="23146" y="151315"/>
                    <a:pt x="20848" y="149573"/>
                    <a:pt x="18903" y="147479"/>
                  </a:cubicBezTo>
                  <a:cubicBezTo>
                    <a:pt x="12647" y="141862"/>
                    <a:pt x="8133" y="134564"/>
                    <a:pt x="5910" y="126455"/>
                  </a:cubicBezTo>
                  <a:close/>
                </a:path>
              </a:pathLst>
            </a:custGeom>
            <a:solidFill>
              <a:srgbClr val="EFAB5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2" name="Content Placeholder 4">
              <a:extLst>
                <a:ext uri="{FF2B5EF4-FFF2-40B4-BE49-F238E27FC236}">
                  <a16:creationId xmlns:a16="http://schemas.microsoft.com/office/drawing/2014/main" id="{B404BFE6-B362-6EE6-4BD2-8B08C0577908}"/>
                </a:ext>
              </a:extLst>
            </p:cNvPr>
            <p:cNvSpPr/>
            <p:nvPr/>
          </p:nvSpPr>
          <p:spPr>
            <a:xfrm>
              <a:off x="6263064" y="3449747"/>
              <a:ext cx="59008" cy="21418"/>
            </a:xfrm>
            <a:custGeom>
              <a:avLst/>
              <a:gdLst>
                <a:gd name="connsiteX0" fmla="*/ 18569 w 59008"/>
                <a:gd name="connsiteY0" fmla="*/ 16940 h 21418"/>
                <a:gd name="connsiteX1" fmla="*/ 16466 w 59008"/>
                <a:gd name="connsiteY1" fmla="*/ 20995 h 21418"/>
                <a:gd name="connsiteX2" fmla="*/ 7604 w 59008"/>
                <a:gd name="connsiteY2" fmla="*/ 20995 h 21418"/>
                <a:gd name="connsiteX3" fmla="*/ 5351 w 59008"/>
                <a:gd name="connsiteY3" fmla="*/ 20319 h 21418"/>
                <a:gd name="connsiteX4" fmla="*/ 4074 w 59008"/>
                <a:gd name="connsiteY4" fmla="*/ 19043 h 21418"/>
                <a:gd name="connsiteX5" fmla="*/ 19 w 59008"/>
                <a:gd name="connsiteY5" fmla="*/ 14162 h 21418"/>
                <a:gd name="connsiteX6" fmla="*/ 770 w 59008"/>
                <a:gd name="connsiteY6" fmla="*/ 10182 h 21418"/>
                <a:gd name="connsiteX7" fmla="*/ 3473 w 59008"/>
                <a:gd name="connsiteY7" fmla="*/ 1473 h 21418"/>
                <a:gd name="connsiteX8" fmla="*/ 21122 w 59008"/>
                <a:gd name="connsiteY8" fmla="*/ -29 h 21418"/>
                <a:gd name="connsiteX9" fmla="*/ 22999 w 59008"/>
                <a:gd name="connsiteY9" fmla="*/ 5527 h 21418"/>
                <a:gd name="connsiteX10" fmla="*/ 40873 w 59008"/>
                <a:gd name="connsiteY10" fmla="*/ 6879 h 21418"/>
                <a:gd name="connsiteX11" fmla="*/ 49810 w 59008"/>
                <a:gd name="connsiteY11" fmla="*/ 7254 h 21418"/>
                <a:gd name="connsiteX12" fmla="*/ 57921 w 59008"/>
                <a:gd name="connsiteY12" fmla="*/ 7930 h 21418"/>
                <a:gd name="connsiteX13" fmla="*/ 58897 w 59008"/>
                <a:gd name="connsiteY13" fmla="*/ 12660 h 21418"/>
                <a:gd name="connsiteX14" fmla="*/ 56569 w 59008"/>
                <a:gd name="connsiteY14" fmla="*/ 15363 h 21418"/>
                <a:gd name="connsiteX15" fmla="*/ 18569 w 59008"/>
                <a:gd name="connsiteY15" fmla="*/ 16940 h 21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9008" h="21418">
                  <a:moveTo>
                    <a:pt x="18569" y="16940"/>
                  </a:moveTo>
                  <a:cubicBezTo>
                    <a:pt x="21197" y="18742"/>
                    <a:pt x="18043" y="20694"/>
                    <a:pt x="16466" y="20995"/>
                  </a:cubicBezTo>
                  <a:cubicBezTo>
                    <a:pt x="13537" y="21520"/>
                    <a:pt x="10533" y="21520"/>
                    <a:pt x="7604" y="20995"/>
                  </a:cubicBezTo>
                  <a:cubicBezTo>
                    <a:pt x="6808" y="20957"/>
                    <a:pt x="6034" y="20724"/>
                    <a:pt x="5351" y="20319"/>
                  </a:cubicBezTo>
                  <a:cubicBezTo>
                    <a:pt x="4855" y="19974"/>
                    <a:pt x="4420" y="19538"/>
                    <a:pt x="4074" y="19043"/>
                  </a:cubicBezTo>
                  <a:cubicBezTo>
                    <a:pt x="3023" y="17766"/>
                    <a:pt x="545" y="15739"/>
                    <a:pt x="19" y="14162"/>
                  </a:cubicBezTo>
                  <a:cubicBezTo>
                    <a:pt x="-146" y="12788"/>
                    <a:pt x="117" y="11399"/>
                    <a:pt x="770" y="10182"/>
                  </a:cubicBezTo>
                  <a:cubicBezTo>
                    <a:pt x="2429" y="7569"/>
                    <a:pt x="3361" y="4566"/>
                    <a:pt x="3473" y="1473"/>
                  </a:cubicBezTo>
                  <a:cubicBezTo>
                    <a:pt x="9301" y="451"/>
                    <a:pt x="15204" y="-51"/>
                    <a:pt x="21122" y="-29"/>
                  </a:cubicBezTo>
                  <a:cubicBezTo>
                    <a:pt x="21798" y="2073"/>
                    <a:pt x="23600" y="3725"/>
                    <a:pt x="22999" y="5527"/>
                  </a:cubicBezTo>
                  <a:cubicBezTo>
                    <a:pt x="28992" y="5317"/>
                    <a:pt x="34985" y="5775"/>
                    <a:pt x="40873" y="6879"/>
                  </a:cubicBezTo>
                  <a:cubicBezTo>
                    <a:pt x="43847" y="7157"/>
                    <a:pt x="46829" y="7284"/>
                    <a:pt x="49810" y="7254"/>
                  </a:cubicBezTo>
                  <a:cubicBezTo>
                    <a:pt x="52138" y="7254"/>
                    <a:pt x="56419" y="5752"/>
                    <a:pt x="57921" y="7930"/>
                  </a:cubicBezTo>
                  <a:cubicBezTo>
                    <a:pt x="58807" y="9341"/>
                    <a:pt x="59153" y="11016"/>
                    <a:pt x="58897" y="12660"/>
                  </a:cubicBezTo>
                  <a:cubicBezTo>
                    <a:pt x="58544" y="13854"/>
                    <a:pt x="57696" y="14838"/>
                    <a:pt x="56569" y="15363"/>
                  </a:cubicBezTo>
                  <a:cubicBezTo>
                    <a:pt x="44553" y="21520"/>
                    <a:pt x="31260" y="15514"/>
                    <a:pt x="18569" y="16940"/>
                  </a:cubicBezTo>
                  <a:close/>
                </a:path>
              </a:pathLst>
            </a:custGeom>
            <a:solidFill>
              <a:srgbClr val="826F5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3" name="Content Placeholder 4">
              <a:extLst>
                <a:ext uri="{FF2B5EF4-FFF2-40B4-BE49-F238E27FC236}">
                  <a16:creationId xmlns:a16="http://schemas.microsoft.com/office/drawing/2014/main" id="{E6A8A64B-1C79-C11B-F817-C405A16AA6C5}"/>
                </a:ext>
              </a:extLst>
            </p:cNvPr>
            <p:cNvSpPr/>
            <p:nvPr/>
          </p:nvSpPr>
          <p:spPr>
            <a:xfrm>
              <a:off x="6120497" y="3442839"/>
              <a:ext cx="59798" cy="38986"/>
            </a:xfrm>
            <a:custGeom>
              <a:avLst/>
              <a:gdLst>
                <a:gd name="connsiteX0" fmla="*/ 17169 w 59798"/>
                <a:gd name="connsiteY0" fmla="*/ 23622 h 38986"/>
                <a:gd name="connsiteX1" fmla="*/ 13339 w 59798"/>
                <a:gd name="connsiteY1" fmla="*/ 26700 h 38986"/>
                <a:gd name="connsiteX2" fmla="*/ 4477 w 59798"/>
                <a:gd name="connsiteY2" fmla="*/ 23171 h 38986"/>
                <a:gd name="connsiteX3" fmla="*/ 2524 w 59798"/>
                <a:gd name="connsiteY3" fmla="*/ 21519 h 38986"/>
                <a:gd name="connsiteX4" fmla="*/ 1848 w 59798"/>
                <a:gd name="connsiteY4" fmla="*/ 19642 h 38986"/>
                <a:gd name="connsiteX5" fmla="*/ -29 w 59798"/>
                <a:gd name="connsiteY5" fmla="*/ 13035 h 38986"/>
                <a:gd name="connsiteX6" fmla="*/ 2449 w 59798"/>
                <a:gd name="connsiteY6" fmla="*/ 9506 h 38986"/>
                <a:gd name="connsiteX7" fmla="*/ 9584 w 59798"/>
                <a:gd name="connsiteY7" fmla="*/ -30 h 38986"/>
                <a:gd name="connsiteX8" fmla="*/ 30086 w 59798"/>
                <a:gd name="connsiteY8" fmla="*/ 9506 h 38986"/>
                <a:gd name="connsiteX9" fmla="*/ 26406 w 59798"/>
                <a:gd name="connsiteY9" fmla="*/ 14537 h 38986"/>
                <a:gd name="connsiteX10" fmla="*/ 43454 w 59798"/>
                <a:gd name="connsiteY10" fmla="*/ 23697 h 38986"/>
                <a:gd name="connsiteX11" fmla="*/ 52090 w 59798"/>
                <a:gd name="connsiteY11" fmla="*/ 27977 h 38986"/>
                <a:gd name="connsiteX12" fmla="*/ 59600 w 59798"/>
                <a:gd name="connsiteY12" fmla="*/ 32182 h 38986"/>
                <a:gd name="connsiteX13" fmla="*/ 59600 w 59798"/>
                <a:gd name="connsiteY13" fmla="*/ 35185 h 38986"/>
                <a:gd name="connsiteX14" fmla="*/ 58699 w 59798"/>
                <a:gd name="connsiteY14" fmla="*/ 37287 h 38986"/>
                <a:gd name="connsiteX15" fmla="*/ 55169 w 59798"/>
                <a:gd name="connsiteY15" fmla="*/ 38939 h 38986"/>
                <a:gd name="connsiteX16" fmla="*/ 17169 w 59798"/>
                <a:gd name="connsiteY16" fmla="*/ 23622 h 38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9798" h="38986">
                  <a:moveTo>
                    <a:pt x="17169" y="23622"/>
                  </a:moveTo>
                  <a:cubicBezTo>
                    <a:pt x="18971" y="26550"/>
                    <a:pt x="14991" y="27076"/>
                    <a:pt x="13339" y="26700"/>
                  </a:cubicBezTo>
                  <a:cubicBezTo>
                    <a:pt x="10207" y="26032"/>
                    <a:pt x="7211" y="24838"/>
                    <a:pt x="4477" y="23171"/>
                  </a:cubicBezTo>
                  <a:cubicBezTo>
                    <a:pt x="3726" y="22744"/>
                    <a:pt x="3065" y="22188"/>
                    <a:pt x="2524" y="21519"/>
                  </a:cubicBezTo>
                  <a:cubicBezTo>
                    <a:pt x="2224" y="20926"/>
                    <a:pt x="1991" y="20296"/>
                    <a:pt x="1848" y="19642"/>
                  </a:cubicBezTo>
                  <a:cubicBezTo>
                    <a:pt x="902" y="17540"/>
                    <a:pt x="271" y="15318"/>
                    <a:pt x="-29" y="13035"/>
                  </a:cubicBezTo>
                  <a:cubicBezTo>
                    <a:pt x="361" y="11608"/>
                    <a:pt x="1240" y="10362"/>
                    <a:pt x="2449" y="9506"/>
                  </a:cubicBezTo>
                  <a:cubicBezTo>
                    <a:pt x="5468" y="6863"/>
                    <a:pt x="7901" y="3612"/>
                    <a:pt x="9584" y="-30"/>
                  </a:cubicBezTo>
                  <a:cubicBezTo>
                    <a:pt x="16666" y="2576"/>
                    <a:pt x="23530" y="5767"/>
                    <a:pt x="30086" y="9506"/>
                  </a:cubicBezTo>
                  <a:cubicBezTo>
                    <a:pt x="27833" y="11533"/>
                    <a:pt x="27758" y="13035"/>
                    <a:pt x="26406" y="14537"/>
                  </a:cubicBezTo>
                  <a:cubicBezTo>
                    <a:pt x="32392" y="16992"/>
                    <a:pt x="38099" y="20063"/>
                    <a:pt x="43454" y="23697"/>
                  </a:cubicBezTo>
                  <a:cubicBezTo>
                    <a:pt x="46308" y="25274"/>
                    <a:pt x="49161" y="26700"/>
                    <a:pt x="52090" y="27977"/>
                  </a:cubicBezTo>
                  <a:cubicBezTo>
                    <a:pt x="55019" y="29253"/>
                    <a:pt x="59600" y="29403"/>
                    <a:pt x="59600" y="32182"/>
                  </a:cubicBezTo>
                  <a:cubicBezTo>
                    <a:pt x="59825" y="33173"/>
                    <a:pt x="59825" y="34194"/>
                    <a:pt x="59600" y="35185"/>
                  </a:cubicBezTo>
                  <a:cubicBezTo>
                    <a:pt x="59428" y="35936"/>
                    <a:pt x="59120" y="36642"/>
                    <a:pt x="58699" y="37287"/>
                  </a:cubicBezTo>
                  <a:cubicBezTo>
                    <a:pt x="57835" y="38346"/>
                    <a:pt x="56536" y="38954"/>
                    <a:pt x="55169" y="38939"/>
                  </a:cubicBezTo>
                  <a:cubicBezTo>
                    <a:pt x="40750" y="39465"/>
                    <a:pt x="30311" y="27752"/>
                    <a:pt x="17169" y="23622"/>
                  </a:cubicBezTo>
                  <a:close/>
                </a:path>
              </a:pathLst>
            </a:custGeom>
            <a:solidFill>
              <a:srgbClr val="826F5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4" name="Content Placeholder 4">
              <a:extLst>
                <a:ext uri="{FF2B5EF4-FFF2-40B4-BE49-F238E27FC236}">
                  <a16:creationId xmlns:a16="http://schemas.microsoft.com/office/drawing/2014/main" id="{7E72795C-4319-BD2F-36F4-4B1717307505}"/>
                </a:ext>
              </a:extLst>
            </p:cNvPr>
            <p:cNvSpPr/>
            <p:nvPr/>
          </p:nvSpPr>
          <p:spPr>
            <a:xfrm>
              <a:off x="6170664" y="3068215"/>
              <a:ext cx="66781" cy="91912"/>
            </a:xfrm>
            <a:custGeom>
              <a:avLst/>
              <a:gdLst>
                <a:gd name="connsiteX0" fmla="*/ 57873 w 66781"/>
                <a:gd name="connsiteY0" fmla="*/ 674 h 91912"/>
                <a:gd name="connsiteX1" fmla="*/ -29 w 66781"/>
                <a:gd name="connsiteY1" fmla="*/ 3977 h 91912"/>
                <a:gd name="connsiteX2" fmla="*/ 947 w 66781"/>
                <a:gd name="connsiteY2" fmla="*/ 46550 h 91912"/>
                <a:gd name="connsiteX3" fmla="*/ 8006 w 66781"/>
                <a:gd name="connsiteY3" fmla="*/ 77936 h 91912"/>
                <a:gd name="connsiteX4" fmla="*/ 49462 w 66781"/>
                <a:gd name="connsiteY4" fmla="*/ 87209 h 91912"/>
                <a:gd name="connsiteX5" fmla="*/ 55169 w 66781"/>
                <a:gd name="connsiteY5" fmla="*/ 82516 h 91912"/>
                <a:gd name="connsiteX6" fmla="*/ 66660 w 66781"/>
                <a:gd name="connsiteY6" fmla="*/ 46475 h 91912"/>
                <a:gd name="connsiteX7" fmla="*/ 61703 w 66781"/>
                <a:gd name="connsiteY7" fmla="*/ -2 h 91912"/>
                <a:gd name="connsiteX8" fmla="*/ 57873 w 66781"/>
                <a:gd name="connsiteY8" fmla="*/ 674 h 9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781" h="91912">
                  <a:moveTo>
                    <a:pt x="57873" y="674"/>
                  </a:moveTo>
                  <a:cubicBezTo>
                    <a:pt x="39263" y="7184"/>
                    <a:pt x="19196" y="8325"/>
                    <a:pt x="-29" y="3977"/>
                  </a:cubicBezTo>
                  <a:cubicBezTo>
                    <a:pt x="571" y="18619"/>
                    <a:pt x="346" y="31909"/>
                    <a:pt x="947" y="46550"/>
                  </a:cubicBezTo>
                  <a:cubicBezTo>
                    <a:pt x="451" y="57453"/>
                    <a:pt x="2892" y="68295"/>
                    <a:pt x="8006" y="77936"/>
                  </a:cubicBezTo>
                  <a:cubicBezTo>
                    <a:pt x="16891" y="91939"/>
                    <a:pt x="35455" y="96091"/>
                    <a:pt x="49462" y="87209"/>
                  </a:cubicBezTo>
                  <a:cubicBezTo>
                    <a:pt x="51549" y="85887"/>
                    <a:pt x="53464" y="84310"/>
                    <a:pt x="55169" y="82516"/>
                  </a:cubicBezTo>
                  <a:cubicBezTo>
                    <a:pt x="63340" y="72342"/>
                    <a:pt x="67433" y="59495"/>
                    <a:pt x="66660" y="46475"/>
                  </a:cubicBezTo>
                  <a:cubicBezTo>
                    <a:pt x="67043" y="30835"/>
                    <a:pt x="65375" y="15210"/>
                    <a:pt x="61703" y="-2"/>
                  </a:cubicBezTo>
                  <a:cubicBezTo>
                    <a:pt x="60389" y="-115"/>
                    <a:pt x="59067" y="118"/>
                    <a:pt x="57873" y="674"/>
                  </a:cubicBezTo>
                  <a:close/>
                </a:path>
              </a:pathLst>
            </a:custGeom>
            <a:solidFill>
              <a:srgbClr val="E6E6E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5" name="Content Placeholder 4">
              <a:extLst>
                <a:ext uri="{FF2B5EF4-FFF2-40B4-BE49-F238E27FC236}">
                  <a16:creationId xmlns:a16="http://schemas.microsoft.com/office/drawing/2014/main" id="{48985472-FAE5-3FE1-2D04-DFFF5F93FD7C}"/>
                </a:ext>
              </a:extLst>
            </p:cNvPr>
            <p:cNvSpPr/>
            <p:nvPr/>
          </p:nvSpPr>
          <p:spPr>
            <a:xfrm>
              <a:off x="6288646" y="3066907"/>
              <a:ext cx="32524" cy="91801"/>
            </a:xfrm>
            <a:custGeom>
              <a:avLst/>
              <a:gdLst>
                <a:gd name="connsiteX0" fmla="*/ 28133 w 32524"/>
                <a:gd name="connsiteY0" fmla="*/ 781 h 91801"/>
                <a:gd name="connsiteX1" fmla="*/ -29 w 32524"/>
                <a:gd name="connsiteY1" fmla="*/ 4009 h 91801"/>
                <a:gd name="connsiteX2" fmla="*/ 421 w 32524"/>
                <a:gd name="connsiteY2" fmla="*/ 46582 h 91801"/>
                <a:gd name="connsiteX3" fmla="*/ 3876 w 32524"/>
                <a:gd name="connsiteY3" fmla="*/ 77967 h 91801"/>
                <a:gd name="connsiteX4" fmla="*/ 14841 w 32524"/>
                <a:gd name="connsiteY4" fmla="*/ 91633 h 91801"/>
                <a:gd name="connsiteX5" fmla="*/ 26781 w 32524"/>
                <a:gd name="connsiteY5" fmla="*/ 82548 h 91801"/>
                <a:gd name="connsiteX6" fmla="*/ 32414 w 32524"/>
                <a:gd name="connsiteY6" fmla="*/ 46582 h 91801"/>
                <a:gd name="connsiteX7" fmla="*/ 30011 w 32524"/>
                <a:gd name="connsiteY7" fmla="*/ 30 h 91801"/>
                <a:gd name="connsiteX8" fmla="*/ 28133 w 32524"/>
                <a:gd name="connsiteY8" fmla="*/ 781 h 91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24" h="91801">
                  <a:moveTo>
                    <a:pt x="28133" y="781"/>
                  </a:moveTo>
                  <a:cubicBezTo>
                    <a:pt x="20135" y="7155"/>
                    <a:pt x="9201" y="8409"/>
                    <a:pt x="-29" y="4009"/>
                  </a:cubicBezTo>
                  <a:cubicBezTo>
                    <a:pt x="-29" y="19026"/>
                    <a:pt x="-29" y="31941"/>
                    <a:pt x="421" y="46582"/>
                  </a:cubicBezTo>
                  <a:cubicBezTo>
                    <a:pt x="128" y="57154"/>
                    <a:pt x="1292" y="67711"/>
                    <a:pt x="3876" y="77967"/>
                  </a:cubicBezTo>
                  <a:cubicBezTo>
                    <a:pt x="6279" y="85476"/>
                    <a:pt x="10410" y="90732"/>
                    <a:pt x="14841" y="91633"/>
                  </a:cubicBezTo>
                  <a:cubicBezTo>
                    <a:pt x="19272" y="92534"/>
                    <a:pt x="23778" y="89005"/>
                    <a:pt x="26781" y="82548"/>
                  </a:cubicBezTo>
                  <a:cubicBezTo>
                    <a:pt x="31017" y="71045"/>
                    <a:pt x="32925" y="58828"/>
                    <a:pt x="32414" y="46582"/>
                  </a:cubicBezTo>
                  <a:cubicBezTo>
                    <a:pt x="32564" y="31032"/>
                    <a:pt x="31761" y="15482"/>
                    <a:pt x="30011" y="30"/>
                  </a:cubicBezTo>
                  <a:cubicBezTo>
                    <a:pt x="29260" y="-196"/>
                    <a:pt x="28809" y="255"/>
                    <a:pt x="28133" y="781"/>
                  </a:cubicBezTo>
                  <a:close/>
                </a:path>
              </a:pathLst>
            </a:custGeom>
            <a:solidFill>
              <a:srgbClr val="E6E6E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6" name="Content Placeholder 4">
              <a:extLst>
                <a:ext uri="{FF2B5EF4-FFF2-40B4-BE49-F238E27FC236}">
                  <a16:creationId xmlns:a16="http://schemas.microsoft.com/office/drawing/2014/main" id="{1FD17BE6-12FD-05E5-6245-461A360EC593}"/>
                </a:ext>
              </a:extLst>
            </p:cNvPr>
            <p:cNvSpPr/>
            <p:nvPr/>
          </p:nvSpPr>
          <p:spPr>
            <a:xfrm>
              <a:off x="6350796" y="2929557"/>
              <a:ext cx="7536" cy="7294"/>
            </a:xfrm>
            <a:custGeom>
              <a:avLst/>
              <a:gdLst>
                <a:gd name="connsiteX0" fmla="*/ 7138 w 7536"/>
                <a:gd name="connsiteY0" fmla="*/ 5606 h 7294"/>
                <a:gd name="connsiteX1" fmla="*/ 6236 w 7536"/>
                <a:gd name="connsiteY1" fmla="*/ 6507 h 7294"/>
                <a:gd name="connsiteX2" fmla="*/ 3533 w 7536"/>
                <a:gd name="connsiteY2" fmla="*/ 7258 h 7294"/>
                <a:gd name="connsiteX3" fmla="*/ 1055 w 7536"/>
                <a:gd name="connsiteY3" fmla="*/ 6132 h 7294"/>
                <a:gd name="connsiteX4" fmla="*/ 994 w 7536"/>
                <a:gd name="connsiteY4" fmla="*/ 1034 h 7294"/>
                <a:gd name="connsiteX5" fmla="*/ 3157 w 7536"/>
                <a:gd name="connsiteY5" fmla="*/ -25 h 7294"/>
                <a:gd name="connsiteX6" fmla="*/ 7138 w 7536"/>
                <a:gd name="connsiteY6" fmla="*/ 5606 h 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536" h="7294">
                  <a:moveTo>
                    <a:pt x="7138" y="5606"/>
                  </a:moveTo>
                  <a:cubicBezTo>
                    <a:pt x="6920" y="5982"/>
                    <a:pt x="6612" y="6290"/>
                    <a:pt x="6236" y="6507"/>
                  </a:cubicBezTo>
                  <a:cubicBezTo>
                    <a:pt x="5440" y="7048"/>
                    <a:pt x="4494" y="7311"/>
                    <a:pt x="3533" y="7258"/>
                  </a:cubicBezTo>
                  <a:cubicBezTo>
                    <a:pt x="2586" y="7236"/>
                    <a:pt x="1693" y="6830"/>
                    <a:pt x="1055" y="6132"/>
                  </a:cubicBezTo>
                  <a:cubicBezTo>
                    <a:pt x="-365" y="4743"/>
                    <a:pt x="-395" y="2460"/>
                    <a:pt x="994" y="1034"/>
                  </a:cubicBezTo>
                  <a:cubicBezTo>
                    <a:pt x="1573" y="448"/>
                    <a:pt x="2339" y="73"/>
                    <a:pt x="3157" y="-25"/>
                  </a:cubicBezTo>
                  <a:cubicBezTo>
                    <a:pt x="5560" y="-175"/>
                    <a:pt x="8565" y="3279"/>
                    <a:pt x="7138" y="5606"/>
                  </a:cubicBezTo>
                  <a:close/>
                </a:path>
              </a:pathLst>
            </a:custGeom>
            <a:solidFill>
              <a:srgbClr val="F7F7F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887" name="Content Placeholder 4">
              <a:extLst>
                <a:ext uri="{FF2B5EF4-FFF2-40B4-BE49-F238E27FC236}">
                  <a16:creationId xmlns:a16="http://schemas.microsoft.com/office/drawing/2014/main" id="{CC466858-D7BE-988E-083B-8E366D433B8C}"/>
                </a:ext>
              </a:extLst>
            </p:cNvPr>
            <p:cNvGrpSpPr/>
            <p:nvPr/>
          </p:nvGrpSpPr>
          <p:grpSpPr>
            <a:xfrm>
              <a:off x="6310256" y="2797011"/>
              <a:ext cx="123520" cy="134130"/>
              <a:chOff x="5335895" y="2949192"/>
              <a:chExt cx="123520" cy="134130"/>
            </a:xfrm>
          </p:grpSpPr>
          <p:sp>
            <p:nvSpPr>
              <p:cNvPr id="890" name="Content Placeholder 4">
                <a:extLst>
                  <a:ext uri="{FF2B5EF4-FFF2-40B4-BE49-F238E27FC236}">
                    <a16:creationId xmlns:a16="http://schemas.microsoft.com/office/drawing/2014/main" id="{D7F1DAEF-4F55-EF62-4AB0-E92CF5E28B55}"/>
                  </a:ext>
                </a:extLst>
              </p:cNvPr>
              <p:cNvSpPr/>
              <p:nvPr/>
            </p:nvSpPr>
            <p:spPr>
              <a:xfrm>
                <a:off x="5335895" y="2960494"/>
                <a:ext cx="40089" cy="76767"/>
              </a:xfrm>
              <a:custGeom>
                <a:avLst/>
                <a:gdLst>
                  <a:gd name="connsiteX0" fmla="*/ 32507 w 40089"/>
                  <a:gd name="connsiteY0" fmla="*/ 76694 h 76767"/>
                  <a:gd name="connsiteX1" fmla="*/ 40017 w 40089"/>
                  <a:gd name="connsiteY1" fmla="*/ 70387 h 76767"/>
                  <a:gd name="connsiteX2" fmla="*/ 36112 w 40089"/>
                  <a:gd name="connsiteY2" fmla="*/ 65507 h 76767"/>
                  <a:gd name="connsiteX3" fmla="*/ 22894 w 40089"/>
                  <a:gd name="connsiteY3" fmla="*/ 55370 h 76767"/>
                  <a:gd name="connsiteX4" fmla="*/ 13132 w 40089"/>
                  <a:gd name="connsiteY4" fmla="*/ 49138 h 76767"/>
                  <a:gd name="connsiteX5" fmla="*/ 18689 w 40089"/>
                  <a:gd name="connsiteY5" fmla="*/ 15125 h 76767"/>
                  <a:gd name="connsiteX6" fmla="*/ 21017 w 40089"/>
                  <a:gd name="connsiteY6" fmla="*/ 8142 h 76767"/>
                  <a:gd name="connsiteX7" fmla="*/ 19665 w 40089"/>
                  <a:gd name="connsiteY7" fmla="*/ 7091 h 76767"/>
                  <a:gd name="connsiteX8" fmla="*/ 20041 w 40089"/>
                  <a:gd name="connsiteY8" fmla="*/ 5214 h 76767"/>
                  <a:gd name="connsiteX9" fmla="*/ 20041 w 40089"/>
                  <a:gd name="connsiteY9" fmla="*/ 1610 h 76767"/>
                  <a:gd name="connsiteX10" fmla="*/ 17037 w 40089"/>
                  <a:gd name="connsiteY10" fmla="*/ 33 h 76767"/>
                  <a:gd name="connsiteX11" fmla="*/ 15159 w 40089"/>
                  <a:gd name="connsiteY11" fmla="*/ 1910 h 76767"/>
                  <a:gd name="connsiteX12" fmla="*/ 12005 w 40089"/>
                  <a:gd name="connsiteY12" fmla="*/ 10244 h 76767"/>
                  <a:gd name="connsiteX13" fmla="*/ 12005 w 40089"/>
                  <a:gd name="connsiteY13" fmla="*/ 13773 h 76767"/>
                  <a:gd name="connsiteX14" fmla="*/ 440 w 40089"/>
                  <a:gd name="connsiteY14" fmla="*/ 45384 h 76767"/>
                  <a:gd name="connsiteX15" fmla="*/ -11 w 40089"/>
                  <a:gd name="connsiteY15" fmla="*/ 47937 h 76767"/>
                  <a:gd name="connsiteX16" fmla="*/ 1867 w 40089"/>
                  <a:gd name="connsiteY16" fmla="*/ 50715 h 76767"/>
                  <a:gd name="connsiteX17" fmla="*/ 23345 w 40089"/>
                  <a:gd name="connsiteY17" fmla="*/ 70913 h 76767"/>
                  <a:gd name="connsiteX18" fmla="*/ 32507 w 40089"/>
                  <a:gd name="connsiteY18" fmla="*/ 76694 h 76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0089" h="76767">
                    <a:moveTo>
                      <a:pt x="32507" y="76694"/>
                    </a:moveTo>
                    <a:cubicBezTo>
                      <a:pt x="36187" y="77145"/>
                      <a:pt x="40543" y="74066"/>
                      <a:pt x="40017" y="70387"/>
                    </a:cubicBezTo>
                    <a:cubicBezTo>
                      <a:pt x="39304" y="68367"/>
                      <a:pt x="37922" y="66648"/>
                      <a:pt x="36112" y="65507"/>
                    </a:cubicBezTo>
                    <a:lnTo>
                      <a:pt x="22894" y="55370"/>
                    </a:lnTo>
                    <a:cubicBezTo>
                      <a:pt x="19921" y="52885"/>
                      <a:pt x="16639" y="50790"/>
                      <a:pt x="13132" y="49138"/>
                    </a:cubicBezTo>
                    <a:cubicBezTo>
                      <a:pt x="14040" y="37665"/>
                      <a:pt x="15903" y="26290"/>
                      <a:pt x="18689" y="15125"/>
                    </a:cubicBezTo>
                    <a:cubicBezTo>
                      <a:pt x="20634" y="13361"/>
                      <a:pt x="21513" y="10717"/>
                      <a:pt x="21017" y="8142"/>
                    </a:cubicBezTo>
                    <a:cubicBezTo>
                      <a:pt x="20416" y="8142"/>
                      <a:pt x="19740" y="7767"/>
                      <a:pt x="19665" y="7091"/>
                    </a:cubicBezTo>
                    <a:cubicBezTo>
                      <a:pt x="19605" y="6445"/>
                      <a:pt x="19740" y="5792"/>
                      <a:pt x="20041" y="5214"/>
                    </a:cubicBezTo>
                    <a:cubicBezTo>
                      <a:pt x="20454" y="4050"/>
                      <a:pt x="20454" y="2774"/>
                      <a:pt x="20041" y="1610"/>
                    </a:cubicBezTo>
                    <a:cubicBezTo>
                      <a:pt x="19560" y="423"/>
                      <a:pt x="18291" y="-245"/>
                      <a:pt x="17037" y="33"/>
                    </a:cubicBezTo>
                    <a:cubicBezTo>
                      <a:pt x="16211" y="33"/>
                      <a:pt x="15610" y="1159"/>
                      <a:pt x="15159" y="1910"/>
                    </a:cubicBezTo>
                    <a:cubicBezTo>
                      <a:pt x="13672" y="4500"/>
                      <a:pt x="12606" y="7316"/>
                      <a:pt x="12005" y="10244"/>
                    </a:cubicBezTo>
                    <a:cubicBezTo>
                      <a:pt x="11780" y="11408"/>
                      <a:pt x="11780" y="12610"/>
                      <a:pt x="12005" y="13773"/>
                    </a:cubicBezTo>
                    <a:cubicBezTo>
                      <a:pt x="8175" y="24285"/>
                      <a:pt x="4495" y="34872"/>
                      <a:pt x="440" y="45384"/>
                    </a:cubicBezTo>
                    <a:cubicBezTo>
                      <a:pt x="72" y="46180"/>
                      <a:pt x="-86" y="47058"/>
                      <a:pt x="-11" y="47937"/>
                    </a:cubicBezTo>
                    <a:cubicBezTo>
                      <a:pt x="304" y="49041"/>
                      <a:pt x="965" y="50009"/>
                      <a:pt x="1867" y="50715"/>
                    </a:cubicBezTo>
                    <a:lnTo>
                      <a:pt x="23345" y="70913"/>
                    </a:lnTo>
                    <a:cubicBezTo>
                      <a:pt x="25711" y="73758"/>
                      <a:pt x="28917" y="75786"/>
                      <a:pt x="32507" y="76694"/>
                    </a:cubicBezTo>
                    <a:close/>
                  </a:path>
                </a:pathLst>
              </a:custGeom>
              <a:solidFill>
                <a:srgbClr val="CEBFB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1" name="Content Placeholder 4">
                <a:extLst>
                  <a:ext uri="{FF2B5EF4-FFF2-40B4-BE49-F238E27FC236}">
                    <a16:creationId xmlns:a16="http://schemas.microsoft.com/office/drawing/2014/main" id="{851836F1-1056-4C89-5088-0C1367A545FE}"/>
                  </a:ext>
                </a:extLst>
              </p:cNvPr>
              <p:cNvSpPr/>
              <p:nvPr/>
            </p:nvSpPr>
            <p:spPr>
              <a:xfrm>
                <a:off x="5383786" y="2949192"/>
                <a:ext cx="15985" cy="28304"/>
              </a:xfrm>
              <a:custGeom>
                <a:avLst/>
                <a:gdLst>
                  <a:gd name="connsiteX0" fmla="*/ 6696 w 15985"/>
                  <a:gd name="connsiteY0" fmla="*/ 9533 h 28304"/>
                  <a:gd name="connsiteX1" fmla="*/ 7822 w 15985"/>
                  <a:gd name="connsiteY1" fmla="*/ 13362 h 28304"/>
                  <a:gd name="connsiteX2" fmla="*/ 10976 w 15985"/>
                  <a:gd name="connsiteY2" fmla="*/ 19669 h 28304"/>
                  <a:gd name="connsiteX3" fmla="*/ 15332 w 15985"/>
                  <a:gd name="connsiteY3" fmla="*/ 26276 h 28304"/>
                  <a:gd name="connsiteX4" fmla="*/ 15858 w 15985"/>
                  <a:gd name="connsiteY4" fmla="*/ 27853 h 28304"/>
                  <a:gd name="connsiteX5" fmla="*/ 14656 w 15985"/>
                  <a:gd name="connsiteY5" fmla="*/ 28228 h 28304"/>
                  <a:gd name="connsiteX6" fmla="*/ 9249 w 15985"/>
                  <a:gd name="connsiteY6" fmla="*/ 25150 h 28304"/>
                  <a:gd name="connsiteX7" fmla="*/ 6020 w 15985"/>
                  <a:gd name="connsiteY7" fmla="*/ 19669 h 28304"/>
                  <a:gd name="connsiteX8" fmla="*/ 2039 w 15985"/>
                  <a:gd name="connsiteY8" fmla="*/ 11410 h 28304"/>
                  <a:gd name="connsiteX9" fmla="*/ 12 w 15985"/>
                  <a:gd name="connsiteY9" fmla="*/ 3000 h 28304"/>
                  <a:gd name="connsiteX10" fmla="*/ 1739 w 15985"/>
                  <a:gd name="connsiteY10" fmla="*/ 297 h 28304"/>
                  <a:gd name="connsiteX11" fmla="*/ 4968 w 15985"/>
                  <a:gd name="connsiteY11" fmla="*/ 2700 h 283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5985" h="28304">
                    <a:moveTo>
                      <a:pt x="6696" y="9533"/>
                    </a:moveTo>
                    <a:cubicBezTo>
                      <a:pt x="7004" y="10832"/>
                      <a:pt x="7379" y="12108"/>
                      <a:pt x="7822" y="13362"/>
                    </a:cubicBezTo>
                    <a:cubicBezTo>
                      <a:pt x="8693" y="15547"/>
                      <a:pt x="9745" y="17664"/>
                      <a:pt x="10976" y="19669"/>
                    </a:cubicBezTo>
                    <a:cubicBezTo>
                      <a:pt x="12178" y="22027"/>
                      <a:pt x="13642" y="24242"/>
                      <a:pt x="15332" y="26276"/>
                    </a:cubicBezTo>
                    <a:cubicBezTo>
                      <a:pt x="15708" y="26727"/>
                      <a:pt x="16158" y="27328"/>
                      <a:pt x="15858" y="27853"/>
                    </a:cubicBezTo>
                    <a:cubicBezTo>
                      <a:pt x="15572" y="28214"/>
                      <a:pt x="15099" y="28356"/>
                      <a:pt x="14656" y="28228"/>
                    </a:cubicBezTo>
                    <a:cubicBezTo>
                      <a:pt x="12516" y="27951"/>
                      <a:pt x="10578" y="26847"/>
                      <a:pt x="9249" y="25150"/>
                    </a:cubicBezTo>
                    <a:cubicBezTo>
                      <a:pt x="7927" y="23476"/>
                      <a:pt x="6838" y="21636"/>
                      <a:pt x="6020" y="19669"/>
                    </a:cubicBezTo>
                    <a:lnTo>
                      <a:pt x="2039" y="11410"/>
                    </a:lnTo>
                    <a:cubicBezTo>
                      <a:pt x="492" y="8887"/>
                      <a:pt x="-213" y="5943"/>
                      <a:pt x="12" y="3000"/>
                    </a:cubicBezTo>
                    <a:cubicBezTo>
                      <a:pt x="109" y="1874"/>
                      <a:pt x="755" y="860"/>
                      <a:pt x="1739" y="297"/>
                    </a:cubicBezTo>
                    <a:cubicBezTo>
                      <a:pt x="3767" y="-829"/>
                      <a:pt x="4593" y="1198"/>
                      <a:pt x="4968" y="2700"/>
                    </a:cubicBezTo>
                    <a:close/>
                  </a:path>
                </a:pathLst>
              </a:custGeom>
              <a:solidFill>
                <a:srgbClr val="E8DBD1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2" name="Content Placeholder 4">
                <a:extLst>
                  <a:ext uri="{FF2B5EF4-FFF2-40B4-BE49-F238E27FC236}">
                    <a16:creationId xmlns:a16="http://schemas.microsoft.com/office/drawing/2014/main" id="{9CF8F98E-83F6-98DD-E40F-6A81FF7122FC}"/>
                  </a:ext>
                </a:extLst>
              </p:cNvPr>
              <p:cNvSpPr/>
              <p:nvPr/>
            </p:nvSpPr>
            <p:spPr>
              <a:xfrm>
                <a:off x="5391240" y="2971355"/>
                <a:ext cx="9960" cy="9219"/>
              </a:xfrm>
              <a:custGeom>
                <a:avLst/>
                <a:gdLst>
                  <a:gd name="connsiteX0" fmla="*/ 8404 w 9960"/>
                  <a:gd name="connsiteY0" fmla="*/ 2085 h 9219"/>
                  <a:gd name="connsiteX1" fmla="*/ 5851 w 9960"/>
                  <a:gd name="connsiteY1" fmla="*/ 58 h 9219"/>
                  <a:gd name="connsiteX2" fmla="*/ 2622 w 9960"/>
                  <a:gd name="connsiteY2" fmla="*/ 884 h 9219"/>
                  <a:gd name="connsiteX3" fmla="*/ 444 w 9960"/>
                  <a:gd name="connsiteY3" fmla="*/ 3437 h 9219"/>
                  <a:gd name="connsiteX4" fmla="*/ -7 w 9960"/>
                  <a:gd name="connsiteY4" fmla="*/ 4413 h 9219"/>
                  <a:gd name="connsiteX5" fmla="*/ -7 w 9960"/>
                  <a:gd name="connsiteY5" fmla="*/ 5164 h 9219"/>
                  <a:gd name="connsiteX6" fmla="*/ 3823 w 9960"/>
                  <a:gd name="connsiteY6" fmla="*/ 8918 h 9219"/>
                  <a:gd name="connsiteX7" fmla="*/ 8630 w 9960"/>
                  <a:gd name="connsiteY7" fmla="*/ 7341 h 9219"/>
                  <a:gd name="connsiteX8" fmla="*/ 9907 w 9960"/>
                  <a:gd name="connsiteY8" fmla="*/ 4939 h 9219"/>
                  <a:gd name="connsiteX9" fmla="*/ 8404 w 9960"/>
                  <a:gd name="connsiteY9" fmla="*/ 2085 h 9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960" h="9219">
                    <a:moveTo>
                      <a:pt x="8404" y="2085"/>
                    </a:moveTo>
                    <a:cubicBezTo>
                      <a:pt x="7834" y="1117"/>
                      <a:pt x="6925" y="389"/>
                      <a:pt x="5851" y="58"/>
                    </a:cubicBezTo>
                    <a:cubicBezTo>
                      <a:pt x="4702" y="-197"/>
                      <a:pt x="3508" y="111"/>
                      <a:pt x="2622" y="884"/>
                    </a:cubicBezTo>
                    <a:cubicBezTo>
                      <a:pt x="1758" y="1605"/>
                      <a:pt x="1022" y="2468"/>
                      <a:pt x="444" y="3437"/>
                    </a:cubicBezTo>
                    <a:cubicBezTo>
                      <a:pt x="189" y="3700"/>
                      <a:pt x="31" y="4045"/>
                      <a:pt x="-7" y="4413"/>
                    </a:cubicBezTo>
                    <a:cubicBezTo>
                      <a:pt x="-37" y="4661"/>
                      <a:pt x="-37" y="4916"/>
                      <a:pt x="-7" y="5164"/>
                    </a:cubicBezTo>
                    <a:cubicBezTo>
                      <a:pt x="767" y="6846"/>
                      <a:pt x="2126" y="8182"/>
                      <a:pt x="3823" y="8918"/>
                    </a:cubicBezTo>
                    <a:cubicBezTo>
                      <a:pt x="5596" y="9609"/>
                      <a:pt x="7608" y="8948"/>
                      <a:pt x="8630" y="7341"/>
                    </a:cubicBezTo>
                    <a:cubicBezTo>
                      <a:pt x="9170" y="6606"/>
                      <a:pt x="9599" y="5795"/>
                      <a:pt x="9907" y="4939"/>
                    </a:cubicBezTo>
                    <a:cubicBezTo>
                      <a:pt x="10132" y="4263"/>
                      <a:pt x="8780" y="2686"/>
                      <a:pt x="8404" y="2085"/>
                    </a:cubicBezTo>
                    <a:close/>
                  </a:path>
                </a:pathLst>
              </a:custGeom>
              <a:solidFill>
                <a:srgbClr val="CAE0D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3" name="Content Placeholder 4">
                <a:extLst>
                  <a:ext uri="{FF2B5EF4-FFF2-40B4-BE49-F238E27FC236}">
                    <a16:creationId xmlns:a16="http://schemas.microsoft.com/office/drawing/2014/main" id="{1851F9AC-5933-ABDF-5772-F37E5600A1CF}"/>
                  </a:ext>
                </a:extLst>
              </p:cNvPr>
              <p:cNvSpPr/>
              <p:nvPr/>
            </p:nvSpPr>
            <p:spPr>
              <a:xfrm>
                <a:off x="5411529" y="2963259"/>
                <a:ext cx="28116" cy="21924"/>
              </a:xfrm>
              <a:custGeom>
                <a:avLst/>
                <a:gdLst>
                  <a:gd name="connsiteX0" fmla="*/ 25440 w 28116"/>
                  <a:gd name="connsiteY0" fmla="*/ 796 h 21924"/>
                  <a:gd name="connsiteX1" fmla="*/ 26266 w 28116"/>
                  <a:gd name="connsiteY1" fmla="*/ -30 h 21924"/>
                  <a:gd name="connsiteX2" fmla="*/ 27918 w 28116"/>
                  <a:gd name="connsiteY2" fmla="*/ 871 h 21924"/>
                  <a:gd name="connsiteX3" fmla="*/ 27918 w 28116"/>
                  <a:gd name="connsiteY3" fmla="*/ 2974 h 21924"/>
                  <a:gd name="connsiteX4" fmla="*/ 20934 w 28116"/>
                  <a:gd name="connsiteY4" fmla="*/ 13711 h 21924"/>
                  <a:gd name="connsiteX5" fmla="*/ 11997 w 28116"/>
                  <a:gd name="connsiteY5" fmla="*/ 18816 h 21924"/>
                  <a:gd name="connsiteX6" fmla="*/ 5538 w 28116"/>
                  <a:gd name="connsiteY6" fmla="*/ 21219 h 21924"/>
                  <a:gd name="connsiteX7" fmla="*/ 2609 w 28116"/>
                  <a:gd name="connsiteY7" fmla="*/ 21895 h 21924"/>
                  <a:gd name="connsiteX8" fmla="*/ 2234 w 28116"/>
                  <a:gd name="connsiteY8" fmla="*/ 17465 h 21924"/>
                  <a:gd name="connsiteX9" fmla="*/ 11246 w 28116"/>
                  <a:gd name="connsiteY9" fmla="*/ 14086 h 21924"/>
                  <a:gd name="connsiteX10" fmla="*/ 25440 w 28116"/>
                  <a:gd name="connsiteY10" fmla="*/ 796 h 2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8116" h="21924">
                    <a:moveTo>
                      <a:pt x="25440" y="796"/>
                    </a:moveTo>
                    <a:cubicBezTo>
                      <a:pt x="25613" y="436"/>
                      <a:pt x="25905" y="143"/>
                      <a:pt x="26266" y="-30"/>
                    </a:cubicBezTo>
                    <a:cubicBezTo>
                      <a:pt x="26942" y="-30"/>
                      <a:pt x="27693" y="-30"/>
                      <a:pt x="27918" y="871"/>
                    </a:cubicBezTo>
                    <a:cubicBezTo>
                      <a:pt x="28143" y="1555"/>
                      <a:pt x="28143" y="2290"/>
                      <a:pt x="27918" y="2974"/>
                    </a:cubicBezTo>
                    <a:cubicBezTo>
                      <a:pt x="26679" y="7156"/>
                      <a:pt x="24253" y="10880"/>
                      <a:pt x="20934" y="13711"/>
                    </a:cubicBezTo>
                    <a:cubicBezTo>
                      <a:pt x="18223" y="15843"/>
                      <a:pt x="15211" y="17562"/>
                      <a:pt x="11997" y="18816"/>
                    </a:cubicBezTo>
                    <a:lnTo>
                      <a:pt x="5538" y="21219"/>
                    </a:lnTo>
                    <a:cubicBezTo>
                      <a:pt x="4607" y="21602"/>
                      <a:pt x="3616" y="21827"/>
                      <a:pt x="2609" y="21895"/>
                    </a:cubicBezTo>
                    <a:cubicBezTo>
                      <a:pt x="-920" y="21895"/>
                      <a:pt x="-770" y="18216"/>
                      <a:pt x="2234" y="17465"/>
                    </a:cubicBezTo>
                    <a:cubicBezTo>
                      <a:pt x="5373" y="16737"/>
                      <a:pt x="8399" y="15595"/>
                      <a:pt x="11246" y="14086"/>
                    </a:cubicBezTo>
                    <a:cubicBezTo>
                      <a:pt x="16939" y="10805"/>
                      <a:pt x="21798" y="6262"/>
                      <a:pt x="25440" y="796"/>
                    </a:cubicBezTo>
                    <a:close/>
                  </a:path>
                </a:pathLst>
              </a:custGeom>
              <a:solidFill>
                <a:srgbClr val="E8DBD1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4" name="Content Placeholder 4">
                <a:extLst>
                  <a:ext uri="{FF2B5EF4-FFF2-40B4-BE49-F238E27FC236}">
                    <a16:creationId xmlns:a16="http://schemas.microsoft.com/office/drawing/2014/main" id="{BC832FA7-B69F-E051-A935-5D9C8D9D143F}"/>
                  </a:ext>
                </a:extLst>
              </p:cNvPr>
              <p:cNvSpPr/>
              <p:nvPr/>
            </p:nvSpPr>
            <p:spPr>
              <a:xfrm>
                <a:off x="5409419" y="2978251"/>
                <a:ext cx="9959" cy="7919"/>
              </a:xfrm>
              <a:custGeom>
                <a:avLst/>
                <a:gdLst>
                  <a:gd name="connsiteX0" fmla="*/ 9901 w 9959"/>
                  <a:gd name="connsiteY0" fmla="*/ 5928 h 7919"/>
                  <a:gd name="connsiteX1" fmla="*/ 8430 w 9959"/>
                  <a:gd name="connsiteY1" fmla="*/ 7872 h 7919"/>
                  <a:gd name="connsiteX2" fmla="*/ 7648 w 9959"/>
                  <a:gd name="connsiteY2" fmla="*/ 7805 h 7919"/>
                  <a:gd name="connsiteX3" fmla="*/ 138 w 9959"/>
                  <a:gd name="connsiteY3" fmla="*/ 6153 h 7919"/>
                  <a:gd name="connsiteX4" fmla="*/ 1640 w 9959"/>
                  <a:gd name="connsiteY4" fmla="*/ 1723 h 7919"/>
                  <a:gd name="connsiteX5" fmla="*/ 7048 w 9959"/>
                  <a:gd name="connsiteY5" fmla="*/ -4 h 7919"/>
                  <a:gd name="connsiteX6" fmla="*/ 9901 w 9959"/>
                  <a:gd name="connsiteY6" fmla="*/ 5928 h 7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959" h="7919">
                    <a:moveTo>
                      <a:pt x="9901" y="5928"/>
                    </a:moveTo>
                    <a:cubicBezTo>
                      <a:pt x="10029" y="6874"/>
                      <a:pt x="9376" y="7745"/>
                      <a:pt x="8430" y="7872"/>
                    </a:cubicBezTo>
                    <a:cubicBezTo>
                      <a:pt x="8167" y="7910"/>
                      <a:pt x="7896" y="7887"/>
                      <a:pt x="7648" y="7805"/>
                    </a:cubicBezTo>
                    <a:cubicBezTo>
                      <a:pt x="5621" y="7805"/>
                      <a:pt x="964" y="8405"/>
                      <a:pt x="138" y="6153"/>
                    </a:cubicBezTo>
                    <a:cubicBezTo>
                      <a:pt x="-350" y="4508"/>
                      <a:pt x="251" y="2736"/>
                      <a:pt x="1640" y="1723"/>
                    </a:cubicBezTo>
                    <a:cubicBezTo>
                      <a:pt x="3293" y="747"/>
                      <a:pt x="5140" y="154"/>
                      <a:pt x="7048" y="-4"/>
                    </a:cubicBezTo>
                    <a:cubicBezTo>
                      <a:pt x="10127" y="-380"/>
                      <a:pt x="9977" y="3450"/>
                      <a:pt x="9901" y="5928"/>
                    </a:cubicBezTo>
                    <a:close/>
                  </a:path>
                </a:pathLst>
              </a:custGeom>
              <a:solidFill>
                <a:srgbClr val="CAE0D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5" name="Content Placeholder 4">
                <a:extLst>
                  <a:ext uri="{FF2B5EF4-FFF2-40B4-BE49-F238E27FC236}">
                    <a16:creationId xmlns:a16="http://schemas.microsoft.com/office/drawing/2014/main" id="{B802BC1A-3A13-F7BA-3A26-2DA0D6B2B3A5}"/>
                  </a:ext>
                </a:extLst>
              </p:cNvPr>
              <p:cNvSpPr/>
              <p:nvPr/>
            </p:nvSpPr>
            <p:spPr>
              <a:xfrm>
                <a:off x="5395582" y="2978694"/>
                <a:ext cx="17832" cy="29052"/>
              </a:xfrm>
              <a:custGeom>
                <a:avLst/>
                <a:gdLst>
                  <a:gd name="connsiteX0" fmla="*/ 13299 w 17832"/>
                  <a:gd name="connsiteY0" fmla="*/ 604 h 29052"/>
                  <a:gd name="connsiteX1" fmla="*/ 17129 w 17832"/>
                  <a:gd name="connsiteY1" fmla="*/ 3382 h 29052"/>
                  <a:gd name="connsiteX2" fmla="*/ 17129 w 17832"/>
                  <a:gd name="connsiteY2" fmla="*/ 5634 h 29052"/>
                  <a:gd name="connsiteX3" fmla="*/ 17730 w 17832"/>
                  <a:gd name="connsiteY3" fmla="*/ 25382 h 29052"/>
                  <a:gd name="connsiteX4" fmla="*/ 17054 w 17832"/>
                  <a:gd name="connsiteY4" fmla="*/ 28310 h 29052"/>
                  <a:gd name="connsiteX5" fmla="*/ 14050 w 17832"/>
                  <a:gd name="connsiteY5" fmla="*/ 28911 h 29052"/>
                  <a:gd name="connsiteX6" fmla="*/ 5263 w 17832"/>
                  <a:gd name="connsiteY6" fmla="*/ 26958 h 29052"/>
                  <a:gd name="connsiteX7" fmla="*/ 2184 w 17832"/>
                  <a:gd name="connsiteY7" fmla="*/ 25382 h 29052"/>
                  <a:gd name="connsiteX8" fmla="*/ 232 w 17832"/>
                  <a:gd name="connsiteY8" fmla="*/ 17272 h 29052"/>
                  <a:gd name="connsiteX9" fmla="*/ 5263 w 17832"/>
                  <a:gd name="connsiteY9" fmla="*/ 4433 h 29052"/>
                  <a:gd name="connsiteX10" fmla="*/ 13299 w 17832"/>
                  <a:gd name="connsiteY10" fmla="*/ 604 h 2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7832" h="29052">
                    <a:moveTo>
                      <a:pt x="13299" y="604"/>
                    </a:moveTo>
                    <a:cubicBezTo>
                      <a:pt x="14906" y="957"/>
                      <a:pt x="16296" y="1963"/>
                      <a:pt x="17129" y="3382"/>
                    </a:cubicBezTo>
                    <a:cubicBezTo>
                      <a:pt x="17272" y="4125"/>
                      <a:pt x="17272" y="4891"/>
                      <a:pt x="17129" y="5634"/>
                    </a:cubicBezTo>
                    <a:cubicBezTo>
                      <a:pt x="17129" y="12167"/>
                      <a:pt x="17580" y="18774"/>
                      <a:pt x="17730" y="25382"/>
                    </a:cubicBezTo>
                    <a:cubicBezTo>
                      <a:pt x="17940" y="26410"/>
                      <a:pt x="17693" y="27476"/>
                      <a:pt x="17054" y="28310"/>
                    </a:cubicBezTo>
                    <a:cubicBezTo>
                      <a:pt x="16198" y="28956"/>
                      <a:pt x="15094" y="29181"/>
                      <a:pt x="14050" y="28911"/>
                    </a:cubicBezTo>
                    <a:cubicBezTo>
                      <a:pt x="11046" y="28640"/>
                      <a:pt x="8095" y="27987"/>
                      <a:pt x="5263" y="26958"/>
                    </a:cubicBezTo>
                    <a:cubicBezTo>
                      <a:pt x="4137" y="26666"/>
                      <a:pt x="3086" y="26125"/>
                      <a:pt x="2184" y="25382"/>
                    </a:cubicBezTo>
                    <a:cubicBezTo>
                      <a:pt x="254" y="23152"/>
                      <a:pt x="-467" y="20133"/>
                      <a:pt x="232" y="17272"/>
                    </a:cubicBezTo>
                    <a:cubicBezTo>
                      <a:pt x="1088" y="12715"/>
                      <a:pt x="2793" y="8360"/>
                      <a:pt x="5263" y="4433"/>
                    </a:cubicBezTo>
                    <a:cubicBezTo>
                      <a:pt x="7366" y="228"/>
                      <a:pt x="8418" y="-898"/>
                      <a:pt x="13299" y="604"/>
                    </a:cubicBezTo>
                    <a:close/>
                  </a:path>
                </a:pathLst>
              </a:custGeom>
              <a:solidFill>
                <a:srgbClr val="CAE0D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6" name="Content Placeholder 4">
                <a:extLst>
                  <a:ext uri="{FF2B5EF4-FFF2-40B4-BE49-F238E27FC236}">
                    <a16:creationId xmlns:a16="http://schemas.microsoft.com/office/drawing/2014/main" id="{48B99F04-55B6-2D65-A9FD-3412A2F4EE86}"/>
                  </a:ext>
                </a:extLst>
              </p:cNvPr>
              <p:cNvSpPr/>
              <p:nvPr/>
            </p:nvSpPr>
            <p:spPr>
              <a:xfrm>
                <a:off x="5395186" y="2979320"/>
                <a:ext cx="20033" cy="29318"/>
              </a:xfrm>
              <a:custGeom>
                <a:avLst/>
                <a:gdLst>
                  <a:gd name="connsiteX0" fmla="*/ 14446 w 20033"/>
                  <a:gd name="connsiteY0" fmla="*/ 3807 h 29318"/>
                  <a:gd name="connsiteX1" fmla="*/ 15272 w 20033"/>
                  <a:gd name="connsiteY1" fmla="*/ 128 h 29318"/>
                  <a:gd name="connsiteX2" fmla="*/ 17450 w 20033"/>
                  <a:gd name="connsiteY2" fmla="*/ 879 h 29318"/>
                  <a:gd name="connsiteX3" fmla="*/ 18126 w 20033"/>
                  <a:gd name="connsiteY3" fmla="*/ 3357 h 29318"/>
                  <a:gd name="connsiteX4" fmla="*/ 19328 w 20033"/>
                  <a:gd name="connsiteY4" fmla="*/ 18974 h 29318"/>
                  <a:gd name="connsiteX5" fmla="*/ 20004 w 20033"/>
                  <a:gd name="connsiteY5" fmla="*/ 24080 h 29318"/>
                  <a:gd name="connsiteX6" fmla="*/ 17751 w 20033"/>
                  <a:gd name="connsiteY6" fmla="*/ 28585 h 29318"/>
                  <a:gd name="connsiteX7" fmla="*/ 11142 w 20033"/>
                  <a:gd name="connsiteY7" fmla="*/ 28585 h 29318"/>
                  <a:gd name="connsiteX8" fmla="*/ 4082 w 20033"/>
                  <a:gd name="connsiteY8" fmla="*/ 26708 h 29318"/>
                  <a:gd name="connsiteX9" fmla="*/ 252 w 20033"/>
                  <a:gd name="connsiteY9" fmla="*/ 24305 h 29318"/>
                  <a:gd name="connsiteX10" fmla="*/ 252 w 20033"/>
                  <a:gd name="connsiteY10" fmla="*/ 21302 h 29318"/>
                  <a:gd name="connsiteX11" fmla="*/ 3031 w 20033"/>
                  <a:gd name="connsiteY11" fmla="*/ 14169 h 29318"/>
                  <a:gd name="connsiteX12" fmla="*/ 3407 w 20033"/>
                  <a:gd name="connsiteY12" fmla="*/ 9814 h 29318"/>
                  <a:gd name="connsiteX13" fmla="*/ 5134 w 20033"/>
                  <a:gd name="connsiteY13" fmla="*/ 5985 h 29318"/>
                  <a:gd name="connsiteX14" fmla="*/ 14446 w 20033"/>
                  <a:gd name="connsiteY14" fmla="*/ 3807 h 293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0033" h="29318">
                    <a:moveTo>
                      <a:pt x="14446" y="3807"/>
                    </a:moveTo>
                    <a:cubicBezTo>
                      <a:pt x="14446" y="2531"/>
                      <a:pt x="14446" y="804"/>
                      <a:pt x="15272" y="128"/>
                    </a:cubicBezTo>
                    <a:cubicBezTo>
                      <a:pt x="16083" y="-255"/>
                      <a:pt x="17045" y="83"/>
                      <a:pt x="17450" y="879"/>
                    </a:cubicBezTo>
                    <a:cubicBezTo>
                      <a:pt x="17908" y="1622"/>
                      <a:pt x="18149" y="2486"/>
                      <a:pt x="18126" y="3357"/>
                    </a:cubicBezTo>
                    <a:cubicBezTo>
                      <a:pt x="18231" y="8583"/>
                      <a:pt x="18629" y="13793"/>
                      <a:pt x="19328" y="18974"/>
                    </a:cubicBezTo>
                    <a:cubicBezTo>
                      <a:pt x="19741" y="20649"/>
                      <a:pt x="19966" y="22361"/>
                      <a:pt x="20004" y="24080"/>
                    </a:cubicBezTo>
                    <a:cubicBezTo>
                      <a:pt x="20019" y="25852"/>
                      <a:pt x="19177" y="27526"/>
                      <a:pt x="17751" y="28585"/>
                    </a:cubicBezTo>
                    <a:cubicBezTo>
                      <a:pt x="15648" y="29524"/>
                      <a:pt x="13245" y="29524"/>
                      <a:pt x="11142" y="28585"/>
                    </a:cubicBezTo>
                    <a:lnTo>
                      <a:pt x="4082" y="26708"/>
                    </a:lnTo>
                    <a:cubicBezTo>
                      <a:pt x="2580" y="26257"/>
                      <a:pt x="853" y="25732"/>
                      <a:pt x="252" y="24305"/>
                    </a:cubicBezTo>
                    <a:cubicBezTo>
                      <a:pt x="-123" y="23337"/>
                      <a:pt x="-123" y="22271"/>
                      <a:pt x="252" y="21302"/>
                    </a:cubicBezTo>
                    <a:cubicBezTo>
                      <a:pt x="1311" y="18974"/>
                      <a:pt x="2235" y="16594"/>
                      <a:pt x="3031" y="14169"/>
                    </a:cubicBezTo>
                    <a:cubicBezTo>
                      <a:pt x="3031" y="12742"/>
                      <a:pt x="3031" y="11241"/>
                      <a:pt x="3407" y="9814"/>
                    </a:cubicBezTo>
                    <a:cubicBezTo>
                      <a:pt x="3459" y="8357"/>
                      <a:pt x="4082" y="6983"/>
                      <a:pt x="5134" y="5985"/>
                    </a:cubicBezTo>
                    <a:cubicBezTo>
                      <a:pt x="7537" y="3807"/>
                      <a:pt x="13921" y="8838"/>
                      <a:pt x="14446" y="3807"/>
                    </a:cubicBezTo>
                    <a:close/>
                  </a:path>
                </a:pathLst>
              </a:custGeom>
              <a:solidFill>
                <a:srgbClr val="68889B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7" name="Content Placeholder 4">
                <a:extLst>
                  <a:ext uri="{FF2B5EF4-FFF2-40B4-BE49-F238E27FC236}">
                    <a16:creationId xmlns:a16="http://schemas.microsoft.com/office/drawing/2014/main" id="{CFFD2EDF-7456-41FE-8FE6-0C6944BCD0A7}"/>
                  </a:ext>
                </a:extLst>
              </p:cNvPr>
              <p:cNvSpPr/>
              <p:nvPr/>
            </p:nvSpPr>
            <p:spPr>
              <a:xfrm>
                <a:off x="5342818" y="3011488"/>
                <a:ext cx="74784" cy="71833"/>
              </a:xfrm>
              <a:custGeom>
                <a:avLst/>
                <a:gdLst>
                  <a:gd name="connsiteX0" fmla="*/ 17173 w 74784"/>
                  <a:gd name="connsiteY0" fmla="*/ 20669 h 71833"/>
                  <a:gd name="connsiteX1" fmla="*/ 33395 w 74784"/>
                  <a:gd name="connsiteY1" fmla="*/ 4075 h 71833"/>
                  <a:gd name="connsiteX2" fmla="*/ 56901 w 74784"/>
                  <a:gd name="connsiteY2" fmla="*/ 1447 h 71833"/>
                  <a:gd name="connsiteX3" fmla="*/ 64411 w 74784"/>
                  <a:gd name="connsiteY3" fmla="*/ 5802 h 71833"/>
                  <a:gd name="connsiteX4" fmla="*/ 71921 w 74784"/>
                  <a:gd name="connsiteY4" fmla="*/ 12560 h 71833"/>
                  <a:gd name="connsiteX5" fmla="*/ 74249 w 74784"/>
                  <a:gd name="connsiteY5" fmla="*/ 26826 h 71833"/>
                  <a:gd name="connsiteX6" fmla="*/ 72672 w 74784"/>
                  <a:gd name="connsiteY6" fmla="*/ 63017 h 71833"/>
                  <a:gd name="connsiteX7" fmla="*/ 68692 w 74784"/>
                  <a:gd name="connsiteY7" fmla="*/ 69774 h 71833"/>
                  <a:gd name="connsiteX8" fmla="*/ 58854 w 74784"/>
                  <a:gd name="connsiteY8" fmla="*/ 71651 h 71833"/>
                  <a:gd name="connsiteX9" fmla="*/ 16948 w 74784"/>
                  <a:gd name="connsiteY9" fmla="*/ 65119 h 71833"/>
                  <a:gd name="connsiteX10" fmla="*/ 1327 w 74784"/>
                  <a:gd name="connsiteY10" fmla="*/ 60689 h 71833"/>
                  <a:gd name="connsiteX11" fmla="*/ 2679 w 74784"/>
                  <a:gd name="connsiteY11" fmla="*/ 49201 h 71833"/>
                  <a:gd name="connsiteX12" fmla="*/ 17173 w 74784"/>
                  <a:gd name="connsiteY12" fmla="*/ 20669 h 718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4784" h="71833">
                    <a:moveTo>
                      <a:pt x="17173" y="20669"/>
                    </a:moveTo>
                    <a:cubicBezTo>
                      <a:pt x="21259" y="13979"/>
                      <a:pt x="26801" y="8310"/>
                      <a:pt x="33395" y="4075"/>
                    </a:cubicBezTo>
                    <a:cubicBezTo>
                      <a:pt x="40454" y="-250"/>
                      <a:pt x="49061" y="-1211"/>
                      <a:pt x="56901" y="1447"/>
                    </a:cubicBezTo>
                    <a:cubicBezTo>
                      <a:pt x="59552" y="2619"/>
                      <a:pt x="62075" y="4083"/>
                      <a:pt x="64411" y="5802"/>
                    </a:cubicBezTo>
                    <a:cubicBezTo>
                      <a:pt x="67363" y="7507"/>
                      <a:pt x="69916" y="9804"/>
                      <a:pt x="71921" y="12560"/>
                    </a:cubicBezTo>
                    <a:cubicBezTo>
                      <a:pt x="74092" y="16982"/>
                      <a:pt x="74903" y="21945"/>
                      <a:pt x="74249" y="26826"/>
                    </a:cubicBezTo>
                    <a:cubicBezTo>
                      <a:pt x="75270" y="38907"/>
                      <a:pt x="74745" y="51071"/>
                      <a:pt x="72672" y="63017"/>
                    </a:cubicBezTo>
                    <a:cubicBezTo>
                      <a:pt x="72154" y="65660"/>
                      <a:pt x="70750" y="68040"/>
                      <a:pt x="68692" y="69774"/>
                    </a:cubicBezTo>
                    <a:cubicBezTo>
                      <a:pt x="65710" y="71471"/>
                      <a:pt x="62248" y="72132"/>
                      <a:pt x="58854" y="71651"/>
                    </a:cubicBezTo>
                    <a:cubicBezTo>
                      <a:pt x="44735" y="70593"/>
                      <a:pt x="30721" y="68408"/>
                      <a:pt x="16948" y="65119"/>
                    </a:cubicBezTo>
                    <a:cubicBezTo>
                      <a:pt x="11511" y="64631"/>
                      <a:pt x="6209" y="63129"/>
                      <a:pt x="1327" y="60689"/>
                    </a:cubicBezTo>
                    <a:cubicBezTo>
                      <a:pt x="-1827" y="58136"/>
                      <a:pt x="1327" y="52279"/>
                      <a:pt x="2679" y="49201"/>
                    </a:cubicBezTo>
                    <a:cubicBezTo>
                      <a:pt x="6224" y="39087"/>
                      <a:pt x="11098" y="29499"/>
                      <a:pt x="17173" y="20669"/>
                    </a:cubicBezTo>
                    <a:close/>
                  </a:path>
                </a:pathLst>
              </a:custGeom>
              <a:solidFill>
                <a:srgbClr val="97A8B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8" name="Content Placeholder 4">
                <a:extLst>
                  <a:ext uri="{FF2B5EF4-FFF2-40B4-BE49-F238E27FC236}">
                    <a16:creationId xmlns:a16="http://schemas.microsoft.com/office/drawing/2014/main" id="{7168E08A-1236-0892-9ABC-8A5C58B0DEC1}"/>
                  </a:ext>
                </a:extLst>
              </p:cNvPr>
              <p:cNvSpPr/>
              <p:nvPr/>
            </p:nvSpPr>
            <p:spPr>
              <a:xfrm>
                <a:off x="5373313" y="3001209"/>
                <a:ext cx="42971" cy="20965"/>
              </a:xfrm>
              <a:custGeom>
                <a:avLst/>
                <a:gdLst>
                  <a:gd name="connsiteX0" fmla="*/ 38046 w 42971"/>
                  <a:gd name="connsiteY0" fmla="*/ 539 h 20965"/>
                  <a:gd name="connsiteX1" fmla="*/ 41576 w 42971"/>
                  <a:gd name="connsiteY1" fmla="*/ 5344 h 20965"/>
                  <a:gd name="connsiteX2" fmla="*/ 42928 w 42971"/>
                  <a:gd name="connsiteY2" fmla="*/ 13303 h 20965"/>
                  <a:gd name="connsiteX3" fmla="*/ 40375 w 42971"/>
                  <a:gd name="connsiteY3" fmla="*/ 19760 h 20965"/>
                  <a:gd name="connsiteX4" fmla="*/ 36920 w 42971"/>
                  <a:gd name="connsiteY4" fmla="*/ 20886 h 20965"/>
                  <a:gd name="connsiteX5" fmla="*/ 31963 w 42971"/>
                  <a:gd name="connsiteY5" fmla="*/ 20060 h 20965"/>
                  <a:gd name="connsiteX6" fmla="*/ 25730 w 42971"/>
                  <a:gd name="connsiteY6" fmla="*/ 13979 h 20965"/>
                  <a:gd name="connsiteX7" fmla="*/ 18220 w 42971"/>
                  <a:gd name="connsiteY7" fmla="*/ 10675 h 20965"/>
                  <a:gd name="connsiteX8" fmla="*/ 10710 w 42971"/>
                  <a:gd name="connsiteY8" fmla="*/ 16757 h 20965"/>
                  <a:gd name="connsiteX9" fmla="*/ 1067 w 42971"/>
                  <a:gd name="connsiteY9" fmla="*/ 14624 h 20965"/>
                  <a:gd name="connsiteX10" fmla="*/ -29 w 42971"/>
                  <a:gd name="connsiteY10" fmla="*/ 10975 h 20965"/>
                  <a:gd name="connsiteX11" fmla="*/ 3350 w 42971"/>
                  <a:gd name="connsiteY11" fmla="*/ 4218 h 20965"/>
                  <a:gd name="connsiteX12" fmla="*/ 10410 w 42971"/>
                  <a:gd name="connsiteY12" fmla="*/ 1064 h 20965"/>
                  <a:gd name="connsiteX13" fmla="*/ 26106 w 42971"/>
                  <a:gd name="connsiteY13" fmla="*/ 1590 h 20965"/>
                  <a:gd name="connsiteX14" fmla="*/ 38046 w 42971"/>
                  <a:gd name="connsiteY14" fmla="*/ 539 h 209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42971" h="20965">
                    <a:moveTo>
                      <a:pt x="38046" y="539"/>
                    </a:moveTo>
                    <a:cubicBezTo>
                      <a:pt x="39796" y="1627"/>
                      <a:pt x="41058" y="3347"/>
                      <a:pt x="41576" y="5344"/>
                    </a:cubicBezTo>
                    <a:cubicBezTo>
                      <a:pt x="42477" y="7904"/>
                      <a:pt x="42928" y="10592"/>
                      <a:pt x="42928" y="13303"/>
                    </a:cubicBezTo>
                    <a:cubicBezTo>
                      <a:pt x="43071" y="15728"/>
                      <a:pt x="42132" y="18086"/>
                      <a:pt x="40375" y="19760"/>
                    </a:cubicBezTo>
                    <a:cubicBezTo>
                      <a:pt x="39361" y="20466"/>
                      <a:pt x="38159" y="20856"/>
                      <a:pt x="36920" y="20886"/>
                    </a:cubicBezTo>
                    <a:cubicBezTo>
                      <a:pt x="35223" y="21059"/>
                      <a:pt x="33510" y="20774"/>
                      <a:pt x="31963" y="20060"/>
                    </a:cubicBezTo>
                    <a:cubicBezTo>
                      <a:pt x="29508" y="18461"/>
                      <a:pt x="27390" y="16389"/>
                      <a:pt x="25730" y="13979"/>
                    </a:cubicBezTo>
                    <a:cubicBezTo>
                      <a:pt x="23950" y="11674"/>
                      <a:pt x="21119" y="10427"/>
                      <a:pt x="18220" y="10675"/>
                    </a:cubicBezTo>
                    <a:cubicBezTo>
                      <a:pt x="15141" y="11501"/>
                      <a:pt x="13639" y="15030"/>
                      <a:pt x="10710" y="16757"/>
                    </a:cubicBezTo>
                    <a:cubicBezTo>
                      <a:pt x="7458" y="18829"/>
                      <a:pt x="3140" y="17876"/>
                      <a:pt x="1067" y="14624"/>
                    </a:cubicBezTo>
                    <a:cubicBezTo>
                      <a:pt x="369" y="13536"/>
                      <a:pt x="-7" y="12267"/>
                      <a:pt x="-29" y="10975"/>
                    </a:cubicBezTo>
                    <a:cubicBezTo>
                      <a:pt x="1" y="8325"/>
                      <a:pt x="1248" y="5832"/>
                      <a:pt x="3350" y="4218"/>
                    </a:cubicBezTo>
                    <a:cubicBezTo>
                      <a:pt x="5423" y="2633"/>
                      <a:pt x="7841" y="1552"/>
                      <a:pt x="10410" y="1064"/>
                    </a:cubicBezTo>
                    <a:cubicBezTo>
                      <a:pt x="15607" y="-2"/>
                      <a:pt x="20991" y="178"/>
                      <a:pt x="26106" y="1590"/>
                    </a:cubicBezTo>
                    <a:cubicBezTo>
                      <a:pt x="30311" y="2641"/>
                      <a:pt x="33991" y="-1489"/>
                      <a:pt x="38046" y="539"/>
                    </a:cubicBezTo>
                    <a:close/>
                  </a:path>
                </a:pathLst>
              </a:custGeom>
              <a:solidFill>
                <a:srgbClr val="68889B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9" name="Content Placeholder 4">
                <a:extLst>
                  <a:ext uri="{FF2B5EF4-FFF2-40B4-BE49-F238E27FC236}">
                    <a16:creationId xmlns:a16="http://schemas.microsoft.com/office/drawing/2014/main" id="{055C7E44-7525-673E-06B9-E2693065A160}"/>
                  </a:ext>
                </a:extLst>
              </p:cNvPr>
              <p:cNvSpPr/>
              <p:nvPr/>
            </p:nvSpPr>
            <p:spPr>
              <a:xfrm>
                <a:off x="5378333" y="2977994"/>
                <a:ext cx="32540" cy="34743"/>
              </a:xfrm>
              <a:custGeom>
                <a:avLst/>
                <a:gdLst>
                  <a:gd name="connsiteX0" fmla="*/ 8318 w 32540"/>
                  <a:gd name="connsiteY0" fmla="*/ 1228 h 34743"/>
                  <a:gd name="connsiteX1" fmla="*/ 1259 w 32540"/>
                  <a:gd name="connsiteY1" fmla="*/ 12191 h 34743"/>
                  <a:gd name="connsiteX2" fmla="*/ -18 w 32540"/>
                  <a:gd name="connsiteY2" fmla="*/ 20150 h 34743"/>
                  <a:gd name="connsiteX3" fmla="*/ 8243 w 32540"/>
                  <a:gd name="connsiteY3" fmla="*/ 31938 h 34743"/>
                  <a:gd name="connsiteX4" fmla="*/ 13050 w 32540"/>
                  <a:gd name="connsiteY4" fmla="*/ 34190 h 34743"/>
                  <a:gd name="connsiteX5" fmla="*/ 27244 w 32540"/>
                  <a:gd name="connsiteY5" fmla="*/ 30661 h 34743"/>
                  <a:gd name="connsiteX6" fmla="*/ 32275 w 32540"/>
                  <a:gd name="connsiteY6" fmla="*/ 11815 h 34743"/>
                  <a:gd name="connsiteX7" fmla="*/ 23038 w 32540"/>
                  <a:gd name="connsiteY7" fmla="*/ 1303 h 34743"/>
                  <a:gd name="connsiteX8" fmla="*/ 8318 w 32540"/>
                  <a:gd name="connsiteY8" fmla="*/ 1228 h 347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2540" h="34743">
                    <a:moveTo>
                      <a:pt x="8318" y="1228"/>
                    </a:moveTo>
                    <a:cubicBezTo>
                      <a:pt x="4488" y="3684"/>
                      <a:pt x="1912" y="7686"/>
                      <a:pt x="1259" y="12191"/>
                    </a:cubicBezTo>
                    <a:cubicBezTo>
                      <a:pt x="328" y="14736"/>
                      <a:pt x="-108" y="17439"/>
                      <a:pt x="-18" y="20150"/>
                    </a:cubicBezTo>
                    <a:cubicBezTo>
                      <a:pt x="771" y="25143"/>
                      <a:pt x="3820" y="29498"/>
                      <a:pt x="8243" y="31938"/>
                    </a:cubicBezTo>
                    <a:cubicBezTo>
                      <a:pt x="9745" y="32884"/>
                      <a:pt x="11360" y="33642"/>
                      <a:pt x="13050" y="34190"/>
                    </a:cubicBezTo>
                    <a:cubicBezTo>
                      <a:pt x="18074" y="35549"/>
                      <a:pt x="23444" y="34220"/>
                      <a:pt x="27244" y="30661"/>
                    </a:cubicBezTo>
                    <a:cubicBezTo>
                      <a:pt x="31389" y="25315"/>
                      <a:pt x="33199" y="18520"/>
                      <a:pt x="32275" y="11815"/>
                    </a:cubicBezTo>
                    <a:cubicBezTo>
                      <a:pt x="30961" y="7085"/>
                      <a:pt x="27559" y="3210"/>
                      <a:pt x="23038" y="1303"/>
                    </a:cubicBezTo>
                    <a:cubicBezTo>
                      <a:pt x="18292" y="-446"/>
                      <a:pt x="13080" y="-476"/>
                      <a:pt x="8318" y="1228"/>
                    </a:cubicBezTo>
                    <a:close/>
                  </a:path>
                </a:pathLst>
              </a:custGeom>
              <a:solidFill>
                <a:srgbClr val="CEBFB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0" name="Content Placeholder 4">
                <a:extLst>
                  <a:ext uri="{FF2B5EF4-FFF2-40B4-BE49-F238E27FC236}">
                    <a16:creationId xmlns:a16="http://schemas.microsoft.com/office/drawing/2014/main" id="{5BD13B3C-2FFB-339F-803E-300A9E7D672F}"/>
                  </a:ext>
                </a:extLst>
              </p:cNvPr>
              <p:cNvSpPr/>
              <p:nvPr/>
            </p:nvSpPr>
            <p:spPr>
              <a:xfrm>
                <a:off x="5376317" y="2972420"/>
                <a:ext cx="36502" cy="14405"/>
              </a:xfrm>
              <a:custGeom>
                <a:avLst/>
                <a:gdLst>
                  <a:gd name="connsiteX0" fmla="*/ 33240 w 36502"/>
                  <a:gd name="connsiteY0" fmla="*/ 13035 h 14405"/>
                  <a:gd name="connsiteX1" fmla="*/ 10710 w 36502"/>
                  <a:gd name="connsiteY1" fmla="*/ 12209 h 14405"/>
                  <a:gd name="connsiteX2" fmla="*/ -29 w 36502"/>
                  <a:gd name="connsiteY2" fmla="*/ 3950 h 14405"/>
                  <a:gd name="connsiteX3" fmla="*/ 5002 w 36502"/>
                  <a:gd name="connsiteY3" fmla="*/ 4851 h 14405"/>
                  <a:gd name="connsiteX4" fmla="*/ 4026 w 36502"/>
                  <a:gd name="connsiteY4" fmla="*/ -30 h 14405"/>
                  <a:gd name="connsiteX5" fmla="*/ 9058 w 36502"/>
                  <a:gd name="connsiteY5" fmla="*/ 1997 h 14405"/>
                  <a:gd name="connsiteX6" fmla="*/ 15817 w 36502"/>
                  <a:gd name="connsiteY6" fmla="*/ 1997 h 14405"/>
                  <a:gd name="connsiteX7" fmla="*/ 28433 w 36502"/>
                  <a:gd name="connsiteY7" fmla="*/ 2974 h 14405"/>
                  <a:gd name="connsiteX8" fmla="*/ 35193 w 36502"/>
                  <a:gd name="connsiteY8" fmla="*/ 7253 h 14405"/>
                  <a:gd name="connsiteX9" fmla="*/ 33240 w 36502"/>
                  <a:gd name="connsiteY9" fmla="*/ 13035 h 14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6502" h="14405">
                    <a:moveTo>
                      <a:pt x="33240" y="13035"/>
                    </a:moveTo>
                    <a:cubicBezTo>
                      <a:pt x="25820" y="15070"/>
                      <a:pt x="17957" y="14784"/>
                      <a:pt x="10710" y="12209"/>
                    </a:cubicBezTo>
                    <a:cubicBezTo>
                      <a:pt x="6196" y="10948"/>
                      <a:pt x="2344" y="7989"/>
                      <a:pt x="-29" y="3950"/>
                    </a:cubicBezTo>
                    <a:cubicBezTo>
                      <a:pt x="1623" y="3950"/>
                      <a:pt x="3350" y="4475"/>
                      <a:pt x="5002" y="4851"/>
                    </a:cubicBezTo>
                    <a:lnTo>
                      <a:pt x="4026" y="-30"/>
                    </a:lnTo>
                    <a:cubicBezTo>
                      <a:pt x="5566" y="946"/>
                      <a:pt x="7270" y="1629"/>
                      <a:pt x="9058" y="1997"/>
                    </a:cubicBezTo>
                    <a:cubicBezTo>
                      <a:pt x="11303" y="2260"/>
                      <a:pt x="13571" y="2260"/>
                      <a:pt x="15817" y="1997"/>
                    </a:cubicBezTo>
                    <a:cubicBezTo>
                      <a:pt x="20045" y="1645"/>
                      <a:pt x="24311" y="1975"/>
                      <a:pt x="28433" y="2974"/>
                    </a:cubicBezTo>
                    <a:cubicBezTo>
                      <a:pt x="31024" y="3785"/>
                      <a:pt x="33353" y="5264"/>
                      <a:pt x="35193" y="7253"/>
                    </a:cubicBezTo>
                    <a:cubicBezTo>
                      <a:pt x="37295" y="10707"/>
                      <a:pt x="36920" y="11984"/>
                      <a:pt x="33240" y="13035"/>
                    </a:cubicBezTo>
                    <a:close/>
                  </a:path>
                </a:pathLst>
              </a:custGeom>
              <a:solidFill>
                <a:srgbClr val="534741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1" name="Content Placeholder 4">
                <a:extLst>
                  <a:ext uri="{FF2B5EF4-FFF2-40B4-BE49-F238E27FC236}">
                    <a16:creationId xmlns:a16="http://schemas.microsoft.com/office/drawing/2014/main" id="{0B7F8116-14A7-7717-A447-384C660FA543}"/>
                  </a:ext>
                </a:extLst>
              </p:cNvPr>
              <p:cNvSpPr/>
              <p:nvPr/>
            </p:nvSpPr>
            <p:spPr>
              <a:xfrm>
                <a:off x="5406600" y="2982998"/>
                <a:ext cx="7981" cy="22710"/>
              </a:xfrm>
              <a:custGeom>
                <a:avLst/>
                <a:gdLst>
                  <a:gd name="connsiteX0" fmla="*/ 1756 w 7981"/>
                  <a:gd name="connsiteY0" fmla="*/ 6061 h 22710"/>
                  <a:gd name="connsiteX1" fmla="*/ 1756 w 7981"/>
                  <a:gd name="connsiteY1" fmla="*/ 15672 h 22710"/>
                  <a:gd name="connsiteX2" fmla="*/ 3108 w 7981"/>
                  <a:gd name="connsiteY2" fmla="*/ 15296 h 22710"/>
                  <a:gd name="connsiteX3" fmla="*/ 704 w 7981"/>
                  <a:gd name="connsiteY3" fmla="*/ 21528 h 22710"/>
                  <a:gd name="connsiteX4" fmla="*/ 704 w 7981"/>
                  <a:gd name="connsiteY4" fmla="*/ 22654 h 22710"/>
                  <a:gd name="connsiteX5" fmla="*/ 1455 w 7981"/>
                  <a:gd name="connsiteY5" fmla="*/ 22279 h 22710"/>
                  <a:gd name="connsiteX6" fmla="*/ 5210 w 7981"/>
                  <a:gd name="connsiteY6" fmla="*/ 16122 h 22710"/>
                  <a:gd name="connsiteX7" fmla="*/ 7839 w 7981"/>
                  <a:gd name="connsiteY7" fmla="*/ 8989 h 22710"/>
                  <a:gd name="connsiteX8" fmla="*/ 6111 w 7981"/>
                  <a:gd name="connsiteY8" fmla="*/ 1856 h 22710"/>
                  <a:gd name="connsiteX9" fmla="*/ 554 w 7981"/>
                  <a:gd name="connsiteY9" fmla="*/ 730 h 22710"/>
                  <a:gd name="connsiteX10" fmla="*/ 1756 w 7981"/>
                  <a:gd name="connsiteY10" fmla="*/ 6061 h 22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981" h="22710">
                    <a:moveTo>
                      <a:pt x="1756" y="6061"/>
                    </a:moveTo>
                    <a:cubicBezTo>
                      <a:pt x="2657" y="9199"/>
                      <a:pt x="2657" y="12533"/>
                      <a:pt x="1756" y="15672"/>
                    </a:cubicBezTo>
                    <a:lnTo>
                      <a:pt x="3108" y="15296"/>
                    </a:lnTo>
                    <a:cubicBezTo>
                      <a:pt x="2356" y="17398"/>
                      <a:pt x="1530" y="19426"/>
                      <a:pt x="704" y="21528"/>
                    </a:cubicBezTo>
                    <a:cubicBezTo>
                      <a:pt x="704" y="21528"/>
                      <a:pt x="704" y="22579"/>
                      <a:pt x="704" y="22654"/>
                    </a:cubicBezTo>
                    <a:cubicBezTo>
                      <a:pt x="704" y="22730"/>
                      <a:pt x="1230" y="22654"/>
                      <a:pt x="1455" y="22279"/>
                    </a:cubicBezTo>
                    <a:cubicBezTo>
                      <a:pt x="2905" y="20349"/>
                      <a:pt x="4159" y="18292"/>
                      <a:pt x="5210" y="16122"/>
                    </a:cubicBezTo>
                    <a:cubicBezTo>
                      <a:pt x="6495" y="13915"/>
                      <a:pt x="7381" y="11504"/>
                      <a:pt x="7839" y="8989"/>
                    </a:cubicBezTo>
                    <a:cubicBezTo>
                      <a:pt x="8229" y="6474"/>
                      <a:pt x="7606" y="3913"/>
                      <a:pt x="6111" y="1856"/>
                    </a:cubicBezTo>
                    <a:cubicBezTo>
                      <a:pt x="4835" y="429"/>
                      <a:pt x="2206" y="-922"/>
                      <a:pt x="554" y="730"/>
                    </a:cubicBezTo>
                    <a:cubicBezTo>
                      <a:pt x="-1098" y="2382"/>
                      <a:pt x="1230" y="4334"/>
                      <a:pt x="1756" y="6061"/>
                    </a:cubicBezTo>
                    <a:close/>
                  </a:path>
                </a:pathLst>
              </a:custGeom>
              <a:solidFill>
                <a:srgbClr val="534741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2" name="Content Placeholder 4">
                <a:extLst>
                  <a:ext uri="{FF2B5EF4-FFF2-40B4-BE49-F238E27FC236}">
                    <a16:creationId xmlns:a16="http://schemas.microsoft.com/office/drawing/2014/main" id="{93B027A5-7E42-4958-1A2D-717B36CB169C}"/>
                  </a:ext>
                </a:extLst>
              </p:cNvPr>
              <p:cNvSpPr/>
              <p:nvPr/>
            </p:nvSpPr>
            <p:spPr>
              <a:xfrm>
                <a:off x="5400199" y="2960825"/>
                <a:ext cx="17349" cy="18443"/>
              </a:xfrm>
              <a:custGeom>
                <a:avLst/>
                <a:gdLst>
                  <a:gd name="connsiteX0" fmla="*/ 5528 w 17349"/>
                  <a:gd name="connsiteY0" fmla="*/ 227 h 18443"/>
                  <a:gd name="connsiteX1" fmla="*/ 1097 w 17349"/>
                  <a:gd name="connsiteY1" fmla="*/ 5483 h 18443"/>
                  <a:gd name="connsiteX2" fmla="*/ -29 w 17349"/>
                  <a:gd name="connsiteY2" fmla="*/ 9613 h 18443"/>
                  <a:gd name="connsiteX3" fmla="*/ 3576 w 17349"/>
                  <a:gd name="connsiteY3" fmla="*/ 16295 h 18443"/>
                  <a:gd name="connsiteX4" fmla="*/ 5904 w 17349"/>
                  <a:gd name="connsiteY4" fmla="*/ 17797 h 18443"/>
                  <a:gd name="connsiteX5" fmla="*/ 13414 w 17349"/>
                  <a:gd name="connsiteY5" fmla="*/ 16896 h 18443"/>
                  <a:gd name="connsiteX6" fmla="*/ 17319 w 17349"/>
                  <a:gd name="connsiteY6" fmla="*/ 7360 h 18443"/>
                  <a:gd name="connsiteX7" fmla="*/ 13188 w 17349"/>
                  <a:gd name="connsiteY7" fmla="*/ 1279 h 18443"/>
                  <a:gd name="connsiteX8" fmla="*/ 5528 w 17349"/>
                  <a:gd name="connsiteY8" fmla="*/ 227 h 18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7349" h="18443">
                    <a:moveTo>
                      <a:pt x="5528" y="227"/>
                    </a:moveTo>
                    <a:cubicBezTo>
                      <a:pt x="3350" y="903"/>
                      <a:pt x="2074" y="3306"/>
                      <a:pt x="1097" y="5483"/>
                    </a:cubicBezTo>
                    <a:cubicBezTo>
                      <a:pt x="504" y="6790"/>
                      <a:pt x="121" y="8186"/>
                      <a:pt x="-29" y="9613"/>
                    </a:cubicBezTo>
                    <a:cubicBezTo>
                      <a:pt x="76" y="12278"/>
                      <a:pt x="1405" y="14741"/>
                      <a:pt x="3576" y="16295"/>
                    </a:cubicBezTo>
                    <a:cubicBezTo>
                      <a:pt x="4274" y="16904"/>
                      <a:pt x="5055" y="17414"/>
                      <a:pt x="5904" y="17797"/>
                    </a:cubicBezTo>
                    <a:cubicBezTo>
                      <a:pt x="8389" y="18871"/>
                      <a:pt x="11258" y="18525"/>
                      <a:pt x="13414" y="16896"/>
                    </a:cubicBezTo>
                    <a:cubicBezTo>
                      <a:pt x="15952" y="14373"/>
                      <a:pt x="17364" y="10934"/>
                      <a:pt x="17319" y="7360"/>
                    </a:cubicBezTo>
                    <a:cubicBezTo>
                      <a:pt x="16958" y="4800"/>
                      <a:pt x="15434" y="2555"/>
                      <a:pt x="13188" y="1279"/>
                    </a:cubicBezTo>
                    <a:cubicBezTo>
                      <a:pt x="10838" y="32"/>
                      <a:pt x="8127" y="-336"/>
                      <a:pt x="5528" y="227"/>
                    </a:cubicBezTo>
                    <a:close/>
                  </a:path>
                </a:pathLst>
              </a:custGeom>
              <a:solidFill>
                <a:srgbClr val="E8DBD1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3" name="Content Placeholder 4">
                <a:extLst>
                  <a:ext uri="{FF2B5EF4-FFF2-40B4-BE49-F238E27FC236}">
                    <a16:creationId xmlns:a16="http://schemas.microsoft.com/office/drawing/2014/main" id="{74AFA34F-4A78-38C9-6AE7-CA10996FFD60}"/>
                  </a:ext>
                </a:extLst>
              </p:cNvPr>
              <p:cNvSpPr/>
              <p:nvPr/>
            </p:nvSpPr>
            <p:spPr>
              <a:xfrm>
                <a:off x="5399974" y="2955822"/>
                <a:ext cx="21854" cy="17877"/>
              </a:xfrm>
              <a:custGeom>
                <a:avLst/>
                <a:gdLst>
                  <a:gd name="connsiteX0" fmla="*/ 1473 w 21854"/>
                  <a:gd name="connsiteY0" fmla="*/ 6356 h 17877"/>
                  <a:gd name="connsiteX1" fmla="*/ -29 w 21854"/>
                  <a:gd name="connsiteY1" fmla="*/ 7933 h 17877"/>
                  <a:gd name="connsiteX2" fmla="*/ 1022 w 21854"/>
                  <a:gd name="connsiteY2" fmla="*/ 9359 h 17877"/>
                  <a:gd name="connsiteX3" fmla="*/ 3050 w 21854"/>
                  <a:gd name="connsiteY3" fmla="*/ 10035 h 17877"/>
                  <a:gd name="connsiteX4" fmla="*/ 5078 w 21854"/>
                  <a:gd name="connsiteY4" fmla="*/ 8608 h 17877"/>
                  <a:gd name="connsiteX5" fmla="*/ 8900 w 21854"/>
                  <a:gd name="connsiteY5" fmla="*/ 8451 h 17877"/>
                  <a:gd name="connsiteX6" fmla="*/ 9133 w 21854"/>
                  <a:gd name="connsiteY6" fmla="*/ 8158 h 17877"/>
                  <a:gd name="connsiteX7" fmla="*/ 10275 w 21854"/>
                  <a:gd name="connsiteY7" fmla="*/ 9945 h 17877"/>
                  <a:gd name="connsiteX8" fmla="*/ 10335 w 21854"/>
                  <a:gd name="connsiteY8" fmla="*/ 9960 h 17877"/>
                  <a:gd name="connsiteX9" fmla="*/ 12512 w 21854"/>
                  <a:gd name="connsiteY9" fmla="*/ 8984 h 17877"/>
                  <a:gd name="connsiteX10" fmla="*/ 12723 w 21854"/>
                  <a:gd name="connsiteY10" fmla="*/ 10883 h 17877"/>
                  <a:gd name="connsiteX11" fmla="*/ 13789 w 21854"/>
                  <a:gd name="connsiteY11" fmla="*/ 11161 h 17877"/>
                  <a:gd name="connsiteX12" fmla="*/ 13789 w 21854"/>
                  <a:gd name="connsiteY12" fmla="*/ 12963 h 17877"/>
                  <a:gd name="connsiteX13" fmla="*/ 15216 w 21854"/>
                  <a:gd name="connsiteY13" fmla="*/ 13789 h 17877"/>
                  <a:gd name="connsiteX14" fmla="*/ 16072 w 21854"/>
                  <a:gd name="connsiteY14" fmla="*/ 16305 h 17877"/>
                  <a:gd name="connsiteX15" fmla="*/ 17018 w 21854"/>
                  <a:gd name="connsiteY15" fmla="*/ 16492 h 17877"/>
                  <a:gd name="connsiteX16" fmla="*/ 17920 w 21854"/>
                  <a:gd name="connsiteY16" fmla="*/ 17844 h 17877"/>
                  <a:gd name="connsiteX17" fmla="*/ 19497 w 21854"/>
                  <a:gd name="connsiteY17" fmla="*/ 16492 h 17877"/>
                  <a:gd name="connsiteX18" fmla="*/ 21449 w 21854"/>
                  <a:gd name="connsiteY18" fmla="*/ 13489 h 17877"/>
                  <a:gd name="connsiteX19" fmla="*/ 21825 w 21854"/>
                  <a:gd name="connsiteY19" fmla="*/ 12588 h 17877"/>
                  <a:gd name="connsiteX20" fmla="*/ 20773 w 21854"/>
                  <a:gd name="connsiteY20" fmla="*/ 10861 h 17877"/>
                  <a:gd name="connsiteX21" fmla="*/ 20773 w 21854"/>
                  <a:gd name="connsiteY21" fmla="*/ 7482 h 17877"/>
                  <a:gd name="connsiteX22" fmla="*/ 19196 w 21854"/>
                  <a:gd name="connsiteY22" fmla="*/ 6056 h 17877"/>
                  <a:gd name="connsiteX23" fmla="*/ 19196 w 21854"/>
                  <a:gd name="connsiteY23" fmla="*/ 4629 h 17877"/>
                  <a:gd name="connsiteX24" fmla="*/ 16868 w 21854"/>
                  <a:gd name="connsiteY24" fmla="*/ 2902 h 17877"/>
                  <a:gd name="connsiteX25" fmla="*/ 16042 w 21854"/>
                  <a:gd name="connsiteY25" fmla="*/ 2902 h 17877"/>
                  <a:gd name="connsiteX26" fmla="*/ 15291 w 21854"/>
                  <a:gd name="connsiteY26" fmla="*/ 1625 h 17877"/>
                  <a:gd name="connsiteX27" fmla="*/ 12287 w 21854"/>
                  <a:gd name="connsiteY27" fmla="*/ 199 h 17877"/>
                  <a:gd name="connsiteX28" fmla="*/ 10710 w 21854"/>
                  <a:gd name="connsiteY28" fmla="*/ 800 h 17877"/>
                  <a:gd name="connsiteX29" fmla="*/ 8983 w 21854"/>
                  <a:gd name="connsiteY29" fmla="*/ 124 h 17877"/>
                  <a:gd name="connsiteX30" fmla="*/ 5528 w 21854"/>
                  <a:gd name="connsiteY30" fmla="*/ 1625 h 17877"/>
                  <a:gd name="connsiteX31" fmla="*/ 1698 w 21854"/>
                  <a:gd name="connsiteY31" fmla="*/ 3202 h 17877"/>
                  <a:gd name="connsiteX32" fmla="*/ 722 w 21854"/>
                  <a:gd name="connsiteY32" fmla="*/ 4854 h 17877"/>
                  <a:gd name="connsiteX33" fmla="*/ 1473 w 21854"/>
                  <a:gd name="connsiteY33" fmla="*/ 6356 h 17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21854" h="17877">
                    <a:moveTo>
                      <a:pt x="1473" y="6356"/>
                    </a:moveTo>
                    <a:cubicBezTo>
                      <a:pt x="827" y="6724"/>
                      <a:pt x="301" y="7272"/>
                      <a:pt x="-29" y="7933"/>
                    </a:cubicBezTo>
                    <a:cubicBezTo>
                      <a:pt x="-29" y="8608"/>
                      <a:pt x="346" y="9509"/>
                      <a:pt x="1022" y="9359"/>
                    </a:cubicBezTo>
                    <a:cubicBezTo>
                      <a:pt x="1698" y="9209"/>
                      <a:pt x="2299" y="10486"/>
                      <a:pt x="3050" y="10035"/>
                    </a:cubicBezTo>
                    <a:cubicBezTo>
                      <a:pt x="3801" y="9585"/>
                      <a:pt x="4252" y="8834"/>
                      <a:pt x="5078" y="8608"/>
                    </a:cubicBezTo>
                    <a:cubicBezTo>
                      <a:pt x="6174" y="9622"/>
                      <a:pt x="7886" y="9547"/>
                      <a:pt x="8900" y="8451"/>
                    </a:cubicBezTo>
                    <a:cubicBezTo>
                      <a:pt x="8983" y="8361"/>
                      <a:pt x="9058" y="8263"/>
                      <a:pt x="9133" y="8158"/>
                    </a:cubicBezTo>
                    <a:cubicBezTo>
                      <a:pt x="8953" y="8969"/>
                      <a:pt x="9463" y="9772"/>
                      <a:pt x="10275" y="9945"/>
                    </a:cubicBezTo>
                    <a:cubicBezTo>
                      <a:pt x="10297" y="9952"/>
                      <a:pt x="10312" y="9960"/>
                      <a:pt x="10335" y="9960"/>
                    </a:cubicBezTo>
                    <a:cubicBezTo>
                      <a:pt x="11176" y="9990"/>
                      <a:pt x="11979" y="9630"/>
                      <a:pt x="12512" y="8984"/>
                    </a:cubicBezTo>
                    <a:cubicBezTo>
                      <a:pt x="12047" y="9569"/>
                      <a:pt x="12144" y="10418"/>
                      <a:pt x="12723" y="10883"/>
                    </a:cubicBezTo>
                    <a:cubicBezTo>
                      <a:pt x="13023" y="11124"/>
                      <a:pt x="13414" y="11221"/>
                      <a:pt x="13789" y="11161"/>
                    </a:cubicBezTo>
                    <a:cubicBezTo>
                      <a:pt x="13601" y="11747"/>
                      <a:pt x="13601" y="12378"/>
                      <a:pt x="13789" y="12963"/>
                    </a:cubicBezTo>
                    <a:cubicBezTo>
                      <a:pt x="13969" y="13571"/>
                      <a:pt x="14600" y="13932"/>
                      <a:pt x="15216" y="13789"/>
                    </a:cubicBezTo>
                    <a:cubicBezTo>
                      <a:pt x="14758" y="14720"/>
                      <a:pt x="15141" y="15847"/>
                      <a:pt x="16072" y="16305"/>
                    </a:cubicBezTo>
                    <a:cubicBezTo>
                      <a:pt x="16365" y="16447"/>
                      <a:pt x="16688" y="16515"/>
                      <a:pt x="17018" y="16492"/>
                    </a:cubicBezTo>
                    <a:cubicBezTo>
                      <a:pt x="16493" y="17018"/>
                      <a:pt x="17018" y="17919"/>
                      <a:pt x="17920" y="17844"/>
                    </a:cubicBezTo>
                    <a:cubicBezTo>
                      <a:pt x="18588" y="17596"/>
                      <a:pt x="19151" y="17116"/>
                      <a:pt x="19497" y="16492"/>
                    </a:cubicBezTo>
                    <a:cubicBezTo>
                      <a:pt x="20097" y="15441"/>
                      <a:pt x="20773" y="14465"/>
                      <a:pt x="21449" y="13489"/>
                    </a:cubicBezTo>
                    <a:cubicBezTo>
                      <a:pt x="21652" y="13226"/>
                      <a:pt x="21780" y="12918"/>
                      <a:pt x="21825" y="12588"/>
                    </a:cubicBezTo>
                    <a:cubicBezTo>
                      <a:pt x="21825" y="11912"/>
                      <a:pt x="21074" y="11537"/>
                      <a:pt x="20773" y="10861"/>
                    </a:cubicBezTo>
                    <a:cubicBezTo>
                      <a:pt x="20473" y="10185"/>
                      <a:pt x="21374" y="8458"/>
                      <a:pt x="20773" y="7482"/>
                    </a:cubicBezTo>
                    <a:cubicBezTo>
                      <a:pt x="20173" y="6506"/>
                      <a:pt x="19497" y="6656"/>
                      <a:pt x="19196" y="6056"/>
                    </a:cubicBezTo>
                    <a:cubicBezTo>
                      <a:pt x="19159" y="5582"/>
                      <a:pt x="19159" y="5102"/>
                      <a:pt x="19196" y="4629"/>
                    </a:cubicBezTo>
                    <a:cubicBezTo>
                      <a:pt x="19001" y="3525"/>
                      <a:pt x="17980" y="2767"/>
                      <a:pt x="16868" y="2902"/>
                    </a:cubicBezTo>
                    <a:cubicBezTo>
                      <a:pt x="16868" y="2902"/>
                      <a:pt x="16267" y="2902"/>
                      <a:pt x="16042" y="2902"/>
                    </a:cubicBezTo>
                    <a:cubicBezTo>
                      <a:pt x="15817" y="2902"/>
                      <a:pt x="15441" y="2151"/>
                      <a:pt x="15291" y="1625"/>
                    </a:cubicBezTo>
                    <a:cubicBezTo>
                      <a:pt x="14833" y="424"/>
                      <a:pt x="13511" y="-207"/>
                      <a:pt x="12287" y="199"/>
                    </a:cubicBezTo>
                    <a:cubicBezTo>
                      <a:pt x="11806" y="507"/>
                      <a:pt x="11273" y="710"/>
                      <a:pt x="10710" y="800"/>
                    </a:cubicBezTo>
                    <a:cubicBezTo>
                      <a:pt x="10109" y="800"/>
                      <a:pt x="9584" y="424"/>
                      <a:pt x="8983" y="124"/>
                    </a:cubicBezTo>
                    <a:cubicBezTo>
                      <a:pt x="7616" y="-349"/>
                      <a:pt x="6114" y="304"/>
                      <a:pt x="5528" y="1625"/>
                    </a:cubicBezTo>
                    <a:cubicBezTo>
                      <a:pt x="4627" y="-177"/>
                      <a:pt x="2299" y="2451"/>
                      <a:pt x="1698" y="3202"/>
                    </a:cubicBezTo>
                    <a:cubicBezTo>
                      <a:pt x="1097" y="3953"/>
                      <a:pt x="722" y="4103"/>
                      <a:pt x="722" y="4854"/>
                    </a:cubicBezTo>
                    <a:cubicBezTo>
                      <a:pt x="722" y="5605"/>
                      <a:pt x="872" y="6806"/>
                      <a:pt x="1473" y="6356"/>
                    </a:cubicBezTo>
                    <a:close/>
                  </a:path>
                </a:pathLst>
              </a:custGeom>
              <a:solidFill>
                <a:srgbClr val="EFAB50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4" name="Content Placeholder 4">
                <a:extLst>
                  <a:ext uri="{FF2B5EF4-FFF2-40B4-BE49-F238E27FC236}">
                    <a16:creationId xmlns:a16="http://schemas.microsoft.com/office/drawing/2014/main" id="{B9956375-06CD-861B-7FD6-6ED532677905}"/>
                  </a:ext>
                </a:extLst>
              </p:cNvPr>
              <p:cNvSpPr/>
              <p:nvPr/>
            </p:nvSpPr>
            <p:spPr>
              <a:xfrm>
                <a:off x="5400109" y="3008685"/>
                <a:ext cx="12059" cy="26740"/>
              </a:xfrm>
              <a:custGeom>
                <a:avLst/>
                <a:gdLst>
                  <a:gd name="connsiteX0" fmla="*/ 3816 w 12059"/>
                  <a:gd name="connsiteY0" fmla="*/ 7329 h 26740"/>
                  <a:gd name="connsiteX1" fmla="*/ 7271 w 12059"/>
                  <a:gd name="connsiteY1" fmla="*/ 571 h 26740"/>
                  <a:gd name="connsiteX2" fmla="*/ 9148 w 12059"/>
                  <a:gd name="connsiteY2" fmla="*/ -30 h 26740"/>
                  <a:gd name="connsiteX3" fmla="*/ 11777 w 12059"/>
                  <a:gd name="connsiteY3" fmla="*/ 2148 h 26740"/>
                  <a:gd name="connsiteX4" fmla="*/ 11777 w 12059"/>
                  <a:gd name="connsiteY4" fmla="*/ 5752 h 26740"/>
                  <a:gd name="connsiteX5" fmla="*/ 10125 w 12059"/>
                  <a:gd name="connsiteY5" fmla="*/ 10782 h 26740"/>
                  <a:gd name="connsiteX6" fmla="*/ 4117 w 12059"/>
                  <a:gd name="connsiteY6" fmla="*/ 25799 h 26740"/>
                  <a:gd name="connsiteX7" fmla="*/ 3666 w 12059"/>
                  <a:gd name="connsiteY7" fmla="*/ 26475 h 26740"/>
                  <a:gd name="connsiteX8" fmla="*/ 61 w 12059"/>
                  <a:gd name="connsiteY8" fmla="*/ 25124 h 26740"/>
                  <a:gd name="connsiteX9" fmla="*/ 812 w 12059"/>
                  <a:gd name="connsiteY9" fmla="*/ 20468 h 26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059" h="26740">
                    <a:moveTo>
                      <a:pt x="3816" y="7329"/>
                    </a:moveTo>
                    <a:cubicBezTo>
                      <a:pt x="4056" y="4716"/>
                      <a:pt x="5296" y="2298"/>
                      <a:pt x="7271" y="571"/>
                    </a:cubicBezTo>
                    <a:cubicBezTo>
                      <a:pt x="7819" y="188"/>
                      <a:pt x="8472" y="-22"/>
                      <a:pt x="9148" y="-30"/>
                    </a:cubicBezTo>
                    <a:cubicBezTo>
                      <a:pt x="10372" y="121"/>
                      <a:pt x="11401" y="969"/>
                      <a:pt x="11777" y="2148"/>
                    </a:cubicBezTo>
                    <a:cubicBezTo>
                      <a:pt x="12115" y="3326"/>
                      <a:pt x="12115" y="4573"/>
                      <a:pt x="11777" y="5752"/>
                    </a:cubicBezTo>
                    <a:cubicBezTo>
                      <a:pt x="11341" y="7464"/>
                      <a:pt x="10786" y="9146"/>
                      <a:pt x="10125" y="10782"/>
                    </a:cubicBezTo>
                    <a:cubicBezTo>
                      <a:pt x="8097" y="15813"/>
                      <a:pt x="6069" y="20844"/>
                      <a:pt x="4117" y="25799"/>
                    </a:cubicBezTo>
                    <a:cubicBezTo>
                      <a:pt x="4056" y="26070"/>
                      <a:pt x="3899" y="26317"/>
                      <a:pt x="3666" y="26475"/>
                    </a:cubicBezTo>
                    <a:cubicBezTo>
                      <a:pt x="2840" y="27226"/>
                      <a:pt x="437" y="26025"/>
                      <a:pt x="61" y="25124"/>
                    </a:cubicBezTo>
                    <a:cubicBezTo>
                      <a:pt x="-314" y="24223"/>
                      <a:pt x="587" y="21595"/>
                      <a:pt x="812" y="20468"/>
                    </a:cubicBezTo>
                    <a:close/>
                  </a:path>
                </a:pathLst>
              </a:custGeom>
              <a:solidFill>
                <a:srgbClr val="E8DBD1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5" name="Content Placeholder 4">
                <a:extLst>
                  <a:ext uri="{FF2B5EF4-FFF2-40B4-BE49-F238E27FC236}">
                    <a16:creationId xmlns:a16="http://schemas.microsoft.com/office/drawing/2014/main" id="{7CDEFA7E-B1FA-8733-DBCE-4FABBCFBA7CD}"/>
                  </a:ext>
                </a:extLst>
              </p:cNvPr>
              <p:cNvSpPr/>
              <p:nvPr/>
            </p:nvSpPr>
            <p:spPr>
              <a:xfrm>
                <a:off x="5374333" y="3009187"/>
                <a:ext cx="7729" cy="24982"/>
              </a:xfrm>
              <a:custGeom>
                <a:avLst/>
                <a:gdLst>
                  <a:gd name="connsiteX0" fmla="*/ 1730 w 7729"/>
                  <a:gd name="connsiteY0" fmla="*/ 1947 h 24982"/>
                  <a:gd name="connsiteX1" fmla="*/ 2331 w 7729"/>
                  <a:gd name="connsiteY1" fmla="*/ 445 h 24982"/>
                  <a:gd name="connsiteX2" fmla="*/ 3983 w 7729"/>
                  <a:gd name="connsiteY2" fmla="*/ -6 h 24982"/>
                  <a:gd name="connsiteX3" fmla="*/ 7588 w 7729"/>
                  <a:gd name="connsiteY3" fmla="*/ 1871 h 24982"/>
                  <a:gd name="connsiteX4" fmla="*/ 7588 w 7729"/>
                  <a:gd name="connsiteY4" fmla="*/ 4124 h 24982"/>
                  <a:gd name="connsiteX5" fmla="*/ 4659 w 7729"/>
                  <a:gd name="connsiteY5" fmla="*/ 23871 h 24982"/>
                  <a:gd name="connsiteX6" fmla="*/ 528 w 7729"/>
                  <a:gd name="connsiteY6" fmla="*/ 23871 h 24982"/>
                  <a:gd name="connsiteX7" fmla="*/ 2 w 7729"/>
                  <a:gd name="connsiteY7" fmla="*/ 18165 h 24982"/>
                  <a:gd name="connsiteX8" fmla="*/ 1730 w 7729"/>
                  <a:gd name="connsiteY8" fmla="*/ 1947 h 24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729" h="24982">
                    <a:moveTo>
                      <a:pt x="1730" y="1947"/>
                    </a:moveTo>
                    <a:cubicBezTo>
                      <a:pt x="1775" y="1399"/>
                      <a:pt x="1985" y="873"/>
                      <a:pt x="2331" y="445"/>
                    </a:cubicBezTo>
                    <a:cubicBezTo>
                      <a:pt x="2789" y="69"/>
                      <a:pt x="3389" y="-96"/>
                      <a:pt x="3983" y="-6"/>
                    </a:cubicBezTo>
                    <a:cubicBezTo>
                      <a:pt x="5410" y="-6"/>
                      <a:pt x="7062" y="-6"/>
                      <a:pt x="7588" y="1871"/>
                    </a:cubicBezTo>
                    <a:cubicBezTo>
                      <a:pt x="7738" y="2615"/>
                      <a:pt x="7738" y="3381"/>
                      <a:pt x="7588" y="4124"/>
                    </a:cubicBezTo>
                    <a:cubicBezTo>
                      <a:pt x="7204" y="10784"/>
                      <a:pt x="6228" y="17391"/>
                      <a:pt x="4659" y="23871"/>
                    </a:cubicBezTo>
                    <a:cubicBezTo>
                      <a:pt x="4283" y="25598"/>
                      <a:pt x="1279" y="24997"/>
                      <a:pt x="528" y="23871"/>
                    </a:cubicBezTo>
                    <a:cubicBezTo>
                      <a:pt x="-223" y="22745"/>
                      <a:pt x="2" y="19742"/>
                      <a:pt x="2" y="18165"/>
                    </a:cubicBezTo>
                    <a:cubicBezTo>
                      <a:pt x="100" y="12721"/>
                      <a:pt x="678" y="7292"/>
                      <a:pt x="1730" y="1947"/>
                    </a:cubicBezTo>
                    <a:close/>
                  </a:path>
                </a:pathLst>
              </a:custGeom>
              <a:solidFill>
                <a:srgbClr val="E8DBD1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6" name="Content Placeholder 4">
                <a:extLst>
                  <a:ext uri="{FF2B5EF4-FFF2-40B4-BE49-F238E27FC236}">
                    <a16:creationId xmlns:a16="http://schemas.microsoft.com/office/drawing/2014/main" id="{E4FEA21F-9F8B-9A38-547C-9AF2629A7B1B}"/>
                  </a:ext>
                </a:extLst>
              </p:cNvPr>
              <p:cNvSpPr/>
              <p:nvPr/>
            </p:nvSpPr>
            <p:spPr>
              <a:xfrm>
                <a:off x="5398158" y="3031071"/>
                <a:ext cx="9786" cy="14212"/>
              </a:xfrm>
              <a:custGeom>
                <a:avLst/>
                <a:gdLst>
                  <a:gd name="connsiteX0" fmla="*/ 4565 w 9786"/>
                  <a:gd name="connsiteY0" fmla="*/ 185 h 14212"/>
                  <a:gd name="connsiteX1" fmla="*/ 6668 w 9786"/>
                  <a:gd name="connsiteY1" fmla="*/ 1312 h 14212"/>
                  <a:gd name="connsiteX2" fmla="*/ 6668 w 9786"/>
                  <a:gd name="connsiteY2" fmla="*/ 3189 h 14212"/>
                  <a:gd name="connsiteX3" fmla="*/ 7193 w 9786"/>
                  <a:gd name="connsiteY3" fmla="*/ 6492 h 14212"/>
                  <a:gd name="connsiteX4" fmla="*/ 8846 w 9786"/>
                  <a:gd name="connsiteY4" fmla="*/ 9195 h 14212"/>
                  <a:gd name="connsiteX5" fmla="*/ 9747 w 9786"/>
                  <a:gd name="connsiteY5" fmla="*/ 12199 h 14212"/>
                  <a:gd name="connsiteX6" fmla="*/ 9371 w 9786"/>
                  <a:gd name="connsiteY6" fmla="*/ 13175 h 14212"/>
                  <a:gd name="connsiteX7" fmla="*/ 8470 w 9786"/>
                  <a:gd name="connsiteY7" fmla="*/ 13776 h 14212"/>
                  <a:gd name="connsiteX8" fmla="*/ 960 w 9786"/>
                  <a:gd name="connsiteY8" fmla="*/ 11148 h 14212"/>
                  <a:gd name="connsiteX9" fmla="*/ -16 w 9786"/>
                  <a:gd name="connsiteY9" fmla="*/ 7243 h 14212"/>
                  <a:gd name="connsiteX10" fmla="*/ 885 w 9786"/>
                  <a:gd name="connsiteY10" fmla="*/ 1387 h 14212"/>
                  <a:gd name="connsiteX11" fmla="*/ 4565 w 9786"/>
                  <a:gd name="connsiteY11" fmla="*/ 185 h 14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786" h="14212">
                    <a:moveTo>
                      <a:pt x="4565" y="185"/>
                    </a:moveTo>
                    <a:cubicBezTo>
                      <a:pt x="5391" y="245"/>
                      <a:pt x="6157" y="658"/>
                      <a:pt x="6668" y="1312"/>
                    </a:cubicBezTo>
                    <a:cubicBezTo>
                      <a:pt x="6825" y="1927"/>
                      <a:pt x="6825" y="2573"/>
                      <a:pt x="6668" y="3189"/>
                    </a:cubicBezTo>
                    <a:cubicBezTo>
                      <a:pt x="6615" y="4315"/>
                      <a:pt x="6795" y="5441"/>
                      <a:pt x="7193" y="6492"/>
                    </a:cubicBezTo>
                    <a:cubicBezTo>
                      <a:pt x="7644" y="7453"/>
                      <a:pt x="8200" y="8354"/>
                      <a:pt x="8846" y="9195"/>
                    </a:cubicBezTo>
                    <a:cubicBezTo>
                      <a:pt x="9499" y="10051"/>
                      <a:pt x="9822" y="11118"/>
                      <a:pt x="9747" y="12199"/>
                    </a:cubicBezTo>
                    <a:cubicBezTo>
                      <a:pt x="9687" y="12544"/>
                      <a:pt x="9559" y="12875"/>
                      <a:pt x="9371" y="13175"/>
                    </a:cubicBezTo>
                    <a:cubicBezTo>
                      <a:pt x="9116" y="13430"/>
                      <a:pt x="8808" y="13640"/>
                      <a:pt x="8470" y="13776"/>
                    </a:cubicBezTo>
                    <a:cubicBezTo>
                      <a:pt x="5661" y="14849"/>
                      <a:pt x="2485" y="13738"/>
                      <a:pt x="960" y="11148"/>
                    </a:cubicBezTo>
                    <a:cubicBezTo>
                      <a:pt x="337" y="9939"/>
                      <a:pt x="6" y="8602"/>
                      <a:pt x="-16" y="7243"/>
                    </a:cubicBezTo>
                    <a:cubicBezTo>
                      <a:pt x="-99" y="5253"/>
                      <a:pt x="209" y="3264"/>
                      <a:pt x="885" y="1387"/>
                    </a:cubicBezTo>
                    <a:cubicBezTo>
                      <a:pt x="1786" y="-490"/>
                      <a:pt x="2687" y="-40"/>
                      <a:pt x="4565" y="185"/>
                    </a:cubicBezTo>
                    <a:close/>
                  </a:path>
                </a:pathLst>
              </a:custGeom>
              <a:solidFill>
                <a:srgbClr val="998675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7" name="Content Placeholder 4">
                <a:extLst>
                  <a:ext uri="{FF2B5EF4-FFF2-40B4-BE49-F238E27FC236}">
                    <a16:creationId xmlns:a16="http://schemas.microsoft.com/office/drawing/2014/main" id="{68325F4A-BB62-9849-4878-50D7134B87D0}"/>
                  </a:ext>
                </a:extLst>
              </p:cNvPr>
              <p:cNvSpPr/>
              <p:nvPr/>
            </p:nvSpPr>
            <p:spPr>
              <a:xfrm>
                <a:off x="5369823" y="3028128"/>
                <a:ext cx="11000" cy="14504"/>
              </a:xfrm>
              <a:custGeom>
                <a:avLst/>
                <a:gdLst>
                  <a:gd name="connsiteX0" fmla="*/ 6540 w 11000"/>
                  <a:gd name="connsiteY0" fmla="*/ 49 h 14504"/>
                  <a:gd name="connsiteX1" fmla="*/ 5338 w 11000"/>
                  <a:gd name="connsiteY1" fmla="*/ 49 h 14504"/>
                  <a:gd name="connsiteX2" fmla="*/ 3536 w 11000"/>
                  <a:gd name="connsiteY2" fmla="*/ 1626 h 14504"/>
                  <a:gd name="connsiteX3" fmla="*/ 2860 w 11000"/>
                  <a:gd name="connsiteY3" fmla="*/ 4029 h 14504"/>
                  <a:gd name="connsiteX4" fmla="*/ 157 w 11000"/>
                  <a:gd name="connsiteY4" fmla="*/ 10110 h 14504"/>
                  <a:gd name="connsiteX5" fmla="*/ 157 w 11000"/>
                  <a:gd name="connsiteY5" fmla="*/ 11912 h 14504"/>
                  <a:gd name="connsiteX6" fmla="*/ 1058 w 11000"/>
                  <a:gd name="connsiteY6" fmla="*/ 12738 h 14504"/>
                  <a:gd name="connsiteX7" fmla="*/ 3837 w 11000"/>
                  <a:gd name="connsiteY7" fmla="*/ 14165 h 14504"/>
                  <a:gd name="connsiteX8" fmla="*/ 6916 w 11000"/>
                  <a:gd name="connsiteY8" fmla="*/ 14165 h 14504"/>
                  <a:gd name="connsiteX9" fmla="*/ 9544 w 11000"/>
                  <a:gd name="connsiteY9" fmla="*/ 9435 h 14504"/>
                  <a:gd name="connsiteX10" fmla="*/ 10971 w 11000"/>
                  <a:gd name="connsiteY10" fmla="*/ 2452 h 14504"/>
                  <a:gd name="connsiteX11" fmla="*/ 6540 w 11000"/>
                  <a:gd name="connsiteY11" fmla="*/ 49 h 145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1000" h="14504">
                    <a:moveTo>
                      <a:pt x="6540" y="49"/>
                    </a:moveTo>
                    <a:cubicBezTo>
                      <a:pt x="6150" y="-56"/>
                      <a:pt x="5729" y="-56"/>
                      <a:pt x="5338" y="49"/>
                    </a:cubicBezTo>
                    <a:cubicBezTo>
                      <a:pt x="4512" y="244"/>
                      <a:pt x="3837" y="830"/>
                      <a:pt x="3536" y="1626"/>
                    </a:cubicBezTo>
                    <a:cubicBezTo>
                      <a:pt x="3536" y="2377"/>
                      <a:pt x="3086" y="3278"/>
                      <a:pt x="2860" y="4029"/>
                    </a:cubicBezTo>
                    <a:cubicBezTo>
                      <a:pt x="2192" y="6153"/>
                      <a:pt x="1283" y="8188"/>
                      <a:pt x="157" y="10110"/>
                    </a:cubicBezTo>
                    <a:cubicBezTo>
                      <a:pt x="-91" y="10689"/>
                      <a:pt x="-91" y="11334"/>
                      <a:pt x="157" y="11912"/>
                    </a:cubicBezTo>
                    <a:cubicBezTo>
                      <a:pt x="382" y="12258"/>
                      <a:pt x="690" y="12543"/>
                      <a:pt x="1058" y="12738"/>
                    </a:cubicBezTo>
                    <a:cubicBezTo>
                      <a:pt x="1906" y="13347"/>
                      <a:pt x="2845" y="13827"/>
                      <a:pt x="3837" y="14165"/>
                    </a:cubicBezTo>
                    <a:cubicBezTo>
                      <a:pt x="4820" y="14578"/>
                      <a:pt x="5932" y="14578"/>
                      <a:pt x="6916" y="14165"/>
                    </a:cubicBezTo>
                    <a:cubicBezTo>
                      <a:pt x="8455" y="13061"/>
                      <a:pt x="9424" y="11327"/>
                      <a:pt x="9544" y="9435"/>
                    </a:cubicBezTo>
                    <a:cubicBezTo>
                      <a:pt x="10310" y="7175"/>
                      <a:pt x="10791" y="4832"/>
                      <a:pt x="10971" y="2452"/>
                    </a:cubicBezTo>
                    <a:cubicBezTo>
                      <a:pt x="10520" y="424"/>
                      <a:pt x="8493" y="650"/>
                      <a:pt x="6540" y="49"/>
                    </a:cubicBezTo>
                    <a:close/>
                  </a:path>
                </a:pathLst>
              </a:custGeom>
              <a:solidFill>
                <a:srgbClr val="998675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8" name="Content Placeholder 4">
                <a:extLst>
                  <a:ext uri="{FF2B5EF4-FFF2-40B4-BE49-F238E27FC236}">
                    <a16:creationId xmlns:a16="http://schemas.microsoft.com/office/drawing/2014/main" id="{78B762E0-917A-C2E5-488A-941E3A7A0117}"/>
                  </a:ext>
                </a:extLst>
              </p:cNvPr>
              <p:cNvSpPr/>
              <p:nvPr/>
            </p:nvSpPr>
            <p:spPr>
              <a:xfrm>
                <a:off x="5408334" y="2979217"/>
                <a:ext cx="51081" cy="65046"/>
              </a:xfrm>
              <a:custGeom>
                <a:avLst/>
                <a:gdLst>
                  <a:gd name="connsiteX0" fmla="*/ 4978 w 51081"/>
                  <a:gd name="connsiteY0" fmla="*/ 64504 h 65046"/>
                  <a:gd name="connsiteX1" fmla="*/ 697 w 51081"/>
                  <a:gd name="connsiteY1" fmla="*/ 55869 h 65046"/>
                  <a:gd name="connsiteX2" fmla="*/ 6255 w 51081"/>
                  <a:gd name="connsiteY2" fmla="*/ 52941 h 65046"/>
                  <a:gd name="connsiteX3" fmla="*/ 22551 w 51081"/>
                  <a:gd name="connsiteY3" fmla="*/ 48961 h 65046"/>
                  <a:gd name="connsiteX4" fmla="*/ 33967 w 51081"/>
                  <a:gd name="connsiteY4" fmla="*/ 47084 h 65046"/>
                  <a:gd name="connsiteX5" fmla="*/ 42152 w 51081"/>
                  <a:gd name="connsiteY5" fmla="*/ 13596 h 65046"/>
                  <a:gd name="connsiteX6" fmla="*/ 42753 w 51081"/>
                  <a:gd name="connsiteY6" fmla="*/ 6088 h 65046"/>
                  <a:gd name="connsiteX7" fmla="*/ 44345 w 51081"/>
                  <a:gd name="connsiteY7" fmla="*/ 6148 h 65046"/>
                  <a:gd name="connsiteX8" fmla="*/ 44406 w 51081"/>
                  <a:gd name="connsiteY8" fmla="*/ 6088 h 65046"/>
                  <a:gd name="connsiteX9" fmla="*/ 45081 w 51081"/>
                  <a:gd name="connsiteY9" fmla="*/ 3910 h 65046"/>
                  <a:gd name="connsiteX10" fmla="*/ 46358 w 51081"/>
                  <a:gd name="connsiteY10" fmla="*/ 607 h 65046"/>
                  <a:gd name="connsiteX11" fmla="*/ 49738 w 51081"/>
                  <a:gd name="connsiteY11" fmla="*/ 607 h 65046"/>
                  <a:gd name="connsiteX12" fmla="*/ 50714 w 51081"/>
                  <a:gd name="connsiteY12" fmla="*/ 3085 h 65046"/>
                  <a:gd name="connsiteX13" fmla="*/ 50714 w 51081"/>
                  <a:gd name="connsiteY13" fmla="*/ 11944 h 65046"/>
                  <a:gd name="connsiteX14" fmla="*/ 49437 w 51081"/>
                  <a:gd name="connsiteY14" fmla="*/ 15248 h 65046"/>
                  <a:gd name="connsiteX15" fmla="*/ 47635 w 51081"/>
                  <a:gd name="connsiteY15" fmla="*/ 48886 h 65046"/>
                  <a:gd name="connsiteX16" fmla="*/ 47109 w 51081"/>
                  <a:gd name="connsiteY16" fmla="*/ 51439 h 65046"/>
                  <a:gd name="connsiteX17" fmla="*/ 44330 w 51081"/>
                  <a:gd name="connsiteY17" fmla="*/ 53241 h 65046"/>
                  <a:gd name="connsiteX18" fmla="*/ 16618 w 51081"/>
                  <a:gd name="connsiteY18" fmla="*/ 63452 h 65046"/>
                  <a:gd name="connsiteX19" fmla="*/ 4978 w 51081"/>
                  <a:gd name="connsiteY19" fmla="*/ 64504 h 65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51081" h="65046">
                    <a:moveTo>
                      <a:pt x="4978" y="64504"/>
                    </a:moveTo>
                    <a:cubicBezTo>
                      <a:pt x="1373" y="63452"/>
                      <a:pt x="-1405" y="58947"/>
                      <a:pt x="697" y="55869"/>
                    </a:cubicBezTo>
                    <a:cubicBezTo>
                      <a:pt x="2124" y="54240"/>
                      <a:pt x="4107" y="53196"/>
                      <a:pt x="6255" y="52941"/>
                    </a:cubicBezTo>
                    <a:lnTo>
                      <a:pt x="22551" y="48961"/>
                    </a:lnTo>
                    <a:cubicBezTo>
                      <a:pt x="26254" y="47820"/>
                      <a:pt x="30091" y="47189"/>
                      <a:pt x="33967" y="47084"/>
                    </a:cubicBezTo>
                    <a:cubicBezTo>
                      <a:pt x="37587" y="36159"/>
                      <a:pt x="40320" y="24957"/>
                      <a:pt x="42152" y="13596"/>
                    </a:cubicBezTo>
                    <a:cubicBezTo>
                      <a:pt x="40988" y="11164"/>
                      <a:pt x="41221" y="8303"/>
                      <a:pt x="42753" y="6088"/>
                    </a:cubicBezTo>
                    <a:cubicBezTo>
                      <a:pt x="43174" y="6546"/>
                      <a:pt x="43887" y="6568"/>
                      <a:pt x="44345" y="6148"/>
                    </a:cubicBezTo>
                    <a:cubicBezTo>
                      <a:pt x="44368" y="6125"/>
                      <a:pt x="44383" y="6110"/>
                      <a:pt x="44406" y="6088"/>
                    </a:cubicBezTo>
                    <a:cubicBezTo>
                      <a:pt x="44819" y="5435"/>
                      <a:pt x="45051" y="4684"/>
                      <a:pt x="45081" y="3910"/>
                    </a:cubicBezTo>
                    <a:cubicBezTo>
                      <a:pt x="45104" y="2694"/>
                      <a:pt x="45554" y="1523"/>
                      <a:pt x="46358" y="607"/>
                    </a:cubicBezTo>
                    <a:cubicBezTo>
                      <a:pt x="47327" y="-242"/>
                      <a:pt x="48769" y="-242"/>
                      <a:pt x="49738" y="607"/>
                    </a:cubicBezTo>
                    <a:cubicBezTo>
                      <a:pt x="50361" y="1282"/>
                      <a:pt x="50706" y="2168"/>
                      <a:pt x="50714" y="3085"/>
                    </a:cubicBezTo>
                    <a:cubicBezTo>
                      <a:pt x="51164" y="6020"/>
                      <a:pt x="51164" y="9009"/>
                      <a:pt x="50714" y="11944"/>
                    </a:cubicBezTo>
                    <a:cubicBezTo>
                      <a:pt x="50481" y="13108"/>
                      <a:pt x="50046" y="14227"/>
                      <a:pt x="49437" y="15248"/>
                    </a:cubicBezTo>
                    <a:lnTo>
                      <a:pt x="47635" y="48886"/>
                    </a:lnTo>
                    <a:cubicBezTo>
                      <a:pt x="47695" y="49772"/>
                      <a:pt x="47515" y="50651"/>
                      <a:pt x="47109" y="51439"/>
                    </a:cubicBezTo>
                    <a:cubicBezTo>
                      <a:pt x="46411" y="52332"/>
                      <a:pt x="45434" y="52971"/>
                      <a:pt x="44330" y="53241"/>
                    </a:cubicBezTo>
                    <a:lnTo>
                      <a:pt x="16618" y="63452"/>
                    </a:lnTo>
                    <a:cubicBezTo>
                      <a:pt x="12961" y="65082"/>
                      <a:pt x="8868" y="65450"/>
                      <a:pt x="4978" y="64504"/>
                    </a:cubicBezTo>
                    <a:close/>
                  </a:path>
                </a:pathLst>
              </a:custGeom>
              <a:solidFill>
                <a:srgbClr val="CEBFB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888" name="Content Placeholder 4">
              <a:extLst>
                <a:ext uri="{FF2B5EF4-FFF2-40B4-BE49-F238E27FC236}">
                  <a16:creationId xmlns:a16="http://schemas.microsoft.com/office/drawing/2014/main" id="{A09D7FDB-D111-655C-F7C1-82B57BF80513}"/>
                </a:ext>
              </a:extLst>
            </p:cNvPr>
            <p:cNvSpPr/>
            <p:nvPr/>
          </p:nvSpPr>
          <p:spPr>
            <a:xfrm>
              <a:off x="6326915" y="2916939"/>
              <a:ext cx="28004" cy="34905"/>
            </a:xfrm>
            <a:custGeom>
              <a:avLst/>
              <a:gdLst>
                <a:gd name="connsiteX0" fmla="*/ 3232 w 28004"/>
                <a:gd name="connsiteY0" fmla="*/ 19500 h 34905"/>
                <a:gd name="connsiteX1" fmla="*/ 6536 w 28004"/>
                <a:gd name="connsiteY1" fmla="*/ 10565 h 34905"/>
                <a:gd name="connsiteX2" fmla="*/ 15398 w 28004"/>
                <a:gd name="connsiteY2" fmla="*/ 1856 h 34905"/>
                <a:gd name="connsiteX3" fmla="*/ 22908 w 28004"/>
                <a:gd name="connsiteY3" fmla="*/ 129 h 34905"/>
                <a:gd name="connsiteX4" fmla="*/ 27564 w 28004"/>
                <a:gd name="connsiteY4" fmla="*/ 5009 h 34905"/>
                <a:gd name="connsiteX5" fmla="*/ 27564 w 28004"/>
                <a:gd name="connsiteY5" fmla="*/ 11992 h 34905"/>
                <a:gd name="connsiteX6" fmla="*/ 4584 w 28004"/>
                <a:gd name="connsiteY6" fmla="*/ 34517 h 34905"/>
                <a:gd name="connsiteX7" fmla="*/ 78 w 28004"/>
                <a:gd name="connsiteY7" fmla="*/ 30763 h 34905"/>
                <a:gd name="connsiteX8" fmla="*/ 78 w 28004"/>
                <a:gd name="connsiteY8" fmla="*/ 28511 h 34905"/>
                <a:gd name="connsiteX9" fmla="*/ 3232 w 28004"/>
                <a:gd name="connsiteY9" fmla="*/ 19500 h 34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004" h="34905">
                  <a:moveTo>
                    <a:pt x="3232" y="19500"/>
                  </a:moveTo>
                  <a:cubicBezTo>
                    <a:pt x="3953" y="16392"/>
                    <a:pt x="5057" y="13389"/>
                    <a:pt x="6536" y="10565"/>
                  </a:cubicBezTo>
                  <a:cubicBezTo>
                    <a:pt x="8654" y="6916"/>
                    <a:pt x="11718" y="3913"/>
                    <a:pt x="15398" y="1856"/>
                  </a:cubicBezTo>
                  <a:cubicBezTo>
                    <a:pt x="17561" y="271"/>
                    <a:pt x="20272" y="-352"/>
                    <a:pt x="22908" y="129"/>
                  </a:cubicBezTo>
                  <a:cubicBezTo>
                    <a:pt x="25146" y="924"/>
                    <a:pt x="26874" y="2734"/>
                    <a:pt x="27564" y="5009"/>
                  </a:cubicBezTo>
                  <a:cubicBezTo>
                    <a:pt x="28112" y="7307"/>
                    <a:pt x="28112" y="9694"/>
                    <a:pt x="27564" y="11992"/>
                  </a:cubicBezTo>
                  <a:cubicBezTo>
                    <a:pt x="25912" y="21753"/>
                    <a:pt x="16224" y="37446"/>
                    <a:pt x="4584" y="34517"/>
                  </a:cubicBezTo>
                  <a:cubicBezTo>
                    <a:pt x="2556" y="34067"/>
                    <a:pt x="303" y="32865"/>
                    <a:pt x="78" y="30763"/>
                  </a:cubicBezTo>
                  <a:cubicBezTo>
                    <a:pt x="-65" y="30020"/>
                    <a:pt x="-65" y="29254"/>
                    <a:pt x="78" y="28511"/>
                  </a:cubicBezTo>
                  <a:cubicBezTo>
                    <a:pt x="1204" y="25733"/>
                    <a:pt x="2030" y="22654"/>
                    <a:pt x="3232" y="19500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9" name="Content Placeholder 4">
              <a:extLst>
                <a:ext uri="{FF2B5EF4-FFF2-40B4-BE49-F238E27FC236}">
                  <a16:creationId xmlns:a16="http://schemas.microsoft.com/office/drawing/2014/main" id="{25B9B1DF-7ED4-B7E7-1FFA-2C38FE748169}"/>
                </a:ext>
              </a:extLst>
            </p:cNvPr>
            <p:cNvSpPr/>
            <p:nvPr/>
          </p:nvSpPr>
          <p:spPr>
            <a:xfrm>
              <a:off x="6180446" y="2854802"/>
              <a:ext cx="156779" cy="156648"/>
            </a:xfrm>
            <a:custGeom>
              <a:avLst/>
              <a:gdLst>
                <a:gd name="connsiteX0" fmla="*/ 34873 w 156779"/>
                <a:gd name="connsiteY0" fmla="*/ 124435 h 156648"/>
                <a:gd name="connsiteX1" fmla="*/ 62509 w 156779"/>
                <a:gd name="connsiteY1" fmla="*/ 156121 h 156648"/>
                <a:gd name="connsiteX2" fmla="*/ 90221 w 156779"/>
                <a:gd name="connsiteY2" fmla="*/ 151241 h 156648"/>
                <a:gd name="connsiteX3" fmla="*/ 139487 w 156779"/>
                <a:gd name="connsiteY3" fmla="*/ 122333 h 156648"/>
                <a:gd name="connsiteX4" fmla="*/ 156234 w 156779"/>
                <a:gd name="connsiteY4" fmla="*/ 92299 h 156648"/>
                <a:gd name="connsiteX5" fmla="*/ 153380 w 156779"/>
                <a:gd name="connsiteY5" fmla="*/ 87644 h 156648"/>
                <a:gd name="connsiteX6" fmla="*/ 141965 w 156779"/>
                <a:gd name="connsiteY6" fmla="*/ 91473 h 156648"/>
                <a:gd name="connsiteX7" fmla="*/ 85265 w 156779"/>
                <a:gd name="connsiteY7" fmla="*/ 120005 h 156648"/>
                <a:gd name="connsiteX8" fmla="*/ 77304 w 156779"/>
                <a:gd name="connsiteY8" fmla="*/ 120005 h 156648"/>
                <a:gd name="connsiteX9" fmla="*/ 64838 w 156779"/>
                <a:gd name="connsiteY9" fmla="*/ 104162 h 156648"/>
                <a:gd name="connsiteX10" fmla="*/ 42308 w 156779"/>
                <a:gd name="connsiteY10" fmla="*/ 23747 h 156648"/>
                <a:gd name="connsiteX11" fmla="*/ 36825 w 156779"/>
                <a:gd name="connsiteY11" fmla="*/ 8730 h 156648"/>
                <a:gd name="connsiteX12" fmla="*/ 14821 w 156779"/>
                <a:gd name="connsiteY12" fmla="*/ 546 h 156648"/>
                <a:gd name="connsiteX13" fmla="*/ 9414 w 156779"/>
                <a:gd name="connsiteY13" fmla="*/ 54832 h 156648"/>
                <a:gd name="connsiteX14" fmla="*/ 34873 w 156779"/>
                <a:gd name="connsiteY14" fmla="*/ 124435 h 156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6779" h="156648">
                  <a:moveTo>
                    <a:pt x="34873" y="124435"/>
                  </a:moveTo>
                  <a:cubicBezTo>
                    <a:pt x="40580" y="137800"/>
                    <a:pt x="48315" y="152667"/>
                    <a:pt x="62509" y="156121"/>
                  </a:cubicBezTo>
                  <a:cubicBezTo>
                    <a:pt x="72032" y="157563"/>
                    <a:pt x="81765" y="155851"/>
                    <a:pt x="90221" y="151241"/>
                  </a:cubicBezTo>
                  <a:cubicBezTo>
                    <a:pt x="107734" y="143597"/>
                    <a:pt x="124272" y="133896"/>
                    <a:pt x="139487" y="122333"/>
                  </a:cubicBezTo>
                  <a:cubicBezTo>
                    <a:pt x="149100" y="114825"/>
                    <a:pt x="159163" y="104238"/>
                    <a:pt x="156234" y="92299"/>
                  </a:cubicBezTo>
                  <a:cubicBezTo>
                    <a:pt x="155904" y="90445"/>
                    <a:pt x="154882" y="88785"/>
                    <a:pt x="153380" y="87644"/>
                  </a:cubicBezTo>
                  <a:cubicBezTo>
                    <a:pt x="149776" y="85241"/>
                    <a:pt x="145194" y="88545"/>
                    <a:pt x="141965" y="91473"/>
                  </a:cubicBezTo>
                  <a:cubicBezTo>
                    <a:pt x="126044" y="106010"/>
                    <a:pt x="106428" y="115876"/>
                    <a:pt x="85265" y="120005"/>
                  </a:cubicBezTo>
                  <a:cubicBezTo>
                    <a:pt x="82644" y="120568"/>
                    <a:pt x="79925" y="120568"/>
                    <a:pt x="77304" y="120005"/>
                  </a:cubicBezTo>
                  <a:cubicBezTo>
                    <a:pt x="70395" y="118429"/>
                    <a:pt x="67090" y="110845"/>
                    <a:pt x="64838" y="104162"/>
                  </a:cubicBezTo>
                  <a:cubicBezTo>
                    <a:pt x="55976" y="77733"/>
                    <a:pt x="48466" y="50928"/>
                    <a:pt x="42308" y="23747"/>
                  </a:cubicBezTo>
                  <a:cubicBezTo>
                    <a:pt x="41444" y="18439"/>
                    <a:pt x="39589" y="13340"/>
                    <a:pt x="36825" y="8730"/>
                  </a:cubicBezTo>
                  <a:cubicBezTo>
                    <a:pt x="31823" y="1800"/>
                    <a:pt x="23135" y="-1436"/>
                    <a:pt x="14821" y="546"/>
                  </a:cubicBezTo>
                  <a:cubicBezTo>
                    <a:pt x="-11539" y="7229"/>
                    <a:pt x="4157" y="38539"/>
                    <a:pt x="9414" y="54832"/>
                  </a:cubicBezTo>
                  <a:cubicBezTo>
                    <a:pt x="16871" y="78559"/>
                    <a:pt x="25357" y="101760"/>
                    <a:pt x="34873" y="124435"/>
                  </a:cubicBezTo>
                  <a:close/>
                </a:path>
              </a:pathLst>
            </a:custGeom>
            <a:solidFill>
              <a:srgbClr val="E0C7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09" name="Group 908">
            <a:extLst>
              <a:ext uri="{FF2B5EF4-FFF2-40B4-BE49-F238E27FC236}">
                <a16:creationId xmlns:a16="http://schemas.microsoft.com/office/drawing/2014/main" id="{F773079B-C851-86EF-C307-C6840E52143E}"/>
              </a:ext>
            </a:extLst>
          </p:cNvPr>
          <p:cNvGrpSpPr/>
          <p:nvPr userDrawn="1"/>
        </p:nvGrpSpPr>
        <p:grpSpPr>
          <a:xfrm>
            <a:off x="4303780" y="4011156"/>
            <a:ext cx="388400" cy="899597"/>
            <a:chOff x="6960124" y="3724782"/>
            <a:chExt cx="388400" cy="899597"/>
          </a:xfrm>
        </p:grpSpPr>
        <p:sp>
          <p:nvSpPr>
            <p:cNvPr id="910" name="Content Placeholder 4">
              <a:extLst>
                <a:ext uri="{FF2B5EF4-FFF2-40B4-BE49-F238E27FC236}">
                  <a16:creationId xmlns:a16="http://schemas.microsoft.com/office/drawing/2014/main" id="{9655416E-5F65-8562-388D-E953060EEF39}"/>
                </a:ext>
              </a:extLst>
            </p:cNvPr>
            <p:cNvSpPr/>
            <p:nvPr/>
          </p:nvSpPr>
          <p:spPr>
            <a:xfrm>
              <a:off x="7059198" y="4600712"/>
              <a:ext cx="226242" cy="23667"/>
            </a:xfrm>
            <a:custGeom>
              <a:avLst/>
              <a:gdLst>
                <a:gd name="connsiteX0" fmla="*/ 171471 w 226242"/>
                <a:gd name="connsiteY0" fmla="*/ 21601 h 23667"/>
                <a:gd name="connsiteX1" fmla="*/ 214954 w 226242"/>
                <a:gd name="connsiteY1" fmla="*/ 19123 h 23667"/>
                <a:gd name="connsiteX2" fmla="*/ 226069 w 226242"/>
                <a:gd name="connsiteY2" fmla="*/ 12590 h 23667"/>
                <a:gd name="connsiteX3" fmla="*/ 221563 w 226242"/>
                <a:gd name="connsiteY3" fmla="*/ 3580 h 23667"/>
                <a:gd name="connsiteX4" fmla="*/ 211124 w 226242"/>
                <a:gd name="connsiteY4" fmla="*/ 1328 h 23667"/>
                <a:gd name="connsiteX5" fmla="*/ 124534 w 226242"/>
                <a:gd name="connsiteY5" fmla="*/ 201 h 23667"/>
                <a:gd name="connsiteX6" fmla="*/ 12560 w 226242"/>
                <a:gd name="connsiteY6" fmla="*/ 4106 h 23667"/>
                <a:gd name="connsiteX7" fmla="*/ 4299 w 226242"/>
                <a:gd name="connsiteY7" fmla="*/ 20174 h 23667"/>
                <a:gd name="connsiteX8" fmla="*/ 38920 w 226242"/>
                <a:gd name="connsiteY8" fmla="*/ 22877 h 23667"/>
                <a:gd name="connsiteX9" fmla="*/ 123483 w 226242"/>
                <a:gd name="connsiteY9" fmla="*/ 22351 h 23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6242" h="23667">
                  <a:moveTo>
                    <a:pt x="171471" y="21601"/>
                  </a:moveTo>
                  <a:cubicBezTo>
                    <a:pt x="186003" y="21608"/>
                    <a:pt x="200520" y="20774"/>
                    <a:pt x="214954" y="19123"/>
                  </a:cubicBezTo>
                  <a:cubicBezTo>
                    <a:pt x="219460" y="18447"/>
                    <a:pt x="224868" y="16945"/>
                    <a:pt x="226069" y="12590"/>
                  </a:cubicBezTo>
                  <a:cubicBezTo>
                    <a:pt x="226760" y="8919"/>
                    <a:pt x="224913" y="5232"/>
                    <a:pt x="221563" y="3580"/>
                  </a:cubicBezTo>
                  <a:cubicBezTo>
                    <a:pt x="218304" y="2033"/>
                    <a:pt x="214729" y="1260"/>
                    <a:pt x="211124" y="1328"/>
                  </a:cubicBezTo>
                  <a:cubicBezTo>
                    <a:pt x="182286" y="-399"/>
                    <a:pt x="153372" y="-99"/>
                    <a:pt x="124534" y="201"/>
                  </a:cubicBezTo>
                  <a:cubicBezTo>
                    <a:pt x="86984" y="652"/>
                    <a:pt x="49434" y="1028"/>
                    <a:pt x="12560" y="4106"/>
                  </a:cubicBezTo>
                  <a:cubicBezTo>
                    <a:pt x="4224" y="4782"/>
                    <a:pt x="-5989" y="13567"/>
                    <a:pt x="4299" y="20174"/>
                  </a:cubicBezTo>
                  <a:cubicBezTo>
                    <a:pt x="13011" y="25805"/>
                    <a:pt x="29157" y="22877"/>
                    <a:pt x="38920" y="22877"/>
                  </a:cubicBezTo>
                  <a:cubicBezTo>
                    <a:pt x="67083" y="22877"/>
                    <a:pt x="95320" y="22877"/>
                    <a:pt x="123483" y="22351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1" name="Content Placeholder 4">
              <a:extLst>
                <a:ext uri="{FF2B5EF4-FFF2-40B4-BE49-F238E27FC236}">
                  <a16:creationId xmlns:a16="http://schemas.microsoft.com/office/drawing/2014/main" id="{6E2D2558-95F8-280A-E653-59A1BD15AFFA}"/>
                </a:ext>
              </a:extLst>
            </p:cNvPr>
            <p:cNvSpPr/>
            <p:nvPr/>
          </p:nvSpPr>
          <p:spPr>
            <a:xfrm>
              <a:off x="7082984" y="4158640"/>
              <a:ext cx="185584" cy="432767"/>
            </a:xfrm>
            <a:custGeom>
              <a:avLst/>
              <a:gdLst>
                <a:gd name="connsiteX0" fmla="*/ 23396 w 185584"/>
                <a:gd name="connsiteY0" fmla="*/ 103267 h 432767"/>
                <a:gd name="connsiteX1" fmla="*/ 45475 w 185584"/>
                <a:gd name="connsiteY1" fmla="*/ 26680 h 432767"/>
                <a:gd name="connsiteX2" fmla="*/ 72586 w 185584"/>
                <a:gd name="connsiteY2" fmla="*/ 35840 h 432767"/>
                <a:gd name="connsiteX3" fmla="*/ 96844 w 185584"/>
                <a:gd name="connsiteY3" fmla="*/ 9486 h 432767"/>
                <a:gd name="connsiteX4" fmla="*/ 130789 w 185584"/>
                <a:gd name="connsiteY4" fmla="*/ 250 h 432767"/>
                <a:gd name="connsiteX5" fmla="*/ 168339 w 185584"/>
                <a:gd name="connsiteY5" fmla="*/ 33288 h 432767"/>
                <a:gd name="connsiteX6" fmla="*/ 184410 w 185584"/>
                <a:gd name="connsiteY6" fmla="*/ 63321 h 432767"/>
                <a:gd name="connsiteX7" fmla="*/ 152343 w 185584"/>
                <a:gd name="connsiteY7" fmla="*/ 401202 h 432767"/>
                <a:gd name="connsiteX8" fmla="*/ 139651 w 185584"/>
                <a:gd name="connsiteY8" fmla="*/ 426355 h 432767"/>
                <a:gd name="connsiteX9" fmla="*/ 113741 w 185584"/>
                <a:gd name="connsiteY9" fmla="*/ 429509 h 432767"/>
                <a:gd name="connsiteX10" fmla="*/ 115318 w 185584"/>
                <a:gd name="connsiteY10" fmla="*/ 180078 h 432767"/>
                <a:gd name="connsiteX11" fmla="*/ 108635 w 185584"/>
                <a:gd name="connsiteY11" fmla="*/ 148017 h 432767"/>
                <a:gd name="connsiteX12" fmla="*/ 93164 w 185584"/>
                <a:gd name="connsiteY12" fmla="*/ 148017 h 432767"/>
                <a:gd name="connsiteX13" fmla="*/ 35637 w 185584"/>
                <a:gd name="connsiteY13" fmla="*/ 403304 h 432767"/>
                <a:gd name="connsiteX14" fmla="*/ 25198 w 185584"/>
                <a:gd name="connsiteY14" fmla="*/ 420574 h 432767"/>
                <a:gd name="connsiteX15" fmla="*/ 2668 w 185584"/>
                <a:gd name="connsiteY15" fmla="*/ 390540 h 432767"/>
                <a:gd name="connsiteX16" fmla="*/ 265 w 185584"/>
                <a:gd name="connsiteY16" fmla="*/ 327018 h 432767"/>
                <a:gd name="connsiteX17" fmla="*/ 8376 w 185584"/>
                <a:gd name="connsiteY17" fmla="*/ 201101 h 432767"/>
                <a:gd name="connsiteX18" fmla="*/ 23396 w 185584"/>
                <a:gd name="connsiteY18" fmla="*/ 103267 h 432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5584" h="432767">
                  <a:moveTo>
                    <a:pt x="23396" y="103267"/>
                  </a:moveTo>
                  <a:cubicBezTo>
                    <a:pt x="30080" y="84345"/>
                    <a:pt x="36764" y="44701"/>
                    <a:pt x="45475" y="26680"/>
                  </a:cubicBezTo>
                  <a:cubicBezTo>
                    <a:pt x="52985" y="12114"/>
                    <a:pt x="63575" y="49206"/>
                    <a:pt x="72586" y="35840"/>
                  </a:cubicBezTo>
                  <a:cubicBezTo>
                    <a:pt x="79008" y="25659"/>
                    <a:pt x="87223" y="16724"/>
                    <a:pt x="96844" y="9486"/>
                  </a:cubicBezTo>
                  <a:cubicBezTo>
                    <a:pt x="106592" y="2240"/>
                    <a:pt x="118713" y="-1056"/>
                    <a:pt x="130789" y="250"/>
                  </a:cubicBezTo>
                  <a:cubicBezTo>
                    <a:pt x="148160" y="4065"/>
                    <a:pt x="162346" y="16551"/>
                    <a:pt x="168339" y="33288"/>
                  </a:cubicBezTo>
                  <a:cubicBezTo>
                    <a:pt x="175023" y="49506"/>
                    <a:pt x="183734" y="45451"/>
                    <a:pt x="184410" y="63321"/>
                  </a:cubicBezTo>
                  <a:cubicBezTo>
                    <a:pt x="188541" y="169341"/>
                    <a:pt x="182308" y="299387"/>
                    <a:pt x="152343" y="401202"/>
                  </a:cubicBezTo>
                  <a:cubicBezTo>
                    <a:pt x="150322" y="410527"/>
                    <a:pt x="145959" y="419192"/>
                    <a:pt x="139651" y="426355"/>
                  </a:cubicBezTo>
                  <a:cubicBezTo>
                    <a:pt x="132884" y="433473"/>
                    <a:pt x="122017" y="434802"/>
                    <a:pt x="113741" y="429509"/>
                  </a:cubicBezTo>
                  <a:cubicBezTo>
                    <a:pt x="128085" y="336554"/>
                    <a:pt x="132516" y="272582"/>
                    <a:pt x="115318" y="180078"/>
                  </a:cubicBezTo>
                  <a:cubicBezTo>
                    <a:pt x="113216" y="169115"/>
                    <a:pt x="112915" y="150044"/>
                    <a:pt x="108635" y="148017"/>
                  </a:cubicBezTo>
                  <a:cubicBezTo>
                    <a:pt x="103603" y="146403"/>
                    <a:pt x="98196" y="146403"/>
                    <a:pt x="93164" y="148017"/>
                  </a:cubicBezTo>
                  <a:lnTo>
                    <a:pt x="35637" y="403304"/>
                  </a:lnTo>
                  <a:cubicBezTo>
                    <a:pt x="34135" y="410137"/>
                    <a:pt x="31732" y="418321"/>
                    <a:pt x="25198" y="420574"/>
                  </a:cubicBezTo>
                  <a:cubicBezTo>
                    <a:pt x="1692" y="429734"/>
                    <a:pt x="2668" y="405557"/>
                    <a:pt x="2668" y="390540"/>
                  </a:cubicBezTo>
                  <a:cubicBezTo>
                    <a:pt x="1542" y="369366"/>
                    <a:pt x="566" y="348192"/>
                    <a:pt x="265" y="327018"/>
                  </a:cubicBezTo>
                  <a:cubicBezTo>
                    <a:pt x="-981" y="284881"/>
                    <a:pt x="1729" y="242728"/>
                    <a:pt x="8376" y="201101"/>
                  </a:cubicBezTo>
                  <a:cubicBezTo>
                    <a:pt x="12056" y="177750"/>
                    <a:pt x="15661" y="124966"/>
                    <a:pt x="23396" y="103267"/>
                  </a:cubicBezTo>
                  <a:close/>
                </a:path>
              </a:pathLst>
            </a:custGeom>
            <a:solidFill>
              <a:srgbClr val="A58C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2" name="Content Placeholder 4">
              <a:extLst>
                <a:ext uri="{FF2B5EF4-FFF2-40B4-BE49-F238E27FC236}">
                  <a16:creationId xmlns:a16="http://schemas.microsoft.com/office/drawing/2014/main" id="{6D2B936C-75CE-3599-3238-28AD41248C6B}"/>
                </a:ext>
              </a:extLst>
            </p:cNvPr>
            <p:cNvSpPr/>
            <p:nvPr/>
          </p:nvSpPr>
          <p:spPr>
            <a:xfrm>
              <a:off x="7303020" y="3750124"/>
              <a:ext cx="21184" cy="43856"/>
            </a:xfrm>
            <a:custGeom>
              <a:avLst/>
              <a:gdLst>
                <a:gd name="connsiteX0" fmla="*/ 3876 w 21184"/>
                <a:gd name="connsiteY0" fmla="*/ 15248 h 43856"/>
                <a:gd name="connsiteX1" fmla="*/ 3876 w 21184"/>
                <a:gd name="connsiteY1" fmla="*/ 6539 h 43856"/>
                <a:gd name="connsiteX2" fmla="*/ 8382 w 21184"/>
                <a:gd name="connsiteY2" fmla="*/ 6 h 43856"/>
                <a:gd name="connsiteX3" fmla="*/ 14315 w 21184"/>
                <a:gd name="connsiteY3" fmla="*/ 4736 h 43856"/>
                <a:gd name="connsiteX4" fmla="*/ 21149 w 21184"/>
                <a:gd name="connsiteY4" fmla="*/ 42279 h 43856"/>
                <a:gd name="connsiteX5" fmla="*/ 7931 w 21184"/>
                <a:gd name="connsiteY5" fmla="*/ 43780 h 43856"/>
                <a:gd name="connsiteX6" fmla="*/ 5153 w 21184"/>
                <a:gd name="connsiteY6" fmla="*/ 28163 h 43856"/>
                <a:gd name="connsiteX7" fmla="*/ -29 w 21184"/>
                <a:gd name="connsiteY7" fmla="*/ 12320 h 43856"/>
                <a:gd name="connsiteX8" fmla="*/ 2149 w 21184"/>
                <a:gd name="connsiteY8" fmla="*/ 12320 h 43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84" h="43856">
                  <a:moveTo>
                    <a:pt x="3876" y="15248"/>
                  </a:moveTo>
                  <a:cubicBezTo>
                    <a:pt x="3426" y="12365"/>
                    <a:pt x="3426" y="9422"/>
                    <a:pt x="3876" y="6539"/>
                  </a:cubicBezTo>
                  <a:cubicBezTo>
                    <a:pt x="4252" y="3761"/>
                    <a:pt x="5603" y="382"/>
                    <a:pt x="8382" y="6"/>
                  </a:cubicBezTo>
                  <a:cubicBezTo>
                    <a:pt x="11161" y="-369"/>
                    <a:pt x="13113" y="2259"/>
                    <a:pt x="14315" y="4736"/>
                  </a:cubicBezTo>
                  <a:cubicBezTo>
                    <a:pt x="18971" y="16698"/>
                    <a:pt x="21292" y="29447"/>
                    <a:pt x="21149" y="42279"/>
                  </a:cubicBezTo>
                  <a:cubicBezTo>
                    <a:pt x="16854" y="43488"/>
                    <a:pt x="12392" y="43991"/>
                    <a:pt x="7931" y="43780"/>
                  </a:cubicBezTo>
                  <a:cubicBezTo>
                    <a:pt x="8270" y="38427"/>
                    <a:pt x="7316" y="33073"/>
                    <a:pt x="5153" y="28163"/>
                  </a:cubicBezTo>
                  <a:cubicBezTo>
                    <a:pt x="2021" y="23448"/>
                    <a:pt x="234" y="17974"/>
                    <a:pt x="-29" y="12320"/>
                  </a:cubicBezTo>
                  <a:lnTo>
                    <a:pt x="2149" y="12320"/>
                  </a:ln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3" name="Content Placeholder 4">
              <a:extLst>
                <a:ext uri="{FF2B5EF4-FFF2-40B4-BE49-F238E27FC236}">
                  <a16:creationId xmlns:a16="http://schemas.microsoft.com/office/drawing/2014/main" id="{1CD0C388-3869-4BEB-DA59-C799C60C35C9}"/>
                </a:ext>
              </a:extLst>
            </p:cNvPr>
            <p:cNvSpPr/>
            <p:nvPr/>
          </p:nvSpPr>
          <p:spPr>
            <a:xfrm>
              <a:off x="7215808" y="3787102"/>
              <a:ext cx="132716" cy="207268"/>
            </a:xfrm>
            <a:custGeom>
              <a:avLst/>
              <a:gdLst>
                <a:gd name="connsiteX0" fmla="*/ 31384 w 132716"/>
                <a:gd name="connsiteY0" fmla="*/ 202774 h 207268"/>
                <a:gd name="connsiteX1" fmla="*/ 1344 w 132716"/>
                <a:gd name="connsiteY1" fmla="*/ 193989 h 207268"/>
                <a:gd name="connsiteX2" fmla="*/ 42874 w 132716"/>
                <a:gd name="connsiteY2" fmla="*/ 129491 h 207268"/>
                <a:gd name="connsiteX3" fmla="*/ 56767 w 132716"/>
                <a:gd name="connsiteY3" fmla="*/ 124010 h 207268"/>
                <a:gd name="connsiteX4" fmla="*/ 90562 w 132716"/>
                <a:gd name="connsiteY4" fmla="*/ 99532 h 207268"/>
                <a:gd name="connsiteX5" fmla="*/ 101226 w 132716"/>
                <a:gd name="connsiteY5" fmla="*/ 63041 h 207268"/>
                <a:gd name="connsiteX6" fmla="*/ 93716 w 132716"/>
                <a:gd name="connsiteY6" fmla="*/ 4400 h 207268"/>
                <a:gd name="connsiteX7" fmla="*/ 110238 w 132716"/>
                <a:gd name="connsiteY7" fmla="*/ -30 h 207268"/>
                <a:gd name="connsiteX8" fmla="*/ 128037 w 132716"/>
                <a:gd name="connsiteY8" fmla="*/ 64168 h 207268"/>
                <a:gd name="connsiteX9" fmla="*/ 124432 w 132716"/>
                <a:gd name="connsiteY9" fmla="*/ 114925 h 207268"/>
                <a:gd name="connsiteX10" fmla="*/ 90863 w 132716"/>
                <a:gd name="connsiteY10" fmla="*/ 152467 h 207268"/>
                <a:gd name="connsiteX11" fmla="*/ 49858 w 132716"/>
                <a:gd name="connsiteY11" fmla="*/ 190009 h 207268"/>
                <a:gd name="connsiteX12" fmla="*/ 31384 w 132716"/>
                <a:gd name="connsiteY12" fmla="*/ 202774 h 20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2716" h="207268">
                  <a:moveTo>
                    <a:pt x="31384" y="202774"/>
                  </a:moveTo>
                  <a:cubicBezTo>
                    <a:pt x="18992" y="209081"/>
                    <a:pt x="5549" y="210733"/>
                    <a:pt x="1344" y="193989"/>
                  </a:cubicBezTo>
                  <a:cubicBezTo>
                    <a:pt x="-6166" y="164931"/>
                    <a:pt x="18467" y="140003"/>
                    <a:pt x="42874" y="129491"/>
                  </a:cubicBezTo>
                  <a:cubicBezTo>
                    <a:pt x="47455" y="127539"/>
                    <a:pt x="52186" y="125962"/>
                    <a:pt x="56767" y="124010"/>
                  </a:cubicBezTo>
                  <a:cubicBezTo>
                    <a:pt x="69699" y="118439"/>
                    <a:pt x="81235" y="110082"/>
                    <a:pt x="90562" y="99532"/>
                  </a:cubicBezTo>
                  <a:cubicBezTo>
                    <a:pt x="102053" y="86543"/>
                    <a:pt x="103029" y="79485"/>
                    <a:pt x="101226" y="63041"/>
                  </a:cubicBezTo>
                  <a:cubicBezTo>
                    <a:pt x="100776" y="58686"/>
                    <a:pt x="91989" y="4926"/>
                    <a:pt x="93716" y="4400"/>
                  </a:cubicBezTo>
                  <a:lnTo>
                    <a:pt x="110238" y="-30"/>
                  </a:lnTo>
                  <a:cubicBezTo>
                    <a:pt x="110689" y="-30"/>
                    <a:pt x="126084" y="58987"/>
                    <a:pt x="128037" y="64168"/>
                  </a:cubicBezTo>
                  <a:cubicBezTo>
                    <a:pt x="135329" y="80634"/>
                    <a:pt x="133985" y="99652"/>
                    <a:pt x="124432" y="114925"/>
                  </a:cubicBezTo>
                  <a:cubicBezTo>
                    <a:pt x="115255" y="129101"/>
                    <a:pt x="103930" y="141767"/>
                    <a:pt x="90863" y="152467"/>
                  </a:cubicBezTo>
                  <a:lnTo>
                    <a:pt x="49858" y="190009"/>
                  </a:lnTo>
                  <a:cubicBezTo>
                    <a:pt x="44263" y="195025"/>
                    <a:pt x="38052" y="199312"/>
                    <a:pt x="31384" y="202774"/>
                  </a:cubicBezTo>
                  <a:close/>
                </a:path>
              </a:pathLst>
            </a:custGeom>
            <a:solidFill>
              <a:srgbClr val="1F375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4" name="Content Placeholder 4">
              <a:extLst>
                <a:ext uri="{FF2B5EF4-FFF2-40B4-BE49-F238E27FC236}">
                  <a16:creationId xmlns:a16="http://schemas.microsoft.com/office/drawing/2014/main" id="{BD779897-9F56-ED4A-7E45-47946E9B1E83}"/>
                </a:ext>
              </a:extLst>
            </p:cNvPr>
            <p:cNvSpPr/>
            <p:nvPr/>
          </p:nvSpPr>
          <p:spPr>
            <a:xfrm>
              <a:off x="7194286" y="4589379"/>
              <a:ext cx="63014" cy="27260"/>
            </a:xfrm>
            <a:custGeom>
              <a:avLst/>
              <a:gdLst>
                <a:gd name="connsiteX0" fmla="*/ 3715 w 63014"/>
                <a:gd name="connsiteY0" fmla="*/ 346 h 27260"/>
                <a:gd name="connsiteX1" fmla="*/ 31577 w 63014"/>
                <a:gd name="connsiteY1" fmla="*/ 1548 h 27260"/>
                <a:gd name="connsiteX2" fmla="*/ 54633 w 63014"/>
                <a:gd name="connsiteY2" fmla="*/ 14462 h 27260"/>
                <a:gd name="connsiteX3" fmla="*/ 61241 w 63014"/>
                <a:gd name="connsiteY3" fmla="*/ 18216 h 27260"/>
                <a:gd name="connsiteX4" fmla="*/ 62068 w 63014"/>
                <a:gd name="connsiteY4" fmla="*/ 25199 h 27260"/>
                <a:gd name="connsiteX5" fmla="*/ 55834 w 63014"/>
                <a:gd name="connsiteY5" fmla="*/ 27151 h 27260"/>
                <a:gd name="connsiteX6" fmla="*/ 4616 w 63014"/>
                <a:gd name="connsiteY6" fmla="*/ 22796 h 27260"/>
                <a:gd name="connsiteX7" fmla="*/ 1838 w 63014"/>
                <a:gd name="connsiteY7" fmla="*/ 21670 h 27260"/>
                <a:gd name="connsiteX8" fmla="*/ 786 w 63014"/>
                <a:gd name="connsiteY8" fmla="*/ 19493 h 27260"/>
                <a:gd name="connsiteX9" fmla="*/ 3715 w 63014"/>
                <a:gd name="connsiteY9" fmla="*/ 346 h 27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14" h="27260">
                  <a:moveTo>
                    <a:pt x="3715" y="346"/>
                  </a:moveTo>
                  <a:cubicBezTo>
                    <a:pt x="13012" y="-420"/>
                    <a:pt x="22377" y="-14"/>
                    <a:pt x="31577" y="1548"/>
                  </a:cubicBezTo>
                  <a:cubicBezTo>
                    <a:pt x="38682" y="6819"/>
                    <a:pt x="46425" y="11158"/>
                    <a:pt x="54633" y="14462"/>
                  </a:cubicBezTo>
                  <a:cubicBezTo>
                    <a:pt x="57081" y="15228"/>
                    <a:pt x="59334" y="16512"/>
                    <a:pt x="61241" y="18216"/>
                  </a:cubicBezTo>
                  <a:cubicBezTo>
                    <a:pt x="63202" y="20018"/>
                    <a:pt x="63555" y="22984"/>
                    <a:pt x="62068" y="25199"/>
                  </a:cubicBezTo>
                  <a:cubicBezTo>
                    <a:pt x="60393" y="26768"/>
                    <a:pt x="58102" y="27482"/>
                    <a:pt x="55834" y="27151"/>
                  </a:cubicBezTo>
                  <a:cubicBezTo>
                    <a:pt x="38667" y="27316"/>
                    <a:pt x="21514" y="25860"/>
                    <a:pt x="4616" y="22796"/>
                  </a:cubicBezTo>
                  <a:cubicBezTo>
                    <a:pt x="3595" y="22729"/>
                    <a:pt x="2619" y="22331"/>
                    <a:pt x="1838" y="21670"/>
                  </a:cubicBezTo>
                  <a:cubicBezTo>
                    <a:pt x="1282" y="21062"/>
                    <a:pt x="914" y="20304"/>
                    <a:pt x="786" y="19493"/>
                  </a:cubicBezTo>
                  <a:cubicBezTo>
                    <a:pt x="-948" y="12983"/>
                    <a:pt x="110" y="6038"/>
                    <a:pt x="3715" y="346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5" name="Content Placeholder 4">
              <a:extLst>
                <a:ext uri="{FF2B5EF4-FFF2-40B4-BE49-F238E27FC236}">
                  <a16:creationId xmlns:a16="http://schemas.microsoft.com/office/drawing/2014/main" id="{2494001E-423B-68B4-15FF-531896307F89}"/>
                </a:ext>
              </a:extLst>
            </p:cNvPr>
            <p:cNvSpPr/>
            <p:nvPr/>
          </p:nvSpPr>
          <p:spPr>
            <a:xfrm>
              <a:off x="7063251" y="4588824"/>
              <a:ext cx="62475" cy="30036"/>
            </a:xfrm>
            <a:custGeom>
              <a:avLst/>
              <a:gdLst>
                <a:gd name="connsiteX0" fmla="*/ 58073 w 62475"/>
                <a:gd name="connsiteY0" fmla="*/ 0 h 30036"/>
                <a:gd name="connsiteX1" fmla="*/ 30361 w 62475"/>
                <a:gd name="connsiteY1" fmla="*/ 2854 h 30036"/>
                <a:gd name="connsiteX2" fmla="*/ 7831 w 62475"/>
                <a:gd name="connsiteY2" fmla="*/ 17120 h 30036"/>
                <a:gd name="connsiteX3" fmla="*/ 1448 w 62475"/>
                <a:gd name="connsiteY3" fmla="*/ 21325 h 30036"/>
                <a:gd name="connsiteX4" fmla="*/ 1072 w 62475"/>
                <a:gd name="connsiteY4" fmla="*/ 28307 h 30036"/>
                <a:gd name="connsiteX5" fmla="*/ 7380 w 62475"/>
                <a:gd name="connsiteY5" fmla="*/ 29884 h 30036"/>
                <a:gd name="connsiteX6" fmla="*/ 58223 w 62475"/>
                <a:gd name="connsiteY6" fmla="*/ 22375 h 30036"/>
                <a:gd name="connsiteX7" fmla="*/ 61903 w 62475"/>
                <a:gd name="connsiteY7" fmla="*/ 18847 h 30036"/>
                <a:gd name="connsiteX8" fmla="*/ 58073 w 62475"/>
                <a:gd name="connsiteY8" fmla="*/ 0 h 30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2475" h="30036">
                  <a:moveTo>
                    <a:pt x="58073" y="0"/>
                  </a:moveTo>
                  <a:cubicBezTo>
                    <a:pt x="48753" y="-217"/>
                    <a:pt x="39441" y="744"/>
                    <a:pt x="30361" y="2854"/>
                  </a:cubicBezTo>
                  <a:cubicBezTo>
                    <a:pt x="23490" y="8545"/>
                    <a:pt x="15919" y="13343"/>
                    <a:pt x="7831" y="17120"/>
                  </a:cubicBezTo>
                  <a:cubicBezTo>
                    <a:pt x="5420" y="18036"/>
                    <a:pt x="3243" y="19470"/>
                    <a:pt x="1448" y="21325"/>
                  </a:cubicBezTo>
                  <a:cubicBezTo>
                    <a:pt x="-370" y="23247"/>
                    <a:pt x="-527" y="26198"/>
                    <a:pt x="1072" y="28307"/>
                  </a:cubicBezTo>
                  <a:cubicBezTo>
                    <a:pt x="2852" y="29704"/>
                    <a:pt x="5150" y="30282"/>
                    <a:pt x="7380" y="29884"/>
                  </a:cubicBezTo>
                  <a:cubicBezTo>
                    <a:pt x="24526" y="28960"/>
                    <a:pt x="41543" y="26453"/>
                    <a:pt x="58223" y="22375"/>
                  </a:cubicBezTo>
                  <a:cubicBezTo>
                    <a:pt x="60198" y="22375"/>
                    <a:pt x="61821" y="20821"/>
                    <a:pt x="61903" y="18847"/>
                  </a:cubicBezTo>
                  <a:cubicBezTo>
                    <a:pt x="63323" y="12307"/>
                    <a:pt x="61933" y="5467"/>
                    <a:pt x="58073" y="0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6" name="Content Placeholder 4">
              <a:extLst>
                <a:ext uri="{FF2B5EF4-FFF2-40B4-BE49-F238E27FC236}">
                  <a16:creationId xmlns:a16="http://schemas.microsoft.com/office/drawing/2014/main" id="{706A7468-2576-16A5-C99C-D614114B3D90}"/>
                </a:ext>
              </a:extLst>
            </p:cNvPr>
            <p:cNvSpPr/>
            <p:nvPr/>
          </p:nvSpPr>
          <p:spPr>
            <a:xfrm>
              <a:off x="7132842" y="3815558"/>
              <a:ext cx="82921" cy="106170"/>
            </a:xfrm>
            <a:custGeom>
              <a:avLst/>
              <a:gdLst>
                <a:gd name="connsiteX0" fmla="*/ 44282 w 82921"/>
                <a:gd name="connsiteY0" fmla="*/ 106141 h 106170"/>
                <a:gd name="connsiteX1" fmla="*/ 64484 w 82921"/>
                <a:gd name="connsiteY1" fmla="*/ 96079 h 106170"/>
                <a:gd name="connsiteX2" fmla="*/ 81982 w 82921"/>
                <a:gd name="connsiteY2" fmla="*/ 14162 h 106170"/>
                <a:gd name="connsiteX3" fmla="*/ 79729 w 82921"/>
                <a:gd name="connsiteY3" fmla="*/ 5377 h 106170"/>
                <a:gd name="connsiteX4" fmla="*/ 67188 w 82921"/>
                <a:gd name="connsiteY4" fmla="*/ -29 h 106170"/>
                <a:gd name="connsiteX5" fmla="*/ 7108 w 82921"/>
                <a:gd name="connsiteY5" fmla="*/ 1848 h 106170"/>
                <a:gd name="connsiteX6" fmla="*/ 2301 w 82921"/>
                <a:gd name="connsiteY6" fmla="*/ 3050 h 106170"/>
                <a:gd name="connsiteX7" fmla="*/ 48 w 82921"/>
                <a:gd name="connsiteY7" fmla="*/ 7855 h 106170"/>
                <a:gd name="connsiteX8" fmla="*/ 1175 w 82921"/>
                <a:gd name="connsiteY8" fmla="*/ 33234 h 106170"/>
                <a:gd name="connsiteX9" fmla="*/ 2902 w 82921"/>
                <a:gd name="connsiteY9" fmla="*/ 59138 h 106170"/>
                <a:gd name="connsiteX10" fmla="*/ 27910 w 82921"/>
                <a:gd name="connsiteY10" fmla="*/ 100660 h 106170"/>
                <a:gd name="connsiteX11" fmla="*/ 44282 w 82921"/>
                <a:gd name="connsiteY11" fmla="*/ 106141 h 106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921" h="106170">
                  <a:moveTo>
                    <a:pt x="44282" y="106141"/>
                  </a:moveTo>
                  <a:cubicBezTo>
                    <a:pt x="52092" y="105630"/>
                    <a:pt x="59370" y="102004"/>
                    <a:pt x="64484" y="96079"/>
                  </a:cubicBezTo>
                  <a:cubicBezTo>
                    <a:pt x="84536" y="75356"/>
                    <a:pt x="83935" y="42920"/>
                    <a:pt x="81982" y="14162"/>
                  </a:cubicBezTo>
                  <a:cubicBezTo>
                    <a:pt x="82012" y="11084"/>
                    <a:pt x="81239" y="8058"/>
                    <a:pt x="79729" y="5377"/>
                  </a:cubicBezTo>
                  <a:cubicBezTo>
                    <a:pt x="76500" y="1886"/>
                    <a:pt x="71941" y="-81"/>
                    <a:pt x="67188" y="-29"/>
                  </a:cubicBezTo>
                  <a:cubicBezTo>
                    <a:pt x="47211" y="-29"/>
                    <a:pt x="27535" y="872"/>
                    <a:pt x="7108" y="1848"/>
                  </a:cubicBezTo>
                  <a:cubicBezTo>
                    <a:pt x="5418" y="1728"/>
                    <a:pt x="3735" y="2149"/>
                    <a:pt x="2301" y="3050"/>
                  </a:cubicBezTo>
                  <a:cubicBezTo>
                    <a:pt x="987" y="4326"/>
                    <a:pt x="191" y="6031"/>
                    <a:pt x="48" y="7855"/>
                  </a:cubicBezTo>
                  <a:cubicBezTo>
                    <a:pt x="-207" y="16332"/>
                    <a:pt x="168" y="24817"/>
                    <a:pt x="1175" y="33234"/>
                  </a:cubicBezTo>
                  <a:cubicBezTo>
                    <a:pt x="927" y="41906"/>
                    <a:pt x="1505" y="50578"/>
                    <a:pt x="2902" y="59138"/>
                  </a:cubicBezTo>
                  <a:cubicBezTo>
                    <a:pt x="5080" y="75859"/>
                    <a:pt x="14145" y="90914"/>
                    <a:pt x="27910" y="100660"/>
                  </a:cubicBezTo>
                  <a:cubicBezTo>
                    <a:pt x="32694" y="104083"/>
                    <a:pt x="38402" y="105998"/>
                    <a:pt x="44282" y="106141"/>
                  </a:cubicBezTo>
                  <a:close/>
                </a:path>
              </a:pathLst>
            </a:custGeom>
            <a:solidFill>
              <a:srgbClr val="F0E5D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7" name="Content Placeholder 4">
              <a:extLst>
                <a:ext uri="{FF2B5EF4-FFF2-40B4-BE49-F238E27FC236}">
                  <a16:creationId xmlns:a16="http://schemas.microsoft.com/office/drawing/2014/main" id="{395BE812-3794-64D7-3B0F-2085E70950AE}"/>
                </a:ext>
              </a:extLst>
            </p:cNvPr>
            <p:cNvSpPr/>
            <p:nvPr/>
          </p:nvSpPr>
          <p:spPr>
            <a:xfrm>
              <a:off x="7155074" y="3909940"/>
              <a:ext cx="40190" cy="14468"/>
            </a:xfrm>
            <a:custGeom>
              <a:avLst/>
              <a:gdLst>
                <a:gd name="connsiteX0" fmla="*/ 36019 w 40190"/>
                <a:gd name="connsiteY0" fmla="*/ 8680 h 14468"/>
                <a:gd name="connsiteX1" fmla="*/ 16643 w 40190"/>
                <a:gd name="connsiteY1" fmla="*/ 13936 h 14468"/>
                <a:gd name="connsiteX2" fmla="*/ -29 w 40190"/>
                <a:gd name="connsiteY2" fmla="*/ 1096 h 14468"/>
                <a:gd name="connsiteX3" fmla="*/ 17244 w 40190"/>
                <a:gd name="connsiteY3" fmla="*/ 7929 h 14468"/>
                <a:gd name="connsiteX4" fmla="*/ 39774 w 40190"/>
                <a:gd name="connsiteY4" fmla="*/ -30 h 14468"/>
                <a:gd name="connsiteX5" fmla="*/ 36019 w 40190"/>
                <a:gd name="connsiteY5" fmla="*/ 8680 h 1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190" h="14468">
                  <a:moveTo>
                    <a:pt x="36019" y="8680"/>
                  </a:moveTo>
                  <a:cubicBezTo>
                    <a:pt x="30806" y="13493"/>
                    <a:pt x="23574" y="15453"/>
                    <a:pt x="16643" y="13936"/>
                  </a:cubicBezTo>
                  <a:cubicBezTo>
                    <a:pt x="9756" y="11736"/>
                    <a:pt x="3853" y="7193"/>
                    <a:pt x="-29" y="1096"/>
                  </a:cubicBezTo>
                  <a:cubicBezTo>
                    <a:pt x="5903" y="2906"/>
                    <a:pt x="11679" y="5196"/>
                    <a:pt x="17244" y="7929"/>
                  </a:cubicBezTo>
                  <a:cubicBezTo>
                    <a:pt x="25685" y="11421"/>
                    <a:pt x="35403" y="7989"/>
                    <a:pt x="39774" y="-30"/>
                  </a:cubicBezTo>
                  <a:cubicBezTo>
                    <a:pt x="41125" y="3049"/>
                    <a:pt x="38722" y="6352"/>
                    <a:pt x="36019" y="868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8" name="Content Placeholder 4">
              <a:extLst>
                <a:ext uri="{FF2B5EF4-FFF2-40B4-BE49-F238E27FC236}">
                  <a16:creationId xmlns:a16="http://schemas.microsoft.com/office/drawing/2014/main" id="{ADF42EB8-2115-C24D-0009-CD04D2E8A1F2}"/>
                </a:ext>
              </a:extLst>
            </p:cNvPr>
            <p:cNvSpPr/>
            <p:nvPr/>
          </p:nvSpPr>
          <p:spPr>
            <a:xfrm>
              <a:off x="7121242" y="3786049"/>
              <a:ext cx="102092" cy="82753"/>
            </a:xfrm>
            <a:custGeom>
              <a:avLst/>
              <a:gdLst>
                <a:gd name="connsiteX0" fmla="*/ 90202 w 102092"/>
                <a:gd name="connsiteY0" fmla="*/ 11159 h 82753"/>
                <a:gd name="connsiteX1" fmla="*/ 101617 w 102092"/>
                <a:gd name="connsiteY1" fmla="*/ 53807 h 82753"/>
                <a:gd name="connsiteX2" fmla="*/ 94107 w 102092"/>
                <a:gd name="connsiteY2" fmla="*/ 71302 h 82753"/>
                <a:gd name="connsiteX3" fmla="*/ 85696 w 102092"/>
                <a:gd name="connsiteY3" fmla="*/ 53056 h 82753"/>
                <a:gd name="connsiteX4" fmla="*/ 75558 w 102092"/>
                <a:gd name="connsiteY4" fmla="*/ 43445 h 82753"/>
                <a:gd name="connsiteX5" fmla="*/ 36581 w 102092"/>
                <a:gd name="connsiteY5" fmla="*/ 48176 h 82753"/>
                <a:gd name="connsiteX6" fmla="*/ 22161 w 102092"/>
                <a:gd name="connsiteY6" fmla="*/ 54408 h 82753"/>
                <a:gd name="connsiteX7" fmla="*/ 18857 w 102092"/>
                <a:gd name="connsiteY7" fmla="*/ 78735 h 82753"/>
                <a:gd name="connsiteX8" fmla="*/ 18256 w 102092"/>
                <a:gd name="connsiteY8" fmla="*/ 81739 h 82753"/>
                <a:gd name="connsiteX9" fmla="*/ 15703 w 102092"/>
                <a:gd name="connsiteY9" fmla="*/ 82414 h 82753"/>
                <a:gd name="connsiteX10" fmla="*/ 15027 w 102092"/>
                <a:gd name="connsiteY10" fmla="*/ 81363 h 82753"/>
                <a:gd name="connsiteX11" fmla="*/ 683 w 102092"/>
                <a:gd name="connsiteY11" fmla="*/ 47650 h 82753"/>
                <a:gd name="connsiteX12" fmla="*/ 5564 w 102092"/>
                <a:gd name="connsiteY12" fmla="*/ 5453 h 82753"/>
                <a:gd name="connsiteX13" fmla="*/ 11047 w 102092"/>
                <a:gd name="connsiteY13" fmla="*/ -28 h 82753"/>
                <a:gd name="connsiteX14" fmla="*/ 16003 w 102092"/>
                <a:gd name="connsiteY14" fmla="*/ 2900 h 82753"/>
                <a:gd name="connsiteX15" fmla="*/ 29071 w 102092"/>
                <a:gd name="connsiteY15" fmla="*/ 6054 h 82753"/>
                <a:gd name="connsiteX16" fmla="*/ 42589 w 102092"/>
                <a:gd name="connsiteY16" fmla="*/ 3651 h 82753"/>
                <a:gd name="connsiteX17" fmla="*/ 68048 w 102092"/>
                <a:gd name="connsiteY17" fmla="*/ 4702 h 82753"/>
                <a:gd name="connsiteX18" fmla="*/ 90202 w 102092"/>
                <a:gd name="connsiteY18" fmla="*/ 11159 h 827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2092" h="82753">
                  <a:moveTo>
                    <a:pt x="90202" y="11159"/>
                  </a:moveTo>
                  <a:cubicBezTo>
                    <a:pt x="102368" y="20545"/>
                    <a:pt x="102819" y="38490"/>
                    <a:pt x="101617" y="53807"/>
                  </a:cubicBezTo>
                  <a:cubicBezTo>
                    <a:pt x="101091" y="60490"/>
                    <a:pt x="99739" y="68298"/>
                    <a:pt x="94107" y="71302"/>
                  </a:cubicBezTo>
                  <a:cubicBezTo>
                    <a:pt x="93521" y="64424"/>
                    <a:pt x="90540" y="57974"/>
                    <a:pt x="85696" y="53056"/>
                  </a:cubicBezTo>
                  <a:cubicBezTo>
                    <a:pt x="83030" y="49174"/>
                    <a:pt x="79575" y="45901"/>
                    <a:pt x="75558" y="43445"/>
                  </a:cubicBezTo>
                  <a:cubicBezTo>
                    <a:pt x="62940" y="36988"/>
                    <a:pt x="49273" y="47275"/>
                    <a:pt x="36581" y="48176"/>
                  </a:cubicBezTo>
                  <a:cubicBezTo>
                    <a:pt x="28094" y="48701"/>
                    <a:pt x="25165" y="44872"/>
                    <a:pt x="22161" y="54408"/>
                  </a:cubicBezTo>
                  <a:cubicBezTo>
                    <a:pt x="19826" y="62299"/>
                    <a:pt x="18714" y="70506"/>
                    <a:pt x="18857" y="78735"/>
                  </a:cubicBezTo>
                  <a:cubicBezTo>
                    <a:pt x="18962" y="79771"/>
                    <a:pt x="18752" y="80823"/>
                    <a:pt x="18256" y="81739"/>
                  </a:cubicBezTo>
                  <a:cubicBezTo>
                    <a:pt x="17731" y="82565"/>
                    <a:pt x="16454" y="83090"/>
                    <a:pt x="15703" y="82414"/>
                  </a:cubicBezTo>
                  <a:cubicBezTo>
                    <a:pt x="15387" y="82129"/>
                    <a:pt x="15154" y="81769"/>
                    <a:pt x="15027" y="81363"/>
                  </a:cubicBezTo>
                  <a:cubicBezTo>
                    <a:pt x="10596" y="70551"/>
                    <a:pt x="2335" y="58838"/>
                    <a:pt x="683" y="47650"/>
                  </a:cubicBezTo>
                  <a:cubicBezTo>
                    <a:pt x="-1135" y="33399"/>
                    <a:pt x="540" y="18915"/>
                    <a:pt x="5564" y="5453"/>
                  </a:cubicBezTo>
                  <a:cubicBezTo>
                    <a:pt x="6541" y="2825"/>
                    <a:pt x="8268" y="-103"/>
                    <a:pt x="11047" y="-28"/>
                  </a:cubicBezTo>
                  <a:cubicBezTo>
                    <a:pt x="13825" y="47"/>
                    <a:pt x="14426" y="1698"/>
                    <a:pt x="16003" y="2900"/>
                  </a:cubicBezTo>
                  <a:cubicBezTo>
                    <a:pt x="19811" y="5550"/>
                    <a:pt x="24475" y="6669"/>
                    <a:pt x="29071" y="6054"/>
                  </a:cubicBezTo>
                  <a:cubicBezTo>
                    <a:pt x="33652" y="5678"/>
                    <a:pt x="38082" y="4402"/>
                    <a:pt x="42589" y="3651"/>
                  </a:cubicBezTo>
                  <a:cubicBezTo>
                    <a:pt x="51090" y="3133"/>
                    <a:pt x="59621" y="3486"/>
                    <a:pt x="68048" y="4702"/>
                  </a:cubicBezTo>
                  <a:cubicBezTo>
                    <a:pt x="75918" y="4574"/>
                    <a:pt x="83638" y="6827"/>
                    <a:pt x="90202" y="11159"/>
                  </a:cubicBezTo>
                  <a:close/>
                </a:path>
              </a:pathLst>
            </a:custGeom>
            <a:solidFill>
              <a:srgbClr val="EFAB5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9" name="Content Placeholder 4">
              <a:extLst>
                <a:ext uri="{FF2B5EF4-FFF2-40B4-BE49-F238E27FC236}">
                  <a16:creationId xmlns:a16="http://schemas.microsoft.com/office/drawing/2014/main" id="{C684AAFE-794C-70AE-CB2A-5A240F3286CE}"/>
                </a:ext>
              </a:extLst>
            </p:cNvPr>
            <p:cNvSpPr/>
            <p:nvPr/>
          </p:nvSpPr>
          <p:spPr>
            <a:xfrm>
              <a:off x="7075392" y="3920013"/>
              <a:ext cx="194433" cy="312401"/>
            </a:xfrm>
            <a:custGeom>
              <a:avLst/>
              <a:gdLst>
                <a:gd name="connsiteX0" fmla="*/ 123435 w 194433"/>
                <a:gd name="connsiteY0" fmla="*/ 8443 h 312401"/>
                <a:gd name="connsiteX1" fmla="*/ 151372 w 194433"/>
                <a:gd name="connsiteY1" fmla="*/ 22409 h 312401"/>
                <a:gd name="connsiteX2" fmla="*/ 181412 w 194433"/>
                <a:gd name="connsiteY2" fmla="*/ 180087 h 312401"/>
                <a:gd name="connsiteX3" fmla="*/ 184191 w 194433"/>
                <a:gd name="connsiteY3" fmla="*/ 205765 h 312401"/>
                <a:gd name="connsiteX4" fmla="*/ 194405 w 194433"/>
                <a:gd name="connsiteY4" fmla="*/ 298044 h 312401"/>
                <a:gd name="connsiteX5" fmla="*/ 156855 w 194433"/>
                <a:gd name="connsiteY5" fmla="*/ 308106 h 312401"/>
                <a:gd name="connsiteX6" fmla="*/ 100455 w 194433"/>
                <a:gd name="connsiteY6" fmla="*/ 311559 h 312401"/>
                <a:gd name="connsiteX7" fmla="*/ 30011 w 194433"/>
                <a:gd name="connsiteY7" fmla="*/ 306378 h 312401"/>
                <a:gd name="connsiteX8" fmla="*/ -29 w 194433"/>
                <a:gd name="connsiteY8" fmla="*/ 304577 h 312401"/>
                <a:gd name="connsiteX9" fmla="*/ 4852 w 194433"/>
                <a:gd name="connsiteY9" fmla="*/ 249990 h 312401"/>
                <a:gd name="connsiteX10" fmla="*/ 15817 w 194433"/>
                <a:gd name="connsiteY10" fmla="*/ 117992 h 312401"/>
                <a:gd name="connsiteX11" fmla="*/ 23327 w 194433"/>
                <a:gd name="connsiteY11" fmla="*/ 43808 h 312401"/>
                <a:gd name="connsiteX12" fmla="*/ 44580 w 194433"/>
                <a:gd name="connsiteY12" fmla="*/ 1235 h 312401"/>
                <a:gd name="connsiteX13" fmla="*/ 77249 w 194433"/>
                <a:gd name="connsiteY13" fmla="*/ 15801 h 312401"/>
                <a:gd name="connsiteX14" fmla="*/ 118629 w 194433"/>
                <a:gd name="connsiteY14" fmla="*/ 13324 h 312401"/>
                <a:gd name="connsiteX15" fmla="*/ 123435 w 194433"/>
                <a:gd name="connsiteY15" fmla="*/ 8443 h 312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4433" h="312401">
                  <a:moveTo>
                    <a:pt x="123435" y="8443"/>
                  </a:moveTo>
                  <a:cubicBezTo>
                    <a:pt x="135527" y="-4396"/>
                    <a:pt x="146941" y="9945"/>
                    <a:pt x="151372" y="22409"/>
                  </a:cubicBezTo>
                  <a:cubicBezTo>
                    <a:pt x="169471" y="72791"/>
                    <a:pt x="175479" y="126701"/>
                    <a:pt x="181412" y="180087"/>
                  </a:cubicBezTo>
                  <a:cubicBezTo>
                    <a:pt x="182314" y="188646"/>
                    <a:pt x="183290" y="197206"/>
                    <a:pt x="184191" y="205765"/>
                  </a:cubicBezTo>
                  <a:cubicBezTo>
                    <a:pt x="187645" y="236452"/>
                    <a:pt x="191047" y="267207"/>
                    <a:pt x="194405" y="298044"/>
                  </a:cubicBezTo>
                  <a:cubicBezTo>
                    <a:pt x="194405" y="299846"/>
                    <a:pt x="159408" y="307355"/>
                    <a:pt x="156855" y="308106"/>
                  </a:cubicBezTo>
                  <a:cubicBezTo>
                    <a:pt x="138350" y="312183"/>
                    <a:pt x="119320" y="313347"/>
                    <a:pt x="100455" y="311559"/>
                  </a:cubicBezTo>
                  <a:cubicBezTo>
                    <a:pt x="76948" y="310058"/>
                    <a:pt x="53592" y="306304"/>
                    <a:pt x="30011" y="306378"/>
                  </a:cubicBezTo>
                  <a:cubicBezTo>
                    <a:pt x="19963" y="307099"/>
                    <a:pt x="9862" y="306491"/>
                    <a:pt x="-29" y="304577"/>
                  </a:cubicBezTo>
                  <a:cubicBezTo>
                    <a:pt x="3140" y="286549"/>
                    <a:pt x="4770" y="268288"/>
                    <a:pt x="4852" y="249990"/>
                  </a:cubicBezTo>
                  <a:cubicBezTo>
                    <a:pt x="6655" y="205841"/>
                    <a:pt x="11236" y="161916"/>
                    <a:pt x="15817" y="117992"/>
                  </a:cubicBezTo>
                  <a:cubicBezTo>
                    <a:pt x="18370" y="93364"/>
                    <a:pt x="19872" y="68211"/>
                    <a:pt x="23327" y="43808"/>
                  </a:cubicBezTo>
                  <a:cubicBezTo>
                    <a:pt x="25130" y="30443"/>
                    <a:pt x="31213" y="7092"/>
                    <a:pt x="44580" y="1235"/>
                  </a:cubicBezTo>
                  <a:cubicBezTo>
                    <a:pt x="57948" y="-4622"/>
                    <a:pt x="65683" y="11522"/>
                    <a:pt x="77249" y="15801"/>
                  </a:cubicBezTo>
                  <a:cubicBezTo>
                    <a:pt x="90647" y="21643"/>
                    <a:pt x="106027" y="20719"/>
                    <a:pt x="118629" y="13324"/>
                  </a:cubicBezTo>
                  <a:cubicBezTo>
                    <a:pt x="120409" y="11882"/>
                    <a:pt x="122016" y="10245"/>
                    <a:pt x="123435" y="8443"/>
                  </a:cubicBezTo>
                  <a:close/>
                </a:path>
              </a:pathLst>
            </a:custGeom>
            <a:solidFill>
              <a:srgbClr val="1F375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0" name="Content Placeholder 4">
              <a:extLst>
                <a:ext uri="{FF2B5EF4-FFF2-40B4-BE49-F238E27FC236}">
                  <a16:creationId xmlns:a16="http://schemas.microsoft.com/office/drawing/2014/main" id="{572F9C10-BCCD-F445-21D1-A8E868B68D95}"/>
                </a:ext>
              </a:extLst>
            </p:cNvPr>
            <p:cNvSpPr/>
            <p:nvPr/>
          </p:nvSpPr>
          <p:spPr>
            <a:xfrm>
              <a:off x="7113183" y="3925076"/>
              <a:ext cx="157237" cy="317456"/>
            </a:xfrm>
            <a:custGeom>
              <a:avLst/>
              <a:gdLst>
                <a:gd name="connsiteX0" fmla="*/ 154962 w 157237"/>
                <a:gd name="connsiteY0" fmla="*/ 282695 h 317456"/>
                <a:gd name="connsiteX1" fmla="*/ 155413 w 157237"/>
                <a:gd name="connsiteY1" fmla="*/ 281794 h 317456"/>
                <a:gd name="connsiteX2" fmla="*/ 146926 w 157237"/>
                <a:gd name="connsiteY2" fmla="*/ 263848 h 317456"/>
                <a:gd name="connsiteX3" fmla="*/ 133934 w 157237"/>
                <a:gd name="connsiteY3" fmla="*/ 149420 h 317456"/>
                <a:gd name="connsiteX4" fmla="*/ 97210 w 157237"/>
                <a:gd name="connsiteY4" fmla="*/ 14267 h 317456"/>
                <a:gd name="connsiteX5" fmla="*/ 72051 w 157237"/>
                <a:gd name="connsiteY5" fmla="*/ 11414 h 317456"/>
                <a:gd name="connsiteX6" fmla="*/ 70700 w 157237"/>
                <a:gd name="connsiteY6" fmla="*/ 11414 h 317456"/>
                <a:gd name="connsiteX7" fmla="*/ 51700 w 157237"/>
                <a:gd name="connsiteY7" fmla="*/ 452 h 317456"/>
                <a:gd name="connsiteX8" fmla="*/ 34757 w 157237"/>
                <a:gd name="connsiteY8" fmla="*/ 10183 h 317456"/>
                <a:gd name="connsiteX9" fmla="*/ 34276 w 157237"/>
                <a:gd name="connsiteY9" fmla="*/ 13667 h 317456"/>
                <a:gd name="connsiteX10" fmla="*/ 33901 w 157237"/>
                <a:gd name="connsiteY10" fmla="*/ 40472 h 317456"/>
                <a:gd name="connsiteX11" fmla="*/ 7315 w 157237"/>
                <a:gd name="connsiteY11" fmla="*/ 261671 h 317456"/>
                <a:gd name="connsiteX12" fmla="*/ 7315 w 157237"/>
                <a:gd name="connsiteY12" fmla="*/ 261671 h 317456"/>
                <a:gd name="connsiteX13" fmla="*/ 4837 w 157237"/>
                <a:gd name="connsiteY13" fmla="*/ 273084 h 317456"/>
                <a:gd name="connsiteX14" fmla="*/ 706 w 157237"/>
                <a:gd name="connsiteY14" fmla="*/ 290503 h 317456"/>
                <a:gd name="connsiteX15" fmla="*/ 331 w 157237"/>
                <a:gd name="connsiteY15" fmla="*/ 292005 h 317456"/>
                <a:gd name="connsiteX16" fmla="*/ 8517 w 157237"/>
                <a:gd name="connsiteY16" fmla="*/ 306346 h 317456"/>
                <a:gd name="connsiteX17" fmla="*/ 149404 w 157237"/>
                <a:gd name="connsiteY17" fmla="*/ 299364 h 317456"/>
                <a:gd name="connsiteX18" fmla="*/ 151132 w 157237"/>
                <a:gd name="connsiteY18" fmla="*/ 298388 h 317456"/>
                <a:gd name="connsiteX19" fmla="*/ 152258 w 157237"/>
                <a:gd name="connsiteY19" fmla="*/ 297862 h 317456"/>
                <a:gd name="connsiteX20" fmla="*/ 154361 w 157237"/>
                <a:gd name="connsiteY20" fmla="*/ 296285 h 317456"/>
                <a:gd name="connsiteX21" fmla="*/ 157140 w 157237"/>
                <a:gd name="connsiteY21" fmla="*/ 290429 h 317456"/>
                <a:gd name="connsiteX22" fmla="*/ 154962 w 157237"/>
                <a:gd name="connsiteY22" fmla="*/ 282695 h 317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57237" h="317456">
                  <a:moveTo>
                    <a:pt x="154962" y="282695"/>
                  </a:moveTo>
                  <a:cubicBezTo>
                    <a:pt x="155563" y="282695"/>
                    <a:pt x="155713" y="282394"/>
                    <a:pt x="155413" y="281794"/>
                  </a:cubicBezTo>
                  <a:cubicBezTo>
                    <a:pt x="153385" y="278190"/>
                    <a:pt x="150231" y="271582"/>
                    <a:pt x="146926" y="263848"/>
                  </a:cubicBezTo>
                  <a:cubicBezTo>
                    <a:pt x="144703" y="225495"/>
                    <a:pt x="140370" y="187292"/>
                    <a:pt x="133934" y="149420"/>
                  </a:cubicBezTo>
                  <a:cubicBezTo>
                    <a:pt x="125673" y="102942"/>
                    <a:pt x="107874" y="59769"/>
                    <a:pt x="97210" y="14267"/>
                  </a:cubicBezTo>
                  <a:cubicBezTo>
                    <a:pt x="94131" y="827"/>
                    <a:pt x="78059" y="2029"/>
                    <a:pt x="72051" y="11414"/>
                  </a:cubicBezTo>
                  <a:lnTo>
                    <a:pt x="70700" y="11414"/>
                  </a:lnTo>
                  <a:cubicBezTo>
                    <a:pt x="65127" y="6579"/>
                    <a:pt x="58676" y="2862"/>
                    <a:pt x="51700" y="452"/>
                  </a:cubicBezTo>
                  <a:cubicBezTo>
                    <a:pt x="44332" y="-1538"/>
                    <a:pt x="36747" y="2817"/>
                    <a:pt x="34757" y="10183"/>
                  </a:cubicBezTo>
                  <a:cubicBezTo>
                    <a:pt x="34449" y="11317"/>
                    <a:pt x="34284" y="12488"/>
                    <a:pt x="34276" y="13667"/>
                  </a:cubicBezTo>
                  <a:cubicBezTo>
                    <a:pt x="34276" y="22602"/>
                    <a:pt x="34276" y="31537"/>
                    <a:pt x="33901" y="40472"/>
                  </a:cubicBezTo>
                  <a:cubicBezTo>
                    <a:pt x="19008" y="113356"/>
                    <a:pt x="10116" y="187337"/>
                    <a:pt x="7315" y="261671"/>
                  </a:cubicBezTo>
                  <a:lnTo>
                    <a:pt x="7315" y="261671"/>
                  </a:lnTo>
                  <a:lnTo>
                    <a:pt x="4837" y="273084"/>
                  </a:lnTo>
                  <a:cubicBezTo>
                    <a:pt x="2757" y="278700"/>
                    <a:pt x="1367" y="284549"/>
                    <a:pt x="706" y="290503"/>
                  </a:cubicBezTo>
                  <a:cubicBezTo>
                    <a:pt x="706" y="291029"/>
                    <a:pt x="706" y="291479"/>
                    <a:pt x="331" y="292005"/>
                  </a:cubicBezTo>
                  <a:cubicBezTo>
                    <a:pt x="-1223" y="298207"/>
                    <a:pt x="2389" y="304529"/>
                    <a:pt x="8517" y="306346"/>
                  </a:cubicBezTo>
                  <a:cubicBezTo>
                    <a:pt x="54478" y="323248"/>
                    <a:pt x="105344" y="320732"/>
                    <a:pt x="149404" y="299364"/>
                  </a:cubicBezTo>
                  <a:cubicBezTo>
                    <a:pt x="150013" y="299101"/>
                    <a:pt x="150591" y="298770"/>
                    <a:pt x="151132" y="298388"/>
                  </a:cubicBezTo>
                  <a:lnTo>
                    <a:pt x="152258" y="297862"/>
                  </a:lnTo>
                  <a:lnTo>
                    <a:pt x="154361" y="296285"/>
                  </a:lnTo>
                  <a:cubicBezTo>
                    <a:pt x="155931" y="294708"/>
                    <a:pt x="156907" y="292643"/>
                    <a:pt x="157140" y="290429"/>
                  </a:cubicBezTo>
                  <a:cubicBezTo>
                    <a:pt x="157455" y="287665"/>
                    <a:pt x="156674" y="284887"/>
                    <a:pt x="154962" y="282695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1" name="Content Placeholder 4">
              <a:extLst>
                <a:ext uri="{FF2B5EF4-FFF2-40B4-BE49-F238E27FC236}">
                  <a16:creationId xmlns:a16="http://schemas.microsoft.com/office/drawing/2014/main" id="{64B01663-E88F-8444-8847-776624598621}"/>
                </a:ext>
              </a:extLst>
            </p:cNvPr>
            <p:cNvSpPr/>
            <p:nvPr/>
          </p:nvSpPr>
          <p:spPr>
            <a:xfrm>
              <a:off x="7019662" y="3744931"/>
              <a:ext cx="21259" cy="44020"/>
            </a:xfrm>
            <a:custGeom>
              <a:avLst/>
              <a:gdLst>
                <a:gd name="connsiteX0" fmla="*/ 17250 w 21259"/>
                <a:gd name="connsiteY0" fmla="*/ 15336 h 44020"/>
                <a:gd name="connsiteX1" fmla="*/ 17250 w 21259"/>
                <a:gd name="connsiteY1" fmla="*/ 6626 h 44020"/>
                <a:gd name="connsiteX2" fmla="*/ 12744 w 21259"/>
                <a:gd name="connsiteY2" fmla="*/ 19 h 44020"/>
                <a:gd name="connsiteX3" fmla="*/ 6811 w 21259"/>
                <a:gd name="connsiteY3" fmla="*/ 4824 h 44020"/>
                <a:gd name="connsiteX4" fmla="*/ -23 w 21259"/>
                <a:gd name="connsiteY4" fmla="*/ 42366 h 44020"/>
                <a:gd name="connsiteX5" fmla="*/ 13195 w 21259"/>
                <a:gd name="connsiteY5" fmla="*/ 43943 h 44020"/>
                <a:gd name="connsiteX6" fmla="*/ 15973 w 21259"/>
                <a:gd name="connsiteY6" fmla="*/ 28325 h 44020"/>
                <a:gd name="connsiteX7" fmla="*/ 21230 w 21259"/>
                <a:gd name="connsiteY7" fmla="*/ 12483 h 44020"/>
                <a:gd name="connsiteX8" fmla="*/ 18977 w 21259"/>
                <a:gd name="connsiteY8" fmla="*/ 12483 h 4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259" h="44020">
                  <a:moveTo>
                    <a:pt x="17250" y="15336"/>
                  </a:moveTo>
                  <a:cubicBezTo>
                    <a:pt x="17700" y="12452"/>
                    <a:pt x="17700" y="9509"/>
                    <a:pt x="17250" y="6626"/>
                  </a:cubicBezTo>
                  <a:cubicBezTo>
                    <a:pt x="17250" y="3773"/>
                    <a:pt x="15523" y="469"/>
                    <a:pt x="12744" y="19"/>
                  </a:cubicBezTo>
                  <a:cubicBezTo>
                    <a:pt x="9965" y="-432"/>
                    <a:pt x="8013" y="2346"/>
                    <a:pt x="6811" y="4824"/>
                  </a:cubicBezTo>
                  <a:cubicBezTo>
                    <a:pt x="2155" y="16785"/>
                    <a:pt x="-166" y="29527"/>
                    <a:pt x="-23" y="42366"/>
                  </a:cubicBezTo>
                  <a:cubicBezTo>
                    <a:pt x="4265" y="43628"/>
                    <a:pt x="8734" y="44161"/>
                    <a:pt x="13195" y="43943"/>
                  </a:cubicBezTo>
                  <a:cubicBezTo>
                    <a:pt x="12857" y="38590"/>
                    <a:pt x="13803" y="33236"/>
                    <a:pt x="15973" y="28325"/>
                  </a:cubicBezTo>
                  <a:cubicBezTo>
                    <a:pt x="19098" y="23603"/>
                    <a:pt x="20907" y="18137"/>
                    <a:pt x="21230" y="12483"/>
                  </a:cubicBezTo>
                  <a:lnTo>
                    <a:pt x="18977" y="12483"/>
                  </a:ln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2" name="Content Placeholder 4">
              <a:extLst>
                <a:ext uri="{FF2B5EF4-FFF2-40B4-BE49-F238E27FC236}">
                  <a16:creationId xmlns:a16="http://schemas.microsoft.com/office/drawing/2014/main" id="{A89B6480-9E73-17E9-6AD0-B26D00D6FC67}"/>
                </a:ext>
              </a:extLst>
            </p:cNvPr>
            <p:cNvSpPr/>
            <p:nvPr/>
          </p:nvSpPr>
          <p:spPr>
            <a:xfrm>
              <a:off x="6995371" y="3781996"/>
              <a:ext cx="132687" cy="207236"/>
            </a:xfrm>
            <a:custGeom>
              <a:avLst/>
              <a:gdLst>
                <a:gd name="connsiteX0" fmla="*/ 101245 w 132687"/>
                <a:gd name="connsiteY0" fmla="*/ 202774 h 207236"/>
                <a:gd name="connsiteX1" fmla="*/ 131285 w 132687"/>
                <a:gd name="connsiteY1" fmla="*/ 193989 h 207236"/>
                <a:gd name="connsiteX2" fmla="*/ 89755 w 132687"/>
                <a:gd name="connsiteY2" fmla="*/ 129491 h 207236"/>
                <a:gd name="connsiteX3" fmla="*/ 75936 w 132687"/>
                <a:gd name="connsiteY3" fmla="*/ 124010 h 207236"/>
                <a:gd name="connsiteX4" fmla="*/ 42141 w 132687"/>
                <a:gd name="connsiteY4" fmla="*/ 99457 h 207236"/>
                <a:gd name="connsiteX5" fmla="*/ 31402 w 132687"/>
                <a:gd name="connsiteY5" fmla="*/ 63041 h 207236"/>
                <a:gd name="connsiteX6" fmla="*/ 38912 w 132687"/>
                <a:gd name="connsiteY6" fmla="*/ 4400 h 207236"/>
                <a:gd name="connsiteX7" fmla="*/ 22390 w 132687"/>
                <a:gd name="connsiteY7" fmla="*/ -30 h 207236"/>
                <a:gd name="connsiteX8" fmla="*/ 4592 w 132687"/>
                <a:gd name="connsiteY8" fmla="*/ 64167 h 207236"/>
                <a:gd name="connsiteX9" fmla="*/ 8196 w 132687"/>
                <a:gd name="connsiteY9" fmla="*/ 114925 h 207236"/>
                <a:gd name="connsiteX10" fmla="*/ 41766 w 132687"/>
                <a:gd name="connsiteY10" fmla="*/ 152467 h 207236"/>
                <a:gd name="connsiteX11" fmla="*/ 82770 w 132687"/>
                <a:gd name="connsiteY11" fmla="*/ 190009 h 207236"/>
                <a:gd name="connsiteX12" fmla="*/ 101245 w 132687"/>
                <a:gd name="connsiteY12" fmla="*/ 202774 h 207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2687" h="207236">
                  <a:moveTo>
                    <a:pt x="101245" y="202774"/>
                  </a:moveTo>
                  <a:cubicBezTo>
                    <a:pt x="113637" y="209006"/>
                    <a:pt x="127079" y="210733"/>
                    <a:pt x="131285" y="193989"/>
                  </a:cubicBezTo>
                  <a:cubicBezTo>
                    <a:pt x="138795" y="164931"/>
                    <a:pt x="114162" y="140003"/>
                    <a:pt x="89755" y="129491"/>
                  </a:cubicBezTo>
                  <a:cubicBezTo>
                    <a:pt x="85174" y="127539"/>
                    <a:pt x="80442" y="125962"/>
                    <a:pt x="75936" y="124010"/>
                  </a:cubicBezTo>
                  <a:cubicBezTo>
                    <a:pt x="62997" y="118424"/>
                    <a:pt x="51454" y="110037"/>
                    <a:pt x="42141" y="99457"/>
                  </a:cubicBezTo>
                  <a:cubicBezTo>
                    <a:pt x="30576" y="86468"/>
                    <a:pt x="29600" y="79485"/>
                    <a:pt x="31402" y="63041"/>
                  </a:cubicBezTo>
                  <a:cubicBezTo>
                    <a:pt x="31853" y="58686"/>
                    <a:pt x="40639" y="4926"/>
                    <a:pt x="38912" y="4400"/>
                  </a:cubicBezTo>
                  <a:lnTo>
                    <a:pt x="22390" y="-30"/>
                  </a:lnTo>
                  <a:cubicBezTo>
                    <a:pt x="21940" y="-30"/>
                    <a:pt x="6619" y="58912"/>
                    <a:pt x="4592" y="64167"/>
                  </a:cubicBezTo>
                  <a:cubicBezTo>
                    <a:pt x="-2663" y="80641"/>
                    <a:pt x="-1311" y="99637"/>
                    <a:pt x="8196" y="114925"/>
                  </a:cubicBezTo>
                  <a:cubicBezTo>
                    <a:pt x="17411" y="129071"/>
                    <a:pt x="28729" y="141730"/>
                    <a:pt x="41766" y="152467"/>
                  </a:cubicBezTo>
                  <a:lnTo>
                    <a:pt x="82770" y="190009"/>
                  </a:lnTo>
                  <a:cubicBezTo>
                    <a:pt x="88365" y="195025"/>
                    <a:pt x="94576" y="199312"/>
                    <a:pt x="101245" y="202774"/>
                  </a:cubicBezTo>
                  <a:close/>
                </a:path>
              </a:pathLst>
            </a:custGeom>
            <a:solidFill>
              <a:srgbClr val="1F375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3" name="Content Placeholder 4">
              <a:extLst>
                <a:ext uri="{FF2B5EF4-FFF2-40B4-BE49-F238E27FC236}">
                  <a16:creationId xmlns:a16="http://schemas.microsoft.com/office/drawing/2014/main" id="{1C271264-3B30-BADE-EC9B-ABBA39F3B3FE}"/>
                </a:ext>
              </a:extLst>
            </p:cNvPr>
            <p:cNvSpPr/>
            <p:nvPr/>
          </p:nvSpPr>
          <p:spPr>
            <a:xfrm>
              <a:off x="7129356" y="3833296"/>
              <a:ext cx="91559" cy="43530"/>
            </a:xfrm>
            <a:custGeom>
              <a:avLst/>
              <a:gdLst>
                <a:gd name="connsiteX0" fmla="*/ 57380 w 91559"/>
                <a:gd name="connsiteY0" fmla="*/ 42677 h 43530"/>
                <a:gd name="connsiteX1" fmla="*/ 81637 w 91559"/>
                <a:gd name="connsiteY1" fmla="*/ 41475 h 43530"/>
                <a:gd name="connsiteX2" fmla="*/ 89673 w 91559"/>
                <a:gd name="connsiteY2" fmla="*/ 36970 h 43530"/>
                <a:gd name="connsiteX3" fmla="*/ 91400 w 91559"/>
                <a:gd name="connsiteY3" fmla="*/ 30438 h 43530"/>
                <a:gd name="connsiteX4" fmla="*/ 87045 w 91559"/>
                <a:gd name="connsiteY4" fmla="*/ 5510 h 43530"/>
                <a:gd name="connsiteX5" fmla="*/ 84266 w 91559"/>
                <a:gd name="connsiteY5" fmla="*/ 1530 h 43530"/>
                <a:gd name="connsiteX6" fmla="*/ 79685 w 91559"/>
                <a:gd name="connsiteY6" fmla="*/ 179 h 43530"/>
                <a:gd name="connsiteX7" fmla="*/ 34099 w 91559"/>
                <a:gd name="connsiteY7" fmla="*/ 1455 h 43530"/>
                <a:gd name="connsiteX8" fmla="*/ 10367 w 91559"/>
                <a:gd name="connsiteY8" fmla="*/ 2732 h 43530"/>
                <a:gd name="connsiteX9" fmla="*/ 6312 w 91559"/>
                <a:gd name="connsiteY9" fmla="*/ 2732 h 43530"/>
                <a:gd name="connsiteX10" fmla="*/ 2933 w 91559"/>
                <a:gd name="connsiteY10" fmla="*/ 6711 h 43530"/>
                <a:gd name="connsiteX11" fmla="*/ 604 w 91559"/>
                <a:gd name="connsiteY11" fmla="*/ 29762 h 43530"/>
                <a:gd name="connsiteX12" fmla="*/ 6688 w 91559"/>
                <a:gd name="connsiteY12" fmla="*/ 43277 h 43530"/>
                <a:gd name="connsiteX13" fmla="*/ 31696 w 91559"/>
                <a:gd name="connsiteY13" fmla="*/ 42301 h 43530"/>
                <a:gd name="connsiteX14" fmla="*/ 57380 w 91559"/>
                <a:gd name="connsiteY14" fmla="*/ 42677 h 43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1559" h="43530">
                  <a:moveTo>
                    <a:pt x="57380" y="42677"/>
                  </a:moveTo>
                  <a:cubicBezTo>
                    <a:pt x="65483" y="43292"/>
                    <a:pt x="73632" y="42887"/>
                    <a:pt x="81637" y="41475"/>
                  </a:cubicBezTo>
                  <a:cubicBezTo>
                    <a:pt x="84769" y="40980"/>
                    <a:pt x="87615" y="39380"/>
                    <a:pt x="89673" y="36970"/>
                  </a:cubicBezTo>
                  <a:cubicBezTo>
                    <a:pt x="90815" y="34980"/>
                    <a:pt x="91408" y="32728"/>
                    <a:pt x="91400" y="30438"/>
                  </a:cubicBezTo>
                  <a:cubicBezTo>
                    <a:pt x="92001" y="21901"/>
                    <a:pt x="90507" y="13341"/>
                    <a:pt x="87045" y="5510"/>
                  </a:cubicBezTo>
                  <a:cubicBezTo>
                    <a:pt x="86459" y="3978"/>
                    <a:pt x="85505" y="2611"/>
                    <a:pt x="84266" y="1530"/>
                  </a:cubicBezTo>
                  <a:cubicBezTo>
                    <a:pt x="82891" y="667"/>
                    <a:pt x="81307" y="201"/>
                    <a:pt x="79685" y="179"/>
                  </a:cubicBezTo>
                  <a:cubicBezTo>
                    <a:pt x="64477" y="-332"/>
                    <a:pt x="49254" y="96"/>
                    <a:pt x="34099" y="1455"/>
                  </a:cubicBezTo>
                  <a:cubicBezTo>
                    <a:pt x="26236" y="2551"/>
                    <a:pt x="18298" y="2979"/>
                    <a:pt x="10367" y="2732"/>
                  </a:cubicBezTo>
                  <a:cubicBezTo>
                    <a:pt x="9038" y="2394"/>
                    <a:pt x="7641" y="2394"/>
                    <a:pt x="6312" y="2732"/>
                  </a:cubicBezTo>
                  <a:cubicBezTo>
                    <a:pt x="4743" y="3610"/>
                    <a:pt x="3549" y="5022"/>
                    <a:pt x="2933" y="6711"/>
                  </a:cubicBezTo>
                  <a:cubicBezTo>
                    <a:pt x="64" y="14039"/>
                    <a:pt x="-740" y="22013"/>
                    <a:pt x="604" y="29762"/>
                  </a:cubicBezTo>
                  <a:cubicBezTo>
                    <a:pt x="1130" y="34492"/>
                    <a:pt x="604" y="42076"/>
                    <a:pt x="6688" y="43277"/>
                  </a:cubicBezTo>
                  <a:cubicBezTo>
                    <a:pt x="15039" y="43773"/>
                    <a:pt x="23412" y="43443"/>
                    <a:pt x="31696" y="42301"/>
                  </a:cubicBezTo>
                  <a:cubicBezTo>
                    <a:pt x="40257" y="42376"/>
                    <a:pt x="48818" y="42451"/>
                    <a:pt x="57380" y="42677"/>
                  </a:cubicBezTo>
                  <a:close/>
                </a:path>
              </a:pathLst>
            </a:custGeom>
            <a:solidFill>
              <a:srgbClr val="5959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4" name="Content Placeholder 4">
              <a:extLst>
                <a:ext uri="{FF2B5EF4-FFF2-40B4-BE49-F238E27FC236}">
                  <a16:creationId xmlns:a16="http://schemas.microsoft.com/office/drawing/2014/main" id="{A777BD20-408B-A800-1F63-122B8C978A23}"/>
                </a:ext>
              </a:extLst>
            </p:cNvPr>
            <p:cNvSpPr/>
            <p:nvPr/>
          </p:nvSpPr>
          <p:spPr>
            <a:xfrm>
              <a:off x="7132083" y="3834575"/>
              <a:ext cx="86028" cy="40901"/>
            </a:xfrm>
            <a:custGeom>
              <a:avLst/>
              <a:gdLst>
                <a:gd name="connsiteX0" fmla="*/ 54203 w 86028"/>
                <a:gd name="connsiteY0" fmla="*/ 40046 h 40901"/>
                <a:gd name="connsiteX1" fmla="*/ 76733 w 86028"/>
                <a:gd name="connsiteY1" fmla="*/ 38845 h 40901"/>
                <a:gd name="connsiteX2" fmla="*/ 84243 w 86028"/>
                <a:gd name="connsiteY2" fmla="*/ 34640 h 40901"/>
                <a:gd name="connsiteX3" fmla="*/ 85895 w 86028"/>
                <a:gd name="connsiteY3" fmla="*/ 28483 h 40901"/>
                <a:gd name="connsiteX4" fmla="*/ 81765 w 86028"/>
                <a:gd name="connsiteY4" fmla="*/ 5132 h 40901"/>
                <a:gd name="connsiteX5" fmla="*/ 79212 w 86028"/>
                <a:gd name="connsiteY5" fmla="*/ 1453 h 40901"/>
                <a:gd name="connsiteX6" fmla="*/ 74856 w 86028"/>
                <a:gd name="connsiteY6" fmla="*/ 176 h 40901"/>
                <a:gd name="connsiteX7" fmla="*/ 32199 w 86028"/>
                <a:gd name="connsiteY7" fmla="*/ 1378 h 40901"/>
                <a:gd name="connsiteX8" fmla="*/ 9669 w 86028"/>
                <a:gd name="connsiteY8" fmla="*/ 2579 h 40901"/>
                <a:gd name="connsiteX9" fmla="*/ 5914 w 86028"/>
                <a:gd name="connsiteY9" fmla="*/ 2579 h 40901"/>
                <a:gd name="connsiteX10" fmla="*/ 2760 w 86028"/>
                <a:gd name="connsiteY10" fmla="*/ 6333 h 40901"/>
                <a:gd name="connsiteX11" fmla="*/ 506 w 86028"/>
                <a:gd name="connsiteY11" fmla="*/ 27958 h 40901"/>
                <a:gd name="connsiteX12" fmla="*/ 6214 w 86028"/>
                <a:gd name="connsiteY12" fmla="*/ 40647 h 40901"/>
                <a:gd name="connsiteX13" fmla="*/ 29720 w 86028"/>
                <a:gd name="connsiteY13" fmla="*/ 39746 h 40901"/>
                <a:gd name="connsiteX14" fmla="*/ 54203 w 86028"/>
                <a:gd name="connsiteY14" fmla="*/ 40046 h 40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028" h="40901">
                  <a:moveTo>
                    <a:pt x="54203" y="40046"/>
                  </a:moveTo>
                  <a:cubicBezTo>
                    <a:pt x="61736" y="40572"/>
                    <a:pt x="69298" y="40174"/>
                    <a:pt x="76733" y="38845"/>
                  </a:cubicBezTo>
                  <a:cubicBezTo>
                    <a:pt x="79677" y="38432"/>
                    <a:pt x="82358" y="36930"/>
                    <a:pt x="84243" y="34640"/>
                  </a:cubicBezTo>
                  <a:cubicBezTo>
                    <a:pt x="85332" y="32770"/>
                    <a:pt x="85903" y="30645"/>
                    <a:pt x="85895" y="28483"/>
                  </a:cubicBezTo>
                  <a:cubicBezTo>
                    <a:pt x="86413" y="20479"/>
                    <a:pt x="84994" y="12475"/>
                    <a:pt x="81765" y="5132"/>
                  </a:cubicBezTo>
                  <a:cubicBezTo>
                    <a:pt x="81232" y="3713"/>
                    <a:pt x="80353" y="2444"/>
                    <a:pt x="79212" y="1453"/>
                  </a:cubicBezTo>
                  <a:cubicBezTo>
                    <a:pt x="77905" y="642"/>
                    <a:pt x="76395" y="199"/>
                    <a:pt x="74856" y="176"/>
                  </a:cubicBezTo>
                  <a:cubicBezTo>
                    <a:pt x="60624" y="-319"/>
                    <a:pt x="46378" y="79"/>
                    <a:pt x="32199" y="1378"/>
                  </a:cubicBezTo>
                  <a:cubicBezTo>
                    <a:pt x="24734" y="2429"/>
                    <a:pt x="17201" y="2827"/>
                    <a:pt x="9669" y="2579"/>
                  </a:cubicBezTo>
                  <a:cubicBezTo>
                    <a:pt x="8437" y="2279"/>
                    <a:pt x="7146" y="2279"/>
                    <a:pt x="5914" y="2579"/>
                  </a:cubicBezTo>
                  <a:cubicBezTo>
                    <a:pt x="4472" y="3442"/>
                    <a:pt x="3360" y="4764"/>
                    <a:pt x="2760" y="6333"/>
                  </a:cubicBezTo>
                  <a:cubicBezTo>
                    <a:pt x="101" y="13211"/>
                    <a:pt x="-672" y="20674"/>
                    <a:pt x="506" y="27958"/>
                  </a:cubicBezTo>
                  <a:cubicBezTo>
                    <a:pt x="1107" y="32463"/>
                    <a:pt x="957" y="39520"/>
                    <a:pt x="6214" y="40647"/>
                  </a:cubicBezTo>
                  <a:cubicBezTo>
                    <a:pt x="14062" y="41135"/>
                    <a:pt x="21933" y="40827"/>
                    <a:pt x="29720" y="39746"/>
                  </a:cubicBezTo>
                  <a:cubicBezTo>
                    <a:pt x="37907" y="40046"/>
                    <a:pt x="45942" y="40046"/>
                    <a:pt x="54203" y="40046"/>
                  </a:cubicBezTo>
                  <a:close/>
                </a:path>
              </a:pathLst>
            </a:custGeom>
            <a:solidFill>
              <a:srgbClr val="4A4A4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5" name="Content Placeholder 4">
              <a:extLst>
                <a:ext uri="{FF2B5EF4-FFF2-40B4-BE49-F238E27FC236}">
                  <a16:creationId xmlns:a16="http://schemas.microsoft.com/office/drawing/2014/main" id="{9DD3A168-A81C-00CC-7A19-540071B3CB4C}"/>
                </a:ext>
              </a:extLst>
            </p:cNvPr>
            <p:cNvSpPr/>
            <p:nvPr/>
          </p:nvSpPr>
          <p:spPr>
            <a:xfrm>
              <a:off x="7136604" y="3836119"/>
              <a:ext cx="77450" cy="36757"/>
            </a:xfrm>
            <a:custGeom>
              <a:avLst/>
              <a:gdLst>
                <a:gd name="connsiteX0" fmla="*/ 11231 w 77450"/>
                <a:gd name="connsiteY0" fmla="*/ 2236 h 36757"/>
                <a:gd name="connsiteX1" fmla="*/ 236 w 77450"/>
                <a:gd name="connsiteY1" fmla="*/ 8881 h 36757"/>
                <a:gd name="connsiteX2" fmla="*/ 191 w 77450"/>
                <a:gd name="connsiteY2" fmla="*/ 13048 h 36757"/>
                <a:gd name="connsiteX3" fmla="*/ 191 w 77450"/>
                <a:gd name="connsiteY3" fmla="*/ 26714 h 36757"/>
                <a:gd name="connsiteX4" fmla="*/ 1242 w 77450"/>
                <a:gd name="connsiteY4" fmla="*/ 32721 h 36757"/>
                <a:gd name="connsiteX5" fmla="*/ 6725 w 77450"/>
                <a:gd name="connsiteY5" fmla="*/ 36475 h 36757"/>
                <a:gd name="connsiteX6" fmla="*/ 13634 w 77450"/>
                <a:gd name="connsiteY6" fmla="*/ 36475 h 36757"/>
                <a:gd name="connsiteX7" fmla="*/ 25124 w 77450"/>
                <a:gd name="connsiteY7" fmla="*/ 35799 h 36757"/>
                <a:gd name="connsiteX8" fmla="*/ 32634 w 77450"/>
                <a:gd name="connsiteY8" fmla="*/ 32570 h 36757"/>
                <a:gd name="connsiteX9" fmla="*/ 34587 w 77450"/>
                <a:gd name="connsiteY9" fmla="*/ 26488 h 36757"/>
                <a:gd name="connsiteX10" fmla="*/ 40595 w 77450"/>
                <a:gd name="connsiteY10" fmla="*/ 24311 h 36757"/>
                <a:gd name="connsiteX11" fmla="*/ 41796 w 77450"/>
                <a:gd name="connsiteY11" fmla="*/ 30918 h 36757"/>
                <a:gd name="connsiteX12" fmla="*/ 46002 w 77450"/>
                <a:gd name="connsiteY12" fmla="*/ 34447 h 36757"/>
                <a:gd name="connsiteX13" fmla="*/ 51710 w 77450"/>
                <a:gd name="connsiteY13" fmla="*/ 35198 h 36757"/>
                <a:gd name="connsiteX14" fmla="*/ 68157 w 77450"/>
                <a:gd name="connsiteY14" fmla="*/ 34673 h 36757"/>
                <a:gd name="connsiteX15" fmla="*/ 75667 w 77450"/>
                <a:gd name="connsiteY15" fmla="*/ 31744 h 36757"/>
                <a:gd name="connsiteX16" fmla="*/ 76793 w 77450"/>
                <a:gd name="connsiteY16" fmla="*/ 27389 h 36757"/>
                <a:gd name="connsiteX17" fmla="*/ 76192 w 77450"/>
                <a:gd name="connsiteY17" fmla="*/ 5615 h 36757"/>
                <a:gd name="connsiteX18" fmla="*/ 74315 w 77450"/>
                <a:gd name="connsiteY18" fmla="*/ 1861 h 36757"/>
                <a:gd name="connsiteX19" fmla="*/ 68306 w 77450"/>
                <a:gd name="connsiteY19" fmla="*/ 59 h 36757"/>
                <a:gd name="connsiteX20" fmla="*/ 11231 w 77450"/>
                <a:gd name="connsiteY20" fmla="*/ 2236 h 36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77450" h="36757">
                  <a:moveTo>
                    <a:pt x="11231" y="2236"/>
                  </a:moveTo>
                  <a:cubicBezTo>
                    <a:pt x="6357" y="1035"/>
                    <a:pt x="1438" y="4016"/>
                    <a:pt x="236" y="8881"/>
                  </a:cubicBezTo>
                  <a:cubicBezTo>
                    <a:pt x="-102" y="10248"/>
                    <a:pt x="-117" y="11674"/>
                    <a:pt x="191" y="13048"/>
                  </a:cubicBezTo>
                  <a:lnTo>
                    <a:pt x="191" y="26714"/>
                  </a:lnTo>
                  <a:cubicBezTo>
                    <a:pt x="3" y="28771"/>
                    <a:pt x="364" y="30844"/>
                    <a:pt x="1242" y="32721"/>
                  </a:cubicBezTo>
                  <a:cubicBezTo>
                    <a:pt x="2436" y="34710"/>
                    <a:pt x="4434" y="36084"/>
                    <a:pt x="6725" y="36475"/>
                  </a:cubicBezTo>
                  <a:cubicBezTo>
                    <a:pt x="9015" y="36813"/>
                    <a:pt x="11343" y="36813"/>
                    <a:pt x="13634" y="36475"/>
                  </a:cubicBezTo>
                  <a:lnTo>
                    <a:pt x="25124" y="35799"/>
                  </a:lnTo>
                  <a:cubicBezTo>
                    <a:pt x="27993" y="35934"/>
                    <a:pt x="30764" y="34748"/>
                    <a:pt x="32634" y="32570"/>
                  </a:cubicBezTo>
                  <a:cubicBezTo>
                    <a:pt x="33686" y="30693"/>
                    <a:pt x="33310" y="28216"/>
                    <a:pt x="34587" y="26488"/>
                  </a:cubicBezTo>
                  <a:cubicBezTo>
                    <a:pt x="36194" y="24957"/>
                    <a:pt x="38379" y="24168"/>
                    <a:pt x="40595" y="24311"/>
                  </a:cubicBezTo>
                  <a:cubicBezTo>
                    <a:pt x="41571" y="26338"/>
                    <a:pt x="40595" y="28816"/>
                    <a:pt x="41796" y="30918"/>
                  </a:cubicBezTo>
                  <a:cubicBezTo>
                    <a:pt x="42645" y="32630"/>
                    <a:pt x="44169" y="33907"/>
                    <a:pt x="46002" y="34447"/>
                  </a:cubicBezTo>
                  <a:cubicBezTo>
                    <a:pt x="47857" y="34966"/>
                    <a:pt x="49779" y="35221"/>
                    <a:pt x="51710" y="35198"/>
                  </a:cubicBezTo>
                  <a:cubicBezTo>
                    <a:pt x="57192" y="35198"/>
                    <a:pt x="62674" y="35198"/>
                    <a:pt x="68157" y="34673"/>
                  </a:cubicBezTo>
                  <a:cubicBezTo>
                    <a:pt x="70980" y="34898"/>
                    <a:pt x="73744" y="33817"/>
                    <a:pt x="75667" y="31744"/>
                  </a:cubicBezTo>
                  <a:cubicBezTo>
                    <a:pt x="76380" y="30400"/>
                    <a:pt x="76770" y="28906"/>
                    <a:pt x="76793" y="27389"/>
                  </a:cubicBezTo>
                  <a:cubicBezTo>
                    <a:pt x="77799" y="20151"/>
                    <a:pt x="77596" y="12793"/>
                    <a:pt x="76192" y="5615"/>
                  </a:cubicBezTo>
                  <a:cubicBezTo>
                    <a:pt x="75937" y="4211"/>
                    <a:pt x="75283" y="2912"/>
                    <a:pt x="74315" y="1861"/>
                  </a:cubicBezTo>
                  <a:cubicBezTo>
                    <a:pt x="72602" y="539"/>
                    <a:pt x="70462" y="-99"/>
                    <a:pt x="68306" y="59"/>
                  </a:cubicBezTo>
                  <a:cubicBezTo>
                    <a:pt x="49081" y="-392"/>
                    <a:pt x="30306" y="960"/>
                    <a:pt x="11231" y="2236"/>
                  </a:cubicBezTo>
                  <a:close/>
                </a:path>
              </a:pathLst>
            </a:custGeom>
            <a:solidFill>
              <a:srgbClr val="70707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6" name="Content Placeholder 4">
              <a:extLst>
                <a:ext uri="{FF2B5EF4-FFF2-40B4-BE49-F238E27FC236}">
                  <a16:creationId xmlns:a16="http://schemas.microsoft.com/office/drawing/2014/main" id="{CF0641DB-3EE5-7583-A0CA-556C5DDB91CC}"/>
                </a:ext>
              </a:extLst>
            </p:cNvPr>
            <p:cNvSpPr/>
            <p:nvPr/>
          </p:nvSpPr>
          <p:spPr>
            <a:xfrm>
              <a:off x="6972079" y="3737546"/>
              <a:ext cx="8612" cy="6768"/>
            </a:xfrm>
            <a:custGeom>
              <a:avLst/>
              <a:gdLst>
                <a:gd name="connsiteX0" fmla="*/ 21 w 8612"/>
                <a:gd name="connsiteY0" fmla="*/ 4926 h 6768"/>
                <a:gd name="connsiteX1" fmla="*/ 21 w 8612"/>
                <a:gd name="connsiteY1" fmla="*/ 4250 h 6768"/>
                <a:gd name="connsiteX2" fmla="*/ 472 w 8612"/>
                <a:gd name="connsiteY2" fmla="*/ 3349 h 6768"/>
                <a:gd name="connsiteX3" fmla="*/ 6030 w 8612"/>
                <a:gd name="connsiteY3" fmla="*/ -30 h 6768"/>
                <a:gd name="connsiteX4" fmla="*/ 6480 w 8612"/>
                <a:gd name="connsiteY4" fmla="*/ -30 h 6768"/>
                <a:gd name="connsiteX5" fmla="*/ 7081 w 8612"/>
                <a:gd name="connsiteY5" fmla="*/ 421 h 6768"/>
                <a:gd name="connsiteX6" fmla="*/ 8583 w 8612"/>
                <a:gd name="connsiteY6" fmla="*/ 2673 h 6768"/>
                <a:gd name="connsiteX7" fmla="*/ 8583 w 8612"/>
                <a:gd name="connsiteY7" fmla="*/ 3049 h 6768"/>
                <a:gd name="connsiteX8" fmla="*/ 8583 w 8612"/>
                <a:gd name="connsiteY8" fmla="*/ 3049 h 6768"/>
                <a:gd name="connsiteX9" fmla="*/ 3626 w 8612"/>
                <a:gd name="connsiteY9" fmla="*/ 6052 h 6768"/>
                <a:gd name="connsiteX10" fmla="*/ 1824 w 8612"/>
                <a:gd name="connsiteY10" fmla="*/ 6653 h 6768"/>
                <a:gd name="connsiteX11" fmla="*/ 21 w 8612"/>
                <a:gd name="connsiteY11" fmla="*/ 4926 h 6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612" h="6768">
                  <a:moveTo>
                    <a:pt x="21" y="4926"/>
                  </a:moveTo>
                  <a:cubicBezTo>
                    <a:pt x="-46" y="4708"/>
                    <a:pt x="-46" y="4468"/>
                    <a:pt x="21" y="4250"/>
                  </a:cubicBezTo>
                  <a:cubicBezTo>
                    <a:pt x="44" y="3897"/>
                    <a:pt x="202" y="3574"/>
                    <a:pt x="472" y="3349"/>
                  </a:cubicBezTo>
                  <a:cubicBezTo>
                    <a:pt x="2034" y="1802"/>
                    <a:pt x="3942" y="646"/>
                    <a:pt x="6030" y="-30"/>
                  </a:cubicBezTo>
                  <a:lnTo>
                    <a:pt x="6480" y="-30"/>
                  </a:lnTo>
                  <a:cubicBezTo>
                    <a:pt x="6480" y="-30"/>
                    <a:pt x="6931" y="-30"/>
                    <a:pt x="7081" y="421"/>
                  </a:cubicBezTo>
                  <a:lnTo>
                    <a:pt x="8583" y="2673"/>
                  </a:lnTo>
                  <a:cubicBezTo>
                    <a:pt x="8583" y="2673"/>
                    <a:pt x="8583" y="2673"/>
                    <a:pt x="8583" y="3049"/>
                  </a:cubicBezTo>
                  <a:cubicBezTo>
                    <a:pt x="8583" y="3424"/>
                    <a:pt x="8583" y="3049"/>
                    <a:pt x="8583" y="3049"/>
                  </a:cubicBezTo>
                  <a:cubicBezTo>
                    <a:pt x="6863" y="3935"/>
                    <a:pt x="5203" y="4933"/>
                    <a:pt x="3626" y="6052"/>
                  </a:cubicBezTo>
                  <a:cubicBezTo>
                    <a:pt x="3101" y="6052"/>
                    <a:pt x="2500" y="7028"/>
                    <a:pt x="1824" y="6653"/>
                  </a:cubicBezTo>
                  <a:cubicBezTo>
                    <a:pt x="1148" y="6277"/>
                    <a:pt x="397" y="5452"/>
                    <a:pt x="21" y="4926"/>
                  </a:cubicBezTo>
                  <a:close/>
                </a:path>
              </a:pathLst>
            </a:custGeom>
            <a:solidFill>
              <a:srgbClr val="48484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7" name="Content Placeholder 4">
              <a:extLst>
                <a:ext uri="{FF2B5EF4-FFF2-40B4-BE49-F238E27FC236}">
                  <a16:creationId xmlns:a16="http://schemas.microsoft.com/office/drawing/2014/main" id="{28262181-CB14-C73E-327D-FD24F32AC656}"/>
                </a:ext>
              </a:extLst>
            </p:cNvPr>
            <p:cNvSpPr/>
            <p:nvPr/>
          </p:nvSpPr>
          <p:spPr>
            <a:xfrm>
              <a:off x="7010108" y="3724782"/>
              <a:ext cx="8583" cy="6739"/>
            </a:xfrm>
            <a:custGeom>
              <a:avLst/>
              <a:gdLst>
                <a:gd name="connsiteX0" fmla="*/ -7 w 8583"/>
                <a:gd name="connsiteY0" fmla="*/ 4926 h 6739"/>
                <a:gd name="connsiteX1" fmla="*/ -7 w 8583"/>
                <a:gd name="connsiteY1" fmla="*/ 4250 h 6739"/>
                <a:gd name="connsiteX2" fmla="*/ 444 w 8583"/>
                <a:gd name="connsiteY2" fmla="*/ 3349 h 6739"/>
                <a:gd name="connsiteX3" fmla="*/ 6001 w 8583"/>
                <a:gd name="connsiteY3" fmla="*/ -30 h 6739"/>
                <a:gd name="connsiteX4" fmla="*/ 6452 w 8583"/>
                <a:gd name="connsiteY4" fmla="*/ -30 h 6739"/>
                <a:gd name="connsiteX5" fmla="*/ 7053 w 8583"/>
                <a:gd name="connsiteY5" fmla="*/ 421 h 6739"/>
                <a:gd name="connsiteX6" fmla="*/ 8555 w 8583"/>
                <a:gd name="connsiteY6" fmla="*/ 2673 h 6739"/>
                <a:gd name="connsiteX7" fmla="*/ 8555 w 8583"/>
                <a:gd name="connsiteY7" fmla="*/ 3049 h 6739"/>
                <a:gd name="connsiteX8" fmla="*/ 8555 w 8583"/>
                <a:gd name="connsiteY8" fmla="*/ 3049 h 6739"/>
                <a:gd name="connsiteX9" fmla="*/ 3598 w 8583"/>
                <a:gd name="connsiteY9" fmla="*/ 5977 h 6739"/>
                <a:gd name="connsiteX10" fmla="*/ 1796 w 8583"/>
                <a:gd name="connsiteY10" fmla="*/ 6653 h 6739"/>
                <a:gd name="connsiteX11" fmla="*/ -7 w 8583"/>
                <a:gd name="connsiteY11" fmla="*/ 4926 h 6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583" h="6739">
                  <a:moveTo>
                    <a:pt x="-7" y="4926"/>
                  </a:moveTo>
                  <a:cubicBezTo>
                    <a:pt x="-37" y="4701"/>
                    <a:pt x="-37" y="4475"/>
                    <a:pt x="-7" y="4250"/>
                  </a:cubicBezTo>
                  <a:cubicBezTo>
                    <a:pt x="38" y="3905"/>
                    <a:pt x="196" y="3589"/>
                    <a:pt x="444" y="3349"/>
                  </a:cubicBezTo>
                  <a:cubicBezTo>
                    <a:pt x="2006" y="1802"/>
                    <a:pt x="3914" y="646"/>
                    <a:pt x="6001" y="-30"/>
                  </a:cubicBezTo>
                  <a:lnTo>
                    <a:pt x="6452" y="-30"/>
                  </a:lnTo>
                  <a:cubicBezTo>
                    <a:pt x="6692" y="60"/>
                    <a:pt x="6903" y="210"/>
                    <a:pt x="7053" y="421"/>
                  </a:cubicBezTo>
                  <a:cubicBezTo>
                    <a:pt x="7609" y="1134"/>
                    <a:pt x="8104" y="1892"/>
                    <a:pt x="8555" y="2673"/>
                  </a:cubicBezTo>
                  <a:cubicBezTo>
                    <a:pt x="8555" y="2673"/>
                    <a:pt x="8555" y="2673"/>
                    <a:pt x="8555" y="3049"/>
                  </a:cubicBezTo>
                  <a:lnTo>
                    <a:pt x="8555" y="3049"/>
                  </a:lnTo>
                  <a:cubicBezTo>
                    <a:pt x="6820" y="3882"/>
                    <a:pt x="5160" y="4858"/>
                    <a:pt x="3598" y="5977"/>
                  </a:cubicBezTo>
                  <a:cubicBezTo>
                    <a:pt x="3072" y="5977"/>
                    <a:pt x="2472" y="6953"/>
                    <a:pt x="1796" y="6653"/>
                  </a:cubicBezTo>
                  <a:cubicBezTo>
                    <a:pt x="1120" y="6352"/>
                    <a:pt x="369" y="5451"/>
                    <a:pt x="-7" y="4926"/>
                  </a:cubicBezTo>
                  <a:close/>
                </a:path>
              </a:pathLst>
            </a:custGeom>
            <a:solidFill>
              <a:srgbClr val="48484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8" name="Content Placeholder 4">
              <a:extLst>
                <a:ext uri="{FF2B5EF4-FFF2-40B4-BE49-F238E27FC236}">
                  <a16:creationId xmlns:a16="http://schemas.microsoft.com/office/drawing/2014/main" id="{A36BE5B2-2054-93EB-155B-66B486D2E04D}"/>
                </a:ext>
              </a:extLst>
            </p:cNvPr>
            <p:cNvSpPr/>
            <p:nvPr/>
          </p:nvSpPr>
          <p:spPr>
            <a:xfrm>
              <a:off x="6960124" y="3725608"/>
              <a:ext cx="94099" cy="65751"/>
            </a:xfrm>
            <a:custGeom>
              <a:avLst/>
              <a:gdLst>
                <a:gd name="connsiteX0" fmla="*/ 15882 w 94099"/>
                <a:gd name="connsiteY0" fmla="*/ 15663 h 65751"/>
                <a:gd name="connsiteX1" fmla="*/ 9573 w 94099"/>
                <a:gd name="connsiteY1" fmla="*/ 24974 h 65751"/>
                <a:gd name="connsiteX2" fmla="*/ 3716 w 94099"/>
                <a:gd name="connsiteY2" fmla="*/ 36612 h 65751"/>
                <a:gd name="connsiteX3" fmla="*/ 186 w 94099"/>
                <a:gd name="connsiteY3" fmla="*/ 44946 h 65751"/>
                <a:gd name="connsiteX4" fmla="*/ 5818 w 94099"/>
                <a:gd name="connsiteY4" fmla="*/ 60488 h 65751"/>
                <a:gd name="connsiteX5" fmla="*/ 21815 w 94099"/>
                <a:gd name="connsiteY5" fmla="*/ 65669 h 65751"/>
                <a:gd name="connsiteX6" fmla="*/ 38862 w 94099"/>
                <a:gd name="connsiteY6" fmla="*/ 58536 h 65751"/>
                <a:gd name="connsiteX7" fmla="*/ 50803 w 94099"/>
                <a:gd name="connsiteY7" fmla="*/ 45321 h 65751"/>
                <a:gd name="connsiteX8" fmla="*/ 83697 w 94099"/>
                <a:gd name="connsiteY8" fmla="*/ 42843 h 65751"/>
                <a:gd name="connsiteX9" fmla="*/ 91207 w 94099"/>
                <a:gd name="connsiteY9" fmla="*/ 39315 h 65751"/>
                <a:gd name="connsiteX10" fmla="*/ 93911 w 94099"/>
                <a:gd name="connsiteY10" fmla="*/ 32782 h 65751"/>
                <a:gd name="connsiteX11" fmla="*/ 93010 w 94099"/>
                <a:gd name="connsiteY11" fmla="*/ 23922 h 65751"/>
                <a:gd name="connsiteX12" fmla="*/ 77990 w 94099"/>
                <a:gd name="connsiteY12" fmla="*/ 6953 h 65751"/>
                <a:gd name="connsiteX13" fmla="*/ 64922 w 94099"/>
                <a:gd name="connsiteY13" fmla="*/ -30 h 65751"/>
                <a:gd name="connsiteX14" fmla="*/ 51179 w 94099"/>
                <a:gd name="connsiteY14" fmla="*/ 4701 h 65751"/>
                <a:gd name="connsiteX15" fmla="*/ 34206 w 94099"/>
                <a:gd name="connsiteY15" fmla="*/ 12209 h 65751"/>
                <a:gd name="connsiteX16" fmla="*/ 15882 w 94099"/>
                <a:gd name="connsiteY16" fmla="*/ 15663 h 6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4099" h="65751">
                  <a:moveTo>
                    <a:pt x="15882" y="15663"/>
                  </a:moveTo>
                  <a:cubicBezTo>
                    <a:pt x="12825" y="18006"/>
                    <a:pt x="10617" y="21272"/>
                    <a:pt x="9573" y="24974"/>
                  </a:cubicBezTo>
                  <a:cubicBezTo>
                    <a:pt x="8094" y="29073"/>
                    <a:pt x="6126" y="32977"/>
                    <a:pt x="3716" y="36612"/>
                  </a:cubicBezTo>
                  <a:cubicBezTo>
                    <a:pt x="2093" y="39180"/>
                    <a:pt x="907" y="41995"/>
                    <a:pt x="186" y="44946"/>
                  </a:cubicBezTo>
                  <a:cubicBezTo>
                    <a:pt x="-745" y="50750"/>
                    <a:pt x="1388" y="56622"/>
                    <a:pt x="5818" y="60488"/>
                  </a:cubicBezTo>
                  <a:cubicBezTo>
                    <a:pt x="10280" y="64213"/>
                    <a:pt x="16017" y="66067"/>
                    <a:pt x="21815" y="65669"/>
                  </a:cubicBezTo>
                  <a:cubicBezTo>
                    <a:pt x="28206" y="65594"/>
                    <a:pt x="34319" y="63034"/>
                    <a:pt x="38862" y="58536"/>
                  </a:cubicBezTo>
                  <a:cubicBezTo>
                    <a:pt x="42084" y="53506"/>
                    <a:pt x="46124" y="49038"/>
                    <a:pt x="50803" y="45321"/>
                  </a:cubicBezTo>
                  <a:cubicBezTo>
                    <a:pt x="61467" y="38188"/>
                    <a:pt x="72282" y="45321"/>
                    <a:pt x="83697" y="42843"/>
                  </a:cubicBezTo>
                  <a:cubicBezTo>
                    <a:pt x="86528" y="42551"/>
                    <a:pt x="89172" y="41304"/>
                    <a:pt x="91207" y="39315"/>
                  </a:cubicBezTo>
                  <a:cubicBezTo>
                    <a:pt x="92784" y="37483"/>
                    <a:pt x="93731" y="35192"/>
                    <a:pt x="93911" y="32782"/>
                  </a:cubicBezTo>
                  <a:cubicBezTo>
                    <a:pt x="94293" y="29801"/>
                    <a:pt x="93986" y="26768"/>
                    <a:pt x="93010" y="23922"/>
                  </a:cubicBezTo>
                  <a:cubicBezTo>
                    <a:pt x="89743" y="16939"/>
                    <a:pt x="84531" y="11045"/>
                    <a:pt x="77990" y="6953"/>
                  </a:cubicBezTo>
                  <a:cubicBezTo>
                    <a:pt x="74490" y="3296"/>
                    <a:pt x="69908" y="849"/>
                    <a:pt x="64922" y="-30"/>
                  </a:cubicBezTo>
                  <a:cubicBezTo>
                    <a:pt x="59981" y="181"/>
                    <a:pt x="55204" y="1825"/>
                    <a:pt x="51179" y="4701"/>
                  </a:cubicBezTo>
                  <a:cubicBezTo>
                    <a:pt x="46162" y="8455"/>
                    <a:pt x="40357" y="11015"/>
                    <a:pt x="34206" y="12209"/>
                  </a:cubicBezTo>
                  <a:cubicBezTo>
                    <a:pt x="27898" y="11646"/>
                    <a:pt x="21552" y="12840"/>
                    <a:pt x="15882" y="15663"/>
                  </a:cubicBezTo>
                  <a:close/>
                </a:path>
              </a:pathLst>
            </a:custGeom>
            <a:solidFill>
              <a:srgbClr val="43424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9" name="Content Placeholder 4">
              <a:extLst>
                <a:ext uri="{FF2B5EF4-FFF2-40B4-BE49-F238E27FC236}">
                  <a16:creationId xmlns:a16="http://schemas.microsoft.com/office/drawing/2014/main" id="{7CCF21AC-91D3-EAD0-6C5E-A1ACAFB349B9}"/>
                </a:ext>
              </a:extLst>
            </p:cNvPr>
            <p:cNvSpPr/>
            <p:nvPr/>
          </p:nvSpPr>
          <p:spPr>
            <a:xfrm>
              <a:off x="7019293" y="3738823"/>
              <a:ext cx="6151" cy="6010"/>
            </a:xfrm>
            <a:custGeom>
              <a:avLst/>
              <a:gdLst>
                <a:gd name="connsiteX0" fmla="*/ 3350 w 6151"/>
                <a:gd name="connsiteY0" fmla="*/ -30 h 6010"/>
                <a:gd name="connsiteX1" fmla="*/ -29 w 6151"/>
                <a:gd name="connsiteY1" fmla="*/ 2974 h 6010"/>
                <a:gd name="connsiteX2" fmla="*/ 3267 w 6151"/>
                <a:gd name="connsiteY2" fmla="*/ 5977 h 6010"/>
                <a:gd name="connsiteX3" fmla="*/ 3275 w 6151"/>
                <a:gd name="connsiteY3" fmla="*/ 5977 h 6010"/>
                <a:gd name="connsiteX4" fmla="*/ 6114 w 6151"/>
                <a:gd name="connsiteY4" fmla="*/ 2673 h 6010"/>
                <a:gd name="connsiteX5" fmla="*/ 4176 w 6151"/>
                <a:gd name="connsiteY5" fmla="*/ 45 h 6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51" h="6010">
                  <a:moveTo>
                    <a:pt x="3350" y="-30"/>
                  </a:moveTo>
                  <a:cubicBezTo>
                    <a:pt x="1660" y="53"/>
                    <a:pt x="249" y="1299"/>
                    <a:pt x="-29" y="2974"/>
                  </a:cubicBezTo>
                  <a:cubicBezTo>
                    <a:pt x="53" y="4716"/>
                    <a:pt x="1525" y="6060"/>
                    <a:pt x="3267" y="5977"/>
                  </a:cubicBezTo>
                  <a:cubicBezTo>
                    <a:pt x="3267" y="5977"/>
                    <a:pt x="3275" y="5977"/>
                    <a:pt x="3275" y="5977"/>
                  </a:cubicBezTo>
                  <a:cubicBezTo>
                    <a:pt x="4973" y="5849"/>
                    <a:pt x="6241" y="4370"/>
                    <a:pt x="6114" y="2673"/>
                  </a:cubicBezTo>
                  <a:cubicBezTo>
                    <a:pt x="6024" y="1502"/>
                    <a:pt x="5273" y="481"/>
                    <a:pt x="4176" y="45"/>
                  </a:cubicBezTo>
                  <a:close/>
                </a:path>
              </a:pathLst>
            </a:custGeom>
            <a:solidFill>
              <a:srgbClr val="98B99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0" name="Content Placeholder 4">
              <a:extLst>
                <a:ext uri="{FF2B5EF4-FFF2-40B4-BE49-F238E27FC236}">
                  <a16:creationId xmlns:a16="http://schemas.microsoft.com/office/drawing/2014/main" id="{E442041E-252E-58B1-87BB-9346D6975235}"/>
                </a:ext>
              </a:extLst>
            </p:cNvPr>
            <p:cNvSpPr/>
            <p:nvPr/>
          </p:nvSpPr>
          <p:spPr>
            <a:xfrm>
              <a:off x="7029807" y="3735809"/>
              <a:ext cx="6079" cy="5795"/>
            </a:xfrm>
            <a:custGeom>
              <a:avLst/>
              <a:gdLst>
                <a:gd name="connsiteX0" fmla="*/ 3426 w 6079"/>
                <a:gd name="connsiteY0" fmla="*/ -20 h 5795"/>
                <a:gd name="connsiteX1" fmla="*/ -29 w 6079"/>
                <a:gd name="connsiteY1" fmla="*/ 2833 h 5795"/>
                <a:gd name="connsiteX2" fmla="*/ 3275 w 6079"/>
                <a:gd name="connsiteY2" fmla="*/ 5762 h 5795"/>
                <a:gd name="connsiteX3" fmla="*/ 6047 w 6079"/>
                <a:gd name="connsiteY3" fmla="*/ 2683 h 5795"/>
                <a:gd name="connsiteX4" fmla="*/ 4552 w 6079"/>
                <a:gd name="connsiteY4" fmla="*/ 280 h 5795"/>
                <a:gd name="connsiteX5" fmla="*/ 3426 w 6079"/>
                <a:gd name="connsiteY5" fmla="*/ -20 h 57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079" h="5795">
                  <a:moveTo>
                    <a:pt x="3426" y="-20"/>
                  </a:moveTo>
                  <a:cubicBezTo>
                    <a:pt x="1691" y="-155"/>
                    <a:pt x="166" y="1106"/>
                    <a:pt x="-29" y="2833"/>
                  </a:cubicBezTo>
                  <a:cubicBezTo>
                    <a:pt x="91" y="4545"/>
                    <a:pt x="1563" y="5844"/>
                    <a:pt x="3275" y="5762"/>
                  </a:cubicBezTo>
                  <a:cubicBezTo>
                    <a:pt x="4890" y="5679"/>
                    <a:pt x="6129" y="4305"/>
                    <a:pt x="6047" y="2683"/>
                  </a:cubicBezTo>
                  <a:cubicBezTo>
                    <a:pt x="5994" y="1677"/>
                    <a:pt x="5431" y="768"/>
                    <a:pt x="4552" y="280"/>
                  </a:cubicBezTo>
                  <a:cubicBezTo>
                    <a:pt x="4214" y="78"/>
                    <a:pt x="3823" y="-27"/>
                    <a:pt x="3426" y="-20"/>
                  </a:cubicBezTo>
                  <a:close/>
                </a:path>
              </a:pathLst>
            </a:custGeom>
            <a:solidFill>
              <a:srgbClr val="AA6A6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1" name="Content Placeholder 4">
              <a:extLst>
                <a:ext uri="{FF2B5EF4-FFF2-40B4-BE49-F238E27FC236}">
                  <a16:creationId xmlns:a16="http://schemas.microsoft.com/office/drawing/2014/main" id="{90BD88B5-BFC3-5A35-824C-D566762386B3}"/>
                </a:ext>
              </a:extLst>
            </p:cNvPr>
            <p:cNvSpPr/>
            <p:nvPr/>
          </p:nvSpPr>
          <p:spPr>
            <a:xfrm>
              <a:off x="6972494" y="3753846"/>
              <a:ext cx="18511" cy="17641"/>
            </a:xfrm>
            <a:custGeom>
              <a:avLst/>
              <a:gdLst>
                <a:gd name="connsiteX0" fmla="*/ 4639 w 18511"/>
                <a:gd name="connsiteY0" fmla="*/ 1315 h 17641"/>
                <a:gd name="connsiteX1" fmla="*/ -17 w 18511"/>
                <a:gd name="connsiteY1" fmla="*/ 8823 h 17641"/>
                <a:gd name="connsiteX2" fmla="*/ 3738 w 18511"/>
                <a:gd name="connsiteY2" fmla="*/ 16332 h 17641"/>
                <a:gd name="connsiteX3" fmla="*/ 8844 w 18511"/>
                <a:gd name="connsiteY3" fmla="*/ 17608 h 17641"/>
                <a:gd name="connsiteX4" fmla="*/ 12074 w 18511"/>
                <a:gd name="connsiteY4" fmla="*/ 17233 h 17641"/>
                <a:gd name="connsiteX5" fmla="*/ 18457 w 18511"/>
                <a:gd name="connsiteY5" fmla="*/ 9724 h 17641"/>
                <a:gd name="connsiteX6" fmla="*/ 10061 w 18511"/>
                <a:gd name="connsiteY6" fmla="*/ -7 h 17641"/>
                <a:gd name="connsiteX7" fmla="*/ 4639 w 18511"/>
                <a:gd name="connsiteY7" fmla="*/ 1315 h 17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511" h="17641">
                  <a:moveTo>
                    <a:pt x="4639" y="1315"/>
                  </a:moveTo>
                  <a:cubicBezTo>
                    <a:pt x="1905" y="2854"/>
                    <a:pt x="148" y="5685"/>
                    <a:pt x="-17" y="8823"/>
                  </a:cubicBezTo>
                  <a:cubicBezTo>
                    <a:pt x="-175" y="11812"/>
                    <a:pt x="1251" y="14665"/>
                    <a:pt x="3738" y="16332"/>
                  </a:cubicBezTo>
                  <a:cubicBezTo>
                    <a:pt x="5292" y="17210"/>
                    <a:pt x="7057" y="17653"/>
                    <a:pt x="8844" y="17608"/>
                  </a:cubicBezTo>
                  <a:cubicBezTo>
                    <a:pt x="9933" y="17631"/>
                    <a:pt x="11022" y="17503"/>
                    <a:pt x="12074" y="17233"/>
                  </a:cubicBezTo>
                  <a:cubicBezTo>
                    <a:pt x="15513" y="16234"/>
                    <a:pt x="18029" y="13283"/>
                    <a:pt x="18457" y="9724"/>
                  </a:cubicBezTo>
                  <a:cubicBezTo>
                    <a:pt x="18825" y="4724"/>
                    <a:pt x="15070" y="361"/>
                    <a:pt x="10061" y="-7"/>
                  </a:cubicBezTo>
                  <a:cubicBezTo>
                    <a:pt x="8161" y="-142"/>
                    <a:pt x="6261" y="316"/>
                    <a:pt x="4639" y="1315"/>
                  </a:cubicBezTo>
                  <a:close/>
                </a:path>
              </a:pathLst>
            </a:custGeom>
            <a:solidFill>
              <a:srgbClr val="50515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2" name="Content Placeholder 4">
              <a:extLst>
                <a:ext uri="{FF2B5EF4-FFF2-40B4-BE49-F238E27FC236}">
                  <a16:creationId xmlns:a16="http://schemas.microsoft.com/office/drawing/2014/main" id="{72AF7352-477B-06AE-97A6-92121917F6D7}"/>
                </a:ext>
              </a:extLst>
            </p:cNvPr>
            <p:cNvSpPr/>
            <p:nvPr/>
          </p:nvSpPr>
          <p:spPr>
            <a:xfrm>
              <a:off x="6972674" y="3754280"/>
              <a:ext cx="18286" cy="17354"/>
            </a:xfrm>
            <a:custGeom>
              <a:avLst/>
              <a:gdLst>
                <a:gd name="connsiteX0" fmla="*/ 5960 w 18286"/>
                <a:gd name="connsiteY0" fmla="*/ 7714 h 17354"/>
                <a:gd name="connsiteX1" fmla="*/ 553 w 18286"/>
                <a:gd name="connsiteY1" fmla="*/ 9516 h 17354"/>
                <a:gd name="connsiteX2" fmla="*/ 27 w 18286"/>
                <a:gd name="connsiteY2" fmla="*/ 9891 h 17354"/>
                <a:gd name="connsiteX3" fmla="*/ 27 w 18286"/>
                <a:gd name="connsiteY3" fmla="*/ 10642 h 17354"/>
                <a:gd name="connsiteX4" fmla="*/ 1154 w 18286"/>
                <a:gd name="connsiteY4" fmla="*/ 14471 h 17354"/>
                <a:gd name="connsiteX5" fmla="*/ 6711 w 18286"/>
                <a:gd name="connsiteY5" fmla="*/ 13045 h 17354"/>
                <a:gd name="connsiteX6" fmla="*/ 8438 w 18286"/>
                <a:gd name="connsiteY6" fmla="*/ 17325 h 17354"/>
                <a:gd name="connsiteX7" fmla="*/ 13545 w 18286"/>
                <a:gd name="connsiteY7" fmla="*/ 15823 h 17354"/>
                <a:gd name="connsiteX8" fmla="*/ 12268 w 18286"/>
                <a:gd name="connsiteY8" fmla="*/ 10567 h 17354"/>
                <a:gd name="connsiteX9" fmla="*/ 16849 w 18286"/>
                <a:gd name="connsiteY9" fmla="*/ 9666 h 17354"/>
                <a:gd name="connsiteX10" fmla="*/ 18201 w 18286"/>
                <a:gd name="connsiteY10" fmla="*/ 8990 h 17354"/>
                <a:gd name="connsiteX11" fmla="*/ 18201 w 18286"/>
                <a:gd name="connsiteY11" fmla="*/ 7864 h 17354"/>
                <a:gd name="connsiteX12" fmla="*/ 17601 w 18286"/>
                <a:gd name="connsiteY12" fmla="*/ 4936 h 17354"/>
                <a:gd name="connsiteX13" fmla="*/ 17601 w 18286"/>
                <a:gd name="connsiteY13" fmla="*/ 4260 h 17354"/>
                <a:gd name="connsiteX14" fmla="*/ 16324 w 18286"/>
                <a:gd name="connsiteY14" fmla="*/ 4260 h 17354"/>
                <a:gd name="connsiteX15" fmla="*/ 10842 w 18286"/>
                <a:gd name="connsiteY15" fmla="*/ 5837 h 17354"/>
                <a:gd name="connsiteX16" fmla="*/ 9715 w 18286"/>
                <a:gd name="connsiteY16" fmla="*/ 1106 h 17354"/>
                <a:gd name="connsiteX17" fmla="*/ 4233 w 18286"/>
                <a:gd name="connsiteY17" fmla="*/ 1106 h 17354"/>
                <a:gd name="connsiteX18" fmla="*/ 5960 w 18286"/>
                <a:gd name="connsiteY18" fmla="*/ 7714 h 17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286" h="17354">
                  <a:moveTo>
                    <a:pt x="5960" y="7714"/>
                  </a:moveTo>
                  <a:cubicBezTo>
                    <a:pt x="4090" y="8082"/>
                    <a:pt x="2273" y="8690"/>
                    <a:pt x="553" y="9516"/>
                  </a:cubicBezTo>
                  <a:cubicBezTo>
                    <a:pt x="343" y="9576"/>
                    <a:pt x="155" y="9711"/>
                    <a:pt x="27" y="9891"/>
                  </a:cubicBezTo>
                  <a:cubicBezTo>
                    <a:pt x="-48" y="10139"/>
                    <a:pt x="-48" y="10394"/>
                    <a:pt x="27" y="10642"/>
                  </a:cubicBezTo>
                  <a:lnTo>
                    <a:pt x="1154" y="14471"/>
                  </a:lnTo>
                  <a:lnTo>
                    <a:pt x="6711" y="13045"/>
                  </a:lnTo>
                  <a:cubicBezTo>
                    <a:pt x="7131" y="14531"/>
                    <a:pt x="7710" y="15966"/>
                    <a:pt x="8438" y="17325"/>
                  </a:cubicBezTo>
                  <a:lnTo>
                    <a:pt x="13545" y="15823"/>
                  </a:lnTo>
                  <a:cubicBezTo>
                    <a:pt x="13260" y="14036"/>
                    <a:pt x="12832" y="12279"/>
                    <a:pt x="12268" y="10567"/>
                  </a:cubicBezTo>
                  <a:lnTo>
                    <a:pt x="16849" y="9666"/>
                  </a:lnTo>
                  <a:cubicBezTo>
                    <a:pt x="17375" y="9666"/>
                    <a:pt x="17976" y="9666"/>
                    <a:pt x="18201" y="8990"/>
                  </a:cubicBezTo>
                  <a:cubicBezTo>
                    <a:pt x="18276" y="8622"/>
                    <a:pt x="18276" y="8239"/>
                    <a:pt x="18201" y="7864"/>
                  </a:cubicBezTo>
                  <a:lnTo>
                    <a:pt x="17601" y="4936"/>
                  </a:lnTo>
                  <a:cubicBezTo>
                    <a:pt x="17698" y="4718"/>
                    <a:pt x="17698" y="4478"/>
                    <a:pt x="17601" y="4260"/>
                  </a:cubicBezTo>
                  <a:cubicBezTo>
                    <a:pt x="17202" y="4035"/>
                    <a:pt x="16722" y="4035"/>
                    <a:pt x="16324" y="4260"/>
                  </a:cubicBezTo>
                  <a:lnTo>
                    <a:pt x="10842" y="5837"/>
                  </a:lnTo>
                  <a:cubicBezTo>
                    <a:pt x="10729" y="4207"/>
                    <a:pt x="10346" y="2608"/>
                    <a:pt x="9715" y="1106"/>
                  </a:cubicBezTo>
                  <a:cubicBezTo>
                    <a:pt x="8213" y="-921"/>
                    <a:pt x="6410" y="205"/>
                    <a:pt x="4233" y="1106"/>
                  </a:cubicBezTo>
                  <a:cubicBezTo>
                    <a:pt x="4631" y="3351"/>
                    <a:pt x="5209" y="5559"/>
                    <a:pt x="5960" y="7714"/>
                  </a:cubicBezTo>
                  <a:close/>
                </a:path>
              </a:pathLst>
            </a:custGeom>
            <a:solidFill>
              <a:srgbClr val="7D7E7F">
                <a:alpha val="71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3" name="Content Placeholder 4">
              <a:extLst>
                <a:ext uri="{FF2B5EF4-FFF2-40B4-BE49-F238E27FC236}">
                  <a16:creationId xmlns:a16="http://schemas.microsoft.com/office/drawing/2014/main" id="{7E22254E-9C7D-84E6-529A-2103EA945470}"/>
                </a:ext>
              </a:extLst>
            </p:cNvPr>
            <p:cNvSpPr/>
            <p:nvPr/>
          </p:nvSpPr>
          <p:spPr>
            <a:xfrm>
              <a:off x="7004648" y="3755041"/>
              <a:ext cx="7134" cy="5030"/>
            </a:xfrm>
            <a:custGeom>
              <a:avLst/>
              <a:gdLst>
                <a:gd name="connsiteX0" fmla="*/ 7105 w 7134"/>
                <a:gd name="connsiteY0" fmla="*/ 2673 h 5030"/>
                <a:gd name="connsiteX1" fmla="*/ 6204 w 7134"/>
                <a:gd name="connsiteY1" fmla="*/ -30 h 5030"/>
                <a:gd name="connsiteX2" fmla="*/ -29 w 7134"/>
                <a:gd name="connsiteY2" fmla="*/ 2073 h 5030"/>
                <a:gd name="connsiteX3" fmla="*/ 1172 w 7134"/>
                <a:gd name="connsiteY3" fmla="*/ 5001 h 5030"/>
                <a:gd name="connsiteX4" fmla="*/ 3726 w 7134"/>
                <a:gd name="connsiteY4" fmla="*/ 4250 h 5030"/>
                <a:gd name="connsiteX5" fmla="*/ 7105 w 7134"/>
                <a:gd name="connsiteY5" fmla="*/ 2673 h 5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34" h="5030">
                  <a:moveTo>
                    <a:pt x="7105" y="2673"/>
                  </a:moveTo>
                  <a:cubicBezTo>
                    <a:pt x="6873" y="1750"/>
                    <a:pt x="6572" y="849"/>
                    <a:pt x="6204" y="-30"/>
                  </a:cubicBezTo>
                  <a:cubicBezTo>
                    <a:pt x="4056" y="436"/>
                    <a:pt x="1961" y="1134"/>
                    <a:pt x="-29" y="2073"/>
                  </a:cubicBezTo>
                  <a:cubicBezTo>
                    <a:pt x="181" y="3116"/>
                    <a:pt x="587" y="4107"/>
                    <a:pt x="1172" y="5001"/>
                  </a:cubicBezTo>
                  <a:cubicBezTo>
                    <a:pt x="1999" y="4671"/>
                    <a:pt x="2854" y="4423"/>
                    <a:pt x="3726" y="4250"/>
                  </a:cubicBezTo>
                  <a:cubicBezTo>
                    <a:pt x="4897" y="3830"/>
                    <a:pt x="6031" y="3304"/>
                    <a:pt x="7105" y="2673"/>
                  </a:cubicBezTo>
                  <a:close/>
                </a:path>
              </a:pathLst>
            </a:custGeom>
            <a:solidFill>
              <a:srgbClr val="7D7E7F">
                <a:alpha val="71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4" name="Content Placeholder 4">
              <a:extLst>
                <a:ext uri="{FF2B5EF4-FFF2-40B4-BE49-F238E27FC236}">
                  <a16:creationId xmlns:a16="http://schemas.microsoft.com/office/drawing/2014/main" id="{7FB7B68F-8012-D091-A04E-CEE7CFA3486C}"/>
                </a:ext>
              </a:extLst>
            </p:cNvPr>
            <p:cNvSpPr/>
            <p:nvPr/>
          </p:nvSpPr>
          <p:spPr>
            <a:xfrm>
              <a:off x="7013961" y="3752338"/>
              <a:ext cx="7134" cy="5030"/>
            </a:xfrm>
            <a:custGeom>
              <a:avLst/>
              <a:gdLst>
                <a:gd name="connsiteX0" fmla="*/ 7105 w 7134"/>
                <a:gd name="connsiteY0" fmla="*/ 2748 h 5030"/>
                <a:gd name="connsiteX1" fmla="*/ 6279 w 7134"/>
                <a:gd name="connsiteY1" fmla="*/ -30 h 5030"/>
                <a:gd name="connsiteX2" fmla="*/ -29 w 7134"/>
                <a:gd name="connsiteY2" fmla="*/ 2148 h 5030"/>
                <a:gd name="connsiteX3" fmla="*/ 1173 w 7134"/>
                <a:gd name="connsiteY3" fmla="*/ 5001 h 5030"/>
                <a:gd name="connsiteX4" fmla="*/ 3726 w 7134"/>
                <a:gd name="connsiteY4" fmla="*/ 4250 h 5030"/>
                <a:gd name="connsiteX5" fmla="*/ 7105 w 7134"/>
                <a:gd name="connsiteY5" fmla="*/ 2748 h 5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34" h="5030">
                  <a:moveTo>
                    <a:pt x="7105" y="2748"/>
                  </a:moveTo>
                  <a:cubicBezTo>
                    <a:pt x="7105" y="1772"/>
                    <a:pt x="6580" y="871"/>
                    <a:pt x="6279" y="-30"/>
                  </a:cubicBezTo>
                  <a:cubicBezTo>
                    <a:pt x="4101" y="466"/>
                    <a:pt x="1991" y="1202"/>
                    <a:pt x="-29" y="2148"/>
                  </a:cubicBezTo>
                  <a:cubicBezTo>
                    <a:pt x="226" y="3154"/>
                    <a:pt x="632" y="4115"/>
                    <a:pt x="1173" y="5001"/>
                  </a:cubicBezTo>
                  <a:cubicBezTo>
                    <a:pt x="1999" y="4625"/>
                    <a:pt x="2900" y="4551"/>
                    <a:pt x="3726" y="4250"/>
                  </a:cubicBezTo>
                  <a:cubicBezTo>
                    <a:pt x="4912" y="3905"/>
                    <a:pt x="6054" y="3402"/>
                    <a:pt x="7105" y="2748"/>
                  </a:cubicBezTo>
                  <a:close/>
                </a:path>
              </a:pathLst>
            </a:custGeom>
            <a:solidFill>
              <a:srgbClr val="7D7E7F">
                <a:alpha val="71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5" name="Content Placeholder 4">
              <a:extLst>
                <a:ext uri="{FF2B5EF4-FFF2-40B4-BE49-F238E27FC236}">
                  <a16:creationId xmlns:a16="http://schemas.microsoft.com/office/drawing/2014/main" id="{7916B288-5752-A439-EBB8-85885B119618}"/>
                </a:ext>
              </a:extLst>
            </p:cNvPr>
            <p:cNvSpPr/>
            <p:nvPr/>
          </p:nvSpPr>
          <p:spPr>
            <a:xfrm>
              <a:off x="6995711" y="3757594"/>
              <a:ext cx="7134" cy="5030"/>
            </a:xfrm>
            <a:custGeom>
              <a:avLst/>
              <a:gdLst>
                <a:gd name="connsiteX0" fmla="*/ 7105 w 7134"/>
                <a:gd name="connsiteY0" fmla="*/ 2748 h 5030"/>
                <a:gd name="connsiteX1" fmla="*/ 6204 w 7134"/>
                <a:gd name="connsiteY1" fmla="*/ -30 h 5030"/>
                <a:gd name="connsiteX2" fmla="*/ -29 w 7134"/>
                <a:gd name="connsiteY2" fmla="*/ 2148 h 5030"/>
                <a:gd name="connsiteX3" fmla="*/ 1173 w 7134"/>
                <a:gd name="connsiteY3" fmla="*/ 5001 h 5030"/>
                <a:gd name="connsiteX4" fmla="*/ 3726 w 7134"/>
                <a:gd name="connsiteY4" fmla="*/ 4325 h 5030"/>
                <a:gd name="connsiteX5" fmla="*/ 7105 w 7134"/>
                <a:gd name="connsiteY5" fmla="*/ 2748 h 5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34" h="5030">
                  <a:moveTo>
                    <a:pt x="7105" y="2748"/>
                  </a:moveTo>
                  <a:cubicBezTo>
                    <a:pt x="6873" y="1802"/>
                    <a:pt x="6572" y="871"/>
                    <a:pt x="6204" y="-30"/>
                  </a:cubicBezTo>
                  <a:cubicBezTo>
                    <a:pt x="4064" y="488"/>
                    <a:pt x="1976" y="1224"/>
                    <a:pt x="-29" y="2148"/>
                  </a:cubicBezTo>
                  <a:cubicBezTo>
                    <a:pt x="196" y="3161"/>
                    <a:pt x="601" y="4130"/>
                    <a:pt x="1173" y="5001"/>
                  </a:cubicBezTo>
                  <a:cubicBezTo>
                    <a:pt x="1999" y="5001"/>
                    <a:pt x="2900" y="4550"/>
                    <a:pt x="3726" y="4325"/>
                  </a:cubicBezTo>
                  <a:cubicBezTo>
                    <a:pt x="4897" y="3905"/>
                    <a:pt x="6031" y="3379"/>
                    <a:pt x="7105" y="2748"/>
                  </a:cubicBezTo>
                  <a:close/>
                </a:path>
              </a:pathLst>
            </a:custGeom>
            <a:solidFill>
              <a:srgbClr val="7D7E7F">
                <a:alpha val="71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36" name="Group 935">
            <a:extLst>
              <a:ext uri="{FF2B5EF4-FFF2-40B4-BE49-F238E27FC236}">
                <a16:creationId xmlns:a16="http://schemas.microsoft.com/office/drawing/2014/main" id="{909AC026-BCAE-F343-FE77-64BC2B79395F}"/>
              </a:ext>
            </a:extLst>
          </p:cNvPr>
          <p:cNvGrpSpPr/>
          <p:nvPr userDrawn="1"/>
        </p:nvGrpSpPr>
        <p:grpSpPr>
          <a:xfrm>
            <a:off x="5850932" y="783107"/>
            <a:ext cx="537008" cy="820840"/>
            <a:chOff x="9347707" y="531885"/>
            <a:chExt cx="537008" cy="820840"/>
          </a:xfrm>
        </p:grpSpPr>
        <p:sp>
          <p:nvSpPr>
            <p:cNvPr id="937" name="Content Placeholder 4">
              <a:extLst>
                <a:ext uri="{FF2B5EF4-FFF2-40B4-BE49-F238E27FC236}">
                  <a16:creationId xmlns:a16="http://schemas.microsoft.com/office/drawing/2014/main" id="{FB0EB98C-3D00-C135-9103-9C60C24D9230}"/>
                </a:ext>
              </a:extLst>
            </p:cNvPr>
            <p:cNvSpPr/>
            <p:nvPr/>
          </p:nvSpPr>
          <p:spPr>
            <a:xfrm>
              <a:off x="9365426" y="1320988"/>
              <a:ext cx="431229" cy="28578"/>
            </a:xfrm>
            <a:custGeom>
              <a:avLst/>
              <a:gdLst>
                <a:gd name="connsiteX0" fmla="*/ 94285 w 431229"/>
                <a:gd name="connsiteY0" fmla="*/ 28315 h 28578"/>
                <a:gd name="connsiteX1" fmla="*/ 175994 w 431229"/>
                <a:gd name="connsiteY1" fmla="*/ 28315 h 28578"/>
                <a:gd name="connsiteX2" fmla="*/ 403697 w 431229"/>
                <a:gd name="connsiteY2" fmla="*/ 26138 h 28578"/>
                <a:gd name="connsiteX3" fmla="*/ 431183 w 431229"/>
                <a:gd name="connsiteY3" fmla="*/ 19455 h 28578"/>
                <a:gd name="connsiteX4" fmla="*/ 409254 w 431229"/>
                <a:gd name="connsiteY4" fmla="*/ 10520 h 28578"/>
                <a:gd name="connsiteX5" fmla="*/ 296604 w 431229"/>
                <a:gd name="connsiteY5" fmla="*/ 3763 h 28578"/>
                <a:gd name="connsiteX6" fmla="*/ 129657 w 431229"/>
                <a:gd name="connsiteY6" fmla="*/ 534 h 28578"/>
                <a:gd name="connsiteX7" fmla="*/ 27221 w 431229"/>
                <a:gd name="connsiteY7" fmla="*/ 4739 h 28578"/>
                <a:gd name="connsiteX8" fmla="*/ 12726 w 431229"/>
                <a:gd name="connsiteY8" fmla="*/ 25012 h 28578"/>
                <a:gd name="connsiteX9" fmla="*/ 44644 w 431229"/>
                <a:gd name="connsiteY9" fmla="*/ 26363 h 28578"/>
                <a:gd name="connsiteX10" fmla="*/ 94285 w 431229"/>
                <a:gd name="connsiteY10" fmla="*/ 28315 h 28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229" h="28578">
                  <a:moveTo>
                    <a:pt x="94285" y="28315"/>
                  </a:moveTo>
                  <a:cubicBezTo>
                    <a:pt x="121546" y="28841"/>
                    <a:pt x="148807" y="28315"/>
                    <a:pt x="175994" y="28315"/>
                  </a:cubicBezTo>
                  <a:lnTo>
                    <a:pt x="403697" y="26138"/>
                  </a:lnTo>
                  <a:cubicBezTo>
                    <a:pt x="415487" y="26138"/>
                    <a:pt x="430658" y="24561"/>
                    <a:pt x="431183" y="19455"/>
                  </a:cubicBezTo>
                  <a:cubicBezTo>
                    <a:pt x="431709" y="14350"/>
                    <a:pt x="419543" y="11947"/>
                    <a:pt x="409254" y="10520"/>
                  </a:cubicBezTo>
                  <a:cubicBezTo>
                    <a:pt x="371862" y="6180"/>
                    <a:pt x="334252" y="3920"/>
                    <a:pt x="296604" y="3763"/>
                  </a:cubicBezTo>
                  <a:cubicBezTo>
                    <a:pt x="240978" y="2464"/>
                    <a:pt x="185329" y="1383"/>
                    <a:pt x="129657" y="534"/>
                  </a:cubicBezTo>
                  <a:cubicBezTo>
                    <a:pt x="95456" y="-938"/>
                    <a:pt x="61188" y="474"/>
                    <a:pt x="27221" y="4739"/>
                  </a:cubicBezTo>
                  <a:cubicBezTo>
                    <a:pt x="9723" y="7517"/>
                    <a:pt x="-15661" y="19305"/>
                    <a:pt x="12726" y="25012"/>
                  </a:cubicBezTo>
                  <a:cubicBezTo>
                    <a:pt x="23330" y="26070"/>
                    <a:pt x="33987" y="26521"/>
                    <a:pt x="44644" y="26363"/>
                  </a:cubicBezTo>
                  <a:cubicBezTo>
                    <a:pt x="61166" y="27264"/>
                    <a:pt x="77688" y="27940"/>
                    <a:pt x="94285" y="28315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8" name="Content Placeholder 4">
              <a:extLst>
                <a:ext uri="{FF2B5EF4-FFF2-40B4-BE49-F238E27FC236}">
                  <a16:creationId xmlns:a16="http://schemas.microsoft.com/office/drawing/2014/main" id="{7747EB9E-02CA-6B4A-64D5-C44CE367F360}"/>
                </a:ext>
              </a:extLst>
            </p:cNvPr>
            <p:cNvSpPr/>
            <p:nvPr/>
          </p:nvSpPr>
          <p:spPr>
            <a:xfrm>
              <a:off x="9484448" y="547417"/>
              <a:ext cx="96503" cy="117820"/>
            </a:xfrm>
            <a:custGeom>
              <a:avLst/>
              <a:gdLst>
                <a:gd name="connsiteX0" fmla="*/ 34441 w 96503"/>
                <a:gd name="connsiteY0" fmla="*/ 2461 h 117820"/>
                <a:gd name="connsiteX1" fmla="*/ 15817 w 96503"/>
                <a:gd name="connsiteY1" fmla="*/ 28741 h 117820"/>
                <a:gd name="connsiteX2" fmla="*/ 3200 w 96503"/>
                <a:gd name="connsiteY2" fmla="*/ 66809 h 117820"/>
                <a:gd name="connsiteX3" fmla="*/ -29 w 96503"/>
                <a:gd name="connsiteY3" fmla="*/ 96242 h 117820"/>
                <a:gd name="connsiteX4" fmla="*/ 49987 w 96503"/>
                <a:gd name="connsiteY4" fmla="*/ 117791 h 117820"/>
                <a:gd name="connsiteX5" fmla="*/ 96249 w 96503"/>
                <a:gd name="connsiteY5" fmla="*/ 27314 h 117820"/>
                <a:gd name="connsiteX6" fmla="*/ 96249 w 96503"/>
                <a:gd name="connsiteY6" fmla="*/ 23935 h 117820"/>
                <a:gd name="connsiteX7" fmla="*/ 93620 w 96503"/>
                <a:gd name="connsiteY7" fmla="*/ 21232 h 117820"/>
                <a:gd name="connsiteX8" fmla="*/ 45632 w 96503"/>
                <a:gd name="connsiteY8" fmla="*/ 960 h 117820"/>
                <a:gd name="connsiteX9" fmla="*/ 40224 w 96503"/>
                <a:gd name="connsiteY9" fmla="*/ -17 h 117820"/>
                <a:gd name="connsiteX10" fmla="*/ 34441 w 96503"/>
                <a:gd name="connsiteY10" fmla="*/ 2461 h 117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6503" h="117820">
                  <a:moveTo>
                    <a:pt x="34441" y="2461"/>
                  </a:moveTo>
                  <a:cubicBezTo>
                    <a:pt x="26293" y="9675"/>
                    <a:pt x="19925" y="18667"/>
                    <a:pt x="15817" y="28741"/>
                  </a:cubicBezTo>
                  <a:cubicBezTo>
                    <a:pt x="9163" y="40483"/>
                    <a:pt x="4875" y="53417"/>
                    <a:pt x="3200" y="66809"/>
                  </a:cubicBezTo>
                  <a:cubicBezTo>
                    <a:pt x="2524" y="76795"/>
                    <a:pt x="4552" y="87382"/>
                    <a:pt x="-29" y="96242"/>
                  </a:cubicBezTo>
                  <a:cubicBezTo>
                    <a:pt x="16943" y="102699"/>
                    <a:pt x="33615" y="109882"/>
                    <a:pt x="49987" y="117791"/>
                  </a:cubicBezTo>
                  <a:cubicBezTo>
                    <a:pt x="73388" y="92424"/>
                    <a:pt x="89385" y="61132"/>
                    <a:pt x="96249" y="27314"/>
                  </a:cubicBezTo>
                  <a:cubicBezTo>
                    <a:pt x="96549" y="26208"/>
                    <a:pt x="96549" y="25041"/>
                    <a:pt x="96249" y="23935"/>
                  </a:cubicBezTo>
                  <a:cubicBezTo>
                    <a:pt x="95678" y="22779"/>
                    <a:pt x="94762" y="21832"/>
                    <a:pt x="93620" y="21232"/>
                  </a:cubicBezTo>
                  <a:cubicBezTo>
                    <a:pt x="78600" y="12362"/>
                    <a:pt x="62461" y="5543"/>
                    <a:pt x="45632" y="960"/>
                  </a:cubicBezTo>
                  <a:cubicBezTo>
                    <a:pt x="43927" y="231"/>
                    <a:pt x="42079" y="-102"/>
                    <a:pt x="40224" y="-17"/>
                  </a:cubicBezTo>
                  <a:cubicBezTo>
                    <a:pt x="38091" y="222"/>
                    <a:pt x="36086" y="1084"/>
                    <a:pt x="34441" y="2461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9" name="Content Placeholder 4">
              <a:extLst>
                <a:ext uri="{FF2B5EF4-FFF2-40B4-BE49-F238E27FC236}">
                  <a16:creationId xmlns:a16="http://schemas.microsoft.com/office/drawing/2014/main" id="{8B0E8A0E-694C-48FC-5075-09E82E235D51}"/>
                </a:ext>
              </a:extLst>
            </p:cNvPr>
            <p:cNvSpPr/>
            <p:nvPr/>
          </p:nvSpPr>
          <p:spPr>
            <a:xfrm>
              <a:off x="9347707" y="946453"/>
              <a:ext cx="232691" cy="406272"/>
            </a:xfrm>
            <a:custGeom>
              <a:avLst/>
              <a:gdLst>
                <a:gd name="connsiteX0" fmla="*/ 706 w 232691"/>
                <a:gd name="connsiteY0" fmla="*/ 343908 h 406272"/>
                <a:gd name="connsiteX1" fmla="*/ 706 w 232691"/>
                <a:gd name="connsiteY1" fmla="*/ 340154 h 406272"/>
                <a:gd name="connsiteX2" fmla="*/ 15726 w 232691"/>
                <a:gd name="connsiteY2" fmla="*/ 330919 h 406272"/>
                <a:gd name="connsiteX3" fmla="*/ 20757 w 232691"/>
                <a:gd name="connsiteY3" fmla="*/ 314851 h 406272"/>
                <a:gd name="connsiteX4" fmla="*/ 26615 w 232691"/>
                <a:gd name="connsiteY4" fmla="*/ 308018 h 406272"/>
                <a:gd name="connsiteX5" fmla="*/ 80387 w 232691"/>
                <a:gd name="connsiteY5" fmla="*/ 205152 h 406272"/>
                <a:gd name="connsiteX6" fmla="*/ 96759 w 232691"/>
                <a:gd name="connsiteY6" fmla="*/ 100034 h 406272"/>
                <a:gd name="connsiteX7" fmla="*/ 94430 w 232691"/>
                <a:gd name="connsiteY7" fmla="*/ 81488 h 406272"/>
                <a:gd name="connsiteX8" fmla="*/ 94430 w 232691"/>
                <a:gd name="connsiteY8" fmla="*/ 74730 h 406272"/>
                <a:gd name="connsiteX9" fmla="*/ 81363 w 232691"/>
                <a:gd name="connsiteY9" fmla="*/ 18417 h 406272"/>
                <a:gd name="connsiteX10" fmla="*/ 165250 w 232691"/>
                <a:gd name="connsiteY10" fmla="*/ 4751 h 406272"/>
                <a:gd name="connsiteX11" fmla="*/ 189807 w 232691"/>
                <a:gd name="connsiteY11" fmla="*/ 4751 h 406272"/>
                <a:gd name="connsiteX12" fmla="*/ 184926 w 232691"/>
                <a:gd name="connsiteY12" fmla="*/ 73454 h 406272"/>
                <a:gd name="connsiteX13" fmla="*/ 188530 w 232691"/>
                <a:gd name="connsiteY13" fmla="*/ 223623 h 406272"/>
                <a:gd name="connsiteX14" fmla="*/ 194238 w 232691"/>
                <a:gd name="connsiteY14" fmla="*/ 266721 h 406272"/>
                <a:gd name="connsiteX15" fmla="*/ 198894 w 232691"/>
                <a:gd name="connsiteY15" fmla="*/ 340454 h 406272"/>
                <a:gd name="connsiteX16" fmla="*/ 198894 w 232691"/>
                <a:gd name="connsiteY16" fmla="*/ 377321 h 406272"/>
                <a:gd name="connsiteX17" fmla="*/ 222551 w 232691"/>
                <a:gd name="connsiteY17" fmla="*/ 389034 h 406272"/>
                <a:gd name="connsiteX18" fmla="*/ 230061 w 232691"/>
                <a:gd name="connsiteY18" fmla="*/ 392037 h 406272"/>
                <a:gd name="connsiteX19" fmla="*/ 232089 w 232691"/>
                <a:gd name="connsiteY19" fmla="*/ 399546 h 406272"/>
                <a:gd name="connsiteX20" fmla="*/ 225705 w 232691"/>
                <a:gd name="connsiteY20" fmla="*/ 402549 h 406272"/>
                <a:gd name="connsiteX21" fmla="*/ 170056 w 232691"/>
                <a:gd name="connsiteY21" fmla="*/ 406078 h 406272"/>
                <a:gd name="connsiteX22" fmla="*/ 166827 w 232691"/>
                <a:gd name="connsiteY22" fmla="*/ 405327 h 406272"/>
                <a:gd name="connsiteX23" fmla="*/ 165400 w 232691"/>
                <a:gd name="connsiteY23" fmla="*/ 403150 h 406272"/>
                <a:gd name="connsiteX24" fmla="*/ 164273 w 232691"/>
                <a:gd name="connsiteY24" fmla="*/ 385505 h 406272"/>
                <a:gd name="connsiteX25" fmla="*/ 163598 w 232691"/>
                <a:gd name="connsiteY25" fmla="*/ 385505 h 406272"/>
                <a:gd name="connsiteX26" fmla="*/ 131605 w 232691"/>
                <a:gd name="connsiteY26" fmla="*/ 244571 h 406272"/>
                <a:gd name="connsiteX27" fmla="*/ 109075 w 232691"/>
                <a:gd name="connsiteY27" fmla="*/ 270551 h 406272"/>
                <a:gd name="connsiteX28" fmla="*/ 92327 w 232691"/>
                <a:gd name="connsiteY28" fmla="*/ 290148 h 406272"/>
                <a:gd name="connsiteX29" fmla="*/ 60485 w 232691"/>
                <a:gd name="connsiteY29" fmla="*/ 345860 h 406272"/>
                <a:gd name="connsiteX30" fmla="*/ 40959 w 232691"/>
                <a:gd name="connsiteY30" fmla="*/ 355321 h 406272"/>
                <a:gd name="connsiteX31" fmla="*/ 42161 w 232691"/>
                <a:gd name="connsiteY31" fmla="*/ 367410 h 406272"/>
                <a:gd name="connsiteX32" fmla="*/ 42987 w 232691"/>
                <a:gd name="connsiteY32" fmla="*/ 368386 h 406272"/>
                <a:gd name="connsiteX33" fmla="*/ 50497 w 232691"/>
                <a:gd name="connsiteY33" fmla="*/ 380474 h 406272"/>
                <a:gd name="connsiteX34" fmla="*/ 58383 w 232691"/>
                <a:gd name="connsiteY34" fmla="*/ 387532 h 406272"/>
                <a:gd name="connsiteX35" fmla="*/ 54552 w 232691"/>
                <a:gd name="connsiteY35" fmla="*/ 394140 h 406272"/>
                <a:gd name="connsiteX36" fmla="*/ 53125 w 232691"/>
                <a:gd name="connsiteY36" fmla="*/ 393539 h 406272"/>
                <a:gd name="connsiteX37" fmla="*/ 50347 w 232691"/>
                <a:gd name="connsiteY37" fmla="*/ 394065 h 406272"/>
                <a:gd name="connsiteX38" fmla="*/ 47868 w 232691"/>
                <a:gd name="connsiteY38" fmla="*/ 393614 h 406272"/>
                <a:gd name="connsiteX39" fmla="*/ 43062 w 232691"/>
                <a:gd name="connsiteY39" fmla="*/ 394590 h 406272"/>
                <a:gd name="connsiteX40" fmla="*/ 34651 w 232691"/>
                <a:gd name="connsiteY40" fmla="*/ 389184 h 406272"/>
                <a:gd name="connsiteX41" fmla="*/ 15275 w 232691"/>
                <a:gd name="connsiteY41" fmla="*/ 374167 h 406272"/>
                <a:gd name="connsiteX42" fmla="*/ 706 w 232691"/>
                <a:gd name="connsiteY42" fmla="*/ 343908 h 406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32691" h="406272">
                  <a:moveTo>
                    <a:pt x="706" y="343908"/>
                  </a:moveTo>
                  <a:cubicBezTo>
                    <a:pt x="105" y="342729"/>
                    <a:pt x="105" y="341333"/>
                    <a:pt x="706" y="340154"/>
                  </a:cubicBezTo>
                  <a:cubicBezTo>
                    <a:pt x="4100" y="335011"/>
                    <a:pt x="9597" y="331632"/>
                    <a:pt x="15726" y="330919"/>
                  </a:cubicBezTo>
                  <a:cubicBezTo>
                    <a:pt x="15140" y="325100"/>
                    <a:pt x="16958" y="319296"/>
                    <a:pt x="20757" y="314851"/>
                  </a:cubicBezTo>
                  <a:lnTo>
                    <a:pt x="26615" y="308018"/>
                  </a:lnTo>
                  <a:cubicBezTo>
                    <a:pt x="36378" y="271001"/>
                    <a:pt x="66343" y="241042"/>
                    <a:pt x="80387" y="205152"/>
                  </a:cubicBezTo>
                  <a:cubicBezTo>
                    <a:pt x="93890" y="171845"/>
                    <a:pt x="99492" y="135864"/>
                    <a:pt x="96759" y="100034"/>
                  </a:cubicBezTo>
                  <a:cubicBezTo>
                    <a:pt x="96233" y="93802"/>
                    <a:pt x="95332" y="87645"/>
                    <a:pt x="94430" y="81488"/>
                  </a:cubicBezTo>
                  <a:cubicBezTo>
                    <a:pt x="94205" y="79243"/>
                    <a:pt x="94205" y="76975"/>
                    <a:pt x="94430" y="74730"/>
                  </a:cubicBezTo>
                  <a:cubicBezTo>
                    <a:pt x="89925" y="54758"/>
                    <a:pt x="85494" y="35761"/>
                    <a:pt x="81363" y="18417"/>
                  </a:cubicBezTo>
                  <a:cubicBezTo>
                    <a:pt x="109007" y="12094"/>
                    <a:pt x="137027" y="7530"/>
                    <a:pt x="165250" y="4751"/>
                  </a:cubicBezTo>
                  <a:cubicBezTo>
                    <a:pt x="173661" y="3700"/>
                    <a:pt x="191535" y="-5460"/>
                    <a:pt x="189807" y="4751"/>
                  </a:cubicBezTo>
                  <a:cubicBezTo>
                    <a:pt x="186285" y="27480"/>
                    <a:pt x="184648" y="50455"/>
                    <a:pt x="184926" y="73454"/>
                  </a:cubicBezTo>
                  <a:cubicBezTo>
                    <a:pt x="184926" y="123235"/>
                    <a:pt x="184025" y="173617"/>
                    <a:pt x="188530" y="223623"/>
                  </a:cubicBezTo>
                  <a:cubicBezTo>
                    <a:pt x="189883" y="238039"/>
                    <a:pt x="192436" y="252380"/>
                    <a:pt x="194238" y="266721"/>
                  </a:cubicBezTo>
                  <a:cubicBezTo>
                    <a:pt x="197137" y="291191"/>
                    <a:pt x="198692" y="315812"/>
                    <a:pt x="198894" y="340454"/>
                  </a:cubicBezTo>
                  <a:cubicBezTo>
                    <a:pt x="198894" y="350065"/>
                    <a:pt x="195440" y="368611"/>
                    <a:pt x="198894" y="377321"/>
                  </a:cubicBezTo>
                  <a:cubicBezTo>
                    <a:pt x="202049" y="384829"/>
                    <a:pt x="214515" y="387082"/>
                    <a:pt x="222551" y="389034"/>
                  </a:cubicBezTo>
                  <a:cubicBezTo>
                    <a:pt x="225232" y="389507"/>
                    <a:pt x="227793" y="390528"/>
                    <a:pt x="230061" y="392037"/>
                  </a:cubicBezTo>
                  <a:cubicBezTo>
                    <a:pt x="232487" y="393704"/>
                    <a:pt x="233343" y="396888"/>
                    <a:pt x="232089" y="399546"/>
                  </a:cubicBezTo>
                  <a:cubicBezTo>
                    <a:pt x="230474" y="401393"/>
                    <a:pt x="228161" y="402482"/>
                    <a:pt x="225705" y="402549"/>
                  </a:cubicBezTo>
                  <a:cubicBezTo>
                    <a:pt x="207313" y="405523"/>
                    <a:pt x="188673" y="406709"/>
                    <a:pt x="170056" y="406078"/>
                  </a:cubicBezTo>
                  <a:cubicBezTo>
                    <a:pt x="168929" y="406176"/>
                    <a:pt x="167795" y="405913"/>
                    <a:pt x="166827" y="405327"/>
                  </a:cubicBezTo>
                  <a:cubicBezTo>
                    <a:pt x="166159" y="404749"/>
                    <a:pt x="165670" y="403991"/>
                    <a:pt x="165400" y="403150"/>
                  </a:cubicBezTo>
                  <a:cubicBezTo>
                    <a:pt x="163012" y="397571"/>
                    <a:pt x="162614" y="391339"/>
                    <a:pt x="164273" y="385505"/>
                  </a:cubicBezTo>
                  <a:lnTo>
                    <a:pt x="163598" y="385505"/>
                  </a:lnTo>
                  <a:cubicBezTo>
                    <a:pt x="153834" y="344734"/>
                    <a:pt x="142795" y="295404"/>
                    <a:pt x="131605" y="244571"/>
                  </a:cubicBezTo>
                  <a:cubicBezTo>
                    <a:pt x="124095" y="253582"/>
                    <a:pt x="116585" y="262066"/>
                    <a:pt x="109075" y="270551"/>
                  </a:cubicBezTo>
                  <a:cubicBezTo>
                    <a:pt x="103443" y="277008"/>
                    <a:pt x="97885" y="283540"/>
                    <a:pt x="92327" y="290148"/>
                  </a:cubicBezTo>
                  <a:cubicBezTo>
                    <a:pt x="81739" y="308694"/>
                    <a:pt x="71150" y="327690"/>
                    <a:pt x="60485" y="345860"/>
                  </a:cubicBezTo>
                  <a:cubicBezTo>
                    <a:pt x="56708" y="352903"/>
                    <a:pt x="48830" y="356725"/>
                    <a:pt x="40959" y="355321"/>
                  </a:cubicBezTo>
                  <a:cubicBezTo>
                    <a:pt x="41410" y="359376"/>
                    <a:pt x="41785" y="363355"/>
                    <a:pt x="42161" y="367410"/>
                  </a:cubicBezTo>
                  <a:cubicBezTo>
                    <a:pt x="42476" y="367703"/>
                    <a:pt x="42754" y="368025"/>
                    <a:pt x="42987" y="368386"/>
                  </a:cubicBezTo>
                  <a:cubicBezTo>
                    <a:pt x="45465" y="372365"/>
                    <a:pt x="47944" y="376420"/>
                    <a:pt x="50497" y="380474"/>
                  </a:cubicBezTo>
                  <a:lnTo>
                    <a:pt x="58383" y="387532"/>
                  </a:lnTo>
                  <a:cubicBezTo>
                    <a:pt x="61161" y="390085"/>
                    <a:pt x="58383" y="395566"/>
                    <a:pt x="54552" y="394140"/>
                  </a:cubicBezTo>
                  <a:lnTo>
                    <a:pt x="53125" y="393539"/>
                  </a:lnTo>
                  <a:cubicBezTo>
                    <a:pt x="52292" y="394035"/>
                    <a:pt x="51308" y="394222"/>
                    <a:pt x="50347" y="394065"/>
                  </a:cubicBezTo>
                  <a:cubicBezTo>
                    <a:pt x="49521" y="394065"/>
                    <a:pt x="48694" y="394065"/>
                    <a:pt x="47868" y="393614"/>
                  </a:cubicBezTo>
                  <a:cubicBezTo>
                    <a:pt x="46749" y="395116"/>
                    <a:pt x="44677" y="395536"/>
                    <a:pt x="43062" y="394590"/>
                  </a:cubicBezTo>
                  <a:cubicBezTo>
                    <a:pt x="40156" y="392946"/>
                    <a:pt x="37347" y="391144"/>
                    <a:pt x="34651" y="389184"/>
                  </a:cubicBezTo>
                  <a:cubicBezTo>
                    <a:pt x="27358" y="385355"/>
                    <a:pt x="20802" y="380272"/>
                    <a:pt x="15275" y="374167"/>
                  </a:cubicBezTo>
                  <a:cubicBezTo>
                    <a:pt x="7990" y="365833"/>
                    <a:pt x="-2974" y="355847"/>
                    <a:pt x="706" y="343908"/>
                  </a:cubicBezTo>
                  <a:close/>
                </a:path>
              </a:pathLst>
            </a:custGeom>
            <a:solidFill>
              <a:srgbClr val="1F375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0" name="Content Placeholder 4">
              <a:extLst>
                <a:ext uri="{FF2B5EF4-FFF2-40B4-BE49-F238E27FC236}">
                  <a16:creationId xmlns:a16="http://schemas.microsoft.com/office/drawing/2014/main" id="{60CC4FB9-34B4-D22A-29EC-A8A7FE445D21}"/>
                </a:ext>
              </a:extLst>
            </p:cNvPr>
            <p:cNvSpPr/>
            <p:nvPr/>
          </p:nvSpPr>
          <p:spPr>
            <a:xfrm>
              <a:off x="9413120" y="652869"/>
              <a:ext cx="144639" cy="326042"/>
            </a:xfrm>
            <a:custGeom>
              <a:avLst/>
              <a:gdLst>
                <a:gd name="connsiteX0" fmla="*/ 107646 w 144639"/>
                <a:gd name="connsiteY0" fmla="*/ 16769 h 326042"/>
                <a:gd name="connsiteX1" fmla="*/ 100737 w 144639"/>
                <a:gd name="connsiteY1" fmla="*/ 14216 h 326042"/>
                <a:gd name="connsiteX2" fmla="*/ 66341 w 144639"/>
                <a:gd name="connsiteY2" fmla="*/ 1001 h 326042"/>
                <a:gd name="connsiteX3" fmla="*/ 61009 w 144639"/>
                <a:gd name="connsiteY3" fmla="*/ 25 h 326042"/>
                <a:gd name="connsiteX4" fmla="*/ 57330 w 144639"/>
                <a:gd name="connsiteY4" fmla="*/ 2052 h 326042"/>
                <a:gd name="connsiteX5" fmla="*/ 15349 w 144639"/>
                <a:gd name="connsiteY5" fmla="*/ 147566 h 326042"/>
                <a:gd name="connsiteX6" fmla="*/ 2882 w 144639"/>
                <a:gd name="connsiteY6" fmla="*/ 323414 h 326042"/>
                <a:gd name="connsiteX7" fmla="*/ 132579 w 144639"/>
                <a:gd name="connsiteY7" fmla="*/ 305544 h 326042"/>
                <a:gd name="connsiteX8" fmla="*/ 138888 w 144639"/>
                <a:gd name="connsiteY8" fmla="*/ 286623 h 326042"/>
                <a:gd name="connsiteX9" fmla="*/ 144596 w 144639"/>
                <a:gd name="connsiteY9" fmla="*/ 186610 h 326042"/>
                <a:gd name="connsiteX10" fmla="*/ 135208 w 144639"/>
                <a:gd name="connsiteY10" fmla="*/ 86072 h 326042"/>
                <a:gd name="connsiteX11" fmla="*/ 128824 w 144639"/>
                <a:gd name="connsiteY11" fmla="*/ 49956 h 326042"/>
                <a:gd name="connsiteX12" fmla="*/ 115081 w 144639"/>
                <a:gd name="connsiteY12" fmla="*/ 18871 h 326042"/>
                <a:gd name="connsiteX13" fmla="*/ 107646 w 144639"/>
                <a:gd name="connsiteY13" fmla="*/ 16769 h 32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4639" h="326042">
                  <a:moveTo>
                    <a:pt x="107646" y="16769"/>
                  </a:moveTo>
                  <a:lnTo>
                    <a:pt x="100737" y="14216"/>
                  </a:lnTo>
                  <a:lnTo>
                    <a:pt x="66341" y="1001"/>
                  </a:lnTo>
                  <a:cubicBezTo>
                    <a:pt x="64697" y="167"/>
                    <a:pt x="62842" y="-172"/>
                    <a:pt x="61009" y="25"/>
                  </a:cubicBezTo>
                  <a:cubicBezTo>
                    <a:pt x="59650" y="428"/>
                    <a:pt x="58396" y="1120"/>
                    <a:pt x="57330" y="2052"/>
                  </a:cubicBezTo>
                  <a:cubicBezTo>
                    <a:pt x="35926" y="19397"/>
                    <a:pt x="19780" y="109498"/>
                    <a:pt x="15349" y="147566"/>
                  </a:cubicBezTo>
                  <a:cubicBezTo>
                    <a:pt x="4684" y="239695"/>
                    <a:pt x="-5078" y="231210"/>
                    <a:pt x="2882" y="323414"/>
                  </a:cubicBezTo>
                  <a:cubicBezTo>
                    <a:pt x="54100" y="332199"/>
                    <a:pt x="136334" y="316807"/>
                    <a:pt x="132579" y="305544"/>
                  </a:cubicBezTo>
                  <a:cubicBezTo>
                    <a:pt x="129651" y="305544"/>
                    <a:pt x="139564" y="292855"/>
                    <a:pt x="138888" y="286623"/>
                  </a:cubicBezTo>
                  <a:cubicBezTo>
                    <a:pt x="134983" y="250132"/>
                    <a:pt x="144220" y="223326"/>
                    <a:pt x="144596" y="186610"/>
                  </a:cubicBezTo>
                  <a:cubicBezTo>
                    <a:pt x="144971" y="149894"/>
                    <a:pt x="137912" y="122863"/>
                    <a:pt x="135208" y="86072"/>
                  </a:cubicBezTo>
                  <a:cubicBezTo>
                    <a:pt x="134157" y="71055"/>
                    <a:pt x="130176" y="64823"/>
                    <a:pt x="128824" y="49956"/>
                  </a:cubicBezTo>
                  <a:cubicBezTo>
                    <a:pt x="128299" y="44175"/>
                    <a:pt x="119287" y="19922"/>
                    <a:pt x="115081" y="18871"/>
                  </a:cubicBezTo>
                  <a:cubicBezTo>
                    <a:pt x="112558" y="18331"/>
                    <a:pt x="110080" y="17629"/>
                    <a:pt x="107646" y="16769"/>
                  </a:cubicBezTo>
                  <a:close/>
                </a:path>
              </a:pathLst>
            </a:custGeom>
            <a:solidFill>
              <a:srgbClr val="DBDBD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1" name="Content Placeholder 4">
              <a:extLst>
                <a:ext uri="{FF2B5EF4-FFF2-40B4-BE49-F238E27FC236}">
                  <a16:creationId xmlns:a16="http://schemas.microsoft.com/office/drawing/2014/main" id="{47AC1ABF-828E-BD81-22BF-CE34780E320A}"/>
                </a:ext>
              </a:extLst>
            </p:cNvPr>
            <p:cNvSpPr/>
            <p:nvPr/>
          </p:nvSpPr>
          <p:spPr>
            <a:xfrm>
              <a:off x="9445852" y="809100"/>
              <a:ext cx="151170" cy="155690"/>
            </a:xfrm>
            <a:custGeom>
              <a:avLst/>
              <a:gdLst>
                <a:gd name="connsiteX0" fmla="*/ 3420 w 151170"/>
                <a:gd name="connsiteY0" fmla="*/ -30 h 155690"/>
                <a:gd name="connsiteX1" fmla="*/ 40143 w 151170"/>
                <a:gd name="connsiteY1" fmla="*/ 2223 h 155690"/>
                <a:gd name="connsiteX2" fmla="*/ 34060 w 151170"/>
                <a:gd name="connsiteY2" fmla="*/ 11383 h 155690"/>
                <a:gd name="connsiteX3" fmla="*/ 117872 w 151170"/>
                <a:gd name="connsiteY3" fmla="*/ 113648 h 155690"/>
                <a:gd name="connsiteX4" fmla="*/ 117872 w 151170"/>
                <a:gd name="connsiteY4" fmla="*/ 113648 h 155690"/>
                <a:gd name="connsiteX5" fmla="*/ 119299 w 151170"/>
                <a:gd name="connsiteY5" fmla="*/ 115000 h 155690"/>
                <a:gd name="connsiteX6" fmla="*/ 136647 w 151170"/>
                <a:gd name="connsiteY6" fmla="*/ 127163 h 155690"/>
                <a:gd name="connsiteX7" fmla="*/ 140402 w 151170"/>
                <a:gd name="connsiteY7" fmla="*/ 130167 h 155690"/>
                <a:gd name="connsiteX8" fmla="*/ 136647 w 151170"/>
                <a:gd name="connsiteY8" fmla="*/ 134146 h 155690"/>
                <a:gd name="connsiteX9" fmla="*/ 151141 w 151170"/>
                <a:gd name="connsiteY9" fmla="*/ 152242 h 155690"/>
                <a:gd name="connsiteX10" fmla="*/ 148813 w 151170"/>
                <a:gd name="connsiteY10" fmla="*/ 155470 h 155690"/>
                <a:gd name="connsiteX11" fmla="*/ 143857 w 151170"/>
                <a:gd name="connsiteY11" fmla="*/ 155020 h 155690"/>
                <a:gd name="connsiteX12" fmla="*/ 102852 w 151170"/>
                <a:gd name="connsiteY12" fmla="*/ 124986 h 155690"/>
                <a:gd name="connsiteX13" fmla="*/ 102852 w 151170"/>
                <a:gd name="connsiteY13" fmla="*/ 124986 h 155690"/>
                <a:gd name="connsiteX14" fmla="*/ 6949 w 151170"/>
                <a:gd name="connsiteY14" fmla="*/ 36161 h 155690"/>
                <a:gd name="connsiteX15" fmla="*/ 866 w 151170"/>
                <a:gd name="connsiteY15" fmla="*/ 28653 h 155690"/>
                <a:gd name="connsiteX16" fmla="*/ 866 w 151170"/>
                <a:gd name="connsiteY16" fmla="*/ 18441 h 155690"/>
                <a:gd name="connsiteX17" fmla="*/ 3420 w 151170"/>
                <a:gd name="connsiteY17" fmla="*/ -30 h 155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1170" h="155690">
                  <a:moveTo>
                    <a:pt x="3420" y="-30"/>
                  </a:moveTo>
                  <a:cubicBezTo>
                    <a:pt x="15578" y="1697"/>
                    <a:pt x="27865" y="2450"/>
                    <a:pt x="40143" y="2223"/>
                  </a:cubicBezTo>
                  <a:cubicBezTo>
                    <a:pt x="38386" y="5449"/>
                    <a:pt x="36351" y="8514"/>
                    <a:pt x="34060" y="11383"/>
                  </a:cubicBezTo>
                  <a:cubicBezTo>
                    <a:pt x="59692" y="47297"/>
                    <a:pt x="87690" y="81461"/>
                    <a:pt x="117872" y="113648"/>
                  </a:cubicBezTo>
                  <a:lnTo>
                    <a:pt x="117872" y="113648"/>
                  </a:lnTo>
                  <a:lnTo>
                    <a:pt x="119299" y="115000"/>
                  </a:lnTo>
                  <a:cubicBezTo>
                    <a:pt x="124436" y="119907"/>
                    <a:pt x="130286" y="124008"/>
                    <a:pt x="136647" y="127163"/>
                  </a:cubicBezTo>
                  <a:cubicBezTo>
                    <a:pt x="138217" y="127683"/>
                    <a:pt x="139553" y="128748"/>
                    <a:pt x="140402" y="130167"/>
                  </a:cubicBezTo>
                  <a:cubicBezTo>
                    <a:pt x="141378" y="132494"/>
                    <a:pt x="138825" y="133696"/>
                    <a:pt x="136647" y="134146"/>
                  </a:cubicBezTo>
                  <a:cubicBezTo>
                    <a:pt x="143481" y="138260"/>
                    <a:pt x="148618" y="144677"/>
                    <a:pt x="151141" y="152242"/>
                  </a:cubicBezTo>
                  <a:cubicBezTo>
                    <a:pt x="150924" y="153626"/>
                    <a:pt x="150060" y="154823"/>
                    <a:pt x="148813" y="155470"/>
                  </a:cubicBezTo>
                  <a:cubicBezTo>
                    <a:pt x="147153" y="155833"/>
                    <a:pt x="145426" y="155676"/>
                    <a:pt x="143857" y="155020"/>
                  </a:cubicBezTo>
                  <a:cubicBezTo>
                    <a:pt x="127402" y="149503"/>
                    <a:pt x="113073" y="139007"/>
                    <a:pt x="102852" y="124986"/>
                  </a:cubicBezTo>
                  <a:lnTo>
                    <a:pt x="102852" y="124986"/>
                  </a:lnTo>
                  <a:lnTo>
                    <a:pt x="6949" y="36161"/>
                  </a:lnTo>
                  <a:cubicBezTo>
                    <a:pt x="4456" y="34071"/>
                    <a:pt x="2391" y="31521"/>
                    <a:pt x="866" y="28653"/>
                  </a:cubicBezTo>
                  <a:cubicBezTo>
                    <a:pt x="-328" y="25353"/>
                    <a:pt x="-328" y="21740"/>
                    <a:pt x="866" y="18441"/>
                  </a:cubicBezTo>
                  <a:cubicBezTo>
                    <a:pt x="2541" y="12427"/>
                    <a:pt x="3405" y="6214"/>
                    <a:pt x="3420" y="-30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2" name="Content Placeholder 4">
              <a:extLst>
                <a:ext uri="{FF2B5EF4-FFF2-40B4-BE49-F238E27FC236}">
                  <a16:creationId xmlns:a16="http://schemas.microsoft.com/office/drawing/2014/main" id="{860E1469-951D-6A6C-58A0-AE18ABE817E4}"/>
                </a:ext>
              </a:extLst>
            </p:cNvPr>
            <p:cNvSpPr/>
            <p:nvPr/>
          </p:nvSpPr>
          <p:spPr>
            <a:xfrm>
              <a:off x="9484115" y="531885"/>
              <a:ext cx="109167" cy="72006"/>
            </a:xfrm>
            <a:custGeom>
              <a:avLst/>
              <a:gdLst>
                <a:gd name="connsiteX0" fmla="*/ 108522 w 109167"/>
                <a:gd name="connsiteY0" fmla="*/ 32484 h 72006"/>
                <a:gd name="connsiteX1" fmla="*/ 100111 w 109167"/>
                <a:gd name="connsiteY1" fmla="*/ 30232 h 72006"/>
                <a:gd name="connsiteX2" fmla="*/ 98985 w 109167"/>
                <a:gd name="connsiteY2" fmla="*/ 29556 h 72006"/>
                <a:gd name="connsiteX3" fmla="*/ 94403 w 109167"/>
                <a:gd name="connsiteY3" fmla="*/ 29181 h 72006"/>
                <a:gd name="connsiteX4" fmla="*/ 78332 w 109167"/>
                <a:gd name="connsiteY4" fmla="*/ 19044 h 72006"/>
                <a:gd name="connsiteX5" fmla="*/ 72249 w 109167"/>
                <a:gd name="connsiteY5" fmla="*/ 11085 h 72006"/>
                <a:gd name="connsiteX6" fmla="*/ 61885 w 109167"/>
                <a:gd name="connsiteY6" fmla="*/ 11085 h 72006"/>
                <a:gd name="connsiteX7" fmla="*/ 47316 w 109167"/>
                <a:gd name="connsiteY7" fmla="*/ 573 h 72006"/>
                <a:gd name="connsiteX8" fmla="*/ 42585 w 109167"/>
                <a:gd name="connsiteY8" fmla="*/ 2826 h 72006"/>
                <a:gd name="connsiteX9" fmla="*/ 39430 w 109167"/>
                <a:gd name="connsiteY9" fmla="*/ 3502 h 72006"/>
                <a:gd name="connsiteX10" fmla="*/ 34023 w 109167"/>
                <a:gd name="connsiteY10" fmla="*/ 2225 h 72006"/>
                <a:gd name="connsiteX11" fmla="*/ 23284 w 109167"/>
                <a:gd name="connsiteY11" fmla="*/ 11085 h 72006"/>
                <a:gd name="connsiteX12" fmla="*/ 20355 w 109167"/>
                <a:gd name="connsiteY12" fmla="*/ 15365 h 72006"/>
                <a:gd name="connsiteX13" fmla="*/ 17351 w 109167"/>
                <a:gd name="connsiteY13" fmla="*/ 18669 h 72006"/>
                <a:gd name="connsiteX14" fmla="*/ 15699 w 109167"/>
                <a:gd name="connsiteY14" fmla="*/ 19345 h 72006"/>
                <a:gd name="connsiteX15" fmla="*/ 11868 w 109167"/>
                <a:gd name="connsiteY15" fmla="*/ 19345 h 72006"/>
                <a:gd name="connsiteX16" fmla="*/ 3007 w 109167"/>
                <a:gd name="connsiteY16" fmla="*/ 27679 h 72006"/>
                <a:gd name="connsiteX17" fmla="*/ 1955 w 109167"/>
                <a:gd name="connsiteY17" fmla="*/ 32710 h 72006"/>
                <a:gd name="connsiteX18" fmla="*/ 2556 w 109167"/>
                <a:gd name="connsiteY18" fmla="*/ 34512 h 72006"/>
                <a:gd name="connsiteX19" fmla="*/ 6161 w 109167"/>
                <a:gd name="connsiteY19" fmla="*/ 39843 h 72006"/>
                <a:gd name="connsiteX20" fmla="*/ 5485 w 109167"/>
                <a:gd name="connsiteY20" fmla="*/ 43822 h 72006"/>
                <a:gd name="connsiteX21" fmla="*/ 228 w 109167"/>
                <a:gd name="connsiteY21" fmla="*/ 67549 h 72006"/>
                <a:gd name="connsiteX22" fmla="*/ 228 w 109167"/>
                <a:gd name="connsiteY22" fmla="*/ 68225 h 72006"/>
                <a:gd name="connsiteX23" fmla="*/ 228 w 109167"/>
                <a:gd name="connsiteY23" fmla="*/ 68225 h 72006"/>
                <a:gd name="connsiteX24" fmla="*/ 228 w 109167"/>
                <a:gd name="connsiteY24" fmla="*/ 69276 h 72006"/>
                <a:gd name="connsiteX25" fmla="*/ 7738 w 109167"/>
                <a:gd name="connsiteY25" fmla="*/ 68225 h 72006"/>
                <a:gd name="connsiteX26" fmla="*/ 18402 w 109167"/>
                <a:gd name="connsiteY26" fmla="*/ 53883 h 72006"/>
                <a:gd name="connsiteX27" fmla="*/ 22232 w 109167"/>
                <a:gd name="connsiteY27" fmla="*/ 68149 h 72006"/>
                <a:gd name="connsiteX28" fmla="*/ 26070 w 109167"/>
                <a:gd name="connsiteY28" fmla="*/ 71968 h 72006"/>
                <a:gd name="connsiteX29" fmla="*/ 29742 w 109167"/>
                <a:gd name="connsiteY29" fmla="*/ 69201 h 72006"/>
                <a:gd name="connsiteX30" fmla="*/ 32971 w 109167"/>
                <a:gd name="connsiteY30" fmla="*/ 52156 h 72006"/>
                <a:gd name="connsiteX31" fmla="*/ 32971 w 109167"/>
                <a:gd name="connsiteY31" fmla="*/ 48327 h 72006"/>
                <a:gd name="connsiteX32" fmla="*/ 34173 w 109167"/>
                <a:gd name="connsiteY32" fmla="*/ 48327 h 72006"/>
                <a:gd name="connsiteX33" fmla="*/ 46640 w 109167"/>
                <a:gd name="connsiteY33" fmla="*/ 39918 h 72006"/>
                <a:gd name="connsiteX34" fmla="*/ 46640 w 109167"/>
                <a:gd name="connsiteY34" fmla="*/ 39918 h 72006"/>
                <a:gd name="connsiteX35" fmla="*/ 46640 w 109167"/>
                <a:gd name="connsiteY35" fmla="*/ 41570 h 72006"/>
                <a:gd name="connsiteX36" fmla="*/ 50327 w 109167"/>
                <a:gd name="connsiteY36" fmla="*/ 45088 h 72006"/>
                <a:gd name="connsiteX37" fmla="*/ 51972 w 109167"/>
                <a:gd name="connsiteY37" fmla="*/ 44648 h 72006"/>
                <a:gd name="connsiteX38" fmla="*/ 58280 w 109167"/>
                <a:gd name="connsiteY38" fmla="*/ 39692 h 72006"/>
                <a:gd name="connsiteX39" fmla="*/ 66766 w 109167"/>
                <a:gd name="connsiteY39" fmla="*/ 42471 h 72006"/>
                <a:gd name="connsiteX40" fmla="*/ 78332 w 109167"/>
                <a:gd name="connsiteY40" fmla="*/ 46375 h 72006"/>
                <a:gd name="connsiteX41" fmla="*/ 86518 w 109167"/>
                <a:gd name="connsiteY41" fmla="*/ 47501 h 72006"/>
                <a:gd name="connsiteX42" fmla="*/ 88395 w 109167"/>
                <a:gd name="connsiteY42" fmla="*/ 49003 h 72006"/>
                <a:gd name="connsiteX43" fmla="*/ 96446 w 109167"/>
                <a:gd name="connsiteY43" fmla="*/ 47584 h 72006"/>
                <a:gd name="connsiteX44" fmla="*/ 96506 w 109167"/>
                <a:gd name="connsiteY44" fmla="*/ 47501 h 72006"/>
                <a:gd name="connsiteX45" fmla="*/ 104542 w 109167"/>
                <a:gd name="connsiteY45" fmla="*/ 44122 h 72006"/>
                <a:gd name="connsiteX46" fmla="*/ 108522 w 109167"/>
                <a:gd name="connsiteY46" fmla="*/ 32484 h 72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109167" h="72006">
                  <a:moveTo>
                    <a:pt x="108522" y="32484"/>
                  </a:moveTo>
                  <a:cubicBezTo>
                    <a:pt x="106622" y="29814"/>
                    <a:pt x="103093" y="28868"/>
                    <a:pt x="100111" y="30232"/>
                  </a:cubicBezTo>
                  <a:lnTo>
                    <a:pt x="98985" y="29556"/>
                  </a:lnTo>
                  <a:cubicBezTo>
                    <a:pt x="97527" y="28988"/>
                    <a:pt x="95936" y="28857"/>
                    <a:pt x="94403" y="29181"/>
                  </a:cubicBezTo>
                  <a:cubicBezTo>
                    <a:pt x="89612" y="24978"/>
                    <a:pt x="84190" y="21557"/>
                    <a:pt x="78332" y="19044"/>
                  </a:cubicBezTo>
                  <a:cubicBezTo>
                    <a:pt x="77273" y="15773"/>
                    <a:pt x="75125" y="12964"/>
                    <a:pt x="72249" y="11085"/>
                  </a:cubicBezTo>
                  <a:cubicBezTo>
                    <a:pt x="68952" y="9611"/>
                    <a:pt x="65182" y="9611"/>
                    <a:pt x="61885" y="11085"/>
                  </a:cubicBezTo>
                  <a:cubicBezTo>
                    <a:pt x="60834" y="3577"/>
                    <a:pt x="56478" y="-1904"/>
                    <a:pt x="47316" y="573"/>
                  </a:cubicBezTo>
                  <a:cubicBezTo>
                    <a:pt x="45596" y="969"/>
                    <a:pt x="43981" y="1738"/>
                    <a:pt x="42585" y="2826"/>
                  </a:cubicBezTo>
                  <a:lnTo>
                    <a:pt x="39430" y="3502"/>
                  </a:lnTo>
                  <a:cubicBezTo>
                    <a:pt x="37756" y="2640"/>
                    <a:pt x="35901" y="2202"/>
                    <a:pt x="34023" y="2225"/>
                  </a:cubicBezTo>
                  <a:cubicBezTo>
                    <a:pt x="28699" y="1977"/>
                    <a:pt x="24050" y="5810"/>
                    <a:pt x="23284" y="11085"/>
                  </a:cubicBezTo>
                  <a:cubicBezTo>
                    <a:pt x="22015" y="12285"/>
                    <a:pt x="21016" y="13745"/>
                    <a:pt x="20355" y="15365"/>
                  </a:cubicBezTo>
                  <a:cubicBezTo>
                    <a:pt x="19303" y="16416"/>
                    <a:pt x="18327" y="17542"/>
                    <a:pt x="17351" y="18669"/>
                  </a:cubicBezTo>
                  <a:lnTo>
                    <a:pt x="15699" y="19345"/>
                  </a:lnTo>
                  <a:cubicBezTo>
                    <a:pt x="14429" y="19120"/>
                    <a:pt x="13138" y="19120"/>
                    <a:pt x="11868" y="19345"/>
                  </a:cubicBezTo>
                  <a:cubicBezTo>
                    <a:pt x="7468" y="20000"/>
                    <a:pt x="3930" y="23323"/>
                    <a:pt x="3007" y="27679"/>
                  </a:cubicBezTo>
                  <a:cubicBezTo>
                    <a:pt x="2113" y="29193"/>
                    <a:pt x="1737" y="30962"/>
                    <a:pt x="1955" y="32710"/>
                  </a:cubicBezTo>
                  <a:cubicBezTo>
                    <a:pt x="2098" y="33327"/>
                    <a:pt x="2301" y="33931"/>
                    <a:pt x="2556" y="34512"/>
                  </a:cubicBezTo>
                  <a:cubicBezTo>
                    <a:pt x="3014" y="36693"/>
                    <a:pt x="4306" y="38607"/>
                    <a:pt x="6161" y="39843"/>
                  </a:cubicBezTo>
                  <a:cubicBezTo>
                    <a:pt x="5861" y="41156"/>
                    <a:pt x="5635" y="42484"/>
                    <a:pt x="5485" y="43822"/>
                  </a:cubicBezTo>
                  <a:cubicBezTo>
                    <a:pt x="1099" y="50909"/>
                    <a:pt x="-756" y="59273"/>
                    <a:pt x="228" y="67549"/>
                  </a:cubicBezTo>
                  <a:lnTo>
                    <a:pt x="228" y="68225"/>
                  </a:lnTo>
                  <a:lnTo>
                    <a:pt x="228" y="68225"/>
                  </a:lnTo>
                  <a:cubicBezTo>
                    <a:pt x="190" y="68574"/>
                    <a:pt x="190" y="68927"/>
                    <a:pt x="228" y="69276"/>
                  </a:cubicBezTo>
                  <a:cubicBezTo>
                    <a:pt x="829" y="73480"/>
                    <a:pt x="7738" y="72504"/>
                    <a:pt x="7738" y="68225"/>
                  </a:cubicBezTo>
                  <a:cubicBezTo>
                    <a:pt x="7738" y="62068"/>
                    <a:pt x="10292" y="47426"/>
                    <a:pt x="18402" y="53883"/>
                  </a:cubicBezTo>
                  <a:cubicBezTo>
                    <a:pt x="23209" y="57638"/>
                    <a:pt x="21932" y="61917"/>
                    <a:pt x="22232" y="68149"/>
                  </a:cubicBezTo>
                  <a:cubicBezTo>
                    <a:pt x="22240" y="70265"/>
                    <a:pt x="23959" y="71974"/>
                    <a:pt x="26070" y="71968"/>
                  </a:cubicBezTo>
                  <a:cubicBezTo>
                    <a:pt x="27775" y="71964"/>
                    <a:pt x="29269" y="70836"/>
                    <a:pt x="29742" y="69201"/>
                  </a:cubicBezTo>
                  <a:cubicBezTo>
                    <a:pt x="31522" y="63676"/>
                    <a:pt x="32611" y="57950"/>
                    <a:pt x="32971" y="52156"/>
                  </a:cubicBezTo>
                  <a:cubicBezTo>
                    <a:pt x="32971" y="50805"/>
                    <a:pt x="32971" y="49529"/>
                    <a:pt x="32971" y="48327"/>
                  </a:cubicBezTo>
                  <a:lnTo>
                    <a:pt x="34173" y="48327"/>
                  </a:lnTo>
                  <a:cubicBezTo>
                    <a:pt x="39205" y="47106"/>
                    <a:pt x="43621" y="44122"/>
                    <a:pt x="46640" y="39918"/>
                  </a:cubicBezTo>
                  <a:lnTo>
                    <a:pt x="46640" y="39918"/>
                  </a:lnTo>
                  <a:lnTo>
                    <a:pt x="46640" y="41570"/>
                  </a:lnTo>
                  <a:cubicBezTo>
                    <a:pt x="46685" y="43559"/>
                    <a:pt x="48337" y="45135"/>
                    <a:pt x="50327" y="45088"/>
                  </a:cubicBezTo>
                  <a:cubicBezTo>
                    <a:pt x="50905" y="45074"/>
                    <a:pt x="51469" y="44924"/>
                    <a:pt x="51972" y="44648"/>
                  </a:cubicBezTo>
                  <a:cubicBezTo>
                    <a:pt x="54255" y="43236"/>
                    <a:pt x="56365" y="41573"/>
                    <a:pt x="58280" y="39692"/>
                  </a:cubicBezTo>
                  <a:cubicBezTo>
                    <a:pt x="60383" y="42846"/>
                    <a:pt x="63763" y="44498"/>
                    <a:pt x="66766" y="42471"/>
                  </a:cubicBezTo>
                  <a:cubicBezTo>
                    <a:pt x="70191" y="44811"/>
                    <a:pt x="74194" y="46162"/>
                    <a:pt x="78332" y="46375"/>
                  </a:cubicBezTo>
                  <a:cubicBezTo>
                    <a:pt x="80660" y="46375"/>
                    <a:pt x="83514" y="47201"/>
                    <a:pt x="86518" y="47501"/>
                  </a:cubicBezTo>
                  <a:cubicBezTo>
                    <a:pt x="87119" y="47952"/>
                    <a:pt x="87720" y="48552"/>
                    <a:pt x="88395" y="49003"/>
                  </a:cubicBezTo>
                  <a:cubicBezTo>
                    <a:pt x="91009" y="50835"/>
                    <a:pt x="94614" y="50199"/>
                    <a:pt x="96446" y="47584"/>
                  </a:cubicBezTo>
                  <a:cubicBezTo>
                    <a:pt x="96469" y="47557"/>
                    <a:pt x="96491" y="47529"/>
                    <a:pt x="96506" y="47501"/>
                  </a:cubicBezTo>
                  <a:cubicBezTo>
                    <a:pt x="99473" y="47231"/>
                    <a:pt x="102274" y="46051"/>
                    <a:pt x="104542" y="44122"/>
                  </a:cubicBezTo>
                  <a:cubicBezTo>
                    <a:pt x="108477" y="41691"/>
                    <a:pt x="110144" y="36816"/>
                    <a:pt x="108522" y="32484"/>
                  </a:cubicBezTo>
                  <a:close/>
                </a:path>
              </a:pathLst>
            </a:custGeom>
            <a:solidFill>
              <a:srgbClr val="662E2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3" name="Content Placeholder 4">
              <a:extLst>
                <a:ext uri="{FF2B5EF4-FFF2-40B4-BE49-F238E27FC236}">
                  <a16:creationId xmlns:a16="http://schemas.microsoft.com/office/drawing/2014/main" id="{4546C459-395C-62D4-4813-8586F451CC8A}"/>
                </a:ext>
              </a:extLst>
            </p:cNvPr>
            <p:cNvSpPr/>
            <p:nvPr/>
          </p:nvSpPr>
          <p:spPr>
            <a:xfrm>
              <a:off x="9404204" y="648994"/>
              <a:ext cx="155835" cy="338211"/>
            </a:xfrm>
            <a:custGeom>
              <a:avLst/>
              <a:gdLst>
                <a:gd name="connsiteX0" fmla="*/ 155240 w 155835"/>
                <a:gd name="connsiteY0" fmla="*/ 261966 h 338211"/>
                <a:gd name="connsiteX1" fmla="*/ 154714 w 155835"/>
                <a:gd name="connsiteY1" fmla="*/ 260764 h 338211"/>
                <a:gd name="connsiteX2" fmla="*/ 152010 w 155835"/>
                <a:gd name="connsiteY2" fmla="*/ 257461 h 338211"/>
                <a:gd name="connsiteX3" fmla="*/ 148856 w 155835"/>
                <a:gd name="connsiteY3" fmla="*/ 254758 h 338211"/>
                <a:gd name="connsiteX4" fmla="*/ 147129 w 155835"/>
                <a:gd name="connsiteY4" fmla="*/ 246123 h 338211"/>
                <a:gd name="connsiteX5" fmla="*/ 142473 w 155835"/>
                <a:gd name="connsiteY5" fmla="*/ 232833 h 338211"/>
                <a:gd name="connsiteX6" fmla="*/ 131733 w 155835"/>
                <a:gd name="connsiteY6" fmla="*/ 207980 h 338211"/>
                <a:gd name="connsiteX7" fmla="*/ 128279 w 155835"/>
                <a:gd name="connsiteY7" fmla="*/ 196041 h 338211"/>
                <a:gd name="connsiteX8" fmla="*/ 127228 w 155835"/>
                <a:gd name="connsiteY8" fmla="*/ 190110 h 338211"/>
                <a:gd name="connsiteX9" fmla="*/ 126627 w 155835"/>
                <a:gd name="connsiteY9" fmla="*/ 186431 h 338211"/>
                <a:gd name="connsiteX10" fmla="*/ 125951 w 155835"/>
                <a:gd name="connsiteY10" fmla="*/ 184328 h 338211"/>
                <a:gd name="connsiteX11" fmla="*/ 121745 w 155835"/>
                <a:gd name="connsiteY11" fmla="*/ 168035 h 338211"/>
                <a:gd name="connsiteX12" fmla="*/ 121745 w 155835"/>
                <a:gd name="connsiteY12" fmla="*/ 165482 h 338211"/>
                <a:gd name="connsiteX13" fmla="*/ 120544 w 155835"/>
                <a:gd name="connsiteY13" fmla="*/ 147387 h 338211"/>
                <a:gd name="connsiteX14" fmla="*/ 118366 w 155835"/>
                <a:gd name="connsiteY14" fmla="*/ 108193 h 338211"/>
                <a:gd name="connsiteX15" fmla="*/ 117840 w 155835"/>
                <a:gd name="connsiteY15" fmla="*/ 35886 h 338211"/>
                <a:gd name="connsiteX16" fmla="*/ 117840 w 155835"/>
                <a:gd name="connsiteY16" fmla="*/ 23422 h 338211"/>
                <a:gd name="connsiteX17" fmla="*/ 114010 w 155835"/>
                <a:gd name="connsiteY17" fmla="*/ 18542 h 338211"/>
                <a:gd name="connsiteX18" fmla="*/ 112057 w 155835"/>
                <a:gd name="connsiteY18" fmla="*/ 17190 h 338211"/>
                <a:gd name="connsiteX19" fmla="*/ 80215 w 155835"/>
                <a:gd name="connsiteY19" fmla="*/ 1573 h 338211"/>
                <a:gd name="connsiteX20" fmla="*/ 57685 w 155835"/>
                <a:gd name="connsiteY20" fmla="*/ 10733 h 338211"/>
                <a:gd name="connsiteX21" fmla="*/ 57685 w 155835"/>
                <a:gd name="connsiteY21" fmla="*/ 12234 h 338211"/>
                <a:gd name="connsiteX22" fmla="*/ 52653 w 155835"/>
                <a:gd name="connsiteY22" fmla="*/ 18767 h 338211"/>
                <a:gd name="connsiteX23" fmla="*/ 37633 w 155835"/>
                <a:gd name="connsiteY23" fmla="*/ 51429 h 338211"/>
                <a:gd name="connsiteX24" fmla="*/ 32827 w 155835"/>
                <a:gd name="connsiteY24" fmla="*/ 80787 h 338211"/>
                <a:gd name="connsiteX25" fmla="*/ 23965 w 155835"/>
                <a:gd name="connsiteY25" fmla="*/ 153694 h 338211"/>
                <a:gd name="connsiteX26" fmla="*/ 834 w 155835"/>
                <a:gd name="connsiteY26" fmla="*/ 304388 h 338211"/>
                <a:gd name="connsiteX27" fmla="*/ 4289 w 155835"/>
                <a:gd name="connsiteY27" fmla="*/ 320757 h 338211"/>
                <a:gd name="connsiteX28" fmla="*/ 4289 w 155835"/>
                <a:gd name="connsiteY28" fmla="*/ 321207 h 338211"/>
                <a:gd name="connsiteX29" fmla="*/ 17131 w 155835"/>
                <a:gd name="connsiteY29" fmla="*/ 338101 h 338211"/>
                <a:gd name="connsiteX30" fmla="*/ 58060 w 155835"/>
                <a:gd name="connsiteY30" fmla="*/ 332470 h 338211"/>
                <a:gd name="connsiteX31" fmla="*/ 101919 w 155835"/>
                <a:gd name="connsiteY31" fmla="*/ 338101 h 338211"/>
                <a:gd name="connsiteX32" fmla="*/ 120093 w 155835"/>
                <a:gd name="connsiteY32" fmla="*/ 314300 h 338211"/>
                <a:gd name="connsiteX33" fmla="*/ 108678 w 155835"/>
                <a:gd name="connsiteY33" fmla="*/ 258287 h 338211"/>
                <a:gd name="connsiteX34" fmla="*/ 108678 w 155835"/>
                <a:gd name="connsiteY34" fmla="*/ 257836 h 338211"/>
                <a:gd name="connsiteX35" fmla="*/ 138718 w 155835"/>
                <a:gd name="connsiteY35" fmla="*/ 280962 h 338211"/>
                <a:gd name="connsiteX36" fmla="*/ 150576 w 155835"/>
                <a:gd name="connsiteY36" fmla="*/ 275485 h 338211"/>
                <a:gd name="connsiteX37" fmla="*/ 150659 w 155835"/>
                <a:gd name="connsiteY37" fmla="*/ 275256 h 338211"/>
                <a:gd name="connsiteX38" fmla="*/ 155240 w 155835"/>
                <a:gd name="connsiteY38" fmla="*/ 261966 h 338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155835" h="338211">
                  <a:moveTo>
                    <a:pt x="155240" y="261966"/>
                  </a:moveTo>
                  <a:cubicBezTo>
                    <a:pt x="155225" y="261514"/>
                    <a:pt x="155037" y="261085"/>
                    <a:pt x="154714" y="260764"/>
                  </a:cubicBezTo>
                  <a:cubicBezTo>
                    <a:pt x="154061" y="259483"/>
                    <a:pt x="153137" y="258356"/>
                    <a:pt x="152010" y="257461"/>
                  </a:cubicBezTo>
                  <a:lnTo>
                    <a:pt x="148856" y="254758"/>
                  </a:lnTo>
                  <a:cubicBezTo>
                    <a:pt x="147955" y="251529"/>
                    <a:pt x="147504" y="247249"/>
                    <a:pt x="147129" y="246123"/>
                  </a:cubicBezTo>
                  <a:cubicBezTo>
                    <a:pt x="145867" y="241596"/>
                    <a:pt x="144312" y="237156"/>
                    <a:pt x="142473" y="232833"/>
                  </a:cubicBezTo>
                  <a:cubicBezTo>
                    <a:pt x="139093" y="224498"/>
                    <a:pt x="134963" y="216389"/>
                    <a:pt x="131733" y="207980"/>
                  </a:cubicBezTo>
                  <a:cubicBezTo>
                    <a:pt x="130284" y="204092"/>
                    <a:pt x="129135" y="200101"/>
                    <a:pt x="128279" y="196041"/>
                  </a:cubicBezTo>
                  <a:cubicBezTo>
                    <a:pt x="128279" y="194089"/>
                    <a:pt x="127528" y="192062"/>
                    <a:pt x="127228" y="190110"/>
                  </a:cubicBezTo>
                  <a:cubicBezTo>
                    <a:pt x="127092" y="188873"/>
                    <a:pt x="126897" y="187645"/>
                    <a:pt x="126627" y="186431"/>
                  </a:cubicBezTo>
                  <a:lnTo>
                    <a:pt x="125951" y="184328"/>
                  </a:lnTo>
                  <a:cubicBezTo>
                    <a:pt x="124937" y="178804"/>
                    <a:pt x="123533" y="173359"/>
                    <a:pt x="121745" y="168035"/>
                  </a:cubicBezTo>
                  <a:cubicBezTo>
                    <a:pt x="121745" y="167209"/>
                    <a:pt x="121745" y="166383"/>
                    <a:pt x="121745" y="165482"/>
                  </a:cubicBezTo>
                  <a:cubicBezTo>
                    <a:pt x="121294" y="159475"/>
                    <a:pt x="120919" y="153468"/>
                    <a:pt x="120544" y="147387"/>
                  </a:cubicBezTo>
                  <a:cubicBezTo>
                    <a:pt x="119718" y="134322"/>
                    <a:pt x="118966" y="121257"/>
                    <a:pt x="118366" y="108193"/>
                  </a:cubicBezTo>
                  <a:cubicBezTo>
                    <a:pt x="117314" y="84090"/>
                    <a:pt x="117089" y="59988"/>
                    <a:pt x="117840" y="35886"/>
                  </a:cubicBezTo>
                  <a:cubicBezTo>
                    <a:pt x="119642" y="31928"/>
                    <a:pt x="119642" y="27381"/>
                    <a:pt x="117840" y="23422"/>
                  </a:cubicBezTo>
                  <a:cubicBezTo>
                    <a:pt x="117141" y="21414"/>
                    <a:pt x="115797" y="19696"/>
                    <a:pt x="114010" y="18542"/>
                  </a:cubicBezTo>
                  <a:cubicBezTo>
                    <a:pt x="113424" y="18007"/>
                    <a:pt x="112763" y="17553"/>
                    <a:pt x="112057" y="17190"/>
                  </a:cubicBezTo>
                  <a:cubicBezTo>
                    <a:pt x="101724" y="11430"/>
                    <a:pt x="91097" y="6217"/>
                    <a:pt x="80215" y="1573"/>
                  </a:cubicBezTo>
                  <a:cubicBezTo>
                    <a:pt x="72705" y="-1881"/>
                    <a:pt x="59262" y="-154"/>
                    <a:pt x="57685" y="10733"/>
                  </a:cubicBezTo>
                  <a:cubicBezTo>
                    <a:pt x="57647" y="11233"/>
                    <a:pt x="57647" y="11734"/>
                    <a:pt x="57685" y="12234"/>
                  </a:cubicBezTo>
                  <a:cubicBezTo>
                    <a:pt x="55432" y="13900"/>
                    <a:pt x="53690" y="16163"/>
                    <a:pt x="52653" y="18767"/>
                  </a:cubicBezTo>
                  <a:cubicBezTo>
                    <a:pt x="48072" y="30030"/>
                    <a:pt x="40938" y="39640"/>
                    <a:pt x="37633" y="51429"/>
                  </a:cubicBezTo>
                  <a:cubicBezTo>
                    <a:pt x="35020" y="61021"/>
                    <a:pt x="33405" y="70860"/>
                    <a:pt x="32827" y="80787"/>
                  </a:cubicBezTo>
                  <a:cubicBezTo>
                    <a:pt x="31152" y="105227"/>
                    <a:pt x="28193" y="129563"/>
                    <a:pt x="23965" y="153694"/>
                  </a:cubicBezTo>
                  <a:cubicBezTo>
                    <a:pt x="14352" y="203700"/>
                    <a:pt x="13902" y="255058"/>
                    <a:pt x="834" y="304388"/>
                  </a:cubicBezTo>
                  <a:cubicBezTo>
                    <a:pt x="-1081" y="310066"/>
                    <a:pt x="241" y="316338"/>
                    <a:pt x="4289" y="320757"/>
                  </a:cubicBezTo>
                  <a:cubicBezTo>
                    <a:pt x="4251" y="320907"/>
                    <a:pt x="4251" y="321057"/>
                    <a:pt x="4289" y="321207"/>
                  </a:cubicBezTo>
                  <a:cubicBezTo>
                    <a:pt x="3087" y="328716"/>
                    <a:pt x="7593" y="339077"/>
                    <a:pt x="17131" y="338101"/>
                  </a:cubicBezTo>
                  <a:cubicBezTo>
                    <a:pt x="30048" y="336825"/>
                    <a:pt x="45744" y="330593"/>
                    <a:pt x="58060" y="332470"/>
                  </a:cubicBezTo>
                  <a:cubicBezTo>
                    <a:pt x="72479" y="334347"/>
                    <a:pt x="87274" y="336750"/>
                    <a:pt x="101919" y="338101"/>
                  </a:cubicBezTo>
                  <a:cubicBezTo>
                    <a:pt x="115286" y="339378"/>
                    <a:pt x="121895" y="325187"/>
                    <a:pt x="120093" y="314300"/>
                  </a:cubicBezTo>
                  <a:cubicBezTo>
                    <a:pt x="117720" y="295365"/>
                    <a:pt x="113904" y="276639"/>
                    <a:pt x="108678" y="258287"/>
                  </a:cubicBezTo>
                  <a:lnTo>
                    <a:pt x="108678" y="257836"/>
                  </a:lnTo>
                  <a:cubicBezTo>
                    <a:pt x="117246" y="267259"/>
                    <a:pt x="127415" y="275089"/>
                    <a:pt x="138718" y="280962"/>
                  </a:cubicBezTo>
                  <a:cubicBezTo>
                    <a:pt x="143509" y="282724"/>
                    <a:pt x="148819" y="280272"/>
                    <a:pt x="150576" y="275485"/>
                  </a:cubicBezTo>
                  <a:cubicBezTo>
                    <a:pt x="150606" y="275410"/>
                    <a:pt x="150628" y="275333"/>
                    <a:pt x="150659" y="275256"/>
                  </a:cubicBezTo>
                  <a:cubicBezTo>
                    <a:pt x="154969" y="272336"/>
                    <a:pt x="156839" y="266921"/>
                    <a:pt x="155240" y="261966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4" name="Content Placeholder 4">
              <a:extLst>
                <a:ext uri="{FF2B5EF4-FFF2-40B4-BE49-F238E27FC236}">
                  <a16:creationId xmlns:a16="http://schemas.microsoft.com/office/drawing/2014/main" id="{C4BB3231-5646-AD61-B91A-E1731D46F9EB}"/>
                </a:ext>
              </a:extLst>
            </p:cNvPr>
            <p:cNvSpPr/>
            <p:nvPr/>
          </p:nvSpPr>
          <p:spPr>
            <a:xfrm>
              <a:off x="9750678" y="817747"/>
              <a:ext cx="134037" cy="132766"/>
            </a:xfrm>
            <a:custGeom>
              <a:avLst/>
              <a:gdLst>
                <a:gd name="connsiteX0" fmla="*/ 127189 w 134037"/>
                <a:gd name="connsiteY0" fmla="*/ 6340 h 132766"/>
                <a:gd name="connsiteX1" fmla="*/ 134007 w 134037"/>
                <a:gd name="connsiteY1" fmla="*/ 13338 h 132766"/>
                <a:gd name="connsiteX2" fmla="*/ 132521 w 134037"/>
                <a:gd name="connsiteY2" fmla="*/ 17527 h 132766"/>
                <a:gd name="connsiteX3" fmla="*/ 65757 w 134037"/>
                <a:gd name="connsiteY3" fmla="*/ 122195 h 132766"/>
                <a:gd name="connsiteX4" fmla="*/ 54717 w 134037"/>
                <a:gd name="connsiteY4" fmla="*/ 132632 h 132766"/>
                <a:gd name="connsiteX5" fmla="*/ 44954 w 134037"/>
                <a:gd name="connsiteY5" fmla="*/ 130980 h 132766"/>
                <a:gd name="connsiteX6" fmla="*/ 4400 w 134037"/>
                <a:gd name="connsiteY6" fmla="*/ 115963 h 132766"/>
                <a:gd name="connsiteX7" fmla="*/ 390 w 134037"/>
                <a:gd name="connsiteY7" fmla="*/ 107290 h 132766"/>
                <a:gd name="connsiteX8" fmla="*/ 946 w 134037"/>
                <a:gd name="connsiteY8" fmla="*/ 106127 h 132766"/>
                <a:gd name="connsiteX9" fmla="*/ 69587 w 134037"/>
                <a:gd name="connsiteY9" fmla="*/ 3637 h 132766"/>
                <a:gd name="connsiteX10" fmla="*/ 78674 w 134037"/>
                <a:gd name="connsiteY10" fmla="*/ 108 h 132766"/>
                <a:gd name="connsiteX11" fmla="*/ 127189 w 134037"/>
                <a:gd name="connsiteY11" fmla="*/ 6340 h 132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4037" h="132766">
                  <a:moveTo>
                    <a:pt x="127189" y="6340"/>
                  </a:moveTo>
                  <a:cubicBezTo>
                    <a:pt x="131004" y="6390"/>
                    <a:pt x="134060" y="9523"/>
                    <a:pt x="134007" y="13338"/>
                  </a:cubicBezTo>
                  <a:cubicBezTo>
                    <a:pt x="133985" y="14860"/>
                    <a:pt x="133467" y="16333"/>
                    <a:pt x="132521" y="17527"/>
                  </a:cubicBezTo>
                  <a:cubicBezTo>
                    <a:pt x="108488" y="53067"/>
                    <a:pt x="86237" y="87957"/>
                    <a:pt x="65757" y="122195"/>
                  </a:cubicBezTo>
                  <a:cubicBezTo>
                    <a:pt x="63128" y="126625"/>
                    <a:pt x="59899" y="131581"/>
                    <a:pt x="54717" y="132632"/>
                  </a:cubicBezTo>
                  <a:cubicBezTo>
                    <a:pt x="51375" y="132992"/>
                    <a:pt x="47996" y="132420"/>
                    <a:pt x="44954" y="130980"/>
                  </a:cubicBezTo>
                  <a:lnTo>
                    <a:pt x="4400" y="115963"/>
                  </a:lnTo>
                  <a:cubicBezTo>
                    <a:pt x="893" y="114676"/>
                    <a:pt x="-902" y="110793"/>
                    <a:pt x="390" y="107290"/>
                  </a:cubicBezTo>
                  <a:cubicBezTo>
                    <a:pt x="532" y="106885"/>
                    <a:pt x="720" y="106496"/>
                    <a:pt x="946" y="106127"/>
                  </a:cubicBezTo>
                  <a:cubicBezTo>
                    <a:pt x="21305" y="70342"/>
                    <a:pt x="44248" y="36088"/>
                    <a:pt x="69587" y="3637"/>
                  </a:cubicBezTo>
                  <a:cubicBezTo>
                    <a:pt x="71727" y="871"/>
                    <a:pt x="75227" y="-486"/>
                    <a:pt x="78674" y="108"/>
                  </a:cubicBezTo>
                  <a:cubicBezTo>
                    <a:pt x="94670" y="3376"/>
                    <a:pt x="110884" y="5459"/>
                    <a:pt x="127189" y="6340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5" name="Content Placeholder 4">
              <a:extLst>
                <a:ext uri="{FF2B5EF4-FFF2-40B4-BE49-F238E27FC236}">
                  <a16:creationId xmlns:a16="http://schemas.microsoft.com/office/drawing/2014/main" id="{B7BD2630-F49A-9079-902A-CC1E18608F5D}"/>
                </a:ext>
              </a:extLst>
            </p:cNvPr>
            <p:cNvSpPr/>
            <p:nvPr/>
          </p:nvSpPr>
          <p:spPr>
            <a:xfrm>
              <a:off x="9770720" y="831276"/>
              <a:ext cx="94359" cy="94305"/>
            </a:xfrm>
            <a:custGeom>
              <a:avLst/>
              <a:gdLst>
                <a:gd name="connsiteX0" fmla="*/ 89873 w 94359"/>
                <a:gd name="connsiteY0" fmla="*/ 5200 h 94305"/>
                <a:gd name="connsiteX1" fmla="*/ 94312 w 94359"/>
                <a:gd name="connsiteY1" fmla="*/ 10484 h 94305"/>
                <a:gd name="connsiteX2" fmla="*/ 93554 w 94359"/>
                <a:gd name="connsiteY2" fmla="*/ 12709 h 94305"/>
                <a:gd name="connsiteX3" fmla="*/ 46917 w 94359"/>
                <a:gd name="connsiteY3" fmla="*/ 86667 h 94305"/>
                <a:gd name="connsiteX4" fmla="*/ 39407 w 94359"/>
                <a:gd name="connsiteY4" fmla="*/ 94175 h 94305"/>
                <a:gd name="connsiteX5" fmla="*/ 32422 w 94359"/>
                <a:gd name="connsiteY5" fmla="*/ 93124 h 94305"/>
                <a:gd name="connsiteX6" fmla="*/ 3133 w 94359"/>
                <a:gd name="connsiteY6" fmla="*/ 82687 h 94305"/>
                <a:gd name="connsiteX7" fmla="*/ 287 w 94359"/>
                <a:gd name="connsiteY7" fmla="*/ 76400 h 94305"/>
                <a:gd name="connsiteX8" fmla="*/ 655 w 94359"/>
                <a:gd name="connsiteY8" fmla="*/ 75629 h 94305"/>
                <a:gd name="connsiteX9" fmla="*/ 49995 w 94359"/>
                <a:gd name="connsiteY9" fmla="*/ 2497 h 94305"/>
                <a:gd name="connsiteX10" fmla="*/ 56379 w 94359"/>
                <a:gd name="connsiteY10" fmla="*/ 94 h 94305"/>
                <a:gd name="connsiteX11" fmla="*/ 89873 w 94359"/>
                <a:gd name="connsiteY11" fmla="*/ 5200 h 94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4359" h="94305">
                  <a:moveTo>
                    <a:pt x="89873" y="5200"/>
                  </a:moveTo>
                  <a:cubicBezTo>
                    <a:pt x="92562" y="5433"/>
                    <a:pt x="94545" y="7799"/>
                    <a:pt x="94312" y="10484"/>
                  </a:cubicBezTo>
                  <a:cubicBezTo>
                    <a:pt x="94245" y="11277"/>
                    <a:pt x="93981" y="12040"/>
                    <a:pt x="93554" y="12709"/>
                  </a:cubicBezTo>
                  <a:cubicBezTo>
                    <a:pt x="76934" y="37736"/>
                    <a:pt x="61388" y="62390"/>
                    <a:pt x="46917" y="86667"/>
                  </a:cubicBezTo>
                  <a:cubicBezTo>
                    <a:pt x="45490" y="90056"/>
                    <a:pt x="42793" y="92752"/>
                    <a:pt x="39407" y="94175"/>
                  </a:cubicBezTo>
                  <a:cubicBezTo>
                    <a:pt x="37026" y="94473"/>
                    <a:pt x="34608" y="94109"/>
                    <a:pt x="32422" y="93124"/>
                  </a:cubicBezTo>
                  <a:lnTo>
                    <a:pt x="3133" y="82687"/>
                  </a:lnTo>
                  <a:cubicBezTo>
                    <a:pt x="610" y="81737"/>
                    <a:pt x="-667" y="78923"/>
                    <a:pt x="287" y="76400"/>
                  </a:cubicBezTo>
                  <a:cubicBezTo>
                    <a:pt x="385" y="76133"/>
                    <a:pt x="512" y="75875"/>
                    <a:pt x="655" y="75629"/>
                  </a:cubicBezTo>
                  <a:cubicBezTo>
                    <a:pt x="15307" y="50087"/>
                    <a:pt x="31799" y="25645"/>
                    <a:pt x="49995" y="2497"/>
                  </a:cubicBezTo>
                  <a:cubicBezTo>
                    <a:pt x="51490" y="546"/>
                    <a:pt x="53968" y="-385"/>
                    <a:pt x="56379" y="94"/>
                  </a:cubicBezTo>
                  <a:cubicBezTo>
                    <a:pt x="67404" y="2602"/>
                    <a:pt x="78601" y="4309"/>
                    <a:pt x="89873" y="5200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6" name="Content Placeholder 4">
              <a:extLst>
                <a:ext uri="{FF2B5EF4-FFF2-40B4-BE49-F238E27FC236}">
                  <a16:creationId xmlns:a16="http://schemas.microsoft.com/office/drawing/2014/main" id="{841C6C10-F25C-9E86-7319-A3E8EF2908C4}"/>
                </a:ext>
              </a:extLst>
            </p:cNvPr>
            <p:cNvSpPr/>
            <p:nvPr/>
          </p:nvSpPr>
          <p:spPr>
            <a:xfrm>
              <a:off x="9783512" y="799298"/>
              <a:ext cx="22016" cy="9700"/>
            </a:xfrm>
            <a:custGeom>
              <a:avLst/>
              <a:gdLst>
                <a:gd name="connsiteX0" fmla="*/ 19931 w 22016"/>
                <a:gd name="connsiteY0" fmla="*/ 9622 h 9700"/>
                <a:gd name="connsiteX1" fmla="*/ 1231 w 22016"/>
                <a:gd name="connsiteY1" fmla="*/ 4366 h 9700"/>
                <a:gd name="connsiteX2" fmla="*/ 232 w 22016"/>
                <a:gd name="connsiteY2" fmla="*/ 1230 h 9700"/>
                <a:gd name="connsiteX3" fmla="*/ 2733 w 22016"/>
                <a:gd name="connsiteY3" fmla="*/ 11 h 9700"/>
                <a:gd name="connsiteX4" fmla="*/ 20832 w 22016"/>
                <a:gd name="connsiteY4" fmla="*/ 6619 h 9700"/>
                <a:gd name="connsiteX5" fmla="*/ 19931 w 22016"/>
                <a:gd name="connsiteY5" fmla="*/ 9622 h 9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016" h="9700">
                  <a:moveTo>
                    <a:pt x="19931" y="9622"/>
                  </a:moveTo>
                  <a:cubicBezTo>
                    <a:pt x="13555" y="8408"/>
                    <a:pt x="7299" y="6650"/>
                    <a:pt x="1231" y="4366"/>
                  </a:cubicBezTo>
                  <a:cubicBezTo>
                    <a:pt x="90" y="3776"/>
                    <a:pt x="-361" y="2372"/>
                    <a:pt x="232" y="1230"/>
                  </a:cubicBezTo>
                  <a:cubicBezTo>
                    <a:pt x="705" y="315"/>
                    <a:pt x="1719" y="-180"/>
                    <a:pt x="2733" y="11"/>
                  </a:cubicBezTo>
                  <a:cubicBezTo>
                    <a:pt x="8816" y="2188"/>
                    <a:pt x="14674" y="4816"/>
                    <a:pt x="20832" y="6619"/>
                  </a:cubicBezTo>
                  <a:cubicBezTo>
                    <a:pt x="22935" y="7294"/>
                    <a:pt x="21884" y="10072"/>
                    <a:pt x="19931" y="9622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7" name="Content Placeholder 4">
              <a:extLst>
                <a:ext uri="{FF2B5EF4-FFF2-40B4-BE49-F238E27FC236}">
                  <a16:creationId xmlns:a16="http://schemas.microsoft.com/office/drawing/2014/main" id="{6E641027-F156-1994-534A-DC2F5B2F3EE6}"/>
                </a:ext>
              </a:extLst>
            </p:cNvPr>
            <p:cNvSpPr/>
            <p:nvPr/>
          </p:nvSpPr>
          <p:spPr>
            <a:xfrm>
              <a:off x="9804674" y="782438"/>
              <a:ext cx="7737" cy="18783"/>
            </a:xfrm>
            <a:custGeom>
              <a:avLst/>
              <a:gdLst>
                <a:gd name="connsiteX0" fmla="*/ 4251 w 7737"/>
                <a:gd name="connsiteY0" fmla="*/ 17772 h 18783"/>
                <a:gd name="connsiteX1" fmla="*/ -29 w 7737"/>
                <a:gd name="connsiteY1" fmla="*/ 2755 h 18783"/>
                <a:gd name="connsiteX2" fmla="*/ 4627 w 7737"/>
                <a:gd name="connsiteY2" fmla="*/ 1854 h 18783"/>
                <a:gd name="connsiteX3" fmla="*/ 7631 w 7737"/>
                <a:gd name="connsiteY3" fmla="*/ 16871 h 18783"/>
                <a:gd name="connsiteX4" fmla="*/ 4251 w 7737"/>
                <a:gd name="connsiteY4" fmla="*/ 17772 h 18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37" h="18783">
                  <a:moveTo>
                    <a:pt x="4251" y="17772"/>
                  </a:moveTo>
                  <a:cubicBezTo>
                    <a:pt x="1788" y="13122"/>
                    <a:pt x="331" y="8006"/>
                    <a:pt x="-29" y="2755"/>
                  </a:cubicBezTo>
                  <a:cubicBezTo>
                    <a:pt x="-29" y="-249"/>
                    <a:pt x="4251" y="-1225"/>
                    <a:pt x="4627" y="1854"/>
                  </a:cubicBezTo>
                  <a:cubicBezTo>
                    <a:pt x="5160" y="6942"/>
                    <a:pt x="6166" y="11969"/>
                    <a:pt x="7631" y="16871"/>
                  </a:cubicBezTo>
                  <a:cubicBezTo>
                    <a:pt x="8232" y="18673"/>
                    <a:pt x="5153" y="19574"/>
                    <a:pt x="4251" y="17772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8" name="Content Placeholder 4">
              <a:extLst>
                <a:ext uri="{FF2B5EF4-FFF2-40B4-BE49-F238E27FC236}">
                  <a16:creationId xmlns:a16="http://schemas.microsoft.com/office/drawing/2014/main" id="{A74D1C6C-107E-9F14-A2D8-3F7E6D52F72A}"/>
                </a:ext>
              </a:extLst>
            </p:cNvPr>
            <p:cNvSpPr/>
            <p:nvPr/>
          </p:nvSpPr>
          <p:spPr>
            <a:xfrm>
              <a:off x="9819994" y="777057"/>
              <a:ext cx="7691" cy="24520"/>
            </a:xfrm>
            <a:custGeom>
              <a:avLst/>
              <a:gdLst>
                <a:gd name="connsiteX0" fmla="*/ -29 w 7691"/>
                <a:gd name="connsiteY0" fmla="*/ 23003 h 24520"/>
                <a:gd name="connsiteX1" fmla="*/ 2975 w 7691"/>
                <a:gd name="connsiteY1" fmla="*/ 2054 h 24520"/>
                <a:gd name="connsiteX2" fmla="*/ 7631 w 7691"/>
                <a:gd name="connsiteY2" fmla="*/ 2054 h 24520"/>
                <a:gd name="connsiteX3" fmla="*/ 3200 w 7691"/>
                <a:gd name="connsiteY3" fmla="*/ 23303 h 24520"/>
                <a:gd name="connsiteX4" fmla="*/ 1150 w 7691"/>
                <a:gd name="connsiteY4" fmla="*/ 24423 h 24520"/>
                <a:gd name="connsiteX5" fmla="*/ -29 w 7691"/>
                <a:gd name="connsiteY5" fmla="*/ 23003 h 24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91" h="24520">
                  <a:moveTo>
                    <a:pt x="-29" y="23003"/>
                  </a:moveTo>
                  <a:cubicBezTo>
                    <a:pt x="188" y="15930"/>
                    <a:pt x="1195" y="8903"/>
                    <a:pt x="2975" y="2054"/>
                  </a:cubicBezTo>
                  <a:cubicBezTo>
                    <a:pt x="3575" y="-799"/>
                    <a:pt x="8082" y="-649"/>
                    <a:pt x="7631" y="2054"/>
                  </a:cubicBezTo>
                  <a:cubicBezTo>
                    <a:pt x="6962" y="9282"/>
                    <a:pt x="5475" y="16410"/>
                    <a:pt x="3200" y="23303"/>
                  </a:cubicBezTo>
                  <a:cubicBezTo>
                    <a:pt x="2945" y="24179"/>
                    <a:pt x="2028" y="24680"/>
                    <a:pt x="1150" y="24423"/>
                  </a:cubicBezTo>
                  <a:cubicBezTo>
                    <a:pt x="504" y="24233"/>
                    <a:pt x="38" y="23672"/>
                    <a:pt x="-29" y="23003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9" name="Content Placeholder 4">
              <a:extLst>
                <a:ext uri="{FF2B5EF4-FFF2-40B4-BE49-F238E27FC236}">
                  <a16:creationId xmlns:a16="http://schemas.microsoft.com/office/drawing/2014/main" id="{14A7C913-4EF8-A0D8-0E77-F24409999B37}"/>
                </a:ext>
              </a:extLst>
            </p:cNvPr>
            <p:cNvSpPr/>
            <p:nvPr/>
          </p:nvSpPr>
          <p:spPr>
            <a:xfrm>
              <a:off x="9811583" y="844877"/>
              <a:ext cx="39127" cy="14079"/>
            </a:xfrm>
            <a:custGeom>
              <a:avLst/>
              <a:gdLst>
                <a:gd name="connsiteX0" fmla="*/ -29 w 39127"/>
                <a:gd name="connsiteY0" fmla="*/ 8042 h 14079"/>
                <a:gd name="connsiteX1" fmla="*/ 6354 w 39127"/>
                <a:gd name="connsiteY1" fmla="*/ 533 h 14079"/>
                <a:gd name="connsiteX2" fmla="*/ 16568 w 39127"/>
                <a:gd name="connsiteY2" fmla="*/ 533 h 14079"/>
                <a:gd name="connsiteX3" fmla="*/ 39098 w 39127"/>
                <a:gd name="connsiteY3" fmla="*/ 3912 h 14079"/>
                <a:gd name="connsiteX4" fmla="*/ 33841 w 39127"/>
                <a:gd name="connsiteY4" fmla="*/ 12021 h 14079"/>
                <a:gd name="connsiteX5" fmla="*/ 31513 w 39127"/>
                <a:gd name="connsiteY5" fmla="*/ 13823 h 14079"/>
                <a:gd name="connsiteX6" fmla="*/ 26256 w 39127"/>
                <a:gd name="connsiteY6" fmla="*/ 13223 h 14079"/>
                <a:gd name="connsiteX7" fmla="*/ -29 w 39127"/>
                <a:gd name="connsiteY7" fmla="*/ 8042 h 14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127" h="14079">
                  <a:moveTo>
                    <a:pt x="-29" y="8042"/>
                  </a:moveTo>
                  <a:cubicBezTo>
                    <a:pt x="181" y="4395"/>
                    <a:pt x="2787" y="1332"/>
                    <a:pt x="6354" y="533"/>
                  </a:cubicBezTo>
                  <a:cubicBezTo>
                    <a:pt x="9719" y="-217"/>
                    <a:pt x="13203" y="-217"/>
                    <a:pt x="16568" y="533"/>
                  </a:cubicBezTo>
                  <a:lnTo>
                    <a:pt x="39098" y="3912"/>
                  </a:lnTo>
                  <a:cubicBezTo>
                    <a:pt x="38227" y="7094"/>
                    <a:pt x="36394" y="9928"/>
                    <a:pt x="33841" y="12021"/>
                  </a:cubicBezTo>
                  <a:cubicBezTo>
                    <a:pt x="33210" y="12786"/>
                    <a:pt x="32414" y="13401"/>
                    <a:pt x="31513" y="13823"/>
                  </a:cubicBezTo>
                  <a:cubicBezTo>
                    <a:pt x="29748" y="14267"/>
                    <a:pt x="27878" y="14054"/>
                    <a:pt x="26256" y="13223"/>
                  </a:cubicBezTo>
                  <a:cubicBezTo>
                    <a:pt x="17792" y="10221"/>
                    <a:pt x="8937" y="8475"/>
                    <a:pt x="-29" y="8042"/>
                  </a:cubicBezTo>
                  <a:close/>
                </a:path>
              </a:pathLst>
            </a:custGeom>
            <a:solidFill>
              <a:srgbClr val="B3B3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0" name="Content Placeholder 4">
              <a:extLst>
                <a:ext uri="{FF2B5EF4-FFF2-40B4-BE49-F238E27FC236}">
                  <a16:creationId xmlns:a16="http://schemas.microsoft.com/office/drawing/2014/main" id="{46CAF3D6-406C-66CC-F1A3-3C736EAFF4EE}"/>
                </a:ext>
              </a:extLst>
            </p:cNvPr>
            <p:cNvSpPr/>
            <p:nvPr/>
          </p:nvSpPr>
          <p:spPr>
            <a:xfrm>
              <a:off x="9807897" y="864919"/>
              <a:ext cx="25332" cy="11513"/>
            </a:xfrm>
            <a:custGeom>
              <a:avLst/>
              <a:gdLst>
                <a:gd name="connsiteX0" fmla="*/ 24685 w 25332"/>
                <a:gd name="connsiteY0" fmla="*/ 9024 h 11513"/>
                <a:gd name="connsiteX1" fmla="*/ 1329 w 25332"/>
                <a:gd name="connsiteY1" fmla="*/ 14 h 11513"/>
                <a:gd name="connsiteX2" fmla="*/ 15 w 25332"/>
                <a:gd name="connsiteY2" fmla="*/ 727 h 11513"/>
                <a:gd name="connsiteX3" fmla="*/ 728 w 25332"/>
                <a:gd name="connsiteY3" fmla="*/ 2041 h 11513"/>
                <a:gd name="connsiteX4" fmla="*/ 23258 w 25332"/>
                <a:gd name="connsiteY4" fmla="*/ 11277 h 11513"/>
                <a:gd name="connsiteX5" fmla="*/ 25098 w 25332"/>
                <a:gd name="connsiteY5" fmla="*/ 10864 h 11513"/>
                <a:gd name="connsiteX6" fmla="*/ 24685 w 25332"/>
                <a:gd name="connsiteY6" fmla="*/ 9024 h 11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332" h="11513">
                  <a:moveTo>
                    <a:pt x="24685" y="9024"/>
                  </a:moveTo>
                  <a:cubicBezTo>
                    <a:pt x="17340" y="4981"/>
                    <a:pt x="9485" y="1950"/>
                    <a:pt x="1329" y="14"/>
                  </a:cubicBezTo>
                  <a:cubicBezTo>
                    <a:pt x="766" y="-152"/>
                    <a:pt x="180" y="167"/>
                    <a:pt x="15" y="727"/>
                  </a:cubicBezTo>
                  <a:cubicBezTo>
                    <a:pt x="-151" y="1288"/>
                    <a:pt x="165" y="1875"/>
                    <a:pt x="728" y="2041"/>
                  </a:cubicBezTo>
                  <a:cubicBezTo>
                    <a:pt x="8538" y="4327"/>
                    <a:pt x="16094" y="7423"/>
                    <a:pt x="23258" y="11277"/>
                  </a:cubicBezTo>
                  <a:cubicBezTo>
                    <a:pt x="23881" y="11671"/>
                    <a:pt x="24700" y="11486"/>
                    <a:pt x="25098" y="10864"/>
                  </a:cubicBezTo>
                  <a:cubicBezTo>
                    <a:pt x="25488" y="10242"/>
                    <a:pt x="25308" y="9418"/>
                    <a:pt x="24685" y="9024"/>
                  </a:cubicBezTo>
                  <a:close/>
                </a:path>
              </a:pathLst>
            </a:custGeom>
            <a:solidFill>
              <a:srgbClr val="B3B3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1" name="Content Placeholder 4">
              <a:extLst>
                <a:ext uri="{FF2B5EF4-FFF2-40B4-BE49-F238E27FC236}">
                  <a16:creationId xmlns:a16="http://schemas.microsoft.com/office/drawing/2014/main" id="{A1ED2DD4-8AFD-C9DD-E1F7-9BC9EA9EE8A2}"/>
                </a:ext>
              </a:extLst>
            </p:cNvPr>
            <p:cNvSpPr/>
            <p:nvPr/>
          </p:nvSpPr>
          <p:spPr>
            <a:xfrm>
              <a:off x="9800587" y="874348"/>
              <a:ext cx="28395" cy="7282"/>
            </a:xfrm>
            <a:custGeom>
              <a:avLst/>
              <a:gdLst>
                <a:gd name="connsiteX0" fmla="*/ 27338 w 28395"/>
                <a:gd name="connsiteY0" fmla="*/ 4776 h 7282"/>
                <a:gd name="connsiteX1" fmla="*/ 678 w 28395"/>
                <a:gd name="connsiteY1" fmla="*/ -30 h 7282"/>
                <a:gd name="connsiteX2" fmla="*/ 10 w 28395"/>
                <a:gd name="connsiteY2" fmla="*/ 1177 h 7282"/>
                <a:gd name="connsiteX3" fmla="*/ 678 w 28395"/>
                <a:gd name="connsiteY3" fmla="*/ 1847 h 7282"/>
                <a:gd name="connsiteX4" fmla="*/ 26662 w 28395"/>
                <a:gd name="connsiteY4" fmla="*/ 7178 h 7282"/>
                <a:gd name="connsiteX5" fmla="*/ 27338 w 28395"/>
                <a:gd name="connsiteY5" fmla="*/ 4776 h 7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395" h="7282">
                  <a:moveTo>
                    <a:pt x="27338" y="4776"/>
                  </a:moveTo>
                  <a:cubicBezTo>
                    <a:pt x="18777" y="1718"/>
                    <a:pt x="9765" y="94"/>
                    <a:pt x="678" y="-30"/>
                  </a:cubicBezTo>
                  <a:cubicBezTo>
                    <a:pt x="159" y="118"/>
                    <a:pt x="-141" y="659"/>
                    <a:pt x="10" y="1177"/>
                  </a:cubicBezTo>
                  <a:cubicBezTo>
                    <a:pt x="99" y="1501"/>
                    <a:pt x="355" y="1755"/>
                    <a:pt x="678" y="1847"/>
                  </a:cubicBezTo>
                  <a:cubicBezTo>
                    <a:pt x="9547" y="2411"/>
                    <a:pt x="18289" y="4206"/>
                    <a:pt x="26662" y="7178"/>
                  </a:cubicBezTo>
                  <a:cubicBezTo>
                    <a:pt x="28239" y="7704"/>
                    <a:pt x="29216" y="5301"/>
                    <a:pt x="27338" y="4776"/>
                  </a:cubicBezTo>
                  <a:close/>
                </a:path>
              </a:pathLst>
            </a:custGeom>
            <a:solidFill>
              <a:srgbClr val="B3B3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2" name="Content Placeholder 4">
              <a:extLst>
                <a:ext uri="{FF2B5EF4-FFF2-40B4-BE49-F238E27FC236}">
                  <a16:creationId xmlns:a16="http://schemas.microsoft.com/office/drawing/2014/main" id="{75B67C00-D97A-E6D3-2450-3FC52C3D8B54}"/>
                </a:ext>
              </a:extLst>
            </p:cNvPr>
            <p:cNvSpPr/>
            <p:nvPr/>
          </p:nvSpPr>
          <p:spPr>
            <a:xfrm>
              <a:off x="9795235" y="881931"/>
              <a:ext cx="25843" cy="10063"/>
            </a:xfrm>
            <a:custGeom>
              <a:avLst/>
              <a:gdLst>
                <a:gd name="connsiteX0" fmla="*/ 25031 w 25843"/>
                <a:gd name="connsiteY0" fmla="*/ 7479 h 10063"/>
                <a:gd name="connsiteX1" fmla="*/ 1074 w 25843"/>
                <a:gd name="connsiteY1" fmla="*/ -30 h 10063"/>
                <a:gd name="connsiteX2" fmla="*/ 623 w 25843"/>
                <a:gd name="connsiteY2" fmla="*/ 1772 h 10063"/>
                <a:gd name="connsiteX3" fmla="*/ 24430 w 25843"/>
                <a:gd name="connsiteY3" fmla="*/ 10032 h 10063"/>
                <a:gd name="connsiteX4" fmla="*/ 25031 w 25843"/>
                <a:gd name="connsiteY4" fmla="*/ 7479 h 10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843" h="10063">
                  <a:moveTo>
                    <a:pt x="25031" y="7479"/>
                  </a:moveTo>
                  <a:cubicBezTo>
                    <a:pt x="17521" y="4475"/>
                    <a:pt x="9109" y="2148"/>
                    <a:pt x="1074" y="-30"/>
                  </a:cubicBezTo>
                  <a:cubicBezTo>
                    <a:pt x="-53" y="-30"/>
                    <a:pt x="-503" y="1397"/>
                    <a:pt x="623" y="1772"/>
                  </a:cubicBezTo>
                  <a:cubicBezTo>
                    <a:pt x="8133" y="4626"/>
                    <a:pt x="16394" y="7629"/>
                    <a:pt x="24430" y="10032"/>
                  </a:cubicBezTo>
                  <a:cubicBezTo>
                    <a:pt x="25857" y="10107"/>
                    <a:pt x="26382" y="8004"/>
                    <a:pt x="25031" y="7479"/>
                  </a:cubicBezTo>
                  <a:close/>
                </a:path>
              </a:pathLst>
            </a:custGeom>
            <a:solidFill>
              <a:srgbClr val="B3B3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3" name="Content Placeholder 4">
              <a:extLst>
                <a:ext uri="{FF2B5EF4-FFF2-40B4-BE49-F238E27FC236}">
                  <a16:creationId xmlns:a16="http://schemas.microsoft.com/office/drawing/2014/main" id="{1589752B-75C7-773A-E8AC-8CF5A991FCFF}"/>
                </a:ext>
              </a:extLst>
            </p:cNvPr>
            <p:cNvSpPr/>
            <p:nvPr/>
          </p:nvSpPr>
          <p:spPr>
            <a:xfrm>
              <a:off x="9790472" y="892894"/>
              <a:ext cx="25590" cy="8382"/>
            </a:xfrm>
            <a:custGeom>
              <a:avLst/>
              <a:gdLst>
                <a:gd name="connsiteX0" fmla="*/ 24686 w 25590"/>
                <a:gd name="connsiteY0" fmla="*/ 5977 h 8382"/>
                <a:gd name="connsiteX1" fmla="*/ 955 w 25590"/>
                <a:gd name="connsiteY1" fmla="*/ -30 h 8382"/>
                <a:gd name="connsiteX2" fmla="*/ -29 w 25590"/>
                <a:gd name="connsiteY2" fmla="*/ 941 h 8382"/>
                <a:gd name="connsiteX3" fmla="*/ 429 w 25590"/>
                <a:gd name="connsiteY3" fmla="*/ 1772 h 8382"/>
                <a:gd name="connsiteX4" fmla="*/ 24011 w 25590"/>
                <a:gd name="connsiteY4" fmla="*/ 8305 h 8382"/>
                <a:gd name="connsiteX5" fmla="*/ 25512 w 25590"/>
                <a:gd name="connsiteY5" fmla="*/ 7479 h 8382"/>
                <a:gd name="connsiteX6" fmla="*/ 24686 w 25590"/>
                <a:gd name="connsiteY6" fmla="*/ 5977 h 8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590" h="8382">
                  <a:moveTo>
                    <a:pt x="24686" y="5977"/>
                  </a:moveTo>
                  <a:cubicBezTo>
                    <a:pt x="17176" y="3649"/>
                    <a:pt x="8840" y="1922"/>
                    <a:pt x="955" y="-30"/>
                  </a:cubicBezTo>
                  <a:cubicBezTo>
                    <a:pt x="414" y="-33"/>
                    <a:pt x="-21" y="402"/>
                    <a:pt x="-29" y="941"/>
                  </a:cubicBezTo>
                  <a:cubicBezTo>
                    <a:pt x="-29" y="1278"/>
                    <a:pt x="144" y="1593"/>
                    <a:pt x="429" y="1772"/>
                  </a:cubicBezTo>
                  <a:cubicBezTo>
                    <a:pt x="7939" y="4025"/>
                    <a:pt x="16125" y="6428"/>
                    <a:pt x="24011" y="8305"/>
                  </a:cubicBezTo>
                  <a:cubicBezTo>
                    <a:pt x="24656" y="8492"/>
                    <a:pt x="25325" y="8121"/>
                    <a:pt x="25512" y="7479"/>
                  </a:cubicBezTo>
                  <a:cubicBezTo>
                    <a:pt x="25700" y="6836"/>
                    <a:pt x="25332" y="6163"/>
                    <a:pt x="24686" y="5977"/>
                  </a:cubicBezTo>
                  <a:close/>
                </a:path>
              </a:pathLst>
            </a:custGeom>
            <a:solidFill>
              <a:srgbClr val="B3B3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4" name="Content Placeholder 4">
              <a:extLst>
                <a:ext uri="{FF2B5EF4-FFF2-40B4-BE49-F238E27FC236}">
                  <a16:creationId xmlns:a16="http://schemas.microsoft.com/office/drawing/2014/main" id="{E40E46F5-6225-0A2E-59BD-B89C7D295508}"/>
                </a:ext>
              </a:extLst>
            </p:cNvPr>
            <p:cNvSpPr/>
            <p:nvPr/>
          </p:nvSpPr>
          <p:spPr>
            <a:xfrm>
              <a:off x="9786645" y="904607"/>
              <a:ext cx="22713" cy="6737"/>
            </a:xfrm>
            <a:custGeom>
              <a:avLst/>
              <a:gdLst>
                <a:gd name="connsiteX0" fmla="*/ 21754 w 22713"/>
                <a:gd name="connsiteY0" fmla="*/ 4175 h 6737"/>
                <a:gd name="connsiteX1" fmla="*/ 1176 w 22713"/>
                <a:gd name="connsiteY1" fmla="*/ -30 h 6737"/>
                <a:gd name="connsiteX2" fmla="*/ 651 w 22713"/>
                <a:gd name="connsiteY2" fmla="*/ 1847 h 6737"/>
                <a:gd name="connsiteX3" fmla="*/ 21078 w 22713"/>
                <a:gd name="connsiteY3" fmla="*/ 6653 h 6737"/>
                <a:gd name="connsiteX4" fmla="*/ 21754 w 22713"/>
                <a:gd name="connsiteY4" fmla="*/ 4175 h 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713" h="6737">
                  <a:moveTo>
                    <a:pt x="21754" y="4175"/>
                  </a:moveTo>
                  <a:cubicBezTo>
                    <a:pt x="14995" y="2523"/>
                    <a:pt x="8086" y="1247"/>
                    <a:pt x="1176" y="-30"/>
                  </a:cubicBezTo>
                  <a:cubicBezTo>
                    <a:pt x="-25" y="-30"/>
                    <a:pt x="-551" y="1547"/>
                    <a:pt x="651" y="1847"/>
                  </a:cubicBezTo>
                  <a:cubicBezTo>
                    <a:pt x="7410" y="3574"/>
                    <a:pt x="14244" y="5301"/>
                    <a:pt x="21078" y="6653"/>
                  </a:cubicBezTo>
                  <a:cubicBezTo>
                    <a:pt x="22655" y="7103"/>
                    <a:pt x="23406" y="4625"/>
                    <a:pt x="21754" y="4175"/>
                  </a:cubicBezTo>
                  <a:close/>
                </a:path>
              </a:pathLst>
            </a:custGeom>
            <a:solidFill>
              <a:srgbClr val="B3B3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5" name="Content Placeholder 4">
              <a:extLst>
                <a:ext uri="{FF2B5EF4-FFF2-40B4-BE49-F238E27FC236}">
                  <a16:creationId xmlns:a16="http://schemas.microsoft.com/office/drawing/2014/main" id="{18C56BE3-8C1D-8FD5-4AA2-7CBB8F221AC5}"/>
                </a:ext>
              </a:extLst>
            </p:cNvPr>
            <p:cNvSpPr/>
            <p:nvPr/>
          </p:nvSpPr>
          <p:spPr>
            <a:xfrm>
              <a:off x="9545804" y="1019557"/>
              <a:ext cx="188037" cy="298315"/>
            </a:xfrm>
            <a:custGeom>
              <a:avLst/>
              <a:gdLst>
                <a:gd name="connsiteX0" fmla="*/ 42552 w 188037"/>
                <a:gd name="connsiteY0" fmla="*/ 202553 h 298315"/>
                <a:gd name="connsiteX1" fmla="*/ 61177 w 188037"/>
                <a:gd name="connsiteY1" fmla="*/ 145789 h 298315"/>
                <a:gd name="connsiteX2" fmla="*/ 78150 w 188037"/>
                <a:gd name="connsiteY2" fmla="*/ 18145 h 298315"/>
                <a:gd name="connsiteX3" fmla="*/ 81003 w 188037"/>
                <a:gd name="connsiteY3" fmla="*/ 7784 h 298315"/>
                <a:gd name="connsiteX4" fmla="*/ 109391 w 188037"/>
                <a:gd name="connsiteY4" fmla="*/ 801 h 298315"/>
                <a:gd name="connsiteX5" fmla="*/ 113447 w 188037"/>
                <a:gd name="connsiteY5" fmla="*/ 1852 h 298315"/>
                <a:gd name="connsiteX6" fmla="*/ 176155 w 188037"/>
                <a:gd name="connsiteY6" fmla="*/ 6807 h 298315"/>
                <a:gd name="connsiteX7" fmla="*/ 187195 w 188037"/>
                <a:gd name="connsiteY7" fmla="*/ 17394 h 298315"/>
                <a:gd name="connsiteX8" fmla="*/ 187871 w 188037"/>
                <a:gd name="connsiteY8" fmla="*/ 18145 h 298315"/>
                <a:gd name="connsiteX9" fmla="*/ 187270 w 188037"/>
                <a:gd name="connsiteY9" fmla="*/ 18145 h 298315"/>
                <a:gd name="connsiteX10" fmla="*/ 185092 w 188037"/>
                <a:gd name="connsiteY10" fmla="*/ 24452 h 298315"/>
                <a:gd name="connsiteX11" fmla="*/ 167669 w 188037"/>
                <a:gd name="connsiteY11" fmla="*/ 214867 h 298315"/>
                <a:gd name="connsiteX12" fmla="*/ 155503 w 188037"/>
                <a:gd name="connsiteY12" fmla="*/ 298286 h 298315"/>
                <a:gd name="connsiteX13" fmla="*/ 137779 w 188037"/>
                <a:gd name="connsiteY13" fmla="*/ 298286 h 298315"/>
                <a:gd name="connsiteX14" fmla="*/ 132297 w 188037"/>
                <a:gd name="connsiteY14" fmla="*/ 58015 h 298315"/>
                <a:gd name="connsiteX15" fmla="*/ 127190 w 188037"/>
                <a:gd name="connsiteY15" fmla="*/ 75735 h 298315"/>
                <a:gd name="connsiteX16" fmla="*/ 101280 w 188037"/>
                <a:gd name="connsiteY16" fmla="*/ 158328 h 298315"/>
                <a:gd name="connsiteX17" fmla="*/ 97300 w 188037"/>
                <a:gd name="connsiteY17" fmla="*/ 164785 h 298315"/>
                <a:gd name="connsiteX18" fmla="*/ 75521 w 188037"/>
                <a:gd name="connsiteY18" fmla="*/ 205406 h 298315"/>
                <a:gd name="connsiteX19" fmla="*/ 22501 w 188037"/>
                <a:gd name="connsiteY19" fmla="*/ 285671 h 298315"/>
                <a:gd name="connsiteX20" fmla="*/ -29 w 188037"/>
                <a:gd name="connsiteY20" fmla="*/ 277637 h 298315"/>
                <a:gd name="connsiteX21" fmla="*/ 42552 w 188037"/>
                <a:gd name="connsiteY21" fmla="*/ 202553 h 29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8037" h="298315">
                  <a:moveTo>
                    <a:pt x="42552" y="202553"/>
                  </a:moveTo>
                  <a:cubicBezTo>
                    <a:pt x="53502" y="185531"/>
                    <a:pt x="59915" y="165987"/>
                    <a:pt x="61177" y="145789"/>
                  </a:cubicBezTo>
                  <a:cubicBezTo>
                    <a:pt x="66885" y="103088"/>
                    <a:pt x="72540" y="60545"/>
                    <a:pt x="78150" y="18145"/>
                  </a:cubicBezTo>
                  <a:cubicBezTo>
                    <a:pt x="78435" y="14541"/>
                    <a:pt x="79404" y="11027"/>
                    <a:pt x="81003" y="7784"/>
                  </a:cubicBezTo>
                  <a:cubicBezTo>
                    <a:pt x="86336" y="-1076"/>
                    <a:pt x="99178" y="-701"/>
                    <a:pt x="109391" y="801"/>
                  </a:cubicBezTo>
                  <a:cubicBezTo>
                    <a:pt x="110781" y="1003"/>
                    <a:pt x="112140" y="1349"/>
                    <a:pt x="113447" y="1852"/>
                  </a:cubicBezTo>
                  <a:cubicBezTo>
                    <a:pt x="134325" y="3954"/>
                    <a:pt x="155225" y="5606"/>
                    <a:pt x="176155" y="6807"/>
                  </a:cubicBezTo>
                  <a:cubicBezTo>
                    <a:pt x="181848" y="7348"/>
                    <a:pt x="186422" y="11733"/>
                    <a:pt x="187195" y="17394"/>
                  </a:cubicBezTo>
                  <a:cubicBezTo>
                    <a:pt x="187796" y="17394"/>
                    <a:pt x="188246" y="17394"/>
                    <a:pt x="187871" y="18145"/>
                  </a:cubicBezTo>
                  <a:lnTo>
                    <a:pt x="187270" y="18145"/>
                  </a:lnTo>
                  <a:cubicBezTo>
                    <a:pt x="187353" y="20443"/>
                    <a:pt x="186579" y="22695"/>
                    <a:pt x="185092" y="24452"/>
                  </a:cubicBezTo>
                  <a:cubicBezTo>
                    <a:pt x="185716" y="88349"/>
                    <a:pt x="179880" y="152141"/>
                    <a:pt x="167669" y="214867"/>
                  </a:cubicBezTo>
                  <a:cubicBezTo>
                    <a:pt x="161007" y="242228"/>
                    <a:pt x="156937" y="270159"/>
                    <a:pt x="155503" y="298286"/>
                  </a:cubicBezTo>
                  <a:lnTo>
                    <a:pt x="137779" y="298286"/>
                  </a:lnTo>
                  <a:cubicBezTo>
                    <a:pt x="135924" y="218193"/>
                    <a:pt x="134099" y="138108"/>
                    <a:pt x="132297" y="58015"/>
                  </a:cubicBezTo>
                  <a:cubicBezTo>
                    <a:pt x="130945" y="64022"/>
                    <a:pt x="129068" y="70029"/>
                    <a:pt x="127190" y="75735"/>
                  </a:cubicBezTo>
                  <a:cubicBezTo>
                    <a:pt x="116834" y="102698"/>
                    <a:pt x="108175" y="130284"/>
                    <a:pt x="101280" y="158328"/>
                  </a:cubicBezTo>
                  <a:cubicBezTo>
                    <a:pt x="100838" y="160911"/>
                    <a:pt x="99411" y="163231"/>
                    <a:pt x="97300" y="164785"/>
                  </a:cubicBezTo>
                  <a:cubicBezTo>
                    <a:pt x="92021" y="179299"/>
                    <a:pt x="84691" y="192980"/>
                    <a:pt x="75521" y="205406"/>
                  </a:cubicBezTo>
                  <a:cubicBezTo>
                    <a:pt x="55770" y="231160"/>
                    <a:pt x="42552" y="254887"/>
                    <a:pt x="22501" y="285671"/>
                  </a:cubicBezTo>
                  <a:cubicBezTo>
                    <a:pt x="14300" y="285619"/>
                    <a:pt x="6355" y="282788"/>
                    <a:pt x="-29" y="277637"/>
                  </a:cubicBezTo>
                  <a:cubicBezTo>
                    <a:pt x="14090" y="252461"/>
                    <a:pt x="28284" y="227428"/>
                    <a:pt x="42552" y="202553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6" name="Content Placeholder 4">
              <a:extLst>
                <a:ext uri="{FF2B5EF4-FFF2-40B4-BE49-F238E27FC236}">
                  <a16:creationId xmlns:a16="http://schemas.microsoft.com/office/drawing/2014/main" id="{2B29F14F-D814-407A-A268-975AFCBC41FA}"/>
                </a:ext>
              </a:extLst>
            </p:cNvPr>
            <p:cNvSpPr/>
            <p:nvPr/>
          </p:nvSpPr>
          <p:spPr>
            <a:xfrm>
              <a:off x="9679173" y="1313868"/>
              <a:ext cx="58999" cy="20952"/>
            </a:xfrm>
            <a:custGeom>
              <a:avLst/>
              <a:gdLst>
                <a:gd name="connsiteX0" fmla="*/ 18154 w 58999"/>
                <a:gd name="connsiteY0" fmla="*/ 16964 h 20952"/>
                <a:gd name="connsiteX1" fmla="*/ 15676 w 58999"/>
                <a:gd name="connsiteY1" fmla="*/ 20793 h 20952"/>
                <a:gd name="connsiteX2" fmla="*/ 6814 w 58999"/>
                <a:gd name="connsiteY2" fmla="*/ 20192 h 20952"/>
                <a:gd name="connsiteX3" fmla="*/ 4711 w 58999"/>
                <a:gd name="connsiteY3" fmla="*/ 19291 h 20952"/>
                <a:gd name="connsiteX4" fmla="*/ 3509 w 58999"/>
                <a:gd name="connsiteY4" fmla="*/ 17940 h 20952"/>
                <a:gd name="connsiteX5" fmla="*/ -20 w 58999"/>
                <a:gd name="connsiteY5" fmla="*/ 12609 h 20952"/>
                <a:gd name="connsiteX6" fmla="*/ 1106 w 58999"/>
                <a:gd name="connsiteY6" fmla="*/ 8780 h 20952"/>
                <a:gd name="connsiteX7" fmla="*/ 4636 w 58999"/>
                <a:gd name="connsiteY7" fmla="*/ 370 h 20952"/>
                <a:gd name="connsiteX8" fmla="*/ 22359 w 58999"/>
                <a:gd name="connsiteY8" fmla="*/ 370 h 20952"/>
                <a:gd name="connsiteX9" fmla="*/ 23636 w 58999"/>
                <a:gd name="connsiteY9" fmla="*/ 6076 h 20952"/>
                <a:gd name="connsiteX10" fmla="*/ 41285 w 58999"/>
                <a:gd name="connsiteY10" fmla="*/ 9155 h 20952"/>
                <a:gd name="connsiteX11" fmla="*/ 50146 w 58999"/>
                <a:gd name="connsiteY11" fmla="*/ 10507 h 20952"/>
                <a:gd name="connsiteX12" fmla="*/ 58182 w 58999"/>
                <a:gd name="connsiteY12" fmla="*/ 11933 h 20952"/>
                <a:gd name="connsiteX13" fmla="*/ 58858 w 58999"/>
                <a:gd name="connsiteY13" fmla="*/ 14636 h 20952"/>
                <a:gd name="connsiteX14" fmla="*/ 58858 w 58999"/>
                <a:gd name="connsiteY14" fmla="*/ 16738 h 20952"/>
                <a:gd name="connsiteX15" fmla="*/ 56230 w 58999"/>
                <a:gd name="connsiteY15" fmla="*/ 19216 h 20952"/>
                <a:gd name="connsiteX16" fmla="*/ 18154 w 58999"/>
                <a:gd name="connsiteY16" fmla="*/ 16964 h 20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8999" h="20952">
                  <a:moveTo>
                    <a:pt x="18154" y="16964"/>
                  </a:moveTo>
                  <a:cubicBezTo>
                    <a:pt x="20632" y="18991"/>
                    <a:pt x="17253" y="20643"/>
                    <a:pt x="15676" y="20793"/>
                  </a:cubicBezTo>
                  <a:cubicBezTo>
                    <a:pt x="12709" y="21086"/>
                    <a:pt x="9713" y="20883"/>
                    <a:pt x="6814" y="20192"/>
                  </a:cubicBezTo>
                  <a:cubicBezTo>
                    <a:pt x="6048" y="20087"/>
                    <a:pt x="5319" y="19772"/>
                    <a:pt x="4711" y="19291"/>
                  </a:cubicBezTo>
                  <a:cubicBezTo>
                    <a:pt x="4253" y="18893"/>
                    <a:pt x="3848" y="18443"/>
                    <a:pt x="3509" y="17940"/>
                  </a:cubicBezTo>
                  <a:cubicBezTo>
                    <a:pt x="2105" y="16326"/>
                    <a:pt x="919" y="14531"/>
                    <a:pt x="-20" y="12609"/>
                  </a:cubicBezTo>
                  <a:cubicBezTo>
                    <a:pt x="-95" y="11242"/>
                    <a:pt x="302" y="9891"/>
                    <a:pt x="1106" y="8780"/>
                  </a:cubicBezTo>
                  <a:cubicBezTo>
                    <a:pt x="2458" y="6152"/>
                    <a:pt x="4786" y="3449"/>
                    <a:pt x="4636" y="370"/>
                  </a:cubicBezTo>
                  <a:cubicBezTo>
                    <a:pt x="10531" y="-163"/>
                    <a:pt x="16464" y="-163"/>
                    <a:pt x="22359" y="370"/>
                  </a:cubicBezTo>
                  <a:cubicBezTo>
                    <a:pt x="22810" y="2547"/>
                    <a:pt x="24462" y="4350"/>
                    <a:pt x="23636" y="6076"/>
                  </a:cubicBezTo>
                  <a:cubicBezTo>
                    <a:pt x="29614" y="6474"/>
                    <a:pt x="35524" y="7511"/>
                    <a:pt x="41285" y="9155"/>
                  </a:cubicBezTo>
                  <a:cubicBezTo>
                    <a:pt x="44214" y="9756"/>
                    <a:pt x="47173" y="10206"/>
                    <a:pt x="50146" y="10507"/>
                  </a:cubicBezTo>
                  <a:cubicBezTo>
                    <a:pt x="52475" y="10507"/>
                    <a:pt x="56906" y="9605"/>
                    <a:pt x="58182" y="11933"/>
                  </a:cubicBezTo>
                  <a:cubicBezTo>
                    <a:pt x="58588" y="12782"/>
                    <a:pt x="58821" y="13698"/>
                    <a:pt x="58858" y="14636"/>
                  </a:cubicBezTo>
                  <a:cubicBezTo>
                    <a:pt x="59008" y="15327"/>
                    <a:pt x="59008" y="16048"/>
                    <a:pt x="58858" y="16738"/>
                  </a:cubicBezTo>
                  <a:cubicBezTo>
                    <a:pt x="58362" y="17895"/>
                    <a:pt x="57416" y="18796"/>
                    <a:pt x="56230" y="19216"/>
                  </a:cubicBezTo>
                  <a:cubicBezTo>
                    <a:pt x="43462" y="24022"/>
                    <a:pt x="30921" y="16738"/>
                    <a:pt x="18154" y="16964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7" name="Content Placeholder 4">
              <a:extLst>
                <a:ext uri="{FF2B5EF4-FFF2-40B4-BE49-F238E27FC236}">
                  <a16:creationId xmlns:a16="http://schemas.microsoft.com/office/drawing/2014/main" id="{7A696D31-69A8-94FA-B1C3-132AA9D1690A}"/>
                </a:ext>
              </a:extLst>
            </p:cNvPr>
            <p:cNvSpPr/>
            <p:nvPr/>
          </p:nvSpPr>
          <p:spPr>
            <a:xfrm>
              <a:off x="9540547" y="1290992"/>
              <a:ext cx="57842" cy="43271"/>
            </a:xfrm>
            <a:custGeom>
              <a:avLst/>
              <a:gdLst>
                <a:gd name="connsiteX0" fmla="*/ 15967 w 57842"/>
                <a:gd name="connsiteY0" fmla="*/ 24223 h 43271"/>
                <a:gd name="connsiteX1" fmla="*/ 11837 w 57842"/>
                <a:gd name="connsiteY1" fmla="*/ 26926 h 43271"/>
                <a:gd name="connsiteX2" fmla="*/ 3426 w 57842"/>
                <a:gd name="connsiteY2" fmla="*/ 22496 h 43271"/>
                <a:gd name="connsiteX3" fmla="*/ 1698 w 57842"/>
                <a:gd name="connsiteY3" fmla="*/ 20694 h 43271"/>
                <a:gd name="connsiteX4" fmla="*/ 1173 w 57842"/>
                <a:gd name="connsiteY4" fmla="*/ 18741 h 43271"/>
                <a:gd name="connsiteX5" fmla="*/ -29 w 57842"/>
                <a:gd name="connsiteY5" fmla="*/ 12059 h 43271"/>
                <a:gd name="connsiteX6" fmla="*/ 2749 w 57842"/>
                <a:gd name="connsiteY6" fmla="*/ 8680 h 43271"/>
                <a:gd name="connsiteX7" fmla="*/ 10785 w 57842"/>
                <a:gd name="connsiteY7" fmla="*/ -30 h 43271"/>
                <a:gd name="connsiteX8" fmla="*/ 30236 w 57842"/>
                <a:gd name="connsiteY8" fmla="*/ 11458 h 43271"/>
                <a:gd name="connsiteX9" fmla="*/ 26106 w 57842"/>
                <a:gd name="connsiteY9" fmla="*/ 16114 h 43271"/>
                <a:gd name="connsiteX10" fmla="*/ 42177 w 57842"/>
                <a:gd name="connsiteY10" fmla="*/ 26851 h 43271"/>
                <a:gd name="connsiteX11" fmla="*/ 50288 w 57842"/>
                <a:gd name="connsiteY11" fmla="*/ 32031 h 43271"/>
                <a:gd name="connsiteX12" fmla="*/ 57798 w 57842"/>
                <a:gd name="connsiteY12" fmla="*/ 36987 h 43271"/>
                <a:gd name="connsiteX13" fmla="*/ 57347 w 57842"/>
                <a:gd name="connsiteY13" fmla="*/ 39915 h 43271"/>
                <a:gd name="connsiteX14" fmla="*/ 56221 w 57842"/>
                <a:gd name="connsiteY14" fmla="*/ 41943 h 43271"/>
                <a:gd name="connsiteX15" fmla="*/ 52541 w 57842"/>
                <a:gd name="connsiteY15" fmla="*/ 43219 h 43271"/>
                <a:gd name="connsiteX16" fmla="*/ 15967 w 57842"/>
                <a:gd name="connsiteY16" fmla="*/ 24223 h 43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7842" h="43271">
                  <a:moveTo>
                    <a:pt x="15967" y="24223"/>
                  </a:moveTo>
                  <a:cubicBezTo>
                    <a:pt x="17544" y="27301"/>
                    <a:pt x="13489" y="27451"/>
                    <a:pt x="11837" y="26926"/>
                  </a:cubicBezTo>
                  <a:cubicBezTo>
                    <a:pt x="8795" y="25950"/>
                    <a:pt x="5949" y="24448"/>
                    <a:pt x="3426" y="22496"/>
                  </a:cubicBezTo>
                  <a:cubicBezTo>
                    <a:pt x="2720" y="22030"/>
                    <a:pt x="2134" y="21414"/>
                    <a:pt x="1698" y="20694"/>
                  </a:cubicBezTo>
                  <a:cubicBezTo>
                    <a:pt x="1413" y="20078"/>
                    <a:pt x="1233" y="19417"/>
                    <a:pt x="1173" y="18741"/>
                  </a:cubicBezTo>
                  <a:cubicBezTo>
                    <a:pt x="414" y="16594"/>
                    <a:pt x="8" y="14334"/>
                    <a:pt x="-29" y="12059"/>
                  </a:cubicBezTo>
                  <a:cubicBezTo>
                    <a:pt x="-29" y="10557"/>
                    <a:pt x="1623" y="9656"/>
                    <a:pt x="2749" y="8680"/>
                  </a:cubicBezTo>
                  <a:cubicBezTo>
                    <a:pt x="6024" y="6390"/>
                    <a:pt x="8765" y="3417"/>
                    <a:pt x="10785" y="-30"/>
                  </a:cubicBezTo>
                  <a:cubicBezTo>
                    <a:pt x="17574" y="3252"/>
                    <a:pt x="24085" y="7096"/>
                    <a:pt x="30236" y="11458"/>
                  </a:cubicBezTo>
                  <a:cubicBezTo>
                    <a:pt x="27833" y="13185"/>
                    <a:pt x="27607" y="14762"/>
                    <a:pt x="26106" y="16114"/>
                  </a:cubicBezTo>
                  <a:cubicBezTo>
                    <a:pt x="31813" y="19139"/>
                    <a:pt x="37198" y="22736"/>
                    <a:pt x="42177" y="26851"/>
                  </a:cubicBezTo>
                  <a:cubicBezTo>
                    <a:pt x="44791" y="28720"/>
                    <a:pt x="47494" y="30447"/>
                    <a:pt x="50288" y="32031"/>
                  </a:cubicBezTo>
                  <a:cubicBezTo>
                    <a:pt x="52466" y="33233"/>
                    <a:pt x="57347" y="34134"/>
                    <a:pt x="57798" y="36987"/>
                  </a:cubicBezTo>
                  <a:cubicBezTo>
                    <a:pt x="57866" y="37986"/>
                    <a:pt x="57715" y="38984"/>
                    <a:pt x="57347" y="39915"/>
                  </a:cubicBezTo>
                  <a:cubicBezTo>
                    <a:pt x="57107" y="40659"/>
                    <a:pt x="56724" y="41349"/>
                    <a:pt x="56221" y="41943"/>
                  </a:cubicBezTo>
                  <a:cubicBezTo>
                    <a:pt x="55237" y="42889"/>
                    <a:pt x="53892" y="43354"/>
                    <a:pt x="52541" y="43219"/>
                  </a:cubicBezTo>
                  <a:cubicBezTo>
                    <a:pt x="37897" y="42243"/>
                    <a:pt x="28734" y="29629"/>
                    <a:pt x="15967" y="24223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8" name="Content Placeholder 4">
              <a:extLst>
                <a:ext uri="{FF2B5EF4-FFF2-40B4-BE49-F238E27FC236}">
                  <a16:creationId xmlns:a16="http://schemas.microsoft.com/office/drawing/2014/main" id="{3AE0F837-7339-6764-8B54-11A83069C99E}"/>
                </a:ext>
              </a:extLst>
            </p:cNvPr>
            <p:cNvSpPr/>
            <p:nvPr/>
          </p:nvSpPr>
          <p:spPr>
            <a:xfrm>
              <a:off x="9699420" y="675818"/>
              <a:ext cx="65187" cy="96174"/>
            </a:xfrm>
            <a:custGeom>
              <a:avLst/>
              <a:gdLst>
                <a:gd name="connsiteX0" fmla="*/ 4591 w 65187"/>
                <a:gd name="connsiteY0" fmla="*/ 83921 h 96174"/>
                <a:gd name="connsiteX1" fmla="*/ 10 w 65187"/>
                <a:gd name="connsiteY1" fmla="*/ 64549 h 96174"/>
                <a:gd name="connsiteX2" fmla="*/ 8421 w 65187"/>
                <a:gd name="connsiteY2" fmla="*/ 23328 h 96174"/>
                <a:gd name="connsiteX3" fmla="*/ 49651 w 65187"/>
                <a:gd name="connsiteY3" fmla="*/ 1178 h 96174"/>
                <a:gd name="connsiteX4" fmla="*/ 63168 w 65187"/>
                <a:gd name="connsiteY4" fmla="*/ 51634 h 96174"/>
                <a:gd name="connsiteX5" fmla="*/ 44619 w 65187"/>
                <a:gd name="connsiteY5" fmla="*/ 87975 h 96174"/>
                <a:gd name="connsiteX6" fmla="*/ 4591 w 65187"/>
                <a:gd name="connsiteY6" fmla="*/ 83921 h 96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5187" h="96174">
                  <a:moveTo>
                    <a:pt x="4591" y="83921"/>
                  </a:moveTo>
                  <a:cubicBezTo>
                    <a:pt x="1346" y="77994"/>
                    <a:pt x="-238" y="71301"/>
                    <a:pt x="10" y="64549"/>
                  </a:cubicBezTo>
                  <a:cubicBezTo>
                    <a:pt x="-403" y="50344"/>
                    <a:pt x="2480" y="36236"/>
                    <a:pt x="8421" y="23328"/>
                  </a:cubicBezTo>
                  <a:cubicBezTo>
                    <a:pt x="15931" y="9062"/>
                    <a:pt x="33128" y="-4153"/>
                    <a:pt x="49651" y="1178"/>
                  </a:cubicBezTo>
                  <a:cubicBezTo>
                    <a:pt x="69026" y="7560"/>
                    <a:pt x="65797" y="34065"/>
                    <a:pt x="63168" y="51634"/>
                  </a:cubicBezTo>
                  <a:cubicBezTo>
                    <a:pt x="61659" y="65614"/>
                    <a:pt x="55050" y="78548"/>
                    <a:pt x="44619" y="87975"/>
                  </a:cubicBezTo>
                  <a:cubicBezTo>
                    <a:pt x="28773" y="100815"/>
                    <a:pt x="12326" y="97811"/>
                    <a:pt x="4591" y="83921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9" name="Content Placeholder 4">
              <a:extLst>
                <a:ext uri="{FF2B5EF4-FFF2-40B4-BE49-F238E27FC236}">
                  <a16:creationId xmlns:a16="http://schemas.microsoft.com/office/drawing/2014/main" id="{EB6C44BD-287A-7885-9C73-321CD34AABD5}"/>
                </a:ext>
              </a:extLst>
            </p:cNvPr>
            <p:cNvSpPr/>
            <p:nvPr/>
          </p:nvSpPr>
          <p:spPr>
            <a:xfrm>
              <a:off x="9607253" y="977578"/>
              <a:ext cx="139021" cy="150579"/>
            </a:xfrm>
            <a:custGeom>
              <a:avLst/>
              <a:gdLst>
                <a:gd name="connsiteX0" fmla="*/ 3709 w 139021"/>
                <a:gd name="connsiteY0" fmla="*/ 122970 h 150579"/>
                <a:gd name="connsiteX1" fmla="*/ 3709 w 139021"/>
                <a:gd name="connsiteY1" fmla="*/ 145119 h 150579"/>
                <a:gd name="connsiteX2" fmla="*/ 63263 w 139021"/>
                <a:gd name="connsiteY2" fmla="*/ 150150 h 150579"/>
                <a:gd name="connsiteX3" fmla="*/ 65666 w 139021"/>
                <a:gd name="connsiteY3" fmla="*/ 150150 h 150579"/>
                <a:gd name="connsiteX4" fmla="*/ 70924 w 139021"/>
                <a:gd name="connsiteY4" fmla="*/ 150150 h 150579"/>
                <a:gd name="connsiteX5" fmla="*/ 112229 w 139021"/>
                <a:gd name="connsiteY5" fmla="*/ 145495 h 150579"/>
                <a:gd name="connsiteX6" fmla="*/ 122592 w 139021"/>
                <a:gd name="connsiteY6" fmla="*/ 124621 h 150579"/>
                <a:gd name="connsiteX7" fmla="*/ 134082 w 139021"/>
                <a:gd name="connsiteY7" fmla="*/ 8916 h 150579"/>
                <a:gd name="connsiteX8" fmla="*/ 124770 w 139021"/>
                <a:gd name="connsiteY8" fmla="*/ 1408 h 150579"/>
                <a:gd name="connsiteX9" fmla="*/ 27140 w 139021"/>
                <a:gd name="connsiteY9" fmla="*/ 281 h 150579"/>
                <a:gd name="connsiteX10" fmla="*/ 18879 w 139021"/>
                <a:gd name="connsiteY10" fmla="*/ 8541 h 150579"/>
                <a:gd name="connsiteX11" fmla="*/ 3709 w 139021"/>
                <a:gd name="connsiteY11" fmla="*/ 122970 h 150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9021" h="150579">
                  <a:moveTo>
                    <a:pt x="3709" y="122970"/>
                  </a:moveTo>
                  <a:cubicBezTo>
                    <a:pt x="3709" y="131379"/>
                    <a:pt x="-4702" y="140915"/>
                    <a:pt x="3709" y="145119"/>
                  </a:cubicBezTo>
                  <a:cubicBezTo>
                    <a:pt x="14974" y="150826"/>
                    <a:pt x="50647" y="149624"/>
                    <a:pt x="63263" y="150150"/>
                  </a:cubicBezTo>
                  <a:lnTo>
                    <a:pt x="65666" y="150150"/>
                  </a:lnTo>
                  <a:cubicBezTo>
                    <a:pt x="67401" y="150526"/>
                    <a:pt x="69189" y="150526"/>
                    <a:pt x="70924" y="150150"/>
                  </a:cubicBezTo>
                  <a:cubicBezTo>
                    <a:pt x="84366" y="150826"/>
                    <a:pt x="102165" y="151351"/>
                    <a:pt x="112229" y="145495"/>
                  </a:cubicBezTo>
                  <a:cubicBezTo>
                    <a:pt x="119138" y="141515"/>
                    <a:pt x="121090" y="132580"/>
                    <a:pt x="122592" y="124621"/>
                  </a:cubicBezTo>
                  <a:cubicBezTo>
                    <a:pt x="139362" y="88453"/>
                    <a:pt x="143418" y="47675"/>
                    <a:pt x="134082" y="8916"/>
                  </a:cubicBezTo>
                  <a:cubicBezTo>
                    <a:pt x="132986" y="4629"/>
                    <a:pt x="129193" y="1573"/>
                    <a:pt x="124770" y="1408"/>
                  </a:cubicBezTo>
                  <a:cubicBezTo>
                    <a:pt x="92177" y="4"/>
                    <a:pt x="59636" y="-372"/>
                    <a:pt x="27140" y="281"/>
                  </a:cubicBezTo>
                  <a:cubicBezTo>
                    <a:pt x="22627" y="402"/>
                    <a:pt x="18999" y="4028"/>
                    <a:pt x="18879" y="8541"/>
                  </a:cubicBezTo>
                  <a:cubicBezTo>
                    <a:pt x="13848" y="47134"/>
                    <a:pt x="2357" y="84827"/>
                    <a:pt x="3709" y="122970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0" name="Content Placeholder 4">
              <a:extLst>
                <a:ext uri="{FF2B5EF4-FFF2-40B4-BE49-F238E27FC236}">
                  <a16:creationId xmlns:a16="http://schemas.microsoft.com/office/drawing/2014/main" id="{BCA68FC6-058D-4F78-0496-49C3C4BC6FAA}"/>
                </a:ext>
              </a:extLst>
            </p:cNvPr>
            <p:cNvSpPr/>
            <p:nvPr/>
          </p:nvSpPr>
          <p:spPr>
            <a:xfrm>
              <a:off x="9617113" y="774386"/>
              <a:ext cx="158723" cy="257051"/>
            </a:xfrm>
            <a:custGeom>
              <a:avLst/>
              <a:gdLst>
                <a:gd name="connsiteX0" fmla="*/ 143448 w 158723"/>
                <a:gd name="connsiteY0" fmla="*/ 172314 h 257051"/>
                <a:gd name="connsiteX1" fmla="*/ 142848 w 158723"/>
                <a:gd name="connsiteY1" fmla="*/ 172314 h 257051"/>
                <a:gd name="connsiteX2" fmla="*/ 127302 w 158723"/>
                <a:gd name="connsiteY2" fmla="*/ 158423 h 257051"/>
                <a:gd name="connsiteX3" fmla="*/ 127302 w 158723"/>
                <a:gd name="connsiteY3" fmla="*/ 120881 h 257051"/>
                <a:gd name="connsiteX4" fmla="*/ 129179 w 158723"/>
                <a:gd name="connsiteY4" fmla="*/ 118703 h 257051"/>
                <a:gd name="connsiteX5" fmla="*/ 147879 w 158723"/>
                <a:gd name="connsiteY5" fmla="*/ 83038 h 257051"/>
                <a:gd name="connsiteX6" fmla="*/ 146302 w 158723"/>
                <a:gd name="connsiteY6" fmla="*/ 79509 h 257051"/>
                <a:gd name="connsiteX7" fmla="*/ 144124 w 158723"/>
                <a:gd name="connsiteY7" fmla="*/ 76431 h 257051"/>
                <a:gd name="connsiteX8" fmla="*/ 136900 w 158723"/>
                <a:gd name="connsiteY8" fmla="*/ 76518 h 257051"/>
                <a:gd name="connsiteX9" fmla="*/ 136164 w 158723"/>
                <a:gd name="connsiteY9" fmla="*/ 77482 h 257051"/>
                <a:gd name="connsiteX10" fmla="*/ 125274 w 158723"/>
                <a:gd name="connsiteY10" fmla="*/ 90547 h 257051"/>
                <a:gd name="connsiteX11" fmla="*/ 119266 w 158723"/>
                <a:gd name="connsiteY11" fmla="*/ 36711 h 257051"/>
                <a:gd name="connsiteX12" fmla="*/ 119537 w 158723"/>
                <a:gd name="connsiteY12" fmla="*/ 10378 h 257051"/>
                <a:gd name="connsiteX13" fmla="*/ 111756 w 158723"/>
                <a:gd name="connsiteY13" fmla="*/ 5626 h 257051"/>
                <a:gd name="connsiteX14" fmla="*/ 103570 w 158723"/>
                <a:gd name="connsiteY14" fmla="*/ 3223 h 257051"/>
                <a:gd name="connsiteX15" fmla="*/ 97863 w 158723"/>
                <a:gd name="connsiteY15" fmla="*/ 2623 h 257051"/>
                <a:gd name="connsiteX16" fmla="*/ 54830 w 158723"/>
                <a:gd name="connsiteY16" fmla="*/ 47673 h 257051"/>
                <a:gd name="connsiteX17" fmla="*/ 158 w 158723"/>
                <a:gd name="connsiteY17" fmla="*/ 225323 h 257051"/>
                <a:gd name="connsiteX18" fmla="*/ 25016 w 158723"/>
                <a:gd name="connsiteY18" fmla="*/ 250101 h 257051"/>
                <a:gd name="connsiteX19" fmla="*/ 31625 w 158723"/>
                <a:gd name="connsiteY19" fmla="*/ 249501 h 257051"/>
                <a:gd name="connsiteX20" fmla="*/ 49648 w 158723"/>
                <a:gd name="connsiteY20" fmla="*/ 257009 h 257051"/>
                <a:gd name="connsiteX21" fmla="*/ 57158 w 158723"/>
                <a:gd name="connsiteY21" fmla="*/ 257009 h 257051"/>
                <a:gd name="connsiteX22" fmla="*/ 81416 w 158723"/>
                <a:gd name="connsiteY22" fmla="*/ 257009 h 257051"/>
                <a:gd name="connsiteX23" fmla="*/ 108076 w 158723"/>
                <a:gd name="connsiteY23" fmla="*/ 257009 h 257051"/>
                <a:gd name="connsiteX24" fmla="*/ 133415 w 158723"/>
                <a:gd name="connsiteY24" fmla="*/ 233260 h 257051"/>
                <a:gd name="connsiteX25" fmla="*/ 130606 w 158723"/>
                <a:gd name="connsiteY25" fmla="*/ 221044 h 257051"/>
                <a:gd name="connsiteX26" fmla="*/ 128804 w 158723"/>
                <a:gd name="connsiteY26" fmla="*/ 200846 h 257051"/>
                <a:gd name="connsiteX27" fmla="*/ 157868 w 158723"/>
                <a:gd name="connsiteY27" fmla="*/ 195290 h 257051"/>
                <a:gd name="connsiteX28" fmla="*/ 157267 w 158723"/>
                <a:gd name="connsiteY28" fmla="*/ 192587 h 257051"/>
                <a:gd name="connsiteX29" fmla="*/ 158543 w 158723"/>
                <a:gd name="connsiteY29" fmla="*/ 188307 h 257051"/>
                <a:gd name="connsiteX30" fmla="*/ 143448 w 158723"/>
                <a:gd name="connsiteY30" fmla="*/ 172314 h 257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58723" h="257051">
                  <a:moveTo>
                    <a:pt x="143448" y="172314"/>
                  </a:moveTo>
                  <a:lnTo>
                    <a:pt x="142848" y="172314"/>
                  </a:lnTo>
                  <a:cubicBezTo>
                    <a:pt x="138139" y="167180"/>
                    <a:pt x="132934" y="162527"/>
                    <a:pt x="127302" y="158423"/>
                  </a:cubicBezTo>
                  <a:cubicBezTo>
                    <a:pt x="127752" y="145959"/>
                    <a:pt x="127302" y="133345"/>
                    <a:pt x="127302" y="120881"/>
                  </a:cubicBezTo>
                  <a:cubicBezTo>
                    <a:pt x="127970" y="120190"/>
                    <a:pt x="128594" y="119463"/>
                    <a:pt x="129179" y="118703"/>
                  </a:cubicBezTo>
                  <a:cubicBezTo>
                    <a:pt x="139168" y="108567"/>
                    <a:pt x="151709" y="95728"/>
                    <a:pt x="147879" y="83038"/>
                  </a:cubicBezTo>
                  <a:cubicBezTo>
                    <a:pt x="147714" y="81731"/>
                    <a:pt x="147166" y="80502"/>
                    <a:pt x="146302" y="79509"/>
                  </a:cubicBezTo>
                  <a:cubicBezTo>
                    <a:pt x="145694" y="78403"/>
                    <a:pt x="144965" y="77370"/>
                    <a:pt x="144124" y="76431"/>
                  </a:cubicBezTo>
                  <a:cubicBezTo>
                    <a:pt x="142104" y="74461"/>
                    <a:pt x="138875" y="74500"/>
                    <a:pt x="136900" y="76518"/>
                  </a:cubicBezTo>
                  <a:cubicBezTo>
                    <a:pt x="136621" y="76809"/>
                    <a:pt x="136374" y="77133"/>
                    <a:pt x="136164" y="77482"/>
                  </a:cubicBezTo>
                  <a:cubicBezTo>
                    <a:pt x="132777" y="82037"/>
                    <a:pt x="129142" y="86398"/>
                    <a:pt x="125274" y="90547"/>
                  </a:cubicBezTo>
                  <a:cubicBezTo>
                    <a:pt x="123697" y="72376"/>
                    <a:pt x="121594" y="54356"/>
                    <a:pt x="119266" y="36711"/>
                  </a:cubicBezTo>
                  <a:cubicBezTo>
                    <a:pt x="126611" y="29514"/>
                    <a:pt x="126738" y="17724"/>
                    <a:pt x="119537" y="10378"/>
                  </a:cubicBezTo>
                  <a:cubicBezTo>
                    <a:pt x="117373" y="8174"/>
                    <a:pt x="114700" y="6541"/>
                    <a:pt x="111756" y="5626"/>
                  </a:cubicBezTo>
                  <a:lnTo>
                    <a:pt x="103570" y="3223"/>
                  </a:lnTo>
                  <a:cubicBezTo>
                    <a:pt x="101723" y="2647"/>
                    <a:pt x="99785" y="2443"/>
                    <a:pt x="97863" y="2623"/>
                  </a:cubicBezTo>
                  <a:cubicBezTo>
                    <a:pt x="83443" y="-9541"/>
                    <a:pt x="62866" y="22670"/>
                    <a:pt x="54830" y="47673"/>
                  </a:cubicBezTo>
                  <a:cubicBezTo>
                    <a:pt x="32751" y="115249"/>
                    <a:pt x="-2922" y="152792"/>
                    <a:pt x="158" y="225323"/>
                  </a:cubicBezTo>
                  <a:cubicBezTo>
                    <a:pt x="759" y="237562"/>
                    <a:pt x="11272" y="251528"/>
                    <a:pt x="25016" y="250101"/>
                  </a:cubicBezTo>
                  <a:lnTo>
                    <a:pt x="31625" y="249501"/>
                  </a:lnTo>
                  <a:cubicBezTo>
                    <a:pt x="36296" y="254441"/>
                    <a:pt x="42852" y="257167"/>
                    <a:pt x="49648" y="257009"/>
                  </a:cubicBezTo>
                  <a:lnTo>
                    <a:pt x="57158" y="257009"/>
                  </a:lnTo>
                  <a:cubicBezTo>
                    <a:pt x="64668" y="257009"/>
                    <a:pt x="72930" y="257009"/>
                    <a:pt x="81416" y="257009"/>
                  </a:cubicBezTo>
                  <a:lnTo>
                    <a:pt x="108076" y="257009"/>
                  </a:lnTo>
                  <a:cubicBezTo>
                    <a:pt x="121632" y="257445"/>
                    <a:pt x="132979" y="246813"/>
                    <a:pt x="133415" y="233260"/>
                  </a:cubicBezTo>
                  <a:cubicBezTo>
                    <a:pt x="133550" y="229018"/>
                    <a:pt x="132581" y="224805"/>
                    <a:pt x="130606" y="221044"/>
                  </a:cubicBezTo>
                  <a:cubicBezTo>
                    <a:pt x="130591" y="214271"/>
                    <a:pt x="129990" y="207513"/>
                    <a:pt x="128804" y="200846"/>
                  </a:cubicBezTo>
                  <a:cubicBezTo>
                    <a:pt x="129330" y="204300"/>
                    <a:pt x="158093" y="204450"/>
                    <a:pt x="157868" y="195290"/>
                  </a:cubicBezTo>
                  <a:cubicBezTo>
                    <a:pt x="157868" y="194389"/>
                    <a:pt x="157342" y="193488"/>
                    <a:pt x="157267" y="192587"/>
                  </a:cubicBezTo>
                  <a:cubicBezTo>
                    <a:pt x="157402" y="191089"/>
                    <a:pt x="157837" y="189634"/>
                    <a:pt x="158543" y="188307"/>
                  </a:cubicBezTo>
                  <a:cubicBezTo>
                    <a:pt x="160120" y="181474"/>
                    <a:pt x="148931" y="171037"/>
                    <a:pt x="143448" y="172314"/>
                  </a:cubicBezTo>
                  <a:close/>
                </a:path>
              </a:pathLst>
            </a:custGeom>
            <a:solidFill>
              <a:srgbClr val="44474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1" name="Content Placeholder 4">
              <a:extLst>
                <a:ext uri="{FF2B5EF4-FFF2-40B4-BE49-F238E27FC236}">
                  <a16:creationId xmlns:a16="http://schemas.microsoft.com/office/drawing/2014/main" id="{F0319720-0D46-7558-691D-D22FD9845223}"/>
                </a:ext>
              </a:extLst>
            </p:cNvPr>
            <p:cNvSpPr/>
            <p:nvPr/>
          </p:nvSpPr>
          <p:spPr>
            <a:xfrm>
              <a:off x="9645479" y="653250"/>
              <a:ext cx="140138" cy="169975"/>
            </a:xfrm>
            <a:custGeom>
              <a:avLst/>
              <a:gdLst>
                <a:gd name="connsiteX0" fmla="*/ 139640 w 140138"/>
                <a:gd name="connsiteY0" fmla="*/ 38989 h 169975"/>
                <a:gd name="connsiteX1" fmla="*/ 131754 w 140138"/>
                <a:gd name="connsiteY1" fmla="*/ 28627 h 169975"/>
                <a:gd name="connsiteX2" fmla="*/ 124995 w 140138"/>
                <a:gd name="connsiteY2" fmla="*/ 22620 h 169975"/>
                <a:gd name="connsiteX3" fmla="*/ 126948 w 140138"/>
                <a:gd name="connsiteY3" fmla="*/ 18641 h 169975"/>
                <a:gd name="connsiteX4" fmla="*/ 103066 w 140138"/>
                <a:gd name="connsiteY4" fmla="*/ 6177 h 169975"/>
                <a:gd name="connsiteX5" fmla="*/ 101940 w 140138"/>
                <a:gd name="connsiteY5" fmla="*/ 5201 h 169975"/>
                <a:gd name="connsiteX6" fmla="*/ 79410 w 140138"/>
                <a:gd name="connsiteY6" fmla="*/ 2047 h 169975"/>
                <a:gd name="connsiteX7" fmla="*/ 76631 w 140138"/>
                <a:gd name="connsiteY7" fmla="*/ 921 h 169975"/>
                <a:gd name="connsiteX8" fmla="*/ 41409 w 140138"/>
                <a:gd name="connsiteY8" fmla="*/ 16388 h 169975"/>
                <a:gd name="connsiteX9" fmla="*/ 26614 w 140138"/>
                <a:gd name="connsiteY9" fmla="*/ 33808 h 169975"/>
                <a:gd name="connsiteX10" fmla="*/ 24812 w 140138"/>
                <a:gd name="connsiteY10" fmla="*/ 50101 h 169975"/>
                <a:gd name="connsiteX11" fmla="*/ 16175 w 140138"/>
                <a:gd name="connsiteY11" fmla="*/ 94626 h 169975"/>
                <a:gd name="connsiteX12" fmla="*/ 14373 w 140138"/>
                <a:gd name="connsiteY12" fmla="*/ 103111 h 169975"/>
                <a:gd name="connsiteX13" fmla="*/ 12646 w 140138"/>
                <a:gd name="connsiteY13" fmla="*/ 103862 h 169975"/>
                <a:gd name="connsiteX14" fmla="*/ 7013 w 140138"/>
                <a:gd name="connsiteY14" fmla="*/ 110845 h 169975"/>
                <a:gd name="connsiteX15" fmla="*/ 5511 w 140138"/>
                <a:gd name="connsiteY15" fmla="*/ 114524 h 169975"/>
                <a:gd name="connsiteX16" fmla="*/ 16250 w 140138"/>
                <a:gd name="connsiteY16" fmla="*/ 128940 h 169975"/>
                <a:gd name="connsiteX17" fmla="*/ 16701 w 140138"/>
                <a:gd name="connsiteY17" fmla="*/ 131193 h 169975"/>
                <a:gd name="connsiteX18" fmla="*/ 15124 w 140138"/>
                <a:gd name="connsiteY18" fmla="*/ 132769 h 169975"/>
                <a:gd name="connsiteX19" fmla="*/ 3483 w 140138"/>
                <a:gd name="connsiteY19" fmla="*/ 137274 h 169975"/>
                <a:gd name="connsiteX20" fmla="*/ 1456 w 140138"/>
                <a:gd name="connsiteY20" fmla="*/ 151841 h 169975"/>
                <a:gd name="connsiteX21" fmla="*/ 27140 w 140138"/>
                <a:gd name="connsiteY21" fmla="*/ 156646 h 169975"/>
                <a:gd name="connsiteX22" fmla="*/ 34650 w 140138"/>
                <a:gd name="connsiteY22" fmla="*/ 168585 h 169975"/>
                <a:gd name="connsiteX23" fmla="*/ 42160 w 140138"/>
                <a:gd name="connsiteY23" fmla="*/ 168585 h 169975"/>
                <a:gd name="connsiteX24" fmla="*/ 45840 w 140138"/>
                <a:gd name="connsiteY24" fmla="*/ 165056 h 169975"/>
                <a:gd name="connsiteX25" fmla="*/ 46666 w 140138"/>
                <a:gd name="connsiteY25" fmla="*/ 156496 h 169975"/>
                <a:gd name="connsiteX26" fmla="*/ 69526 w 140138"/>
                <a:gd name="connsiteY26" fmla="*/ 147591 h 169975"/>
                <a:gd name="connsiteX27" fmla="*/ 70322 w 140138"/>
                <a:gd name="connsiteY27" fmla="*/ 145384 h 169975"/>
                <a:gd name="connsiteX28" fmla="*/ 61836 w 140138"/>
                <a:gd name="connsiteY28" fmla="*/ 122858 h 169975"/>
                <a:gd name="connsiteX29" fmla="*/ 61386 w 140138"/>
                <a:gd name="connsiteY29" fmla="*/ 122107 h 169975"/>
                <a:gd name="connsiteX30" fmla="*/ 61010 w 140138"/>
                <a:gd name="connsiteY30" fmla="*/ 118954 h 169975"/>
                <a:gd name="connsiteX31" fmla="*/ 61536 w 140138"/>
                <a:gd name="connsiteY31" fmla="*/ 116626 h 169975"/>
                <a:gd name="connsiteX32" fmla="*/ 58006 w 140138"/>
                <a:gd name="connsiteY32" fmla="*/ 111746 h 169975"/>
                <a:gd name="connsiteX33" fmla="*/ 57555 w 140138"/>
                <a:gd name="connsiteY33" fmla="*/ 106715 h 169975"/>
                <a:gd name="connsiteX34" fmla="*/ 62362 w 140138"/>
                <a:gd name="connsiteY34" fmla="*/ 75630 h 169975"/>
                <a:gd name="connsiteX35" fmla="*/ 69046 w 140138"/>
                <a:gd name="connsiteY35" fmla="*/ 56784 h 169975"/>
                <a:gd name="connsiteX36" fmla="*/ 69046 w 140138"/>
                <a:gd name="connsiteY36" fmla="*/ 54156 h 169975"/>
                <a:gd name="connsiteX37" fmla="*/ 107948 w 140138"/>
                <a:gd name="connsiteY37" fmla="*/ 48449 h 169975"/>
                <a:gd name="connsiteX38" fmla="*/ 108999 w 140138"/>
                <a:gd name="connsiteY38" fmla="*/ 48449 h 169975"/>
                <a:gd name="connsiteX39" fmla="*/ 119888 w 140138"/>
                <a:gd name="connsiteY39" fmla="*/ 45446 h 169975"/>
                <a:gd name="connsiteX40" fmla="*/ 123117 w 140138"/>
                <a:gd name="connsiteY40" fmla="*/ 52129 h 169975"/>
                <a:gd name="connsiteX41" fmla="*/ 129426 w 140138"/>
                <a:gd name="connsiteY41" fmla="*/ 55733 h 169975"/>
                <a:gd name="connsiteX42" fmla="*/ 139805 w 140138"/>
                <a:gd name="connsiteY42" fmla="*/ 39683 h 169975"/>
                <a:gd name="connsiteX43" fmla="*/ 139640 w 140138"/>
                <a:gd name="connsiteY43" fmla="*/ 38989 h 169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140138" h="169975">
                  <a:moveTo>
                    <a:pt x="139640" y="38989"/>
                  </a:moveTo>
                  <a:cubicBezTo>
                    <a:pt x="138175" y="34788"/>
                    <a:pt x="135412" y="31160"/>
                    <a:pt x="131754" y="28627"/>
                  </a:cubicBezTo>
                  <a:cubicBezTo>
                    <a:pt x="128225" y="25549"/>
                    <a:pt x="125521" y="27876"/>
                    <a:pt x="124995" y="22620"/>
                  </a:cubicBezTo>
                  <a:cubicBezTo>
                    <a:pt x="124995" y="21719"/>
                    <a:pt x="126948" y="19767"/>
                    <a:pt x="126948" y="18641"/>
                  </a:cubicBezTo>
                  <a:cubicBezTo>
                    <a:pt x="126948" y="4300"/>
                    <a:pt x="115307" y="2873"/>
                    <a:pt x="103066" y="6177"/>
                  </a:cubicBezTo>
                  <a:lnTo>
                    <a:pt x="101940" y="5201"/>
                  </a:lnTo>
                  <a:cubicBezTo>
                    <a:pt x="95346" y="666"/>
                    <a:pt x="86994" y="-501"/>
                    <a:pt x="79410" y="2047"/>
                  </a:cubicBezTo>
                  <a:cubicBezTo>
                    <a:pt x="78523" y="1580"/>
                    <a:pt x="77592" y="1202"/>
                    <a:pt x="76631" y="921"/>
                  </a:cubicBezTo>
                  <a:cubicBezTo>
                    <a:pt x="65967" y="-2908"/>
                    <a:pt x="49745" y="5351"/>
                    <a:pt x="41409" y="16388"/>
                  </a:cubicBezTo>
                  <a:cubicBezTo>
                    <a:pt x="34868" y="20610"/>
                    <a:pt x="29723" y="26670"/>
                    <a:pt x="26614" y="33808"/>
                  </a:cubicBezTo>
                  <a:cubicBezTo>
                    <a:pt x="24729" y="39019"/>
                    <a:pt x="24113" y="44604"/>
                    <a:pt x="24812" y="50101"/>
                  </a:cubicBezTo>
                  <a:cubicBezTo>
                    <a:pt x="20005" y="62040"/>
                    <a:pt x="10543" y="82388"/>
                    <a:pt x="16175" y="94626"/>
                  </a:cubicBezTo>
                  <a:cubicBezTo>
                    <a:pt x="15312" y="97392"/>
                    <a:pt x="14703" y="100232"/>
                    <a:pt x="14373" y="103111"/>
                  </a:cubicBezTo>
                  <a:cubicBezTo>
                    <a:pt x="13772" y="103297"/>
                    <a:pt x="13194" y="103549"/>
                    <a:pt x="12646" y="103862"/>
                  </a:cubicBezTo>
                  <a:cubicBezTo>
                    <a:pt x="9919" y="105356"/>
                    <a:pt x="7899" y="107866"/>
                    <a:pt x="7013" y="110845"/>
                  </a:cubicBezTo>
                  <a:cubicBezTo>
                    <a:pt x="6044" y="111823"/>
                    <a:pt x="5504" y="113147"/>
                    <a:pt x="5511" y="114524"/>
                  </a:cubicBezTo>
                  <a:cubicBezTo>
                    <a:pt x="5511" y="124735"/>
                    <a:pt x="10618" y="128715"/>
                    <a:pt x="16250" y="128940"/>
                  </a:cubicBezTo>
                  <a:cubicBezTo>
                    <a:pt x="16250" y="129691"/>
                    <a:pt x="16250" y="130442"/>
                    <a:pt x="16701" y="131193"/>
                  </a:cubicBezTo>
                  <a:cubicBezTo>
                    <a:pt x="16100" y="131637"/>
                    <a:pt x="15567" y="132168"/>
                    <a:pt x="15124" y="132769"/>
                  </a:cubicBezTo>
                  <a:cubicBezTo>
                    <a:pt x="10828" y="132810"/>
                    <a:pt x="6690" y="134411"/>
                    <a:pt x="3483" y="137274"/>
                  </a:cubicBezTo>
                  <a:cubicBezTo>
                    <a:pt x="-294" y="141171"/>
                    <a:pt x="-1113" y="147062"/>
                    <a:pt x="1456" y="151841"/>
                  </a:cubicBezTo>
                  <a:cubicBezTo>
                    <a:pt x="7163" y="164230"/>
                    <a:pt x="17377" y="161977"/>
                    <a:pt x="27140" y="156646"/>
                  </a:cubicBezTo>
                  <a:cubicBezTo>
                    <a:pt x="28417" y="161276"/>
                    <a:pt x="31030" y="165428"/>
                    <a:pt x="34650" y="168585"/>
                  </a:cubicBezTo>
                  <a:cubicBezTo>
                    <a:pt x="36820" y="170400"/>
                    <a:pt x="39990" y="170400"/>
                    <a:pt x="42160" y="168585"/>
                  </a:cubicBezTo>
                  <a:cubicBezTo>
                    <a:pt x="44030" y="168347"/>
                    <a:pt x="45524" y="166914"/>
                    <a:pt x="45840" y="165056"/>
                  </a:cubicBezTo>
                  <a:cubicBezTo>
                    <a:pt x="46313" y="162225"/>
                    <a:pt x="46591" y="159365"/>
                    <a:pt x="46666" y="156496"/>
                  </a:cubicBezTo>
                  <a:cubicBezTo>
                    <a:pt x="55438" y="160349"/>
                    <a:pt x="65674" y="156362"/>
                    <a:pt x="69526" y="147591"/>
                  </a:cubicBezTo>
                  <a:cubicBezTo>
                    <a:pt x="69842" y="146874"/>
                    <a:pt x="70105" y="146137"/>
                    <a:pt x="70322" y="145384"/>
                  </a:cubicBezTo>
                  <a:cubicBezTo>
                    <a:pt x="73852" y="134121"/>
                    <a:pt x="66868" y="130367"/>
                    <a:pt x="61836" y="122858"/>
                  </a:cubicBezTo>
                  <a:lnTo>
                    <a:pt x="61386" y="122107"/>
                  </a:lnTo>
                  <a:cubicBezTo>
                    <a:pt x="61378" y="121046"/>
                    <a:pt x="61258" y="119987"/>
                    <a:pt x="61010" y="118954"/>
                  </a:cubicBezTo>
                  <a:cubicBezTo>
                    <a:pt x="61408" y="118246"/>
                    <a:pt x="61596" y="117437"/>
                    <a:pt x="61536" y="116626"/>
                  </a:cubicBezTo>
                  <a:cubicBezTo>
                    <a:pt x="61476" y="114427"/>
                    <a:pt x="60079" y="112488"/>
                    <a:pt x="58006" y="111746"/>
                  </a:cubicBezTo>
                  <a:cubicBezTo>
                    <a:pt x="57743" y="110081"/>
                    <a:pt x="57593" y="108400"/>
                    <a:pt x="57555" y="106715"/>
                  </a:cubicBezTo>
                  <a:cubicBezTo>
                    <a:pt x="59583" y="96353"/>
                    <a:pt x="61235" y="85992"/>
                    <a:pt x="62362" y="75630"/>
                  </a:cubicBezTo>
                  <a:cubicBezTo>
                    <a:pt x="64540" y="68122"/>
                    <a:pt x="66943" y="61814"/>
                    <a:pt x="69046" y="56784"/>
                  </a:cubicBezTo>
                  <a:cubicBezTo>
                    <a:pt x="69346" y="55933"/>
                    <a:pt x="69346" y="55006"/>
                    <a:pt x="69046" y="54156"/>
                  </a:cubicBezTo>
                  <a:cubicBezTo>
                    <a:pt x="80161" y="61664"/>
                    <a:pt x="98485" y="56934"/>
                    <a:pt x="107948" y="48449"/>
                  </a:cubicBezTo>
                  <a:cubicBezTo>
                    <a:pt x="108293" y="48524"/>
                    <a:pt x="108653" y="48524"/>
                    <a:pt x="108999" y="48449"/>
                  </a:cubicBezTo>
                  <a:cubicBezTo>
                    <a:pt x="112777" y="48105"/>
                    <a:pt x="116464" y="47088"/>
                    <a:pt x="119888" y="45446"/>
                  </a:cubicBezTo>
                  <a:cubicBezTo>
                    <a:pt x="120940" y="47699"/>
                    <a:pt x="122066" y="49876"/>
                    <a:pt x="123117" y="52129"/>
                  </a:cubicBezTo>
                  <a:cubicBezTo>
                    <a:pt x="123921" y="54823"/>
                    <a:pt x="126700" y="56411"/>
                    <a:pt x="129426" y="55733"/>
                  </a:cubicBezTo>
                  <a:cubicBezTo>
                    <a:pt x="136726" y="54167"/>
                    <a:pt x="141374" y="46981"/>
                    <a:pt x="139805" y="39683"/>
                  </a:cubicBezTo>
                  <a:cubicBezTo>
                    <a:pt x="139760" y="39451"/>
                    <a:pt x="139700" y="39218"/>
                    <a:pt x="139640" y="38989"/>
                  </a:cubicBezTo>
                  <a:close/>
                </a:path>
              </a:pathLst>
            </a:custGeom>
            <a:solidFill>
              <a:srgbClr val="96908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2" name="Content Placeholder 4">
              <a:extLst>
                <a:ext uri="{FF2B5EF4-FFF2-40B4-BE49-F238E27FC236}">
                  <a16:creationId xmlns:a16="http://schemas.microsoft.com/office/drawing/2014/main" id="{80C1DDB3-D2FE-8560-3234-EF226F687094}"/>
                </a:ext>
              </a:extLst>
            </p:cNvPr>
            <p:cNvSpPr/>
            <p:nvPr/>
          </p:nvSpPr>
          <p:spPr>
            <a:xfrm>
              <a:off x="9767168" y="934409"/>
              <a:ext cx="48229" cy="30035"/>
            </a:xfrm>
            <a:custGeom>
              <a:avLst/>
              <a:gdLst>
                <a:gd name="connsiteX0" fmla="*/ 46864 w 48229"/>
                <a:gd name="connsiteY0" fmla="*/ 3731 h 30035"/>
                <a:gd name="connsiteX1" fmla="*/ 40555 w 48229"/>
                <a:gd name="connsiteY1" fmla="*/ 127 h 30035"/>
                <a:gd name="connsiteX2" fmla="*/ 12994 w 48229"/>
                <a:gd name="connsiteY2" fmla="*/ 14618 h 30035"/>
                <a:gd name="connsiteX3" fmla="*/ 11792 w 48229"/>
                <a:gd name="connsiteY3" fmla="*/ 15444 h 30035"/>
                <a:gd name="connsiteX4" fmla="*/ 8338 w 48229"/>
                <a:gd name="connsiteY4" fmla="*/ 17772 h 30035"/>
                <a:gd name="connsiteX5" fmla="*/ 6986 w 48229"/>
                <a:gd name="connsiteY5" fmla="*/ 19198 h 30035"/>
                <a:gd name="connsiteX6" fmla="*/ 3606 w 48229"/>
                <a:gd name="connsiteY6" fmla="*/ 19874 h 30035"/>
                <a:gd name="connsiteX7" fmla="*/ 3606 w 48229"/>
                <a:gd name="connsiteY7" fmla="*/ 29710 h 30035"/>
                <a:gd name="connsiteX8" fmla="*/ 46864 w 48229"/>
                <a:gd name="connsiteY8" fmla="*/ 3731 h 3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229" h="30035">
                  <a:moveTo>
                    <a:pt x="46864" y="3731"/>
                  </a:moveTo>
                  <a:cubicBezTo>
                    <a:pt x="46060" y="1036"/>
                    <a:pt x="43281" y="-552"/>
                    <a:pt x="40555" y="127"/>
                  </a:cubicBezTo>
                  <a:cubicBezTo>
                    <a:pt x="30868" y="3946"/>
                    <a:pt x="21630" y="8805"/>
                    <a:pt x="12994" y="14618"/>
                  </a:cubicBezTo>
                  <a:cubicBezTo>
                    <a:pt x="12535" y="14796"/>
                    <a:pt x="12122" y="15078"/>
                    <a:pt x="11792" y="15444"/>
                  </a:cubicBezTo>
                  <a:lnTo>
                    <a:pt x="8338" y="17772"/>
                  </a:lnTo>
                  <a:cubicBezTo>
                    <a:pt x="7812" y="18170"/>
                    <a:pt x="7354" y="18652"/>
                    <a:pt x="6986" y="19198"/>
                  </a:cubicBezTo>
                  <a:cubicBezTo>
                    <a:pt x="5844" y="19351"/>
                    <a:pt x="4718" y="19577"/>
                    <a:pt x="3606" y="19874"/>
                  </a:cubicBezTo>
                  <a:cubicBezTo>
                    <a:pt x="-975" y="20925"/>
                    <a:pt x="-1500" y="28959"/>
                    <a:pt x="3606" y="29710"/>
                  </a:cubicBezTo>
                  <a:cubicBezTo>
                    <a:pt x="16824" y="31512"/>
                    <a:pt x="55876" y="25355"/>
                    <a:pt x="46864" y="3731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3" name="Content Placeholder 4">
              <a:extLst>
                <a:ext uri="{FF2B5EF4-FFF2-40B4-BE49-F238E27FC236}">
                  <a16:creationId xmlns:a16="http://schemas.microsoft.com/office/drawing/2014/main" id="{3E6C7794-C290-BBD2-4D47-F33A26904D24}"/>
                </a:ext>
              </a:extLst>
            </p:cNvPr>
            <p:cNvSpPr/>
            <p:nvPr/>
          </p:nvSpPr>
          <p:spPr>
            <a:xfrm>
              <a:off x="9759289" y="832151"/>
              <a:ext cx="35775" cy="32070"/>
            </a:xfrm>
            <a:custGeom>
              <a:avLst/>
              <a:gdLst>
                <a:gd name="connsiteX0" fmla="*/ 35367 w 35775"/>
                <a:gd name="connsiteY0" fmla="*/ 9055 h 32070"/>
                <a:gd name="connsiteX1" fmla="*/ 35367 w 35775"/>
                <a:gd name="connsiteY1" fmla="*/ 8154 h 32070"/>
                <a:gd name="connsiteX2" fmla="*/ 34766 w 35775"/>
                <a:gd name="connsiteY2" fmla="*/ 4775 h 32070"/>
                <a:gd name="connsiteX3" fmla="*/ 34315 w 35775"/>
                <a:gd name="connsiteY3" fmla="*/ 3349 h 32070"/>
                <a:gd name="connsiteX4" fmla="*/ 26805 w 35775"/>
                <a:gd name="connsiteY4" fmla="*/ 45 h 32070"/>
                <a:gd name="connsiteX5" fmla="*/ 12386 w 35775"/>
                <a:gd name="connsiteY5" fmla="*/ 4775 h 32070"/>
                <a:gd name="connsiteX6" fmla="*/ -13 w 35775"/>
                <a:gd name="connsiteY6" fmla="*/ 18472 h 32070"/>
                <a:gd name="connsiteX7" fmla="*/ -5 w 35775"/>
                <a:gd name="connsiteY7" fmla="*/ 18666 h 32070"/>
                <a:gd name="connsiteX8" fmla="*/ 3374 w 35775"/>
                <a:gd name="connsiteY8" fmla="*/ 26925 h 32070"/>
                <a:gd name="connsiteX9" fmla="*/ 4125 w 35775"/>
                <a:gd name="connsiteY9" fmla="*/ 27976 h 32070"/>
                <a:gd name="connsiteX10" fmla="*/ 9007 w 35775"/>
                <a:gd name="connsiteY10" fmla="*/ 30679 h 32070"/>
                <a:gd name="connsiteX11" fmla="*/ 15766 w 35775"/>
                <a:gd name="connsiteY11" fmla="*/ 31956 h 32070"/>
                <a:gd name="connsiteX12" fmla="*/ 34766 w 35775"/>
                <a:gd name="connsiteY12" fmla="*/ 19192 h 32070"/>
                <a:gd name="connsiteX13" fmla="*/ 34766 w 35775"/>
                <a:gd name="connsiteY13" fmla="*/ 18516 h 32070"/>
                <a:gd name="connsiteX14" fmla="*/ 34766 w 35775"/>
                <a:gd name="connsiteY14" fmla="*/ 17990 h 32070"/>
                <a:gd name="connsiteX15" fmla="*/ 34766 w 35775"/>
                <a:gd name="connsiteY15" fmla="*/ 17990 h 32070"/>
                <a:gd name="connsiteX16" fmla="*/ 35292 w 35775"/>
                <a:gd name="connsiteY16" fmla="*/ 11007 h 32070"/>
                <a:gd name="connsiteX17" fmla="*/ 35412 w 35775"/>
                <a:gd name="connsiteY17" fmla="*/ 9099 h 32070"/>
                <a:gd name="connsiteX18" fmla="*/ 35367 w 35775"/>
                <a:gd name="connsiteY18" fmla="*/ 9055 h 3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5775" h="32070">
                  <a:moveTo>
                    <a:pt x="35367" y="9055"/>
                  </a:moveTo>
                  <a:lnTo>
                    <a:pt x="35367" y="8154"/>
                  </a:lnTo>
                  <a:cubicBezTo>
                    <a:pt x="35547" y="6993"/>
                    <a:pt x="35337" y="5803"/>
                    <a:pt x="34766" y="4775"/>
                  </a:cubicBezTo>
                  <a:lnTo>
                    <a:pt x="34315" y="3349"/>
                  </a:lnTo>
                  <a:cubicBezTo>
                    <a:pt x="32889" y="-105"/>
                    <a:pt x="29960" y="-180"/>
                    <a:pt x="26805" y="45"/>
                  </a:cubicBezTo>
                  <a:cubicBezTo>
                    <a:pt x="21699" y="496"/>
                    <a:pt x="16765" y="2114"/>
                    <a:pt x="12386" y="4775"/>
                  </a:cubicBezTo>
                  <a:cubicBezTo>
                    <a:pt x="5177" y="5133"/>
                    <a:pt x="-373" y="11266"/>
                    <a:pt x="-13" y="18472"/>
                  </a:cubicBezTo>
                  <a:cubicBezTo>
                    <a:pt x="-13" y="18537"/>
                    <a:pt x="-13" y="18601"/>
                    <a:pt x="-5" y="18666"/>
                  </a:cubicBezTo>
                  <a:cubicBezTo>
                    <a:pt x="107" y="21733"/>
                    <a:pt x="1302" y="24661"/>
                    <a:pt x="3374" y="26925"/>
                  </a:cubicBezTo>
                  <a:lnTo>
                    <a:pt x="4125" y="27976"/>
                  </a:lnTo>
                  <a:cubicBezTo>
                    <a:pt x="5342" y="29471"/>
                    <a:pt x="7092" y="30438"/>
                    <a:pt x="9007" y="30679"/>
                  </a:cubicBezTo>
                  <a:cubicBezTo>
                    <a:pt x="11162" y="31528"/>
                    <a:pt x="13453" y="31961"/>
                    <a:pt x="15766" y="31956"/>
                  </a:cubicBezTo>
                  <a:cubicBezTo>
                    <a:pt x="24335" y="32784"/>
                    <a:pt x="32295" y="27437"/>
                    <a:pt x="34766" y="19192"/>
                  </a:cubicBezTo>
                  <a:cubicBezTo>
                    <a:pt x="34804" y="18968"/>
                    <a:pt x="34804" y="18739"/>
                    <a:pt x="34766" y="18516"/>
                  </a:cubicBezTo>
                  <a:cubicBezTo>
                    <a:pt x="34804" y="18342"/>
                    <a:pt x="34804" y="18164"/>
                    <a:pt x="34766" y="17990"/>
                  </a:cubicBezTo>
                  <a:cubicBezTo>
                    <a:pt x="34766" y="17990"/>
                    <a:pt x="34766" y="17990"/>
                    <a:pt x="34766" y="17990"/>
                  </a:cubicBezTo>
                  <a:cubicBezTo>
                    <a:pt x="35141" y="15682"/>
                    <a:pt x="35322" y="13346"/>
                    <a:pt x="35292" y="11007"/>
                  </a:cubicBezTo>
                  <a:cubicBezTo>
                    <a:pt x="35847" y="10513"/>
                    <a:pt x="35900" y="9659"/>
                    <a:pt x="35412" y="9099"/>
                  </a:cubicBezTo>
                  <a:cubicBezTo>
                    <a:pt x="35397" y="9084"/>
                    <a:pt x="35382" y="9069"/>
                    <a:pt x="35367" y="9055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4" name="Content Placeholder 4">
              <a:extLst>
                <a:ext uri="{FF2B5EF4-FFF2-40B4-BE49-F238E27FC236}">
                  <a16:creationId xmlns:a16="http://schemas.microsoft.com/office/drawing/2014/main" id="{FDF1B1ED-64C9-E55C-6227-A2892AB1FE75}"/>
                </a:ext>
              </a:extLst>
            </p:cNvPr>
            <p:cNvSpPr/>
            <p:nvPr/>
          </p:nvSpPr>
          <p:spPr>
            <a:xfrm>
              <a:off x="9776009" y="925219"/>
              <a:ext cx="9138" cy="9511"/>
            </a:xfrm>
            <a:custGeom>
              <a:avLst/>
              <a:gdLst>
                <a:gd name="connsiteX0" fmla="*/ 9109 w 9138"/>
                <a:gd name="connsiteY0" fmla="*/ 1583 h 9511"/>
                <a:gd name="connsiteX1" fmla="*/ 6856 w 9138"/>
                <a:gd name="connsiteY1" fmla="*/ 457 h 9511"/>
                <a:gd name="connsiteX2" fmla="*/ 3927 w 9138"/>
                <a:gd name="connsiteY2" fmla="*/ 7 h 9511"/>
                <a:gd name="connsiteX3" fmla="*/ 97 w 9138"/>
                <a:gd name="connsiteY3" fmla="*/ 3986 h 9511"/>
                <a:gd name="connsiteX4" fmla="*/ 3364 w 9138"/>
                <a:gd name="connsiteY4" fmla="*/ 9355 h 9511"/>
                <a:gd name="connsiteX5" fmla="*/ 8734 w 9138"/>
                <a:gd name="connsiteY5" fmla="*/ 6088 h 9511"/>
                <a:gd name="connsiteX6" fmla="*/ 8734 w 9138"/>
                <a:gd name="connsiteY6" fmla="*/ 2259 h 95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38" h="9511">
                  <a:moveTo>
                    <a:pt x="9109" y="1583"/>
                  </a:moveTo>
                  <a:cubicBezTo>
                    <a:pt x="8403" y="1119"/>
                    <a:pt x="7653" y="741"/>
                    <a:pt x="6856" y="457"/>
                  </a:cubicBezTo>
                  <a:cubicBezTo>
                    <a:pt x="5940" y="48"/>
                    <a:pt x="4926" y="-108"/>
                    <a:pt x="3927" y="7"/>
                  </a:cubicBezTo>
                  <a:cubicBezTo>
                    <a:pt x="1877" y="278"/>
                    <a:pt x="293" y="1929"/>
                    <a:pt x="97" y="3986"/>
                  </a:cubicBezTo>
                  <a:cubicBezTo>
                    <a:pt x="-481" y="6371"/>
                    <a:pt x="976" y="8774"/>
                    <a:pt x="3364" y="9355"/>
                  </a:cubicBezTo>
                  <a:cubicBezTo>
                    <a:pt x="5753" y="9935"/>
                    <a:pt x="8155" y="8473"/>
                    <a:pt x="8734" y="6088"/>
                  </a:cubicBezTo>
                  <a:cubicBezTo>
                    <a:pt x="9064" y="4834"/>
                    <a:pt x="9064" y="3514"/>
                    <a:pt x="8734" y="2259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65" name="Group 964">
            <a:extLst>
              <a:ext uri="{FF2B5EF4-FFF2-40B4-BE49-F238E27FC236}">
                <a16:creationId xmlns:a16="http://schemas.microsoft.com/office/drawing/2014/main" id="{9CDF5CA0-CCAA-365E-BAC6-35B2FCA5A132}"/>
              </a:ext>
            </a:extLst>
          </p:cNvPr>
          <p:cNvGrpSpPr/>
          <p:nvPr userDrawn="1"/>
        </p:nvGrpSpPr>
        <p:grpSpPr>
          <a:xfrm>
            <a:off x="9535859" y="5157155"/>
            <a:ext cx="300615" cy="831196"/>
            <a:chOff x="12373728" y="4876275"/>
            <a:chExt cx="300615" cy="831196"/>
          </a:xfrm>
        </p:grpSpPr>
        <p:sp>
          <p:nvSpPr>
            <p:cNvPr id="966" name="Content Placeholder 4">
              <a:extLst>
                <a:ext uri="{FF2B5EF4-FFF2-40B4-BE49-F238E27FC236}">
                  <a16:creationId xmlns:a16="http://schemas.microsoft.com/office/drawing/2014/main" id="{311C87E2-7F9A-E5E9-8B58-CB583DA3AD0D}"/>
                </a:ext>
              </a:extLst>
            </p:cNvPr>
            <p:cNvSpPr/>
            <p:nvPr/>
          </p:nvSpPr>
          <p:spPr>
            <a:xfrm>
              <a:off x="12414061" y="5680279"/>
              <a:ext cx="260282" cy="27192"/>
            </a:xfrm>
            <a:custGeom>
              <a:avLst/>
              <a:gdLst>
                <a:gd name="connsiteX0" fmla="*/ 56406 w 260282"/>
                <a:gd name="connsiteY0" fmla="*/ 26930 h 27192"/>
                <a:gd name="connsiteX1" fmla="*/ 105746 w 260282"/>
                <a:gd name="connsiteY1" fmla="*/ 26930 h 27192"/>
                <a:gd name="connsiteX2" fmla="*/ 243330 w 260282"/>
                <a:gd name="connsiteY2" fmla="*/ 25353 h 27192"/>
                <a:gd name="connsiteX3" fmla="*/ 260227 w 260282"/>
                <a:gd name="connsiteY3" fmla="*/ 19121 h 27192"/>
                <a:gd name="connsiteX4" fmla="*/ 247235 w 260282"/>
                <a:gd name="connsiteY4" fmla="*/ 10636 h 27192"/>
                <a:gd name="connsiteX5" fmla="*/ 179645 w 260282"/>
                <a:gd name="connsiteY5" fmla="*/ 3954 h 27192"/>
                <a:gd name="connsiteX6" fmla="*/ 78860 w 260282"/>
                <a:gd name="connsiteY6" fmla="*/ 575 h 27192"/>
                <a:gd name="connsiteX7" fmla="*/ 16828 w 260282"/>
                <a:gd name="connsiteY7" fmla="*/ 4254 h 27192"/>
                <a:gd name="connsiteX8" fmla="*/ 7516 w 260282"/>
                <a:gd name="connsiteY8" fmla="*/ 23400 h 27192"/>
                <a:gd name="connsiteX9" fmla="*/ 26742 w 260282"/>
                <a:gd name="connsiteY9" fmla="*/ 24752 h 27192"/>
                <a:gd name="connsiteX10" fmla="*/ 56406 w 260282"/>
                <a:gd name="connsiteY10" fmla="*/ 26930 h 2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0282" h="27192">
                  <a:moveTo>
                    <a:pt x="56406" y="26930"/>
                  </a:moveTo>
                  <a:cubicBezTo>
                    <a:pt x="72853" y="27455"/>
                    <a:pt x="89299" y="26930"/>
                    <a:pt x="105746" y="26930"/>
                  </a:cubicBezTo>
                  <a:lnTo>
                    <a:pt x="243330" y="25353"/>
                  </a:lnTo>
                  <a:cubicBezTo>
                    <a:pt x="250839" y="25353"/>
                    <a:pt x="259701" y="24001"/>
                    <a:pt x="260227" y="19121"/>
                  </a:cubicBezTo>
                  <a:cubicBezTo>
                    <a:pt x="260752" y="14240"/>
                    <a:pt x="253393" y="11988"/>
                    <a:pt x="247235" y="10636"/>
                  </a:cubicBezTo>
                  <a:cubicBezTo>
                    <a:pt x="224930" y="6461"/>
                    <a:pt x="202325" y="4224"/>
                    <a:pt x="179645" y="3954"/>
                  </a:cubicBezTo>
                  <a:cubicBezTo>
                    <a:pt x="146075" y="2602"/>
                    <a:pt x="112505" y="1476"/>
                    <a:pt x="78860" y="575"/>
                  </a:cubicBezTo>
                  <a:cubicBezTo>
                    <a:pt x="58133" y="-905"/>
                    <a:pt x="37255" y="335"/>
                    <a:pt x="16828" y="4254"/>
                  </a:cubicBezTo>
                  <a:cubicBezTo>
                    <a:pt x="6164" y="6807"/>
                    <a:pt x="-9532" y="17919"/>
                    <a:pt x="7516" y="23400"/>
                  </a:cubicBezTo>
                  <a:cubicBezTo>
                    <a:pt x="13899" y="24422"/>
                    <a:pt x="20283" y="24872"/>
                    <a:pt x="26742" y="24752"/>
                  </a:cubicBezTo>
                  <a:cubicBezTo>
                    <a:pt x="36730" y="25803"/>
                    <a:pt x="46343" y="26404"/>
                    <a:pt x="56406" y="26930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7" name="Content Placeholder 4">
              <a:extLst>
                <a:ext uri="{FF2B5EF4-FFF2-40B4-BE49-F238E27FC236}">
                  <a16:creationId xmlns:a16="http://schemas.microsoft.com/office/drawing/2014/main" id="{DEB7D280-910F-CFE2-166A-86B8B90033CF}"/>
                </a:ext>
              </a:extLst>
            </p:cNvPr>
            <p:cNvSpPr/>
            <p:nvPr/>
          </p:nvSpPr>
          <p:spPr>
            <a:xfrm>
              <a:off x="12397254" y="5215636"/>
              <a:ext cx="160433" cy="380767"/>
            </a:xfrm>
            <a:custGeom>
              <a:avLst/>
              <a:gdLst>
                <a:gd name="connsiteX0" fmla="*/ 160102 w 160433"/>
                <a:gd name="connsiteY0" fmla="*/ 330516 h 380767"/>
                <a:gd name="connsiteX1" fmla="*/ 154170 w 160433"/>
                <a:gd name="connsiteY1" fmla="*/ 260613 h 380767"/>
                <a:gd name="connsiteX2" fmla="*/ 144407 w 160433"/>
                <a:gd name="connsiteY2" fmla="*/ 24997 h 380767"/>
                <a:gd name="connsiteX3" fmla="*/ 138549 w 160433"/>
                <a:gd name="connsiteY3" fmla="*/ 8479 h 380767"/>
                <a:gd name="connsiteX4" fmla="*/ 123529 w 160433"/>
                <a:gd name="connsiteY4" fmla="*/ 1646 h 380767"/>
                <a:gd name="connsiteX5" fmla="*/ 42647 w 160433"/>
                <a:gd name="connsiteY5" fmla="*/ 745 h 380767"/>
                <a:gd name="connsiteX6" fmla="*/ 32208 w 160433"/>
                <a:gd name="connsiteY6" fmla="*/ 4049 h 380767"/>
                <a:gd name="connsiteX7" fmla="*/ 22294 w 160433"/>
                <a:gd name="connsiteY7" fmla="*/ 30704 h 380767"/>
                <a:gd name="connsiteX8" fmla="*/ 15836 w 160433"/>
                <a:gd name="connsiteY8" fmla="*/ 96928 h 380767"/>
                <a:gd name="connsiteX9" fmla="*/ 816 w 160433"/>
                <a:gd name="connsiteY9" fmla="*/ 329691 h 380767"/>
                <a:gd name="connsiteX10" fmla="*/ 816 w 160433"/>
                <a:gd name="connsiteY10" fmla="*/ 361001 h 380767"/>
                <a:gd name="connsiteX11" fmla="*/ 23346 w 160433"/>
                <a:gd name="connsiteY11" fmla="*/ 378195 h 380767"/>
                <a:gd name="connsiteX12" fmla="*/ 63375 w 160433"/>
                <a:gd name="connsiteY12" fmla="*/ 367007 h 380767"/>
                <a:gd name="connsiteX13" fmla="*/ 142680 w 160433"/>
                <a:gd name="connsiteY13" fmla="*/ 361226 h 380767"/>
                <a:gd name="connsiteX14" fmla="*/ 156798 w 160433"/>
                <a:gd name="connsiteY14" fmla="*/ 354919 h 380767"/>
                <a:gd name="connsiteX15" fmla="*/ 160102 w 160433"/>
                <a:gd name="connsiteY15" fmla="*/ 330516 h 38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0433" h="380767">
                  <a:moveTo>
                    <a:pt x="160102" y="330516"/>
                  </a:moveTo>
                  <a:cubicBezTo>
                    <a:pt x="158601" y="307090"/>
                    <a:pt x="155672" y="284039"/>
                    <a:pt x="154170" y="260613"/>
                  </a:cubicBezTo>
                  <a:cubicBezTo>
                    <a:pt x="149138" y="181924"/>
                    <a:pt x="160553" y="98730"/>
                    <a:pt x="144407" y="24997"/>
                  </a:cubicBezTo>
                  <a:cubicBezTo>
                    <a:pt x="143430" y="19186"/>
                    <a:pt x="141478" y="13592"/>
                    <a:pt x="138549" y="8479"/>
                  </a:cubicBezTo>
                  <a:cubicBezTo>
                    <a:pt x="135094" y="3711"/>
                    <a:pt x="129387" y="1113"/>
                    <a:pt x="123529" y="1646"/>
                  </a:cubicBezTo>
                  <a:cubicBezTo>
                    <a:pt x="96643" y="-231"/>
                    <a:pt x="69608" y="-531"/>
                    <a:pt x="42647" y="745"/>
                  </a:cubicBezTo>
                  <a:cubicBezTo>
                    <a:pt x="38892" y="565"/>
                    <a:pt x="35212" y="1736"/>
                    <a:pt x="32208" y="4049"/>
                  </a:cubicBezTo>
                  <a:cubicBezTo>
                    <a:pt x="26726" y="9004"/>
                    <a:pt x="24021" y="20192"/>
                    <a:pt x="22294" y="30704"/>
                  </a:cubicBezTo>
                  <a:cubicBezTo>
                    <a:pt x="19065" y="52659"/>
                    <a:pt x="16887" y="74756"/>
                    <a:pt x="15836" y="96928"/>
                  </a:cubicBezTo>
                  <a:cubicBezTo>
                    <a:pt x="10805" y="174513"/>
                    <a:pt x="5848" y="252106"/>
                    <a:pt x="816" y="329691"/>
                  </a:cubicBezTo>
                  <a:cubicBezTo>
                    <a:pt x="-311" y="340097"/>
                    <a:pt x="-311" y="350594"/>
                    <a:pt x="816" y="361001"/>
                  </a:cubicBezTo>
                  <a:cubicBezTo>
                    <a:pt x="4270" y="384953"/>
                    <a:pt x="12982" y="381949"/>
                    <a:pt x="23346" y="378195"/>
                  </a:cubicBezTo>
                  <a:cubicBezTo>
                    <a:pt x="36413" y="373577"/>
                    <a:pt x="49781" y="369845"/>
                    <a:pt x="63375" y="367007"/>
                  </a:cubicBezTo>
                  <a:cubicBezTo>
                    <a:pt x="89434" y="361459"/>
                    <a:pt x="116094" y="359514"/>
                    <a:pt x="142680" y="361226"/>
                  </a:cubicBezTo>
                  <a:cubicBezTo>
                    <a:pt x="148237" y="362510"/>
                    <a:pt x="154020" y="359935"/>
                    <a:pt x="156798" y="354919"/>
                  </a:cubicBezTo>
                  <a:cubicBezTo>
                    <a:pt x="159878" y="347185"/>
                    <a:pt x="161005" y="338798"/>
                    <a:pt x="160102" y="330516"/>
                  </a:cubicBezTo>
                  <a:close/>
                </a:path>
              </a:pathLst>
            </a:custGeom>
            <a:solidFill>
              <a:srgbClr val="29292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8" name="Content Placeholder 4">
              <a:extLst>
                <a:ext uri="{FF2B5EF4-FFF2-40B4-BE49-F238E27FC236}">
                  <a16:creationId xmlns:a16="http://schemas.microsoft.com/office/drawing/2014/main" id="{E0F87A42-06AF-AD52-D10F-5E1B5C5D2B2A}"/>
                </a:ext>
              </a:extLst>
            </p:cNvPr>
            <p:cNvSpPr/>
            <p:nvPr/>
          </p:nvSpPr>
          <p:spPr>
            <a:xfrm>
              <a:off x="12403445" y="5186585"/>
              <a:ext cx="142075" cy="468544"/>
            </a:xfrm>
            <a:custGeom>
              <a:avLst/>
              <a:gdLst>
                <a:gd name="connsiteX0" fmla="*/ 130781 w 142075"/>
                <a:gd name="connsiteY0" fmla="*/ 36704 h 468544"/>
                <a:gd name="connsiteX1" fmla="*/ 142046 w 142075"/>
                <a:gd name="connsiteY1" fmla="*/ 464686 h 468544"/>
                <a:gd name="connsiteX2" fmla="*/ 121845 w 142075"/>
                <a:gd name="connsiteY2" fmla="*/ 465511 h 468544"/>
                <a:gd name="connsiteX3" fmla="*/ 74532 w 142075"/>
                <a:gd name="connsiteY3" fmla="*/ 111038 h 468544"/>
                <a:gd name="connsiteX4" fmla="*/ 64168 w 142075"/>
                <a:gd name="connsiteY4" fmla="*/ 111038 h 468544"/>
                <a:gd name="connsiteX5" fmla="*/ 52602 w 142075"/>
                <a:gd name="connsiteY5" fmla="*/ 468515 h 468544"/>
                <a:gd name="connsiteX6" fmla="*/ 33678 w 142075"/>
                <a:gd name="connsiteY6" fmla="*/ 468515 h 468544"/>
                <a:gd name="connsiteX7" fmla="*/ 107 w 142075"/>
                <a:gd name="connsiteY7" fmla="*/ 39182 h 468544"/>
                <a:gd name="connsiteX8" fmla="*/ 55907 w 142075"/>
                <a:gd name="connsiteY8" fmla="*/ 213 h 468544"/>
                <a:gd name="connsiteX9" fmla="*/ 130781 w 142075"/>
                <a:gd name="connsiteY9" fmla="*/ 36704 h 468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75" h="468544">
                  <a:moveTo>
                    <a:pt x="130781" y="36704"/>
                  </a:moveTo>
                  <a:cubicBezTo>
                    <a:pt x="130781" y="36704"/>
                    <a:pt x="141896" y="404618"/>
                    <a:pt x="142046" y="464686"/>
                  </a:cubicBezTo>
                  <a:lnTo>
                    <a:pt x="121845" y="465511"/>
                  </a:lnTo>
                  <a:cubicBezTo>
                    <a:pt x="121845" y="465511"/>
                    <a:pt x="92631" y="128908"/>
                    <a:pt x="74532" y="111038"/>
                  </a:cubicBezTo>
                  <a:cubicBezTo>
                    <a:pt x="71152" y="110294"/>
                    <a:pt x="67547" y="110294"/>
                    <a:pt x="64168" y="111038"/>
                  </a:cubicBezTo>
                  <a:cubicBezTo>
                    <a:pt x="61314" y="112389"/>
                    <a:pt x="47796" y="446365"/>
                    <a:pt x="52602" y="468515"/>
                  </a:cubicBezTo>
                  <a:lnTo>
                    <a:pt x="33678" y="468515"/>
                  </a:lnTo>
                  <a:cubicBezTo>
                    <a:pt x="33678" y="468515"/>
                    <a:pt x="-2521" y="124327"/>
                    <a:pt x="107" y="39182"/>
                  </a:cubicBezTo>
                  <a:cubicBezTo>
                    <a:pt x="107" y="39182"/>
                    <a:pt x="-1620" y="-3617"/>
                    <a:pt x="55907" y="213"/>
                  </a:cubicBezTo>
                  <a:cubicBezTo>
                    <a:pt x="113434" y="4042"/>
                    <a:pt x="124998" y="-5494"/>
                    <a:pt x="130781" y="36704"/>
                  </a:cubicBezTo>
                  <a:close/>
                </a:path>
              </a:pathLst>
            </a:custGeom>
            <a:solidFill>
              <a:srgbClr val="662E2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9" name="Content Placeholder 4">
              <a:extLst>
                <a:ext uri="{FF2B5EF4-FFF2-40B4-BE49-F238E27FC236}">
                  <a16:creationId xmlns:a16="http://schemas.microsoft.com/office/drawing/2014/main" id="{EB320732-BEAF-6902-A694-D9B227319130}"/>
                </a:ext>
              </a:extLst>
            </p:cNvPr>
            <p:cNvSpPr/>
            <p:nvPr/>
          </p:nvSpPr>
          <p:spPr>
            <a:xfrm>
              <a:off x="12522540" y="5649181"/>
              <a:ext cx="59664" cy="45142"/>
            </a:xfrm>
            <a:custGeom>
              <a:avLst/>
              <a:gdLst>
                <a:gd name="connsiteX0" fmla="*/ 44956 w 59664"/>
                <a:gd name="connsiteY0" fmla="*/ 32424 h 45142"/>
                <a:gd name="connsiteX1" fmla="*/ 35343 w 59664"/>
                <a:gd name="connsiteY1" fmla="*/ 24915 h 45142"/>
                <a:gd name="connsiteX2" fmla="*/ 30611 w 59664"/>
                <a:gd name="connsiteY2" fmla="*/ 15605 h 45142"/>
                <a:gd name="connsiteX3" fmla="*/ 26931 w 59664"/>
                <a:gd name="connsiteY3" fmla="*/ 6370 h 45142"/>
                <a:gd name="connsiteX4" fmla="*/ 24904 w 59664"/>
                <a:gd name="connsiteY4" fmla="*/ 2916 h 45142"/>
                <a:gd name="connsiteX5" fmla="*/ 21975 w 59664"/>
                <a:gd name="connsiteY5" fmla="*/ 1639 h 45142"/>
                <a:gd name="connsiteX6" fmla="*/ 2449 w 59664"/>
                <a:gd name="connsiteY6" fmla="*/ -12 h 45142"/>
                <a:gd name="connsiteX7" fmla="*/ 722 w 59664"/>
                <a:gd name="connsiteY7" fmla="*/ 588 h 45142"/>
                <a:gd name="connsiteX8" fmla="*/ 722 w 59664"/>
                <a:gd name="connsiteY8" fmla="*/ 1714 h 45142"/>
                <a:gd name="connsiteX9" fmla="*/ -29 w 59664"/>
                <a:gd name="connsiteY9" fmla="*/ 38581 h 45142"/>
                <a:gd name="connsiteX10" fmla="*/ -29 w 59664"/>
                <a:gd name="connsiteY10" fmla="*/ 39632 h 45142"/>
                <a:gd name="connsiteX11" fmla="*/ 797 w 59664"/>
                <a:gd name="connsiteY11" fmla="*/ 39632 h 45142"/>
                <a:gd name="connsiteX12" fmla="*/ 11460 w 59664"/>
                <a:gd name="connsiteY12" fmla="*/ 40158 h 45142"/>
                <a:gd name="connsiteX13" fmla="*/ 12437 w 59664"/>
                <a:gd name="connsiteY13" fmla="*/ 30472 h 45142"/>
                <a:gd name="connsiteX14" fmla="*/ 13338 w 59664"/>
                <a:gd name="connsiteY14" fmla="*/ 29045 h 45142"/>
                <a:gd name="connsiteX15" fmla="*/ 14615 w 59664"/>
                <a:gd name="connsiteY15" fmla="*/ 29571 h 45142"/>
                <a:gd name="connsiteX16" fmla="*/ 19722 w 59664"/>
                <a:gd name="connsiteY16" fmla="*/ 37079 h 45142"/>
                <a:gd name="connsiteX17" fmla="*/ 21674 w 59664"/>
                <a:gd name="connsiteY17" fmla="*/ 40608 h 45142"/>
                <a:gd name="connsiteX18" fmla="*/ 24153 w 59664"/>
                <a:gd name="connsiteY18" fmla="*/ 41434 h 45142"/>
                <a:gd name="connsiteX19" fmla="*/ 52090 w 59664"/>
                <a:gd name="connsiteY19" fmla="*/ 45113 h 45142"/>
                <a:gd name="connsiteX20" fmla="*/ 58548 w 59664"/>
                <a:gd name="connsiteY20" fmla="*/ 39257 h 45142"/>
                <a:gd name="connsiteX21" fmla="*/ 52390 w 59664"/>
                <a:gd name="connsiteY21" fmla="*/ 36253 h 45142"/>
                <a:gd name="connsiteX22" fmla="*/ 44956 w 59664"/>
                <a:gd name="connsiteY22" fmla="*/ 32424 h 45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9664" h="45142">
                  <a:moveTo>
                    <a:pt x="44956" y="32424"/>
                  </a:moveTo>
                  <a:cubicBezTo>
                    <a:pt x="41276" y="30607"/>
                    <a:pt x="37971" y="28047"/>
                    <a:pt x="35343" y="24915"/>
                  </a:cubicBezTo>
                  <a:cubicBezTo>
                    <a:pt x="33315" y="22055"/>
                    <a:pt x="31738" y="18924"/>
                    <a:pt x="30611" y="15605"/>
                  </a:cubicBezTo>
                  <a:lnTo>
                    <a:pt x="26931" y="6370"/>
                  </a:lnTo>
                  <a:cubicBezTo>
                    <a:pt x="26556" y="5056"/>
                    <a:pt x="25880" y="3862"/>
                    <a:pt x="24904" y="2916"/>
                  </a:cubicBezTo>
                  <a:cubicBezTo>
                    <a:pt x="24002" y="2292"/>
                    <a:pt x="23026" y="1857"/>
                    <a:pt x="21975" y="1639"/>
                  </a:cubicBezTo>
                  <a:cubicBezTo>
                    <a:pt x="15516" y="521"/>
                    <a:pt x="8982" y="-28"/>
                    <a:pt x="2449" y="-12"/>
                  </a:cubicBezTo>
                  <a:cubicBezTo>
                    <a:pt x="1773" y="-95"/>
                    <a:pt x="1172" y="122"/>
                    <a:pt x="722" y="588"/>
                  </a:cubicBezTo>
                  <a:cubicBezTo>
                    <a:pt x="646" y="963"/>
                    <a:pt x="646" y="1346"/>
                    <a:pt x="722" y="1714"/>
                  </a:cubicBezTo>
                  <a:cubicBezTo>
                    <a:pt x="722" y="14028"/>
                    <a:pt x="271" y="26267"/>
                    <a:pt x="-29" y="38581"/>
                  </a:cubicBezTo>
                  <a:cubicBezTo>
                    <a:pt x="-29" y="38581"/>
                    <a:pt x="-29" y="39407"/>
                    <a:pt x="-29" y="39632"/>
                  </a:cubicBezTo>
                  <a:cubicBezTo>
                    <a:pt x="271" y="39737"/>
                    <a:pt x="496" y="39737"/>
                    <a:pt x="797" y="39632"/>
                  </a:cubicBezTo>
                  <a:cubicBezTo>
                    <a:pt x="1923" y="39632"/>
                    <a:pt x="10335" y="40007"/>
                    <a:pt x="11460" y="40158"/>
                  </a:cubicBezTo>
                  <a:cubicBezTo>
                    <a:pt x="11536" y="36907"/>
                    <a:pt x="11836" y="33670"/>
                    <a:pt x="12437" y="30472"/>
                  </a:cubicBezTo>
                  <a:cubicBezTo>
                    <a:pt x="12437" y="29871"/>
                    <a:pt x="12437" y="29120"/>
                    <a:pt x="13338" y="29045"/>
                  </a:cubicBezTo>
                  <a:cubicBezTo>
                    <a:pt x="14239" y="28970"/>
                    <a:pt x="14239" y="29045"/>
                    <a:pt x="14615" y="29571"/>
                  </a:cubicBezTo>
                  <a:cubicBezTo>
                    <a:pt x="16868" y="31620"/>
                    <a:pt x="18671" y="34196"/>
                    <a:pt x="19722" y="37079"/>
                  </a:cubicBezTo>
                  <a:cubicBezTo>
                    <a:pt x="20022" y="38408"/>
                    <a:pt x="20698" y="39632"/>
                    <a:pt x="21674" y="40608"/>
                  </a:cubicBezTo>
                  <a:cubicBezTo>
                    <a:pt x="22426" y="41074"/>
                    <a:pt x="23252" y="41351"/>
                    <a:pt x="24153" y="41434"/>
                  </a:cubicBezTo>
                  <a:cubicBezTo>
                    <a:pt x="33315" y="43552"/>
                    <a:pt x="42702" y="44783"/>
                    <a:pt x="52090" y="45113"/>
                  </a:cubicBezTo>
                  <a:cubicBezTo>
                    <a:pt x="55094" y="45113"/>
                    <a:pt x="62378" y="43386"/>
                    <a:pt x="58548" y="39257"/>
                  </a:cubicBezTo>
                  <a:cubicBezTo>
                    <a:pt x="56671" y="37875"/>
                    <a:pt x="54643" y="36854"/>
                    <a:pt x="52390" y="36253"/>
                  </a:cubicBezTo>
                  <a:cubicBezTo>
                    <a:pt x="49836" y="35112"/>
                    <a:pt x="47358" y="33828"/>
                    <a:pt x="44956" y="32424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0" name="Content Placeholder 4">
              <a:extLst>
                <a:ext uri="{FF2B5EF4-FFF2-40B4-BE49-F238E27FC236}">
                  <a16:creationId xmlns:a16="http://schemas.microsoft.com/office/drawing/2014/main" id="{A06A8963-6E32-1DB1-2D5B-A3D0176137B4}"/>
                </a:ext>
              </a:extLst>
            </p:cNvPr>
            <p:cNvSpPr/>
            <p:nvPr/>
          </p:nvSpPr>
          <p:spPr>
            <a:xfrm>
              <a:off x="12435255" y="5651385"/>
              <a:ext cx="60254" cy="44964"/>
            </a:xfrm>
            <a:custGeom>
              <a:avLst/>
              <a:gdLst>
                <a:gd name="connsiteX0" fmla="*/ 53461 w 60254"/>
                <a:gd name="connsiteY0" fmla="*/ 32322 h 44964"/>
                <a:gd name="connsiteX1" fmla="*/ 35362 w 60254"/>
                <a:gd name="connsiteY1" fmla="*/ 24814 h 44964"/>
                <a:gd name="connsiteX2" fmla="*/ 23796 w 60254"/>
                <a:gd name="connsiteY2" fmla="*/ 11073 h 44964"/>
                <a:gd name="connsiteX3" fmla="*/ 20342 w 60254"/>
                <a:gd name="connsiteY3" fmla="*/ 111 h 44964"/>
                <a:gd name="connsiteX4" fmla="*/ 3219 w 60254"/>
                <a:gd name="connsiteY4" fmla="*/ 111 h 44964"/>
                <a:gd name="connsiteX5" fmla="*/ 1642 w 60254"/>
                <a:gd name="connsiteY5" fmla="*/ 111 h 44964"/>
                <a:gd name="connsiteX6" fmla="*/ 1041 w 60254"/>
                <a:gd name="connsiteY6" fmla="*/ 1387 h 44964"/>
                <a:gd name="connsiteX7" fmla="*/ 1041 w 60254"/>
                <a:gd name="connsiteY7" fmla="*/ 38930 h 44964"/>
                <a:gd name="connsiteX8" fmla="*/ 2017 w 60254"/>
                <a:gd name="connsiteY8" fmla="*/ 41558 h 44964"/>
                <a:gd name="connsiteX9" fmla="*/ 10654 w 60254"/>
                <a:gd name="connsiteY9" fmla="*/ 42233 h 44964"/>
                <a:gd name="connsiteX10" fmla="*/ 11480 w 60254"/>
                <a:gd name="connsiteY10" fmla="*/ 36302 h 44964"/>
                <a:gd name="connsiteX11" fmla="*/ 12681 w 60254"/>
                <a:gd name="connsiteY11" fmla="*/ 33599 h 44964"/>
                <a:gd name="connsiteX12" fmla="*/ 18013 w 60254"/>
                <a:gd name="connsiteY12" fmla="*/ 34800 h 44964"/>
                <a:gd name="connsiteX13" fmla="*/ 21017 w 60254"/>
                <a:gd name="connsiteY13" fmla="*/ 39230 h 44964"/>
                <a:gd name="connsiteX14" fmla="*/ 30555 w 60254"/>
                <a:gd name="connsiteY14" fmla="*/ 42534 h 44964"/>
                <a:gd name="connsiteX15" fmla="*/ 48730 w 60254"/>
                <a:gd name="connsiteY15" fmla="*/ 44636 h 44964"/>
                <a:gd name="connsiteX16" fmla="*/ 60070 w 60254"/>
                <a:gd name="connsiteY16" fmla="*/ 41858 h 44964"/>
                <a:gd name="connsiteX17" fmla="*/ 53461 w 60254"/>
                <a:gd name="connsiteY17" fmla="*/ 32322 h 44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0254" h="44964">
                  <a:moveTo>
                    <a:pt x="53461" y="32322"/>
                  </a:moveTo>
                  <a:cubicBezTo>
                    <a:pt x="47829" y="29169"/>
                    <a:pt x="40994" y="27892"/>
                    <a:pt x="35362" y="24814"/>
                  </a:cubicBezTo>
                  <a:cubicBezTo>
                    <a:pt x="29804" y="21998"/>
                    <a:pt x="25598" y="17035"/>
                    <a:pt x="23796" y="11073"/>
                  </a:cubicBezTo>
                  <a:cubicBezTo>
                    <a:pt x="23421" y="7214"/>
                    <a:pt x="22294" y="3475"/>
                    <a:pt x="20342" y="111"/>
                  </a:cubicBezTo>
                  <a:lnTo>
                    <a:pt x="3219" y="111"/>
                  </a:lnTo>
                  <a:cubicBezTo>
                    <a:pt x="2694" y="-77"/>
                    <a:pt x="2167" y="-77"/>
                    <a:pt x="1642" y="111"/>
                  </a:cubicBezTo>
                  <a:cubicBezTo>
                    <a:pt x="1266" y="434"/>
                    <a:pt x="1041" y="899"/>
                    <a:pt x="1041" y="1387"/>
                  </a:cubicBezTo>
                  <a:cubicBezTo>
                    <a:pt x="-386" y="13859"/>
                    <a:pt x="-386" y="26458"/>
                    <a:pt x="1041" y="38930"/>
                  </a:cubicBezTo>
                  <a:cubicBezTo>
                    <a:pt x="966" y="39906"/>
                    <a:pt x="1341" y="40867"/>
                    <a:pt x="2017" y="41558"/>
                  </a:cubicBezTo>
                  <a:cubicBezTo>
                    <a:pt x="3294" y="42684"/>
                    <a:pt x="8851" y="41558"/>
                    <a:pt x="10654" y="42233"/>
                  </a:cubicBezTo>
                  <a:cubicBezTo>
                    <a:pt x="10654" y="40281"/>
                    <a:pt x="11180" y="38254"/>
                    <a:pt x="11480" y="36302"/>
                  </a:cubicBezTo>
                  <a:cubicBezTo>
                    <a:pt x="11480" y="35273"/>
                    <a:pt x="11931" y="34297"/>
                    <a:pt x="12681" y="33599"/>
                  </a:cubicBezTo>
                  <a:cubicBezTo>
                    <a:pt x="14484" y="32698"/>
                    <a:pt x="16737" y="33193"/>
                    <a:pt x="18013" y="34800"/>
                  </a:cubicBezTo>
                  <a:cubicBezTo>
                    <a:pt x="19215" y="36152"/>
                    <a:pt x="19741" y="37954"/>
                    <a:pt x="21017" y="39230"/>
                  </a:cubicBezTo>
                  <a:cubicBezTo>
                    <a:pt x="23721" y="41400"/>
                    <a:pt x="27101" y="42564"/>
                    <a:pt x="30555" y="42534"/>
                  </a:cubicBezTo>
                  <a:lnTo>
                    <a:pt x="48730" y="44636"/>
                  </a:lnTo>
                  <a:cubicBezTo>
                    <a:pt x="52410" y="45012"/>
                    <a:pt x="59018" y="45687"/>
                    <a:pt x="60070" y="41858"/>
                  </a:cubicBezTo>
                  <a:cubicBezTo>
                    <a:pt x="61121" y="38029"/>
                    <a:pt x="56615" y="34124"/>
                    <a:pt x="53461" y="32322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1" name="Content Placeholder 4">
              <a:extLst>
                <a:ext uri="{FF2B5EF4-FFF2-40B4-BE49-F238E27FC236}">
                  <a16:creationId xmlns:a16="http://schemas.microsoft.com/office/drawing/2014/main" id="{6F0EA1D7-5C6D-6F8D-9206-2D2BB4DA78A9}"/>
                </a:ext>
              </a:extLst>
            </p:cNvPr>
            <p:cNvSpPr/>
            <p:nvPr/>
          </p:nvSpPr>
          <p:spPr>
            <a:xfrm>
              <a:off x="12400858" y="5029807"/>
              <a:ext cx="134393" cy="204950"/>
            </a:xfrm>
            <a:custGeom>
              <a:avLst/>
              <a:gdLst>
                <a:gd name="connsiteX0" fmla="*/ 49933 w 134393"/>
                <a:gd name="connsiteY0" fmla="*/ 6221 h 204950"/>
                <a:gd name="connsiteX1" fmla="*/ 52411 w 134393"/>
                <a:gd name="connsiteY1" fmla="*/ 15532 h 204950"/>
                <a:gd name="connsiteX2" fmla="*/ 57518 w 134393"/>
                <a:gd name="connsiteY2" fmla="*/ 37382 h 204950"/>
                <a:gd name="connsiteX3" fmla="*/ 62099 w 134393"/>
                <a:gd name="connsiteY3" fmla="*/ 46091 h 204950"/>
                <a:gd name="connsiteX4" fmla="*/ 77119 w 134393"/>
                <a:gd name="connsiteY4" fmla="*/ 49470 h 204950"/>
                <a:gd name="connsiteX5" fmla="*/ 89435 w 134393"/>
                <a:gd name="connsiteY5" fmla="*/ 41286 h 204950"/>
                <a:gd name="connsiteX6" fmla="*/ 89510 w 134393"/>
                <a:gd name="connsiteY6" fmla="*/ 37832 h 204950"/>
                <a:gd name="connsiteX7" fmla="*/ 92814 w 134393"/>
                <a:gd name="connsiteY7" fmla="*/ 290 h 204950"/>
                <a:gd name="connsiteX8" fmla="*/ 102954 w 134393"/>
                <a:gd name="connsiteY8" fmla="*/ 4495 h 204950"/>
                <a:gd name="connsiteX9" fmla="*/ 106107 w 134393"/>
                <a:gd name="connsiteY9" fmla="*/ 15832 h 204950"/>
                <a:gd name="connsiteX10" fmla="*/ 133444 w 134393"/>
                <a:gd name="connsiteY10" fmla="*/ 191680 h 204950"/>
                <a:gd name="connsiteX11" fmla="*/ 133895 w 134393"/>
                <a:gd name="connsiteY11" fmla="*/ 200840 h 204950"/>
                <a:gd name="connsiteX12" fmla="*/ 107309 w 134393"/>
                <a:gd name="connsiteY12" fmla="*/ 185824 h 204950"/>
                <a:gd name="connsiteX13" fmla="*/ 66 w 134393"/>
                <a:gd name="connsiteY13" fmla="*/ 204895 h 204950"/>
                <a:gd name="connsiteX14" fmla="*/ 23723 w 134393"/>
                <a:gd name="connsiteY14" fmla="*/ 115920 h 204950"/>
                <a:gd name="connsiteX15" fmla="*/ 30482 w 134393"/>
                <a:gd name="connsiteY15" fmla="*/ 14856 h 204950"/>
                <a:gd name="connsiteX16" fmla="*/ 49933 w 134393"/>
                <a:gd name="connsiteY16" fmla="*/ 6221 h 204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4393" h="204950">
                  <a:moveTo>
                    <a:pt x="49933" y="6221"/>
                  </a:moveTo>
                  <a:cubicBezTo>
                    <a:pt x="51285" y="9172"/>
                    <a:pt x="52111" y="12318"/>
                    <a:pt x="52411" y="15532"/>
                  </a:cubicBezTo>
                  <a:cubicBezTo>
                    <a:pt x="53612" y="22928"/>
                    <a:pt x="55264" y="30226"/>
                    <a:pt x="57518" y="37382"/>
                  </a:cubicBezTo>
                  <a:cubicBezTo>
                    <a:pt x="58269" y="40625"/>
                    <a:pt x="59845" y="43629"/>
                    <a:pt x="62099" y="46091"/>
                  </a:cubicBezTo>
                  <a:cubicBezTo>
                    <a:pt x="66454" y="49087"/>
                    <a:pt x="71862" y="50296"/>
                    <a:pt x="77119" y="49470"/>
                  </a:cubicBezTo>
                  <a:cubicBezTo>
                    <a:pt x="82751" y="50604"/>
                    <a:pt x="88309" y="46932"/>
                    <a:pt x="89435" y="41286"/>
                  </a:cubicBezTo>
                  <a:cubicBezTo>
                    <a:pt x="89661" y="40145"/>
                    <a:pt x="89661" y="38981"/>
                    <a:pt x="89510" y="37832"/>
                  </a:cubicBezTo>
                  <a:lnTo>
                    <a:pt x="92814" y="290"/>
                  </a:lnTo>
                  <a:cubicBezTo>
                    <a:pt x="96795" y="-792"/>
                    <a:pt x="100926" y="936"/>
                    <a:pt x="102954" y="4495"/>
                  </a:cubicBezTo>
                  <a:cubicBezTo>
                    <a:pt x="104905" y="7979"/>
                    <a:pt x="105957" y="11861"/>
                    <a:pt x="106107" y="15832"/>
                  </a:cubicBezTo>
                  <a:cubicBezTo>
                    <a:pt x="111664" y="67190"/>
                    <a:pt x="121127" y="141599"/>
                    <a:pt x="133444" y="191680"/>
                  </a:cubicBezTo>
                  <a:cubicBezTo>
                    <a:pt x="134495" y="194623"/>
                    <a:pt x="134646" y="197807"/>
                    <a:pt x="133895" y="200840"/>
                  </a:cubicBezTo>
                  <a:cubicBezTo>
                    <a:pt x="132017" y="205871"/>
                    <a:pt x="112716" y="185448"/>
                    <a:pt x="107309" y="185824"/>
                  </a:cubicBezTo>
                  <a:cubicBezTo>
                    <a:pt x="78170" y="189578"/>
                    <a:pt x="29430" y="205646"/>
                    <a:pt x="66" y="204895"/>
                  </a:cubicBezTo>
                  <a:cubicBezTo>
                    <a:pt x="-1736" y="179366"/>
                    <a:pt x="22596" y="141524"/>
                    <a:pt x="23723" y="115920"/>
                  </a:cubicBezTo>
                  <a:cubicBezTo>
                    <a:pt x="25000" y="81982"/>
                    <a:pt x="19517" y="46917"/>
                    <a:pt x="30482" y="14856"/>
                  </a:cubicBezTo>
                  <a:cubicBezTo>
                    <a:pt x="33185" y="7348"/>
                    <a:pt x="43098" y="-6393"/>
                    <a:pt x="49933" y="6221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2" name="Content Placeholder 4">
              <a:extLst>
                <a:ext uri="{FF2B5EF4-FFF2-40B4-BE49-F238E27FC236}">
                  <a16:creationId xmlns:a16="http://schemas.microsoft.com/office/drawing/2014/main" id="{AE969644-F932-5753-B6F6-07781F8817F8}"/>
                </a:ext>
              </a:extLst>
            </p:cNvPr>
            <p:cNvSpPr/>
            <p:nvPr/>
          </p:nvSpPr>
          <p:spPr>
            <a:xfrm>
              <a:off x="12445901" y="5022265"/>
              <a:ext cx="49396" cy="60825"/>
            </a:xfrm>
            <a:custGeom>
              <a:avLst/>
              <a:gdLst>
                <a:gd name="connsiteX0" fmla="*/ 2487 w 49396"/>
                <a:gd name="connsiteY0" fmla="*/ 34111 h 60825"/>
                <a:gd name="connsiteX1" fmla="*/ 16530 w 49396"/>
                <a:gd name="connsiteY1" fmla="*/ 58213 h 60825"/>
                <a:gd name="connsiteX2" fmla="*/ 40261 w 49396"/>
                <a:gd name="connsiteY2" fmla="*/ 55735 h 60825"/>
                <a:gd name="connsiteX3" fmla="*/ 49349 w 49396"/>
                <a:gd name="connsiteY3" fmla="*/ 23824 h 60825"/>
                <a:gd name="connsiteX4" fmla="*/ 49349 w 49396"/>
                <a:gd name="connsiteY4" fmla="*/ 10008 h 60825"/>
                <a:gd name="connsiteX5" fmla="*/ 48748 w 49396"/>
                <a:gd name="connsiteY5" fmla="*/ 6179 h 60825"/>
                <a:gd name="connsiteX6" fmla="*/ 43641 w 49396"/>
                <a:gd name="connsiteY6" fmla="*/ 2500 h 60825"/>
                <a:gd name="connsiteX7" fmla="*/ 8795 w 49396"/>
                <a:gd name="connsiteY7" fmla="*/ 4077 h 60825"/>
                <a:gd name="connsiteX8" fmla="*/ 2487 w 49396"/>
                <a:gd name="connsiteY8" fmla="*/ 34111 h 60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396" h="60825">
                  <a:moveTo>
                    <a:pt x="2487" y="34111"/>
                  </a:moveTo>
                  <a:cubicBezTo>
                    <a:pt x="3613" y="43744"/>
                    <a:pt x="8720" y="52476"/>
                    <a:pt x="16530" y="58213"/>
                  </a:cubicBezTo>
                  <a:cubicBezTo>
                    <a:pt x="24190" y="62410"/>
                    <a:pt x="33653" y="61427"/>
                    <a:pt x="40261" y="55735"/>
                  </a:cubicBezTo>
                  <a:cubicBezTo>
                    <a:pt x="48748" y="48227"/>
                    <a:pt x="49424" y="35237"/>
                    <a:pt x="49349" y="23824"/>
                  </a:cubicBezTo>
                  <a:lnTo>
                    <a:pt x="49349" y="10008"/>
                  </a:lnTo>
                  <a:cubicBezTo>
                    <a:pt x="49424" y="8702"/>
                    <a:pt x="49274" y="7388"/>
                    <a:pt x="48748" y="6179"/>
                  </a:cubicBezTo>
                  <a:cubicBezTo>
                    <a:pt x="47621" y="4317"/>
                    <a:pt x="45744" y="2988"/>
                    <a:pt x="43641" y="2500"/>
                  </a:cubicBezTo>
                  <a:cubicBezTo>
                    <a:pt x="32226" y="-1352"/>
                    <a:pt x="19834" y="-789"/>
                    <a:pt x="8795" y="4077"/>
                  </a:cubicBezTo>
                  <a:cubicBezTo>
                    <a:pt x="-3822" y="9633"/>
                    <a:pt x="83" y="22322"/>
                    <a:pt x="2487" y="34111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3" name="Content Placeholder 4">
              <a:extLst>
                <a:ext uri="{FF2B5EF4-FFF2-40B4-BE49-F238E27FC236}">
                  <a16:creationId xmlns:a16="http://schemas.microsoft.com/office/drawing/2014/main" id="{6035A2BB-9561-02FA-0BBA-FE7E1C5D8FAE}"/>
                </a:ext>
              </a:extLst>
            </p:cNvPr>
            <p:cNvSpPr/>
            <p:nvPr/>
          </p:nvSpPr>
          <p:spPr>
            <a:xfrm>
              <a:off x="12486492" y="5016282"/>
              <a:ext cx="112883" cy="580431"/>
            </a:xfrm>
            <a:custGeom>
              <a:avLst/>
              <a:gdLst>
                <a:gd name="connsiteX0" fmla="*/ 112696 w 112883"/>
                <a:gd name="connsiteY0" fmla="*/ 568839 h 580431"/>
                <a:gd name="connsiteX1" fmla="*/ 82205 w 112883"/>
                <a:gd name="connsiteY1" fmla="*/ 253484 h 580431"/>
                <a:gd name="connsiteX2" fmla="*/ 69963 w 112883"/>
                <a:gd name="connsiteY2" fmla="*/ 125841 h 580431"/>
                <a:gd name="connsiteX3" fmla="*/ 19497 w 112883"/>
                <a:gd name="connsiteY3" fmla="*/ 9159 h 580431"/>
                <a:gd name="connsiteX4" fmla="*/ 9584 w 112883"/>
                <a:gd name="connsiteY4" fmla="*/ 900 h 580431"/>
                <a:gd name="connsiteX5" fmla="*/ -29 w 112883"/>
                <a:gd name="connsiteY5" fmla="*/ 224 h 580431"/>
                <a:gd name="connsiteX6" fmla="*/ 872 w 112883"/>
                <a:gd name="connsiteY6" fmla="*/ 5856 h 580431"/>
                <a:gd name="connsiteX7" fmla="*/ 872 w 112883"/>
                <a:gd name="connsiteY7" fmla="*/ 6832 h 580431"/>
                <a:gd name="connsiteX8" fmla="*/ 872 w 112883"/>
                <a:gd name="connsiteY8" fmla="*/ 13214 h 580431"/>
                <a:gd name="connsiteX9" fmla="*/ 10335 w 112883"/>
                <a:gd name="connsiteY9" fmla="*/ 107745 h 580431"/>
                <a:gd name="connsiteX10" fmla="*/ 14615 w 112883"/>
                <a:gd name="connsiteY10" fmla="*/ 223901 h 580431"/>
                <a:gd name="connsiteX11" fmla="*/ 16492 w 112883"/>
                <a:gd name="connsiteY11" fmla="*/ 330972 h 580431"/>
                <a:gd name="connsiteX12" fmla="*/ 16943 w 112883"/>
                <a:gd name="connsiteY12" fmla="*/ 402002 h 580431"/>
                <a:gd name="connsiteX13" fmla="*/ 31363 w 112883"/>
                <a:gd name="connsiteY13" fmla="*/ 580402 h 580431"/>
                <a:gd name="connsiteX14" fmla="*/ 104360 w 112883"/>
                <a:gd name="connsiteY14" fmla="*/ 576348 h 580431"/>
                <a:gd name="connsiteX15" fmla="*/ 111870 w 112883"/>
                <a:gd name="connsiteY15" fmla="*/ 574170 h 580431"/>
                <a:gd name="connsiteX16" fmla="*/ 112696 w 112883"/>
                <a:gd name="connsiteY16" fmla="*/ 568839 h 580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2883" h="580431">
                  <a:moveTo>
                    <a:pt x="112696" y="568839"/>
                  </a:moveTo>
                  <a:cubicBezTo>
                    <a:pt x="106012" y="520185"/>
                    <a:pt x="85284" y="302289"/>
                    <a:pt x="82205" y="253484"/>
                  </a:cubicBezTo>
                  <a:cubicBezTo>
                    <a:pt x="79577" y="210761"/>
                    <a:pt x="78075" y="167738"/>
                    <a:pt x="69963" y="125841"/>
                  </a:cubicBezTo>
                  <a:cubicBezTo>
                    <a:pt x="61853" y="83943"/>
                    <a:pt x="46683" y="42196"/>
                    <a:pt x="19497" y="9159"/>
                  </a:cubicBezTo>
                  <a:cubicBezTo>
                    <a:pt x="16943" y="5585"/>
                    <a:pt x="13564" y="2739"/>
                    <a:pt x="9584" y="900"/>
                  </a:cubicBezTo>
                  <a:cubicBezTo>
                    <a:pt x="6504" y="-39"/>
                    <a:pt x="3200" y="-272"/>
                    <a:pt x="-29" y="224"/>
                  </a:cubicBezTo>
                  <a:cubicBezTo>
                    <a:pt x="571" y="2049"/>
                    <a:pt x="872" y="3941"/>
                    <a:pt x="872" y="5856"/>
                  </a:cubicBezTo>
                  <a:lnTo>
                    <a:pt x="872" y="6832"/>
                  </a:lnTo>
                  <a:cubicBezTo>
                    <a:pt x="1248" y="8942"/>
                    <a:pt x="1248" y="11104"/>
                    <a:pt x="872" y="13214"/>
                  </a:cubicBezTo>
                  <a:cubicBezTo>
                    <a:pt x="1472" y="44749"/>
                    <a:pt x="8382" y="76285"/>
                    <a:pt x="10335" y="107745"/>
                  </a:cubicBezTo>
                  <a:cubicBezTo>
                    <a:pt x="12813" y="146414"/>
                    <a:pt x="13113" y="185232"/>
                    <a:pt x="14615" y="223901"/>
                  </a:cubicBezTo>
                  <a:cubicBezTo>
                    <a:pt x="15967" y="259566"/>
                    <a:pt x="17094" y="295231"/>
                    <a:pt x="16492" y="330972"/>
                  </a:cubicBezTo>
                  <a:cubicBezTo>
                    <a:pt x="16492" y="354398"/>
                    <a:pt x="18595" y="378725"/>
                    <a:pt x="16943" y="402002"/>
                  </a:cubicBezTo>
                  <a:cubicBezTo>
                    <a:pt x="16943" y="405005"/>
                    <a:pt x="31963" y="577249"/>
                    <a:pt x="31363" y="580402"/>
                  </a:cubicBezTo>
                  <a:cubicBezTo>
                    <a:pt x="55470" y="576581"/>
                    <a:pt x="79952" y="575221"/>
                    <a:pt x="104360" y="576348"/>
                  </a:cubicBezTo>
                  <a:cubicBezTo>
                    <a:pt x="107214" y="576348"/>
                    <a:pt x="110668" y="576348"/>
                    <a:pt x="111870" y="574170"/>
                  </a:cubicBezTo>
                  <a:cubicBezTo>
                    <a:pt x="112771" y="572556"/>
                    <a:pt x="113072" y="570656"/>
                    <a:pt x="112696" y="56883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4" name="Content Placeholder 4">
              <a:extLst>
                <a:ext uri="{FF2B5EF4-FFF2-40B4-BE49-F238E27FC236}">
                  <a16:creationId xmlns:a16="http://schemas.microsoft.com/office/drawing/2014/main" id="{E78D3DE0-1B54-6C86-B013-AB7216C9C13D}"/>
                </a:ext>
              </a:extLst>
            </p:cNvPr>
            <p:cNvSpPr/>
            <p:nvPr/>
          </p:nvSpPr>
          <p:spPr>
            <a:xfrm>
              <a:off x="12377892" y="5022468"/>
              <a:ext cx="95232" cy="583133"/>
            </a:xfrm>
            <a:custGeom>
              <a:avLst/>
              <a:gdLst>
                <a:gd name="connsiteX0" fmla="*/ 74025 w 95232"/>
                <a:gd name="connsiteY0" fmla="*/ 390485 h 583133"/>
                <a:gd name="connsiteX1" fmla="*/ 57278 w 95232"/>
                <a:gd name="connsiteY1" fmla="*/ 189259 h 583133"/>
                <a:gd name="connsiteX2" fmla="*/ 79207 w 95232"/>
                <a:gd name="connsiteY2" fmla="*/ 796 h 583133"/>
                <a:gd name="connsiteX3" fmla="*/ 79207 w 95232"/>
                <a:gd name="connsiteY3" fmla="*/ -30 h 583133"/>
                <a:gd name="connsiteX4" fmla="*/ 38728 w 95232"/>
                <a:gd name="connsiteY4" fmla="*/ 25574 h 583133"/>
                <a:gd name="connsiteX5" fmla="*/ 31218 w 95232"/>
                <a:gd name="connsiteY5" fmla="*/ 62140 h 583133"/>
                <a:gd name="connsiteX6" fmla="*/ 1178 w 95232"/>
                <a:gd name="connsiteY6" fmla="*/ 306465 h 583133"/>
                <a:gd name="connsiteX7" fmla="*/ 6961 w 95232"/>
                <a:gd name="connsiteY7" fmla="*/ 377195 h 583133"/>
                <a:gd name="connsiteX8" fmla="*/ 23633 w 95232"/>
                <a:gd name="connsiteY8" fmla="*/ 582476 h 583133"/>
                <a:gd name="connsiteX9" fmla="*/ 95203 w 95232"/>
                <a:gd name="connsiteY9" fmla="*/ 579623 h 583133"/>
                <a:gd name="connsiteX10" fmla="*/ 74025 w 95232"/>
                <a:gd name="connsiteY10" fmla="*/ 390485 h 583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5232" h="583133">
                  <a:moveTo>
                    <a:pt x="74025" y="390485"/>
                  </a:moveTo>
                  <a:cubicBezTo>
                    <a:pt x="62159" y="324035"/>
                    <a:pt x="61033" y="256384"/>
                    <a:pt x="57278" y="189259"/>
                  </a:cubicBezTo>
                  <a:cubicBezTo>
                    <a:pt x="53823" y="127839"/>
                    <a:pt x="50293" y="58161"/>
                    <a:pt x="79207" y="796"/>
                  </a:cubicBezTo>
                  <a:lnTo>
                    <a:pt x="79207" y="-30"/>
                  </a:lnTo>
                  <a:cubicBezTo>
                    <a:pt x="62309" y="4250"/>
                    <a:pt x="47214" y="11383"/>
                    <a:pt x="38728" y="25574"/>
                  </a:cubicBezTo>
                  <a:cubicBezTo>
                    <a:pt x="33396" y="34359"/>
                    <a:pt x="33621" y="52304"/>
                    <a:pt x="31218" y="62140"/>
                  </a:cubicBezTo>
                  <a:cubicBezTo>
                    <a:pt x="9440" y="141880"/>
                    <a:pt x="-4304" y="224323"/>
                    <a:pt x="1178" y="306465"/>
                  </a:cubicBezTo>
                  <a:cubicBezTo>
                    <a:pt x="2756" y="330042"/>
                    <a:pt x="5984" y="353544"/>
                    <a:pt x="6961" y="377195"/>
                  </a:cubicBezTo>
                  <a:cubicBezTo>
                    <a:pt x="7862" y="399045"/>
                    <a:pt x="-1901" y="579248"/>
                    <a:pt x="23633" y="582476"/>
                  </a:cubicBezTo>
                  <a:cubicBezTo>
                    <a:pt x="40230" y="584578"/>
                    <a:pt x="78531" y="580824"/>
                    <a:pt x="95203" y="579623"/>
                  </a:cubicBezTo>
                  <a:cubicBezTo>
                    <a:pt x="92500" y="573015"/>
                    <a:pt x="75077" y="396717"/>
                    <a:pt x="74025" y="390485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5" name="Content Placeholder 4">
              <a:extLst>
                <a:ext uri="{FF2B5EF4-FFF2-40B4-BE49-F238E27FC236}">
                  <a16:creationId xmlns:a16="http://schemas.microsoft.com/office/drawing/2014/main" id="{B1C08053-2DE0-479D-AAAB-57A5D7AAA716}"/>
                </a:ext>
              </a:extLst>
            </p:cNvPr>
            <p:cNvSpPr/>
            <p:nvPr/>
          </p:nvSpPr>
          <p:spPr>
            <a:xfrm>
              <a:off x="12429308" y="4912822"/>
              <a:ext cx="83547" cy="101538"/>
            </a:xfrm>
            <a:custGeom>
              <a:avLst/>
              <a:gdLst>
                <a:gd name="connsiteX0" fmla="*/ 4059 w 83547"/>
                <a:gd name="connsiteY0" fmla="*/ 53753 h 101538"/>
                <a:gd name="connsiteX1" fmla="*/ 19079 w 83547"/>
                <a:gd name="connsiteY1" fmla="*/ 91821 h 101538"/>
                <a:gd name="connsiteX2" fmla="*/ 66767 w 83547"/>
                <a:gd name="connsiteY2" fmla="*/ 91445 h 101538"/>
                <a:gd name="connsiteX3" fmla="*/ 71649 w 83547"/>
                <a:gd name="connsiteY3" fmla="*/ 85138 h 101538"/>
                <a:gd name="connsiteX4" fmla="*/ 77056 w 83547"/>
                <a:gd name="connsiteY4" fmla="*/ 71923 h 101538"/>
                <a:gd name="connsiteX5" fmla="*/ 83439 w 83547"/>
                <a:gd name="connsiteY5" fmla="*/ 25221 h 101538"/>
                <a:gd name="connsiteX6" fmla="*/ 79159 w 83547"/>
                <a:gd name="connsiteY6" fmla="*/ 9603 h 101538"/>
                <a:gd name="connsiteX7" fmla="*/ 64139 w 83547"/>
                <a:gd name="connsiteY7" fmla="*/ 2995 h 101538"/>
                <a:gd name="connsiteX8" fmla="*/ 29517 w 83547"/>
                <a:gd name="connsiteY8" fmla="*/ 368 h 101538"/>
                <a:gd name="connsiteX9" fmla="*/ 2031 w 83547"/>
                <a:gd name="connsiteY9" fmla="*/ 16436 h 101538"/>
                <a:gd name="connsiteX10" fmla="*/ 4059 w 83547"/>
                <a:gd name="connsiteY10" fmla="*/ 53753 h 101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3547" h="101538">
                  <a:moveTo>
                    <a:pt x="4059" y="53753"/>
                  </a:moveTo>
                  <a:cubicBezTo>
                    <a:pt x="6236" y="67493"/>
                    <a:pt x="9165" y="82135"/>
                    <a:pt x="19079" y="91821"/>
                  </a:cubicBezTo>
                  <a:cubicBezTo>
                    <a:pt x="32371" y="104885"/>
                    <a:pt x="53700" y="104712"/>
                    <a:pt x="66767" y="91445"/>
                  </a:cubicBezTo>
                  <a:cubicBezTo>
                    <a:pt x="68645" y="89546"/>
                    <a:pt x="70297" y="87428"/>
                    <a:pt x="71649" y="85138"/>
                  </a:cubicBezTo>
                  <a:cubicBezTo>
                    <a:pt x="74052" y="80986"/>
                    <a:pt x="75854" y="76541"/>
                    <a:pt x="77056" y="71923"/>
                  </a:cubicBezTo>
                  <a:cubicBezTo>
                    <a:pt x="81487" y="56764"/>
                    <a:pt x="83665" y="41018"/>
                    <a:pt x="83439" y="25221"/>
                  </a:cubicBezTo>
                  <a:cubicBezTo>
                    <a:pt x="83890" y="19680"/>
                    <a:pt x="82388" y="14153"/>
                    <a:pt x="79159" y="9603"/>
                  </a:cubicBezTo>
                  <a:cubicBezTo>
                    <a:pt x="75028" y="5834"/>
                    <a:pt x="69696" y="3514"/>
                    <a:pt x="64139" y="2995"/>
                  </a:cubicBezTo>
                  <a:cubicBezTo>
                    <a:pt x="52799" y="255"/>
                    <a:pt x="41158" y="-631"/>
                    <a:pt x="29517" y="368"/>
                  </a:cubicBezTo>
                  <a:cubicBezTo>
                    <a:pt x="19830" y="1719"/>
                    <a:pt x="6987" y="7050"/>
                    <a:pt x="2031" y="16436"/>
                  </a:cubicBezTo>
                  <a:cubicBezTo>
                    <a:pt x="-2926" y="25821"/>
                    <a:pt x="2406" y="43016"/>
                    <a:pt x="4059" y="53753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6" name="Content Placeholder 4">
              <a:extLst>
                <a:ext uri="{FF2B5EF4-FFF2-40B4-BE49-F238E27FC236}">
                  <a16:creationId xmlns:a16="http://schemas.microsoft.com/office/drawing/2014/main" id="{551A0ED2-CC8B-1772-5845-292A5057FF49}"/>
                </a:ext>
              </a:extLst>
            </p:cNvPr>
            <p:cNvSpPr/>
            <p:nvPr/>
          </p:nvSpPr>
          <p:spPr>
            <a:xfrm>
              <a:off x="12373728" y="5035221"/>
              <a:ext cx="66924" cy="189078"/>
            </a:xfrm>
            <a:custGeom>
              <a:avLst/>
              <a:gdLst>
                <a:gd name="connsiteX0" fmla="*/ 610 w 66924"/>
                <a:gd name="connsiteY0" fmla="*/ 133707 h 189078"/>
                <a:gd name="connsiteX1" fmla="*/ 18860 w 66924"/>
                <a:gd name="connsiteY1" fmla="*/ 39927 h 189078"/>
                <a:gd name="connsiteX2" fmla="*/ 32003 w 66924"/>
                <a:gd name="connsiteY2" fmla="*/ 18227 h 189078"/>
                <a:gd name="connsiteX3" fmla="*/ 48825 w 66924"/>
                <a:gd name="connsiteY3" fmla="*/ 3210 h 189078"/>
                <a:gd name="connsiteX4" fmla="*/ 63845 w 66924"/>
                <a:gd name="connsiteY4" fmla="*/ 2084 h 189078"/>
                <a:gd name="connsiteX5" fmla="*/ 66849 w 66924"/>
                <a:gd name="connsiteY5" fmla="*/ 10343 h 189078"/>
                <a:gd name="connsiteX6" fmla="*/ 55283 w 66924"/>
                <a:gd name="connsiteY6" fmla="*/ 62002 h 189078"/>
                <a:gd name="connsiteX7" fmla="*/ 34106 w 66924"/>
                <a:gd name="connsiteY7" fmla="*/ 111182 h 189078"/>
                <a:gd name="connsiteX8" fmla="*/ 29149 w 66924"/>
                <a:gd name="connsiteY8" fmla="*/ 133031 h 189078"/>
                <a:gd name="connsiteX9" fmla="*/ 31927 w 66924"/>
                <a:gd name="connsiteY9" fmla="*/ 187843 h 189078"/>
                <a:gd name="connsiteX10" fmla="*/ 16907 w 66924"/>
                <a:gd name="connsiteY10" fmla="*/ 188444 h 189078"/>
                <a:gd name="connsiteX11" fmla="*/ 10449 w 66924"/>
                <a:gd name="connsiteY11" fmla="*/ 173877 h 189078"/>
                <a:gd name="connsiteX12" fmla="*/ 610 w 66924"/>
                <a:gd name="connsiteY12" fmla="*/ 133707 h 189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924" h="189078">
                  <a:moveTo>
                    <a:pt x="610" y="133707"/>
                  </a:moveTo>
                  <a:cubicBezTo>
                    <a:pt x="-2168" y="101361"/>
                    <a:pt x="4141" y="68879"/>
                    <a:pt x="18860" y="39927"/>
                  </a:cubicBezTo>
                  <a:cubicBezTo>
                    <a:pt x="22390" y="32223"/>
                    <a:pt x="26821" y="24947"/>
                    <a:pt x="32003" y="18227"/>
                  </a:cubicBezTo>
                  <a:cubicBezTo>
                    <a:pt x="36734" y="12318"/>
                    <a:pt x="42442" y="7235"/>
                    <a:pt x="48825" y="3210"/>
                  </a:cubicBezTo>
                  <a:cubicBezTo>
                    <a:pt x="53556" y="357"/>
                    <a:pt x="60165" y="-1820"/>
                    <a:pt x="63845" y="2084"/>
                  </a:cubicBezTo>
                  <a:cubicBezTo>
                    <a:pt x="65798" y="4366"/>
                    <a:pt x="66924" y="7310"/>
                    <a:pt x="66849" y="10343"/>
                  </a:cubicBezTo>
                  <a:cubicBezTo>
                    <a:pt x="67374" y="28258"/>
                    <a:pt x="63395" y="46016"/>
                    <a:pt x="55283" y="62002"/>
                  </a:cubicBezTo>
                  <a:cubicBezTo>
                    <a:pt x="47173" y="77912"/>
                    <a:pt x="40038" y="94341"/>
                    <a:pt x="34106" y="111182"/>
                  </a:cubicBezTo>
                  <a:cubicBezTo>
                    <a:pt x="32078" y="118367"/>
                    <a:pt x="30426" y="125658"/>
                    <a:pt x="29149" y="133031"/>
                  </a:cubicBezTo>
                  <a:cubicBezTo>
                    <a:pt x="25845" y="151352"/>
                    <a:pt x="23366" y="171249"/>
                    <a:pt x="31927" y="187843"/>
                  </a:cubicBezTo>
                  <a:cubicBezTo>
                    <a:pt x="31927" y="187167"/>
                    <a:pt x="19686" y="190321"/>
                    <a:pt x="16907" y="188444"/>
                  </a:cubicBezTo>
                  <a:cubicBezTo>
                    <a:pt x="14129" y="186567"/>
                    <a:pt x="11875" y="177857"/>
                    <a:pt x="10449" y="173877"/>
                  </a:cubicBezTo>
                  <a:cubicBezTo>
                    <a:pt x="5793" y="160865"/>
                    <a:pt x="2488" y="147402"/>
                    <a:pt x="610" y="133707"/>
                  </a:cubicBezTo>
                  <a:close/>
                </a:path>
              </a:pathLst>
            </a:custGeom>
            <a:solidFill>
              <a:srgbClr val="29292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7" name="Content Placeholder 4">
              <a:extLst>
                <a:ext uri="{FF2B5EF4-FFF2-40B4-BE49-F238E27FC236}">
                  <a16:creationId xmlns:a16="http://schemas.microsoft.com/office/drawing/2014/main" id="{B087AF38-9854-5170-B357-9DAE6C96BC61}"/>
                </a:ext>
              </a:extLst>
            </p:cNvPr>
            <p:cNvSpPr/>
            <p:nvPr/>
          </p:nvSpPr>
          <p:spPr>
            <a:xfrm>
              <a:off x="12393462" y="5218816"/>
              <a:ext cx="20346" cy="37569"/>
            </a:xfrm>
            <a:custGeom>
              <a:avLst/>
              <a:gdLst>
                <a:gd name="connsiteX0" fmla="*/ 327 w 20346"/>
                <a:gd name="connsiteY0" fmla="*/ 29025 h 37569"/>
                <a:gd name="connsiteX1" fmla="*/ 1153 w 20346"/>
                <a:gd name="connsiteY1" fmla="*/ 33080 h 37569"/>
                <a:gd name="connsiteX2" fmla="*/ 4082 w 20346"/>
                <a:gd name="connsiteY2" fmla="*/ 35332 h 37569"/>
                <a:gd name="connsiteX3" fmla="*/ 11592 w 20346"/>
                <a:gd name="connsiteY3" fmla="*/ 37435 h 37569"/>
                <a:gd name="connsiteX4" fmla="*/ 17825 w 20346"/>
                <a:gd name="connsiteY4" fmla="*/ 36083 h 37569"/>
                <a:gd name="connsiteX5" fmla="*/ 20229 w 20346"/>
                <a:gd name="connsiteY5" fmla="*/ 30527 h 37569"/>
                <a:gd name="connsiteX6" fmla="*/ 17976 w 20346"/>
                <a:gd name="connsiteY6" fmla="*/ 19940 h 37569"/>
                <a:gd name="connsiteX7" fmla="*/ 13770 w 20346"/>
                <a:gd name="connsiteY7" fmla="*/ 13408 h 37569"/>
                <a:gd name="connsiteX8" fmla="*/ 10090 w 20346"/>
                <a:gd name="connsiteY8" fmla="*/ 4548 h 37569"/>
                <a:gd name="connsiteX9" fmla="*/ 6185 w 20346"/>
                <a:gd name="connsiteY9" fmla="*/ 268 h 37569"/>
                <a:gd name="connsiteX10" fmla="*/ 252 w 20346"/>
                <a:gd name="connsiteY10" fmla="*/ 2926 h 37569"/>
                <a:gd name="connsiteX11" fmla="*/ 102 w 20346"/>
                <a:gd name="connsiteY11" fmla="*/ 5599 h 37569"/>
                <a:gd name="connsiteX12" fmla="*/ 102 w 20346"/>
                <a:gd name="connsiteY12" fmla="*/ 13107 h 37569"/>
                <a:gd name="connsiteX13" fmla="*/ 327 w 20346"/>
                <a:gd name="connsiteY13" fmla="*/ 29025 h 37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346" h="37569">
                  <a:moveTo>
                    <a:pt x="327" y="29025"/>
                  </a:moveTo>
                  <a:cubicBezTo>
                    <a:pt x="252" y="30429"/>
                    <a:pt x="478" y="31833"/>
                    <a:pt x="1153" y="33080"/>
                  </a:cubicBezTo>
                  <a:cubicBezTo>
                    <a:pt x="1904" y="34093"/>
                    <a:pt x="2881" y="34874"/>
                    <a:pt x="4082" y="35332"/>
                  </a:cubicBezTo>
                  <a:cubicBezTo>
                    <a:pt x="6485" y="36406"/>
                    <a:pt x="8964" y="37112"/>
                    <a:pt x="11592" y="37435"/>
                  </a:cubicBezTo>
                  <a:cubicBezTo>
                    <a:pt x="13770" y="37773"/>
                    <a:pt x="16023" y="37292"/>
                    <a:pt x="17825" y="36083"/>
                  </a:cubicBezTo>
                  <a:cubicBezTo>
                    <a:pt x="19327" y="34619"/>
                    <a:pt x="20154" y="32622"/>
                    <a:pt x="20229" y="30527"/>
                  </a:cubicBezTo>
                  <a:cubicBezTo>
                    <a:pt x="20604" y="26848"/>
                    <a:pt x="19778" y="23153"/>
                    <a:pt x="17976" y="19940"/>
                  </a:cubicBezTo>
                  <a:cubicBezTo>
                    <a:pt x="16774" y="17687"/>
                    <a:pt x="15047" y="15660"/>
                    <a:pt x="13770" y="13408"/>
                  </a:cubicBezTo>
                  <a:cubicBezTo>
                    <a:pt x="12494" y="11155"/>
                    <a:pt x="11442" y="7401"/>
                    <a:pt x="10090" y="4548"/>
                  </a:cubicBezTo>
                  <a:cubicBezTo>
                    <a:pt x="9414" y="2655"/>
                    <a:pt x="7988" y="1116"/>
                    <a:pt x="6185" y="268"/>
                  </a:cubicBezTo>
                  <a:cubicBezTo>
                    <a:pt x="3782" y="-626"/>
                    <a:pt x="1153" y="561"/>
                    <a:pt x="252" y="2926"/>
                  </a:cubicBezTo>
                  <a:cubicBezTo>
                    <a:pt x="-48" y="3782"/>
                    <a:pt x="-124" y="4713"/>
                    <a:pt x="102" y="5599"/>
                  </a:cubicBezTo>
                  <a:cubicBezTo>
                    <a:pt x="102" y="8076"/>
                    <a:pt x="102" y="10554"/>
                    <a:pt x="102" y="13107"/>
                  </a:cubicBezTo>
                  <a:cubicBezTo>
                    <a:pt x="102" y="18416"/>
                    <a:pt x="177" y="23717"/>
                    <a:pt x="327" y="29025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8" name="Content Placeholder 4">
              <a:extLst>
                <a:ext uri="{FF2B5EF4-FFF2-40B4-BE49-F238E27FC236}">
                  <a16:creationId xmlns:a16="http://schemas.microsoft.com/office/drawing/2014/main" id="{4A87634D-F780-CA50-754F-63AD69C8B783}"/>
                </a:ext>
              </a:extLst>
            </p:cNvPr>
            <p:cNvSpPr/>
            <p:nvPr/>
          </p:nvSpPr>
          <p:spPr>
            <a:xfrm>
              <a:off x="12384873" y="5235289"/>
              <a:ext cx="44504" cy="45667"/>
            </a:xfrm>
            <a:custGeom>
              <a:avLst/>
              <a:gdLst>
                <a:gd name="connsiteX0" fmla="*/ 40157 w 44504"/>
                <a:gd name="connsiteY0" fmla="*/ 88 h 45667"/>
                <a:gd name="connsiteX1" fmla="*/ 41585 w 44504"/>
                <a:gd name="connsiteY1" fmla="*/ 88 h 45667"/>
                <a:gd name="connsiteX2" fmla="*/ 42035 w 44504"/>
                <a:gd name="connsiteY2" fmla="*/ 1215 h 45667"/>
                <a:gd name="connsiteX3" fmla="*/ 44439 w 44504"/>
                <a:gd name="connsiteY3" fmla="*/ 36805 h 45667"/>
                <a:gd name="connsiteX4" fmla="*/ 43763 w 44504"/>
                <a:gd name="connsiteY4" fmla="*/ 39958 h 45667"/>
                <a:gd name="connsiteX5" fmla="*/ 41585 w 44504"/>
                <a:gd name="connsiteY5" fmla="*/ 41535 h 45667"/>
                <a:gd name="connsiteX6" fmla="*/ 6663 w 44504"/>
                <a:gd name="connsiteY6" fmla="*/ 42286 h 45667"/>
                <a:gd name="connsiteX7" fmla="*/ 4260 w 44504"/>
                <a:gd name="connsiteY7" fmla="*/ 40785 h 45667"/>
                <a:gd name="connsiteX8" fmla="*/ 3058 w 44504"/>
                <a:gd name="connsiteY8" fmla="*/ 37631 h 45667"/>
                <a:gd name="connsiteX9" fmla="*/ 4035 w 44504"/>
                <a:gd name="connsiteY9" fmla="*/ 4894 h 45667"/>
                <a:gd name="connsiteX10" fmla="*/ 19580 w 44504"/>
                <a:gd name="connsiteY10" fmla="*/ 2867 h 45667"/>
                <a:gd name="connsiteX11" fmla="*/ 40157 w 44504"/>
                <a:gd name="connsiteY11" fmla="*/ 88 h 45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504" h="45667">
                  <a:moveTo>
                    <a:pt x="40157" y="88"/>
                  </a:moveTo>
                  <a:cubicBezTo>
                    <a:pt x="40608" y="-69"/>
                    <a:pt x="41134" y="-69"/>
                    <a:pt x="41585" y="88"/>
                  </a:cubicBezTo>
                  <a:cubicBezTo>
                    <a:pt x="41885" y="404"/>
                    <a:pt x="42035" y="802"/>
                    <a:pt x="42035" y="1215"/>
                  </a:cubicBezTo>
                  <a:cubicBezTo>
                    <a:pt x="43838" y="12988"/>
                    <a:pt x="44664" y="24897"/>
                    <a:pt x="44439" y="36805"/>
                  </a:cubicBezTo>
                  <a:cubicBezTo>
                    <a:pt x="44514" y="37901"/>
                    <a:pt x="44288" y="38997"/>
                    <a:pt x="43763" y="39958"/>
                  </a:cubicBezTo>
                  <a:cubicBezTo>
                    <a:pt x="43162" y="40672"/>
                    <a:pt x="42411" y="41212"/>
                    <a:pt x="41585" y="41535"/>
                  </a:cubicBezTo>
                  <a:cubicBezTo>
                    <a:pt x="30545" y="46731"/>
                    <a:pt x="17853" y="47002"/>
                    <a:pt x="6663" y="42286"/>
                  </a:cubicBezTo>
                  <a:cubicBezTo>
                    <a:pt x="5762" y="41941"/>
                    <a:pt x="4936" y="41430"/>
                    <a:pt x="4260" y="40785"/>
                  </a:cubicBezTo>
                  <a:cubicBezTo>
                    <a:pt x="3584" y="39853"/>
                    <a:pt x="3209" y="38765"/>
                    <a:pt x="3058" y="37631"/>
                  </a:cubicBezTo>
                  <a:cubicBezTo>
                    <a:pt x="1631" y="30122"/>
                    <a:pt x="-3626" y="9775"/>
                    <a:pt x="4035" y="4894"/>
                  </a:cubicBezTo>
                  <a:cubicBezTo>
                    <a:pt x="7865" y="2491"/>
                    <a:pt x="15225" y="3467"/>
                    <a:pt x="19580" y="2867"/>
                  </a:cubicBezTo>
                  <a:cubicBezTo>
                    <a:pt x="26490" y="2191"/>
                    <a:pt x="33249" y="614"/>
                    <a:pt x="40157" y="88"/>
                  </a:cubicBezTo>
                  <a:close/>
                </a:path>
              </a:pathLst>
            </a:custGeom>
            <a:solidFill>
              <a:srgbClr val="29292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9" name="Content Placeholder 4">
              <a:extLst>
                <a:ext uri="{FF2B5EF4-FFF2-40B4-BE49-F238E27FC236}">
                  <a16:creationId xmlns:a16="http://schemas.microsoft.com/office/drawing/2014/main" id="{E9984B80-00E9-CCF5-6A86-AA91260821A9}"/>
                </a:ext>
              </a:extLst>
            </p:cNvPr>
            <p:cNvSpPr/>
            <p:nvPr/>
          </p:nvSpPr>
          <p:spPr>
            <a:xfrm>
              <a:off x="12518409" y="5132309"/>
              <a:ext cx="102283" cy="137459"/>
            </a:xfrm>
            <a:custGeom>
              <a:avLst/>
              <a:gdLst>
                <a:gd name="connsiteX0" fmla="*/ 101881 w 102283"/>
                <a:gd name="connsiteY0" fmla="*/ 115082 h 137459"/>
                <a:gd name="connsiteX1" fmla="*/ 71841 w 102283"/>
                <a:gd name="connsiteY1" fmla="*/ 6134 h 137459"/>
                <a:gd name="connsiteX2" fmla="*/ 70189 w 102283"/>
                <a:gd name="connsiteY2" fmla="*/ 3356 h 137459"/>
                <a:gd name="connsiteX3" fmla="*/ 66584 w 102283"/>
                <a:gd name="connsiteY3" fmla="*/ 2981 h 137459"/>
                <a:gd name="connsiteX4" fmla="*/ 50889 w 102283"/>
                <a:gd name="connsiteY4" fmla="*/ 52 h 137459"/>
                <a:gd name="connsiteX5" fmla="*/ 33015 w 102283"/>
                <a:gd name="connsiteY5" fmla="*/ 3656 h 137459"/>
                <a:gd name="connsiteX6" fmla="*/ 8907 w 102283"/>
                <a:gd name="connsiteY6" fmla="*/ 11165 h 137459"/>
                <a:gd name="connsiteX7" fmla="*/ 872 w 102283"/>
                <a:gd name="connsiteY7" fmla="*/ 15745 h 137459"/>
                <a:gd name="connsiteX8" fmla="*/ -29 w 102283"/>
                <a:gd name="connsiteY8" fmla="*/ 15745 h 137459"/>
                <a:gd name="connsiteX9" fmla="*/ 11236 w 102283"/>
                <a:gd name="connsiteY9" fmla="*/ 53287 h 137459"/>
                <a:gd name="connsiteX10" fmla="*/ 15892 w 102283"/>
                <a:gd name="connsiteY10" fmla="*/ 75437 h 137459"/>
                <a:gd name="connsiteX11" fmla="*/ 21675 w 102283"/>
                <a:gd name="connsiteY11" fmla="*/ 89703 h 137459"/>
                <a:gd name="connsiteX12" fmla="*/ 34517 w 102283"/>
                <a:gd name="connsiteY12" fmla="*/ 133327 h 137459"/>
                <a:gd name="connsiteX13" fmla="*/ 38347 w 102283"/>
                <a:gd name="connsiteY13" fmla="*/ 136856 h 137459"/>
                <a:gd name="connsiteX14" fmla="*/ 47960 w 102283"/>
                <a:gd name="connsiteY14" fmla="*/ 136856 h 137459"/>
                <a:gd name="connsiteX15" fmla="*/ 100530 w 102283"/>
                <a:gd name="connsiteY15" fmla="*/ 118311 h 137459"/>
                <a:gd name="connsiteX16" fmla="*/ 102182 w 102283"/>
                <a:gd name="connsiteY16" fmla="*/ 116959 h 137459"/>
                <a:gd name="connsiteX17" fmla="*/ 101881 w 102283"/>
                <a:gd name="connsiteY17" fmla="*/ 115082 h 137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2283" h="137459">
                  <a:moveTo>
                    <a:pt x="101881" y="115082"/>
                  </a:moveTo>
                  <a:cubicBezTo>
                    <a:pt x="93996" y="78208"/>
                    <a:pt x="84007" y="41829"/>
                    <a:pt x="71841" y="6134"/>
                  </a:cubicBezTo>
                  <a:cubicBezTo>
                    <a:pt x="71616" y="5060"/>
                    <a:pt x="71015" y="4084"/>
                    <a:pt x="70189" y="3356"/>
                  </a:cubicBezTo>
                  <a:cubicBezTo>
                    <a:pt x="69062" y="2823"/>
                    <a:pt x="67786" y="2688"/>
                    <a:pt x="66584" y="2981"/>
                  </a:cubicBezTo>
                  <a:cubicBezTo>
                    <a:pt x="61703" y="668"/>
                    <a:pt x="56296" y="-338"/>
                    <a:pt x="50889" y="52"/>
                  </a:cubicBezTo>
                  <a:cubicBezTo>
                    <a:pt x="44805" y="616"/>
                    <a:pt x="38798" y="1824"/>
                    <a:pt x="33015" y="3656"/>
                  </a:cubicBezTo>
                  <a:cubicBezTo>
                    <a:pt x="24904" y="5834"/>
                    <a:pt x="16793" y="8011"/>
                    <a:pt x="8907" y="11165"/>
                  </a:cubicBezTo>
                  <a:cubicBezTo>
                    <a:pt x="6504" y="11991"/>
                    <a:pt x="947" y="12892"/>
                    <a:pt x="872" y="15745"/>
                  </a:cubicBezTo>
                  <a:lnTo>
                    <a:pt x="-29" y="15745"/>
                  </a:lnTo>
                  <a:cubicBezTo>
                    <a:pt x="5078" y="27804"/>
                    <a:pt x="8907" y="40395"/>
                    <a:pt x="11236" y="53287"/>
                  </a:cubicBezTo>
                  <a:cubicBezTo>
                    <a:pt x="12287" y="60773"/>
                    <a:pt x="13789" y="68177"/>
                    <a:pt x="15892" y="75437"/>
                  </a:cubicBezTo>
                  <a:cubicBezTo>
                    <a:pt x="17469" y="80318"/>
                    <a:pt x="19722" y="84973"/>
                    <a:pt x="21675" y="89703"/>
                  </a:cubicBezTo>
                  <a:cubicBezTo>
                    <a:pt x="26707" y="104007"/>
                    <a:pt x="30987" y="118573"/>
                    <a:pt x="34517" y="133327"/>
                  </a:cubicBezTo>
                  <a:cubicBezTo>
                    <a:pt x="34742" y="135309"/>
                    <a:pt x="36394" y="136826"/>
                    <a:pt x="38347" y="136856"/>
                  </a:cubicBezTo>
                  <a:cubicBezTo>
                    <a:pt x="41652" y="137457"/>
                    <a:pt x="44655" y="136331"/>
                    <a:pt x="47960" y="136856"/>
                  </a:cubicBezTo>
                  <a:cubicBezTo>
                    <a:pt x="49612" y="141136"/>
                    <a:pt x="96624" y="120112"/>
                    <a:pt x="100530" y="118311"/>
                  </a:cubicBezTo>
                  <a:cubicBezTo>
                    <a:pt x="101205" y="118063"/>
                    <a:pt x="101807" y="117582"/>
                    <a:pt x="102182" y="116959"/>
                  </a:cubicBezTo>
                  <a:cubicBezTo>
                    <a:pt x="102332" y="116321"/>
                    <a:pt x="102257" y="115645"/>
                    <a:pt x="101881" y="115082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0" name="Content Placeholder 4">
              <a:extLst>
                <a:ext uri="{FF2B5EF4-FFF2-40B4-BE49-F238E27FC236}">
                  <a16:creationId xmlns:a16="http://schemas.microsoft.com/office/drawing/2014/main" id="{9DFE64A7-D7E9-770F-9917-55D13CE6BED1}"/>
                </a:ext>
              </a:extLst>
            </p:cNvPr>
            <p:cNvSpPr/>
            <p:nvPr/>
          </p:nvSpPr>
          <p:spPr>
            <a:xfrm>
              <a:off x="12559902" y="5186486"/>
              <a:ext cx="21930" cy="34880"/>
            </a:xfrm>
            <a:custGeom>
              <a:avLst/>
              <a:gdLst>
                <a:gd name="connsiteX0" fmla="*/ 19835 w 21930"/>
                <a:gd name="connsiteY0" fmla="*/ 8797 h 34880"/>
                <a:gd name="connsiteX1" fmla="*/ 18033 w 21930"/>
                <a:gd name="connsiteY1" fmla="*/ 7295 h 34880"/>
                <a:gd name="connsiteX2" fmla="*/ 16080 w 21930"/>
                <a:gd name="connsiteY2" fmla="*/ 8347 h 34880"/>
                <a:gd name="connsiteX3" fmla="*/ 13977 w 21930"/>
                <a:gd name="connsiteY3" fmla="*/ 9097 h 34880"/>
                <a:gd name="connsiteX4" fmla="*/ 13377 w 21930"/>
                <a:gd name="connsiteY4" fmla="*/ 7446 h 34880"/>
                <a:gd name="connsiteX5" fmla="*/ 11499 w 21930"/>
                <a:gd name="connsiteY5" fmla="*/ 7446 h 34880"/>
                <a:gd name="connsiteX6" fmla="*/ 10973 w 21930"/>
                <a:gd name="connsiteY6" fmla="*/ 4292 h 34880"/>
                <a:gd name="connsiteX7" fmla="*/ 9020 w 21930"/>
                <a:gd name="connsiteY7" fmla="*/ 3466 h 34880"/>
                <a:gd name="connsiteX8" fmla="*/ 9020 w 21930"/>
                <a:gd name="connsiteY8" fmla="*/ 237 h 34880"/>
                <a:gd name="connsiteX9" fmla="*/ 5491 w 21930"/>
                <a:gd name="connsiteY9" fmla="*/ 237 h 34880"/>
                <a:gd name="connsiteX10" fmla="*/ 4740 w 21930"/>
                <a:gd name="connsiteY10" fmla="*/ 3166 h 34880"/>
                <a:gd name="connsiteX11" fmla="*/ 1435 w 21930"/>
                <a:gd name="connsiteY11" fmla="*/ 13077 h 34880"/>
                <a:gd name="connsiteX12" fmla="*/ 1961 w 21930"/>
                <a:gd name="connsiteY12" fmla="*/ 30046 h 34880"/>
                <a:gd name="connsiteX13" fmla="*/ 9471 w 21930"/>
                <a:gd name="connsiteY13" fmla="*/ 34851 h 34880"/>
                <a:gd name="connsiteX14" fmla="*/ 17432 w 21930"/>
                <a:gd name="connsiteY14" fmla="*/ 31172 h 34880"/>
                <a:gd name="connsiteX15" fmla="*/ 20661 w 21930"/>
                <a:gd name="connsiteY15" fmla="*/ 26291 h 34880"/>
                <a:gd name="connsiteX16" fmla="*/ 21862 w 21930"/>
                <a:gd name="connsiteY16" fmla="*/ 18783 h 34880"/>
                <a:gd name="connsiteX17" fmla="*/ 19835 w 21930"/>
                <a:gd name="connsiteY17" fmla="*/ 8797 h 34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30" h="34880">
                  <a:moveTo>
                    <a:pt x="19835" y="8797"/>
                  </a:moveTo>
                  <a:cubicBezTo>
                    <a:pt x="19384" y="8046"/>
                    <a:pt x="18784" y="7295"/>
                    <a:pt x="18033" y="7295"/>
                  </a:cubicBezTo>
                  <a:cubicBezTo>
                    <a:pt x="17281" y="7295"/>
                    <a:pt x="16681" y="7821"/>
                    <a:pt x="16080" y="8347"/>
                  </a:cubicBezTo>
                  <a:cubicBezTo>
                    <a:pt x="15479" y="8872"/>
                    <a:pt x="14653" y="9397"/>
                    <a:pt x="13977" y="9097"/>
                  </a:cubicBezTo>
                  <a:cubicBezTo>
                    <a:pt x="13526" y="8699"/>
                    <a:pt x="13226" y="8061"/>
                    <a:pt x="13377" y="7446"/>
                  </a:cubicBezTo>
                  <a:cubicBezTo>
                    <a:pt x="12851" y="7948"/>
                    <a:pt x="12025" y="7948"/>
                    <a:pt x="11499" y="7446"/>
                  </a:cubicBezTo>
                  <a:cubicBezTo>
                    <a:pt x="10748" y="6589"/>
                    <a:pt x="10523" y="5358"/>
                    <a:pt x="10973" y="4292"/>
                  </a:cubicBezTo>
                  <a:cubicBezTo>
                    <a:pt x="10448" y="5118"/>
                    <a:pt x="9321" y="4292"/>
                    <a:pt x="9020" y="3466"/>
                  </a:cubicBezTo>
                  <a:cubicBezTo>
                    <a:pt x="8795" y="2407"/>
                    <a:pt x="8795" y="1296"/>
                    <a:pt x="9020" y="237"/>
                  </a:cubicBezTo>
                  <a:cubicBezTo>
                    <a:pt x="9020" y="-364"/>
                    <a:pt x="5867" y="237"/>
                    <a:pt x="5491" y="237"/>
                  </a:cubicBezTo>
                  <a:cubicBezTo>
                    <a:pt x="5115" y="237"/>
                    <a:pt x="4965" y="1964"/>
                    <a:pt x="4740" y="3166"/>
                  </a:cubicBezTo>
                  <a:cubicBezTo>
                    <a:pt x="3914" y="6559"/>
                    <a:pt x="2787" y="9871"/>
                    <a:pt x="1435" y="13077"/>
                  </a:cubicBezTo>
                  <a:cubicBezTo>
                    <a:pt x="-668" y="18573"/>
                    <a:pt x="-517" y="24692"/>
                    <a:pt x="1961" y="30046"/>
                  </a:cubicBezTo>
                  <a:cubicBezTo>
                    <a:pt x="3463" y="32854"/>
                    <a:pt x="6317" y="34671"/>
                    <a:pt x="9471" y="34851"/>
                  </a:cubicBezTo>
                  <a:cubicBezTo>
                    <a:pt x="12550" y="34769"/>
                    <a:pt x="15404" y="33440"/>
                    <a:pt x="17432" y="31172"/>
                  </a:cubicBezTo>
                  <a:cubicBezTo>
                    <a:pt x="18859" y="29790"/>
                    <a:pt x="19910" y="28124"/>
                    <a:pt x="20661" y="26291"/>
                  </a:cubicBezTo>
                  <a:cubicBezTo>
                    <a:pt x="21487" y="23874"/>
                    <a:pt x="21862" y="21336"/>
                    <a:pt x="21862" y="18783"/>
                  </a:cubicBezTo>
                  <a:cubicBezTo>
                    <a:pt x="22088" y="15337"/>
                    <a:pt x="21337" y="11898"/>
                    <a:pt x="19835" y="879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1" name="Content Placeholder 4">
              <a:extLst>
                <a:ext uri="{FF2B5EF4-FFF2-40B4-BE49-F238E27FC236}">
                  <a16:creationId xmlns:a16="http://schemas.microsoft.com/office/drawing/2014/main" id="{3D12AE6A-3568-5133-9E52-40897FCD17EC}"/>
                </a:ext>
              </a:extLst>
            </p:cNvPr>
            <p:cNvSpPr/>
            <p:nvPr/>
          </p:nvSpPr>
          <p:spPr>
            <a:xfrm>
              <a:off x="12557912" y="5177598"/>
              <a:ext cx="7913" cy="7224"/>
            </a:xfrm>
            <a:custGeom>
              <a:avLst/>
              <a:gdLst>
                <a:gd name="connsiteX0" fmla="*/ 7631 w 7913"/>
                <a:gd name="connsiteY0" fmla="*/ 6722 h 7224"/>
                <a:gd name="connsiteX1" fmla="*/ 5678 w 7913"/>
                <a:gd name="connsiteY1" fmla="*/ 1691 h 7224"/>
                <a:gd name="connsiteX2" fmla="*/ -29 w 7913"/>
                <a:gd name="connsiteY2" fmla="*/ 114 h 7224"/>
                <a:gd name="connsiteX3" fmla="*/ 2674 w 7913"/>
                <a:gd name="connsiteY3" fmla="*/ 5145 h 7224"/>
                <a:gd name="connsiteX4" fmla="*/ 7631 w 7913"/>
                <a:gd name="connsiteY4" fmla="*/ 6722 h 7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13" h="7224">
                  <a:moveTo>
                    <a:pt x="7631" y="6722"/>
                  </a:moveTo>
                  <a:cubicBezTo>
                    <a:pt x="8607" y="5445"/>
                    <a:pt x="6504" y="2442"/>
                    <a:pt x="5678" y="1691"/>
                  </a:cubicBezTo>
                  <a:cubicBezTo>
                    <a:pt x="4176" y="265"/>
                    <a:pt x="1999" y="-328"/>
                    <a:pt x="-29" y="114"/>
                  </a:cubicBezTo>
                  <a:cubicBezTo>
                    <a:pt x="496" y="1976"/>
                    <a:pt x="1397" y="3696"/>
                    <a:pt x="2674" y="5145"/>
                  </a:cubicBezTo>
                  <a:cubicBezTo>
                    <a:pt x="3425" y="5971"/>
                    <a:pt x="6580" y="8148"/>
                    <a:pt x="7631" y="6722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2" name="Content Placeholder 4">
              <a:extLst>
                <a:ext uri="{FF2B5EF4-FFF2-40B4-BE49-F238E27FC236}">
                  <a16:creationId xmlns:a16="http://schemas.microsoft.com/office/drawing/2014/main" id="{F9208821-7167-6DCB-0A1A-4EB210890016}"/>
                </a:ext>
              </a:extLst>
            </p:cNvPr>
            <p:cNvSpPr/>
            <p:nvPr/>
          </p:nvSpPr>
          <p:spPr>
            <a:xfrm>
              <a:off x="12492597" y="5026003"/>
              <a:ext cx="103165" cy="213458"/>
            </a:xfrm>
            <a:custGeom>
              <a:avLst/>
              <a:gdLst>
                <a:gd name="connsiteX0" fmla="*/ 92322 w 103165"/>
                <a:gd name="connsiteY0" fmla="*/ 213429 h 213458"/>
                <a:gd name="connsiteX1" fmla="*/ 97954 w 103165"/>
                <a:gd name="connsiteY1" fmla="*/ 212528 h 213458"/>
                <a:gd name="connsiteX2" fmla="*/ 103136 w 103165"/>
                <a:gd name="connsiteY2" fmla="*/ 211251 h 213458"/>
                <a:gd name="connsiteX3" fmla="*/ 92547 w 103165"/>
                <a:gd name="connsiteY3" fmla="*/ 166201 h 213458"/>
                <a:gd name="connsiteX4" fmla="*/ 70017 w 103165"/>
                <a:gd name="connsiteY4" fmla="*/ 71819 h 213458"/>
                <a:gd name="connsiteX5" fmla="*/ 42380 w 103165"/>
                <a:gd name="connsiteY5" fmla="*/ 20387 h 213458"/>
                <a:gd name="connsiteX6" fmla="*/ 27886 w 103165"/>
                <a:gd name="connsiteY6" fmla="*/ 3643 h 213458"/>
                <a:gd name="connsiteX7" fmla="*/ 6933 w 103165"/>
                <a:gd name="connsiteY7" fmla="*/ 2592 h 213458"/>
                <a:gd name="connsiteX8" fmla="*/ 474 w 103165"/>
                <a:gd name="connsiteY8" fmla="*/ 21963 h 213458"/>
                <a:gd name="connsiteX9" fmla="*/ 9411 w 103165"/>
                <a:gd name="connsiteY9" fmla="*/ 41560 h 213458"/>
                <a:gd name="connsiteX10" fmla="*/ 59202 w 103165"/>
                <a:gd name="connsiteY10" fmla="*/ 136392 h 213458"/>
                <a:gd name="connsiteX11" fmla="*/ 80080 w 103165"/>
                <a:gd name="connsiteY11" fmla="*/ 182569 h 213458"/>
                <a:gd name="connsiteX12" fmla="*/ 92322 w 103165"/>
                <a:gd name="connsiteY12" fmla="*/ 213429 h 2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3165" h="213458">
                  <a:moveTo>
                    <a:pt x="92322" y="213429"/>
                  </a:moveTo>
                  <a:cubicBezTo>
                    <a:pt x="94199" y="213316"/>
                    <a:pt x="96077" y="213016"/>
                    <a:pt x="97954" y="212528"/>
                  </a:cubicBezTo>
                  <a:cubicBezTo>
                    <a:pt x="98480" y="212528"/>
                    <a:pt x="102535" y="211477"/>
                    <a:pt x="103136" y="211251"/>
                  </a:cubicBezTo>
                  <a:cubicBezTo>
                    <a:pt x="101483" y="196234"/>
                    <a:pt x="94950" y="181217"/>
                    <a:pt x="92547" y="166201"/>
                  </a:cubicBezTo>
                  <a:cubicBezTo>
                    <a:pt x="88717" y="133974"/>
                    <a:pt x="81132" y="102311"/>
                    <a:pt x="70017" y="71819"/>
                  </a:cubicBezTo>
                  <a:cubicBezTo>
                    <a:pt x="62357" y="53874"/>
                    <a:pt x="53120" y="36657"/>
                    <a:pt x="42380" y="20387"/>
                  </a:cubicBezTo>
                  <a:cubicBezTo>
                    <a:pt x="38775" y="13862"/>
                    <a:pt x="33818" y="8155"/>
                    <a:pt x="27886" y="3643"/>
                  </a:cubicBezTo>
                  <a:cubicBezTo>
                    <a:pt x="21727" y="-840"/>
                    <a:pt x="13467" y="-1253"/>
                    <a:pt x="6933" y="2592"/>
                  </a:cubicBezTo>
                  <a:cubicBezTo>
                    <a:pt x="1300" y="7322"/>
                    <a:pt x="-1178" y="14808"/>
                    <a:pt x="474" y="21963"/>
                  </a:cubicBezTo>
                  <a:cubicBezTo>
                    <a:pt x="2277" y="28969"/>
                    <a:pt x="5281" y="35599"/>
                    <a:pt x="9411" y="41560"/>
                  </a:cubicBezTo>
                  <a:cubicBezTo>
                    <a:pt x="27811" y="72120"/>
                    <a:pt x="43507" y="104256"/>
                    <a:pt x="59202" y="136392"/>
                  </a:cubicBezTo>
                  <a:cubicBezTo>
                    <a:pt x="66712" y="151409"/>
                    <a:pt x="74222" y="166801"/>
                    <a:pt x="80080" y="182569"/>
                  </a:cubicBezTo>
                  <a:cubicBezTo>
                    <a:pt x="83160" y="190453"/>
                    <a:pt x="86464" y="205545"/>
                    <a:pt x="92322" y="213429"/>
                  </a:cubicBezTo>
                  <a:close/>
                </a:path>
              </a:pathLst>
            </a:custGeom>
            <a:solidFill>
              <a:srgbClr val="29292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3" name="Content Placeholder 4">
              <a:extLst>
                <a:ext uri="{FF2B5EF4-FFF2-40B4-BE49-F238E27FC236}">
                  <a16:creationId xmlns:a16="http://schemas.microsoft.com/office/drawing/2014/main" id="{ABD56257-5AA4-D861-F5B6-AFA1BC8B1EEE}"/>
                </a:ext>
              </a:extLst>
            </p:cNvPr>
            <p:cNvSpPr/>
            <p:nvPr/>
          </p:nvSpPr>
          <p:spPr>
            <a:xfrm>
              <a:off x="12585647" y="5234706"/>
              <a:ext cx="20318" cy="37557"/>
            </a:xfrm>
            <a:custGeom>
              <a:avLst/>
              <a:gdLst>
                <a:gd name="connsiteX0" fmla="*/ 323 w 20318"/>
                <a:gd name="connsiteY0" fmla="*/ 28979 h 37557"/>
                <a:gd name="connsiteX1" fmla="*/ 1149 w 20318"/>
                <a:gd name="connsiteY1" fmla="*/ 33108 h 37557"/>
                <a:gd name="connsiteX2" fmla="*/ 4078 w 20318"/>
                <a:gd name="connsiteY2" fmla="*/ 35286 h 37557"/>
                <a:gd name="connsiteX3" fmla="*/ 11588 w 20318"/>
                <a:gd name="connsiteY3" fmla="*/ 37388 h 37557"/>
                <a:gd name="connsiteX4" fmla="*/ 17821 w 20318"/>
                <a:gd name="connsiteY4" fmla="*/ 36037 h 37557"/>
                <a:gd name="connsiteX5" fmla="*/ 20225 w 20318"/>
                <a:gd name="connsiteY5" fmla="*/ 30480 h 37557"/>
                <a:gd name="connsiteX6" fmla="*/ 17971 w 20318"/>
                <a:gd name="connsiteY6" fmla="*/ 19893 h 37557"/>
                <a:gd name="connsiteX7" fmla="*/ 13766 w 20318"/>
                <a:gd name="connsiteY7" fmla="*/ 13361 h 37557"/>
                <a:gd name="connsiteX8" fmla="*/ 10087 w 20318"/>
                <a:gd name="connsiteY8" fmla="*/ 4501 h 37557"/>
                <a:gd name="connsiteX9" fmla="*/ 6106 w 20318"/>
                <a:gd name="connsiteY9" fmla="*/ 221 h 37557"/>
                <a:gd name="connsiteX10" fmla="*/ 1675 w 20318"/>
                <a:gd name="connsiteY10" fmla="*/ 972 h 37557"/>
                <a:gd name="connsiteX11" fmla="*/ 98 w 20318"/>
                <a:gd name="connsiteY11" fmla="*/ 5627 h 37557"/>
                <a:gd name="connsiteX12" fmla="*/ 98 w 20318"/>
                <a:gd name="connsiteY12" fmla="*/ 13136 h 37557"/>
                <a:gd name="connsiteX13" fmla="*/ 323 w 20318"/>
                <a:gd name="connsiteY13" fmla="*/ 28979 h 37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318" h="37557">
                  <a:moveTo>
                    <a:pt x="323" y="28979"/>
                  </a:moveTo>
                  <a:cubicBezTo>
                    <a:pt x="173" y="30405"/>
                    <a:pt x="473" y="31839"/>
                    <a:pt x="1149" y="33108"/>
                  </a:cubicBezTo>
                  <a:cubicBezTo>
                    <a:pt x="1900" y="34062"/>
                    <a:pt x="2951" y="34813"/>
                    <a:pt x="4078" y="35286"/>
                  </a:cubicBezTo>
                  <a:cubicBezTo>
                    <a:pt x="6481" y="36389"/>
                    <a:pt x="8960" y="37103"/>
                    <a:pt x="11588" y="37388"/>
                  </a:cubicBezTo>
                  <a:cubicBezTo>
                    <a:pt x="13766" y="37794"/>
                    <a:pt x="16019" y="37306"/>
                    <a:pt x="17821" y="36037"/>
                  </a:cubicBezTo>
                  <a:cubicBezTo>
                    <a:pt x="19324" y="34565"/>
                    <a:pt x="20150" y="32575"/>
                    <a:pt x="20225" y="30480"/>
                  </a:cubicBezTo>
                  <a:cubicBezTo>
                    <a:pt x="20525" y="26809"/>
                    <a:pt x="19774" y="23122"/>
                    <a:pt x="17971" y="19893"/>
                  </a:cubicBezTo>
                  <a:cubicBezTo>
                    <a:pt x="16695" y="17641"/>
                    <a:pt x="14967" y="15689"/>
                    <a:pt x="13766" y="13361"/>
                  </a:cubicBezTo>
                  <a:cubicBezTo>
                    <a:pt x="12564" y="11033"/>
                    <a:pt x="11438" y="7429"/>
                    <a:pt x="10087" y="4501"/>
                  </a:cubicBezTo>
                  <a:cubicBezTo>
                    <a:pt x="9335" y="2646"/>
                    <a:pt x="7908" y="1130"/>
                    <a:pt x="6106" y="221"/>
                  </a:cubicBezTo>
                  <a:cubicBezTo>
                    <a:pt x="4603" y="-289"/>
                    <a:pt x="2951" y="-12"/>
                    <a:pt x="1675" y="972"/>
                  </a:cubicBezTo>
                  <a:cubicBezTo>
                    <a:pt x="323" y="2098"/>
                    <a:pt x="-277" y="3900"/>
                    <a:pt x="98" y="5627"/>
                  </a:cubicBezTo>
                  <a:cubicBezTo>
                    <a:pt x="98" y="8105"/>
                    <a:pt x="98" y="10583"/>
                    <a:pt x="98" y="13136"/>
                  </a:cubicBezTo>
                  <a:cubicBezTo>
                    <a:pt x="-128" y="18692"/>
                    <a:pt x="-53" y="23971"/>
                    <a:pt x="323" y="28979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4" name="Content Placeholder 4">
              <a:extLst>
                <a:ext uri="{FF2B5EF4-FFF2-40B4-BE49-F238E27FC236}">
                  <a16:creationId xmlns:a16="http://schemas.microsoft.com/office/drawing/2014/main" id="{00A6CA2A-7A19-63A1-A7B8-B99C10513FA4}"/>
                </a:ext>
              </a:extLst>
            </p:cNvPr>
            <p:cNvSpPr/>
            <p:nvPr/>
          </p:nvSpPr>
          <p:spPr>
            <a:xfrm>
              <a:off x="12395621" y="4876275"/>
              <a:ext cx="173753" cy="147994"/>
            </a:xfrm>
            <a:custGeom>
              <a:avLst/>
              <a:gdLst>
                <a:gd name="connsiteX0" fmla="*/ 172174 w 173753"/>
                <a:gd name="connsiteY0" fmla="*/ 117931 h 147994"/>
                <a:gd name="connsiteX1" fmla="*/ 161811 w 173753"/>
                <a:gd name="connsiteY1" fmla="*/ 120409 h 147994"/>
                <a:gd name="connsiteX2" fmla="*/ 160909 w 173753"/>
                <a:gd name="connsiteY2" fmla="*/ 119733 h 147994"/>
                <a:gd name="connsiteX3" fmla="*/ 155127 w 173753"/>
                <a:gd name="connsiteY3" fmla="*/ 108095 h 147994"/>
                <a:gd name="connsiteX4" fmla="*/ 146715 w 173753"/>
                <a:gd name="connsiteY4" fmla="*/ 48928 h 147994"/>
                <a:gd name="connsiteX5" fmla="*/ 130419 w 173753"/>
                <a:gd name="connsiteY5" fmla="*/ 16868 h 147994"/>
                <a:gd name="connsiteX6" fmla="*/ 114648 w 173753"/>
                <a:gd name="connsiteY6" fmla="*/ 3878 h 147994"/>
                <a:gd name="connsiteX7" fmla="*/ 101280 w 173753"/>
                <a:gd name="connsiteY7" fmla="*/ 1400 h 147994"/>
                <a:gd name="connsiteX8" fmla="*/ 83332 w 173753"/>
                <a:gd name="connsiteY8" fmla="*/ 199 h 147994"/>
                <a:gd name="connsiteX9" fmla="*/ 71015 w 173753"/>
                <a:gd name="connsiteY9" fmla="*/ 875 h 147994"/>
                <a:gd name="connsiteX10" fmla="*/ 62079 w 173753"/>
                <a:gd name="connsiteY10" fmla="*/ 8383 h 147994"/>
                <a:gd name="connsiteX11" fmla="*/ 31137 w 173753"/>
                <a:gd name="connsiteY11" fmla="*/ 16717 h 147994"/>
                <a:gd name="connsiteX12" fmla="*/ 24753 w 173753"/>
                <a:gd name="connsiteY12" fmla="*/ 35338 h 147994"/>
                <a:gd name="connsiteX13" fmla="*/ 25355 w 173753"/>
                <a:gd name="connsiteY13" fmla="*/ 100887 h 147994"/>
                <a:gd name="connsiteX14" fmla="*/ 19346 w 173753"/>
                <a:gd name="connsiteY14" fmla="*/ 121610 h 147994"/>
                <a:gd name="connsiteX15" fmla="*/ 271 w 173753"/>
                <a:gd name="connsiteY15" fmla="*/ 123870 h 147994"/>
                <a:gd name="connsiteX16" fmla="*/ -29 w 173753"/>
                <a:gd name="connsiteY16" fmla="*/ 123638 h 147994"/>
                <a:gd name="connsiteX17" fmla="*/ 10184 w 173753"/>
                <a:gd name="connsiteY17" fmla="*/ 137153 h 147994"/>
                <a:gd name="connsiteX18" fmla="*/ 27157 w 173753"/>
                <a:gd name="connsiteY18" fmla="*/ 141208 h 147994"/>
                <a:gd name="connsiteX19" fmla="*/ 51489 w 173753"/>
                <a:gd name="connsiteY19" fmla="*/ 136177 h 147994"/>
                <a:gd name="connsiteX20" fmla="*/ 56446 w 173753"/>
                <a:gd name="connsiteY20" fmla="*/ 128668 h 147994"/>
                <a:gd name="connsiteX21" fmla="*/ 54042 w 173753"/>
                <a:gd name="connsiteY21" fmla="*/ 124388 h 147994"/>
                <a:gd name="connsiteX22" fmla="*/ 34817 w 173753"/>
                <a:gd name="connsiteY22" fmla="*/ 74382 h 147994"/>
                <a:gd name="connsiteX23" fmla="*/ 43754 w 173753"/>
                <a:gd name="connsiteY23" fmla="*/ 46451 h 147994"/>
                <a:gd name="connsiteX24" fmla="*/ 67636 w 173753"/>
                <a:gd name="connsiteY24" fmla="*/ 44348 h 147994"/>
                <a:gd name="connsiteX25" fmla="*/ 70415 w 173753"/>
                <a:gd name="connsiteY25" fmla="*/ 44348 h 147994"/>
                <a:gd name="connsiteX26" fmla="*/ 72667 w 173753"/>
                <a:gd name="connsiteY26" fmla="*/ 42922 h 147994"/>
                <a:gd name="connsiteX27" fmla="*/ 81529 w 173753"/>
                <a:gd name="connsiteY27" fmla="*/ 37215 h 147994"/>
                <a:gd name="connsiteX28" fmla="*/ 92194 w 173753"/>
                <a:gd name="connsiteY28" fmla="*/ 40970 h 147994"/>
                <a:gd name="connsiteX29" fmla="*/ 100905 w 173753"/>
                <a:gd name="connsiteY29" fmla="*/ 54635 h 147994"/>
                <a:gd name="connsiteX30" fmla="*/ 105937 w 173753"/>
                <a:gd name="connsiteY30" fmla="*/ 71754 h 147994"/>
                <a:gd name="connsiteX31" fmla="*/ 108040 w 173753"/>
                <a:gd name="connsiteY31" fmla="*/ 69952 h 147994"/>
                <a:gd name="connsiteX32" fmla="*/ 115474 w 173753"/>
                <a:gd name="connsiteY32" fmla="*/ 72580 h 147994"/>
                <a:gd name="connsiteX33" fmla="*/ 115550 w 173753"/>
                <a:gd name="connsiteY33" fmla="*/ 72805 h 147994"/>
                <a:gd name="connsiteX34" fmla="*/ 115550 w 173753"/>
                <a:gd name="connsiteY34" fmla="*/ 82041 h 147994"/>
                <a:gd name="connsiteX35" fmla="*/ 110593 w 173753"/>
                <a:gd name="connsiteY35" fmla="*/ 90600 h 147994"/>
                <a:gd name="connsiteX36" fmla="*/ 108490 w 173753"/>
                <a:gd name="connsiteY36" fmla="*/ 92928 h 147994"/>
                <a:gd name="connsiteX37" fmla="*/ 108490 w 173753"/>
                <a:gd name="connsiteY37" fmla="*/ 101788 h 147994"/>
                <a:gd name="connsiteX38" fmla="*/ 107513 w 173753"/>
                <a:gd name="connsiteY38" fmla="*/ 119433 h 147994"/>
                <a:gd name="connsiteX39" fmla="*/ 139581 w 173753"/>
                <a:gd name="connsiteY39" fmla="*/ 147965 h 147994"/>
                <a:gd name="connsiteX40" fmla="*/ 153926 w 173753"/>
                <a:gd name="connsiteY40" fmla="*/ 145037 h 147994"/>
                <a:gd name="connsiteX41" fmla="*/ 169997 w 173753"/>
                <a:gd name="connsiteY41" fmla="*/ 135351 h 147994"/>
                <a:gd name="connsiteX42" fmla="*/ 172174 w 173753"/>
                <a:gd name="connsiteY42" fmla="*/ 117931 h 14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73753" h="147994">
                  <a:moveTo>
                    <a:pt x="172174" y="117931"/>
                  </a:moveTo>
                  <a:cubicBezTo>
                    <a:pt x="169997" y="121468"/>
                    <a:pt x="165416" y="122579"/>
                    <a:pt x="161811" y="120409"/>
                  </a:cubicBezTo>
                  <a:cubicBezTo>
                    <a:pt x="161511" y="120214"/>
                    <a:pt x="161210" y="119981"/>
                    <a:pt x="160909" y="119733"/>
                  </a:cubicBezTo>
                  <a:cubicBezTo>
                    <a:pt x="157681" y="116662"/>
                    <a:pt x="155578" y="112540"/>
                    <a:pt x="155127" y="108095"/>
                  </a:cubicBezTo>
                  <a:cubicBezTo>
                    <a:pt x="150997" y="88573"/>
                    <a:pt x="152048" y="68150"/>
                    <a:pt x="146715" y="48928"/>
                  </a:cubicBezTo>
                  <a:cubicBezTo>
                    <a:pt x="143487" y="37261"/>
                    <a:pt x="137929" y="26358"/>
                    <a:pt x="130419" y="16868"/>
                  </a:cubicBezTo>
                  <a:cubicBezTo>
                    <a:pt x="126439" y="11161"/>
                    <a:pt x="121032" y="6664"/>
                    <a:pt x="114648" y="3878"/>
                  </a:cubicBezTo>
                  <a:cubicBezTo>
                    <a:pt x="110367" y="2406"/>
                    <a:pt x="105861" y="1573"/>
                    <a:pt x="101280" y="1400"/>
                  </a:cubicBezTo>
                  <a:cubicBezTo>
                    <a:pt x="95347" y="950"/>
                    <a:pt x="89340" y="499"/>
                    <a:pt x="83332" y="199"/>
                  </a:cubicBezTo>
                  <a:cubicBezTo>
                    <a:pt x="79201" y="-259"/>
                    <a:pt x="75071" y="-26"/>
                    <a:pt x="71015" y="875"/>
                  </a:cubicBezTo>
                  <a:cubicBezTo>
                    <a:pt x="67034" y="1843"/>
                    <a:pt x="63731" y="4621"/>
                    <a:pt x="62079" y="8383"/>
                  </a:cubicBezTo>
                  <a:cubicBezTo>
                    <a:pt x="51038" y="3855"/>
                    <a:pt x="38422" y="7272"/>
                    <a:pt x="31137" y="16717"/>
                  </a:cubicBezTo>
                  <a:cubicBezTo>
                    <a:pt x="27532" y="22326"/>
                    <a:pt x="25355" y="28708"/>
                    <a:pt x="24753" y="35338"/>
                  </a:cubicBezTo>
                  <a:cubicBezTo>
                    <a:pt x="21750" y="57038"/>
                    <a:pt x="26105" y="79037"/>
                    <a:pt x="25355" y="100887"/>
                  </a:cubicBezTo>
                  <a:cubicBezTo>
                    <a:pt x="25730" y="108268"/>
                    <a:pt x="23627" y="115559"/>
                    <a:pt x="19346" y="121610"/>
                  </a:cubicBezTo>
                  <a:cubicBezTo>
                    <a:pt x="14690" y="127505"/>
                    <a:pt x="6129" y="128518"/>
                    <a:pt x="271" y="123870"/>
                  </a:cubicBezTo>
                  <a:cubicBezTo>
                    <a:pt x="196" y="123795"/>
                    <a:pt x="46" y="123713"/>
                    <a:pt x="-29" y="123638"/>
                  </a:cubicBezTo>
                  <a:cubicBezTo>
                    <a:pt x="1097" y="129487"/>
                    <a:pt x="4852" y="134487"/>
                    <a:pt x="10184" y="137153"/>
                  </a:cubicBezTo>
                  <a:cubicBezTo>
                    <a:pt x="15441" y="139773"/>
                    <a:pt x="21299" y="141155"/>
                    <a:pt x="27157" y="141208"/>
                  </a:cubicBezTo>
                  <a:cubicBezTo>
                    <a:pt x="35568" y="141989"/>
                    <a:pt x="44054" y="140239"/>
                    <a:pt x="51489" y="136177"/>
                  </a:cubicBezTo>
                  <a:cubicBezTo>
                    <a:pt x="54418" y="134825"/>
                    <a:pt x="56371" y="131912"/>
                    <a:pt x="56446" y="128668"/>
                  </a:cubicBezTo>
                  <a:cubicBezTo>
                    <a:pt x="55995" y="127077"/>
                    <a:pt x="55169" y="125612"/>
                    <a:pt x="54042" y="124388"/>
                  </a:cubicBezTo>
                  <a:cubicBezTo>
                    <a:pt x="43078" y="109852"/>
                    <a:pt x="36394" y="92523"/>
                    <a:pt x="34817" y="74382"/>
                  </a:cubicBezTo>
                  <a:cubicBezTo>
                    <a:pt x="33916" y="64171"/>
                    <a:pt x="35418" y="52383"/>
                    <a:pt x="43754" y="46451"/>
                  </a:cubicBezTo>
                  <a:cubicBezTo>
                    <a:pt x="51038" y="42336"/>
                    <a:pt x="59750" y="41570"/>
                    <a:pt x="67636" y="44348"/>
                  </a:cubicBezTo>
                  <a:cubicBezTo>
                    <a:pt x="68537" y="44574"/>
                    <a:pt x="69513" y="44574"/>
                    <a:pt x="70415" y="44348"/>
                  </a:cubicBezTo>
                  <a:cubicBezTo>
                    <a:pt x="71241" y="44063"/>
                    <a:pt x="72067" y="43575"/>
                    <a:pt x="72667" y="42922"/>
                  </a:cubicBezTo>
                  <a:cubicBezTo>
                    <a:pt x="75521" y="40369"/>
                    <a:pt x="77473" y="37441"/>
                    <a:pt x="81529" y="37215"/>
                  </a:cubicBezTo>
                  <a:cubicBezTo>
                    <a:pt x="85435" y="37110"/>
                    <a:pt x="89190" y="38447"/>
                    <a:pt x="92194" y="40970"/>
                  </a:cubicBezTo>
                  <a:cubicBezTo>
                    <a:pt x="96173" y="44732"/>
                    <a:pt x="99177" y="49432"/>
                    <a:pt x="100905" y="54635"/>
                  </a:cubicBezTo>
                  <a:cubicBezTo>
                    <a:pt x="103083" y="60177"/>
                    <a:pt x="104810" y="65905"/>
                    <a:pt x="105937" y="71754"/>
                  </a:cubicBezTo>
                  <a:cubicBezTo>
                    <a:pt x="106537" y="71018"/>
                    <a:pt x="107214" y="70403"/>
                    <a:pt x="108040" y="69952"/>
                  </a:cubicBezTo>
                  <a:cubicBezTo>
                    <a:pt x="110818" y="68631"/>
                    <a:pt x="114122" y="69810"/>
                    <a:pt x="115474" y="72580"/>
                  </a:cubicBezTo>
                  <a:cubicBezTo>
                    <a:pt x="115474" y="72655"/>
                    <a:pt x="115550" y="72731"/>
                    <a:pt x="115550" y="72805"/>
                  </a:cubicBezTo>
                  <a:cubicBezTo>
                    <a:pt x="117051" y="75704"/>
                    <a:pt x="117051" y="79142"/>
                    <a:pt x="115550" y="82041"/>
                  </a:cubicBezTo>
                  <a:cubicBezTo>
                    <a:pt x="114047" y="84969"/>
                    <a:pt x="111268" y="87222"/>
                    <a:pt x="110593" y="90600"/>
                  </a:cubicBezTo>
                  <a:cubicBezTo>
                    <a:pt x="110367" y="91704"/>
                    <a:pt x="109541" y="92590"/>
                    <a:pt x="108490" y="92928"/>
                  </a:cubicBezTo>
                  <a:cubicBezTo>
                    <a:pt x="108640" y="95879"/>
                    <a:pt x="108640" y="98837"/>
                    <a:pt x="108490" y="101788"/>
                  </a:cubicBezTo>
                  <a:cubicBezTo>
                    <a:pt x="107589" y="107622"/>
                    <a:pt x="107288" y="113531"/>
                    <a:pt x="107513" y="119433"/>
                  </a:cubicBezTo>
                  <a:cubicBezTo>
                    <a:pt x="109692" y="135569"/>
                    <a:pt x="123284" y="147702"/>
                    <a:pt x="139581" y="147965"/>
                  </a:cubicBezTo>
                  <a:cubicBezTo>
                    <a:pt x="144463" y="147740"/>
                    <a:pt x="149345" y="146749"/>
                    <a:pt x="153926" y="145037"/>
                  </a:cubicBezTo>
                  <a:cubicBezTo>
                    <a:pt x="160083" y="143302"/>
                    <a:pt x="165566" y="139954"/>
                    <a:pt x="169997" y="135351"/>
                  </a:cubicBezTo>
                  <a:cubicBezTo>
                    <a:pt x="173977" y="130440"/>
                    <a:pt x="174878" y="123675"/>
                    <a:pt x="172174" y="117931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5" name="Content Placeholder 4">
              <a:extLst>
                <a:ext uri="{FF2B5EF4-FFF2-40B4-BE49-F238E27FC236}">
                  <a16:creationId xmlns:a16="http://schemas.microsoft.com/office/drawing/2014/main" id="{AEAB8339-6352-E1DE-3CF9-D9A01034FA1A}"/>
                </a:ext>
              </a:extLst>
            </p:cNvPr>
            <p:cNvSpPr/>
            <p:nvPr/>
          </p:nvSpPr>
          <p:spPr>
            <a:xfrm>
              <a:off x="12395621" y="4975915"/>
              <a:ext cx="56475" cy="42304"/>
            </a:xfrm>
            <a:custGeom>
              <a:avLst/>
              <a:gdLst>
                <a:gd name="connsiteX0" fmla="*/ 40900 w 56475"/>
                <a:gd name="connsiteY0" fmla="*/ 1097 h 42304"/>
                <a:gd name="connsiteX1" fmla="*/ 26406 w 56475"/>
                <a:gd name="connsiteY1" fmla="*/ -30 h 42304"/>
                <a:gd name="connsiteX2" fmla="*/ 25355 w 56475"/>
                <a:gd name="connsiteY2" fmla="*/ -30 h 42304"/>
                <a:gd name="connsiteX3" fmla="*/ 25355 w 56475"/>
                <a:gd name="connsiteY3" fmla="*/ 1772 h 42304"/>
                <a:gd name="connsiteX4" fmla="*/ 19346 w 56475"/>
                <a:gd name="connsiteY4" fmla="*/ 22496 h 42304"/>
                <a:gd name="connsiteX5" fmla="*/ 271 w 56475"/>
                <a:gd name="connsiteY5" fmla="*/ 24756 h 42304"/>
                <a:gd name="connsiteX6" fmla="*/ -29 w 56475"/>
                <a:gd name="connsiteY6" fmla="*/ 24523 h 42304"/>
                <a:gd name="connsiteX7" fmla="*/ 10184 w 56475"/>
                <a:gd name="connsiteY7" fmla="*/ 38038 h 42304"/>
                <a:gd name="connsiteX8" fmla="*/ 27157 w 56475"/>
                <a:gd name="connsiteY8" fmla="*/ 42093 h 42304"/>
                <a:gd name="connsiteX9" fmla="*/ 51489 w 56475"/>
                <a:gd name="connsiteY9" fmla="*/ 37062 h 42304"/>
                <a:gd name="connsiteX10" fmla="*/ 56446 w 56475"/>
                <a:gd name="connsiteY10" fmla="*/ 29554 h 42304"/>
                <a:gd name="connsiteX11" fmla="*/ 54042 w 56475"/>
                <a:gd name="connsiteY11" fmla="*/ 25274 h 42304"/>
                <a:gd name="connsiteX12" fmla="*/ 40900 w 56475"/>
                <a:gd name="connsiteY12" fmla="*/ 1097 h 42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6475" h="42304">
                  <a:moveTo>
                    <a:pt x="40900" y="1097"/>
                  </a:moveTo>
                  <a:cubicBezTo>
                    <a:pt x="36018" y="1097"/>
                    <a:pt x="31137" y="571"/>
                    <a:pt x="26406" y="-30"/>
                  </a:cubicBezTo>
                  <a:lnTo>
                    <a:pt x="25355" y="-30"/>
                  </a:lnTo>
                  <a:lnTo>
                    <a:pt x="25355" y="1772"/>
                  </a:lnTo>
                  <a:cubicBezTo>
                    <a:pt x="25730" y="9153"/>
                    <a:pt x="23627" y="16444"/>
                    <a:pt x="19346" y="22496"/>
                  </a:cubicBezTo>
                  <a:cubicBezTo>
                    <a:pt x="14690" y="28390"/>
                    <a:pt x="6129" y="29404"/>
                    <a:pt x="271" y="24756"/>
                  </a:cubicBezTo>
                  <a:cubicBezTo>
                    <a:pt x="196" y="24681"/>
                    <a:pt x="46" y="24598"/>
                    <a:pt x="-29" y="24523"/>
                  </a:cubicBezTo>
                  <a:cubicBezTo>
                    <a:pt x="1097" y="30372"/>
                    <a:pt x="4852" y="35373"/>
                    <a:pt x="10184" y="38038"/>
                  </a:cubicBezTo>
                  <a:cubicBezTo>
                    <a:pt x="15441" y="40659"/>
                    <a:pt x="21299" y="42040"/>
                    <a:pt x="27157" y="42093"/>
                  </a:cubicBezTo>
                  <a:cubicBezTo>
                    <a:pt x="35568" y="42873"/>
                    <a:pt x="44054" y="41124"/>
                    <a:pt x="51489" y="37062"/>
                  </a:cubicBezTo>
                  <a:cubicBezTo>
                    <a:pt x="54418" y="35711"/>
                    <a:pt x="56371" y="32797"/>
                    <a:pt x="56446" y="29554"/>
                  </a:cubicBezTo>
                  <a:cubicBezTo>
                    <a:pt x="55995" y="27962"/>
                    <a:pt x="55169" y="26490"/>
                    <a:pt x="54042" y="25274"/>
                  </a:cubicBezTo>
                  <a:cubicBezTo>
                    <a:pt x="48560" y="17863"/>
                    <a:pt x="44130" y="9724"/>
                    <a:pt x="40900" y="1097"/>
                  </a:cubicBezTo>
                  <a:close/>
                </a:path>
              </a:pathLst>
            </a:custGeom>
            <a:solidFill>
              <a:srgbClr val="D5AFC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6" name="Content Placeholder 4">
              <a:extLst>
                <a:ext uri="{FF2B5EF4-FFF2-40B4-BE49-F238E27FC236}">
                  <a16:creationId xmlns:a16="http://schemas.microsoft.com/office/drawing/2014/main" id="{9EC58D70-E7B6-76FC-6FE5-2CF7F9163CB9}"/>
                </a:ext>
              </a:extLst>
            </p:cNvPr>
            <p:cNvSpPr/>
            <p:nvPr/>
          </p:nvSpPr>
          <p:spPr>
            <a:xfrm>
              <a:off x="12502341" y="4976891"/>
              <a:ext cx="66885" cy="47753"/>
            </a:xfrm>
            <a:custGeom>
              <a:avLst/>
              <a:gdLst>
                <a:gd name="connsiteX0" fmla="*/ 54189 w 66885"/>
                <a:gd name="connsiteY0" fmla="*/ 19117 h 47753"/>
                <a:gd name="connsiteX1" fmla="*/ 48407 w 66885"/>
                <a:gd name="connsiteY1" fmla="*/ 7479 h 47753"/>
                <a:gd name="connsiteX2" fmla="*/ 47055 w 66885"/>
                <a:gd name="connsiteY2" fmla="*/ -30 h 47753"/>
                <a:gd name="connsiteX3" fmla="*/ 1019 w 66885"/>
                <a:gd name="connsiteY3" fmla="*/ 571 h 47753"/>
                <a:gd name="connsiteX4" fmla="*/ 1019 w 66885"/>
                <a:gd name="connsiteY4" fmla="*/ 1547 h 47753"/>
                <a:gd name="connsiteX5" fmla="*/ 43 w 66885"/>
                <a:gd name="connsiteY5" fmla="*/ 19192 h 47753"/>
                <a:gd name="connsiteX6" fmla="*/ 32110 w 66885"/>
                <a:gd name="connsiteY6" fmla="*/ 47724 h 47753"/>
                <a:gd name="connsiteX7" fmla="*/ 46455 w 66885"/>
                <a:gd name="connsiteY7" fmla="*/ 44796 h 47753"/>
                <a:gd name="connsiteX8" fmla="*/ 62525 w 66885"/>
                <a:gd name="connsiteY8" fmla="*/ 35110 h 47753"/>
                <a:gd name="connsiteX9" fmla="*/ 65529 w 66885"/>
                <a:gd name="connsiteY9" fmla="*/ 17465 h 47753"/>
                <a:gd name="connsiteX10" fmla="*/ 55166 w 66885"/>
                <a:gd name="connsiteY10" fmla="*/ 19860 h 47753"/>
                <a:gd name="connsiteX11" fmla="*/ 54189 w 66885"/>
                <a:gd name="connsiteY11" fmla="*/ 19117 h 477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6885" h="47753">
                  <a:moveTo>
                    <a:pt x="54189" y="19117"/>
                  </a:moveTo>
                  <a:cubicBezTo>
                    <a:pt x="50961" y="16046"/>
                    <a:pt x="48857" y="11924"/>
                    <a:pt x="48407" y="7479"/>
                  </a:cubicBezTo>
                  <a:cubicBezTo>
                    <a:pt x="47881" y="4926"/>
                    <a:pt x="47431" y="2426"/>
                    <a:pt x="47055" y="-30"/>
                  </a:cubicBezTo>
                  <a:cubicBezTo>
                    <a:pt x="31584" y="721"/>
                    <a:pt x="15889" y="421"/>
                    <a:pt x="1019" y="571"/>
                  </a:cubicBezTo>
                  <a:cubicBezTo>
                    <a:pt x="944" y="894"/>
                    <a:pt x="944" y="1224"/>
                    <a:pt x="1019" y="1547"/>
                  </a:cubicBezTo>
                  <a:cubicBezTo>
                    <a:pt x="118" y="7381"/>
                    <a:pt x="-183" y="13290"/>
                    <a:pt x="43" y="19192"/>
                  </a:cubicBezTo>
                  <a:cubicBezTo>
                    <a:pt x="2221" y="35327"/>
                    <a:pt x="15813" y="47461"/>
                    <a:pt x="32110" y="47724"/>
                  </a:cubicBezTo>
                  <a:cubicBezTo>
                    <a:pt x="36992" y="47499"/>
                    <a:pt x="41873" y="46508"/>
                    <a:pt x="46455" y="44796"/>
                  </a:cubicBezTo>
                  <a:cubicBezTo>
                    <a:pt x="52612" y="43061"/>
                    <a:pt x="58095" y="39713"/>
                    <a:pt x="62525" y="35110"/>
                  </a:cubicBezTo>
                  <a:cubicBezTo>
                    <a:pt x="66882" y="30327"/>
                    <a:pt x="68084" y="23427"/>
                    <a:pt x="65529" y="17465"/>
                  </a:cubicBezTo>
                  <a:cubicBezTo>
                    <a:pt x="63352" y="20979"/>
                    <a:pt x="58696" y="22053"/>
                    <a:pt x="55166" y="19860"/>
                  </a:cubicBezTo>
                  <a:cubicBezTo>
                    <a:pt x="54866" y="19635"/>
                    <a:pt x="54490" y="19387"/>
                    <a:pt x="54189" y="19117"/>
                  </a:cubicBezTo>
                  <a:close/>
                </a:path>
              </a:pathLst>
            </a:custGeom>
            <a:solidFill>
              <a:srgbClr val="D5AFC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7" name="Content Placeholder 4">
              <a:extLst>
                <a:ext uri="{FF2B5EF4-FFF2-40B4-BE49-F238E27FC236}">
                  <a16:creationId xmlns:a16="http://schemas.microsoft.com/office/drawing/2014/main" id="{80ED4EA8-C04D-A6EA-757B-86817D3B288B}"/>
                </a:ext>
              </a:extLst>
            </p:cNvPr>
            <p:cNvSpPr/>
            <p:nvPr/>
          </p:nvSpPr>
          <p:spPr>
            <a:xfrm>
              <a:off x="12501117" y="4950727"/>
              <a:ext cx="7649" cy="17840"/>
            </a:xfrm>
            <a:custGeom>
              <a:avLst/>
              <a:gdLst>
                <a:gd name="connsiteX0" fmla="*/ 7050 w 7649"/>
                <a:gd name="connsiteY0" fmla="*/ 6613 h 17840"/>
                <a:gd name="connsiteX1" fmla="*/ 7050 w 7649"/>
                <a:gd name="connsiteY1" fmla="*/ 5561 h 17840"/>
                <a:gd name="connsiteX2" fmla="*/ 7050 w 7649"/>
                <a:gd name="connsiteY2" fmla="*/ 5111 h 17840"/>
                <a:gd name="connsiteX3" fmla="*/ 7050 w 7649"/>
                <a:gd name="connsiteY3" fmla="*/ 4135 h 17840"/>
                <a:gd name="connsiteX4" fmla="*/ 4721 w 7649"/>
                <a:gd name="connsiteY4" fmla="*/ 380 h 17840"/>
                <a:gd name="connsiteX5" fmla="*/ 215 w 7649"/>
                <a:gd name="connsiteY5" fmla="*/ 3309 h 17840"/>
                <a:gd name="connsiteX6" fmla="*/ 1568 w 7649"/>
                <a:gd name="connsiteY6" fmla="*/ 8490 h 17840"/>
                <a:gd name="connsiteX7" fmla="*/ 2544 w 7649"/>
                <a:gd name="connsiteY7" fmla="*/ 9240 h 17840"/>
                <a:gd name="connsiteX8" fmla="*/ 4271 w 7649"/>
                <a:gd name="connsiteY8" fmla="*/ 9240 h 17840"/>
                <a:gd name="connsiteX9" fmla="*/ 4271 w 7649"/>
                <a:gd name="connsiteY9" fmla="*/ 9240 h 17840"/>
                <a:gd name="connsiteX10" fmla="*/ 4271 w 7649"/>
                <a:gd name="connsiteY10" fmla="*/ 15998 h 17840"/>
                <a:gd name="connsiteX11" fmla="*/ 7275 w 7649"/>
                <a:gd name="connsiteY11" fmla="*/ 16373 h 17840"/>
                <a:gd name="connsiteX12" fmla="*/ 7050 w 7649"/>
                <a:gd name="connsiteY12" fmla="*/ 6613 h 17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649" h="17840">
                  <a:moveTo>
                    <a:pt x="7050" y="6613"/>
                  </a:moveTo>
                  <a:cubicBezTo>
                    <a:pt x="7125" y="6267"/>
                    <a:pt x="7125" y="5907"/>
                    <a:pt x="7050" y="5561"/>
                  </a:cubicBezTo>
                  <a:lnTo>
                    <a:pt x="7050" y="5111"/>
                  </a:lnTo>
                  <a:lnTo>
                    <a:pt x="7050" y="4135"/>
                  </a:lnTo>
                  <a:cubicBezTo>
                    <a:pt x="6824" y="2618"/>
                    <a:pt x="5998" y="1259"/>
                    <a:pt x="4721" y="380"/>
                  </a:cubicBezTo>
                  <a:cubicBezTo>
                    <a:pt x="2394" y="-971"/>
                    <a:pt x="742" y="1281"/>
                    <a:pt x="215" y="3309"/>
                  </a:cubicBezTo>
                  <a:cubicBezTo>
                    <a:pt x="-385" y="5148"/>
                    <a:pt x="140" y="7183"/>
                    <a:pt x="1568" y="8490"/>
                  </a:cubicBezTo>
                  <a:cubicBezTo>
                    <a:pt x="1792" y="8865"/>
                    <a:pt x="2093" y="9135"/>
                    <a:pt x="2544" y="9240"/>
                  </a:cubicBezTo>
                  <a:cubicBezTo>
                    <a:pt x="3144" y="9353"/>
                    <a:pt x="3670" y="9353"/>
                    <a:pt x="4271" y="9240"/>
                  </a:cubicBezTo>
                  <a:lnTo>
                    <a:pt x="4271" y="9240"/>
                  </a:lnTo>
                  <a:cubicBezTo>
                    <a:pt x="4947" y="11440"/>
                    <a:pt x="4947" y="13798"/>
                    <a:pt x="4271" y="15998"/>
                  </a:cubicBezTo>
                  <a:cubicBezTo>
                    <a:pt x="3670" y="18025"/>
                    <a:pt x="7050" y="18626"/>
                    <a:pt x="7275" y="16373"/>
                  </a:cubicBezTo>
                  <a:cubicBezTo>
                    <a:pt x="7801" y="13130"/>
                    <a:pt x="7725" y="9826"/>
                    <a:pt x="7050" y="6613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8" name="Content Placeholder 4">
              <a:extLst>
                <a:ext uri="{FF2B5EF4-FFF2-40B4-BE49-F238E27FC236}">
                  <a16:creationId xmlns:a16="http://schemas.microsoft.com/office/drawing/2014/main" id="{21A698A7-59D8-01EC-BE54-4505D6BBFFE0}"/>
                </a:ext>
              </a:extLst>
            </p:cNvPr>
            <p:cNvSpPr/>
            <p:nvPr/>
          </p:nvSpPr>
          <p:spPr>
            <a:xfrm>
              <a:off x="12410311" y="4967534"/>
              <a:ext cx="97809" cy="254668"/>
            </a:xfrm>
            <a:custGeom>
              <a:avLst/>
              <a:gdLst>
                <a:gd name="connsiteX0" fmla="*/ 96804 w 97809"/>
                <a:gd name="connsiteY0" fmla="*/ 242 h 254668"/>
                <a:gd name="connsiteX1" fmla="*/ 73373 w 97809"/>
                <a:gd name="connsiteY1" fmla="*/ 77354 h 254668"/>
                <a:gd name="connsiteX2" fmla="*/ 38827 w 97809"/>
                <a:gd name="connsiteY2" fmla="*/ 133292 h 254668"/>
                <a:gd name="connsiteX3" fmla="*/ 23807 w 97809"/>
                <a:gd name="connsiteY3" fmla="*/ 164752 h 254668"/>
                <a:gd name="connsiteX4" fmla="*/ 8186 w 97809"/>
                <a:gd name="connsiteY4" fmla="*/ 193585 h 254668"/>
                <a:gd name="connsiteX5" fmla="*/ 676 w 97809"/>
                <a:gd name="connsiteY5" fmla="*/ 253653 h 254668"/>
                <a:gd name="connsiteX6" fmla="*/ 1127 w 97809"/>
                <a:gd name="connsiteY6" fmla="*/ 254599 h 254668"/>
                <a:gd name="connsiteX7" fmla="*/ 2103 w 97809"/>
                <a:gd name="connsiteY7" fmla="*/ 254118 h 254668"/>
                <a:gd name="connsiteX8" fmla="*/ 2103 w 97809"/>
                <a:gd name="connsiteY8" fmla="*/ 253653 h 254668"/>
                <a:gd name="connsiteX9" fmla="*/ 19000 w 97809"/>
                <a:gd name="connsiteY9" fmla="*/ 178042 h 254668"/>
                <a:gd name="connsiteX10" fmla="*/ 49040 w 97809"/>
                <a:gd name="connsiteY10" fmla="*/ 120603 h 254668"/>
                <a:gd name="connsiteX11" fmla="*/ 81408 w 97809"/>
                <a:gd name="connsiteY11" fmla="*/ 65866 h 254668"/>
                <a:gd name="connsiteX12" fmla="*/ 97780 w 97809"/>
                <a:gd name="connsiteY12" fmla="*/ 392 h 254668"/>
                <a:gd name="connsiteX13" fmla="*/ 96804 w 97809"/>
                <a:gd name="connsiteY13" fmla="*/ 242 h 254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7809" h="254668">
                  <a:moveTo>
                    <a:pt x="96804" y="242"/>
                  </a:moveTo>
                  <a:cubicBezTo>
                    <a:pt x="92448" y="26867"/>
                    <a:pt x="84562" y="52802"/>
                    <a:pt x="73373" y="77354"/>
                  </a:cubicBezTo>
                  <a:cubicBezTo>
                    <a:pt x="63985" y="97627"/>
                    <a:pt x="49040" y="113695"/>
                    <a:pt x="38827" y="133292"/>
                  </a:cubicBezTo>
                  <a:cubicBezTo>
                    <a:pt x="33420" y="143578"/>
                    <a:pt x="29439" y="154541"/>
                    <a:pt x="23807" y="164752"/>
                  </a:cubicBezTo>
                  <a:cubicBezTo>
                    <a:pt x="18174" y="174964"/>
                    <a:pt x="12542" y="183524"/>
                    <a:pt x="8186" y="193585"/>
                  </a:cubicBezTo>
                  <a:cubicBezTo>
                    <a:pt x="1202" y="212784"/>
                    <a:pt x="-1427" y="233320"/>
                    <a:pt x="676" y="253653"/>
                  </a:cubicBezTo>
                  <a:cubicBezTo>
                    <a:pt x="526" y="254050"/>
                    <a:pt x="751" y="254471"/>
                    <a:pt x="1127" y="254599"/>
                  </a:cubicBezTo>
                  <a:cubicBezTo>
                    <a:pt x="1577" y="254734"/>
                    <a:pt x="1953" y="254516"/>
                    <a:pt x="2103" y="254118"/>
                  </a:cubicBezTo>
                  <a:cubicBezTo>
                    <a:pt x="2178" y="253968"/>
                    <a:pt x="2178" y="253803"/>
                    <a:pt x="2103" y="253653"/>
                  </a:cubicBezTo>
                  <a:cubicBezTo>
                    <a:pt x="2478" y="226096"/>
                    <a:pt x="2103" y="203196"/>
                    <a:pt x="19000" y="178042"/>
                  </a:cubicBezTo>
                  <a:cubicBezTo>
                    <a:pt x="31091" y="160247"/>
                    <a:pt x="36348" y="138097"/>
                    <a:pt x="49040" y="120603"/>
                  </a:cubicBezTo>
                  <a:cubicBezTo>
                    <a:pt x="61657" y="103498"/>
                    <a:pt x="72472" y="85163"/>
                    <a:pt x="81408" y="65866"/>
                  </a:cubicBezTo>
                  <a:cubicBezTo>
                    <a:pt x="91397" y="45443"/>
                    <a:pt x="97029" y="23128"/>
                    <a:pt x="97780" y="392"/>
                  </a:cubicBezTo>
                  <a:cubicBezTo>
                    <a:pt x="97479" y="-58"/>
                    <a:pt x="96879" y="-208"/>
                    <a:pt x="96804" y="242"/>
                  </a:cubicBezTo>
                  <a:close/>
                </a:path>
              </a:pathLst>
            </a:custGeom>
            <a:solidFill>
              <a:srgbClr val="F7F7F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9" name="Content Placeholder 4">
              <a:extLst>
                <a:ext uri="{FF2B5EF4-FFF2-40B4-BE49-F238E27FC236}">
                  <a16:creationId xmlns:a16="http://schemas.microsoft.com/office/drawing/2014/main" id="{2035F62F-81A6-31BF-2F45-114F17CFBD02}"/>
                </a:ext>
              </a:extLst>
            </p:cNvPr>
            <p:cNvSpPr/>
            <p:nvPr/>
          </p:nvSpPr>
          <p:spPr>
            <a:xfrm>
              <a:off x="12440805" y="4988332"/>
              <a:ext cx="22856" cy="92384"/>
            </a:xfrm>
            <a:custGeom>
              <a:avLst/>
              <a:gdLst>
                <a:gd name="connsiteX0" fmla="*/ 13665 w 22856"/>
                <a:gd name="connsiteY0" fmla="*/ 54905 h 92384"/>
                <a:gd name="connsiteX1" fmla="*/ 2175 w 22856"/>
                <a:gd name="connsiteY1" fmla="*/ 393 h 92384"/>
                <a:gd name="connsiteX2" fmla="*/ 1274 w 22856"/>
                <a:gd name="connsiteY2" fmla="*/ 393 h 92384"/>
                <a:gd name="connsiteX3" fmla="*/ 21100 w 22856"/>
                <a:gd name="connsiteY3" fmla="*/ 90495 h 92384"/>
                <a:gd name="connsiteX4" fmla="*/ 22827 w 22856"/>
                <a:gd name="connsiteY4" fmla="*/ 90495 h 92384"/>
                <a:gd name="connsiteX5" fmla="*/ 13665 w 22856"/>
                <a:gd name="connsiteY5" fmla="*/ 54905 h 92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856" h="92384">
                  <a:moveTo>
                    <a:pt x="13665" y="54905"/>
                  </a:moveTo>
                  <a:cubicBezTo>
                    <a:pt x="899" y="24120"/>
                    <a:pt x="1274" y="20441"/>
                    <a:pt x="2175" y="393"/>
                  </a:cubicBezTo>
                  <a:cubicBezTo>
                    <a:pt x="2175" y="-132"/>
                    <a:pt x="1424" y="-208"/>
                    <a:pt x="1274" y="393"/>
                  </a:cubicBezTo>
                  <a:cubicBezTo>
                    <a:pt x="-6236" y="30427"/>
                    <a:pt x="21175" y="60010"/>
                    <a:pt x="21100" y="90495"/>
                  </a:cubicBezTo>
                  <a:cubicBezTo>
                    <a:pt x="21100" y="93122"/>
                    <a:pt x="22827" y="92822"/>
                    <a:pt x="22827" y="90495"/>
                  </a:cubicBezTo>
                  <a:cubicBezTo>
                    <a:pt x="22227" y="78128"/>
                    <a:pt x="19147" y="66010"/>
                    <a:pt x="13665" y="54905"/>
                  </a:cubicBezTo>
                  <a:close/>
                </a:path>
              </a:pathLst>
            </a:custGeom>
            <a:solidFill>
              <a:srgbClr val="F7F7F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0" name="Content Placeholder 4">
              <a:extLst>
                <a:ext uri="{FF2B5EF4-FFF2-40B4-BE49-F238E27FC236}">
                  <a16:creationId xmlns:a16="http://schemas.microsoft.com/office/drawing/2014/main" id="{9B1047C6-A725-E347-F0AD-9361EE2C0F17}"/>
                </a:ext>
              </a:extLst>
            </p:cNvPr>
            <p:cNvSpPr/>
            <p:nvPr/>
          </p:nvSpPr>
          <p:spPr>
            <a:xfrm>
              <a:off x="12454970" y="5078401"/>
              <a:ext cx="10155" cy="14170"/>
            </a:xfrm>
            <a:custGeom>
              <a:avLst/>
              <a:gdLst>
                <a:gd name="connsiteX0" fmla="*/ 9414 w 10155"/>
                <a:gd name="connsiteY0" fmla="*/ 5080 h 14170"/>
                <a:gd name="connsiteX1" fmla="*/ 10014 w 10155"/>
                <a:gd name="connsiteY1" fmla="*/ 2828 h 14170"/>
                <a:gd name="connsiteX2" fmla="*/ 10014 w 10155"/>
                <a:gd name="connsiteY2" fmla="*/ 1626 h 14170"/>
                <a:gd name="connsiteX3" fmla="*/ 7685 w 10155"/>
                <a:gd name="connsiteY3" fmla="*/ 4 h 14170"/>
                <a:gd name="connsiteX4" fmla="*/ 7461 w 10155"/>
                <a:gd name="connsiteY4" fmla="*/ 50 h 14170"/>
                <a:gd name="connsiteX5" fmla="*/ 4532 w 10155"/>
                <a:gd name="connsiteY5" fmla="*/ 2753 h 14170"/>
                <a:gd name="connsiteX6" fmla="*/ 1452 w 10155"/>
                <a:gd name="connsiteY6" fmla="*/ 7408 h 14170"/>
                <a:gd name="connsiteX7" fmla="*/ 1452 w 10155"/>
                <a:gd name="connsiteY7" fmla="*/ 13940 h 14170"/>
                <a:gd name="connsiteX8" fmla="*/ 1452 w 10155"/>
                <a:gd name="connsiteY8" fmla="*/ 13940 h 14170"/>
                <a:gd name="connsiteX9" fmla="*/ 4156 w 10155"/>
                <a:gd name="connsiteY9" fmla="*/ 12589 h 14170"/>
                <a:gd name="connsiteX10" fmla="*/ 9414 w 10155"/>
                <a:gd name="connsiteY10" fmla="*/ 508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155" h="14170">
                  <a:moveTo>
                    <a:pt x="9414" y="5080"/>
                  </a:moveTo>
                  <a:cubicBezTo>
                    <a:pt x="9788" y="4382"/>
                    <a:pt x="10014" y="3616"/>
                    <a:pt x="10014" y="2828"/>
                  </a:cubicBezTo>
                  <a:cubicBezTo>
                    <a:pt x="10164" y="2437"/>
                    <a:pt x="10164" y="2017"/>
                    <a:pt x="10014" y="1626"/>
                  </a:cubicBezTo>
                  <a:cubicBezTo>
                    <a:pt x="9788" y="523"/>
                    <a:pt x="8737" y="-198"/>
                    <a:pt x="7685" y="4"/>
                  </a:cubicBezTo>
                  <a:cubicBezTo>
                    <a:pt x="7610" y="19"/>
                    <a:pt x="7536" y="35"/>
                    <a:pt x="7461" y="50"/>
                  </a:cubicBezTo>
                  <a:cubicBezTo>
                    <a:pt x="6033" y="50"/>
                    <a:pt x="5358" y="1476"/>
                    <a:pt x="4532" y="2753"/>
                  </a:cubicBezTo>
                  <a:cubicBezTo>
                    <a:pt x="3706" y="4029"/>
                    <a:pt x="2429" y="5831"/>
                    <a:pt x="1452" y="7408"/>
                  </a:cubicBezTo>
                  <a:cubicBezTo>
                    <a:pt x="476" y="8985"/>
                    <a:pt x="-1326" y="13039"/>
                    <a:pt x="1452" y="13940"/>
                  </a:cubicBezTo>
                  <a:lnTo>
                    <a:pt x="1452" y="13940"/>
                  </a:lnTo>
                  <a:cubicBezTo>
                    <a:pt x="2354" y="14466"/>
                    <a:pt x="3555" y="13940"/>
                    <a:pt x="4156" y="12589"/>
                  </a:cubicBezTo>
                  <a:cubicBezTo>
                    <a:pt x="5883" y="9811"/>
                    <a:pt x="8061" y="7483"/>
                    <a:pt x="9414" y="5080"/>
                  </a:cubicBezTo>
                  <a:close/>
                </a:path>
              </a:pathLst>
            </a:custGeom>
            <a:solidFill>
              <a:srgbClr val="F7F7F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91" name="Group 990">
            <a:extLst>
              <a:ext uri="{FF2B5EF4-FFF2-40B4-BE49-F238E27FC236}">
                <a16:creationId xmlns:a16="http://schemas.microsoft.com/office/drawing/2014/main" id="{FB9A42BC-8A23-347B-8E83-43A6591D221E}"/>
              </a:ext>
            </a:extLst>
          </p:cNvPr>
          <p:cNvGrpSpPr/>
          <p:nvPr userDrawn="1"/>
        </p:nvGrpSpPr>
        <p:grpSpPr>
          <a:xfrm>
            <a:off x="3079581" y="5209342"/>
            <a:ext cx="560202" cy="818311"/>
            <a:chOff x="5917450" y="4928462"/>
            <a:chExt cx="560202" cy="818311"/>
          </a:xfrm>
        </p:grpSpPr>
        <p:sp>
          <p:nvSpPr>
            <p:cNvPr id="992" name="Content Placeholder 4">
              <a:extLst>
                <a:ext uri="{FF2B5EF4-FFF2-40B4-BE49-F238E27FC236}">
                  <a16:creationId xmlns:a16="http://schemas.microsoft.com/office/drawing/2014/main" id="{3904FA3C-12DF-BBB6-8989-C3A8F498EF4A}"/>
                </a:ext>
              </a:extLst>
            </p:cNvPr>
            <p:cNvSpPr/>
            <p:nvPr/>
          </p:nvSpPr>
          <p:spPr>
            <a:xfrm>
              <a:off x="6185193" y="5718478"/>
              <a:ext cx="292459" cy="23497"/>
            </a:xfrm>
            <a:custGeom>
              <a:avLst/>
              <a:gdLst>
                <a:gd name="connsiteX0" fmla="*/ 290122 w 292459"/>
                <a:gd name="connsiteY0" fmla="*/ 8553 h 23497"/>
                <a:gd name="connsiteX1" fmla="*/ 283213 w 292459"/>
                <a:gd name="connsiteY1" fmla="*/ 6450 h 23497"/>
                <a:gd name="connsiteX2" fmla="*/ 228991 w 292459"/>
                <a:gd name="connsiteY2" fmla="*/ 3747 h 23497"/>
                <a:gd name="connsiteX3" fmla="*/ 82546 w 292459"/>
                <a:gd name="connsiteY3" fmla="*/ 519 h 23497"/>
                <a:gd name="connsiteX4" fmla="*/ 15932 w 292459"/>
                <a:gd name="connsiteY4" fmla="*/ 5024 h 23497"/>
                <a:gd name="connsiteX5" fmla="*/ 912 w 292459"/>
                <a:gd name="connsiteY5" fmla="*/ 17338 h 23497"/>
                <a:gd name="connsiteX6" fmla="*/ 26897 w 292459"/>
                <a:gd name="connsiteY6" fmla="*/ 22669 h 23497"/>
                <a:gd name="connsiteX7" fmla="*/ 173642 w 292459"/>
                <a:gd name="connsiteY7" fmla="*/ 20266 h 23497"/>
                <a:gd name="connsiteX8" fmla="*/ 256252 w 292459"/>
                <a:gd name="connsiteY8" fmla="*/ 18915 h 23497"/>
                <a:gd name="connsiteX9" fmla="*/ 287418 w 292459"/>
                <a:gd name="connsiteY9" fmla="*/ 16887 h 23497"/>
                <a:gd name="connsiteX10" fmla="*/ 291849 w 292459"/>
                <a:gd name="connsiteY10" fmla="*/ 15010 h 23497"/>
                <a:gd name="connsiteX11" fmla="*/ 290122 w 292459"/>
                <a:gd name="connsiteY11" fmla="*/ 8553 h 23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2459" h="23497">
                  <a:moveTo>
                    <a:pt x="290122" y="8553"/>
                  </a:moveTo>
                  <a:cubicBezTo>
                    <a:pt x="288049" y="7254"/>
                    <a:pt x="285661" y="6525"/>
                    <a:pt x="283213" y="6450"/>
                  </a:cubicBezTo>
                  <a:cubicBezTo>
                    <a:pt x="265189" y="4573"/>
                    <a:pt x="247090" y="4198"/>
                    <a:pt x="228991" y="3747"/>
                  </a:cubicBezTo>
                  <a:lnTo>
                    <a:pt x="82546" y="519"/>
                  </a:lnTo>
                  <a:cubicBezTo>
                    <a:pt x="60241" y="-961"/>
                    <a:pt x="37839" y="556"/>
                    <a:pt x="15932" y="5024"/>
                  </a:cubicBezTo>
                  <a:cubicBezTo>
                    <a:pt x="9624" y="6676"/>
                    <a:pt x="-3669" y="8252"/>
                    <a:pt x="912" y="17338"/>
                  </a:cubicBezTo>
                  <a:cubicBezTo>
                    <a:pt x="5493" y="26423"/>
                    <a:pt x="19387" y="22743"/>
                    <a:pt x="26897" y="22669"/>
                  </a:cubicBezTo>
                  <a:lnTo>
                    <a:pt x="173642" y="20266"/>
                  </a:lnTo>
                  <a:lnTo>
                    <a:pt x="256252" y="18915"/>
                  </a:lnTo>
                  <a:cubicBezTo>
                    <a:pt x="266676" y="19027"/>
                    <a:pt x="277100" y="18351"/>
                    <a:pt x="287418" y="16887"/>
                  </a:cubicBezTo>
                  <a:cubicBezTo>
                    <a:pt x="289078" y="16842"/>
                    <a:pt x="290663" y="16174"/>
                    <a:pt x="291849" y="15010"/>
                  </a:cubicBezTo>
                  <a:cubicBezTo>
                    <a:pt x="293066" y="12742"/>
                    <a:pt x="292315" y="9912"/>
                    <a:pt x="290122" y="8553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3" name="Content Placeholder 4">
              <a:extLst>
                <a:ext uri="{FF2B5EF4-FFF2-40B4-BE49-F238E27FC236}">
                  <a16:creationId xmlns:a16="http://schemas.microsoft.com/office/drawing/2014/main" id="{FD191C51-C0F0-D115-D45B-AE9BF5C5265C}"/>
                </a:ext>
              </a:extLst>
            </p:cNvPr>
            <p:cNvSpPr/>
            <p:nvPr/>
          </p:nvSpPr>
          <p:spPr>
            <a:xfrm>
              <a:off x="6280760" y="5382259"/>
              <a:ext cx="135930" cy="321150"/>
            </a:xfrm>
            <a:custGeom>
              <a:avLst/>
              <a:gdLst>
                <a:gd name="connsiteX0" fmla="*/ 110969 w 135930"/>
                <a:gd name="connsiteY0" fmla="*/ 321121 h 321150"/>
                <a:gd name="connsiteX1" fmla="*/ 135902 w 135930"/>
                <a:gd name="connsiteY1" fmla="*/ 312110 h 321150"/>
                <a:gd name="connsiteX2" fmla="*/ 88363 w 135930"/>
                <a:gd name="connsiteY2" fmla="*/ 228316 h 321150"/>
                <a:gd name="connsiteX3" fmla="*/ 74920 w 135930"/>
                <a:gd name="connsiteY3" fmla="*/ 201061 h 321150"/>
                <a:gd name="connsiteX4" fmla="*/ 67410 w 135930"/>
                <a:gd name="connsiteY4" fmla="*/ 164419 h 321150"/>
                <a:gd name="connsiteX5" fmla="*/ 48260 w 135930"/>
                <a:gd name="connsiteY5" fmla="*/ 20407 h 321150"/>
                <a:gd name="connsiteX6" fmla="*/ 45106 w 135930"/>
                <a:gd name="connsiteY6" fmla="*/ 8769 h 321150"/>
                <a:gd name="connsiteX7" fmla="*/ 13113 w 135930"/>
                <a:gd name="connsiteY7" fmla="*/ 885 h 321150"/>
                <a:gd name="connsiteX8" fmla="*/ 3884 w 135930"/>
                <a:gd name="connsiteY8" fmla="*/ 8386 h 321150"/>
                <a:gd name="connsiteX9" fmla="*/ 4327 w 135930"/>
                <a:gd name="connsiteY9" fmla="*/ 12073 h 321150"/>
                <a:gd name="connsiteX10" fmla="*/ 572 w 135930"/>
                <a:gd name="connsiteY10" fmla="*/ 54495 h 321150"/>
                <a:gd name="connsiteX11" fmla="*/ 19722 w 135930"/>
                <a:gd name="connsiteY11" fmla="*/ 165996 h 321150"/>
                <a:gd name="connsiteX12" fmla="*/ 50964 w 135930"/>
                <a:gd name="connsiteY12" fmla="*/ 230869 h 321150"/>
                <a:gd name="connsiteX13" fmla="*/ 110969 w 135930"/>
                <a:gd name="connsiteY13" fmla="*/ 321121 h 32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5930" h="321150">
                  <a:moveTo>
                    <a:pt x="110969" y="321121"/>
                  </a:moveTo>
                  <a:cubicBezTo>
                    <a:pt x="120056" y="321016"/>
                    <a:pt x="128850" y="317839"/>
                    <a:pt x="135902" y="312110"/>
                  </a:cubicBezTo>
                  <a:lnTo>
                    <a:pt x="88363" y="228316"/>
                  </a:lnTo>
                  <a:cubicBezTo>
                    <a:pt x="83151" y="219606"/>
                    <a:pt x="78661" y="210491"/>
                    <a:pt x="74920" y="201061"/>
                  </a:cubicBezTo>
                  <a:cubicBezTo>
                    <a:pt x="71143" y="189144"/>
                    <a:pt x="68620" y="176861"/>
                    <a:pt x="67410" y="164419"/>
                  </a:cubicBezTo>
                  <a:lnTo>
                    <a:pt x="48260" y="20407"/>
                  </a:lnTo>
                  <a:cubicBezTo>
                    <a:pt x="48020" y="16352"/>
                    <a:pt x="46946" y="12388"/>
                    <a:pt x="45106" y="8769"/>
                  </a:cubicBezTo>
                  <a:cubicBezTo>
                    <a:pt x="39098" y="-1217"/>
                    <a:pt x="24679" y="-767"/>
                    <a:pt x="13113" y="885"/>
                  </a:cubicBezTo>
                  <a:cubicBezTo>
                    <a:pt x="8495" y="405"/>
                    <a:pt x="4357" y="3768"/>
                    <a:pt x="3884" y="8386"/>
                  </a:cubicBezTo>
                  <a:cubicBezTo>
                    <a:pt x="3756" y="9633"/>
                    <a:pt x="3906" y="10894"/>
                    <a:pt x="4327" y="12073"/>
                  </a:cubicBezTo>
                  <a:cubicBezTo>
                    <a:pt x="7406" y="50140"/>
                    <a:pt x="-2508" y="16427"/>
                    <a:pt x="572" y="54495"/>
                  </a:cubicBezTo>
                  <a:cubicBezTo>
                    <a:pt x="1623" y="67861"/>
                    <a:pt x="15592" y="153157"/>
                    <a:pt x="19722" y="165996"/>
                  </a:cubicBezTo>
                  <a:cubicBezTo>
                    <a:pt x="26338" y="189250"/>
                    <a:pt x="36905" y="211197"/>
                    <a:pt x="50964" y="230869"/>
                  </a:cubicBezTo>
                  <a:cubicBezTo>
                    <a:pt x="73494" y="259852"/>
                    <a:pt x="88363" y="286882"/>
                    <a:pt x="110969" y="321121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4" name="Content Placeholder 4">
              <a:extLst>
                <a:ext uri="{FF2B5EF4-FFF2-40B4-BE49-F238E27FC236}">
                  <a16:creationId xmlns:a16="http://schemas.microsoft.com/office/drawing/2014/main" id="{7C7F451F-2FB3-9E8F-8CCC-B212CA6589CF}"/>
                </a:ext>
              </a:extLst>
            </p:cNvPr>
            <p:cNvSpPr/>
            <p:nvPr/>
          </p:nvSpPr>
          <p:spPr>
            <a:xfrm>
              <a:off x="6205513" y="5401823"/>
              <a:ext cx="63545" cy="316077"/>
            </a:xfrm>
            <a:custGeom>
              <a:avLst/>
              <a:gdLst>
                <a:gd name="connsiteX0" fmla="*/ 48858 w 63545"/>
                <a:gd name="connsiteY0" fmla="*/ 2119 h 316077"/>
                <a:gd name="connsiteX1" fmla="*/ 118 w 63545"/>
                <a:gd name="connsiteY1" fmla="*/ 843 h 316077"/>
                <a:gd name="connsiteX2" fmla="*/ 3272 w 63545"/>
                <a:gd name="connsiteY2" fmla="*/ 2871 h 316077"/>
                <a:gd name="connsiteX3" fmla="*/ 22873 w 63545"/>
                <a:gd name="connsiteY3" fmla="*/ 222117 h 316077"/>
                <a:gd name="connsiteX4" fmla="*/ 36541 w 63545"/>
                <a:gd name="connsiteY4" fmla="*/ 316048 h 316077"/>
                <a:gd name="connsiteX5" fmla="*/ 56518 w 63545"/>
                <a:gd name="connsiteY5" fmla="*/ 316048 h 316077"/>
                <a:gd name="connsiteX6" fmla="*/ 63277 w 63545"/>
                <a:gd name="connsiteY6" fmla="*/ 18788 h 316077"/>
                <a:gd name="connsiteX7" fmla="*/ 59296 w 63545"/>
                <a:gd name="connsiteY7" fmla="*/ 4822 h 316077"/>
                <a:gd name="connsiteX8" fmla="*/ 48858 w 63545"/>
                <a:gd name="connsiteY8" fmla="*/ 2119 h 316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545" h="316077">
                  <a:moveTo>
                    <a:pt x="48858" y="2119"/>
                  </a:moveTo>
                  <a:lnTo>
                    <a:pt x="118" y="843"/>
                  </a:lnTo>
                  <a:cubicBezTo>
                    <a:pt x="-858" y="-1260"/>
                    <a:pt x="3347" y="843"/>
                    <a:pt x="3272" y="2871"/>
                  </a:cubicBezTo>
                  <a:cubicBezTo>
                    <a:pt x="2236" y="76431"/>
                    <a:pt x="8807" y="149908"/>
                    <a:pt x="22873" y="222117"/>
                  </a:cubicBezTo>
                  <a:cubicBezTo>
                    <a:pt x="28881" y="253277"/>
                    <a:pt x="36391" y="284362"/>
                    <a:pt x="36541" y="316048"/>
                  </a:cubicBezTo>
                  <a:lnTo>
                    <a:pt x="56518" y="316048"/>
                  </a:lnTo>
                  <a:lnTo>
                    <a:pt x="63277" y="18788"/>
                  </a:lnTo>
                  <a:cubicBezTo>
                    <a:pt x="64133" y="13773"/>
                    <a:pt x="62668" y="8637"/>
                    <a:pt x="59296" y="4822"/>
                  </a:cubicBezTo>
                  <a:cubicBezTo>
                    <a:pt x="56202" y="2810"/>
                    <a:pt x="52537" y="1864"/>
                    <a:pt x="48858" y="2119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5" name="Content Placeholder 4">
              <a:extLst>
                <a:ext uri="{FF2B5EF4-FFF2-40B4-BE49-F238E27FC236}">
                  <a16:creationId xmlns:a16="http://schemas.microsoft.com/office/drawing/2014/main" id="{4FB1FE28-4794-EEC7-BA67-5F3B9A2A2813}"/>
                </a:ext>
              </a:extLst>
            </p:cNvPr>
            <p:cNvSpPr/>
            <p:nvPr/>
          </p:nvSpPr>
          <p:spPr>
            <a:xfrm>
              <a:off x="6200666" y="5713640"/>
              <a:ext cx="66352" cy="23730"/>
            </a:xfrm>
            <a:custGeom>
              <a:avLst/>
              <a:gdLst>
                <a:gd name="connsiteX0" fmla="*/ 45894 w 66352"/>
                <a:gd name="connsiteY0" fmla="*/ 19173 h 23730"/>
                <a:gd name="connsiteX1" fmla="*/ 48673 w 66352"/>
                <a:gd name="connsiteY1" fmla="*/ 23528 h 23730"/>
                <a:gd name="connsiteX2" fmla="*/ 58586 w 66352"/>
                <a:gd name="connsiteY2" fmla="*/ 22927 h 23730"/>
                <a:gd name="connsiteX3" fmla="*/ 60990 w 66352"/>
                <a:gd name="connsiteY3" fmla="*/ 21876 h 23730"/>
                <a:gd name="connsiteX4" fmla="*/ 62341 w 66352"/>
                <a:gd name="connsiteY4" fmla="*/ 20299 h 23730"/>
                <a:gd name="connsiteX5" fmla="*/ 66322 w 66352"/>
                <a:gd name="connsiteY5" fmla="*/ 14368 h 23730"/>
                <a:gd name="connsiteX6" fmla="*/ 65045 w 66352"/>
                <a:gd name="connsiteY6" fmla="*/ 10013 h 23730"/>
                <a:gd name="connsiteX7" fmla="*/ 61065 w 66352"/>
                <a:gd name="connsiteY7" fmla="*/ 552 h 23730"/>
                <a:gd name="connsiteX8" fmla="*/ 41163 w 66352"/>
                <a:gd name="connsiteY8" fmla="*/ 552 h 23730"/>
                <a:gd name="connsiteX9" fmla="*/ 39661 w 66352"/>
                <a:gd name="connsiteY9" fmla="*/ 7084 h 23730"/>
                <a:gd name="connsiteX10" fmla="*/ 19835 w 66352"/>
                <a:gd name="connsiteY10" fmla="*/ 10538 h 23730"/>
                <a:gd name="connsiteX11" fmla="*/ 9846 w 66352"/>
                <a:gd name="connsiteY11" fmla="*/ 11965 h 23730"/>
                <a:gd name="connsiteX12" fmla="*/ 834 w 66352"/>
                <a:gd name="connsiteY12" fmla="*/ 13616 h 23730"/>
                <a:gd name="connsiteX13" fmla="*/ 83 w 66352"/>
                <a:gd name="connsiteY13" fmla="*/ 16695 h 23730"/>
                <a:gd name="connsiteX14" fmla="*/ 83 w 66352"/>
                <a:gd name="connsiteY14" fmla="*/ 19023 h 23730"/>
                <a:gd name="connsiteX15" fmla="*/ 3088 w 66352"/>
                <a:gd name="connsiteY15" fmla="*/ 21801 h 23730"/>
                <a:gd name="connsiteX16" fmla="*/ 45894 w 66352"/>
                <a:gd name="connsiteY16" fmla="*/ 19173 h 2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6352" h="23730">
                  <a:moveTo>
                    <a:pt x="45894" y="19173"/>
                  </a:moveTo>
                  <a:cubicBezTo>
                    <a:pt x="43116" y="21500"/>
                    <a:pt x="46871" y="23377"/>
                    <a:pt x="48673" y="23528"/>
                  </a:cubicBezTo>
                  <a:cubicBezTo>
                    <a:pt x="51985" y="23888"/>
                    <a:pt x="55342" y="23685"/>
                    <a:pt x="58586" y="22927"/>
                  </a:cubicBezTo>
                  <a:cubicBezTo>
                    <a:pt x="59465" y="22784"/>
                    <a:pt x="60291" y="22424"/>
                    <a:pt x="60990" y="21876"/>
                  </a:cubicBezTo>
                  <a:cubicBezTo>
                    <a:pt x="61553" y="21463"/>
                    <a:pt x="62018" y="20922"/>
                    <a:pt x="62341" y="20299"/>
                  </a:cubicBezTo>
                  <a:cubicBezTo>
                    <a:pt x="63941" y="18520"/>
                    <a:pt x="65278" y="16522"/>
                    <a:pt x="66322" y="14368"/>
                  </a:cubicBezTo>
                  <a:cubicBezTo>
                    <a:pt x="66359" y="12820"/>
                    <a:pt x="65909" y="11297"/>
                    <a:pt x="65045" y="10013"/>
                  </a:cubicBezTo>
                  <a:cubicBezTo>
                    <a:pt x="62905" y="7264"/>
                    <a:pt x="61530" y="4006"/>
                    <a:pt x="61065" y="552"/>
                  </a:cubicBezTo>
                  <a:cubicBezTo>
                    <a:pt x="53930" y="1378"/>
                    <a:pt x="47096" y="-1100"/>
                    <a:pt x="41163" y="552"/>
                  </a:cubicBezTo>
                  <a:cubicBezTo>
                    <a:pt x="40638" y="3105"/>
                    <a:pt x="38760" y="5132"/>
                    <a:pt x="39661" y="7084"/>
                  </a:cubicBezTo>
                  <a:cubicBezTo>
                    <a:pt x="32940" y="7475"/>
                    <a:pt x="26293" y="8631"/>
                    <a:pt x="19835" y="10538"/>
                  </a:cubicBezTo>
                  <a:cubicBezTo>
                    <a:pt x="16530" y="11139"/>
                    <a:pt x="13226" y="11664"/>
                    <a:pt x="9846" y="11965"/>
                  </a:cubicBezTo>
                  <a:cubicBezTo>
                    <a:pt x="6467" y="12265"/>
                    <a:pt x="2336" y="10989"/>
                    <a:pt x="834" y="13616"/>
                  </a:cubicBezTo>
                  <a:cubicBezTo>
                    <a:pt x="369" y="14577"/>
                    <a:pt x="113" y="15629"/>
                    <a:pt x="83" y="16695"/>
                  </a:cubicBezTo>
                  <a:cubicBezTo>
                    <a:pt x="-67" y="17461"/>
                    <a:pt x="-67" y="18257"/>
                    <a:pt x="83" y="19023"/>
                  </a:cubicBezTo>
                  <a:cubicBezTo>
                    <a:pt x="624" y="20352"/>
                    <a:pt x="1721" y="21365"/>
                    <a:pt x="3088" y="21801"/>
                  </a:cubicBezTo>
                  <a:cubicBezTo>
                    <a:pt x="17356" y="27207"/>
                    <a:pt x="31851" y="19023"/>
                    <a:pt x="45894" y="19173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6" name="Content Placeholder 4">
              <a:extLst>
                <a:ext uri="{FF2B5EF4-FFF2-40B4-BE49-F238E27FC236}">
                  <a16:creationId xmlns:a16="http://schemas.microsoft.com/office/drawing/2014/main" id="{3E23B4C7-3CD0-FD9C-5DE7-A1C22E572FC9}"/>
                </a:ext>
              </a:extLst>
            </p:cNvPr>
            <p:cNvSpPr/>
            <p:nvPr/>
          </p:nvSpPr>
          <p:spPr>
            <a:xfrm>
              <a:off x="6360794" y="5689444"/>
              <a:ext cx="64833" cy="48684"/>
            </a:xfrm>
            <a:custGeom>
              <a:avLst/>
              <a:gdLst>
                <a:gd name="connsiteX0" fmla="*/ 46781 w 64833"/>
                <a:gd name="connsiteY0" fmla="*/ 27151 h 48684"/>
                <a:gd name="connsiteX1" fmla="*/ 51437 w 64833"/>
                <a:gd name="connsiteY1" fmla="*/ 30229 h 48684"/>
                <a:gd name="connsiteX2" fmla="*/ 60975 w 64833"/>
                <a:gd name="connsiteY2" fmla="*/ 25274 h 48684"/>
                <a:gd name="connsiteX3" fmla="*/ 62852 w 64833"/>
                <a:gd name="connsiteY3" fmla="*/ 23171 h 48684"/>
                <a:gd name="connsiteX4" fmla="*/ 63453 w 64833"/>
                <a:gd name="connsiteY4" fmla="*/ 21069 h 48684"/>
                <a:gd name="connsiteX5" fmla="*/ 64805 w 64833"/>
                <a:gd name="connsiteY5" fmla="*/ 13561 h 48684"/>
                <a:gd name="connsiteX6" fmla="*/ 61651 w 64833"/>
                <a:gd name="connsiteY6" fmla="*/ 9806 h 48684"/>
                <a:gd name="connsiteX7" fmla="*/ 52638 w 64833"/>
                <a:gd name="connsiteY7" fmla="*/ -30 h 48684"/>
                <a:gd name="connsiteX8" fmla="*/ 30709 w 64833"/>
                <a:gd name="connsiteY8" fmla="*/ 12885 h 48684"/>
                <a:gd name="connsiteX9" fmla="*/ 35441 w 64833"/>
                <a:gd name="connsiteY9" fmla="*/ 18141 h 48684"/>
                <a:gd name="connsiteX10" fmla="*/ 17342 w 64833"/>
                <a:gd name="connsiteY10" fmla="*/ 30229 h 48684"/>
                <a:gd name="connsiteX11" fmla="*/ 8179 w 64833"/>
                <a:gd name="connsiteY11" fmla="*/ 36011 h 48684"/>
                <a:gd name="connsiteX12" fmla="*/ -7 w 64833"/>
                <a:gd name="connsiteY12" fmla="*/ 41567 h 48684"/>
                <a:gd name="connsiteX13" fmla="*/ 519 w 64833"/>
                <a:gd name="connsiteY13" fmla="*/ 44946 h 48684"/>
                <a:gd name="connsiteX14" fmla="*/ 1796 w 64833"/>
                <a:gd name="connsiteY14" fmla="*/ 47198 h 48684"/>
                <a:gd name="connsiteX15" fmla="*/ 5851 w 64833"/>
                <a:gd name="connsiteY15" fmla="*/ 48625 h 48684"/>
                <a:gd name="connsiteX16" fmla="*/ 46781 w 64833"/>
                <a:gd name="connsiteY16" fmla="*/ 27151 h 48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4833" h="48684">
                  <a:moveTo>
                    <a:pt x="46781" y="27151"/>
                  </a:moveTo>
                  <a:cubicBezTo>
                    <a:pt x="45053" y="30680"/>
                    <a:pt x="49559" y="30830"/>
                    <a:pt x="51437" y="30229"/>
                  </a:cubicBezTo>
                  <a:cubicBezTo>
                    <a:pt x="54869" y="29110"/>
                    <a:pt x="58091" y="27436"/>
                    <a:pt x="60975" y="25274"/>
                  </a:cubicBezTo>
                  <a:cubicBezTo>
                    <a:pt x="61771" y="24741"/>
                    <a:pt x="62416" y="24020"/>
                    <a:pt x="62852" y="23171"/>
                  </a:cubicBezTo>
                  <a:cubicBezTo>
                    <a:pt x="63205" y="22525"/>
                    <a:pt x="63415" y="21805"/>
                    <a:pt x="63453" y="21069"/>
                  </a:cubicBezTo>
                  <a:cubicBezTo>
                    <a:pt x="64286" y="18651"/>
                    <a:pt x="64745" y="16121"/>
                    <a:pt x="64805" y="13561"/>
                  </a:cubicBezTo>
                  <a:cubicBezTo>
                    <a:pt x="64805" y="11908"/>
                    <a:pt x="62927" y="10858"/>
                    <a:pt x="61651" y="9806"/>
                  </a:cubicBezTo>
                  <a:cubicBezTo>
                    <a:pt x="57978" y="7216"/>
                    <a:pt x="54899" y="3860"/>
                    <a:pt x="52638" y="-30"/>
                  </a:cubicBezTo>
                  <a:cubicBezTo>
                    <a:pt x="45001" y="3694"/>
                    <a:pt x="37671" y="8012"/>
                    <a:pt x="30709" y="12885"/>
                  </a:cubicBezTo>
                  <a:cubicBezTo>
                    <a:pt x="33488" y="14912"/>
                    <a:pt x="33713" y="16639"/>
                    <a:pt x="35441" y="18141"/>
                  </a:cubicBezTo>
                  <a:cubicBezTo>
                    <a:pt x="29004" y="21535"/>
                    <a:pt x="22937" y="25582"/>
                    <a:pt x="17342" y="30229"/>
                  </a:cubicBezTo>
                  <a:cubicBezTo>
                    <a:pt x="14397" y="32324"/>
                    <a:pt x="11334" y="34254"/>
                    <a:pt x="8179" y="36011"/>
                  </a:cubicBezTo>
                  <a:cubicBezTo>
                    <a:pt x="5701" y="37437"/>
                    <a:pt x="294" y="38414"/>
                    <a:pt x="-7" y="41567"/>
                  </a:cubicBezTo>
                  <a:cubicBezTo>
                    <a:pt x="-97" y="42716"/>
                    <a:pt x="84" y="43872"/>
                    <a:pt x="519" y="44946"/>
                  </a:cubicBezTo>
                  <a:cubicBezTo>
                    <a:pt x="774" y="45779"/>
                    <a:pt x="1210" y="46545"/>
                    <a:pt x="1796" y="47198"/>
                  </a:cubicBezTo>
                  <a:cubicBezTo>
                    <a:pt x="2862" y="48265"/>
                    <a:pt x="4349" y="48790"/>
                    <a:pt x="5851" y="48625"/>
                  </a:cubicBezTo>
                  <a:cubicBezTo>
                    <a:pt x="21923" y="47273"/>
                    <a:pt x="32512" y="33233"/>
                    <a:pt x="46781" y="27151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7" name="Content Placeholder 4">
              <a:extLst>
                <a:ext uri="{FF2B5EF4-FFF2-40B4-BE49-F238E27FC236}">
                  <a16:creationId xmlns:a16="http://schemas.microsoft.com/office/drawing/2014/main" id="{C2DA5ABB-003B-F621-FA20-77C6362D1B5F}"/>
                </a:ext>
              </a:extLst>
            </p:cNvPr>
            <p:cNvSpPr/>
            <p:nvPr/>
          </p:nvSpPr>
          <p:spPr>
            <a:xfrm>
              <a:off x="6228287" y="4958620"/>
              <a:ext cx="74252" cy="112531"/>
            </a:xfrm>
            <a:custGeom>
              <a:avLst/>
              <a:gdLst>
                <a:gd name="connsiteX0" fmla="*/ 74223 w 74252"/>
                <a:gd name="connsiteY0" fmla="*/ 68773 h 112531"/>
                <a:gd name="connsiteX1" fmla="*/ 73322 w 74252"/>
                <a:gd name="connsiteY1" fmla="*/ 65094 h 112531"/>
                <a:gd name="connsiteX2" fmla="*/ 58828 w 74252"/>
                <a:gd name="connsiteY2" fmla="*/ 26050 h 112531"/>
                <a:gd name="connsiteX3" fmla="*/ 42306 w 74252"/>
                <a:gd name="connsiteY3" fmla="*/ 2173 h 112531"/>
                <a:gd name="connsiteX4" fmla="*/ 3855 w 74252"/>
                <a:gd name="connsiteY4" fmla="*/ 7730 h 112531"/>
                <a:gd name="connsiteX5" fmla="*/ 1602 w 74252"/>
                <a:gd name="connsiteY5" fmla="*/ 57135 h 112531"/>
                <a:gd name="connsiteX6" fmla="*/ 250 w 74252"/>
                <a:gd name="connsiteY6" fmla="*/ 84991 h 112531"/>
                <a:gd name="connsiteX7" fmla="*/ 13393 w 74252"/>
                <a:gd name="connsiteY7" fmla="*/ 108643 h 112531"/>
                <a:gd name="connsiteX8" fmla="*/ 56274 w 74252"/>
                <a:gd name="connsiteY8" fmla="*/ 99408 h 112531"/>
                <a:gd name="connsiteX9" fmla="*/ 73472 w 74252"/>
                <a:gd name="connsiteY9" fmla="*/ 72528 h 112531"/>
                <a:gd name="connsiteX10" fmla="*/ 74223 w 74252"/>
                <a:gd name="connsiteY10" fmla="*/ 68773 h 112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252" h="112531">
                  <a:moveTo>
                    <a:pt x="74223" y="68773"/>
                  </a:moveTo>
                  <a:cubicBezTo>
                    <a:pt x="74148" y="67504"/>
                    <a:pt x="73841" y="66258"/>
                    <a:pt x="73322" y="65094"/>
                  </a:cubicBezTo>
                  <a:lnTo>
                    <a:pt x="58828" y="26050"/>
                  </a:lnTo>
                  <a:cubicBezTo>
                    <a:pt x="55373" y="16739"/>
                    <a:pt x="51318" y="6603"/>
                    <a:pt x="42306" y="2173"/>
                  </a:cubicBezTo>
                  <a:cubicBezTo>
                    <a:pt x="30365" y="-3683"/>
                    <a:pt x="16547" y="3525"/>
                    <a:pt x="3855" y="7730"/>
                  </a:cubicBezTo>
                  <a:cubicBezTo>
                    <a:pt x="4230" y="24233"/>
                    <a:pt x="3479" y="40737"/>
                    <a:pt x="1602" y="57135"/>
                  </a:cubicBezTo>
                  <a:cubicBezTo>
                    <a:pt x="70" y="66333"/>
                    <a:pt x="-388" y="75688"/>
                    <a:pt x="250" y="84991"/>
                  </a:cubicBezTo>
                  <a:cubicBezTo>
                    <a:pt x="1024" y="94399"/>
                    <a:pt x="5815" y="103019"/>
                    <a:pt x="13393" y="108643"/>
                  </a:cubicBezTo>
                  <a:cubicBezTo>
                    <a:pt x="26685" y="117203"/>
                    <a:pt x="44935" y="110370"/>
                    <a:pt x="56274" y="99408"/>
                  </a:cubicBezTo>
                  <a:cubicBezTo>
                    <a:pt x="63965" y="91862"/>
                    <a:pt x="69845" y="82671"/>
                    <a:pt x="73472" y="72528"/>
                  </a:cubicBezTo>
                  <a:cubicBezTo>
                    <a:pt x="73945" y="71333"/>
                    <a:pt x="74201" y="70057"/>
                    <a:pt x="74223" y="68773"/>
                  </a:cubicBezTo>
                  <a:close/>
                </a:path>
              </a:pathLst>
            </a:custGeom>
            <a:solidFill>
              <a:srgbClr val="C89A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8" name="Content Placeholder 4">
              <a:extLst>
                <a:ext uri="{FF2B5EF4-FFF2-40B4-BE49-F238E27FC236}">
                  <a16:creationId xmlns:a16="http://schemas.microsoft.com/office/drawing/2014/main" id="{A37609F7-C5B2-2DCA-ECC2-7DE3FDDC24A3}"/>
                </a:ext>
              </a:extLst>
            </p:cNvPr>
            <p:cNvSpPr/>
            <p:nvPr/>
          </p:nvSpPr>
          <p:spPr>
            <a:xfrm>
              <a:off x="6198008" y="4928462"/>
              <a:ext cx="141482" cy="141534"/>
            </a:xfrm>
            <a:custGeom>
              <a:avLst/>
              <a:gdLst>
                <a:gd name="connsiteX0" fmla="*/ 83474 w 141482"/>
                <a:gd name="connsiteY0" fmla="*/ 91573 h 141534"/>
                <a:gd name="connsiteX1" fmla="*/ 90458 w 141482"/>
                <a:gd name="connsiteY1" fmla="*/ 84065 h 141534"/>
                <a:gd name="connsiteX2" fmla="*/ 98794 w 141482"/>
                <a:gd name="connsiteY2" fmla="*/ 89171 h 141534"/>
                <a:gd name="connsiteX3" fmla="*/ 94213 w 141482"/>
                <a:gd name="connsiteY3" fmla="*/ 100959 h 141534"/>
                <a:gd name="connsiteX4" fmla="*/ 98268 w 141482"/>
                <a:gd name="connsiteY4" fmla="*/ 141505 h 141534"/>
                <a:gd name="connsiteX5" fmla="*/ 118320 w 141482"/>
                <a:gd name="connsiteY5" fmla="*/ 118154 h 141534"/>
                <a:gd name="connsiteX6" fmla="*/ 133941 w 141482"/>
                <a:gd name="connsiteY6" fmla="*/ 100358 h 141534"/>
                <a:gd name="connsiteX7" fmla="*/ 134467 w 141482"/>
                <a:gd name="connsiteY7" fmla="*/ 87218 h 141534"/>
                <a:gd name="connsiteX8" fmla="*/ 141451 w 141482"/>
                <a:gd name="connsiteY8" fmla="*/ 70475 h 141534"/>
                <a:gd name="connsiteX9" fmla="*/ 133941 w 141482"/>
                <a:gd name="connsiteY9" fmla="*/ 52605 h 141534"/>
                <a:gd name="connsiteX10" fmla="*/ 99545 w 141482"/>
                <a:gd name="connsiteY10" fmla="*/ 21745 h 141534"/>
                <a:gd name="connsiteX11" fmla="*/ 90533 w 141482"/>
                <a:gd name="connsiteY11" fmla="*/ 12359 h 141534"/>
                <a:gd name="connsiteX12" fmla="*/ 89181 w 141482"/>
                <a:gd name="connsiteY12" fmla="*/ 5827 h 141534"/>
                <a:gd name="connsiteX13" fmla="*/ 79043 w 141482"/>
                <a:gd name="connsiteY13" fmla="*/ 1247 h 141534"/>
                <a:gd name="connsiteX14" fmla="*/ 43521 w 141482"/>
                <a:gd name="connsiteY14" fmla="*/ 2748 h 141534"/>
                <a:gd name="connsiteX15" fmla="*/ 34509 w 141482"/>
                <a:gd name="connsiteY15" fmla="*/ 4851 h 141534"/>
                <a:gd name="connsiteX16" fmla="*/ 17536 w 141482"/>
                <a:gd name="connsiteY16" fmla="*/ -30 h 141534"/>
                <a:gd name="connsiteX17" fmla="*/ 2516 w 141482"/>
                <a:gd name="connsiteY17" fmla="*/ 10633 h 141534"/>
                <a:gd name="connsiteX18" fmla="*/ 263 w 141482"/>
                <a:gd name="connsiteY18" fmla="*/ 30154 h 141534"/>
                <a:gd name="connsiteX19" fmla="*/ 12354 w 141482"/>
                <a:gd name="connsiteY19" fmla="*/ 35410 h 141534"/>
                <a:gd name="connsiteX20" fmla="*/ 11828 w 141482"/>
                <a:gd name="connsiteY20" fmla="*/ 53956 h 141534"/>
                <a:gd name="connsiteX21" fmla="*/ 35485 w 141482"/>
                <a:gd name="connsiteY21" fmla="*/ 50202 h 141534"/>
                <a:gd name="connsiteX22" fmla="*/ 51106 w 141482"/>
                <a:gd name="connsiteY22" fmla="*/ 45246 h 141534"/>
                <a:gd name="connsiteX23" fmla="*/ 64473 w 141482"/>
                <a:gd name="connsiteY23" fmla="*/ 55158 h 141534"/>
                <a:gd name="connsiteX24" fmla="*/ 79493 w 141482"/>
                <a:gd name="connsiteY24" fmla="*/ 58011 h 141534"/>
                <a:gd name="connsiteX25" fmla="*/ 83474 w 141482"/>
                <a:gd name="connsiteY25" fmla="*/ 91573 h 141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1482" h="141534">
                  <a:moveTo>
                    <a:pt x="83474" y="91573"/>
                  </a:moveTo>
                  <a:cubicBezTo>
                    <a:pt x="84029" y="87872"/>
                    <a:pt x="86808" y="84891"/>
                    <a:pt x="90458" y="84065"/>
                  </a:cubicBezTo>
                  <a:cubicBezTo>
                    <a:pt x="94115" y="83479"/>
                    <a:pt x="97652" y="85649"/>
                    <a:pt x="98794" y="89171"/>
                  </a:cubicBezTo>
                  <a:cubicBezTo>
                    <a:pt x="99770" y="93375"/>
                    <a:pt x="96391" y="97205"/>
                    <a:pt x="94213" y="100959"/>
                  </a:cubicBezTo>
                  <a:cubicBezTo>
                    <a:pt x="87304" y="113198"/>
                    <a:pt x="92711" y="128515"/>
                    <a:pt x="98268" y="141505"/>
                  </a:cubicBezTo>
                  <a:cubicBezTo>
                    <a:pt x="103308" y="132450"/>
                    <a:pt x="110127" y="124505"/>
                    <a:pt x="118320" y="118154"/>
                  </a:cubicBezTo>
                  <a:cubicBezTo>
                    <a:pt x="124704" y="113123"/>
                    <a:pt x="132364" y="108318"/>
                    <a:pt x="133941" y="100358"/>
                  </a:cubicBezTo>
                  <a:cubicBezTo>
                    <a:pt x="134842" y="96079"/>
                    <a:pt x="133941" y="91573"/>
                    <a:pt x="134467" y="87218"/>
                  </a:cubicBezTo>
                  <a:cubicBezTo>
                    <a:pt x="135668" y="81287"/>
                    <a:pt x="140550" y="76481"/>
                    <a:pt x="141451" y="70475"/>
                  </a:cubicBezTo>
                  <a:cubicBezTo>
                    <a:pt x="141541" y="63732"/>
                    <a:pt x="138822" y="57260"/>
                    <a:pt x="133941" y="52605"/>
                  </a:cubicBezTo>
                  <a:cubicBezTo>
                    <a:pt x="124125" y="40614"/>
                    <a:pt x="112522" y="30207"/>
                    <a:pt x="99545" y="21745"/>
                  </a:cubicBezTo>
                  <a:cubicBezTo>
                    <a:pt x="95520" y="19785"/>
                    <a:pt x="92328" y="16459"/>
                    <a:pt x="90533" y="12359"/>
                  </a:cubicBezTo>
                  <a:cubicBezTo>
                    <a:pt x="90278" y="10145"/>
                    <a:pt x="89827" y="7959"/>
                    <a:pt x="89181" y="5827"/>
                  </a:cubicBezTo>
                  <a:cubicBezTo>
                    <a:pt x="87454" y="2373"/>
                    <a:pt x="82948" y="1622"/>
                    <a:pt x="79043" y="1247"/>
                  </a:cubicBezTo>
                  <a:cubicBezTo>
                    <a:pt x="67215" y="-555"/>
                    <a:pt x="55153" y="-44"/>
                    <a:pt x="43521" y="2748"/>
                  </a:cubicBezTo>
                  <a:cubicBezTo>
                    <a:pt x="40637" y="3897"/>
                    <a:pt x="37603" y="4611"/>
                    <a:pt x="34509" y="4851"/>
                  </a:cubicBezTo>
                  <a:cubicBezTo>
                    <a:pt x="28576" y="4851"/>
                    <a:pt x="23469" y="346"/>
                    <a:pt x="17536" y="-30"/>
                  </a:cubicBezTo>
                  <a:cubicBezTo>
                    <a:pt x="10845" y="203"/>
                    <a:pt x="4942" y="4400"/>
                    <a:pt x="2516" y="10633"/>
                  </a:cubicBezTo>
                  <a:cubicBezTo>
                    <a:pt x="255" y="16879"/>
                    <a:pt x="-511" y="23562"/>
                    <a:pt x="263" y="30154"/>
                  </a:cubicBezTo>
                  <a:lnTo>
                    <a:pt x="12354" y="35410"/>
                  </a:lnTo>
                  <a:cubicBezTo>
                    <a:pt x="8817" y="41034"/>
                    <a:pt x="8614" y="48137"/>
                    <a:pt x="11828" y="53956"/>
                  </a:cubicBezTo>
                  <a:cubicBezTo>
                    <a:pt x="19909" y="54947"/>
                    <a:pt x="28110" y="53649"/>
                    <a:pt x="35485" y="50202"/>
                  </a:cubicBezTo>
                  <a:cubicBezTo>
                    <a:pt x="40073" y="47019"/>
                    <a:pt x="45518" y="45291"/>
                    <a:pt x="51106" y="45246"/>
                  </a:cubicBezTo>
                  <a:cubicBezTo>
                    <a:pt x="56663" y="46223"/>
                    <a:pt x="60343" y="51253"/>
                    <a:pt x="64473" y="55158"/>
                  </a:cubicBezTo>
                  <a:cubicBezTo>
                    <a:pt x="68604" y="59062"/>
                    <a:pt x="75438" y="61840"/>
                    <a:pt x="79493" y="58011"/>
                  </a:cubicBezTo>
                  <a:cubicBezTo>
                    <a:pt x="83331" y="68755"/>
                    <a:pt x="84690" y="80228"/>
                    <a:pt x="83474" y="91573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9" name="Content Placeholder 4">
              <a:extLst>
                <a:ext uri="{FF2B5EF4-FFF2-40B4-BE49-F238E27FC236}">
                  <a16:creationId xmlns:a16="http://schemas.microsoft.com/office/drawing/2014/main" id="{0E123FCE-3F50-1303-6378-1DD8E80BDB89}"/>
                </a:ext>
              </a:extLst>
            </p:cNvPr>
            <p:cNvSpPr/>
            <p:nvPr/>
          </p:nvSpPr>
          <p:spPr>
            <a:xfrm>
              <a:off x="6178648" y="5068119"/>
              <a:ext cx="184582" cy="373920"/>
            </a:xfrm>
            <a:custGeom>
              <a:avLst/>
              <a:gdLst>
                <a:gd name="connsiteX0" fmla="*/ 127166 w 184582"/>
                <a:gd name="connsiteY0" fmla="*/ 345 h 373920"/>
                <a:gd name="connsiteX1" fmla="*/ 165542 w 184582"/>
                <a:gd name="connsiteY1" fmla="*/ 23922 h 373920"/>
                <a:gd name="connsiteX2" fmla="*/ 174780 w 184582"/>
                <a:gd name="connsiteY2" fmla="*/ 59587 h 373920"/>
                <a:gd name="connsiteX3" fmla="*/ 179060 w 184582"/>
                <a:gd name="connsiteY3" fmla="*/ 106365 h 373920"/>
                <a:gd name="connsiteX4" fmla="*/ 184392 w 184582"/>
                <a:gd name="connsiteY4" fmla="*/ 218241 h 373920"/>
                <a:gd name="connsiteX5" fmla="*/ 180036 w 184582"/>
                <a:gd name="connsiteY5" fmla="*/ 269148 h 373920"/>
                <a:gd name="connsiteX6" fmla="*/ 169072 w 184582"/>
                <a:gd name="connsiteY6" fmla="*/ 373891 h 373920"/>
                <a:gd name="connsiteX7" fmla="*/ 23829 w 184582"/>
                <a:gd name="connsiteY7" fmla="*/ 364581 h 373920"/>
                <a:gd name="connsiteX8" fmla="*/ 7307 w 184582"/>
                <a:gd name="connsiteY8" fmla="*/ 361277 h 373920"/>
                <a:gd name="connsiteX9" fmla="*/ 698 w 184582"/>
                <a:gd name="connsiteY9" fmla="*/ 341304 h 373920"/>
                <a:gd name="connsiteX10" fmla="*/ 38773 w 184582"/>
                <a:gd name="connsiteY10" fmla="*/ 74154 h 373920"/>
                <a:gd name="connsiteX11" fmla="*/ 44256 w 184582"/>
                <a:gd name="connsiteY11" fmla="*/ 14987 h 373920"/>
                <a:gd name="connsiteX12" fmla="*/ 127166 w 184582"/>
                <a:gd name="connsiteY12" fmla="*/ 345 h 373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4582" h="373920">
                  <a:moveTo>
                    <a:pt x="127166" y="345"/>
                  </a:moveTo>
                  <a:cubicBezTo>
                    <a:pt x="142847" y="2050"/>
                    <a:pt x="156936" y="10707"/>
                    <a:pt x="165542" y="23922"/>
                  </a:cubicBezTo>
                  <a:cubicBezTo>
                    <a:pt x="171400" y="34914"/>
                    <a:pt x="174562" y="47138"/>
                    <a:pt x="174780" y="59587"/>
                  </a:cubicBezTo>
                  <a:lnTo>
                    <a:pt x="179060" y="106365"/>
                  </a:lnTo>
                  <a:cubicBezTo>
                    <a:pt x="183348" y="143494"/>
                    <a:pt x="185128" y="180871"/>
                    <a:pt x="184392" y="218241"/>
                  </a:cubicBezTo>
                  <a:cubicBezTo>
                    <a:pt x="183641" y="235210"/>
                    <a:pt x="181839" y="252179"/>
                    <a:pt x="180036" y="269148"/>
                  </a:cubicBezTo>
                  <a:cubicBezTo>
                    <a:pt x="176334" y="304190"/>
                    <a:pt x="172677" y="339104"/>
                    <a:pt x="169072" y="373891"/>
                  </a:cubicBezTo>
                  <a:lnTo>
                    <a:pt x="23829" y="364581"/>
                  </a:lnTo>
                  <a:cubicBezTo>
                    <a:pt x="18159" y="364581"/>
                    <a:pt x="12541" y="363462"/>
                    <a:pt x="7307" y="361277"/>
                  </a:cubicBezTo>
                  <a:cubicBezTo>
                    <a:pt x="-1105" y="356847"/>
                    <a:pt x="-579" y="348362"/>
                    <a:pt x="698" y="341304"/>
                  </a:cubicBezTo>
                  <a:cubicBezTo>
                    <a:pt x="17445" y="252555"/>
                    <a:pt x="30738" y="163730"/>
                    <a:pt x="38773" y="74154"/>
                  </a:cubicBezTo>
                  <a:cubicBezTo>
                    <a:pt x="39825" y="61765"/>
                    <a:pt x="36596" y="24297"/>
                    <a:pt x="44256" y="14987"/>
                  </a:cubicBezTo>
                  <a:cubicBezTo>
                    <a:pt x="52817" y="4175"/>
                    <a:pt x="110569" y="-1607"/>
                    <a:pt x="127166" y="345"/>
                  </a:cubicBezTo>
                  <a:close/>
                </a:path>
              </a:pathLst>
            </a:custGeom>
            <a:solidFill>
              <a:srgbClr val="B4C7B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0" name="Content Placeholder 4">
              <a:extLst>
                <a:ext uri="{FF2B5EF4-FFF2-40B4-BE49-F238E27FC236}">
                  <a16:creationId xmlns:a16="http://schemas.microsoft.com/office/drawing/2014/main" id="{B9932578-C619-871D-F18A-F9B872DD471D}"/>
                </a:ext>
              </a:extLst>
            </p:cNvPr>
            <p:cNvSpPr/>
            <p:nvPr/>
          </p:nvSpPr>
          <p:spPr>
            <a:xfrm>
              <a:off x="6218034" y="5002806"/>
              <a:ext cx="63934" cy="24480"/>
            </a:xfrm>
            <a:custGeom>
              <a:avLst/>
              <a:gdLst>
                <a:gd name="connsiteX0" fmla="*/ 61120 w 63934"/>
                <a:gd name="connsiteY0" fmla="*/ 13100 h 24480"/>
                <a:gd name="connsiteX1" fmla="*/ 43772 w 63934"/>
                <a:gd name="connsiteY1" fmla="*/ 15427 h 24480"/>
                <a:gd name="connsiteX2" fmla="*/ 43772 w 63934"/>
                <a:gd name="connsiteY2" fmla="*/ 11523 h 24480"/>
                <a:gd name="connsiteX3" fmla="*/ 38364 w 63934"/>
                <a:gd name="connsiteY3" fmla="*/ 5216 h 24480"/>
                <a:gd name="connsiteX4" fmla="*/ 36187 w 63934"/>
                <a:gd name="connsiteY4" fmla="*/ 4690 h 24480"/>
                <a:gd name="connsiteX5" fmla="*/ 26273 w 63934"/>
                <a:gd name="connsiteY5" fmla="*/ 8294 h 24480"/>
                <a:gd name="connsiteX6" fmla="*/ 24321 w 63934"/>
                <a:gd name="connsiteY6" fmla="*/ 10847 h 24480"/>
                <a:gd name="connsiteX7" fmla="*/ 23570 w 63934"/>
                <a:gd name="connsiteY7" fmla="*/ 13550 h 24480"/>
                <a:gd name="connsiteX8" fmla="*/ 20490 w 63934"/>
                <a:gd name="connsiteY8" fmla="*/ 13550 h 24480"/>
                <a:gd name="connsiteX9" fmla="*/ 20490 w 63934"/>
                <a:gd name="connsiteY9" fmla="*/ 6868 h 24480"/>
                <a:gd name="connsiteX10" fmla="*/ 15008 w 63934"/>
                <a:gd name="connsiteY10" fmla="*/ 561 h 24480"/>
                <a:gd name="connsiteX11" fmla="*/ 12906 w 63934"/>
                <a:gd name="connsiteY11" fmla="*/ 35 h 24480"/>
                <a:gd name="connsiteX12" fmla="*/ 2917 w 63934"/>
                <a:gd name="connsiteY12" fmla="*/ 3639 h 24480"/>
                <a:gd name="connsiteX13" fmla="*/ 965 w 63934"/>
                <a:gd name="connsiteY13" fmla="*/ 6192 h 24480"/>
                <a:gd name="connsiteX14" fmla="*/ -12 w 63934"/>
                <a:gd name="connsiteY14" fmla="*/ 12124 h 24480"/>
                <a:gd name="connsiteX15" fmla="*/ 364 w 63934"/>
                <a:gd name="connsiteY15" fmla="*/ 15127 h 24480"/>
                <a:gd name="connsiteX16" fmla="*/ 18463 w 63934"/>
                <a:gd name="connsiteY16" fmla="*/ 18055 h 24480"/>
                <a:gd name="connsiteX17" fmla="*/ 20340 w 63934"/>
                <a:gd name="connsiteY17" fmla="*/ 14226 h 24480"/>
                <a:gd name="connsiteX18" fmla="*/ 23420 w 63934"/>
                <a:gd name="connsiteY18" fmla="*/ 15653 h 24480"/>
                <a:gd name="connsiteX19" fmla="*/ 23420 w 63934"/>
                <a:gd name="connsiteY19" fmla="*/ 16779 h 24480"/>
                <a:gd name="connsiteX20" fmla="*/ 23420 w 63934"/>
                <a:gd name="connsiteY20" fmla="*/ 19782 h 24480"/>
                <a:gd name="connsiteX21" fmla="*/ 41594 w 63934"/>
                <a:gd name="connsiteY21" fmla="*/ 22711 h 24480"/>
                <a:gd name="connsiteX22" fmla="*/ 43546 w 63934"/>
                <a:gd name="connsiteY22" fmla="*/ 18281 h 24480"/>
                <a:gd name="connsiteX23" fmla="*/ 48728 w 63934"/>
                <a:gd name="connsiteY23" fmla="*/ 18281 h 24480"/>
                <a:gd name="connsiteX24" fmla="*/ 61195 w 63934"/>
                <a:gd name="connsiteY24" fmla="*/ 18281 h 24480"/>
                <a:gd name="connsiteX25" fmla="*/ 61120 w 63934"/>
                <a:gd name="connsiteY25" fmla="*/ 13100 h 24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3934" h="24480">
                  <a:moveTo>
                    <a:pt x="61120" y="13100"/>
                  </a:moveTo>
                  <a:cubicBezTo>
                    <a:pt x="55277" y="13355"/>
                    <a:pt x="49472" y="14136"/>
                    <a:pt x="43772" y="15427"/>
                  </a:cubicBezTo>
                  <a:cubicBezTo>
                    <a:pt x="43892" y="14129"/>
                    <a:pt x="43892" y="12822"/>
                    <a:pt x="43772" y="11523"/>
                  </a:cubicBezTo>
                  <a:cubicBezTo>
                    <a:pt x="43163" y="8632"/>
                    <a:pt x="41128" y="6259"/>
                    <a:pt x="38364" y="5216"/>
                  </a:cubicBezTo>
                  <a:cubicBezTo>
                    <a:pt x="37666" y="4930"/>
                    <a:pt x="36937" y="4758"/>
                    <a:pt x="36187" y="4690"/>
                  </a:cubicBezTo>
                  <a:cubicBezTo>
                    <a:pt x="32507" y="4300"/>
                    <a:pt x="28842" y="5629"/>
                    <a:pt x="26273" y="8294"/>
                  </a:cubicBezTo>
                  <a:cubicBezTo>
                    <a:pt x="25455" y="9000"/>
                    <a:pt x="24794" y="9871"/>
                    <a:pt x="24321" y="10847"/>
                  </a:cubicBezTo>
                  <a:cubicBezTo>
                    <a:pt x="23878" y="11680"/>
                    <a:pt x="23622" y="12604"/>
                    <a:pt x="23570" y="13550"/>
                  </a:cubicBezTo>
                  <a:lnTo>
                    <a:pt x="20490" y="13550"/>
                  </a:lnTo>
                  <a:cubicBezTo>
                    <a:pt x="20829" y="11335"/>
                    <a:pt x="20829" y="9083"/>
                    <a:pt x="20490" y="6868"/>
                  </a:cubicBezTo>
                  <a:cubicBezTo>
                    <a:pt x="19860" y="3969"/>
                    <a:pt x="17795" y="1589"/>
                    <a:pt x="15008" y="561"/>
                  </a:cubicBezTo>
                  <a:cubicBezTo>
                    <a:pt x="14332" y="305"/>
                    <a:pt x="13626" y="133"/>
                    <a:pt x="12906" y="35"/>
                  </a:cubicBezTo>
                  <a:cubicBezTo>
                    <a:pt x="9203" y="-348"/>
                    <a:pt x="5523" y="981"/>
                    <a:pt x="2917" y="3639"/>
                  </a:cubicBezTo>
                  <a:cubicBezTo>
                    <a:pt x="2144" y="4390"/>
                    <a:pt x="1483" y="5246"/>
                    <a:pt x="965" y="6192"/>
                  </a:cubicBezTo>
                  <a:cubicBezTo>
                    <a:pt x="221" y="8077"/>
                    <a:pt x="-109" y="10096"/>
                    <a:pt x="-12" y="12124"/>
                  </a:cubicBezTo>
                  <a:cubicBezTo>
                    <a:pt x="-79" y="13137"/>
                    <a:pt x="48" y="14158"/>
                    <a:pt x="364" y="15127"/>
                  </a:cubicBezTo>
                  <a:cubicBezTo>
                    <a:pt x="2166" y="19858"/>
                    <a:pt x="15384" y="21284"/>
                    <a:pt x="18463" y="18055"/>
                  </a:cubicBezTo>
                  <a:cubicBezTo>
                    <a:pt x="19447" y="16989"/>
                    <a:pt x="20100" y="15660"/>
                    <a:pt x="20340" y="14226"/>
                  </a:cubicBezTo>
                  <a:lnTo>
                    <a:pt x="23420" y="15653"/>
                  </a:lnTo>
                  <a:cubicBezTo>
                    <a:pt x="23382" y="16028"/>
                    <a:pt x="23382" y="16403"/>
                    <a:pt x="23420" y="16779"/>
                  </a:cubicBezTo>
                  <a:cubicBezTo>
                    <a:pt x="23232" y="17770"/>
                    <a:pt x="23232" y="18791"/>
                    <a:pt x="23420" y="19782"/>
                  </a:cubicBezTo>
                  <a:cubicBezTo>
                    <a:pt x="25297" y="24513"/>
                    <a:pt x="38439" y="25939"/>
                    <a:pt x="41594" y="22711"/>
                  </a:cubicBezTo>
                  <a:cubicBezTo>
                    <a:pt x="42713" y="21487"/>
                    <a:pt x="43404" y="19932"/>
                    <a:pt x="43546" y="18281"/>
                  </a:cubicBezTo>
                  <a:cubicBezTo>
                    <a:pt x="45266" y="18468"/>
                    <a:pt x="47008" y="18468"/>
                    <a:pt x="48728" y="18281"/>
                  </a:cubicBezTo>
                  <a:cubicBezTo>
                    <a:pt x="52859" y="18281"/>
                    <a:pt x="57064" y="18281"/>
                    <a:pt x="61195" y="18281"/>
                  </a:cubicBezTo>
                  <a:cubicBezTo>
                    <a:pt x="65325" y="18281"/>
                    <a:pt x="64274" y="13100"/>
                    <a:pt x="61120" y="1310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1" name="Content Placeholder 4">
              <a:extLst>
                <a:ext uri="{FF2B5EF4-FFF2-40B4-BE49-F238E27FC236}">
                  <a16:creationId xmlns:a16="http://schemas.microsoft.com/office/drawing/2014/main" id="{D8B5E673-A7A9-1C03-24FB-DBE0837CE1AC}"/>
                </a:ext>
              </a:extLst>
            </p:cNvPr>
            <p:cNvSpPr/>
            <p:nvPr/>
          </p:nvSpPr>
          <p:spPr>
            <a:xfrm>
              <a:off x="6211766" y="5046758"/>
              <a:ext cx="117941" cy="53788"/>
            </a:xfrm>
            <a:custGeom>
              <a:avLst/>
              <a:gdLst>
                <a:gd name="connsiteX0" fmla="*/ 88341 w 117941"/>
                <a:gd name="connsiteY0" fmla="*/ 533 h 53788"/>
                <a:gd name="connsiteX1" fmla="*/ 99080 w 117941"/>
                <a:gd name="connsiteY1" fmla="*/ 533 h 53788"/>
                <a:gd name="connsiteX2" fmla="*/ 107716 w 117941"/>
                <a:gd name="connsiteY2" fmla="*/ 6315 h 53788"/>
                <a:gd name="connsiteX3" fmla="*/ 117780 w 117941"/>
                <a:gd name="connsiteY3" fmla="*/ 35373 h 53788"/>
                <a:gd name="connsiteX4" fmla="*/ 115977 w 117941"/>
                <a:gd name="connsiteY4" fmla="*/ 41154 h 53788"/>
                <a:gd name="connsiteX5" fmla="*/ 106966 w 117941"/>
                <a:gd name="connsiteY5" fmla="*/ 44983 h 53788"/>
                <a:gd name="connsiteX6" fmla="*/ 35696 w 117941"/>
                <a:gd name="connsiteY6" fmla="*/ 53168 h 53788"/>
                <a:gd name="connsiteX7" fmla="*/ 19549 w 117941"/>
                <a:gd name="connsiteY7" fmla="*/ 53168 h 53788"/>
                <a:gd name="connsiteX8" fmla="*/ 699 w 117941"/>
                <a:gd name="connsiteY8" fmla="*/ 35523 h 53788"/>
                <a:gd name="connsiteX9" fmla="*/ 26759 w 117941"/>
                <a:gd name="connsiteY9" fmla="*/ 10444 h 53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7941" h="53788">
                  <a:moveTo>
                    <a:pt x="88341" y="533"/>
                  </a:moveTo>
                  <a:cubicBezTo>
                    <a:pt x="91878" y="-217"/>
                    <a:pt x="95543" y="-217"/>
                    <a:pt x="99080" y="533"/>
                  </a:cubicBezTo>
                  <a:cubicBezTo>
                    <a:pt x="102437" y="1629"/>
                    <a:pt x="105426" y="3627"/>
                    <a:pt x="107716" y="6315"/>
                  </a:cubicBezTo>
                  <a:cubicBezTo>
                    <a:pt x="115016" y="14154"/>
                    <a:pt x="118674" y="24703"/>
                    <a:pt x="117780" y="35373"/>
                  </a:cubicBezTo>
                  <a:cubicBezTo>
                    <a:pt x="117690" y="37422"/>
                    <a:pt x="117067" y="39412"/>
                    <a:pt x="115977" y="41154"/>
                  </a:cubicBezTo>
                  <a:cubicBezTo>
                    <a:pt x="113589" y="43564"/>
                    <a:pt x="110353" y="44938"/>
                    <a:pt x="106966" y="44983"/>
                  </a:cubicBezTo>
                  <a:cubicBezTo>
                    <a:pt x="83309" y="48437"/>
                    <a:pt x="59502" y="51140"/>
                    <a:pt x="35696" y="53168"/>
                  </a:cubicBezTo>
                  <a:cubicBezTo>
                    <a:pt x="30341" y="53956"/>
                    <a:pt x="24904" y="53956"/>
                    <a:pt x="19549" y="53168"/>
                  </a:cubicBezTo>
                  <a:cubicBezTo>
                    <a:pt x="10455" y="51283"/>
                    <a:pt x="3177" y="44473"/>
                    <a:pt x="699" y="35523"/>
                  </a:cubicBezTo>
                  <a:cubicBezTo>
                    <a:pt x="-3732" y="16902"/>
                    <a:pt x="12940" y="12998"/>
                    <a:pt x="26759" y="10444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2" name="Content Placeholder 4">
              <a:extLst>
                <a:ext uri="{FF2B5EF4-FFF2-40B4-BE49-F238E27FC236}">
                  <a16:creationId xmlns:a16="http://schemas.microsoft.com/office/drawing/2014/main" id="{5E254E63-BD72-0BF3-6CC2-67CA5E980569}"/>
                </a:ext>
              </a:extLst>
            </p:cNvPr>
            <p:cNvSpPr/>
            <p:nvPr/>
          </p:nvSpPr>
          <p:spPr>
            <a:xfrm>
              <a:off x="6179805" y="5074805"/>
              <a:ext cx="52104" cy="161589"/>
            </a:xfrm>
            <a:custGeom>
              <a:avLst/>
              <a:gdLst>
                <a:gd name="connsiteX0" fmla="*/ 49032 w 52104"/>
                <a:gd name="connsiteY0" fmla="*/ 53277 h 161589"/>
                <a:gd name="connsiteX1" fmla="*/ 49708 w 52104"/>
                <a:gd name="connsiteY1" fmla="*/ 91795 h 161589"/>
                <a:gd name="connsiteX2" fmla="*/ 41672 w 52104"/>
                <a:gd name="connsiteY2" fmla="*/ 123931 h 161589"/>
                <a:gd name="connsiteX3" fmla="*/ 32810 w 52104"/>
                <a:gd name="connsiteY3" fmla="*/ 151488 h 161589"/>
                <a:gd name="connsiteX4" fmla="*/ 29581 w 52104"/>
                <a:gd name="connsiteY4" fmla="*/ 157945 h 161589"/>
                <a:gd name="connsiteX5" fmla="*/ 18391 w 52104"/>
                <a:gd name="connsiteY5" fmla="*/ 161324 h 161589"/>
                <a:gd name="connsiteX6" fmla="*/ 6075 w 52104"/>
                <a:gd name="connsiteY6" fmla="*/ 159221 h 161589"/>
                <a:gd name="connsiteX7" fmla="*/ 367 w 52104"/>
                <a:gd name="connsiteY7" fmla="*/ 140901 h 161589"/>
                <a:gd name="connsiteX8" fmla="*/ 22672 w 52104"/>
                <a:gd name="connsiteY8" fmla="*/ 14233 h 161589"/>
                <a:gd name="connsiteX9" fmla="*/ 50534 w 52104"/>
                <a:gd name="connsiteY9" fmla="*/ 9278 h 161589"/>
                <a:gd name="connsiteX10" fmla="*/ 49032 w 52104"/>
                <a:gd name="connsiteY10" fmla="*/ 53277 h 16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104" h="161589">
                  <a:moveTo>
                    <a:pt x="49032" y="53277"/>
                  </a:moveTo>
                  <a:cubicBezTo>
                    <a:pt x="50196" y="66086"/>
                    <a:pt x="50421" y="78956"/>
                    <a:pt x="49708" y="91795"/>
                  </a:cubicBezTo>
                  <a:cubicBezTo>
                    <a:pt x="48123" y="102750"/>
                    <a:pt x="45427" y="113517"/>
                    <a:pt x="41672" y="123931"/>
                  </a:cubicBezTo>
                  <a:cubicBezTo>
                    <a:pt x="38743" y="133092"/>
                    <a:pt x="35814" y="142252"/>
                    <a:pt x="32810" y="151488"/>
                  </a:cubicBezTo>
                  <a:cubicBezTo>
                    <a:pt x="32262" y="153868"/>
                    <a:pt x="31151" y="156075"/>
                    <a:pt x="29581" y="157945"/>
                  </a:cubicBezTo>
                  <a:cubicBezTo>
                    <a:pt x="26404" y="160437"/>
                    <a:pt x="22417" y="161639"/>
                    <a:pt x="18391" y="161324"/>
                  </a:cubicBezTo>
                  <a:cubicBezTo>
                    <a:pt x="14163" y="161985"/>
                    <a:pt x="9845" y="161249"/>
                    <a:pt x="6075" y="159221"/>
                  </a:cubicBezTo>
                  <a:cubicBezTo>
                    <a:pt x="1171" y="154491"/>
                    <a:pt x="-985" y="147583"/>
                    <a:pt x="367" y="140901"/>
                  </a:cubicBezTo>
                  <a:cubicBezTo>
                    <a:pt x="2508" y="97915"/>
                    <a:pt x="10002" y="55364"/>
                    <a:pt x="22672" y="14233"/>
                  </a:cubicBezTo>
                  <a:cubicBezTo>
                    <a:pt x="26727" y="1093"/>
                    <a:pt x="43550" y="-7541"/>
                    <a:pt x="50534" y="9278"/>
                  </a:cubicBezTo>
                  <a:cubicBezTo>
                    <a:pt x="54890" y="20390"/>
                    <a:pt x="48581" y="41189"/>
                    <a:pt x="49032" y="53277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3" name="Content Placeholder 4">
              <a:extLst>
                <a:ext uri="{FF2B5EF4-FFF2-40B4-BE49-F238E27FC236}">
                  <a16:creationId xmlns:a16="http://schemas.microsoft.com/office/drawing/2014/main" id="{B06E27FF-F432-889B-D000-C2E2B7608A76}"/>
                </a:ext>
              </a:extLst>
            </p:cNvPr>
            <p:cNvSpPr/>
            <p:nvPr/>
          </p:nvSpPr>
          <p:spPr>
            <a:xfrm>
              <a:off x="6046005" y="5273550"/>
              <a:ext cx="52525" cy="23876"/>
            </a:xfrm>
            <a:custGeom>
              <a:avLst/>
              <a:gdLst>
                <a:gd name="connsiteX0" fmla="*/ 22493 w 52525"/>
                <a:gd name="connsiteY0" fmla="*/ 23847 h 23876"/>
                <a:gd name="connsiteX1" fmla="*/ 30003 w 52525"/>
                <a:gd name="connsiteY1" fmla="*/ 22721 h 23876"/>
                <a:gd name="connsiteX2" fmla="*/ 50205 w 52525"/>
                <a:gd name="connsiteY2" fmla="*/ 17690 h 23876"/>
                <a:gd name="connsiteX3" fmla="*/ 52383 w 52525"/>
                <a:gd name="connsiteY3" fmla="*/ 16188 h 23876"/>
                <a:gd name="connsiteX4" fmla="*/ 52383 w 52525"/>
                <a:gd name="connsiteY4" fmla="*/ 14537 h 23876"/>
                <a:gd name="connsiteX5" fmla="*/ 47652 w 52525"/>
                <a:gd name="connsiteY5" fmla="*/ 5602 h 23876"/>
                <a:gd name="connsiteX6" fmla="*/ 41794 w 52525"/>
                <a:gd name="connsiteY6" fmla="*/ 946 h 23876"/>
                <a:gd name="connsiteX7" fmla="*/ 32707 w 52525"/>
                <a:gd name="connsiteY7" fmla="*/ 1772 h 23876"/>
                <a:gd name="connsiteX8" fmla="*/ 15809 w 52525"/>
                <a:gd name="connsiteY8" fmla="*/ -30 h 23876"/>
                <a:gd name="connsiteX9" fmla="*/ 15059 w 52525"/>
                <a:gd name="connsiteY9" fmla="*/ 3800 h 23876"/>
                <a:gd name="connsiteX10" fmla="*/ 18363 w 52525"/>
                <a:gd name="connsiteY10" fmla="*/ 6127 h 23876"/>
                <a:gd name="connsiteX11" fmla="*/ 9501 w 52525"/>
                <a:gd name="connsiteY11" fmla="*/ 7554 h 23876"/>
                <a:gd name="connsiteX12" fmla="*/ 1991 w 52525"/>
                <a:gd name="connsiteY12" fmla="*/ 10407 h 23876"/>
                <a:gd name="connsiteX13" fmla="*/ 264 w 52525"/>
                <a:gd name="connsiteY13" fmla="*/ 11759 h 23876"/>
                <a:gd name="connsiteX14" fmla="*/ 2442 w 52525"/>
                <a:gd name="connsiteY14" fmla="*/ 16114 h 23876"/>
                <a:gd name="connsiteX15" fmla="*/ 22493 w 52525"/>
                <a:gd name="connsiteY15" fmla="*/ 23847 h 23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525" h="23876">
                  <a:moveTo>
                    <a:pt x="22493" y="23847"/>
                  </a:moveTo>
                  <a:cubicBezTo>
                    <a:pt x="25032" y="23757"/>
                    <a:pt x="27548" y="23374"/>
                    <a:pt x="30003" y="22721"/>
                  </a:cubicBezTo>
                  <a:cubicBezTo>
                    <a:pt x="36762" y="21294"/>
                    <a:pt x="43521" y="19567"/>
                    <a:pt x="50205" y="17690"/>
                  </a:cubicBezTo>
                  <a:cubicBezTo>
                    <a:pt x="51121" y="17540"/>
                    <a:pt x="51918" y="16992"/>
                    <a:pt x="52383" y="16188"/>
                  </a:cubicBezTo>
                  <a:cubicBezTo>
                    <a:pt x="52533" y="15648"/>
                    <a:pt x="52533" y="15077"/>
                    <a:pt x="52383" y="14537"/>
                  </a:cubicBezTo>
                  <a:cubicBezTo>
                    <a:pt x="51279" y="11331"/>
                    <a:pt x="49679" y="8320"/>
                    <a:pt x="47652" y="5602"/>
                  </a:cubicBezTo>
                  <a:cubicBezTo>
                    <a:pt x="46270" y="3439"/>
                    <a:pt x="44212" y="1802"/>
                    <a:pt x="41794" y="946"/>
                  </a:cubicBezTo>
                  <a:cubicBezTo>
                    <a:pt x="38737" y="601"/>
                    <a:pt x="35651" y="879"/>
                    <a:pt x="32707" y="1772"/>
                  </a:cubicBezTo>
                  <a:cubicBezTo>
                    <a:pt x="27022" y="2891"/>
                    <a:pt x="21134" y="2260"/>
                    <a:pt x="15809" y="-30"/>
                  </a:cubicBezTo>
                  <a:cubicBezTo>
                    <a:pt x="14555" y="826"/>
                    <a:pt x="14217" y="2531"/>
                    <a:pt x="15059" y="3800"/>
                  </a:cubicBezTo>
                  <a:cubicBezTo>
                    <a:pt x="15870" y="4918"/>
                    <a:pt x="17034" y="5737"/>
                    <a:pt x="18363" y="6127"/>
                  </a:cubicBezTo>
                  <a:cubicBezTo>
                    <a:pt x="15133" y="7854"/>
                    <a:pt x="11378" y="6803"/>
                    <a:pt x="9501" y="7554"/>
                  </a:cubicBezTo>
                  <a:cubicBezTo>
                    <a:pt x="6948" y="8357"/>
                    <a:pt x="4439" y="9311"/>
                    <a:pt x="1991" y="10407"/>
                  </a:cubicBezTo>
                  <a:cubicBezTo>
                    <a:pt x="1293" y="10678"/>
                    <a:pt x="692" y="11143"/>
                    <a:pt x="264" y="11759"/>
                  </a:cubicBezTo>
                  <a:cubicBezTo>
                    <a:pt x="-712" y="13410"/>
                    <a:pt x="940" y="15137"/>
                    <a:pt x="2442" y="16114"/>
                  </a:cubicBezTo>
                  <a:cubicBezTo>
                    <a:pt x="8232" y="20589"/>
                    <a:pt x="15201" y="23277"/>
                    <a:pt x="22493" y="23847"/>
                  </a:cubicBezTo>
                  <a:close/>
                </a:path>
              </a:pathLst>
            </a:custGeom>
            <a:solidFill>
              <a:srgbClr val="C89A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4" name="Content Placeholder 4">
              <a:extLst>
                <a:ext uri="{FF2B5EF4-FFF2-40B4-BE49-F238E27FC236}">
                  <a16:creationId xmlns:a16="http://schemas.microsoft.com/office/drawing/2014/main" id="{40ACE08F-4BDF-B09A-1FB2-4B42CDD19B98}"/>
                </a:ext>
              </a:extLst>
            </p:cNvPr>
            <p:cNvSpPr/>
            <p:nvPr/>
          </p:nvSpPr>
          <p:spPr>
            <a:xfrm>
              <a:off x="6075609" y="5118857"/>
              <a:ext cx="234175" cy="178044"/>
            </a:xfrm>
            <a:custGeom>
              <a:avLst/>
              <a:gdLst>
                <a:gd name="connsiteX0" fmla="*/ 223972 w 234175"/>
                <a:gd name="connsiteY0" fmla="*/ 48344 h 178044"/>
                <a:gd name="connsiteX1" fmla="*/ 233735 w 234175"/>
                <a:gd name="connsiteY1" fmla="*/ 25818 h 178044"/>
                <a:gd name="connsiteX2" fmla="*/ 225474 w 234175"/>
                <a:gd name="connsiteY2" fmla="*/ 3293 h 178044"/>
                <a:gd name="connsiteX3" fmla="*/ 204146 w 234175"/>
                <a:gd name="connsiteY3" fmla="*/ 2091 h 178044"/>
                <a:gd name="connsiteX4" fmla="*/ 186647 w 234175"/>
                <a:gd name="connsiteY4" fmla="*/ 15607 h 178044"/>
                <a:gd name="connsiteX5" fmla="*/ 127318 w 234175"/>
                <a:gd name="connsiteY5" fmla="*/ 90691 h 178044"/>
                <a:gd name="connsiteX6" fmla="*/ 3704 w 234175"/>
                <a:gd name="connsiteY6" fmla="*/ 155414 h 178044"/>
                <a:gd name="connsiteX7" fmla="*/ 550 w 234175"/>
                <a:gd name="connsiteY7" fmla="*/ 157592 h 178044"/>
                <a:gd name="connsiteX8" fmla="*/ 174 w 234175"/>
                <a:gd name="connsiteY8" fmla="*/ 161872 h 178044"/>
                <a:gd name="connsiteX9" fmla="*/ 2577 w 234175"/>
                <a:gd name="connsiteY9" fmla="*/ 178014 h 178044"/>
                <a:gd name="connsiteX10" fmla="*/ 82258 w 234175"/>
                <a:gd name="connsiteY10" fmla="*/ 165551 h 178044"/>
                <a:gd name="connsiteX11" fmla="*/ 160137 w 234175"/>
                <a:gd name="connsiteY11" fmla="*/ 132513 h 178044"/>
                <a:gd name="connsiteX12" fmla="*/ 181691 w 234175"/>
                <a:gd name="connsiteY12" fmla="*/ 107735 h 178044"/>
                <a:gd name="connsiteX13" fmla="*/ 223972 w 234175"/>
                <a:gd name="connsiteY13" fmla="*/ 48344 h 178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175" h="178044">
                  <a:moveTo>
                    <a:pt x="223972" y="48344"/>
                  </a:moveTo>
                  <a:cubicBezTo>
                    <a:pt x="228741" y="41586"/>
                    <a:pt x="232068" y="33920"/>
                    <a:pt x="233735" y="25818"/>
                  </a:cubicBezTo>
                  <a:cubicBezTo>
                    <a:pt x="235342" y="17364"/>
                    <a:pt x="232173" y="8706"/>
                    <a:pt x="225474" y="3293"/>
                  </a:cubicBezTo>
                  <a:cubicBezTo>
                    <a:pt x="219015" y="-664"/>
                    <a:pt x="211002" y="-1115"/>
                    <a:pt x="204146" y="2091"/>
                  </a:cubicBezTo>
                  <a:cubicBezTo>
                    <a:pt x="197417" y="5305"/>
                    <a:pt x="191454" y="9915"/>
                    <a:pt x="186647" y="15607"/>
                  </a:cubicBezTo>
                  <a:cubicBezTo>
                    <a:pt x="164868" y="38883"/>
                    <a:pt x="150149" y="68166"/>
                    <a:pt x="127318" y="90691"/>
                  </a:cubicBezTo>
                  <a:cubicBezTo>
                    <a:pt x="93673" y="123278"/>
                    <a:pt x="46661" y="136793"/>
                    <a:pt x="3704" y="155414"/>
                  </a:cubicBezTo>
                  <a:cubicBezTo>
                    <a:pt x="2435" y="155767"/>
                    <a:pt x="1331" y="156533"/>
                    <a:pt x="550" y="157592"/>
                  </a:cubicBezTo>
                  <a:cubicBezTo>
                    <a:pt x="-59" y="158936"/>
                    <a:pt x="-194" y="160445"/>
                    <a:pt x="174" y="161872"/>
                  </a:cubicBezTo>
                  <a:cubicBezTo>
                    <a:pt x="1000" y="167277"/>
                    <a:pt x="1751" y="172609"/>
                    <a:pt x="2577" y="178014"/>
                  </a:cubicBezTo>
                  <a:cubicBezTo>
                    <a:pt x="29335" y="175244"/>
                    <a:pt x="55936" y="171084"/>
                    <a:pt x="82258" y="165551"/>
                  </a:cubicBezTo>
                  <a:cubicBezTo>
                    <a:pt x="110196" y="159694"/>
                    <a:pt x="138959" y="151660"/>
                    <a:pt x="160137" y="132513"/>
                  </a:cubicBezTo>
                  <a:cubicBezTo>
                    <a:pt x="168045" y="124915"/>
                    <a:pt x="175262" y="116626"/>
                    <a:pt x="181691" y="107735"/>
                  </a:cubicBezTo>
                  <a:cubicBezTo>
                    <a:pt x="196410" y="88214"/>
                    <a:pt x="211205" y="68992"/>
                    <a:pt x="223972" y="48344"/>
                  </a:cubicBezTo>
                  <a:close/>
                </a:path>
              </a:pathLst>
            </a:custGeom>
            <a:solidFill>
              <a:srgbClr val="BFD1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5" name="Content Placeholder 4">
              <a:extLst>
                <a:ext uri="{FF2B5EF4-FFF2-40B4-BE49-F238E27FC236}">
                  <a16:creationId xmlns:a16="http://schemas.microsoft.com/office/drawing/2014/main" id="{F87DE617-798F-00FB-90C5-CACC51717855}"/>
                </a:ext>
              </a:extLst>
            </p:cNvPr>
            <p:cNvSpPr/>
            <p:nvPr/>
          </p:nvSpPr>
          <p:spPr>
            <a:xfrm>
              <a:off x="5927030" y="5274550"/>
              <a:ext cx="145726" cy="454844"/>
            </a:xfrm>
            <a:custGeom>
              <a:avLst/>
              <a:gdLst>
                <a:gd name="connsiteX0" fmla="*/ 137112 w 145726"/>
                <a:gd name="connsiteY0" fmla="*/ 4152 h 454844"/>
                <a:gd name="connsiteX1" fmla="*/ 67645 w 145726"/>
                <a:gd name="connsiteY1" fmla="*/ 223474 h 454844"/>
                <a:gd name="connsiteX2" fmla="*/ 55 w 145726"/>
                <a:gd name="connsiteY2" fmla="*/ 452556 h 454844"/>
                <a:gd name="connsiteX3" fmla="*/ 3059 w 145726"/>
                <a:gd name="connsiteY3" fmla="*/ 453382 h 454844"/>
                <a:gd name="connsiteX4" fmla="*/ 72752 w 145726"/>
                <a:gd name="connsiteY4" fmla="*/ 233985 h 454844"/>
                <a:gd name="connsiteX5" fmla="*/ 145223 w 145726"/>
                <a:gd name="connsiteY5" fmla="*/ 6404 h 454844"/>
                <a:gd name="connsiteX6" fmla="*/ 137112 w 145726"/>
                <a:gd name="connsiteY6" fmla="*/ 4152 h 454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5726" h="454844">
                  <a:moveTo>
                    <a:pt x="137112" y="4152"/>
                  </a:moveTo>
                  <a:cubicBezTo>
                    <a:pt x="113306" y="77059"/>
                    <a:pt x="90325" y="150191"/>
                    <a:pt x="67645" y="223474"/>
                  </a:cubicBezTo>
                  <a:cubicBezTo>
                    <a:pt x="44289" y="299309"/>
                    <a:pt x="19506" y="375520"/>
                    <a:pt x="55" y="452556"/>
                  </a:cubicBezTo>
                  <a:cubicBezTo>
                    <a:pt x="-546" y="455034"/>
                    <a:pt x="2233" y="455710"/>
                    <a:pt x="3059" y="453382"/>
                  </a:cubicBezTo>
                  <a:cubicBezTo>
                    <a:pt x="28443" y="381226"/>
                    <a:pt x="49771" y="307117"/>
                    <a:pt x="72752" y="233985"/>
                  </a:cubicBezTo>
                  <a:cubicBezTo>
                    <a:pt x="96634" y="158000"/>
                    <a:pt x="120966" y="82240"/>
                    <a:pt x="145223" y="6404"/>
                  </a:cubicBezTo>
                  <a:cubicBezTo>
                    <a:pt x="147777" y="-579"/>
                    <a:pt x="139290" y="-2681"/>
                    <a:pt x="137112" y="4152"/>
                  </a:cubicBezTo>
                  <a:close/>
                </a:path>
              </a:pathLst>
            </a:custGeom>
            <a:solidFill>
              <a:srgbClr val="F5F5F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6" name="Content Placeholder 4">
              <a:extLst>
                <a:ext uri="{FF2B5EF4-FFF2-40B4-BE49-F238E27FC236}">
                  <a16:creationId xmlns:a16="http://schemas.microsoft.com/office/drawing/2014/main" id="{50EF1FEF-E0DD-A34C-649B-AED435CFD0DC}"/>
                </a:ext>
              </a:extLst>
            </p:cNvPr>
            <p:cNvSpPr/>
            <p:nvPr/>
          </p:nvSpPr>
          <p:spPr>
            <a:xfrm>
              <a:off x="5931921" y="5609854"/>
              <a:ext cx="35221" cy="101739"/>
            </a:xfrm>
            <a:custGeom>
              <a:avLst/>
              <a:gdLst>
                <a:gd name="connsiteX0" fmla="*/ 196 w 35221"/>
                <a:gd name="connsiteY0" fmla="*/ 100284 h 101739"/>
                <a:gd name="connsiteX1" fmla="*/ 3576 w 35221"/>
                <a:gd name="connsiteY1" fmla="*/ 101710 h 101739"/>
                <a:gd name="connsiteX2" fmla="*/ 4101 w 35221"/>
                <a:gd name="connsiteY2" fmla="*/ 101710 h 101739"/>
                <a:gd name="connsiteX3" fmla="*/ 35193 w 35221"/>
                <a:gd name="connsiteY3" fmla="*/ 5527 h 101739"/>
                <a:gd name="connsiteX4" fmla="*/ 28283 w 35221"/>
                <a:gd name="connsiteY4" fmla="*/ -30 h 101739"/>
                <a:gd name="connsiteX5" fmla="*/ -29 w 35221"/>
                <a:gd name="connsiteY5" fmla="*/ 100133 h 101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221" h="101739">
                  <a:moveTo>
                    <a:pt x="196" y="100284"/>
                  </a:moveTo>
                  <a:lnTo>
                    <a:pt x="3576" y="101710"/>
                  </a:lnTo>
                  <a:lnTo>
                    <a:pt x="4101" y="101710"/>
                  </a:lnTo>
                  <a:cubicBezTo>
                    <a:pt x="14991" y="69949"/>
                    <a:pt x="25279" y="37813"/>
                    <a:pt x="35193" y="5527"/>
                  </a:cubicBezTo>
                  <a:cubicBezTo>
                    <a:pt x="32647" y="4003"/>
                    <a:pt x="30319" y="2133"/>
                    <a:pt x="28283" y="-30"/>
                  </a:cubicBezTo>
                  <a:cubicBezTo>
                    <a:pt x="18295" y="33233"/>
                    <a:pt x="8682" y="66570"/>
                    <a:pt x="-29" y="100133"/>
                  </a:cubicBezTo>
                  <a:close/>
                </a:path>
              </a:pathLst>
            </a:custGeom>
            <a:solidFill>
              <a:srgbClr val="67302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7" name="Content Placeholder 4">
              <a:extLst>
                <a:ext uri="{FF2B5EF4-FFF2-40B4-BE49-F238E27FC236}">
                  <a16:creationId xmlns:a16="http://schemas.microsoft.com/office/drawing/2014/main" id="{99A012E4-96D9-8463-A239-5958B9A8ED4F}"/>
                </a:ext>
              </a:extLst>
            </p:cNvPr>
            <p:cNvSpPr/>
            <p:nvPr/>
          </p:nvSpPr>
          <p:spPr>
            <a:xfrm>
              <a:off x="6032493" y="5273623"/>
              <a:ext cx="41517" cy="114158"/>
            </a:xfrm>
            <a:custGeom>
              <a:avLst/>
              <a:gdLst>
                <a:gd name="connsiteX0" fmla="*/ 39610 w 41517"/>
                <a:gd name="connsiteY0" fmla="*/ 15890 h 114158"/>
                <a:gd name="connsiteX1" fmla="*/ 41488 w 41517"/>
                <a:gd name="connsiteY1" fmla="*/ 6580 h 114158"/>
                <a:gd name="connsiteX2" fmla="*/ 32251 w 41517"/>
                <a:gd name="connsiteY2" fmla="*/ 5078 h 114158"/>
                <a:gd name="connsiteX3" fmla="*/ 31199 w 41517"/>
                <a:gd name="connsiteY3" fmla="*/ 6880 h 114158"/>
                <a:gd name="connsiteX4" fmla="*/ 31199 w 41517"/>
                <a:gd name="connsiteY4" fmla="*/ 7331 h 114158"/>
                <a:gd name="connsiteX5" fmla="*/ 31199 w 41517"/>
                <a:gd name="connsiteY5" fmla="*/ 7931 h 114158"/>
                <a:gd name="connsiteX6" fmla="*/ 30073 w 41517"/>
                <a:gd name="connsiteY6" fmla="*/ 10710 h 114158"/>
                <a:gd name="connsiteX7" fmla="*/ 30073 w 41517"/>
                <a:gd name="connsiteY7" fmla="*/ 11160 h 114158"/>
                <a:gd name="connsiteX8" fmla="*/ 27219 w 41517"/>
                <a:gd name="connsiteY8" fmla="*/ 17467 h 114158"/>
                <a:gd name="connsiteX9" fmla="*/ 4238 w 41517"/>
                <a:gd name="connsiteY9" fmla="*/ 85869 h 114158"/>
                <a:gd name="connsiteX10" fmla="*/ 4989 w 41517"/>
                <a:gd name="connsiteY10" fmla="*/ 114026 h 114158"/>
                <a:gd name="connsiteX11" fmla="*/ 9871 w 41517"/>
                <a:gd name="connsiteY11" fmla="*/ 109596 h 114158"/>
                <a:gd name="connsiteX12" fmla="*/ 39911 w 41517"/>
                <a:gd name="connsiteY12" fmla="*/ 20395 h 114158"/>
                <a:gd name="connsiteX13" fmla="*/ 39610 w 41517"/>
                <a:gd name="connsiteY13" fmla="*/ 15890 h 114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517" h="114158">
                  <a:moveTo>
                    <a:pt x="39610" y="15890"/>
                  </a:moveTo>
                  <a:cubicBezTo>
                    <a:pt x="40699" y="12902"/>
                    <a:pt x="41338" y="9764"/>
                    <a:pt x="41488" y="6580"/>
                  </a:cubicBezTo>
                  <a:cubicBezTo>
                    <a:pt x="41488" y="-3031"/>
                    <a:pt x="36156" y="-929"/>
                    <a:pt x="32251" y="5078"/>
                  </a:cubicBezTo>
                  <a:cubicBezTo>
                    <a:pt x="31822" y="5634"/>
                    <a:pt x="31470" y="6234"/>
                    <a:pt x="31199" y="6880"/>
                  </a:cubicBezTo>
                  <a:lnTo>
                    <a:pt x="31199" y="7331"/>
                  </a:lnTo>
                  <a:lnTo>
                    <a:pt x="31199" y="7931"/>
                  </a:lnTo>
                  <a:lnTo>
                    <a:pt x="30073" y="10710"/>
                  </a:lnTo>
                  <a:cubicBezTo>
                    <a:pt x="30073" y="10710"/>
                    <a:pt x="30073" y="10710"/>
                    <a:pt x="30073" y="11160"/>
                  </a:cubicBezTo>
                  <a:cubicBezTo>
                    <a:pt x="28789" y="13097"/>
                    <a:pt x="27827" y="15222"/>
                    <a:pt x="27219" y="17467"/>
                  </a:cubicBezTo>
                  <a:cubicBezTo>
                    <a:pt x="23914" y="28279"/>
                    <a:pt x="7618" y="75207"/>
                    <a:pt x="4238" y="85869"/>
                  </a:cubicBezTo>
                  <a:cubicBezTo>
                    <a:pt x="-268" y="100060"/>
                    <a:pt x="-2821" y="110872"/>
                    <a:pt x="4989" y="114026"/>
                  </a:cubicBezTo>
                  <a:cubicBezTo>
                    <a:pt x="6416" y="114627"/>
                    <a:pt x="8744" y="112524"/>
                    <a:pt x="9871" y="109596"/>
                  </a:cubicBezTo>
                  <a:cubicBezTo>
                    <a:pt x="16254" y="92326"/>
                    <a:pt x="34804" y="38416"/>
                    <a:pt x="39911" y="20395"/>
                  </a:cubicBezTo>
                  <a:cubicBezTo>
                    <a:pt x="40038" y="18886"/>
                    <a:pt x="39941" y="17370"/>
                    <a:pt x="39610" y="1589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8" name="Content Placeholder 4">
              <a:extLst>
                <a:ext uri="{FF2B5EF4-FFF2-40B4-BE49-F238E27FC236}">
                  <a16:creationId xmlns:a16="http://schemas.microsoft.com/office/drawing/2014/main" id="{994533E7-5D8B-E0DF-04E0-DCF99EBCF8DE}"/>
                </a:ext>
              </a:extLst>
            </p:cNvPr>
            <p:cNvSpPr/>
            <p:nvPr/>
          </p:nvSpPr>
          <p:spPr>
            <a:xfrm>
              <a:off x="5917450" y="5727602"/>
              <a:ext cx="16644" cy="19171"/>
            </a:xfrm>
            <a:custGeom>
              <a:avLst/>
              <a:gdLst>
                <a:gd name="connsiteX0" fmla="*/ 2802 w 16644"/>
                <a:gd name="connsiteY0" fmla="*/ 2958 h 19171"/>
                <a:gd name="connsiteX1" fmla="*/ 23 w 16644"/>
                <a:gd name="connsiteY1" fmla="*/ 11668 h 19171"/>
                <a:gd name="connsiteX2" fmla="*/ 5130 w 16644"/>
                <a:gd name="connsiteY2" fmla="*/ 18726 h 19171"/>
                <a:gd name="connsiteX3" fmla="*/ 13165 w 16644"/>
                <a:gd name="connsiteY3" fmla="*/ 16248 h 19171"/>
                <a:gd name="connsiteX4" fmla="*/ 13992 w 16644"/>
                <a:gd name="connsiteY4" fmla="*/ 2508 h 19171"/>
                <a:gd name="connsiteX5" fmla="*/ 4048 w 16644"/>
                <a:gd name="connsiteY5" fmla="*/ 1607 h 19171"/>
                <a:gd name="connsiteX6" fmla="*/ 2802 w 16644"/>
                <a:gd name="connsiteY6" fmla="*/ 2958 h 1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644" h="19171">
                  <a:moveTo>
                    <a:pt x="2802" y="2958"/>
                  </a:moveTo>
                  <a:cubicBezTo>
                    <a:pt x="729" y="5361"/>
                    <a:pt x="-277" y="8507"/>
                    <a:pt x="23" y="11668"/>
                  </a:cubicBezTo>
                  <a:cubicBezTo>
                    <a:pt x="308" y="14777"/>
                    <a:pt x="2268" y="17480"/>
                    <a:pt x="5130" y="18726"/>
                  </a:cubicBezTo>
                  <a:cubicBezTo>
                    <a:pt x="8059" y="19785"/>
                    <a:pt x="11341" y="18771"/>
                    <a:pt x="13165" y="16248"/>
                  </a:cubicBezTo>
                  <a:cubicBezTo>
                    <a:pt x="16620" y="11292"/>
                    <a:pt x="18422" y="6262"/>
                    <a:pt x="13992" y="2508"/>
                  </a:cubicBezTo>
                  <a:cubicBezTo>
                    <a:pt x="11498" y="-488"/>
                    <a:pt x="7045" y="-886"/>
                    <a:pt x="4048" y="1607"/>
                  </a:cubicBezTo>
                  <a:cubicBezTo>
                    <a:pt x="3575" y="1997"/>
                    <a:pt x="3155" y="2455"/>
                    <a:pt x="2802" y="2958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9" name="Content Placeholder 4">
              <a:extLst>
                <a:ext uri="{FF2B5EF4-FFF2-40B4-BE49-F238E27FC236}">
                  <a16:creationId xmlns:a16="http://schemas.microsoft.com/office/drawing/2014/main" id="{A752371C-955E-A7E4-5D13-E296EE9E8CD3}"/>
                </a:ext>
              </a:extLst>
            </p:cNvPr>
            <p:cNvSpPr/>
            <p:nvPr/>
          </p:nvSpPr>
          <p:spPr>
            <a:xfrm>
              <a:off x="6029551" y="5296487"/>
              <a:ext cx="33353" cy="64698"/>
            </a:xfrm>
            <a:custGeom>
              <a:avLst/>
              <a:gdLst>
                <a:gd name="connsiteX0" fmla="*/ 24603 w 33353"/>
                <a:gd name="connsiteY0" fmla="*/ 39129 h 64698"/>
                <a:gd name="connsiteX1" fmla="*/ 26781 w 33353"/>
                <a:gd name="connsiteY1" fmla="*/ 31621 h 64698"/>
                <a:gd name="connsiteX2" fmla="*/ 31513 w 33353"/>
                <a:gd name="connsiteY2" fmla="*/ 14802 h 64698"/>
                <a:gd name="connsiteX3" fmla="*/ 33240 w 33353"/>
                <a:gd name="connsiteY3" fmla="*/ 5566 h 64698"/>
                <a:gd name="connsiteX4" fmla="*/ 33240 w 33353"/>
                <a:gd name="connsiteY4" fmla="*/ 3389 h 64698"/>
                <a:gd name="connsiteX5" fmla="*/ 32264 w 33353"/>
                <a:gd name="connsiteY5" fmla="*/ 2413 h 64698"/>
                <a:gd name="connsiteX6" fmla="*/ 26631 w 33353"/>
                <a:gd name="connsiteY6" fmla="*/ 1212 h 64698"/>
                <a:gd name="connsiteX7" fmla="*/ 21149 w 33353"/>
                <a:gd name="connsiteY7" fmla="*/ 10 h 64698"/>
                <a:gd name="connsiteX8" fmla="*/ 19797 w 33353"/>
                <a:gd name="connsiteY8" fmla="*/ 686 h 64698"/>
                <a:gd name="connsiteX9" fmla="*/ 18671 w 33353"/>
                <a:gd name="connsiteY9" fmla="*/ 2262 h 64698"/>
                <a:gd name="connsiteX10" fmla="*/ 10259 w 33353"/>
                <a:gd name="connsiteY10" fmla="*/ 25764 h 64698"/>
                <a:gd name="connsiteX11" fmla="*/ 421 w 33353"/>
                <a:gd name="connsiteY11" fmla="*/ 57224 h 64698"/>
                <a:gd name="connsiteX12" fmla="*/ 421 w 33353"/>
                <a:gd name="connsiteY12" fmla="*/ 60453 h 64698"/>
                <a:gd name="connsiteX13" fmla="*/ 4402 w 33353"/>
                <a:gd name="connsiteY13" fmla="*/ 61804 h 64698"/>
                <a:gd name="connsiteX14" fmla="*/ 11086 w 33353"/>
                <a:gd name="connsiteY14" fmla="*/ 64282 h 64698"/>
                <a:gd name="connsiteX15" fmla="*/ 16665 w 33353"/>
                <a:gd name="connsiteY15" fmla="*/ 62225 h 64698"/>
                <a:gd name="connsiteX16" fmla="*/ 16718 w 33353"/>
                <a:gd name="connsiteY16" fmla="*/ 62105 h 64698"/>
                <a:gd name="connsiteX17" fmla="*/ 18821 w 33353"/>
                <a:gd name="connsiteY17" fmla="*/ 56849 h 64698"/>
                <a:gd name="connsiteX18" fmla="*/ 24603 w 33353"/>
                <a:gd name="connsiteY18" fmla="*/ 39129 h 64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353" h="64698">
                  <a:moveTo>
                    <a:pt x="24603" y="39129"/>
                  </a:moveTo>
                  <a:cubicBezTo>
                    <a:pt x="25279" y="36576"/>
                    <a:pt x="26030" y="34023"/>
                    <a:pt x="26781" y="31621"/>
                  </a:cubicBezTo>
                  <a:lnTo>
                    <a:pt x="31513" y="14802"/>
                  </a:lnTo>
                  <a:cubicBezTo>
                    <a:pt x="32436" y="11798"/>
                    <a:pt x="33015" y="8697"/>
                    <a:pt x="33240" y="5566"/>
                  </a:cubicBezTo>
                  <a:cubicBezTo>
                    <a:pt x="33353" y="4845"/>
                    <a:pt x="33353" y="4110"/>
                    <a:pt x="33240" y="3389"/>
                  </a:cubicBezTo>
                  <a:cubicBezTo>
                    <a:pt x="33105" y="2916"/>
                    <a:pt x="32737" y="2548"/>
                    <a:pt x="32264" y="2413"/>
                  </a:cubicBezTo>
                  <a:cubicBezTo>
                    <a:pt x="30521" y="1527"/>
                    <a:pt x="28584" y="1114"/>
                    <a:pt x="26631" y="1212"/>
                  </a:cubicBezTo>
                  <a:cubicBezTo>
                    <a:pt x="24603" y="1212"/>
                    <a:pt x="23177" y="-290"/>
                    <a:pt x="21149" y="10"/>
                  </a:cubicBezTo>
                  <a:cubicBezTo>
                    <a:pt x="20623" y="48"/>
                    <a:pt x="20135" y="288"/>
                    <a:pt x="19797" y="686"/>
                  </a:cubicBezTo>
                  <a:cubicBezTo>
                    <a:pt x="19346" y="1151"/>
                    <a:pt x="18963" y="1684"/>
                    <a:pt x="18671" y="2262"/>
                  </a:cubicBezTo>
                  <a:cubicBezTo>
                    <a:pt x="15148" y="9824"/>
                    <a:pt x="12332" y="17685"/>
                    <a:pt x="10259" y="25764"/>
                  </a:cubicBezTo>
                  <a:cubicBezTo>
                    <a:pt x="7331" y="36201"/>
                    <a:pt x="3125" y="46713"/>
                    <a:pt x="421" y="57224"/>
                  </a:cubicBezTo>
                  <a:cubicBezTo>
                    <a:pt x="-179" y="59627"/>
                    <a:pt x="-179" y="59777"/>
                    <a:pt x="421" y="60453"/>
                  </a:cubicBezTo>
                  <a:cubicBezTo>
                    <a:pt x="1691" y="61061"/>
                    <a:pt x="3027" y="61512"/>
                    <a:pt x="4402" y="61804"/>
                  </a:cubicBezTo>
                  <a:lnTo>
                    <a:pt x="11086" y="64282"/>
                  </a:lnTo>
                  <a:cubicBezTo>
                    <a:pt x="13196" y="65251"/>
                    <a:pt x="15697" y="64335"/>
                    <a:pt x="16665" y="62225"/>
                  </a:cubicBezTo>
                  <a:cubicBezTo>
                    <a:pt x="16680" y="62187"/>
                    <a:pt x="16703" y="62143"/>
                    <a:pt x="16718" y="62105"/>
                  </a:cubicBezTo>
                  <a:cubicBezTo>
                    <a:pt x="17582" y="60423"/>
                    <a:pt x="18280" y="58659"/>
                    <a:pt x="18821" y="56849"/>
                  </a:cubicBezTo>
                  <a:cubicBezTo>
                    <a:pt x="20999" y="50917"/>
                    <a:pt x="22726" y="45061"/>
                    <a:pt x="24603" y="39129"/>
                  </a:cubicBezTo>
                  <a:close/>
                </a:path>
              </a:pathLst>
            </a:custGeom>
            <a:solidFill>
              <a:srgbClr val="69696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0" name="Content Placeholder 4">
              <a:extLst>
                <a:ext uri="{FF2B5EF4-FFF2-40B4-BE49-F238E27FC236}">
                  <a16:creationId xmlns:a16="http://schemas.microsoft.com/office/drawing/2014/main" id="{84C4EF5F-B96D-AD59-C469-1D9F8E2EB173}"/>
                </a:ext>
              </a:extLst>
            </p:cNvPr>
            <p:cNvSpPr/>
            <p:nvPr/>
          </p:nvSpPr>
          <p:spPr>
            <a:xfrm>
              <a:off x="6027376" y="5333092"/>
              <a:ext cx="10736" cy="18846"/>
            </a:xfrm>
            <a:custGeom>
              <a:avLst/>
              <a:gdLst>
                <a:gd name="connsiteX0" fmla="*/ 7703 w 10736"/>
                <a:gd name="connsiteY0" fmla="*/ 13185 h 18846"/>
                <a:gd name="connsiteX1" fmla="*/ 9656 w 10736"/>
                <a:gd name="connsiteY1" fmla="*/ 6803 h 18846"/>
                <a:gd name="connsiteX2" fmla="*/ 10707 w 10736"/>
                <a:gd name="connsiteY2" fmla="*/ 2899 h 18846"/>
                <a:gd name="connsiteX3" fmla="*/ 10707 w 10736"/>
                <a:gd name="connsiteY3" fmla="*/ 1772 h 18846"/>
                <a:gd name="connsiteX4" fmla="*/ 6952 w 10736"/>
                <a:gd name="connsiteY4" fmla="*/ -30 h 18846"/>
                <a:gd name="connsiteX5" fmla="*/ 4849 w 10736"/>
                <a:gd name="connsiteY5" fmla="*/ 1772 h 18846"/>
                <a:gd name="connsiteX6" fmla="*/ 2296 w 10736"/>
                <a:gd name="connsiteY6" fmla="*/ 8530 h 18846"/>
                <a:gd name="connsiteX7" fmla="*/ 118 w 10736"/>
                <a:gd name="connsiteY7" fmla="*/ 16038 h 18846"/>
                <a:gd name="connsiteX8" fmla="*/ 869 w 10736"/>
                <a:gd name="connsiteY8" fmla="*/ 17916 h 18846"/>
                <a:gd name="connsiteX9" fmla="*/ 4924 w 10736"/>
                <a:gd name="connsiteY9" fmla="*/ 18817 h 18846"/>
                <a:gd name="connsiteX10" fmla="*/ 6276 w 10736"/>
                <a:gd name="connsiteY10" fmla="*/ 17690 h 18846"/>
                <a:gd name="connsiteX11" fmla="*/ 7703 w 10736"/>
                <a:gd name="connsiteY11" fmla="*/ 13185 h 18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36" h="18846">
                  <a:moveTo>
                    <a:pt x="7703" y="13185"/>
                  </a:moveTo>
                  <a:cubicBezTo>
                    <a:pt x="8379" y="11008"/>
                    <a:pt x="9055" y="8905"/>
                    <a:pt x="9656" y="6803"/>
                  </a:cubicBezTo>
                  <a:cubicBezTo>
                    <a:pt x="10121" y="5534"/>
                    <a:pt x="10474" y="4228"/>
                    <a:pt x="10707" y="2899"/>
                  </a:cubicBezTo>
                  <a:cubicBezTo>
                    <a:pt x="10707" y="2148"/>
                    <a:pt x="10707" y="1923"/>
                    <a:pt x="10707" y="1772"/>
                  </a:cubicBezTo>
                  <a:cubicBezTo>
                    <a:pt x="9648" y="826"/>
                    <a:pt x="8349" y="203"/>
                    <a:pt x="6952" y="-30"/>
                  </a:cubicBezTo>
                  <a:cubicBezTo>
                    <a:pt x="6427" y="-30"/>
                    <a:pt x="5826" y="-30"/>
                    <a:pt x="4849" y="1772"/>
                  </a:cubicBezTo>
                  <a:cubicBezTo>
                    <a:pt x="3820" y="3957"/>
                    <a:pt x="2964" y="6210"/>
                    <a:pt x="2296" y="8530"/>
                  </a:cubicBezTo>
                  <a:cubicBezTo>
                    <a:pt x="1410" y="10985"/>
                    <a:pt x="681" y="13493"/>
                    <a:pt x="118" y="16038"/>
                  </a:cubicBezTo>
                  <a:cubicBezTo>
                    <a:pt x="-257" y="18141"/>
                    <a:pt x="118" y="17840"/>
                    <a:pt x="869" y="17916"/>
                  </a:cubicBezTo>
                  <a:lnTo>
                    <a:pt x="4924" y="18817"/>
                  </a:lnTo>
                  <a:cubicBezTo>
                    <a:pt x="4924" y="18817"/>
                    <a:pt x="5675" y="18817"/>
                    <a:pt x="6276" y="17690"/>
                  </a:cubicBezTo>
                  <a:cubicBezTo>
                    <a:pt x="6877" y="16234"/>
                    <a:pt x="7358" y="14725"/>
                    <a:pt x="7703" y="13185"/>
                  </a:cubicBezTo>
                  <a:close/>
                </a:path>
              </a:pathLst>
            </a:custGeom>
            <a:solidFill>
              <a:srgbClr val="F5F5F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1" name="Content Placeholder 4">
              <a:extLst>
                <a:ext uri="{FF2B5EF4-FFF2-40B4-BE49-F238E27FC236}">
                  <a16:creationId xmlns:a16="http://schemas.microsoft.com/office/drawing/2014/main" id="{F6FB7E00-56AC-E907-EE07-0C7960D8BB8F}"/>
                </a:ext>
              </a:extLst>
            </p:cNvPr>
            <p:cNvSpPr/>
            <p:nvPr/>
          </p:nvSpPr>
          <p:spPr>
            <a:xfrm>
              <a:off x="6035784" y="5319502"/>
              <a:ext cx="4601" cy="8711"/>
            </a:xfrm>
            <a:custGeom>
              <a:avLst/>
              <a:gdLst>
                <a:gd name="connsiteX0" fmla="*/ 4477 w 4601"/>
                <a:gd name="connsiteY0" fmla="*/ 1472 h 8711"/>
                <a:gd name="connsiteX1" fmla="*/ 4477 w 4601"/>
                <a:gd name="connsiteY1" fmla="*/ 646 h 8711"/>
                <a:gd name="connsiteX2" fmla="*/ 3426 w 4601"/>
                <a:gd name="connsiteY2" fmla="*/ -30 h 8711"/>
                <a:gd name="connsiteX3" fmla="*/ 1923 w 4601"/>
                <a:gd name="connsiteY3" fmla="*/ 1172 h 8711"/>
                <a:gd name="connsiteX4" fmla="*/ -29 w 4601"/>
                <a:gd name="connsiteY4" fmla="*/ 7629 h 8711"/>
                <a:gd name="connsiteX5" fmla="*/ 2299 w 4601"/>
                <a:gd name="connsiteY5" fmla="*/ 8380 h 8711"/>
                <a:gd name="connsiteX6" fmla="*/ 3050 w 4601"/>
                <a:gd name="connsiteY6" fmla="*/ 7854 h 8711"/>
                <a:gd name="connsiteX7" fmla="*/ 3876 w 4601"/>
                <a:gd name="connsiteY7" fmla="*/ 5902 h 8711"/>
                <a:gd name="connsiteX8" fmla="*/ 4477 w 4601"/>
                <a:gd name="connsiteY8" fmla="*/ 3875 h 8711"/>
                <a:gd name="connsiteX9" fmla="*/ 4477 w 4601"/>
                <a:gd name="connsiteY9" fmla="*/ 1472 h 8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601" h="8711">
                  <a:moveTo>
                    <a:pt x="4477" y="1472"/>
                  </a:moveTo>
                  <a:cubicBezTo>
                    <a:pt x="4590" y="1209"/>
                    <a:pt x="4590" y="909"/>
                    <a:pt x="4477" y="646"/>
                  </a:cubicBezTo>
                  <a:cubicBezTo>
                    <a:pt x="4191" y="331"/>
                    <a:pt x="3831" y="98"/>
                    <a:pt x="3426" y="-30"/>
                  </a:cubicBezTo>
                  <a:cubicBezTo>
                    <a:pt x="2975" y="-30"/>
                    <a:pt x="2449" y="346"/>
                    <a:pt x="1923" y="1172"/>
                  </a:cubicBezTo>
                  <a:cubicBezTo>
                    <a:pt x="879" y="3184"/>
                    <a:pt x="219" y="5377"/>
                    <a:pt x="-29" y="7629"/>
                  </a:cubicBezTo>
                  <a:cubicBezTo>
                    <a:pt x="-29" y="9206"/>
                    <a:pt x="1548" y="8605"/>
                    <a:pt x="2299" y="8380"/>
                  </a:cubicBezTo>
                  <a:cubicBezTo>
                    <a:pt x="2614" y="8320"/>
                    <a:pt x="2885" y="8124"/>
                    <a:pt x="3050" y="7854"/>
                  </a:cubicBezTo>
                  <a:cubicBezTo>
                    <a:pt x="3440" y="7261"/>
                    <a:pt x="3718" y="6600"/>
                    <a:pt x="3876" y="5902"/>
                  </a:cubicBezTo>
                  <a:cubicBezTo>
                    <a:pt x="4041" y="5219"/>
                    <a:pt x="4244" y="4543"/>
                    <a:pt x="4477" y="3875"/>
                  </a:cubicBezTo>
                  <a:cubicBezTo>
                    <a:pt x="4604" y="3079"/>
                    <a:pt x="4604" y="2268"/>
                    <a:pt x="4477" y="1472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2" name="Content Placeholder 4">
              <a:extLst>
                <a:ext uri="{FF2B5EF4-FFF2-40B4-BE49-F238E27FC236}">
                  <a16:creationId xmlns:a16="http://schemas.microsoft.com/office/drawing/2014/main" id="{9075BE43-4C9D-DC2D-24D7-3D108D2244FF}"/>
                </a:ext>
              </a:extLst>
            </p:cNvPr>
            <p:cNvSpPr/>
            <p:nvPr/>
          </p:nvSpPr>
          <p:spPr>
            <a:xfrm>
              <a:off x="6038744" y="5310150"/>
              <a:ext cx="4925" cy="8502"/>
            </a:xfrm>
            <a:custGeom>
              <a:avLst/>
              <a:gdLst>
                <a:gd name="connsiteX0" fmla="*/ 4896 w 4925"/>
                <a:gd name="connsiteY0" fmla="*/ 913 h 8502"/>
                <a:gd name="connsiteX1" fmla="*/ 3920 w 4925"/>
                <a:gd name="connsiteY1" fmla="*/ 237 h 8502"/>
                <a:gd name="connsiteX2" fmla="*/ 2418 w 4925"/>
                <a:gd name="connsiteY2" fmla="*/ 237 h 8502"/>
                <a:gd name="connsiteX3" fmla="*/ 765 w 4925"/>
                <a:gd name="connsiteY3" fmla="*/ 4066 h 8502"/>
                <a:gd name="connsiteX4" fmla="*/ 1592 w 4925"/>
                <a:gd name="connsiteY4" fmla="*/ 8421 h 8502"/>
                <a:gd name="connsiteX5" fmla="*/ 3019 w 4925"/>
                <a:gd name="connsiteY5" fmla="*/ 7896 h 8502"/>
                <a:gd name="connsiteX6" fmla="*/ 4145 w 4925"/>
                <a:gd name="connsiteY6" fmla="*/ 5043 h 8502"/>
                <a:gd name="connsiteX7" fmla="*/ 4896 w 4925"/>
                <a:gd name="connsiteY7" fmla="*/ 913 h 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25" h="8502">
                  <a:moveTo>
                    <a:pt x="4896" y="913"/>
                  </a:moveTo>
                  <a:lnTo>
                    <a:pt x="3920" y="237"/>
                  </a:lnTo>
                  <a:cubicBezTo>
                    <a:pt x="3469" y="237"/>
                    <a:pt x="3019" y="-363"/>
                    <a:pt x="2418" y="237"/>
                  </a:cubicBezTo>
                  <a:cubicBezTo>
                    <a:pt x="1622" y="1394"/>
                    <a:pt x="1058" y="2693"/>
                    <a:pt x="765" y="4066"/>
                  </a:cubicBezTo>
                  <a:cubicBezTo>
                    <a:pt x="-736" y="8497"/>
                    <a:pt x="90" y="7971"/>
                    <a:pt x="1592" y="8421"/>
                  </a:cubicBezTo>
                  <a:cubicBezTo>
                    <a:pt x="2132" y="8579"/>
                    <a:pt x="2711" y="8369"/>
                    <a:pt x="3019" y="7896"/>
                  </a:cubicBezTo>
                  <a:cubicBezTo>
                    <a:pt x="3522" y="7002"/>
                    <a:pt x="3905" y="6041"/>
                    <a:pt x="4145" y="5043"/>
                  </a:cubicBezTo>
                  <a:cubicBezTo>
                    <a:pt x="4520" y="3691"/>
                    <a:pt x="4776" y="2309"/>
                    <a:pt x="4896" y="913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3" name="Content Placeholder 4">
              <a:extLst>
                <a:ext uri="{FF2B5EF4-FFF2-40B4-BE49-F238E27FC236}">
                  <a16:creationId xmlns:a16="http://schemas.microsoft.com/office/drawing/2014/main" id="{3B6BF247-E3B4-4E05-DE3E-14F4EC568D5E}"/>
                </a:ext>
              </a:extLst>
            </p:cNvPr>
            <p:cNvSpPr/>
            <p:nvPr/>
          </p:nvSpPr>
          <p:spPr>
            <a:xfrm>
              <a:off x="6042049" y="5300623"/>
              <a:ext cx="4324" cy="8573"/>
            </a:xfrm>
            <a:custGeom>
              <a:avLst/>
              <a:gdLst>
                <a:gd name="connsiteX0" fmla="*/ 1367 w 4324"/>
                <a:gd name="connsiteY0" fmla="*/ 8488 h 8573"/>
                <a:gd name="connsiteX1" fmla="*/ 2268 w 4324"/>
                <a:gd name="connsiteY1" fmla="*/ 7962 h 8573"/>
                <a:gd name="connsiteX2" fmla="*/ 3544 w 4324"/>
                <a:gd name="connsiteY2" fmla="*/ 4959 h 8573"/>
                <a:gd name="connsiteX3" fmla="*/ 4295 w 4324"/>
                <a:gd name="connsiteY3" fmla="*/ 979 h 8573"/>
                <a:gd name="connsiteX4" fmla="*/ 3319 w 4324"/>
                <a:gd name="connsiteY4" fmla="*/ 3 h 8573"/>
                <a:gd name="connsiteX5" fmla="*/ 3244 w 4324"/>
                <a:gd name="connsiteY5" fmla="*/ 3 h 8573"/>
                <a:gd name="connsiteX6" fmla="*/ 2193 w 4324"/>
                <a:gd name="connsiteY6" fmla="*/ 379 h 8573"/>
                <a:gd name="connsiteX7" fmla="*/ 841 w 4324"/>
                <a:gd name="connsiteY7" fmla="*/ 3457 h 8573"/>
                <a:gd name="connsiteX8" fmla="*/ 1367 w 4324"/>
                <a:gd name="connsiteY8" fmla="*/ 8488 h 8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24" h="8573">
                  <a:moveTo>
                    <a:pt x="1367" y="8488"/>
                  </a:moveTo>
                  <a:cubicBezTo>
                    <a:pt x="1734" y="8473"/>
                    <a:pt x="2072" y="8278"/>
                    <a:pt x="2268" y="7962"/>
                  </a:cubicBezTo>
                  <a:cubicBezTo>
                    <a:pt x="2854" y="7039"/>
                    <a:pt x="3282" y="6025"/>
                    <a:pt x="3544" y="4959"/>
                  </a:cubicBezTo>
                  <a:cubicBezTo>
                    <a:pt x="4048" y="3690"/>
                    <a:pt x="4303" y="2339"/>
                    <a:pt x="4295" y="979"/>
                  </a:cubicBezTo>
                  <a:cubicBezTo>
                    <a:pt x="4295" y="439"/>
                    <a:pt x="3860" y="3"/>
                    <a:pt x="3319" y="3"/>
                  </a:cubicBezTo>
                  <a:cubicBezTo>
                    <a:pt x="3297" y="3"/>
                    <a:pt x="3267" y="3"/>
                    <a:pt x="3244" y="3"/>
                  </a:cubicBezTo>
                  <a:cubicBezTo>
                    <a:pt x="2854" y="-102"/>
                    <a:pt x="2433" y="49"/>
                    <a:pt x="2193" y="379"/>
                  </a:cubicBezTo>
                  <a:cubicBezTo>
                    <a:pt x="1539" y="1303"/>
                    <a:pt x="1081" y="2353"/>
                    <a:pt x="841" y="3457"/>
                  </a:cubicBezTo>
                  <a:cubicBezTo>
                    <a:pt x="-361" y="7362"/>
                    <a:pt x="-436" y="8863"/>
                    <a:pt x="1367" y="848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4" name="Content Placeholder 4">
              <a:extLst>
                <a:ext uri="{FF2B5EF4-FFF2-40B4-BE49-F238E27FC236}">
                  <a16:creationId xmlns:a16="http://schemas.microsoft.com/office/drawing/2014/main" id="{8CA2B226-2E4B-045E-C678-EFC6BEA6F55A}"/>
                </a:ext>
              </a:extLst>
            </p:cNvPr>
            <p:cNvSpPr/>
            <p:nvPr/>
          </p:nvSpPr>
          <p:spPr>
            <a:xfrm>
              <a:off x="6313826" y="5058222"/>
              <a:ext cx="77934" cy="190913"/>
            </a:xfrm>
            <a:custGeom>
              <a:avLst/>
              <a:gdLst>
                <a:gd name="connsiteX0" fmla="*/ 28788 w 77934"/>
                <a:gd name="connsiteY0" fmla="*/ 15048 h 190913"/>
                <a:gd name="connsiteX1" fmla="*/ 64761 w 77934"/>
                <a:gd name="connsiteY1" fmla="*/ 110931 h 190913"/>
                <a:gd name="connsiteX2" fmla="*/ 74223 w 77934"/>
                <a:gd name="connsiteY2" fmla="*/ 172125 h 190913"/>
                <a:gd name="connsiteX3" fmla="*/ 77903 w 77934"/>
                <a:gd name="connsiteY3" fmla="*/ 179633 h 190913"/>
                <a:gd name="connsiteX4" fmla="*/ 75425 w 77934"/>
                <a:gd name="connsiteY4" fmla="*/ 186091 h 190913"/>
                <a:gd name="connsiteX5" fmla="*/ 45385 w 77934"/>
                <a:gd name="connsiteY5" fmla="*/ 179934 h 190913"/>
                <a:gd name="connsiteX6" fmla="*/ 39377 w 77934"/>
                <a:gd name="connsiteY6" fmla="*/ 144869 h 190913"/>
                <a:gd name="connsiteX7" fmla="*/ 8811 w 77934"/>
                <a:gd name="connsiteY7" fmla="*/ 37198 h 190913"/>
                <a:gd name="connsiteX8" fmla="*/ 3329 w 77934"/>
                <a:gd name="connsiteY8" fmla="*/ 3410 h 190913"/>
                <a:gd name="connsiteX9" fmla="*/ 28788 w 77934"/>
                <a:gd name="connsiteY9" fmla="*/ 15048 h 190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934" h="190913">
                  <a:moveTo>
                    <a:pt x="28788" y="15048"/>
                  </a:moveTo>
                  <a:cubicBezTo>
                    <a:pt x="46887" y="44406"/>
                    <a:pt x="62883" y="76467"/>
                    <a:pt x="64761" y="110931"/>
                  </a:cubicBezTo>
                  <a:cubicBezTo>
                    <a:pt x="65962" y="131880"/>
                    <a:pt x="62357" y="154856"/>
                    <a:pt x="74223" y="172125"/>
                  </a:cubicBezTo>
                  <a:cubicBezTo>
                    <a:pt x="76101" y="174257"/>
                    <a:pt x="77370" y="176848"/>
                    <a:pt x="77903" y="179633"/>
                  </a:cubicBezTo>
                  <a:cubicBezTo>
                    <a:pt x="77956" y="182029"/>
                    <a:pt x="77062" y="184341"/>
                    <a:pt x="75425" y="186091"/>
                  </a:cubicBezTo>
                  <a:cubicBezTo>
                    <a:pt x="67915" y="195251"/>
                    <a:pt x="51468" y="190220"/>
                    <a:pt x="45385" y="179934"/>
                  </a:cubicBezTo>
                  <a:cubicBezTo>
                    <a:pt x="39302" y="169647"/>
                    <a:pt x="39677" y="156883"/>
                    <a:pt x="39377" y="144869"/>
                  </a:cubicBezTo>
                  <a:cubicBezTo>
                    <a:pt x="38385" y="106981"/>
                    <a:pt x="27871" y="69957"/>
                    <a:pt x="8811" y="37198"/>
                  </a:cubicBezTo>
                  <a:cubicBezTo>
                    <a:pt x="3704" y="28413"/>
                    <a:pt x="-4782" y="13246"/>
                    <a:pt x="3329" y="3410"/>
                  </a:cubicBezTo>
                  <a:cubicBezTo>
                    <a:pt x="11440" y="-6426"/>
                    <a:pt x="23831" y="7164"/>
                    <a:pt x="28788" y="15048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015" name="Group 1014">
            <a:extLst>
              <a:ext uri="{FF2B5EF4-FFF2-40B4-BE49-F238E27FC236}">
                <a16:creationId xmlns:a16="http://schemas.microsoft.com/office/drawing/2014/main" id="{B931BF3E-7DB0-886F-B81E-B977AD09D000}"/>
              </a:ext>
            </a:extLst>
          </p:cNvPr>
          <p:cNvGrpSpPr/>
          <p:nvPr userDrawn="1"/>
        </p:nvGrpSpPr>
        <p:grpSpPr>
          <a:xfrm>
            <a:off x="8755893" y="4109758"/>
            <a:ext cx="286391" cy="792202"/>
            <a:chOff x="11412237" y="3823384"/>
            <a:chExt cx="286391" cy="792202"/>
          </a:xfrm>
        </p:grpSpPr>
        <p:sp>
          <p:nvSpPr>
            <p:cNvPr id="1016" name="Content Placeholder 4">
              <a:extLst>
                <a:ext uri="{FF2B5EF4-FFF2-40B4-BE49-F238E27FC236}">
                  <a16:creationId xmlns:a16="http://schemas.microsoft.com/office/drawing/2014/main" id="{8B0EFF89-7D51-1946-10CC-98E1B20E6DDE}"/>
                </a:ext>
              </a:extLst>
            </p:cNvPr>
            <p:cNvSpPr/>
            <p:nvPr/>
          </p:nvSpPr>
          <p:spPr>
            <a:xfrm>
              <a:off x="11412237" y="4587928"/>
              <a:ext cx="276149" cy="27658"/>
            </a:xfrm>
            <a:custGeom>
              <a:avLst/>
              <a:gdLst>
                <a:gd name="connsiteX0" fmla="*/ 265024 w 276149"/>
                <a:gd name="connsiteY0" fmla="*/ 16064 h 27658"/>
                <a:gd name="connsiteX1" fmla="*/ 276064 w 276149"/>
                <a:gd name="connsiteY1" fmla="*/ 9457 h 27658"/>
                <a:gd name="connsiteX2" fmla="*/ 266526 w 276149"/>
                <a:gd name="connsiteY2" fmla="*/ 822 h 27658"/>
                <a:gd name="connsiteX3" fmla="*/ 248352 w 276149"/>
                <a:gd name="connsiteY3" fmla="*/ 146 h 27658"/>
                <a:gd name="connsiteX4" fmla="*/ 58048 w 276149"/>
                <a:gd name="connsiteY4" fmla="*/ 597 h 27658"/>
                <a:gd name="connsiteX5" fmla="*/ 25230 w 276149"/>
                <a:gd name="connsiteY5" fmla="*/ 1197 h 27658"/>
                <a:gd name="connsiteX6" fmla="*/ 673 w 276149"/>
                <a:gd name="connsiteY6" fmla="*/ 9457 h 27658"/>
                <a:gd name="connsiteX7" fmla="*/ 35444 w 276149"/>
                <a:gd name="connsiteY7" fmla="*/ 27627 h 27658"/>
                <a:gd name="connsiteX8" fmla="*/ 182114 w 276149"/>
                <a:gd name="connsiteY8" fmla="*/ 22747 h 27658"/>
                <a:gd name="connsiteX9" fmla="*/ 265024 w 276149"/>
                <a:gd name="connsiteY9" fmla="*/ 16064 h 27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6149" h="27658">
                  <a:moveTo>
                    <a:pt x="265024" y="16064"/>
                  </a:moveTo>
                  <a:cubicBezTo>
                    <a:pt x="269605" y="15614"/>
                    <a:pt x="275388" y="14037"/>
                    <a:pt x="276064" y="9457"/>
                  </a:cubicBezTo>
                  <a:cubicBezTo>
                    <a:pt x="276740" y="4877"/>
                    <a:pt x="271182" y="1948"/>
                    <a:pt x="266526" y="822"/>
                  </a:cubicBezTo>
                  <a:cubicBezTo>
                    <a:pt x="260518" y="-4"/>
                    <a:pt x="254435" y="-229"/>
                    <a:pt x="248352" y="146"/>
                  </a:cubicBezTo>
                  <a:cubicBezTo>
                    <a:pt x="184967" y="2249"/>
                    <a:pt x="121508" y="2399"/>
                    <a:pt x="58048" y="597"/>
                  </a:cubicBezTo>
                  <a:cubicBezTo>
                    <a:pt x="47084" y="11"/>
                    <a:pt x="36120" y="206"/>
                    <a:pt x="25230" y="1197"/>
                  </a:cubicBezTo>
                  <a:cubicBezTo>
                    <a:pt x="19373" y="1873"/>
                    <a:pt x="3226" y="2774"/>
                    <a:pt x="673" y="9457"/>
                  </a:cubicBezTo>
                  <a:cubicBezTo>
                    <a:pt x="-5260" y="24474"/>
                    <a:pt x="28159" y="27702"/>
                    <a:pt x="35444" y="27627"/>
                  </a:cubicBezTo>
                  <a:cubicBezTo>
                    <a:pt x="84333" y="27627"/>
                    <a:pt x="133223" y="25998"/>
                    <a:pt x="182114" y="22747"/>
                  </a:cubicBezTo>
                  <a:cubicBezTo>
                    <a:pt x="209826" y="20945"/>
                    <a:pt x="237462" y="18767"/>
                    <a:pt x="265024" y="16064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7" name="Content Placeholder 4">
              <a:extLst>
                <a:ext uri="{FF2B5EF4-FFF2-40B4-BE49-F238E27FC236}">
                  <a16:creationId xmlns:a16="http://schemas.microsoft.com/office/drawing/2014/main" id="{CA61955D-FCF4-BD6D-35E1-32B3E8EF5122}"/>
                </a:ext>
              </a:extLst>
            </p:cNvPr>
            <p:cNvSpPr/>
            <p:nvPr/>
          </p:nvSpPr>
          <p:spPr>
            <a:xfrm>
              <a:off x="11513871" y="3938577"/>
              <a:ext cx="152724" cy="99558"/>
            </a:xfrm>
            <a:custGeom>
              <a:avLst/>
              <a:gdLst>
                <a:gd name="connsiteX0" fmla="*/ 98955 w 152724"/>
                <a:gd name="connsiteY0" fmla="*/ 98602 h 99558"/>
                <a:gd name="connsiteX1" fmla="*/ 92346 w 152724"/>
                <a:gd name="connsiteY1" fmla="*/ 99503 h 99558"/>
                <a:gd name="connsiteX2" fmla="*/ 18672 w 152724"/>
                <a:gd name="connsiteY2" fmla="*/ 83510 h 99558"/>
                <a:gd name="connsiteX3" fmla="*/ -28 w 152724"/>
                <a:gd name="connsiteY3" fmla="*/ 62636 h 99558"/>
                <a:gd name="connsiteX4" fmla="*/ 1174 w 152724"/>
                <a:gd name="connsiteY4" fmla="*/ 57681 h 99558"/>
                <a:gd name="connsiteX5" fmla="*/ 19799 w 152724"/>
                <a:gd name="connsiteY5" fmla="*/ 54227 h 99558"/>
                <a:gd name="connsiteX6" fmla="*/ 86262 w 152724"/>
                <a:gd name="connsiteY6" fmla="*/ 72998 h 99558"/>
                <a:gd name="connsiteX7" fmla="*/ 89492 w 152724"/>
                <a:gd name="connsiteY7" fmla="*/ 67442 h 99558"/>
                <a:gd name="connsiteX8" fmla="*/ 132299 w 152724"/>
                <a:gd name="connsiteY8" fmla="*/ 7374 h 99558"/>
                <a:gd name="connsiteX9" fmla="*/ 142137 w 152724"/>
                <a:gd name="connsiteY9" fmla="*/ 392 h 99558"/>
                <a:gd name="connsiteX10" fmla="*/ 152426 w 152724"/>
                <a:gd name="connsiteY10" fmla="*/ 4671 h 99558"/>
                <a:gd name="connsiteX11" fmla="*/ 150699 w 152724"/>
                <a:gd name="connsiteY11" fmla="*/ 14207 h 99558"/>
                <a:gd name="connsiteX12" fmla="*/ 131548 w 152724"/>
                <a:gd name="connsiteY12" fmla="*/ 54903 h 99558"/>
                <a:gd name="connsiteX13" fmla="*/ 108117 w 152724"/>
                <a:gd name="connsiteY13" fmla="*/ 89367 h 99558"/>
                <a:gd name="connsiteX14" fmla="*/ 98955 w 152724"/>
                <a:gd name="connsiteY14" fmla="*/ 98602 h 99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2724" h="99558">
                  <a:moveTo>
                    <a:pt x="98955" y="98602"/>
                  </a:moveTo>
                  <a:cubicBezTo>
                    <a:pt x="96852" y="99315"/>
                    <a:pt x="94598" y="99623"/>
                    <a:pt x="92346" y="99503"/>
                  </a:cubicBezTo>
                  <a:cubicBezTo>
                    <a:pt x="66887" y="99661"/>
                    <a:pt x="41728" y="94202"/>
                    <a:pt x="18672" y="83510"/>
                  </a:cubicBezTo>
                  <a:cubicBezTo>
                    <a:pt x="9661" y="79380"/>
                    <a:pt x="-178" y="72548"/>
                    <a:pt x="-28" y="62636"/>
                  </a:cubicBezTo>
                  <a:cubicBezTo>
                    <a:pt x="-28" y="60910"/>
                    <a:pt x="348" y="59205"/>
                    <a:pt x="1174" y="57681"/>
                  </a:cubicBezTo>
                  <a:cubicBezTo>
                    <a:pt x="4553" y="51824"/>
                    <a:pt x="13190" y="52575"/>
                    <a:pt x="19799" y="54227"/>
                  </a:cubicBezTo>
                  <a:cubicBezTo>
                    <a:pt x="42254" y="59258"/>
                    <a:pt x="64483" y="65527"/>
                    <a:pt x="86262" y="72998"/>
                  </a:cubicBezTo>
                  <a:cubicBezTo>
                    <a:pt x="87013" y="70963"/>
                    <a:pt x="88065" y="69079"/>
                    <a:pt x="89492" y="67442"/>
                  </a:cubicBezTo>
                  <a:cubicBezTo>
                    <a:pt x="104061" y="47545"/>
                    <a:pt x="115476" y="25169"/>
                    <a:pt x="132299" y="7374"/>
                  </a:cubicBezTo>
                  <a:cubicBezTo>
                    <a:pt x="134852" y="4176"/>
                    <a:pt x="138307" y="1758"/>
                    <a:pt x="142137" y="392"/>
                  </a:cubicBezTo>
                  <a:cubicBezTo>
                    <a:pt x="146117" y="-915"/>
                    <a:pt x="150548" y="902"/>
                    <a:pt x="152426" y="4671"/>
                  </a:cubicBezTo>
                  <a:cubicBezTo>
                    <a:pt x="153101" y="7952"/>
                    <a:pt x="152501" y="11376"/>
                    <a:pt x="150699" y="14207"/>
                  </a:cubicBezTo>
                  <a:lnTo>
                    <a:pt x="131548" y="54903"/>
                  </a:lnTo>
                  <a:cubicBezTo>
                    <a:pt x="126516" y="68050"/>
                    <a:pt x="118480" y="79846"/>
                    <a:pt x="108117" y="89367"/>
                  </a:cubicBezTo>
                  <a:cubicBezTo>
                    <a:pt x="106014" y="93279"/>
                    <a:pt x="102859" y="96492"/>
                    <a:pt x="98955" y="98602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8" name="Content Placeholder 4">
              <a:extLst>
                <a:ext uri="{FF2B5EF4-FFF2-40B4-BE49-F238E27FC236}">
                  <a16:creationId xmlns:a16="http://schemas.microsoft.com/office/drawing/2014/main" id="{CD2FC238-D8AF-3B42-57E8-3545DEE0E830}"/>
                </a:ext>
              </a:extLst>
            </p:cNvPr>
            <p:cNvSpPr/>
            <p:nvPr/>
          </p:nvSpPr>
          <p:spPr>
            <a:xfrm>
              <a:off x="11438128" y="4124382"/>
              <a:ext cx="116974" cy="76186"/>
            </a:xfrm>
            <a:custGeom>
              <a:avLst/>
              <a:gdLst>
                <a:gd name="connsiteX0" fmla="*/ 116870 w 116974"/>
                <a:gd name="connsiteY0" fmla="*/ 10106 h 76186"/>
                <a:gd name="connsiteX1" fmla="*/ 116119 w 116974"/>
                <a:gd name="connsiteY1" fmla="*/ 57635 h 76186"/>
                <a:gd name="connsiteX2" fmla="*/ 116945 w 116974"/>
                <a:gd name="connsiteY2" fmla="*/ 62140 h 76186"/>
                <a:gd name="connsiteX3" fmla="*/ 111388 w 116974"/>
                <a:gd name="connsiteY3" fmla="*/ 68447 h 76186"/>
                <a:gd name="connsiteX4" fmla="*/ 69782 w 116974"/>
                <a:gd name="connsiteY4" fmla="*/ 75956 h 76186"/>
                <a:gd name="connsiteX5" fmla="*/ 1291 w 116974"/>
                <a:gd name="connsiteY5" fmla="*/ 71976 h 76186"/>
                <a:gd name="connsiteX6" fmla="*/ 1667 w 116974"/>
                <a:gd name="connsiteY6" fmla="*/ 59963 h 76186"/>
                <a:gd name="connsiteX7" fmla="*/ 1291 w 116974"/>
                <a:gd name="connsiteY7" fmla="*/ 22420 h 76186"/>
                <a:gd name="connsiteX8" fmla="*/ 1667 w 116974"/>
                <a:gd name="connsiteY8" fmla="*/ 18141 h 76186"/>
                <a:gd name="connsiteX9" fmla="*/ 4445 w 116974"/>
                <a:gd name="connsiteY9" fmla="*/ 15513 h 76186"/>
                <a:gd name="connsiteX10" fmla="*/ 57841 w 116974"/>
                <a:gd name="connsiteY10" fmla="*/ -30 h 76186"/>
                <a:gd name="connsiteX11" fmla="*/ 80371 w 116974"/>
                <a:gd name="connsiteY11" fmla="*/ 2072 h 76186"/>
                <a:gd name="connsiteX12" fmla="*/ 116870 w 116974"/>
                <a:gd name="connsiteY12" fmla="*/ 10106 h 76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6974" h="76186">
                  <a:moveTo>
                    <a:pt x="116870" y="10106"/>
                  </a:moveTo>
                  <a:cubicBezTo>
                    <a:pt x="111763" y="25507"/>
                    <a:pt x="111538" y="42085"/>
                    <a:pt x="116119" y="57635"/>
                  </a:cubicBezTo>
                  <a:cubicBezTo>
                    <a:pt x="116719" y="59069"/>
                    <a:pt x="116945" y="60601"/>
                    <a:pt x="116945" y="62140"/>
                  </a:cubicBezTo>
                  <a:cubicBezTo>
                    <a:pt x="116194" y="65008"/>
                    <a:pt x="114166" y="67351"/>
                    <a:pt x="111388" y="68447"/>
                  </a:cubicBezTo>
                  <a:cubicBezTo>
                    <a:pt x="98320" y="74349"/>
                    <a:pt x="84051" y="76932"/>
                    <a:pt x="69782" y="75956"/>
                  </a:cubicBezTo>
                  <a:cubicBezTo>
                    <a:pt x="46877" y="76016"/>
                    <a:pt x="24046" y="74687"/>
                    <a:pt x="1291" y="71976"/>
                  </a:cubicBezTo>
                  <a:cubicBezTo>
                    <a:pt x="-1262" y="68823"/>
                    <a:pt x="465" y="63942"/>
                    <a:pt x="1667" y="59963"/>
                  </a:cubicBezTo>
                  <a:cubicBezTo>
                    <a:pt x="5347" y="47799"/>
                    <a:pt x="2568" y="34734"/>
                    <a:pt x="1291" y="22420"/>
                  </a:cubicBezTo>
                  <a:cubicBezTo>
                    <a:pt x="1066" y="20987"/>
                    <a:pt x="1141" y="19507"/>
                    <a:pt x="1667" y="18141"/>
                  </a:cubicBezTo>
                  <a:cubicBezTo>
                    <a:pt x="2342" y="17037"/>
                    <a:pt x="3319" y="16136"/>
                    <a:pt x="4445" y="15513"/>
                  </a:cubicBezTo>
                  <a:cubicBezTo>
                    <a:pt x="20442" y="5474"/>
                    <a:pt x="38916" y="90"/>
                    <a:pt x="57841" y="-30"/>
                  </a:cubicBezTo>
                  <a:cubicBezTo>
                    <a:pt x="65426" y="75"/>
                    <a:pt x="72936" y="781"/>
                    <a:pt x="80371" y="2072"/>
                  </a:cubicBezTo>
                  <a:cubicBezTo>
                    <a:pt x="92688" y="3920"/>
                    <a:pt x="104929" y="6600"/>
                    <a:pt x="116870" y="10106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9" name="Content Placeholder 4">
              <a:extLst>
                <a:ext uri="{FF2B5EF4-FFF2-40B4-BE49-F238E27FC236}">
                  <a16:creationId xmlns:a16="http://schemas.microsoft.com/office/drawing/2014/main" id="{E4CB6C47-80E3-30CE-4FFA-F0F0E41C90F8}"/>
                </a:ext>
              </a:extLst>
            </p:cNvPr>
            <p:cNvSpPr/>
            <p:nvPr/>
          </p:nvSpPr>
          <p:spPr>
            <a:xfrm>
              <a:off x="11506473" y="4580047"/>
              <a:ext cx="69297" cy="29813"/>
            </a:xfrm>
            <a:custGeom>
              <a:avLst/>
              <a:gdLst>
                <a:gd name="connsiteX0" fmla="*/ 3916 w 69297"/>
                <a:gd name="connsiteY0" fmla="*/ 369 h 29813"/>
                <a:gd name="connsiteX1" fmla="*/ 34632 w 69297"/>
                <a:gd name="connsiteY1" fmla="*/ 1645 h 29813"/>
                <a:gd name="connsiteX2" fmla="*/ 59940 w 69297"/>
                <a:gd name="connsiteY2" fmla="*/ 15911 h 29813"/>
                <a:gd name="connsiteX3" fmla="*/ 67450 w 69297"/>
                <a:gd name="connsiteY3" fmla="*/ 20041 h 29813"/>
                <a:gd name="connsiteX4" fmla="*/ 68351 w 69297"/>
                <a:gd name="connsiteY4" fmla="*/ 27549 h 29813"/>
                <a:gd name="connsiteX5" fmla="*/ 61517 w 69297"/>
                <a:gd name="connsiteY5" fmla="*/ 29726 h 29813"/>
                <a:gd name="connsiteX6" fmla="*/ 5192 w 69297"/>
                <a:gd name="connsiteY6" fmla="*/ 24921 h 29813"/>
                <a:gd name="connsiteX7" fmla="*/ 2038 w 69297"/>
                <a:gd name="connsiteY7" fmla="*/ 23645 h 29813"/>
                <a:gd name="connsiteX8" fmla="*/ 912 w 69297"/>
                <a:gd name="connsiteY8" fmla="*/ 21242 h 29813"/>
                <a:gd name="connsiteX9" fmla="*/ 3916 w 69297"/>
                <a:gd name="connsiteY9" fmla="*/ 369 h 29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297" h="29813">
                  <a:moveTo>
                    <a:pt x="3916" y="369"/>
                  </a:moveTo>
                  <a:cubicBezTo>
                    <a:pt x="14205" y="-442"/>
                    <a:pt x="24493" y="-15"/>
                    <a:pt x="34632" y="1645"/>
                  </a:cubicBezTo>
                  <a:cubicBezTo>
                    <a:pt x="42442" y="7449"/>
                    <a:pt x="50929" y="12247"/>
                    <a:pt x="59940" y="15911"/>
                  </a:cubicBezTo>
                  <a:cubicBezTo>
                    <a:pt x="62719" y="16707"/>
                    <a:pt x="65272" y="18119"/>
                    <a:pt x="67450" y="20041"/>
                  </a:cubicBezTo>
                  <a:cubicBezTo>
                    <a:pt x="69478" y="22015"/>
                    <a:pt x="69854" y="25146"/>
                    <a:pt x="68351" y="27549"/>
                  </a:cubicBezTo>
                  <a:cubicBezTo>
                    <a:pt x="66474" y="29224"/>
                    <a:pt x="63996" y="30012"/>
                    <a:pt x="61517" y="29726"/>
                  </a:cubicBezTo>
                  <a:cubicBezTo>
                    <a:pt x="42667" y="29892"/>
                    <a:pt x="23742" y="28285"/>
                    <a:pt x="5192" y="24921"/>
                  </a:cubicBezTo>
                  <a:cubicBezTo>
                    <a:pt x="4066" y="24816"/>
                    <a:pt x="2940" y="24373"/>
                    <a:pt x="2038" y="23645"/>
                  </a:cubicBezTo>
                  <a:cubicBezTo>
                    <a:pt x="1437" y="22954"/>
                    <a:pt x="1062" y="22128"/>
                    <a:pt x="912" y="21242"/>
                  </a:cubicBezTo>
                  <a:cubicBezTo>
                    <a:pt x="-1041" y="14169"/>
                    <a:pt x="86" y="6615"/>
                    <a:pt x="3916" y="36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0" name="Content Placeholder 4">
              <a:extLst>
                <a:ext uri="{FF2B5EF4-FFF2-40B4-BE49-F238E27FC236}">
                  <a16:creationId xmlns:a16="http://schemas.microsoft.com/office/drawing/2014/main" id="{36395D15-41E6-4CB7-F7E1-7D49FE7E0A75}"/>
                </a:ext>
              </a:extLst>
            </p:cNvPr>
            <p:cNvSpPr/>
            <p:nvPr/>
          </p:nvSpPr>
          <p:spPr>
            <a:xfrm>
              <a:off x="11416579" y="4574138"/>
              <a:ext cx="60040" cy="36462"/>
            </a:xfrm>
            <a:custGeom>
              <a:avLst/>
              <a:gdLst>
                <a:gd name="connsiteX0" fmla="*/ 6544 w 60040"/>
                <a:gd name="connsiteY0" fmla="*/ -30 h 36462"/>
                <a:gd name="connsiteX1" fmla="*/ 33429 w 60040"/>
                <a:gd name="connsiteY1" fmla="*/ 6503 h 36462"/>
                <a:gd name="connsiteX2" fmla="*/ 53256 w 60040"/>
                <a:gd name="connsiteY2" fmla="*/ 23472 h 36462"/>
                <a:gd name="connsiteX3" fmla="*/ 58963 w 60040"/>
                <a:gd name="connsiteY3" fmla="*/ 28428 h 36462"/>
                <a:gd name="connsiteX4" fmla="*/ 58437 w 60040"/>
                <a:gd name="connsiteY4" fmla="*/ 35335 h 36462"/>
                <a:gd name="connsiteX5" fmla="*/ 52054 w 60040"/>
                <a:gd name="connsiteY5" fmla="*/ 36011 h 36462"/>
                <a:gd name="connsiteX6" fmla="*/ 3164 w 60040"/>
                <a:gd name="connsiteY6" fmla="*/ 21970 h 36462"/>
                <a:gd name="connsiteX7" fmla="*/ 611 w 60040"/>
                <a:gd name="connsiteY7" fmla="*/ 20318 h 36462"/>
                <a:gd name="connsiteX8" fmla="*/ 10 w 60040"/>
                <a:gd name="connsiteY8" fmla="*/ 17991 h 36462"/>
                <a:gd name="connsiteX9" fmla="*/ 6544 w 60040"/>
                <a:gd name="connsiteY9" fmla="*/ -30 h 36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0040" h="36462">
                  <a:moveTo>
                    <a:pt x="6544" y="-30"/>
                  </a:moveTo>
                  <a:cubicBezTo>
                    <a:pt x="15781" y="1014"/>
                    <a:pt x="24793" y="3207"/>
                    <a:pt x="33429" y="6503"/>
                  </a:cubicBezTo>
                  <a:cubicBezTo>
                    <a:pt x="39287" y="12968"/>
                    <a:pt x="45971" y="18667"/>
                    <a:pt x="53256" y="23472"/>
                  </a:cubicBezTo>
                  <a:cubicBezTo>
                    <a:pt x="55509" y="24666"/>
                    <a:pt x="57461" y="26363"/>
                    <a:pt x="58963" y="28428"/>
                  </a:cubicBezTo>
                  <a:cubicBezTo>
                    <a:pt x="60540" y="30545"/>
                    <a:pt x="60315" y="33473"/>
                    <a:pt x="58437" y="35335"/>
                  </a:cubicBezTo>
                  <a:cubicBezTo>
                    <a:pt x="56485" y="36507"/>
                    <a:pt x="54157" y="36755"/>
                    <a:pt x="52054" y="36011"/>
                  </a:cubicBezTo>
                  <a:cubicBezTo>
                    <a:pt x="35307" y="32917"/>
                    <a:pt x="18935" y="28217"/>
                    <a:pt x="3164" y="21970"/>
                  </a:cubicBezTo>
                  <a:cubicBezTo>
                    <a:pt x="2187" y="21678"/>
                    <a:pt x="1286" y="21099"/>
                    <a:pt x="611" y="20318"/>
                  </a:cubicBezTo>
                  <a:cubicBezTo>
                    <a:pt x="235" y="19605"/>
                    <a:pt x="10" y="18802"/>
                    <a:pt x="10" y="17991"/>
                  </a:cubicBezTo>
                  <a:cubicBezTo>
                    <a:pt x="-366" y="11338"/>
                    <a:pt x="1963" y="4821"/>
                    <a:pt x="6544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1" name="Content Placeholder 4">
              <a:extLst>
                <a:ext uri="{FF2B5EF4-FFF2-40B4-BE49-F238E27FC236}">
                  <a16:creationId xmlns:a16="http://schemas.microsoft.com/office/drawing/2014/main" id="{E5FB8939-6181-3408-7F7E-D8D7EF8A33D6}"/>
                </a:ext>
              </a:extLst>
            </p:cNvPr>
            <p:cNvSpPr/>
            <p:nvPr/>
          </p:nvSpPr>
          <p:spPr>
            <a:xfrm>
              <a:off x="11423152" y="4158620"/>
              <a:ext cx="143890" cy="426971"/>
            </a:xfrm>
            <a:custGeom>
              <a:avLst/>
              <a:gdLst>
                <a:gd name="connsiteX0" fmla="*/ 8232 w 143890"/>
                <a:gd name="connsiteY0" fmla="*/ 238439 h 426971"/>
                <a:gd name="connsiteX1" fmla="*/ 5903 w 143890"/>
                <a:gd name="connsiteY1" fmla="*/ 69648 h 426971"/>
                <a:gd name="connsiteX2" fmla="*/ 13413 w 143890"/>
                <a:gd name="connsiteY2" fmla="*/ 12059 h 426971"/>
                <a:gd name="connsiteX3" fmla="*/ 15141 w 143890"/>
                <a:gd name="connsiteY3" fmla="*/ 8905 h 426971"/>
                <a:gd name="connsiteX4" fmla="*/ 25730 w 143890"/>
                <a:gd name="connsiteY4" fmla="*/ 8905 h 426971"/>
                <a:gd name="connsiteX5" fmla="*/ 128917 w 143890"/>
                <a:gd name="connsiteY5" fmla="*/ -30 h 426971"/>
                <a:gd name="connsiteX6" fmla="*/ 138155 w 143890"/>
                <a:gd name="connsiteY6" fmla="*/ 31205 h 426971"/>
                <a:gd name="connsiteX7" fmla="*/ 143862 w 143890"/>
                <a:gd name="connsiteY7" fmla="*/ 83764 h 426971"/>
                <a:gd name="connsiteX8" fmla="*/ 143862 w 143890"/>
                <a:gd name="connsiteY8" fmla="*/ 83764 h 426971"/>
                <a:gd name="connsiteX9" fmla="*/ 143862 w 143890"/>
                <a:gd name="connsiteY9" fmla="*/ 95177 h 426971"/>
                <a:gd name="connsiteX10" fmla="*/ 135826 w 143890"/>
                <a:gd name="connsiteY10" fmla="*/ 160351 h 426971"/>
                <a:gd name="connsiteX11" fmla="*/ 131620 w 143890"/>
                <a:gd name="connsiteY11" fmla="*/ 202999 h 426971"/>
                <a:gd name="connsiteX12" fmla="*/ 130494 w 143890"/>
                <a:gd name="connsiteY12" fmla="*/ 236862 h 426971"/>
                <a:gd name="connsiteX13" fmla="*/ 121332 w 143890"/>
                <a:gd name="connsiteY13" fmla="*/ 324711 h 426971"/>
                <a:gd name="connsiteX14" fmla="*/ 113071 w 143890"/>
                <a:gd name="connsiteY14" fmla="*/ 417365 h 426971"/>
                <a:gd name="connsiteX15" fmla="*/ 113071 w 143890"/>
                <a:gd name="connsiteY15" fmla="*/ 421044 h 426971"/>
                <a:gd name="connsiteX16" fmla="*/ 87687 w 143890"/>
                <a:gd name="connsiteY16" fmla="*/ 421044 h 426971"/>
                <a:gd name="connsiteX17" fmla="*/ 81979 w 143890"/>
                <a:gd name="connsiteY17" fmla="*/ 240842 h 426971"/>
                <a:gd name="connsiteX18" fmla="*/ 73944 w 143890"/>
                <a:gd name="connsiteY18" fmla="*/ 165757 h 426971"/>
                <a:gd name="connsiteX19" fmla="*/ 65983 w 143890"/>
                <a:gd name="connsiteY19" fmla="*/ 166583 h 426971"/>
                <a:gd name="connsiteX20" fmla="*/ 22501 w 143890"/>
                <a:gd name="connsiteY20" fmla="*/ 404826 h 426971"/>
                <a:gd name="connsiteX21" fmla="*/ 14991 w 143890"/>
                <a:gd name="connsiteY21" fmla="*/ 423898 h 426971"/>
                <a:gd name="connsiteX22" fmla="*/ 2825 w 143890"/>
                <a:gd name="connsiteY22" fmla="*/ 424888 h 426971"/>
                <a:gd name="connsiteX23" fmla="*/ -29 w 143890"/>
                <a:gd name="connsiteY23" fmla="*/ 420143 h 426971"/>
                <a:gd name="connsiteX24" fmla="*/ 8232 w 143890"/>
                <a:gd name="connsiteY24" fmla="*/ 238439 h 426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43890" h="426971">
                  <a:moveTo>
                    <a:pt x="8232" y="238439"/>
                  </a:moveTo>
                  <a:cubicBezTo>
                    <a:pt x="10785" y="182651"/>
                    <a:pt x="5453" y="125812"/>
                    <a:pt x="5903" y="69648"/>
                  </a:cubicBezTo>
                  <a:cubicBezTo>
                    <a:pt x="4176" y="50134"/>
                    <a:pt x="6730" y="30470"/>
                    <a:pt x="13413" y="12059"/>
                  </a:cubicBezTo>
                  <a:cubicBezTo>
                    <a:pt x="13789" y="10910"/>
                    <a:pt x="14389" y="9844"/>
                    <a:pt x="15141" y="8905"/>
                  </a:cubicBezTo>
                  <a:cubicBezTo>
                    <a:pt x="17769" y="6202"/>
                    <a:pt x="22651" y="7629"/>
                    <a:pt x="25730" y="8905"/>
                  </a:cubicBezTo>
                  <a:cubicBezTo>
                    <a:pt x="59524" y="22698"/>
                    <a:pt x="97976" y="19372"/>
                    <a:pt x="128917" y="-30"/>
                  </a:cubicBezTo>
                  <a:cubicBezTo>
                    <a:pt x="134325" y="9558"/>
                    <a:pt x="137478" y="20235"/>
                    <a:pt x="138155" y="31205"/>
                  </a:cubicBezTo>
                  <a:cubicBezTo>
                    <a:pt x="140558" y="48700"/>
                    <a:pt x="143186" y="66270"/>
                    <a:pt x="143862" y="83764"/>
                  </a:cubicBezTo>
                  <a:lnTo>
                    <a:pt x="143862" y="83764"/>
                  </a:lnTo>
                  <a:cubicBezTo>
                    <a:pt x="143862" y="87594"/>
                    <a:pt x="143862" y="91273"/>
                    <a:pt x="143862" y="95177"/>
                  </a:cubicBezTo>
                  <a:cubicBezTo>
                    <a:pt x="142661" y="117057"/>
                    <a:pt x="139957" y="138832"/>
                    <a:pt x="135826" y="160351"/>
                  </a:cubicBezTo>
                  <a:cubicBezTo>
                    <a:pt x="133423" y="174452"/>
                    <a:pt x="132071" y="188703"/>
                    <a:pt x="131620" y="202999"/>
                  </a:cubicBezTo>
                  <a:cubicBezTo>
                    <a:pt x="132522" y="214292"/>
                    <a:pt x="132146" y="225652"/>
                    <a:pt x="130494" y="236862"/>
                  </a:cubicBezTo>
                  <a:cubicBezTo>
                    <a:pt x="124036" y="265094"/>
                    <a:pt x="124036" y="295878"/>
                    <a:pt x="121332" y="324711"/>
                  </a:cubicBezTo>
                  <a:cubicBezTo>
                    <a:pt x="118403" y="355570"/>
                    <a:pt x="115474" y="386430"/>
                    <a:pt x="113071" y="417365"/>
                  </a:cubicBezTo>
                  <a:lnTo>
                    <a:pt x="113071" y="421044"/>
                  </a:lnTo>
                  <a:cubicBezTo>
                    <a:pt x="111494" y="421495"/>
                    <a:pt x="87687" y="426976"/>
                    <a:pt x="87687" y="421044"/>
                  </a:cubicBezTo>
                  <a:cubicBezTo>
                    <a:pt x="85809" y="360977"/>
                    <a:pt x="83932" y="300909"/>
                    <a:pt x="81979" y="240842"/>
                  </a:cubicBezTo>
                  <a:cubicBezTo>
                    <a:pt x="82130" y="215590"/>
                    <a:pt x="79426" y="190407"/>
                    <a:pt x="73944" y="165757"/>
                  </a:cubicBezTo>
                  <a:lnTo>
                    <a:pt x="65983" y="166583"/>
                  </a:lnTo>
                  <a:lnTo>
                    <a:pt x="22501" y="404826"/>
                  </a:lnTo>
                  <a:cubicBezTo>
                    <a:pt x="21899" y="411779"/>
                    <a:pt x="19271" y="418409"/>
                    <a:pt x="14991" y="423898"/>
                  </a:cubicBezTo>
                  <a:cubicBezTo>
                    <a:pt x="11911" y="427531"/>
                    <a:pt x="6429" y="427975"/>
                    <a:pt x="2825" y="424888"/>
                  </a:cubicBezTo>
                  <a:cubicBezTo>
                    <a:pt x="1397" y="423657"/>
                    <a:pt x="346" y="421990"/>
                    <a:pt x="-29" y="420143"/>
                  </a:cubicBezTo>
                  <a:cubicBezTo>
                    <a:pt x="5002" y="359850"/>
                    <a:pt x="5528" y="299182"/>
                    <a:pt x="8232" y="238439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2" name="Content Placeholder 4">
              <a:extLst>
                <a:ext uri="{FF2B5EF4-FFF2-40B4-BE49-F238E27FC236}">
                  <a16:creationId xmlns:a16="http://schemas.microsoft.com/office/drawing/2014/main" id="{17396CB5-2AAB-3000-4B52-E7121B4FFF3B}"/>
                </a:ext>
              </a:extLst>
            </p:cNvPr>
            <p:cNvSpPr/>
            <p:nvPr/>
          </p:nvSpPr>
          <p:spPr>
            <a:xfrm>
              <a:off x="11423177" y="3943503"/>
              <a:ext cx="148535" cy="201329"/>
            </a:xfrm>
            <a:custGeom>
              <a:avLst/>
              <a:gdLst>
                <a:gd name="connsiteX0" fmla="*/ 109893 w 148535"/>
                <a:gd name="connsiteY0" fmla="*/ 1021 h 201329"/>
                <a:gd name="connsiteX1" fmla="*/ 96975 w 148535"/>
                <a:gd name="connsiteY1" fmla="*/ 6653 h 201329"/>
                <a:gd name="connsiteX2" fmla="*/ 41927 w 148535"/>
                <a:gd name="connsiteY2" fmla="*/ -30 h 201329"/>
                <a:gd name="connsiteX3" fmla="*/ 16769 w 148535"/>
                <a:gd name="connsiteY3" fmla="*/ 20769 h 201329"/>
                <a:gd name="connsiteX4" fmla="*/ 10761 w 148535"/>
                <a:gd name="connsiteY4" fmla="*/ 49901 h 201329"/>
                <a:gd name="connsiteX5" fmla="*/ 171 w 148535"/>
                <a:gd name="connsiteY5" fmla="*/ 188207 h 201329"/>
                <a:gd name="connsiteX6" fmla="*/ 1148 w 148535"/>
                <a:gd name="connsiteY6" fmla="*/ 195040 h 201329"/>
                <a:gd name="connsiteX7" fmla="*/ 16994 w 148535"/>
                <a:gd name="connsiteY7" fmla="*/ 200371 h 201329"/>
                <a:gd name="connsiteX8" fmla="*/ 139783 w 148535"/>
                <a:gd name="connsiteY8" fmla="*/ 198193 h 201329"/>
                <a:gd name="connsiteX9" fmla="*/ 144664 w 148535"/>
                <a:gd name="connsiteY9" fmla="*/ 197217 h 201329"/>
                <a:gd name="connsiteX10" fmla="*/ 148344 w 148535"/>
                <a:gd name="connsiteY10" fmla="*/ 189709 h 201329"/>
                <a:gd name="connsiteX11" fmla="*/ 139632 w 148535"/>
                <a:gd name="connsiteY11" fmla="*/ 58536 h 201329"/>
                <a:gd name="connsiteX12" fmla="*/ 125288 w 148535"/>
                <a:gd name="connsiteY12" fmla="*/ 11909 h 201329"/>
                <a:gd name="connsiteX13" fmla="*/ 117778 w 148535"/>
                <a:gd name="connsiteY13" fmla="*/ 4400 h 201329"/>
                <a:gd name="connsiteX14" fmla="*/ 109893 w 148535"/>
                <a:gd name="connsiteY14" fmla="*/ 1021 h 20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8535" h="201329">
                  <a:moveTo>
                    <a:pt x="109893" y="1021"/>
                  </a:moveTo>
                  <a:cubicBezTo>
                    <a:pt x="105762" y="3304"/>
                    <a:pt x="101482" y="5188"/>
                    <a:pt x="96975" y="6653"/>
                  </a:cubicBezTo>
                  <a:cubicBezTo>
                    <a:pt x="78501" y="12292"/>
                    <a:pt x="58524" y="9866"/>
                    <a:pt x="41927" y="-30"/>
                  </a:cubicBezTo>
                  <a:cubicBezTo>
                    <a:pt x="30888" y="2868"/>
                    <a:pt x="21726" y="10474"/>
                    <a:pt x="16769" y="20769"/>
                  </a:cubicBezTo>
                  <a:cubicBezTo>
                    <a:pt x="12939" y="30019"/>
                    <a:pt x="10911" y="39900"/>
                    <a:pt x="10761" y="49901"/>
                  </a:cubicBezTo>
                  <a:lnTo>
                    <a:pt x="171" y="188207"/>
                  </a:lnTo>
                  <a:cubicBezTo>
                    <a:pt x="-279" y="190527"/>
                    <a:pt x="22" y="192945"/>
                    <a:pt x="1148" y="195040"/>
                  </a:cubicBezTo>
                  <a:cubicBezTo>
                    <a:pt x="3852" y="199245"/>
                    <a:pt x="10986" y="200070"/>
                    <a:pt x="16994" y="200371"/>
                  </a:cubicBezTo>
                  <a:cubicBezTo>
                    <a:pt x="57924" y="202120"/>
                    <a:pt x="98928" y="201399"/>
                    <a:pt x="139783" y="198193"/>
                  </a:cubicBezTo>
                  <a:cubicBezTo>
                    <a:pt x="141435" y="198156"/>
                    <a:pt x="143087" y="197825"/>
                    <a:pt x="144664" y="197217"/>
                  </a:cubicBezTo>
                  <a:cubicBezTo>
                    <a:pt x="147217" y="195626"/>
                    <a:pt x="148644" y="192712"/>
                    <a:pt x="148344" y="189709"/>
                  </a:cubicBezTo>
                  <a:cubicBezTo>
                    <a:pt x="149245" y="145814"/>
                    <a:pt x="146391" y="101920"/>
                    <a:pt x="139632" y="58536"/>
                  </a:cubicBezTo>
                  <a:cubicBezTo>
                    <a:pt x="137980" y="42198"/>
                    <a:pt x="133099" y="26355"/>
                    <a:pt x="125288" y="11909"/>
                  </a:cubicBezTo>
                  <a:cubicBezTo>
                    <a:pt x="123486" y="8777"/>
                    <a:pt x="120932" y="6187"/>
                    <a:pt x="117778" y="4400"/>
                  </a:cubicBezTo>
                  <a:cubicBezTo>
                    <a:pt x="114324" y="2073"/>
                    <a:pt x="113347" y="-856"/>
                    <a:pt x="109893" y="1021"/>
                  </a:cubicBezTo>
                  <a:close/>
                </a:path>
              </a:pathLst>
            </a:custGeom>
            <a:solidFill>
              <a:srgbClr val="6D9D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3" name="Content Placeholder 4">
              <a:extLst>
                <a:ext uri="{FF2B5EF4-FFF2-40B4-BE49-F238E27FC236}">
                  <a16:creationId xmlns:a16="http://schemas.microsoft.com/office/drawing/2014/main" id="{B34CF76A-85BB-6EF5-6D2A-0A2F1D60929B}"/>
                </a:ext>
              </a:extLst>
            </p:cNvPr>
            <p:cNvSpPr/>
            <p:nvPr/>
          </p:nvSpPr>
          <p:spPr>
            <a:xfrm>
              <a:off x="11459676" y="3830516"/>
              <a:ext cx="84461" cy="115234"/>
            </a:xfrm>
            <a:custGeom>
              <a:avLst/>
              <a:gdLst>
                <a:gd name="connsiteX0" fmla="*/ 847 w 84461"/>
                <a:gd name="connsiteY0" fmla="*/ 50788 h 115234"/>
                <a:gd name="connsiteX1" fmla="*/ 3851 w 84461"/>
                <a:gd name="connsiteY1" fmla="*/ 35245 h 115234"/>
                <a:gd name="connsiteX2" fmla="*/ 51163 w 84461"/>
                <a:gd name="connsiteY2" fmla="*/ 1908 h 115234"/>
                <a:gd name="connsiteX3" fmla="*/ 63855 w 84461"/>
                <a:gd name="connsiteY3" fmla="*/ 11443 h 115234"/>
                <a:gd name="connsiteX4" fmla="*/ 74669 w 84461"/>
                <a:gd name="connsiteY4" fmla="*/ 23832 h 115234"/>
                <a:gd name="connsiteX5" fmla="*/ 84433 w 84461"/>
                <a:gd name="connsiteY5" fmla="*/ 53416 h 115234"/>
                <a:gd name="connsiteX6" fmla="*/ 77749 w 84461"/>
                <a:gd name="connsiteY6" fmla="*/ 82098 h 115234"/>
                <a:gd name="connsiteX7" fmla="*/ 56045 w 84461"/>
                <a:gd name="connsiteY7" fmla="*/ 112132 h 115234"/>
                <a:gd name="connsiteX8" fmla="*/ 10985 w 84461"/>
                <a:gd name="connsiteY8" fmla="*/ 99142 h 115234"/>
                <a:gd name="connsiteX9" fmla="*/ 847 w 84461"/>
                <a:gd name="connsiteY9" fmla="*/ 50788 h 115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4461" h="115234">
                  <a:moveTo>
                    <a:pt x="847" y="50788"/>
                  </a:moveTo>
                  <a:cubicBezTo>
                    <a:pt x="1297" y="45517"/>
                    <a:pt x="2348" y="40313"/>
                    <a:pt x="3851" y="35245"/>
                  </a:cubicBezTo>
                  <a:cubicBezTo>
                    <a:pt x="9483" y="17675"/>
                    <a:pt x="30060" y="-7178"/>
                    <a:pt x="51163" y="1908"/>
                  </a:cubicBezTo>
                  <a:cubicBezTo>
                    <a:pt x="55970" y="4258"/>
                    <a:pt x="60251" y="7494"/>
                    <a:pt x="63855" y="11443"/>
                  </a:cubicBezTo>
                  <a:cubicBezTo>
                    <a:pt x="67836" y="15213"/>
                    <a:pt x="71441" y="19365"/>
                    <a:pt x="74669" y="23832"/>
                  </a:cubicBezTo>
                  <a:cubicBezTo>
                    <a:pt x="80828" y="32490"/>
                    <a:pt x="84207" y="42799"/>
                    <a:pt x="84433" y="53416"/>
                  </a:cubicBezTo>
                  <a:cubicBezTo>
                    <a:pt x="83907" y="63297"/>
                    <a:pt x="81654" y="72998"/>
                    <a:pt x="77749" y="82098"/>
                  </a:cubicBezTo>
                  <a:cubicBezTo>
                    <a:pt x="73393" y="93961"/>
                    <a:pt x="67310" y="106350"/>
                    <a:pt x="56045" y="112132"/>
                  </a:cubicBezTo>
                  <a:cubicBezTo>
                    <a:pt x="41025" y="119640"/>
                    <a:pt x="21424" y="112657"/>
                    <a:pt x="10985" y="99142"/>
                  </a:cubicBezTo>
                  <a:cubicBezTo>
                    <a:pt x="1748" y="84816"/>
                    <a:pt x="-1857" y="67607"/>
                    <a:pt x="847" y="50788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4" name="Content Placeholder 4">
              <a:extLst>
                <a:ext uri="{FF2B5EF4-FFF2-40B4-BE49-F238E27FC236}">
                  <a16:creationId xmlns:a16="http://schemas.microsoft.com/office/drawing/2014/main" id="{FCA14D63-2CFA-504C-132C-3EF517AD0400}"/>
                </a:ext>
              </a:extLst>
            </p:cNvPr>
            <p:cNvSpPr/>
            <p:nvPr/>
          </p:nvSpPr>
          <p:spPr>
            <a:xfrm>
              <a:off x="11626316" y="3900222"/>
              <a:ext cx="53753" cy="100420"/>
            </a:xfrm>
            <a:custGeom>
              <a:avLst/>
              <a:gdLst>
                <a:gd name="connsiteX0" fmla="*/ 478 w 53753"/>
                <a:gd name="connsiteY0" fmla="*/ 84172 h 100420"/>
                <a:gd name="connsiteX1" fmla="*/ 478 w 53753"/>
                <a:gd name="connsiteY1" fmla="*/ 89052 h 100420"/>
                <a:gd name="connsiteX2" fmla="*/ 6486 w 53753"/>
                <a:gd name="connsiteY2" fmla="*/ 92882 h 100420"/>
                <a:gd name="connsiteX3" fmla="*/ 25261 w 53753"/>
                <a:gd name="connsiteY3" fmla="*/ 100390 h 100420"/>
                <a:gd name="connsiteX4" fmla="*/ 33822 w 53753"/>
                <a:gd name="connsiteY4" fmla="*/ 75387 h 100420"/>
                <a:gd name="connsiteX5" fmla="*/ 41332 w 53753"/>
                <a:gd name="connsiteY5" fmla="*/ 49333 h 100420"/>
                <a:gd name="connsiteX6" fmla="*/ 48166 w 53753"/>
                <a:gd name="connsiteY6" fmla="*/ 24255 h 100420"/>
                <a:gd name="connsiteX7" fmla="*/ 53724 w 53753"/>
                <a:gd name="connsiteY7" fmla="*/ 453 h 100420"/>
                <a:gd name="connsiteX8" fmla="*/ 41482 w 53753"/>
                <a:gd name="connsiteY8" fmla="*/ 1354 h 100420"/>
                <a:gd name="connsiteX9" fmla="*/ 27439 w 53753"/>
                <a:gd name="connsiteY9" fmla="*/ 3081 h 100420"/>
                <a:gd name="connsiteX10" fmla="*/ 23909 w 53753"/>
                <a:gd name="connsiteY10" fmla="*/ 4057 h 100420"/>
                <a:gd name="connsiteX11" fmla="*/ 21806 w 53753"/>
                <a:gd name="connsiteY11" fmla="*/ 7586 h 100420"/>
                <a:gd name="connsiteX12" fmla="*/ 478 w 53753"/>
                <a:gd name="connsiteY12" fmla="*/ 84172 h 100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753" h="100420">
                  <a:moveTo>
                    <a:pt x="478" y="84172"/>
                  </a:moveTo>
                  <a:cubicBezTo>
                    <a:pt x="-198" y="85719"/>
                    <a:pt x="-198" y="87506"/>
                    <a:pt x="478" y="89052"/>
                  </a:cubicBezTo>
                  <a:cubicBezTo>
                    <a:pt x="2055" y="90915"/>
                    <a:pt x="4158" y="92259"/>
                    <a:pt x="6486" y="92882"/>
                  </a:cubicBezTo>
                  <a:cubicBezTo>
                    <a:pt x="12720" y="95285"/>
                    <a:pt x="18952" y="98213"/>
                    <a:pt x="25261" y="100390"/>
                  </a:cubicBezTo>
                  <a:cubicBezTo>
                    <a:pt x="28791" y="92304"/>
                    <a:pt x="31645" y="83939"/>
                    <a:pt x="33822" y="75387"/>
                  </a:cubicBezTo>
                  <a:cubicBezTo>
                    <a:pt x="36601" y="66677"/>
                    <a:pt x="39229" y="57968"/>
                    <a:pt x="41332" y="49333"/>
                  </a:cubicBezTo>
                  <a:cubicBezTo>
                    <a:pt x="43435" y="40698"/>
                    <a:pt x="46063" y="32589"/>
                    <a:pt x="48166" y="24255"/>
                  </a:cubicBezTo>
                  <a:cubicBezTo>
                    <a:pt x="50795" y="16513"/>
                    <a:pt x="52597" y="8547"/>
                    <a:pt x="53724" y="453"/>
                  </a:cubicBezTo>
                  <a:cubicBezTo>
                    <a:pt x="50644" y="-899"/>
                    <a:pt x="44637" y="978"/>
                    <a:pt x="41482" y="1354"/>
                  </a:cubicBezTo>
                  <a:lnTo>
                    <a:pt x="27439" y="3081"/>
                  </a:lnTo>
                  <a:cubicBezTo>
                    <a:pt x="26237" y="3141"/>
                    <a:pt x="25036" y="3479"/>
                    <a:pt x="23909" y="4057"/>
                  </a:cubicBezTo>
                  <a:cubicBezTo>
                    <a:pt x="22783" y="4913"/>
                    <a:pt x="22032" y="6182"/>
                    <a:pt x="21806" y="7586"/>
                  </a:cubicBezTo>
                  <a:cubicBezTo>
                    <a:pt x="14972" y="32514"/>
                    <a:pt x="7913" y="58043"/>
                    <a:pt x="478" y="84172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5" name="Content Placeholder 4">
              <a:extLst>
                <a:ext uri="{FF2B5EF4-FFF2-40B4-BE49-F238E27FC236}">
                  <a16:creationId xmlns:a16="http://schemas.microsoft.com/office/drawing/2014/main" id="{CB7FD9A2-0CF3-1241-C576-7ADE2A3C7504}"/>
                </a:ext>
              </a:extLst>
            </p:cNvPr>
            <p:cNvSpPr/>
            <p:nvPr/>
          </p:nvSpPr>
          <p:spPr>
            <a:xfrm>
              <a:off x="11631216" y="3904679"/>
              <a:ext cx="41267" cy="89356"/>
            </a:xfrm>
            <a:custGeom>
              <a:avLst/>
              <a:gdLst>
                <a:gd name="connsiteX0" fmla="*/ 309 w 41267"/>
                <a:gd name="connsiteY0" fmla="*/ 76712 h 89356"/>
                <a:gd name="connsiteX1" fmla="*/ 309 w 41267"/>
                <a:gd name="connsiteY1" fmla="*/ 80917 h 89356"/>
                <a:gd name="connsiteX2" fmla="*/ 4214 w 41267"/>
                <a:gd name="connsiteY2" fmla="*/ 83920 h 89356"/>
                <a:gd name="connsiteX3" fmla="*/ 16605 w 41267"/>
                <a:gd name="connsiteY3" fmla="*/ 89326 h 89356"/>
                <a:gd name="connsiteX4" fmla="*/ 23515 w 41267"/>
                <a:gd name="connsiteY4" fmla="*/ 67552 h 89356"/>
                <a:gd name="connsiteX5" fmla="*/ 30199 w 41267"/>
                <a:gd name="connsiteY5" fmla="*/ 44501 h 89356"/>
                <a:gd name="connsiteX6" fmla="*/ 36132 w 41267"/>
                <a:gd name="connsiteY6" fmla="*/ 21976 h 89356"/>
                <a:gd name="connsiteX7" fmla="*/ 41238 w 41267"/>
                <a:gd name="connsiteY7" fmla="*/ 276 h 89356"/>
                <a:gd name="connsiteX8" fmla="*/ 32677 w 41267"/>
                <a:gd name="connsiteY8" fmla="*/ 1703 h 89356"/>
                <a:gd name="connsiteX9" fmla="*/ 22689 w 41267"/>
                <a:gd name="connsiteY9" fmla="*/ 3955 h 89356"/>
                <a:gd name="connsiteX10" fmla="*/ 20211 w 41267"/>
                <a:gd name="connsiteY10" fmla="*/ 4932 h 89356"/>
                <a:gd name="connsiteX11" fmla="*/ 18558 w 41267"/>
                <a:gd name="connsiteY11" fmla="*/ 8235 h 89356"/>
                <a:gd name="connsiteX12" fmla="*/ 309 w 41267"/>
                <a:gd name="connsiteY12" fmla="*/ 76712 h 8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267" h="89356">
                  <a:moveTo>
                    <a:pt x="309" y="76712"/>
                  </a:moveTo>
                  <a:cubicBezTo>
                    <a:pt x="-142" y="78071"/>
                    <a:pt x="-142" y="79558"/>
                    <a:pt x="309" y="80917"/>
                  </a:cubicBezTo>
                  <a:cubicBezTo>
                    <a:pt x="1210" y="82366"/>
                    <a:pt x="2561" y="83432"/>
                    <a:pt x="4214" y="83920"/>
                  </a:cubicBezTo>
                  <a:cubicBezTo>
                    <a:pt x="8269" y="85955"/>
                    <a:pt x="12400" y="87757"/>
                    <a:pt x="16605" y="89326"/>
                  </a:cubicBezTo>
                  <a:cubicBezTo>
                    <a:pt x="19384" y="82231"/>
                    <a:pt x="21712" y="74963"/>
                    <a:pt x="23515" y="67552"/>
                  </a:cubicBezTo>
                  <a:cubicBezTo>
                    <a:pt x="25843" y="60044"/>
                    <a:pt x="28096" y="52535"/>
                    <a:pt x="30199" y="44501"/>
                  </a:cubicBezTo>
                  <a:cubicBezTo>
                    <a:pt x="32302" y="36467"/>
                    <a:pt x="34254" y="29484"/>
                    <a:pt x="36132" y="21976"/>
                  </a:cubicBezTo>
                  <a:cubicBezTo>
                    <a:pt x="38384" y="14873"/>
                    <a:pt x="40036" y="7620"/>
                    <a:pt x="41238" y="276"/>
                  </a:cubicBezTo>
                  <a:cubicBezTo>
                    <a:pt x="39135" y="-775"/>
                    <a:pt x="34855" y="1177"/>
                    <a:pt x="32677" y="1703"/>
                  </a:cubicBezTo>
                  <a:lnTo>
                    <a:pt x="22689" y="3955"/>
                  </a:lnTo>
                  <a:cubicBezTo>
                    <a:pt x="21788" y="4105"/>
                    <a:pt x="20962" y="4443"/>
                    <a:pt x="20211" y="4932"/>
                  </a:cubicBezTo>
                  <a:cubicBezTo>
                    <a:pt x="19309" y="5832"/>
                    <a:pt x="18783" y="6989"/>
                    <a:pt x="18558" y="8235"/>
                  </a:cubicBezTo>
                  <a:cubicBezTo>
                    <a:pt x="12400" y="31136"/>
                    <a:pt x="6316" y="53887"/>
                    <a:pt x="309" y="76712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6" name="Content Placeholder 4">
              <a:extLst>
                <a:ext uri="{FF2B5EF4-FFF2-40B4-BE49-F238E27FC236}">
                  <a16:creationId xmlns:a16="http://schemas.microsoft.com/office/drawing/2014/main" id="{9CE4875B-E77B-579D-17F6-2A7E8C6CED21}"/>
                </a:ext>
              </a:extLst>
            </p:cNvPr>
            <p:cNvSpPr/>
            <p:nvPr/>
          </p:nvSpPr>
          <p:spPr>
            <a:xfrm>
              <a:off x="11635685" y="3929875"/>
              <a:ext cx="29213" cy="51019"/>
            </a:xfrm>
            <a:custGeom>
              <a:avLst/>
              <a:gdLst>
                <a:gd name="connsiteX0" fmla="*/ 12813 w 29213"/>
                <a:gd name="connsiteY0" fmla="*/ 83 h 51019"/>
                <a:gd name="connsiteX1" fmla="*/ 29185 w 29213"/>
                <a:gd name="connsiteY1" fmla="*/ 83 h 51019"/>
                <a:gd name="connsiteX2" fmla="*/ 15667 w 29213"/>
                <a:gd name="connsiteY2" fmla="*/ 50990 h 51019"/>
                <a:gd name="connsiteX3" fmla="*/ -29 w 29213"/>
                <a:gd name="connsiteY3" fmla="*/ 42130 h 51019"/>
                <a:gd name="connsiteX4" fmla="*/ 10936 w 29213"/>
                <a:gd name="connsiteY4" fmla="*/ 1134 h 51019"/>
                <a:gd name="connsiteX5" fmla="*/ 11612 w 29213"/>
                <a:gd name="connsiteY5" fmla="*/ 83 h 51019"/>
                <a:gd name="connsiteX6" fmla="*/ 12813 w 29213"/>
                <a:gd name="connsiteY6" fmla="*/ 83 h 51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213" h="51019">
                  <a:moveTo>
                    <a:pt x="12813" y="83"/>
                  </a:moveTo>
                  <a:cubicBezTo>
                    <a:pt x="18145" y="1660"/>
                    <a:pt x="23853" y="1660"/>
                    <a:pt x="29185" y="83"/>
                  </a:cubicBezTo>
                  <a:cubicBezTo>
                    <a:pt x="25580" y="17270"/>
                    <a:pt x="21074" y="34261"/>
                    <a:pt x="15667" y="50990"/>
                  </a:cubicBezTo>
                  <a:lnTo>
                    <a:pt x="-29" y="42130"/>
                  </a:lnTo>
                  <a:cubicBezTo>
                    <a:pt x="1999" y="28089"/>
                    <a:pt x="5678" y="14326"/>
                    <a:pt x="10936" y="1134"/>
                  </a:cubicBezTo>
                  <a:cubicBezTo>
                    <a:pt x="11085" y="736"/>
                    <a:pt x="11311" y="376"/>
                    <a:pt x="11612" y="83"/>
                  </a:cubicBezTo>
                  <a:cubicBezTo>
                    <a:pt x="11987" y="-67"/>
                    <a:pt x="12438" y="-67"/>
                    <a:pt x="12813" y="83"/>
                  </a:cubicBezTo>
                  <a:close/>
                </a:path>
              </a:pathLst>
            </a:custGeom>
            <a:solidFill>
              <a:srgbClr val="FBB03B">
                <a:alpha val="5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7" name="Content Placeholder 4">
              <a:extLst>
                <a:ext uri="{FF2B5EF4-FFF2-40B4-BE49-F238E27FC236}">
                  <a16:creationId xmlns:a16="http://schemas.microsoft.com/office/drawing/2014/main" id="{14A34A02-1D0B-AC07-C077-238C761E5D50}"/>
                </a:ext>
              </a:extLst>
            </p:cNvPr>
            <p:cNvSpPr/>
            <p:nvPr/>
          </p:nvSpPr>
          <p:spPr>
            <a:xfrm>
              <a:off x="11643044" y="3935007"/>
              <a:ext cx="20193" cy="14277"/>
            </a:xfrm>
            <a:custGeom>
              <a:avLst/>
              <a:gdLst>
                <a:gd name="connsiteX0" fmla="*/ 5153 w 20193"/>
                <a:gd name="connsiteY0" fmla="*/ 8692 h 14277"/>
                <a:gd name="connsiteX1" fmla="*/ 6580 w 20193"/>
                <a:gd name="connsiteY1" fmla="*/ 5238 h 14277"/>
                <a:gd name="connsiteX2" fmla="*/ 8082 w 20193"/>
                <a:gd name="connsiteY2" fmla="*/ 3060 h 14277"/>
                <a:gd name="connsiteX3" fmla="*/ 8908 w 20193"/>
                <a:gd name="connsiteY3" fmla="*/ 1183 h 14277"/>
                <a:gd name="connsiteX4" fmla="*/ 7256 w 20193"/>
                <a:gd name="connsiteY4" fmla="*/ 1934 h 14277"/>
                <a:gd name="connsiteX5" fmla="*/ 5979 w 20193"/>
                <a:gd name="connsiteY5" fmla="*/ 3811 h 14277"/>
                <a:gd name="connsiteX6" fmla="*/ 4628 w 20193"/>
                <a:gd name="connsiteY6" fmla="*/ 5012 h 14277"/>
                <a:gd name="connsiteX7" fmla="*/ 4628 w 20193"/>
                <a:gd name="connsiteY7" fmla="*/ 4337 h 14277"/>
                <a:gd name="connsiteX8" fmla="*/ 3951 w 20193"/>
                <a:gd name="connsiteY8" fmla="*/ 4337 h 14277"/>
                <a:gd name="connsiteX9" fmla="*/ 3501 w 20193"/>
                <a:gd name="connsiteY9" fmla="*/ 4862 h 14277"/>
                <a:gd name="connsiteX10" fmla="*/ 2825 w 20193"/>
                <a:gd name="connsiteY10" fmla="*/ 6664 h 14277"/>
                <a:gd name="connsiteX11" fmla="*/ 3426 w 20193"/>
                <a:gd name="connsiteY11" fmla="*/ 7565 h 14277"/>
                <a:gd name="connsiteX12" fmla="*/ 3426 w 20193"/>
                <a:gd name="connsiteY12" fmla="*/ 9367 h 14277"/>
                <a:gd name="connsiteX13" fmla="*/ 2149 w 20193"/>
                <a:gd name="connsiteY13" fmla="*/ 10419 h 14277"/>
                <a:gd name="connsiteX14" fmla="*/ 1624 w 20193"/>
                <a:gd name="connsiteY14" fmla="*/ 9893 h 14277"/>
                <a:gd name="connsiteX15" fmla="*/ 1624 w 20193"/>
                <a:gd name="connsiteY15" fmla="*/ 8992 h 14277"/>
                <a:gd name="connsiteX16" fmla="*/ 1624 w 20193"/>
                <a:gd name="connsiteY16" fmla="*/ 8541 h 14277"/>
                <a:gd name="connsiteX17" fmla="*/ 1022 w 20193"/>
                <a:gd name="connsiteY17" fmla="*/ 9217 h 14277"/>
                <a:gd name="connsiteX18" fmla="*/ 1022 w 20193"/>
                <a:gd name="connsiteY18" fmla="*/ 10043 h 14277"/>
                <a:gd name="connsiteX19" fmla="*/ -29 w 20193"/>
                <a:gd name="connsiteY19" fmla="*/ 12221 h 14277"/>
                <a:gd name="connsiteX20" fmla="*/ 723 w 20193"/>
                <a:gd name="connsiteY20" fmla="*/ 12596 h 14277"/>
                <a:gd name="connsiteX21" fmla="*/ 2074 w 20193"/>
                <a:gd name="connsiteY21" fmla="*/ 12596 h 14277"/>
                <a:gd name="connsiteX22" fmla="*/ 2074 w 20193"/>
                <a:gd name="connsiteY22" fmla="*/ 14248 h 14277"/>
                <a:gd name="connsiteX23" fmla="*/ 5829 w 20193"/>
                <a:gd name="connsiteY23" fmla="*/ 14248 h 14277"/>
                <a:gd name="connsiteX24" fmla="*/ 8833 w 20193"/>
                <a:gd name="connsiteY24" fmla="*/ 10569 h 14277"/>
                <a:gd name="connsiteX25" fmla="*/ 16794 w 20193"/>
                <a:gd name="connsiteY25" fmla="*/ 5989 h 14277"/>
                <a:gd name="connsiteX26" fmla="*/ 17995 w 20193"/>
                <a:gd name="connsiteY26" fmla="*/ -18 h 14277"/>
                <a:gd name="connsiteX27" fmla="*/ 15367 w 20193"/>
                <a:gd name="connsiteY27" fmla="*/ 733 h 14277"/>
                <a:gd name="connsiteX28" fmla="*/ 10035 w 20193"/>
                <a:gd name="connsiteY28" fmla="*/ 5088 h 14277"/>
                <a:gd name="connsiteX29" fmla="*/ 7407 w 20193"/>
                <a:gd name="connsiteY29" fmla="*/ 8767 h 14277"/>
                <a:gd name="connsiteX30" fmla="*/ 6280 w 20193"/>
                <a:gd name="connsiteY30" fmla="*/ 9593 h 14277"/>
                <a:gd name="connsiteX31" fmla="*/ 5153 w 20193"/>
                <a:gd name="connsiteY31" fmla="*/ 8692 h 14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0193" h="14277">
                  <a:moveTo>
                    <a:pt x="5153" y="8692"/>
                  </a:moveTo>
                  <a:cubicBezTo>
                    <a:pt x="5454" y="7475"/>
                    <a:pt x="5904" y="6311"/>
                    <a:pt x="6580" y="5238"/>
                  </a:cubicBezTo>
                  <a:cubicBezTo>
                    <a:pt x="7031" y="4562"/>
                    <a:pt x="7631" y="3811"/>
                    <a:pt x="8082" y="3060"/>
                  </a:cubicBezTo>
                  <a:cubicBezTo>
                    <a:pt x="8532" y="2310"/>
                    <a:pt x="9058" y="1559"/>
                    <a:pt x="8908" y="1183"/>
                  </a:cubicBezTo>
                  <a:cubicBezTo>
                    <a:pt x="8758" y="808"/>
                    <a:pt x="8007" y="1183"/>
                    <a:pt x="7256" y="1934"/>
                  </a:cubicBezTo>
                  <a:cubicBezTo>
                    <a:pt x="6730" y="2505"/>
                    <a:pt x="6355" y="3135"/>
                    <a:pt x="5979" y="3811"/>
                  </a:cubicBezTo>
                  <a:cubicBezTo>
                    <a:pt x="5979" y="4337"/>
                    <a:pt x="4852" y="5088"/>
                    <a:pt x="4628" y="5012"/>
                  </a:cubicBezTo>
                  <a:cubicBezTo>
                    <a:pt x="4402" y="4938"/>
                    <a:pt x="4628" y="4412"/>
                    <a:pt x="4628" y="4337"/>
                  </a:cubicBezTo>
                  <a:cubicBezTo>
                    <a:pt x="4628" y="4262"/>
                    <a:pt x="4628" y="4337"/>
                    <a:pt x="3951" y="4337"/>
                  </a:cubicBezTo>
                  <a:lnTo>
                    <a:pt x="3501" y="4862"/>
                  </a:lnTo>
                  <a:cubicBezTo>
                    <a:pt x="3050" y="5373"/>
                    <a:pt x="2825" y="6004"/>
                    <a:pt x="2825" y="6664"/>
                  </a:cubicBezTo>
                  <a:cubicBezTo>
                    <a:pt x="2825" y="7115"/>
                    <a:pt x="3200" y="7265"/>
                    <a:pt x="3426" y="7565"/>
                  </a:cubicBezTo>
                  <a:cubicBezTo>
                    <a:pt x="3801" y="8113"/>
                    <a:pt x="3801" y="8819"/>
                    <a:pt x="3426" y="9367"/>
                  </a:cubicBezTo>
                  <a:cubicBezTo>
                    <a:pt x="3125" y="9863"/>
                    <a:pt x="2675" y="10238"/>
                    <a:pt x="2149" y="10419"/>
                  </a:cubicBezTo>
                  <a:cubicBezTo>
                    <a:pt x="2149" y="10419"/>
                    <a:pt x="1548" y="10419"/>
                    <a:pt x="1624" y="9893"/>
                  </a:cubicBezTo>
                  <a:cubicBezTo>
                    <a:pt x="1624" y="9593"/>
                    <a:pt x="1624" y="9292"/>
                    <a:pt x="1624" y="8992"/>
                  </a:cubicBezTo>
                  <a:cubicBezTo>
                    <a:pt x="1624" y="8992"/>
                    <a:pt x="1624" y="8466"/>
                    <a:pt x="1624" y="8541"/>
                  </a:cubicBezTo>
                  <a:cubicBezTo>
                    <a:pt x="1398" y="8714"/>
                    <a:pt x="1173" y="8947"/>
                    <a:pt x="1022" y="9217"/>
                  </a:cubicBezTo>
                  <a:cubicBezTo>
                    <a:pt x="1022" y="9495"/>
                    <a:pt x="1022" y="9765"/>
                    <a:pt x="1022" y="10043"/>
                  </a:cubicBezTo>
                  <a:cubicBezTo>
                    <a:pt x="798" y="10817"/>
                    <a:pt x="422" y="11552"/>
                    <a:pt x="-29" y="12221"/>
                  </a:cubicBezTo>
                  <a:cubicBezTo>
                    <a:pt x="-29" y="12596"/>
                    <a:pt x="-29" y="12671"/>
                    <a:pt x="723" y="12596"/>
                  </a:cubicBezTo>
                  <a:cubicBezTo>
                    <a:pt x="1473" y="12521"/>
                    <a:pt x="1699" y="12596"/>
                    <a:pt x="2074" y="12596"/>
                  </a:cubicBezTo>
                  <a:cubicBezTo>
                    <a:pt x="2525" y="13062"/>
                    <a:pt x="2525" y="13782"/>
                    <a:pt x="2074" y="14248"/>
                  </a:cubicBezTo>
                  <a:cubicBezTo>
                    <a:pt x="3351" y="14053"/>
                    <a:pt x="4553" y="14053"/>
                    <a:pt x="5829" y="14248"/>
                  </a:cubicBezTo>
                  <a:cubicBezTo>
                    <a:pt x="5829" y="13122"/>
                    <a:pt x="7106" y="11620"/>
                    <a:pt x="8833" y="10569"/>
                  </a:cubicBezTo>
                  <a:cubicBezTo>
                    <a:pt x="11612" y="9255"/>
                    <a:pt x="14240" y="7723"/>
                    <a:pt x="16794" y="5989"/>
                  </a:cubicBezTo>
                  <a:cubicBezTo>
                    <a:pt x="20774" y="2835"/>
                    <a:pt x="21300" y="-243"/>
                    <a:pt x="17995" y="-18"/>
                  </a:cubicBezTo>
                  <a:cubicBezTo>
                    <a:pt x="17094" y="87"/>
                    <a:pt x="16193" y="342"/>
                    <a:pt x="15367" y="733"/>
                  </a:cubicBezTo>
                  <a:cubicBezTo>
                    <a:pt x="13264" y="1784"/>
                    <a:pt x="11461" y="3263"/>
                    <a:pt x="10035" y="5088"/>
                  </a:cubicBezTo>
                  <a:cubicBezTo>
                    <a:pt x="9058" y="6364"/>
                    <a:pt x="8457" y="7565"/>
                    <a:pt x="7407" y="8767"/>
                  </a:cubicBezTo>
                  <a:cubicBezTo>
                    <a:pt x="7106" y="9090"/>
                    <a:pt x="6655" y="9367"/>
                    <a:pt x="6280" y="9593"/>
                  </a:cubicBezTo>
                  <a:cubicBezTo>
                    <a:pt x="5078" y="10268"/>
                    <a:pt x="5003" y="9442"/>
                    <a:pt x="5153" y="8692"/>
                  </a:cubicBezTo>
                  <a:close/>
                </a:path>
              </a:pathLst>
            </a:custGeom>
            <a:solidFill>
              <a:srgbClr val="8CC67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8" name="Content Placeholder 4">
              <a:extLst>
                <a:ext uri="{FF2B5EF4-FFF2-40B4-BE49-F238E27FC236}">
                  <a16:creationId xmlns:a16="http://schemas.microsoft.com/office/drawing/2014/main" id="{9DB5749F-527D-08A8-6768-171FCE0DC023}"/>
                </a:ext>
              </a:extLst>
            </p:cNvPr>
            <p:cNvSpPr/>
            <p:nvPr/>
          </p:nvSpPr>
          <p:spPr>
            <a:xfrm>
              <a:off x="11641093" y="3947107"/>
              <a:ext cx="15470" cy="21323"/>
            </a:xfrm>
            <a:custGeom>
              <a:avLst/>
              <a:gdLst>
                <a:gd name="connsiteX0" fmla="*/ 45 w 15470"/>
                <a:gd name="connsiteY0" fmla="*/ 11683 h 21323"/>
                <a:gd name="connsiteX1" fmla="*/ 45 w 15470"/>
                <a:gd name="connsiteY1" fmla="*/ 11158 h 21323"/>
                <a:gd name="connsiteX2" fmla="*/ 1397 w 15470"/>
                <a:gd name="connsiteY2" fmla="*/ 2298 h 21323"/>
                <a:gd name="connsiteX3" fmla="*/ 15441 w 15470"/>
                <a:gd name="connsiteY3" fmla="*/ -30 h 21323"/>
                <a:gd name="connsiteX4" fmla="*/ 7931 w 15470"/>
                <a:gd name="connsiteY4" fmla="*/ 21294 h 21323"/>
                <a:gd name="connsiteX5" fmla="*/ -29 w 15470"/>
                <a:gd name="connsiteY5" fmla="*/ 11984 h 21323"/>
                <a:gd name="connsiteX6" fmla="*/ 45 w 15470"/>
                <a:gd name="connsiteY6" fmla="*/ 11683 h 21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470" h="21323">
                  <a:moveTo>
                    <a:pt x="45" y="11683"/>
                  </a:moveTo>
                  <a:lnTo>
                    <a:pt x="45" y="11158"/>
                  </a:lnTo>
                  <a:cubicBezTo>
                    <a:pt x="571" y="7779"/>
                    <a:pt x="1021" y="4851"/>
                    <a:pt x="1397" y="2298"/>
                  </a:cubicBezTo>
                  <a:cubicBezTo>
                    <a:pt x="6053" y="1217"/>
                    <a:pt x="10710" y="436"/>
                    <a:pt x="15441" y="-30"/>
                  </a:cubicBezTo>
                  <a:cubicBezTo>
                    <a:pt x="13263" y="7201"/>
                    <a:pt x="10785" y="14319"/>
                    <a:pt x="7931" y="21294"/>
                  </a:cubicBezTo>
                  <a:cubicBezTo>
                    <a:pt x="3875" y="16639"/>
                    <a:pt x="1548" y="13786"/>
                    <a:pt x="-29" y="11984"/>
                  </a:cubicBezTo>
                  <a:cubicBezTo>
                    <a:pt x="-29" y="11879"/>
                    <a:pt x="-29" y="11766"/>
                    <a:pt x="45" y="11683"/>
                  </a:cubicBezTo>
                  <a:close/>
                </a:path>
              </a:pathLst>
            </a:custGeom>
            <a:solidFill>
              <a:srgbClr val="8EAB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9" name="Content Placeholder 4">
              <a:extLst>
                <a:ext uri="{FF2B5EF4-FFF2-40B4-BE49-F238E27FC236}">
                  <a16:creationId xmlns:a16="http://schemas.microsoft.com/office/drawing/2014/main" id="{FEC66D32-4009-CF9F-A25D-097CD71FE795}"/>
                </a:ext>
              </a:extLst>
            </p:cNvPr>
            <p:cNvSpPr/>
            <p:nvPr/>
          </p:nvSpPr>
          <p:spPr>
            <a:xfrm>
              <a:off x="11643364" y="3943486"/>
              <a:ext cx="1032" cy="1818"/>
            </a:xfrm>
            <a:custGeom>
              <a:avLst/>
              <a:gdLst>
                <a:gd name="connsiteX0" fmla="*/ 478 w 1032"/>
                <a:gd name="connsiteY0" fmla="*/ 1489 h 1818"/>
                <a:gd name="connsiteX1" fmla="*/ 1003 w 1032"/>
                <a:gd name="connsiteY1" fmla="*/ 137 h 1818"/>
                <a:gd name="connsiteX2" fmla="*/ 478 w 1032"/>
                <a:gd name="connsiteY2" fmla="*/ 137 h 1818"/>
                <a:gd name="connsiteX3" fmla="*/ 478 w 1032"/>
                <a:gd name="connsiteY3" fmla="*/ 963 h 1818"/>
                <a:gd name="connsiteX4" fmla="*/ 27 w 1032"/>
                <a:gd name="connsiteY4" fmla="*/ 963 h 1818"/>
                <a:gd name="connsiteX5" fmla="*/ 27 w 1032"/>
                <a:gd name="connsiteY5" fmla="*/ 1338 h 1818"/>
                <a:gd name="connsiteX6" fmla="*/ 27 w 1032"/>
                <a:gd name="connsiteY6" fmla="*/ 1338 h 1818"/>
                <a:gd name="connsiteX7" fmla="*/ 27 w 1032"/>
                <a:gd name="connsiteY7" fmla="*/ 1789 h 1818"/>
                <a:gd name="connsiteX8" fmla="*/ 703 w 1032"/>
                <a:gd name="connsiteY8" fmla="*/ 1789 h 1818"/>
                <a:gd name="connsiteX9" fmla="*/ 703 w 1032"/>
                <a:gd name="connsiteY9" fmla="*/ 1789 h 1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32" h="1818">
                  <a:moveTo>
                    <a:pt x="478" y="1489"/>
                  </a:moveTo>
                  <a:cubicBezTo>
                    <a:pt x="778" y="1091"/>
                    <a:pt x="928" y="625"/>
                    <a:pt x="1003" y="137"/>
                  </a:cubicBezTo>
                  <a:cubicBezTo>
                    <a:pt x="1003" y="137"/>
                    <a:pt x="1003" y="-238"/>
                    <a:pt x="478" y="137"/>
                  </a:cubicBezTo>
                  <a:lnTo>
                    <a:pt x="478" y="963"/>
                  </a:lnTo>
                  <a:cubicBezTo>
                    <a:pt x="478" y="963"/>
                    <a:pt x="478" y="963"/>
                    <a:pt x="27" y="963"/>
                  </a:cubicBezTo>
                  <a:cubicBezTo>
                    <a:pt x="-48" y="1083"/>
                    <a:pt x="-48" y="1218"/>
                    <a:pt x="27" y="1338"/>
                  </a:cubicBezTo>
                  <a:lnTo>
                    <a:pt x="27" y="1338"/>
                  </a:lnTo>
                  <a:cubicBezTo>
                    <a:pt x="-48" y="1489"/>
                    <a:pt x="-48" y="1639"/>
                    <a:pt x="27" y="1789"/>
                  </a:cubicBezTo>
                  <a:lnTo>
                    <a:pt x="703" y="1789"/>
                  </a:lnTo>
                  <a:lnTo>
                    <a:pt x="703" y="1789"/>
                  </a:lnTo>
                  <a:close/>
                </a:path>
              </a:pathLst>
            </a:custGeom>
            <a:solidFill>
              <a:srgbClr val="FF8CA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0" name="Content Placeholder 4">
              <a:extLst>
                <a:ext uri="{FF2B5EF4-FFF2-40B4-BE49-F238E27FC236}">
                  <a16:creationId xmlns:a16="http://schemas.microsoft.com/office/drawing/2014/main" id="{155BAD08-5010-D976-8F0B-42E609755D29}"/>
                </a:ext>
              </a:extLst>
            </p:cNvPr>
            <p:cNvSpPr/>
            <p:nvPr/>
          </p:nvSpPr>
          <p:spPr>
            <a:xfrm>
              <a:off x="11648965" y="3948118"/>
              <a:ext cx="3091" cy="11166"/>
            </a:xfrm>
            <a:custGeom>
              <a:avLst/>
              <a:gdLst>
                <a:gd name="connsiteX0" fmla="*/ 2161 w 3091"/>
                <a:gd name="connsiteY0" fmla="*/ 310 h 11166"/>
                <a:gd name="connsiteX1" fmla="*/ 3062 w 3091"/>
                <a:gd name="connsiteY1" fmla="*/ 310 h 11166"/>
                <a:gd name="connsiteX2" fmla="*/ 1110 w 3091"/>
                <a:gd name="connsiteY2" fmla="*/ 10822 h 11166"/>
                <a:gd name="connsiteX3" fmla="*/ -17 w 3091"/>
                <a:gd name="connsiteY3" fmla="*/ 10222 h 11166"/>
                <a:gd name="connsiteX4" fmla="*/ 2161 w 3091"/>
                <a:gd name="connsiteY4" fmla="*/ 310 h 1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" h="11166">
                  <a:moveTo>
                    <a:pt x="2161" y="310"/>
                  </a:moveTo>
                  <a:cubicBezTo>
                    <a:pt x="2161" y="-65"/>
                    <a:pt x="3062" y="-215"/>
                    <a:pt x="3062" y="310"/>
                  </a:cubicBezTo>
                  <a:cubicBezTo>
                    <a:pt x="2611" y="3854"/>
                    <a:pt x="2011" y="7361"/>
                    <a:pt x="1110" y="10822"/>
                  </a:cubicBezTo>
                  <a:cubicBezTo>
                    <a:pt x="1110" y="11573"/>
                    <a:pt x="-167" y="10822"/>
                    <a:pt x="-17" y="10222"/>
                  </a:cubicBezTo>
                  <a:cubicBezTo>
                    <a:pt x="509" y="6880"/>
                    <a:pt x="1260" y="3569"/>
                    <a:pt x="2161" y="310"/>
                  </a:cubicBezTo>
                  <a:close/>
                </a:path>
              </a:pathLst>
            </a:custGeom>
            <a:solidFill>
              <a:srgbClr val="A1B5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1" name="Content Placeholder 4">
              <a:extLst>
                <a:ext uri="{FF2B5EF4-FFF2-40B4-BE49-F238E27FC236}">
                  <a16:creationId xmlns:a16="http://schemas.microsoft.com/office/drawing/2014/main" id="{B5804BD3-7AE0-3315-1C78-AE829666E98D}"/>
                </a:ext>
              </a:extLst>
            </p:cNvPr>
            <p:cNvSpPr/>
            <p:nvPr/>
          </p:nvSpPr>
          <p:spPr>
            <a:xfrm>
              <a:off x="11646043" y="3949043"/>
              <a:ext cx="1738" cy="7521"/>
            </a:xfrm>
            <a:custGeom>
              <a:avLst/>
              <a:gdLst>
                <a:gd name="connsiteX0" fmla="*/ 1178 w 1738"/>
                <a:gd name="connsiteY0" fmla="*/ 137 h 7521"/>
                <a:gd name="connsiteX1" fmla="*/ 1703 w 1738"/>
                <a:gd name="connsiteY1" fmla="*/ 137 h 7521"/>
                <a:gd name="connsiteX2" fmla="*/ 653 w 1738"/>
                <a:gd name="connsiteY2" fmla="*/ 7270 h 7521"/>
                <a:gd name="connsiteX3" fmla="*/ -24 w 1738"/>
                <a:gd name="connsiteY3" fmla="*/ 6895 h 7521"/>
                <a:gd name="connsiteX4" fmla="*/ 1178 w 1738"/>
                <a:gd name="connsiteY4" fmla="*/ 137 h 7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38" h="7521">
                  <a:moveTo>
                    <a:pt x="1178" y="137"/>
                  </a:moveTo>
                  <a:cubicBezTo>
                    <a:pt x="1178" y="137"/>
                    <a:pt x="1778" y="-238"/>
                    <a:pt x="1703" y="137"/>
                  </a:cubicBezTo>
                  <a:cubicBezTo>
                    <a:pt x="1253" y="2315"/>
                    <a:pt x="1253" y="4717"/>
                    <a:pt x="653" y="7270"/>
                  </a:cubicBezTo>
                  <a:cubicBezTo>
                    <a:pt x="653" y="7796"/>
                    <a:pt x="-99" y="7270"/>
                    <a:pt x="-24" y="6895"/>
                  </a:cubicBezTo>
                  <a:cubicBezTo>
                    <a:pt x="202" y="4620"/>
                    <a:pt x="653" y="2360"/>
                    <a:pt x="1178" y="137"/>
                  </a:cubicBezTo>
                  <a:close/>
                </a:path>
              </a:pathLst>
            </a:custGeom>
            <a:solidFill>
              <a:srgbClr val="A1B5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2" name="Content Placeholder 4">
              <a:extLst>
                <a:ext uri="{FF2B5EF4-FFF2-40B4-BE49-F238E27FC236}">
                  <a16:creationId xmlns:a16="http://schemas.microsoft.com/office/drawing/2014/main" id="{26FABE51-6A50-CF4D-1422-A67306D98BCC}"/>
                </a:ext>
              </a:extLst>
            </p:cNvPr>
            <p:cNvSpPr/>
            <p:nvPr/>
          </p:nvSpPr>
          <p:spPr>
            <a:xfrm>
              <a:off x="11643639" y="3949568"/>
              <a:ext cx="1508" cy="5874"/>
            </a:xfrm>
            <a:custGeom>
              <a:avLst/>
              <a:gdLst>
                <a:gd name="connsiteX0" fmla="*/ 1479 w 1508"/>
                <a:gd name="connsiteY0" fmla="*/ 138 h 5874"/>
                <a:gd name="connsiteX1" fmla="*/ 503 w 1508"/>
                <a:gd name="connsiteY1" fmla="*/ 5844 h 5874"/>
                <a:gd name="connsiteX2" fmla="*/ -23 w 1508"/>
                <a:gd name="connsiteY2" fmla="*/ 5844 h 5874"/>
                <a:gd name="connsiteX3" fmla="*/ 1104 w 1508"/>
                <a:gd name="connsiteY3" fmla="*/ 288 h 5874"/>
                <a:gd name="connsiteX4" fmla="*/ 1479 w 1508"/>
                <a:gd name="connsiteY4" fmla="*/ 138 h 5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8" h="5874">
                  <a:moveTo>
                    <a:pt x="1479" y="138"/>
                  </a:moveTo>
                  <a:cubicBezTo>
                    <a:pt x="1479" y="1940"/>
                    <a:pt x="803" y="3817"/>
                    <a:pt x="503" y="5844"/>
                  </a:cubicBezTo>
                  <a:cubicBezTo>
                    <a:pt x="503" y="5844"/>
                    <a:pt x="-98" y="5844"/>
                    <a:pt x="-23" y="5844"/>
                  </a:cubicBezTo>
                  <a:cubicBezTo>
                    <a:pt x="278" y="3975"/>
                    <a:pt x="653" y="2120"/>
                    <a:pt x="1104" y="288"/>
                  </a:cubicBezTo>
                  <a:cubicBezTo>
                    <a:pt x="1104" y="288"/>
                    <a:pt x="1479" y="-313"/>
                    <a:pt x="1479" y="138"/>
                  </a:cubicBezTo>
                  <a:close/>
                </a:path>
              </a:pathLst>
            </a:custGeom>
            <a:solidFill>
              <a:srgbClr val="A1B5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3" name="Content Placeholder 4">
              <a:extLst>
                <a:ext uri="{FF2B5EF4-FFF2-40B4-BE49-F238E27FC236}">
                  <a16:creationId xmlns:a16="http://schemas.microsoft.com/office/drawing/2014/main" id="{BAF28F3D-2715-134E-F8B3-0339AE41344D}"/>
                </a:ext>
              </a:extLst>
            </p:cNvPr>
            <p:cNvSpPr/>
            <p:nvPr/>
          </p:nvSpPr>
          <p:spPr>
            <a:xfrm>
              <a:off x="11642844" y="3949735"/>
              <a:ext cx="1026" cy="5030"/>
            </a:xfrm>
            <a:custGeom>
              <a:avLst/>
              <a:gdLst>
                <a:gd name="connsiteX0" fmla="*/ 923 w 1026"/>
                <a:gd name="connsiteY0" fmla="*/ -30 h 5030"/>
                <a:gd name="connsiteX1" fmla="*/ 171 w 1026"/>
                <a:gd name="connsiteY1" fmla="*/ 5001 h 5030"/>
                <a:gd name="connsiteX2" fmla="*/ 171 w 1026"/>
                <a:gd name="connsiteY2" fmla="*/ 5001 h 5030"/>
                <a:gd name="connsiteX3" fmla="*/ 998 w 1026"/>
                <a:gd name="connsiteY3" fmla="*/ 120 h 5030"/>
                <a:gd name="connsiteX4" fmla="*/ 923 w 1026"/>
                <a:gd name="connsiteY4" fmla="*/ -30 h 5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26" h="5030">
                  <a:moveTo>
                    <a:pt x="923" y="-30"/>
                  </a:moveTo>
                  <a:cubicBezTo>
                    <a:pt x="923" y="1547"/>
                    <a:pt x="472" y="3199"/>
                    <a:pt x="171" y="5001"/>
                  </a:cubicBezTo>
                  <a:cubicBezTo>
                    <a:pt x="171" y="5001"/>
                    <a:pt x="-279" y="5001"/>
                    <a:pt x="171" y="5001"/>
                  </a:cubicBezTo>
                  <a:cubicBezTo>
                    <a:pt x="171" y="3274"/>
                    <a:pt x="697" y="1622"/>
                    <a:pt x="998" y="120"/>
                  </a:cubicBezTo>
                  <a:cubicBezTo>
                    <a:pt x="622" y="-30"/>
                    <a:pt x="923" y="-30"/>
                    <a:pt x="923" y="-30"/>
                  </a:cubicBezTo>
                  <a:close/>
                </a:path>
              </a:pathLst>
            </a:custGeom>
            <a:solidFill>
              <a:srgbClr val="A1B5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4" name="Content Placeholder 4">
              <a:extLst>
                <a:ext uri="{FF2B5EF4-FFF2-40B4-BE49-F238E27FC236}">
                  <a16:creationId xmlns:a16="http://schemas.microsoft.com/office/drawing/2014/main" id="{CE4D603D-8BE8-CB02-668C-B18767B56AB4}"/>
                </a:ext>
              </a:extLst>
            </p:cNvPr>
            <p:cNvSpPr/>
            <p:nvPr/>
          </p:nvSpPr>
          <p:spPr>
            <a:xfrm>
              <a:off x="11666984" y="3867094"/>
              <a:ext cx="4523" cy="13785"/>
            </a:xfrm>
            <a:custGeom>
              <a:avLst/>
              <a:gdLst>
                <a:gd name="connsiteX0" fmla="*/ 2091 w 4523"/>
                <a:gd name="connsiteY0" fmla="*/ 769 h 13785"/>
                <a:gd name="connsiteX1" fmla="*/ 4494 w 4523"/>
                <a:gd name="connsiteY1" fmla="*/ 12182 h 13785"/>
                <a:gd name="connsiteX2" fmla="*/ 2016 w 4523"/>
                <a:gd name="connsiteY2" fmla="*/ 12858 h 13785"/>
                <a:gd name="connsiteX3" fmla="*/ -12 w 4523"/>
                <a:gd name="connsiteY3" fmla="*/ 1295 h 13785"/>
                <a:gd name="connsiteX4" fmla="*/ 2091 w 4523"/>
                <a:gd name="connsiteY4" fmla="*/ 769 h 13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23" h="13785">
                  <a:moveTo>
                    <a:pt x="2091" y="769"/>
                  </a:moveTo>
                  <a:cubicBezTo>
                    <a:pt x="2917" y="4524"/>
                    <a:pt x="3668" y="8278"/>
                    <a:pt x="4494" y="12182"/>
                  </a:cubicBezTo>
                  <a:cubicBezTo>
                    <a:pt x="4494" y="13759"/>
                    <a:pt x="2316" y="14435"/>
                    <a:pt x="2016" y="12858"/>
                  </a:cubicBezTo>
                  <a:lnTo>
                    <a:pt x="-12" y="1295"/>
                  </a:lnTo>
                  <a:cubicBezTo>
                    <a:pt x="-237" y="18"/>
                    <a:pt x="1791" y="-657"/>
                    <a:pt x="2091" y="769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5" name="Content Placeholder 4">
              <a:extLst>
                <a:ext uri="{FF2B5EF4-FFF2-40B4-BE49-F238E27FC236}">
                  <a16:creationId xmlns:a16="http://schemas.microsoft.com/office/drawing/2014/main" id="{AE4DD1B6-594E-F52D-F6B8-46C30F130926}"/>
                </a:ext>
              </a:extLst>
            </p:cNvPr>
            <p:cNvSpPr/>
            <p:nvPr/>
          </p:nvSpPr>
          <p:spPr>
            <a:xfrm>
              <a:off x="11678582" y="3868172"/>
              <a:ext cx="3421" cy="8181"/>
            </a:xfrm>
            <a:custGeom>
              <a:avLst/>
              <a:gdLst>
                <a:gd name="connsiteX0" fmla="*/ 32 w 3421"/>
                <a:gd name="connsiteY0" fmla="*/ 6449 h 8181"/>
                <a:gd name="connsiteX1" fmla="*/ 858 w 3421"/>
                <a:gd name="connsiteY1" fmla="*/ 3746 h 8181"/>
                <a:gd name="connsiteX2" fmla="*/ 858 w 3421"/>
                <a:gd name="connsiteY2" fmla="*/ 3746 h 8181"/>
                <a:gd name="connsiteX3" fmla="*/ 1308 w 3421"/>
                <a:gd name="connsiteY3" fmla="*/ 743 h 8181"/>
                <a:gd name="connsiteX4" fmla="*/ 2585 w 3421"/>
                <a:gd name="connsiteY4" fmla="*/ 7 h 8181"/>
                <a:gd name="connsiteX5" fmla="*/ 3336 w 3421"/>
                <a:gd name="connsiteY5" fmla="*/ 743 h 8181"/>
                <a:gd name="connsiteX6" fmla="*/ 3336 w 3421"/>
                <a:gd name="connsiteY6" fmla="*/ 4046 h 8181"/>
                <a:gd name="connsiteX7" fmla="*/ 3336 w 3421"/>
                <a:gd name="connsiteY7" fmla="*/ 4647 h 8181"/>
                <a:gd name="connsiteX8" fmla="*/ 2510 w 3421"/>
                <a:gd name="connsiteY8" fmla="*/ 7275 h 8181"/>
                <a:gd name="connsiteX9" fmla="*/ 32 w 3421"/>
                <a:gd name="connsiteY9" fmla="*/ 6449 h 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21" h="8181">
                  <a:moveTo>
                    <a:pt x="32" y="6449"/>
                  </a:moveTo>
                  <a:lnTo>
                    <a:pt x="858" y="3746"/>
                  </a:lnTo>
                  <a:lnTo>
                    <a:pt x="858" y="3746"/>
                  </a:lnTo>
                  <a:cubicBezTo>
                    <a:pt x="1082" y="2755"/>
                    <a:pt x="1233" y="1756"/>
                    <a:pt x="1308" y="743"/>
                  </a:cubicBezTo>
                  <a:cubicBezTo>
                    <a:pt x="1458" y="180"/>
                    <a:pt x="2059" y="-143"/>
                    <a:pt x="2585" y="7"/>
                  </a:cubicBezTo>
                  <a:cubicBezTo>
                    <a:pt x="2960" y="105"/>
                    <a:pt x="3260" y="382"/>
                    <a:pt x="3336" y="743"/>
                  </a:cubicBezTo>
                  <a:cubicBezTo>
                    <a:pt x="3411" y="1847"/>
                    <a:pt x="3411" y="2950"/>
                    <a:pt x="3336" y="4046"/>
                  </a:cubicBezTo>
                  <a:cubicBezTo>
                    <a:pt x="3336" y="4249"/>
                    <a:pt x="3336" y="4452"/>
                    <a:pt x="3336" y="4647"/>
                  </a:cubicBezTo>
                  <a:lnTo>
                    <a:pt x="2510" y="7275"/>
                  </a:lnTo>
                  <a:cubicBezTo>
                    <a:pt x="1759" y="8777"/>
                    <a:pt x="-419" y="8251"/>
                    <a:pt x="32" y="6449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6" name="Content Placeholder 4">
              <a:extLst>
                <a:ext uri="{FF2B5EF4-FFF2-40B4-BE49-F238E27FC236}">
                  <a16:creationId xmlns:a16="http://schemas.microsoft.com/office/drawing/2014/main" id="{FA08B947-DEAD-0105-FB59-5C6FC1CB5EE8}"/>
                </a:ext>
              </a:extLst>
            </p:cNvPr>
            <p:cNvSpPr/>
            <p:nvPr/>
          </p:nvSpPr>
          <p:spPr>
            <a:xfrm>
              <a:off x="11684125" y="3879221"/>
              <a:ext cx="14503" cy="3390"/>
            </a:xfrm>
            <a:custGeom>
              <a:avLst/>
              <a:gdLst>
                <a:gd name="connsiteX0" fmla="*/ 646 w 14503"/>
                <a:gd name="connsiteY0" fmla="*/ 956 h 3390"/>
                <a:gd name="connsiteX1" fmla="*/ 13488 w 14503"/>
                <a:gd name="connsiteY1" fmla="*/ 355 h 3390"/>
                <a:gd name="connsiteX2" fmla="*/ 13488 w 14503"/>
                <a:gd name="connsiteY2" fmla="*/ 2458 h 3390"/>
                <a:gd name="connsiteX3" fmla="*/ 1322 w 14503"/>
                <a:gd name="connsiteY3" fmla="*/ 3359 h 3390"/>
                <a:gd name="connsiteX4" fmla="*/ -29 w 14503"/>
                <a:gd name="connsiteY4" fmla="*/ 2165 h 3390"/>
                <a:gd name="connsiteX5" fmla="*/ 646 w 14503"/>
                <a:gd name="connsiteY5" fmla="*/ 956 h 3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03" h="3390">
                  <a:moveTo>
                    <a:pt x="646" y="956"/>
                  </a:moveTo>
                  <a:cubicBezTo>
                    <a:pt x="4852" y="-110"/>
                    <a:pt x="9208" y="-313"/>
                    <a:pt x="13488" y="355"/>
                  </a:cubicBezTo>
                  <a:cubicBezTo>
                    <a:pt x="14765" y="355"/>
                    <a:pt x="14840" y="2533"/>
                    <a:pt x="13488" y="2458"/>
                  </a:cubicBezTo>
                  <a:cubicBezTo>
                    <a:pt x="9433" y="2262"/>
                    <a:pt x="5303" y="2570"/>
                    <a:pt x="1322" y="3359"/>
                  </a:cubicBezTo>
                  <a:cubicBezTo>
                    <a:pt x="646" y="3404"/>
                    <a:pt x="46" y="2870"/>
                    <a:pt x="-29" y="2165"/>
                  </a:cubicBezTo>
                  <a:cubicBezTo>
                    <a:pt x="-29" y="1662"/>
                    <a:pt x="195" y="1189"/>
                    <a:pt x="646" y="956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7" name="Content Placeholder 4">
              <a:extLst>
                <a:ext uri="{FF2B5EF4-FFF2-40B4-BE49-F238E27FC236}">
                  <a16:creationId xmlns:a16="http://schemas.microsoft.com/office/drawing/2014/main" id="{BB9285E7-B40D-2B9C-A463-39A12E1D7BEC}"/>
                </a:ext>
              </a:extLst>
            </p:cNvPr>
            <p:cNvSpPr/>
            <p:nvPr/>
          </p:nvSpPr>
          <p:spPr>
            <a:xfrm>
              <a:off x="11458515" y="3998263"/>
              <a:ext cx="180854" cy="99238"/>
            </a:xfrm>
            <a:custGeom>
              <a:avLst/>
              <a:gdLst>
                <a:gd name="connsiteX0" fmla="*/ 4787 w 180854"/>
                <a:gd name="connsiteY0" fmla="*/ 2875 h 99238"/>
                <a:gd name="connsiteX1" fmla="*/ 9067 w 180854"/>
                <a:gd name="connsiteY1" fmla="*/ 247 h 99238"/>
                <a:gd name="connsiteX2" fmla="*/ 24763 w 180854"/>
                <a:gd name="connsiteY2" fmla="*/ 10984 h 99238"/>
                <a:gd name="connsiteX3" fmla="*/ 58408 w 180854"/>
                <a:gd name="connsiteY3" fmla="*/ 71052 h 99238"/>
                <a:gd name="connsiteX4" fmla="*/ 64641 w 180854"/>
                <a:gd name="connsiteY4" fmla="*/ 69325 h 99238"/>
                <a:gd name="connsiteX5" fmla="*/ 136362 w 180854"/>
                <a:gd name="connsiteY5" fmla="*/ 60165 h 99238"/>
                <a:gd name="connsiteX6" fmla="*/ 139291 w 180854"/>
                <a:gd name="connsiteY6" fmla="*/ 59564 h 99238"/>
                <a:gd name="connsiteX7" fmla="*/ 155662 w 180854"/>
                <a:gd name="connsiteY7" fmla="*/ 50629 h 99238"/>
                <a:gd name="connsiteX8" fmla="*/ 159117 w 180854"/>
                <a:gd name="connsiteY8" fmla="*/ 48151 h 99238"/>
                <a:gd name="connsiteX9" fmla="*/ 163172 w 180854"/>
                <a:gd name="connsiteY9" fmla="*/ 48151 h 99238"/>
                <a:gd name="connsiteX10" fmla="*/ 163698 w 180854"/>
                <a:gd name="connsiteY10" fmla="*/ 51613 h 99238"/>
                <a:gd name="connsiteX11" fmla="*/ 163548 w 180854"/>
                <a:gd name="connsiteY11" fmla="*/ 51830 h 99238"/>
                <a:gd name="connsiteX12" fmla="*/ 173161 w 180854"/>
                <a:gd name="connsiteY12" fmla="*/ 50178 h 99238"/>
                <a:gd name="connsiteX13" fmla="*/ 180671 w 180854"/>
                <a:gd name="connsiteY13" fmla="*/ 55434 h 99238"/>
                <a:gd name="connsiteX14" fmla="*/ 175489 w 180854"/>
                <a:gd name="connsiteY14" fmla="*/ 66547 h 99238"/>
                <a:gd name="connsiteX15" fmla="*/ 144097 w 180854"/>
                <a:gd name="connsiteY15" fmla="*/ 76383 h 99238"/>
                <a:gd name="connsiteX16" fmla="*/ 130053 w 180854"/>
                <a:gd name="connsiteY16" fmla="*/ 80963 h 99238"/>
                <a:gd name="connsiteX17" fmla="*/ 83867 w 180854"/>
                <a:gd name="connsiteY17" fmla="*/ 94929 h 99238"/>
                <a:gd name="connsiteX18" fmla="*/ 61337 w 180854"/>
                <a:gd name="connsiteY18" fmla="*/ 99209 h 99238"/>
                <a:gd name="connsiteX19" fmla="*/ 49471 w 180854"/>
                <a:gd name="connsiteY19" fmla="*/ 96506 h 99238"/>
                <a:gd name="connsiteX20" fmla="*/ 2759 w 180854"/>
                <a:gd name="connsiteY20" fmla="*/ 30431 h 99238"/>
                <a:gd name="connsiteX21" fmla="*/ 4787 w 180854"/>
                <a:gd name="connsiteY21" fmla="*/ 2875 h 99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0854" h="99238">
                  <a:moveTo>
                    <a:pt x="4787" y="2875"/>
                  </a:moveTo>
                  <a:cubicBezTo>
                    <a:pt x="5988" y="1659"/>
                    <a:pt x="7415" y="750"/>
                    <a:pt x="9067" y="247"/>
                  </a:cubicBezTo>
                  <a:cubicBezTo>
                    <a:pt x="15676" y="-1480"/>
                    <a:pt x="21233" y="5203"/>
                    <a:pt x="24763" y="10984"/>
                  </a:cubicBezTo>
                  <a:cubicBezTo>
                    <a:pt x="37080" y="30379"/>
                    <a:pt x="48270" y="50434"/>
                    <a:pt x="58408" y="71052"/>
                  </a:cubicBezTo>
                  <a:cubicBezTo>
                    <a:pt x="60361" y="70106"/>
                    <a:pt x="62463" y="69520"/>
                    <a:pt x="64641" y="69325"/>
                  </a:cubicBezTo>
                  <a:cubicBezTo>
                    <a:pt x="89049" y="65646"/>
                    <a:pt x="109701" y="63168"/>
                    <a:pt x="136362" y="60165"/>
                  </a:cubicBezTo>
                  <a:cubicBezTo>
                    <a:pt x="137338" y="60060"/>
                    <a:pt x="138314" y="59857"/>
                    <a:pt x="139291" y="59564"/>
                  </a:cubicBezTo>
                  <a:cubicBezTo>
                    <a:pt x="145148" y="57454"/>
                    <a:pt x="150705" y="54443"/>
                    <a:pt x="155662" y="50629"/>
                  </a:cubicBezTo>
                  <a:cubicBezTo>
                    <a:pt x="156714" y="49668"/>
                    <a:pt x="157840" y="48842"/>
                    <a:pt x="159117" y="48151"/>
                  </a:cubicBezTo>
                  <a:cubicBezTo>
                    <a:pt x="160393" y="47468"/>
                    <a:pt x="161896" y="47468"/>
                    <a:pt x="163172" y="48151"/>
                  </a:cubicBezTo>
                  <a:cubicBezTo>
                    <a:pt x="164299" y="48955"/>
                    <a:pt x="164524" y="50501"/>
                    <a:pt x="163698" y="51613"/>
                  </a:cubicBezTo>
                  <a:cubicBezTo>
                    <a:pt x="163698" y="51688"/>
                    <a:pt x="163623" y="51763"/>
                    <a:pt x="163548" y="51830"/>
                  </a:cubicBezTo>
                  <a:cubicBezTo>
                    <a:pt x="166627" y="50697"/>
                    <a:pt x="169856" y="50134"/>
                    <a:pt x="173161" y="50178"/>
                  </a:cubicBezTo>
                  <a:cubicBezTo>
                    <a:pt x="176465" y="50381"/>
                    <a:pt x="179319" y="52416"/>
                    <a:pt x="180671" y="55434"/>
                  </a:cubicBezTo>
                  <a:cubicBezTo>
                    <a:pt x="181422" y="59857"/>
                    <a:pt x="179394" y="64287"/>
                    <a:pt x="175489" y="66547"/>
                  </a:cubicBezTo>
                  <a:cubicBezTo>
                    <a:pt x="166176" y="72756"/>
                    <a:pt x="155287" y="76173"/>
                    <a:pt x="144097" y="76383"/>
                  </a:cubicBezTo>
                  <a:cubicBezTo>
                    <a:pt x="139515" y="78155"/>
                    <a:pt x="134784" y="79679"/>
                    <a:pt x="130053" y="80963"/>
                  </a:cubicBezTo>
                  <a:lnTo>
                    <a:pt x="83867" y="94929"/>
                  </a:lnTo>
                  <a:cubicBezTo>
                    <a:pt x="76657" y="97534"/>
                    <a:pt x="68997" y="98976"/>
                    <a:pt x="61337" y="99209"/>
                  </a:cubicBezTo>
                  <a:cubicBezTo>
                    <a:pt x="57206" y="99104"/>
                    <a:pt x="53226" y="98188"/>
                    <a:pt x="49471" y="96506"/>
                  </a:cubicBezTo>
                  <a:cubicBezTo>
                    <a:pt x="26265" y="86444"/>
                    <a:pt x="10043" y="50404"/>
                    <a:pt x="2759" y="30431"/>
                  </a:cubicBezTo>
                  <a:cubicBezTo>
                    <a:pt x="-245" y="21571"/>
                    <a:pt x="-2348" y="9783"/>
                    <a:pt x="4787" y="2875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8" name="Content Placeholder 4">
              <a:extLst>
                <a:ext uri="{FF2B5EF4-FFF2-40B4-BE49-F238E27FC236}">
                  <a16:creationId xmlns:a16="http://schemas.microsoft.com/office/drawing/2014/main" id="{D88A6CBB-825C-80F7-0535-8038ED8A3B06}"/>
                </a:ext>
              </a:extLst>
            </p:cNvPr>
            <p:cNvSpPr/>
            <p:nvPr/>
          </p:nvSpPr>
          <p:spPr>
            <a:xfrm>
              <a:off x="11438991" y="4202793"/>
              <a:ext cx="4509" cy="12074"/>
            </a:xfrm>
            <a:custGeom>
              <a:avLst/>
              <a:gdLst>
                <a:gd name="connsiteX0" fmla="*/ 2607 w 4509"/>
                <a:gd name="connsiteY0" fmla="*/ 622 h 12074"/>
                <a:gd name="connsiteX1" fmla="*/ 4409 w 4509"/>
                <a:gd name="connsiteY1" fmla="*/ 1073 h 12074"/>
                <a:gd name="connsiteX2" fmla="*/ 2006 w 4509"/>
                <a:gd name="connsiteY2" fmla="*/ 11059 h 12074"/>
                <a:gd name="connsiteX3" fmla="*/ -22 w 4509"/>
                <a:gd name="connsiteY3" fmla="*/ 11059 h 12074"/>
                <a:gd name="connsiteX4" fmla="*/ 2607 w 4509"/>
                <a:gd name="connsiteY4" fmla="*/ 622 h 12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9" h="12074">
                  <a:moveTo>
                    <a:pt x="2607" y="622"/>
                  </a:moveTo>
                  <a:cubicBezTo>
                    <a:pt x="3058" y="-504"/>
                    <a:pt x="4860" y="-53"/>
                    <a:pt x="4409" y="1073"/>
                  </a:cubicBezTo>
                  <a:cubicBezTo>
                    <a:pt x="3207" y="4294"/>
                    <a:pt x="2381" y="7643"/>
                    <a:pt x="2006" y="11059"/>
                  </a:cubicBezTo>
                  <a:cubicBezTo>
                    <a:pt x="2006" y="12336"/>
                    <a:pt x="-172" y="12411"/>
                    <a:pt x="-22" y="11059"/>
                  </a:cubicBezTo>
                  <a:cubicBezTo>
                    <a:pt x="353" y="7471"/>
                    <a:pt x="1180" y="3949"/>
                    <a:pt x="2607" y="622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9" name="Content Placeholder 4">
              <a:extLst>
                <a:ext uri="{FF2B5EF4-FFF2-40B4-BE49-F238E27FC236}">
                  <a16:creationId xmlns:a16="http://schemas.microsoft.com/office/drawing/2014/main" id="{9DD0FBF7-2133-5E9E-4303-41FD8573A3EA}"/>
                </a:ext>
              </a:extLst>
            </p:cNvPr>
            <p:cNvSpPr/>
            <p:nvPr/>
          </p:nvSpPr>
          <p:spPr>
            <a:xfrm>
              <a:off x="11435536" y="4239543"/>
              <a:ext cx="2569" cy="9254"/>
            </a:xfrm>
            <a:custGeom>
              <a:avLst/>
              <a:gdLst>
                <a:gd name="connsiteX0" fmla="*/ 654 w 2569"/>
                <a:gd name="connsiteY0" fmla="*/ 815 h 9254"/>
                <a:gd name="connsiteX1" fmla="*/ 2532 w 2569"/>
                <a:gd name="connsiteY1" fmla="*/ 815 h 9254"/>
                <a:gd name="connsiteX2" fmla="*/ 1856 w 2569"/>
                <a:gd name="connsiteY2" fmla="*/ 8324 h 9254"/>
                <a:gd name="connsiteX3" fmla="*/ -21 w 2569"/>
                <a:gd name="connsiteY3" fmla="*/ 8324 h 9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9" h="9254">
                  <a:moveTo>
                    <a:pt x="654" y="815"/>
                  </a:moveTo>
                  <a:cubicBezTo>
                    <a:pt x="654" y="-311"/>
                    <a:pt x="2682" y="-311"/>
                    <a:pt x="2532" y="815"/>
                  </a:cubicBezTo>
                  <a:lnTo>
                    <a:pt x="1856" y="8324"/>
                  </a:lnTo>
                  <a:cubicBezTo>
                    <a:pt x="1856" y="9525"/>
                    <a:pt x="-172" y="9525"/>
                    <a:pt x="-21" y="8324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0" name="Content Placeholder 4">
              <a:extLst>
                <a:ext uri="{FF2B5EF4-FFF2-40B4-BE49-F238E27FC236}">
                  <a16:creationId xmlns:a16="http://schemas.microsoft.com/office/drawing/2014/main" id="{70FB5235-D573-DF25-FD49-C5C99D2BEA1A}"/>
                </a:ext>
              </a:extLst>
            </p:cNvPr>
            <p:cNvSpPr/>
            <p:nvPr/>
          </p:nvSpPr>
          <p:spPr>
            <a:xfrm>
              <a:off x="11436971" y="4278605"/>
              <a:ext cx="1952" cy="9460"/>
            </a:xfrm>
            <a:custGeom>
              <a:avLst/>
              <a:gdLst>
                <a:gd name="connsiteX0" fmla="*/ -29 w 1952"/>
                <a:gd name="connsiteY0" fmla="*/ 946 h 9460"/>
                <a:gd name="connsiteX1" fmla="*/ 947 w 1952"/>
                <a:gd name="connsiteY1" fmla="*/ -30 h 9460"/>
                <a:gd name="connsiteX2" fmla="*/ 1923 w 1952"/>
                <a:gd name="connsiteY2" fmla="*/ 946 h 9460"/>
                <a:gd name="connsiteX3" fmla="*/ 1923 w 1952"/>
                <a:gd name="connsiteY3" fmla="*/ 8455 h 9460"/>
                <a:gd name="connsiteX4" fmla="*/ 947 w 1952"/>
                <a:gd name="connsiteY4" fmla="*/ 9431 h 9460"/>
                <a:gd name="connsiteX5" fmla="*/ -29 w 1952"/>
                <a:gd name="connsiteY5" fmla="*/ 8455 h 9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52" h="9460">
                  <a:moveTo>
                    <a:pt x="-29" y="946"/>
                  </a:moveTo>
                  <a:cubicBezTo>
                    <a:pt x="-29" y="406"/>
                    <a:pt x="422" y="-30"/>
                    <a:pt x="947" y="-30"/>
                  </a:cubicBezTo>
                  <a:cubicBezTo>
                    <a:pt x="1472" y="-30"/>
                    <a:pt x="1923" y="406"/>
                    <a:pt x="1923" y="946"/>
                  </a:cubicBezTo>
                  <a:lnTo>
                    <a:pt x="1923" y="8455"/>
                  </a:lnTo>
                  <a:cubicBezTo>
                    <a:pt x="1923" y="8996"/>
                    <a:pt x="1472" y="9431"/>
                    <a:pt x="947" y="9431"/>
                  </a:cubicBezTo>
                  <a:cubicBezTo>
                    <a:pt x="422" y="9431"/>
                    <a:pt x="-29" y="8996"/>
                    <a:pt x="-29" y="8455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1" name="Content Placeholder 4">
              <a:extLst>
                <a:ext uri="{FF2B5EF4-FFF2-40B4-BE49-F238E27FC236}">
                  <a16:creationId xmlns:a16="http://schemas.microsoft.com/office/drawing/2014/main" id="{41E984E4-F0D0-59A7-8A4D-40C0BBAD41D6}"/>
                </a:ext>
              </a:extLst>
            </p:cNvPr>
            <p:cNvSpPr/>
            <p:nvPr/>
          </p:nvSpPr>
          <p:spPr>
            <a:xfrm>
              <a:off x="11435469" y="4322605"/>
              <a:ext cx="1952" cy="10361"/>
            </a:xfrm>
            <a:custGeom>
              <a:avLst/>
              <a:gdLst>
                <a:gd name="connsiteX0" fmla="*/ -29 w 1952"/>
                <a:gd name="connsiteY0" fmla="*/ 946 h 10361"/>
                <a:gd name="connsiteX1" fmla="*/ 947 w 1952"/>
                <a:gd name="connsiteY1" fmla="*/ -30 h 10361"/>
                <a:gd name="connsiteX2" fmla="*/ 1923 w 1952"/>
                <a:gd name="connsiteY2" fmla="*/ 946 h 10361"/>
                <a:gd name="connsiteX3" fmla="*/ 1923 w 1952"/>
                <a:gd name="connsiteY3" fmla="*/ 9356 h 10361"/>
                <a:gd name="connsiteX4" fmla="*/ 947 w 1952"/>
                <a:gd name="connsiteY4" fmla="*/ 10332 h 10361"/>
                <a:gd name="connsiteX5" fmla="*/ -29 w 1952"/>
                <a:gd name="connsiteY5" fmla="*/ 9356 h 10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52" h="10361">
                  <a:moveTo>
                    <a:pt x="-29" y="946"/>
                  </a:moveTo>
                  <a:cubicBezTo>
                    <a:pt x="-29" y="406"/>
                    <a:pt x="421" y="-30"/>
                    <a:pt x="947" y="-30"/>
                  </a:cubicBezTo>
                  <a:cubicBezTo>
                    <a:pt x="1472" y="-30"/>
                    <a:pt x="1923" y="406"/>
                    <a:pt x="1923" y="946"/>
                  </a:cubicBezTo>
                  <a:lnTo>
                    <a:pt x="1923" y="9356"/>
                  </a:lnTo>
                  <a:cubicBezTo>
                    <a:pt x="1923" y="9897"/>
                    <a:pt x="1472" y="10332"/>
                    <a:pt x="947" y="10332"/>
                  </a:cubicBezTo>
                  <a:cubicBezTo>
                    <a:pt x="421" y="10332"/>
                    <a:pt x="-29" y="9897"/>
                    <a:pt x="-29" y="9356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2" name="Content Placeholder 4">
              <a:extLst>
                <a:ext uri="{FF2B5EF4-FFF2-40B4-BE49-F238E27FC236}">
                  <a16:creationId xmlns:a16="http://schemas.microsoft.com/office/drawing/2014/main" id="{C1DDAB53-23C2-5892-73B0-126227CF1EA5}"/>
                </a:ext>
              </a:extLst>
            </p:cNvPr>
            <p:cNvSpPr/>
            <p:nvPr/>
          </p:nvSpPr>
          <p:spPr>
            <a:xfrm>
              <a:off x="11437571" y="4356963"/>
              <a:ext cx="2373" cy="12456"/>
            </a:xfrm>
            <a:custGeom>
              <a:avLst/>
              <a:gdLst>
                <a:gd name="connsiteX0" fmla="*/ -29 w 2373"/>
                <a:gd name="connsiteY0" fmla="*/ 901 h 12456"/>
                <a:gd name="connsiteX1" fmla="*/ 1848 w 2373"/>
                <a:gd name="connsiteY1" fmla="*/ 901 h 12456"/>
                <a:gd name="connsiteX2" fmla="*/ 2224 w 2373"/>
                <a:gd name="connsiteY2" fmla="*/ 11413 h 12456"/>
                <a:gd name="connsiteX3" fmla="*/ 196 w 2373"/>
                <a:gd name="connsiteY3" fmla="*/ 11413 h 12456"/>
                <a:gd name="connsiteX4" fmla="*/ -29 w 2373"/>
                <a:gd name="connsiteY4" fmla="*/ 901 h 12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3" h="12456">
                  <a:moveTo>
                    <a:pt x="-29" y="901"/>
                  </a:moveTo>
                  <a:cubicBezTo>
                    <a:pt x="-29" y="-225"/>
                    <a:pt x="1699" y="-450"/>
                    <a:pt x="1848" y="901"/>
                  </a:cubicBezTo>
                  <a:cubicBezTo>
                    <a:pt x="2374" y="4385"/>
                    <a:pt x="2450" y="7907"/>
                    <a:pt x="2224" y="11413"/>
                  </a:cubicBezTo>
                  <a:cubicBezTo>
                    <a:pt x="2224" y="12765"/>
                    <a:pt x="121" y="12765"/>
                    <a:pt x="196" y="11413"/>
                  </a:cubicBezTo>
                  <a:cubicBezTo>
                    <a:pt x="497" y="7914"/>
                    <a:pt x="422" y="4385"/>
                    <a:pt x="-29" y="901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3" name="Content Placeholder 4">
              <a:extLst>
                <a:ext uri="{FF2B5EF4-FFF2-40B4-BE49-F238E27FC236}">
                  <a16:creationId xmlns:a16="http://schemas.microsoft.com/office/drawing/2014/main" id="{B9AC2CCB-3917-748C-BCFC-60875A28BC81}"/>
                </a:ext>
              </a:extLst>
            </p:cNvPr>
            <p:cNvSpPr/>
            <p:nvPr/>
          </p:nvSpPr>
          <p:spPr>
            <a:xfrm>
              <a:off x="11437571" y="4398515"/>
              <a:ext cx="2234" cy="14547"/>
            </a:xfrm>
            <a:custGeom>
              <a:avLst/>
              <a:gdLst>
                <a:gd name="connsiteX0" fmla="*/ -29 w 2234"/>
                <a:gd name="connsiteY0" fmla="*/ 871 h 14547"/>
                <a:gd name="connsiteX1" fmla="*/ 1923 w 2234"/>
                <a:gd name="connsiteY1" fmla="*/ 871 h 14547"/>
                <a:gd name="connsiteX2" fmla="*/ 1923 w 2234"/>
                <a:gd name="connsiteY2" fmla="*/ 13561 h 14547"/>
                <a:gd name="connsiteX3" fmla="*/ 46 w 2234"/>
                <a:gd name="connsiteY3" fmla="*/ 13561 h 14547"/>
                <a:gd name="connsiteX4" fmla="*/ -29 w 2234"/>
                <a:gd name="connsiteY4" fmla="*/ 871 h 14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34" h="14547">
                  <a:moveTo>
                    <a:pt x="-29" y="871"/>
                  </a:moveTo>
                  <a:cubicBezTo>
                    <a:pt x="-29" y="-330"/>
                    <a:pt x="1773" y="-330"/>
                    <a:pt x="1923" y="871"/>
                  </a:cubicBezTo>
                  <a:cubicBezTo>
                    <a:pt x="2299" y="5091"/>
                    <a:pt x="2299" y="9341"/>
                    <a:pt x="1923" y="13561"/>
                  </a:cubicBezTo>
                  <a:cubicBezTo>
                    <a:pt x="1923" y="14837"/>
                    <a:pt x="-29" y="14837"/>
                    <a:pt x="46" y="13561"/>
                  </a:cubicBezTo>
                  <a:cubicBezTo>
                    <a:pt x="347" y="9334"/>
                    <a:pt x="347" y="5091"/>
                    <a:pt x="-29" y="871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4" name="Content Placeholder 4">
              <a:extLst>
                <a:ext uri="{FF2B5EF4-FFF2-40B4-BE49-F238E27FC236}">
                  <a16:creationId xmlns:a16="http://schemas.microsoft.com/office/drawing/2014/main" id="{1F124EFB-6CB0-2980-099C-2D14F46A7255}"/>
                </a:ext>
              </a:extLst>
            </p:cNvPr>
            <p:cNvSpPr/>
            <p:nvPr/>
          </p:nvSpPr>
          <p:spPr>
            <a:xfrm>
              <a:off x="11436206" y="4438854"/>
              <a:ext cx="2719" cy="13430"/>
            </a:xfrm>
            <a:custGeom>
              <a:avLst/>
              <a:gdLst>
                <a:gd name="connsiteX0" fmla="*/ 736 w 2719"/>
                <a:gd name="connsiteY0" fmla="*/ 928 h 13430"/>
                <a:gd name="connsiteX1" fmla="*/ 2688 w 2719"/>
                <a:gd name="connsiteY1" fmla="*/ 928 h 13430"/>
                <a:gd name="connsiteX2" fmla="*/ 2013 w 2719"/>
                <a:gd name="connsiteY2" fmla="*/ 12416 h 13430"/>
                <a:gd name="connsiteX3" fmla="*/ -15 w 2719"/>
                <a:gd name="connsiteY3" fmla="*/ 12416 h 13430"/>
                <a:gd name="connsiteX4" fmla="*/ 736 w 2719"/>
                <a:gd name="connsiteY4" fmla="*/ 928 h 13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19" h="13430">
                  <a:moveTo>
                    <a:pt x="736" y="928"/>
                  </a:moveTo>
                  <a:cubicBezTo>
                    <a:pt x="736" y="-349"/>
                    <a:pt x="2763" y="-349"/>
                    <a:pt x="2688" y="928"/>
                  </a:cubicBezTo>
                  <a:cubicBezTo>
                    <a:pt x="2688" y="4757"/>
                    <a:pt x="2688" y="8436"/>
                    <a:pt x="2013" y="12416"/>
                  </a:cubicBezTo>
                  <a:cubicBezTo>
                    <a:pt x="2013" y="13692"/>
                    <a:pt x="-90" y="13767"/>
                    <a:pt x="-15" y="12416"/>
                  </a:cubicBezTo>
                  <a:cubicBezTo>
                    <a:pt x="-90" y="8586"/>
                    <a:pt x="135" y="4757"/>
                    <a:pt x="736" y="928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5" name="Content Placeholder 4">
              <a:extLst>
                <a:ext uri="{FF2B5EF4-FFF2-40B4-BE49-F238E27FC236}">
                  <a16:creationId xmlns:a16="http://schemas.microsoft.com/office/drawing/2014/main" id="{1E29C989-FD9E-6911-BBCF-EB8BD4BAF8B4}"/>
                </a:ext>
              </a:extLst>
            </p:cNvPr>
            <p:cNvSpPr/>
            <p:nvPr/>
          </p:nvSpPr>
          <p:spPr>
            <a:xfrm>
              <a:off x="11432975" y="4474275"/>
              <a:ext cx="2804" cy="14781"/>
            </a:xfrm>
            <a:custGeom>
              <a:avLst/>
              <a:gdLst>
                <a:gd name="connsiteX0" fmla="*/ 588 w 2804"/>
                <a:gd name="connsiteY0" fmla="*/ 1022 h 14781"/>
                <a:gd name="connsiteX1" fmla="*/ 1638 w 2804"/>
                <a:gd name="connsiteY1" fmla="*/ -30 h 14781"/>
                <a:gd name="connsiteX2" fmla="*/ 2690 w 2804"/>
                <a:gd name="connsiteY2" fmla="*/ 1022 h 14781"/>
                <a:gd name="connsiteX3" fmla="*/ 2089 w 2804"/>
                <a:gd name="connsiteY3" fmla="*/ 13936 h 14781"/>
                <a:gd name="connsiteX4" fmla="*/ -14 w 2804"/>
                <a:gd name="connsiteY4" fmla="*/ 13336 h 14781"/>
                <a:gd name="connsiteX5" fmla="*/ 588 w 2804"/>
                <a:gd name="connsiteY5" fmla="*/ 1022 h 14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04" h="14781">
                  <a:moveTo>
                    <a:pt x="588" y="1022"/>
                  </a:moveTo>
                  <a:cubicBezTo>
                    <a:pt x="588" y="443"/>
                    <a:pt x="1038" y="-30"/>
                    <a:pt x="1638" y="-30"/>
                  </a:cubicBezTo>
                  <a:cubicBezTo>
                    <a:pt x="2240" y="-30"/>
                    <a:pt x="2690" y="443"/>
                    <a:pt x="2690" y="1022"/>
                  </a:cubicBezTo>
                  <a:cubicBezTo>
                    <a:pt x="2915" y="5339"/>
                    <a:pt x="2690" y="9664"/>
                    <a:pt x="2089" y="13936"/>
                  </a:cubicBezTo>
                  <a:cubicBezTo>
                    <a:pt x="2089" y="15362"/>
                    <a:pt x="-239" y="14762"/>
                    <a:pt x="-14" y="13336"/>
                  </a:cubicBezTo>
                  <a:cubicBezTo>
                    <a:pt x="512" y="9251"/>
                    <a:pt x="737" y="5136"/>
                    <a:pt x="588" y="1022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6" name="Content Placeholder 4">
              <a:extLst>
                <a:ext uri="{FF2B5EF4-FFF2-40B4-BE49-F238E27FC236}">
                  <a16:creationId xmlns:a16="http://schemas.microsoft.com/office/drawing/2014/main" id="{99E4C3B7-9419-E1BB-2774-A26C1EF0E56B}"/>
                </a:ext>
              </a:extLst>
            </p:cNvPr>
            <p:cNvSpPr/>
            <p:nvPr/>
          </p:nvSpPr>
          <p:spPr>
            <a:xfrm>
              <a:off x="11431856" y="4520246"/>
              <a:ext cx="2644" cy="8465"/>
            </a:xfrm>
            <a:custGeom>
              <a:avLst/>
              <a:gdLst>
                <a:gd name="connsiteX0" fmla="*/ 655 w 2644"/>
                <a:gd name="connsiteY0" fmla="*/ 927 h 8465"/>
                <a:gd name="connsiteX1" fmla="*/ 2608 w 2644"/>
                <a:gd name="connsiteY1" fmla="*/ 927 h 8465"/>
                <a:gd name="connsiteX2" fmla="*/ 1931 w 2644"/>
                <a:gd name="connsiteY2" fmla="*/ 7535 h 8465"/>
                <a:gd name="connsiteX3" fmla="*/ -22 w 2644"/>
                <a:gd name="connsiteY3" fmla="*/ 7535 h 8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4" h="8465">
                  <a:moveTo>
                    <a:pt x="655" y="927"/>
                  </a:moveTo>
                  <a:cubicBezTo>
                    <a:pt x="655" y="-349"/>
                    <a:pt x="2757" y="-349"/>
                    <a:pt x="2608" y="927"/>
                  </a:cubicBezTo>
                  <a:lnTo>
                    <a:pt x="1931" y="7535"/>
                  </a:lnTo>
                  <a:cubicBezTo>
                    <a:pt x="1931" y="8737"/>
                    <a:pt x="-171" y="8737"/>
                    <a:pt x="-22" y="7535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7" name="Content Placeholder 4">
              <a:extLst>
                <a:ext uri="{FF2B5EF4-FFF2-40B4-BE49-F238E27FC236}">
                  <a16:creationId xmlns:a16="http://schemas.microsoft.com/office/drawing/2014/main" id="{2DC11BDB-E0CF-AE0E-648B-D18715422104}"/>
                </a:ext>
              </a:extLst>
            </p:cNvPr>
            <p:cNvSpPr/>
            <p:nvPr/>
          </p:nvSpPr>
          <p:spPr>
            <a:xfrm>
              <a:off x="11429461" y="4547637"/>
              <a:ext cx="3536" cy="10298"/>
            </a:xfrm>
            <a:custGeom>
              <a:avLst/>
              <a:gdLst>
                <a:gd name="connsiteX0" fmla="*/ -29 w 3536"/>
                <a:gd name="connsiteY0" fmla="*/ 8676 h 10298"/>
                <a:gd name="connsiteX1" fmla="*/ 797 w 3536"/>
                <a:gd name="connsiteY1" fmla="*/ 1544 h 10298"/>
                <a:gd name="connsiteX2" fmla="*/ 3275 w 3536"/>
                <a:gd name="connsiteY2" fmla="*/ 868 h 10298"/>
                <a:gd name="connsiteX3" fmla="*/ 2224 w 3536"/>
                <a:gd name="connsiteY3" fmla="*/ 9577 h 10298"/>
                <a:gd name="connsiteX4" fmla="*/ -29 w 3536"/>
                <a:gd name="connsiteY4" fmla="*/ 8676 h 10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36" h="10298">
                  <a:moveTo>
                    <a:pt x="-29" y="8676"/>
                  </a:moveTo>
                  <a:cubicBezTo>
                    <a:pt x="947" y="6424"/>
                    <a:pt x="1173" y="3954"/>
                    <a:pt x="797" y="1544"/>
                  </a:cubicBezTo>
                  <a:cubicBezTo>
                    <a:pt x="797" y="-33"/>
                    <a:pt x="2975" y="-709"/>
                    <a:pt x="3275" y="868"/>
                  </a:cubicBezTo>
                  <a:cubicBezTo>
                    <a:pt x="3801" y="3811"/>
                    <a:pt x="3425" y="6837"/>
                    <a:pt x="2224" y="9577"/>
                  </a:cubicBezTo>
                  <a:cubicBezTo>
                    <a:pt x="1923" y="10854"/>
                    <a:pt x="-29" y="10253"/>
                    <a:pt x="-29" y="8676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8" name="Content Placeholder 4">
              <a:extLst>
                <a:ext uri="{FF2B5EF4-FFF2-40B4-BE49-F238E27FC236}">
                  <a16:creationId xmlns:a16="http://schemas.microsoft.com/office/drawing/2014/main" id="{F9C9D1AD-C6DB-790A-88F2-91A56D65A29D}"/>
                </a:ext>
              </a:extLst>
            </p:cNvPr>
            <p:cNvSpPr/>
            <p:nvPr/>
          </p:nvSpPr>
          <p:spPr>
            <a:xfrm>
              <a:off x="11532937" y="4568879"/>
              <a:ext cx="2828" cy="7549"/>
            </a:xfrm>
            <a:custGeom>
              <a:avLst/>
              <a:gdLst>
                <a:gd name="connsiteX0" fmla="*/ 583 w 2828"/>
                <a:gd name="connsiteY0" fmla="*/ 799 h 7549"/>
                <a:gd name="connsiteX1" fmla="*/ 2011 w 2828"/>
                <a:gd name="connsiteY1" fmla="*/ 11 h 7549"/>
                <a:gd name="connsiteX2" fmla="*/ 2761 w 2828"/>
                <a:gd name="connsiteY2" fmla="*/ 1400 h 7549"/>
                <a:gd name="connsiteX3" fmla="*/ 2160 w 2828"/>
                <a:gd name="connsiteY3" fmla="*/ 6506 h 7549"/>
                <a:gd name="connsiteX4" fmla="*/ 58 w 2828"/>
                <a:gd name="connsiteY4" fmla="*/ 6506 h 7549"/>
                <a:gd name="connsiteX5" fmla="*/ 583 w 2828"/>
                <a:gd name="connsiteY5" fmla="*/ 799 h 7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28" h="7549">
                  <a:moveTo>
                    <a:pt x="583" y="799"/>
                  </a:moveTo>
                  <a:cubicBezTo>
                    <a:pt x="734" y="198"/>
                    <a:pt x="1334" y="-154"/>
                    <a:pt x="2011" y="11"/>
                  </a:cubicBezTo>
                  <a:cubicBezTo>
                    <a:pt x="2611" y="176"/>
                    <a:pt x="2912" y="799"/>
                    <a:pt x="2761" y="1400"/>
                  </a:cubicBezTo>
                  <a:cubicBezTo>
                    <a:pt x="2235" y="3044"/>
                    <a:pt x="2011" y="4779"/>
                    <a:pt x="2160" y="6506"/>
                  </a:cubicBezTo>
                  <a:cubicBezTo>
                    <a:pt x="2160" y="7857"/>
                    <a:pt x="208" y="7857"/>
                    <a:pt x="58" y="6506"/>
                  </a:cubicBezTo>
                  <a:cubicBezTo>
                    <a:pt x="-168" y="4591"/>
                    <a:pt x="58" y="2654"/>
                    <a:pt x="583" y="799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9" name="Content Placeholder 4">
              <a:extLst>
                <a:ext uri="{FF2B5EF4-FFF2-40B4-BE49-F238E27FC236}">
                  <a16:creationId xmlns:a16="http://schemas.microsoft.com/office/drawing/2014/main" id="{92E46F15-26FB-86F4-8C3F-E4098E7AE4D9}"/>
                </a:ext>
              </a:extLst>
            </p:cNvPr>
            <p:cNvSpPr/>
            <p:nvPr/>
          </p:nvSpPr>
          <p:spPr>
            <a:xfrm>
              <a:off x="11532420" y="4539524"/>
              <a:ext cx="2633" cy="8884"/>
            </a:xfrm>
            <a:custGeom>
              <a:avLst/>
              <a:gdLst>
                <a:gd name="connsiteX0" fmla="*/ 650 w 2633"/>
                <a:gd name="connsiteY0" fmla="*/ 871 h 8884"/>
                <a:gd name="connsiteX1" fmla="*/ 2602 w 2633"/>
                <a:gd name="connsiteY1" fmla="*/ 871 h 8884"/>
                <a:gd name="connsiteX2" fmla="*/ 1851 w 2633"/>
                <a:gd name="connsiteY2" fmla="*/ 7554 h 8884"/>
                <a:gd name="connsiteX3" fmla="*/ -27 w 2633"/>
                <a:gd name="connsiteY3" fmla="*/ 7554 h 8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33" h="8884">
                  <a:moveTo>
                    <a:pt x="650" y="871"/>
                  </a:moveTo>
                  <a:cubicBezTo>
                    <a:pt x="650" y="-330"/>
                    <a:pt x="2677" y="-330"/>
                    <a:pt x="2602" y="871"/>
                  </a:cubicBezTo>
                  <a:cubicBezTo>
                    <a:pt x="2527" y="2073"/>
                    <a:pt x="2076" y="5301"/>
                    <a:pt x="1851" y="7554"/>
                  </a:cubicBezTo>
                  <a:cubicBezTo>
                    <a:pt x="1626" y="9806"/>
                    <a:pt x="-102" y="8680"/>
                    <a:pt x="-27" y="7554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0" name="Content Placeholder 4">
              <a:extLst>
                <a:ext uri="{FF2B5EF4-FFF2-40B4-BE49-F238E27FC236}">
                  <a16:creationId xmlns:a16="http://schemas.microsoft.com/office/drawing/2014/main" id="{6B877F9A-DE25-BF97-F5E7-A7FD75483B0C}"/>
                </a:ext>
              </a:extLst>
            </p:cNvPr>
            <p:cNvSpPr/>
            <p:nvPr/>
          </p:nvSpPr>
          <p:spPr>
            <a:xfrm>
              <a:off x="11536128" y="4491282"/>
              <a:ext cx="3811" cy="10403"/>
            </a:xfrm>
            <a:custGeom>
              <a:avLst/>
              <a:gdLst>
                <a:gd name="connsiteX0" fmla="*/ 20 w 3811"/>
                <a:gd name="connsiteY0" fmla="*/ 9168 h 10403"/>
                <a:gd name="connsiteX1" fmla="*/ 1747 w 3811"/>
                <a:gd name="connsiteY1" fmla="*/ 984 h 10403"/>
                <a:gd name="connsiteX2" fmla="*/ 3775 w 3811"/>
                <a:gd name="connsiteY2" fmla="*/ 984 h 10403"/>
                <a:gd name="connsiteX3" fmla="*/ 1973 w 3811"/>
                <a:gd name="connsiteY3" fmla="*/ 9693 h 10403"/>
                <a:gd name="connsiteX4" fmla="*/ 20 w 3811"/>
                <a:gd name="connsiteY4" fmla="*/ 9168 h 10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1" h="10403">
                  <a:moveTo>
                    <a:pt x="20" y="9168"/>
                  </a:moveTo>
                  <a:cubicBezTo>
                    <a:pt x="996" y="6533"/>
                    <a:pt x="1523" y="3777"/>
                    <a:pt x="1747" y="984"/>
                  </a:cubicBezTo>
                  <a:cubicBezTo>
                    <a:pt x="1747" y="-368"/>
                    <a:pt x="3925" y="-368"/>
                    <a:pt x="3775" y="984"/>
                  </a:cubicBezTo>
                  <a:cubicBezTo>
                    <a:pt x="3550" y="3950"/>
                    <a:pt x="2949" y="6878"/>
                    <a:pt x="1973" y="9693"/>
                  </a:cubicBezTo>
                  <a:cubicBezTo>
                    <a:pt x="1523" y="10895"/>
                    <a:pt x="-355" y="10369"/>
                    <a:pt x="20" y="9168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1" name="Content Placeholder 4">
              <a:extLst>
                <a:ext uri="{FF2B5EF4-FFF2-40B4-BE49-F238E27FC236}">
                  <a16:creationId xmlns:a16="http://schemas.microsoft.com/office/drawing/2014/main" id="{1E700DE0-B954-AEEC-1937-EC8D169B6C35}"/>
                </a:ext>
              </a:extLst>
            </p:cNvPr>
            <p:cNvSpPr/>
            <p:nvPr/>
          </p:nvSpPr>
          <p:spPr>
            <a:xfrm>
              <a:off x="11540308" y="4451439"/>
              <a:ext cx="2794" cy="8045"/>
            </a:xfrm>
            <a:custGeom>
              <a:avLst/>
              <a:gdLst>
                <a:gd name="connsiteX0" fmla="*/ 646 w 2794"/>
                <a:gd name="connsiteY0" fmla="*/ 732 h 8045"/>
                <a:gd name="connsiteX1" fmla="*/ 2749 w 2794"/>
                <a:gd name="connsiteY1" fmla="*/ 1333 h 8045"/>
                <a:gd name="connsiteX2" fmla="*/ 1923 w 2794"/>
                <a:gd name="connsiteY2" fmla="*/ 7039 h 8045"/>
                <a:gd name="connsiteX3" fmla="*/ 947 w 2794"/>
                <a:gd name="connsiteY3" fmla="*/ 8015 h 8045"/>
                <a:gd name="connsiteX4" fmla="*/ -29 w 2794"/>
                <a:gd name="connsiteY4" fmla="*/ 7039 h 8045"/>
                <a:gd name="connsiteX5" fmla="*/ 646 w 2794"/>
                <a:gd name="connsiteY5" fmla="*/ 732 h 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94" h="8045">
                  <a:moveTo>
                    <a:pt x="646" y="732"/>
                  </a:moveTo>
                  <a:cubicBezTo>
                    <a:pt x="646" y="-619"/>
                    <a:pt x="2975" y="-19"/>
                    <a:pt x="2749" y="1333"/>
                  </a:cubicBezTo>
                  <a:cubicBezTo>
                    <a:pt x="2298" y="3210"/>
                    <a:pt x="2074" y="5117"/>
                    <a:pt x="1923" y="7039"/>
                  </a:cubicBezTo>
                  <a:cubicBezTo>
                    <a:pt x="1923" y="7580"/>
                    <a:pt x="1472" y="8015"/>
                    <a:pt x="947" y="8015"/>
                  </a:cubicBezTo>
                  <a:cubicBezTo>
                    <a:pt x="421" y="8015"/>
                    <a:pt x="-29" y="7580"/>
                    <a:pt x="-29" y="7039"/>
                  </a:cubicBezTo>
                  <a:cubicBezTo>
                    <a:pt x="-29" y="4914"/>
                    <a:pt x="196" y="2797"/>
                    <a:pt x="646" y="732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2" name="Content Placeholder 4">
              <a:extLst>
                <a:ext uri="{FF2B5EF4-FFF2-40B4-BE49-F238E27FC236}">
                  <a16:creationId xmlns:a16="http://schemas.microsoft.com/office/drawing/2014/main" id="{403E0060-ECFB-8F32-8C19-30157588C6CD}"/>
                </a:ext>
              </a:extLst>
            </p:cNvPr>
            <p:cNvSpPr/>
            <p:nvPr/>
          </p:nvSpPr>
          <p:spPr>
            <a:xfrm>
              <a:off x="11542222" y="4414015"/>
              <a:ext cx="1972" cy="11637"/>
            </a:xfrm>
            <a:custGeom>
              <a:avLst/>
              <a:gdLst>
                <a:gd name="connsiteX0" fmla="*/ 1887 w 1972"/>
                <a:gd name="connsiteY0" fmla="*/ 1215 h 11637"/>
                <a:gd name="connsiteX1" fmla="*/ 1887 w 1972"/>
                <a:gd name="connsiteY1" fmla="*/ 10900 h 11637"/>
                <a:gd name="connsiteX2" fmla="*/ 685 w 1972"/>
                <a:gd name="connsiteY2" fmla="*/ 11569 h 11637"/>
                <a:gd name="connsiteX3" fmla="*/ 9 w 1972"/>
                <a:gd name="connsiteY3" fmla="*/ 10900 h 11637"/>
                <a:gd name="connsiteX4" fmla="*/ 9 w 1972"/>
                <a:gd name="connsiteY4" fmla="*/ 1215 h 11637"/>
                <a:gd name="connsiteX5" fmla="*/ 685 w 1972"/>
                <a:gd name="connsiteY5" fmla="*/ 6 h 11637"/>
                <a:gd name="connsiteX6" fmla="*/ 1887 w 1972"/>
                <a:gd name="connsiteY6" fmla="*/ 682 h 11637"/>
                <a:gd name="connsiteX7" fmla="*/ 1887 w 1972"/>
                <a:gd name="connsiteY7" fmla="*/ 1215 h 11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72" h="11637">
                  <a:moveTo>
                    <a:pt x="1887" y="1215"/>
                  </a:moveTo>
                  <a:cubicBezTo>
                    <a:pt x="1887" y="4443"/>
                    <a:pt x="1887" y="7672"/>
                    <a:pt x="1887" y="10900"/>
                  </a:cubicBezTo>
                  <a:cubicBezTo>
                    <a:pt x="1737" y="11419"/>
                    <a:pt x="1211" y="11719"/>
                    <a:pt x="685" y="11569"/>
                  </a:cubicBezTo>
                  <a:cubicBezTo>
                    <a:pt x="384" y="11479"/>
                    <a:pt x="85" y="11223"/>
                    <a:pt x="9" y="10900"/>
                  </a:cubicBezTo>
                  <a:cubicBezTo>
                    <a:pt x="9" y="7672"/>
                    <a:pt x="9" y="4443"/>
                    <a:pt x="9" y="1215"/>
                  </a:cubicBezTo>
                  <a:cubicBezTo>
                    <a:pt x="-141" y="697"/>
                    <a:pt x="160" y="156"/>
                    <a:pt x="685" y="6"/>
                  </a:cubicBezTo>
                  <a:cubicBezTo>
                    <a:pt x="1211" y="-137"/>
                    <a:pt x="1737" y="163"/>
                    <a:pt x="1887" y="682"/>
                  </a:cubicBezTo>
                  <a:cubicBezTo>
                    <a:pt x="1962" y="854"/>
                    <a:pt x="1962" y="1042"/>
                    <a:pt x="1887" y="1215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3" name="Content Placeholder 4">
              <a:extLst>
                <a:ext uri="{FF2B5EF4-FFF2-40B4-BE49-F238E27FC236}">
                  <a16:creationId xmlns:a16="http://schemas.microsoft.com/office/drawing/2014/main" id="{52E428AC-9864-EFEF-D8B5-E96054CCBB22}"/>
                </a:ext>
              </a:extLst>
            </p:cNvPr>
            <p:cNvSpPr/>
            <p:nvPr/>
          </p:nvSpPr>
          <p:spPr>
            <a:xfrm>
              <a:off x="11542253" y="4381649"/>
              <a:ext cx="2633" cy="12172"/>
            </a:xfrm>
            <a:custGeom>
              <a:avLst/>
              <a:gdLst>
                <a:gd name="connsiteX0" fmla="*/ 204 w 2633"/>
                <a:gd name="connsiteY0" fmla="*/ 1069 h 12172"/>
                <a:gd name="connsiteX1" fmla="*/ 2456 w 2633"/>
                <a:gd name="connsiteY1" fmla="*/ 1069 h 12172"/>
                <a:gd name="connsiteX2" fmla="*/ 1931 w 2633"/>
                <a:gd name="connsiteY2" fmla="*/ 11430 h 12172"/>
                <a:gd name="connsiteX3" fmla="*/ -22 w 2633"/>
                <a:gd name="connsiteY3" fmla="*/ 10905 h 12172"/>
                <a:gd name="connsiteX4" fmla="*/ 204 w 2633"/>
                <a:gd name="connsiteY4" fmla="*/ 1069 h 12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33" h="12172">
                  <a:moveTo>
                    <a:pt x="204" y="1069"/>
                  </a:moveTo>
                  <a:cubicBezTo>
                    <a:pt x="204" y="-433"/>
                    <a:pt x="2306" y="-358"/>
                    <a:pt x="2456" y="1069"/>
                  </a:cubicBezTo>
                  <a:cubicBezTo>
                    <a:pt x="2757" y="4530"/>
                    <a:pt x="2607" y="8022"/>
                    <a:pt x="1931" y="11430"/>
                  </a:cubicBezTo>
                  <a:cubicBezTo>
                    <a:pt x="1931" y="12707"/>
                    <a:pt x="-172" y="12106"/>
                    <a:pt x="-22" y="10905"/>
                  </a:cubicBezTo>
                  <a:cubicBezTo>
                    <a:pt x="429" y="7646"/>
                    <a:pt x="504" y="4343"/>
                    <a:pt x="204" y="1069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4" name="Content Placeholder 4">
              <a:extLst>
                <a:ext uri="{FF2B5EF4-FFF2-40B4-BE49-F238E27FC236}">
                  <a16:creationId xmlns:a16="http://schemas.microsoft.com/office/drawing/2014/main" id="{D8A025F4-C93D-465C-6958-A004B8BDE9C6}"/>
                </a:ext>
              </a:extLst>
            </p:cNvPr>
            <p:cNvSpPr/>
            <p:nvPr/>
          </p:nvSpPr>
          <p:spPr>
            <a:xfrm>
              <a:off x="11547480" y="4350767"/>
              <a:ext cx="2456" cy="10966"/>
            </a:xfrm>
            <a:custGeom>
              <a:avLst/>
              <a:gdLst>
                <a:gd name="connsiteX0" fmla="*/ 309 w 2456"/>
                <a:gd name="connsiteY0" fmla="*/ 791 h 10966"/>
                <a:gd name="connsiteX1" fmla="*/ 2412 w 2456"/>
                <a:gd name="connsiteY1" fmla="*/ 1317 h 10966"/>
                <a:gd name="connsiteX2" fmla="*/ 2412 w 2456"/>
                <a:gd name="connsiteY2" fmla="*/ 9951 h 10966"/>
                <a:gd name="connsiteX3" fmla="*/ 309 w 2456"/>
                <a:gd name="connsiteY3" fmla="*/ 9951 h 10966"/>
                <a:gd name="connsiteX4" fmla="*/ 309 w 2456"/>
                <a:gd name="connsiteY4" fmla="*/ 791 h 10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56" h="10966">
                  <a:moveTo>
                    <a:pt x="309" y="791"/>
                  </a:moveTo>
                  <a:cubicBezTo>
                    <a:pt x="309" y="-636"/>
                    <a:pt x="2637" y="-35"/>
                    <a:pt x="2412" y="1317"/>
                  </a:cubicBezTo>
                  <a:cubicBezTo>
                    <a:pt x="2036" y="4184"/>
                    <a:pt x="2036" y="7083"/>
                    <a:pt x="2412" y="9951"/>
                  </a:cubicBezTo>
                  <a:cubicBezTo>
                    <a:pt x="2412" y="11302"/>
                    <a:pt x="459" y="11227"/>
                    <a:pt x="309" y="9951"/>
                  </a:cubicBezTo>
                  <a:cubicBezTo>
                    <a:pt x="-142" y="6918"/>
                    <a:pt x="-142" y="3824"/>
                    <a:pt x="309" y="791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5" name="Content Placeholder 4">
              <a:extLst>
                <a:ext uri="{FF2B5EF4-FFF2-40B4-BE49-F238E27FC236}">
                  <a16:creationId xmlns:a16="http://schemas.microsoft.com/office/drawing/2014/main" id="{7FB8D68E-FEF5-73B6-6958-69CD63B75555}"/>
                </a:ext>
              </a:extLst>
            </p:cNvPr>
            <p:cNvSpPr/>
            <p:nvPr/>
          </p:nvSpPr>
          <p:spPr>
            <a:xfrm>
              <a:off x="11548186" y="4314083"/>
              <a:ext cx="2616" cy="12092"/>
            </a:xfrm>
            <a:custGeom>
              <a:avLst/>
              <a:gdLst>
                <a:gd name="connsiteX0" fmla="*/ 279 w 2616"/>
                <a:gd name="connsiteY0" fmla="*/ 984 h 12092"/>
                <a:gd name="connsiteX1" fmla="*/ 2457 w 2616"/>
                <a:gd name="connsiteY1" fmla="*/ 984 h 12092"/>
                <a:gd name="connsiteX2" fmla="*/ 1856 w 2616"/>
                <a:gd name="connsiteY2" fmla="*/ 11346 h 12092"/>
                <a:gd name="connsiteX3" fmla="*/ -21 w 2616"/>
                <a:gd name="connsiteY3" fmla="*/ 10895 h 12092"/>
                <a:gd name="connsiteX4" fmla="*/ 279 w 2616"/>
                <a:gd name="connsiteY4" fmla="*/ 984 h 12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16" h="12092">
                  <a:moveTo>
                    <a:pt x="279" y="984"/>
                  </a:moveTo>
                  <a:cubicBezTo>
                    <a:pt x="279" y="-368"/>
                    <a:pt x="2306" y="-368"/>
                    <a:pt x="2457" y="984"/>
                  </a:cubicBezTo>
                  <a:cubicBezTo>
                    <a:pt x="2757" y="4445"/>
                    <a:pt x="2532" y="7937"/>
                    <a:pt x="1856" y="11346"/>
                  </a:cubicBezTo>
                  <a:cubicBezTo>
                    <a:pt x="1856" y="12622"/>
                    <a:pt x="-172" y="12022"/>
                    <a:pt x="-21" y="10895"/>
                  </a:cubicBezTo>
                  <a:cubicBezTo>
                    <a:pt x="504" y="7614"/>
                    <a:pt x="579" y="4288"/>
                    <a:pt x="279" y="984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6" name="Content Placeholder 4">
              <a:extLst>
                <a:ext uri="{FF2B5EF4-FFF2-40B4-BE49-F238E27FC236}">
                  <a16:creationId xmlns:a16="http://schemas.microsoft.com/office/drawing/2014/main" id="{8019A143-CD70-2478-D69A-FFF9BC132ADB}"/>
                </a:ext>
              </a:extLst>
            </p:cNvPr>
            <p:cNvSpPr/>
            <p:nvPr/>
          </p:nvSpPr>
          <p:spPr>
            <a:xfrm>
              <a:off x="11553976" y="4272674"/>
              <a:ext cx="1952" cy="12614"/>
            </a:xfrm>
            <a:custGeom>
              <a:avLst/>
              <a:gdLst>
                <a:gd name="connsiteX0" fmla="*/ 1923 w 1952"/>
                <a:gd name="connsiteY0" fmla="*/ 946 h 12614"/>
                <a:gd name="connsiteX1" fmla="*/ 1923 w 1952"/>
                <a:gd name="connsiteY1" fmla="*/ 11608 h 12614"/>
                <a:gd name="connsiteX2" fmla="*/ 947 w 1952"/>
                <a:gd name="connsiteY2" fmla="*/ 12584 h 12614"/>
                <a:gd name="connsiteX3" fmla="*/ -29 w 1952"/>
                <a:gd name="connsiteY3" fmla="*/ 11608 h 12614"/>
                <a:gd name="connsiteX4" fmla="*/ -29 w 1952"/>
                <a:gd name="connsiteY4" fmla="*/ 946 h 12614"/>
                <a:gd name="connsiteX5" fmla="*/ 947 w 1952"/>
                <a:gd name="connsiteY5" fmla="*/ -30 h 12614"/>
                <a:gd name="connsiteX6" fmla="*/ 1923 w 1952"/>
                <a:gd name="connsiteY6" fmla="*/ 946 h 1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2" h="12614">
                  <a:moveTo>
                    <a:pt x="1923" y="946"/>
                  </a:moveTo>
                  <a:lnTo>
                    <a:pt x="1923" y="11608"/>
                  </a:lnTo>
                  <a:cubicBezTo>
                    <a:pt x="1923" y="12149"/>
                    <a:pt x="1473" y="12584"/>
                    <a:pt x="947" y="12584"/>
                  </a:cubicBezTo>
                  <a:cubicBezTo>
                    <a:pt x="422" y="12584"/>
                    <a:pt x="-29" y="12149"/>
                    <a:pt x="-29" y="11608"/>
                  </a:cubicBezTo>
                  <a:lnTo>
                    <a:pt x="-29" y="946"/>
                  </a:lnTo>
                  <a:cubicBezTo>
                    <a:pt x="-29" y="406"/>
                    <a:pt x="422" y="-30"/>
                    <a:pt x="947" y="-30"/>
                  </a:cubicBezTo>
                  <a:cubicBezTo>
                    <a:pt x="1473" y="-30"/>
                    <a:pt x="1923" y="406"/>
                    <a:pt x="1923" y="946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7" name="Content Placeholder 4">
              <a:extLst>
                <a:ext uri="{FF2B5EF4-FFF2-40B4-BE49-F238E27FC236}">
                  <a16:creationId xmlns:a16="http://schemas.microsoft.com/office/drawing/2014/main" id="{5F2F01C5-A80F-5B70-AA45-7374CF38B680}"/>
                </a:ext>
              </a:extLst>
            </p:cNvPr>
            <p:cNvSpPr/>
            <p:nvPr/>
          </p:nvSpPr>
          <p:spPr>
            <a:xfrm>
              <a:off x="11555103" y="4233683"/>
              <a:ext cx="2027" cy="13048"/>
            </a:xfrm>
            <a:custGeom>
              <a:avLst/>
              <a:gdLst>
                <a:gd name="connsiteX0" fmla="*/ 1999 w 2027"/>
                <a:gd name="connsiteY0" fmla="*/ 743 h 13048"/>
                <a:gd name="connsiteX1" fmla="*/ 1999 w 2027"/>
                <a:gd name="connsiteY1" fmla="*/ 12005 h 13048"/>
                <a:gd name="connsiteX2" fmla="*/ 947 w 2027"/>
                <a:gd name="connsiteY2" fmla="*/ 13019 h 13048"/>
                <a:gd name="connsiteX3" fmla="*/ -29 w 2027"/>
                <a:gd name="connsiteY3" fmla="*/ 12005 h 13048"/>
                <a:gd name="connsiteX4" fmla="*/ -29 w 2027"/>
                <a:gd name="connsiteY4" fmla="*/ 743 h 13048"/>
                <a:gd name="connsiteX5" fmla="*/ 1248 w 2027"/>
                <a:gd name="connsiteY5" fmla="*/ 7 h 13048"/>
                <a:gd name="connsiteX6" fmla="*/ 1999 w 2027"/>
                <a:gd name="connsiteY6" fmla="*/ 743 h 13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27" h="13048">
                  <a:moveTo>
                    <a:pt x="1999" y="743"/>
                  </a:moveTo>
                  <a:cubicBezTo>
                    <a:pt x="1999" y="4497"/>
                    <a:pt x="1999" y="8251"/>
                    <a:pt x="1999" y="12005"/>
                  </a:cubicBezTo>
                  <a:cubicBezTo>
                    <a:pt x="1999" y="12569"/>
                    <a:pt x="1548" y="13019"/>
                    <a:pt x="947" y="13019"/>
                  </a:cubicBezTo>
                  <a:cubicBezTo>
                    <a:pt x="422" y="13019"/>
                    <a:pt x="-29" y="12569"/>
                    <a:pt x="-29" y="12005"/>
                  </a:cubicBezTo>
                  <a:lnTo>
                    <a:pt x="-29" y="743"/>
                  </a:lnTo>
                  <a:cubicBezTo>
                    <a:pt x="121" y="179"/>
                    <a:pt x="722" y="-143"/>
                    <a:pt x="1248" y="7"/>
                  </a:cubicBezTo>
                  <a:cubicBezTo>
                    <a:pt x="1623" y="105"/>
                    <a:pt x="1923" y="382"/>
                    <a:pt x="1999" y="743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8" name="Content Placeholder 4">
              <a:extLst>
                <a:ext uri="{FF2B5EF4-FFF2-40B4-BE49-F238E27FC236}">
                  <a16:creationId xmlns:a16="http://schemas.microsoft.com/office/drawing/2014/main" id="{09D62BAA-5410-4FA3-48FD-A60D73BDB56F}"/>
                </a:ext>
              </a:extLst>
            </p:cNvPr>
            <p:cNvSpPr/>
            <p:nvPr/>
          </p:nvSpPr>
          <p:spPr>
            <a:xfrm>
              <a:off x="11552249" y="4190365"/>
              <a:ext cx="3775" cy="9532"/>
            </a:xfrm>
            <a:custGeom>
              <a:avLst/>
              <a:gdLst>
                <a:gd name="connsiteX0" fmla="*/ 1773 w 3775"/>
                <a:gd name="connsiteY0" fmla="*/ 286 h 9532"/>
                <a:gd name="connsiteX1" fmla="*/ 3726 w 3775"/>
                <a:gd name="connsiteY1" fmla="*/ 8545 h 9532"/>
                <a:gd name="connsiteX2" fmla="*/ 1698 w 3775"/>
                <a:gd name="connsiteY2" fmla="*/ 8545 h 9532"/>
                <a:gd name="connsiteX3" fmla="*/ -29 w 3775"/>
                <a:gd name="connsiteY3" fmla="*/ 1037 h 9532"/>
                <a:gd name="connsiteX4" fmla="*/ 1022 w 3775"/>
                <a:gd name="connsiteY4" fmla="*/ -29 h 9532"/>
                <a:gd name="connsiteX5" fmla="*/ 1773 w 3775"/>
                <a:gd name="connsiteY5" fmla="*/ 286 h 9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75" h="9532">
                  <a:moveTo>
                    <a:pt x="1773" y="286"/>
                  </a:moveTo>
                  <a:cubicBezTo>
                    <a:pt x="3200" y="2809"/>
                    <a:pt x="3876" y="5670"/>
                    <a:pt x="3726" y="8545"/>
                  </a:cubicBezTo>
                  <a:cubicBezTo>
                    <a:pt x="3726" y="9822"/>
                    <a:pt x="1623" y="9822"/>
                    <a:pt x="1698" y="8545"/>
                  </a:cubicBezTo>
                  <a:cubicBezTo>
                    <a:pt x="1848" y="5932"/>
                    <a:pt x="1248" y="3327"/>
                    <a:pt x="-29" y="1037"/>
                  </a:cubicBezTo>
                  <a:cubicBezTo>
                    <a:pt x="-29" y="459"/>
                    <a:pt x="422" y="-22"/>
                    <a:pt x="1022" y="-29"/>
                  </a:cubicBezTo>
                  <a:cubicBezTo>
                    <a:pt x="1323" y="-37"/>
                    <a:pt x="1548" y="83"/>
                    <a:pt x="1773" y="286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9" name="Content Placeholder 4">
              <a:extLst>
                <a:ext uri="{FF2B5EF4-FFF2-40B4-BE49-F238E27FC236}">
                  <a16:creationId xmlns:a16="http://schemas.microsoft.com/office/drawing/2014/main" id="{E7AE8F03-AA8F-4264-A748-FE041527C937}"/>
                </a:ext>
              </a:extLst>
            </p:cNvPr>
            <p:cNvSpPr/>
            <p:nvPr/>
          </p:nvSpPr>
          <p:spPr>
            <a:xfrm>
              <a:off x="11547559" y="4175890"/>
              <a:ext cx="1718" cy="2177"/>
            </a:xfrm>
            <a:custGeom>
              <a:avLst/>
              <a:gdLst>
                <a:gd name="connsiteX0" fmla="*/ 830 w 1718"/>
                <a:gd name="connsiteY0" fmla="*/ -30 h 2177"/>
                <a:gd name="connsiteX1" fmla="*/ 1656 w 1718"/>
                <a:gd name="connsiteY1" fmla="*/ 1344 h 2177"/>
                <a:gd name="connsiteX2" fmla="*/ 830 w 1718"/>
                <a:gd name="connsiteY2" fmla="*/ 2148 h 2177"/>
                <a:gd name="connsiteX3" fmla="*/ 4 w 1718"/>
                <a:gd name="connsiteY3" fmla="*/ 774 h 2177"/>
                <a:gd name="connsiteX4" fmla="*/ 830 w 1718"/>
                <a:gd name="connsiteY4" fmla="*/ -30 h 2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8" h="2177">
                  <a:moveTo>
                    <a:pt x="830" y="-30"/>
                  </a:moveTo>
                  <a:cubicBezTo>
                    <a:pt x="1431" y="128"/>
                    <a:pt x="1806" y="744"/>
                    <a:pt x="1656" y="1344"/>
                  </a:cubicBezTo>
                  <a:cubicBezTo>
                    <a:pt x="1506" y="1742"/>
                    <a:pt x="1206" y="2043"/>
                    <a:pt x="830" y="2148"/>
                  </a:cubicBezTo>
                  <a:cubicBezTo>
                    <a:pt x="229" y="1990"/>
                    <a:pt x="-146" y="1374"/>
                    <a:pt x="4" y="774"/>
                  </a:cubicBezTo>
                  <a:cubicBezTo>
                    <a:pt x="154" y="376"/>
                    <a:pt x="455" y="75"/>
                    <a:pt x="830" y="-30"/>
                  </a:cubicBezTo>
                  <a:close/>
                </a:path>
              </a:pathLst>
            </a:custGeom>
            <a:solidFill>
              <a:srgbClr val="CED1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0" name="Content Placeholder 4">
              <a:extLst>
                <a:ext uri="{FF2B5EF4-FFF2-40B4-BE49-F238E27FC236}">
                  <a16:creationId xmlns:a16="http://schemas.microsoft.com/office/drawing/2014/main" id="{D75F5B8D-089B-B017-205F-FDEA85EF2260}"/>
                </a:ext>
              </a:extLst>
            </p:cNvPr>
            <p:cNvSpPr/>
            <p:nvPr/>
          </p:nvSpPr>
          <p:spPr>
            <a:xfrm>
              <a:off x="11433375" y="3823384"/>
              <a:ext cx="115938" cy="149320"/>
            </a:xfrm>
            <a:custGeom>
              <a:avLst/>
              <a:gdLst>
                <a:gd name="connsiteX0" fmla="*/ 58014 w 115938"/>
                <a:gd name="connsiteY0" fmla="*/ 52739 h 149320"/>
                <a:gd name="connsiteX1" fmla="*/ 52607 w 115938"/>
                <a:gd name="connsiteY1" fmla="*/ 72111 h 149320"/>
                <a:gd name="connsiteX2" fmla="*/ 49077 w 115938"/>
                <a:gd name="connsiteY2" fmla="*/ 68281 h 149320"/>
                <a:gd name="connsiteX3" fmla="*/ 43144 w 115938"/>
                <a:gd name="connsiteY3" fmla="*/ 72862 h 149320"/>
                <a:gd name="connsiteX4" fmla="*/ 46223 w 115938"/>
                <a:gd name="connsiteY4" fmla="*/ 81722 h 149320"/>
                <a:gd name="connsiteX5" fmla="*/ 46674 w 115938"/>
                <a:gd name="connsiteY5" fmla="*/ 102971 h 149320"/>
                <a:gd name="connsiteX6" fmla="*/ 48626 w 115938"/>
                <a:gd name="connsiteY6" fmla="*/ 109127 h 149320"/>
                <a:gd name="connsiteX7" fmla="*/ 52005 w 115938"/>
                <a:gd name="connsiteY7" fmla="*/ 129475 h 149320"/>
                <a:gd name="connsiteX8" fmla="*/ 60342 w 115938"/>
                <a:gd name="connsiteY8" fmla="*/ 147646 h 149320"/>
                <a:gd name="connsiteX9" fmla="*/ 5744 w 115938"/>
                <a:gd name="connsiteY9" fmla="*/ 149222 h 149320"/>
                <a:gd name="connsiteX10" fmla="*/ 1088 w 115938"/>
                <a:gd name="connsiteY10" fmla="*/ 147946 h 149320"/>
                <a:gd name="connsiteX11" fmla="*/ 112 w 115938"/>
                <a:gd name="connsiteY11" fmla="*/ 144117 h 149320"/>
                <a:gd name="connsiteX12" fmla="*/ 6796 w 115938"/>
                <a:gd name="connsiteY12" fmla="*/ 63626 h 149320"/>
                <a:gd name="connsiteX13" fmla="*/ 18661 w 115938"/>
                <a:gd name="connsiteY13" fmla="*/ 27060 h 149320"/>
                <a:gd name="connsiteX14" fmla="*/ 46523 w 115938"/>
                <a:gd name="connsiteY14" fmla="*/ 1907 h 149320"/>
                <a:gd name="connsiteX15" fmla="*/ 92260 w 115938"/>
                <a:gd name="connsiteY15" fmla="*/ 8514 h 149320"/>
                <a:gd name="connsiteX16" fmla="*/ 115540 w 115938"/>
                <a:gd name="connsiteY16" fmla="*/ 34869 h 149320"/>
                <a:gd name="connsiteX17" fmla="*/ 111710 w 115938"/>
                <a:gd name="connsiteY17" fmla="*/ 47483 h 149320"/>
                <a:gd name="connsiteX18" fmla="*/ 104951 w 115938"/>
                <a:gd name="connsiteY18" fmla="*/ 49735 h 149320"/>
                <a:gd name="connsiteX19" fmla="*/ 78741 w 115938"/>
                <a:gd name="connsiteY19" fmla="*/ 47333 h 149320"/>
                <a:gd name="connsiteX20" fmla="*/ 63721 w 115938"/>
                <a:gd name="connsiteY20" fmla="*/ 59421 h 149320"/>
                <a:gd name="connsiteX21" fmla="*/ 58014 w 115938"/>
                <a:gd name="connsiteY21" fmla="*/ 52739 h 149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5938" h="149320">
                  <a:moveTo>
                    <a:pt x="58014" y="52739"/>
                  </a:moveTo>
                  <a:cubicBezTo>
                    <a:pt x="55160" y="58858"/>
                    <a:pt x="53358" y="65406"/>
                    <a:pt x="52607" y="72111"/>
                  </a:cubicBezTo>
                  <a:cubicBezTo>
                    <a:pt x="50880" y="72111"/>
                    <a:pt x="50504" y="69408"/>
                    <a:pt x="49077" y="68281"/>
                  </a:cubicBezTo>
                  <a:cubicBezTo>
                    <a:pt x="47650" y="67155"/>
                    <a:pt x="43069" y="69708"/>
                    <a:pt x="43144" y="72862"/>
                  </a:cubicBezTo>
                  <a:cubicBezTo>
                    <a:pt x="43745" y="75947"/>
                    <a:pt x="44796" y="78928"/>
                    <a:pt x="46223" y="81722"/>
                  </a:cubicBezTo>
                  <a:cubicBezTo>
                    <a:pt x="48401" y="88479"/>
                    <a:pt x="45172" y="95988"/>
                    <a:pt x="46674" y="102971"/>
                  </a:cubicBezTo>
                  <a:cubicBezTo>
                    <a:pt x="47125" y="105073"/>
                    <a:pt x="48026" y="107100"/>
                    <a:pt x="48626" y="109127"/>
                  </a:cubicBezTo>
                  <a:cubicBezTo>
                    <a:pt x="50504" y="115735"/>
                    <a:pt x="49603" y="123018"/>
                    <a:pt x="52005" y="129475"/>
                  </a:cubicBezTo>
                  <a:cubicBezTo>
                    <a:pt x="54409" y="135933"/>
                    <a:pt x="59515" y="140963"/>
                    <a:pt x="60342" y="147646"/>
                  </a:cubicBezTo>
                  <a:lnTo>
                    <a:pt x="5744" y="149222"/>
                  </a:lnTo>
                  <a:cubicBezTo>
                    <a:pt x="4092" y="149478"/>
                    <a:pt x="2364" y="149012"/>
                    <a:pt x="1088" y="147946"/>
                  </a:cubicBezTo>
                  <a:cubicBezTo>
                    <a:pt x="337" y="146835"/>
                    <a:pt x="-38" y="145468"/>
                    <a:pt x="112" y="144117"/>
                  </a:cubicBezTo>
                  <a:cubicBezTo>
                    <a:pt x="-640" y="117124"/>
                    <a:pt x="1614" y="90131"/>
                    <a:pt x="6796" y="63626"/>
                  </a:cubicBezTo>
                  <a:cubicBezTo>
                    <a:pt x="8823" y="50899"/>
                    <a:pt x="12879" y="38563"/>
                    <a:pt x="18661" y="27060"/>
                  </a:cubicBezTo>
                  <a:cubicBezTo>
                    <a:pt x="24519" y="15534"/>
                    <a:pt x="34432" y="6577"/>
                    <a:pt x="46523" y="1907"/>
                  </a:cubicBezTo>
                  <a:cubicBezTo>
                    <a:pt x="62069" y="-2155"/>
                    <a:pt x="78516" y="232"/>
                    <a:pt x="92260" y="8514"/>
                  </a:cubicBezTo>
                  <a:cubicBezTo>
                    <a:pt x="102998" y="14145"/>
                    <a:pt x="113513" y="22780"/>
                    <a:pt x="115540" y="34869"/>
                  </a:cubicBezTo>
                  <a:cubicBezTo>
                    <a:pt x="116667" y="39456"/>
                    <a:pt x="115165" y="44284"/>
                    <a:pt x="111710" y="47483"/>
                  </a:cubicBezTo>
                  <a:cubicBezTo>
                    <a:pt x="109682" y="48797"/>
                    <a:pt x="107354" y="49570"/>
                    <a:pt x="104951" y="49735"/>
                  </a:cubicBezTo>
                  <a:cubicBezTo>
                    <a:pt x="96164" y="50261"/>
                    <a:pt x="87303" y="49450"/>
                    <a:pt x="78741" y="47333"/>
                  </a:cubicBezTo>
                  <a:cubicBezTo>
                    <a:pt x="70405" y="45831"/>
                    <a:pt x="66876" y="52664"/>
                    <a:pt x="63721" y="59421"/>
                  </a:cubicBezTo>
                  <a:cubicBezTo>
                    <a:pt x="61468" y="57484"/>
                    <a:pt x="59591" y="55232"/>
                    <a:pt x="58014" y="52739"/>
                  </a:cubicBezTo>
                  <a:close/>
                </a:path>
              </a:pathLst>
            </a:custGeom>
            <a:solidFill>
              <a:srgbClr val="AA4A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061" name="Group 1060">
            <a:extLst>
              <a:ext uri="{FF2B5EF4-FFF2-40B4-BE49-F238E27FC236}">
                <a16:creationId xmlns:a16="http://schemas.microsoft.com/office/drawing/2014/main" id="{5100FED4-27EB-CC0A-0DE7-F9B7C3998CF1}"/>
              </a:ext>
            </a:extLst>
          </p:cNvPr>
          <p:cNvGrpSpPr/>
          <p:nvPr userDrawn="1"/>
        </p:nvGrpSpPr>
        <p:grpSpPr>
          <a:xfrm>
            <a:off x="4624362" y="5154641"/>
            <a:ext cx="291350" cy="847969"/>
            <a:chOff x="7462231" y="4873761"/>
            <a:chExt cx="291350" cy="847969"/>
          </a:xfrm>
        </p:grpSpPr>
        <p:sp>
          <p:nvSpPr>
            <p:cNvPr id="1062" name="Content Placeholder 4">
              <a:extLst>
                <a:ext uri="{FF2B5EF4-FFF2-40B4-BE49-F238E27FC236}">
                  <a16:creationId xmlns:a16="http://schemas.microsoft.com/office/drawing/2014/main" id="{5A5AE7E0-A5C0-E53F-3C21-E2ABB2B60176}"/>
                </a:ext>
              </a:extLst>
            </p:cNvPr>
            <p:cNvSpPr/>
            <p:nvPr/>
          </p:nvSpPr>
          <p:spPr>
            <a:xfrm>
              <a:off x="7462231" y="5681660"/>
              <a:ext cx="291350" cy="40070"/>
            </a:xfrm>
            <a:custGeom>
              <a:avLst/>
              <a:gdLst>
                <a:gd name="connsiteX0" fmla="*/ 53443 w 291350"/>
                <a:gd name="connsiteY0" fmla="*/ 40041 h 40070"/>
                <a:gd name="connsiteX1" fmla="*/ 4252 w 291350"/>
                <a:gd name="connsiteY1" fmla="*/ 27426 h 40070"/>
                <a:gd name="connsiteX2" fmla="*/ -28 w 291350"/>
                <a:gd name="connsiteY2" fmla="*/ 17365 h 40070"/>
                <a:gd name="connsiteX3" fmla="*/ 20399 w 291350"/>
                <a:gd name="connsiteY3" fmla="*/ 4751 h 40070"/>
                <a:gd name="connsiteX4" fmla="*/ 175931 w 291350"/>
                <a:gd name="connsiteY4" fmla="*/ 3099 h 40070"/>
                <a:gd name="connsiteX5" fmla="*/ 272284 w 291350"/>
                <a:gd name="connsiteY5" fmla="*/ 15338 h 40070"/>
                <a:gd name="connsiteX6" fmla="*/ 280846 w 291350"/>
                <a:gd name="connsiteY6" fmla="*/ 37262 h 40070"/>
                <a:gd name="connsiteX7" fmla="*/ 210402 w 291350"/>
                <a:gd name="connsiteY7" fmla="*/ 37713 h 40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1350" h="40070">
                  <a:moveTo>
                    <a:pt x="53443" y="40041"/>
                  </a:moveTo>
                  <a:cubicBezTo>
                    <a:pt x="35719" y="40041"/>
                    <a:pt x="15517" y="39515"/>
                    <a:pt x="4252" y="27426"/>
                  </a:cubicBezTo>
                  <a:cubicBezTo>
                    <a:pt x="1481" y="24821"/>
                    <a:pt x="-73" y="21172"/>
                    <a:pt x="-28" y="17365"/>
                  </a:cubicBezTo>
                  <a:cubicBezTo>
                    <a:pt x="873" y="9856"/>
                    <a:pt x="11612" y="6027"/>
                    <a:pt x="20399" y="4751"/>
                  </a:cubicBezTo>
                  <a:cubicBezTo>
                    <a:pt x="71692" y="-2758"/>
                    <a:pt x="124112" y="96"/>
                    <a:pt x="175931" y="3099"/>
                  </a:cubicBezTo>
                  <a:cubicBezTo>
                    <a:pt x="208396" y="3655"/>
                    <a:pt x="240712" y="7762"/>
                    <a:pt x="272284" y="15338"/>
                  </a:cubicBezTo>
                  <a:cubicBezTo>
                    <a:pt x="288356" y="19993"/>
                    <a:pt x="301197" y="31931"/>
                    <a:pt x="280846" y="37262"/>
                  </a:cubicBezTo>
                  <a:cubicBezTo>
                    <a:pt x="260493" y="42594"/>
                    <a:pt x="231054" y="37262"/>
                    <a:pt x="210402" y="37713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3" name="Content Placeholder 4">
              <a:extLst>
                <a:ext uri="{FF2B5EF4-FFF2-40B4-BE49-F238E27FC236}">
                  <a16:creationId xmlns:a16="http://schemas.microsoft.com/office/drawing/2014/main" id="{E77BE066-02A9-608A-1926-2452EC9489D6}"/>
                </a:ext>
              </a:extLst>
            </p:cNvPr>
            <p:cNvSpPr/>
            <p:nvPr/>
          </p:nvSpPr>
          <p:spPr>
            <a:xfrm>
              <a:off x="7567944" y="5642600"/>
              <a:ext cx="14147" cy="18476"/>
            </a:xfrm>
            <a:custGeom>
              <a:avLst/>
              <a:gdLst>
                <a:gd name="connsiteX0" fmla="*/ 1352 w 14147"/>
                <a:gd name="connsiteY0" fmla="*/ 2814 h 18476"/>
                <a:gd name="connsiteX1" fmla="*/ 3304 w 14147"/>
                <a:gd name="connsiteY1" fmla="*/ 111 h 18476"/>
                <a:gd name="connsiteX2" fmla="*/ 5407 w 14147"/>
                <a:gd name="connsiteY2" fmla="*/ 111 h 18476"/>
                <a:gd name="connsiteX3" fmla="*/ 14119 w 14147"/>
                <a:gd name="connsiteY3" fmla="*/ 4241 h 18476"/>
                <a:gd name="connsiteX4" fmla="*/ 11340 w 14147"/>
                <a:gd name="connsiteY4" fmla="*/ 17531 h 18476"/>
                <a:gd name="connsiteX5" fmla="*/ 10965 w 14147"/>
                <a:gd name="connsiteY5" fmla="*/ 18356 h 18476"/>
                <a:gd name="connsiteX6" fmla="*/ 9988 w 14147"/>
                <a:gd name="connsiteY6" fmla="*/ 18356 h 18476"/>
                <a:gd name="connsiteX7" fmla="*/ 1577 w 14147"/>
                <a:gd name="connsiteY7" fmla="*/ 17756 h 18476"/>
                <a:gd name="connsiteX8" fmla="*/ 75 w 14147"/>
                <a:gd name="connsiteY8" fmla="*/ 17155 h 18476"/>
                <a:gd name="connsiteX9" fmla="*/ 75 w 14147"/>
                <a:gd name="connsiteY9" fmla="*/ 15954 h 18476"/>
                <a:gd name="connsiteX10" fmla="*/ 1352 w 14147"/>
                <a:gd name="connsiteY10" fmla="*/ 2814 h 18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47" h="18476">
                  <a:moveTo>
                    <a:pt x="1352" y="2814"/>
                  </a:moveTo>
                  <a:cubicBezTo>
                    <a:pt x="1352" y="1763"/>
                    <a:pt x="2253" y="487"/>
                    <a:pt x="3304" y="111"/>
                  </a:cubicBezTo>
                  <a:cubicBezTo>
                    <a:pt x="3995" y="-77"/>
                    <a:pt x="4716" y="-77"/>
                    <a:pt x="5407" y="111"/>
                  </a:cubicBezTo>
                  <a:cubicBezTo>
                    <a:pt x="8786" y="862"/>
                    <a:pt x="13818" y="561"/>
                    <a:pt x="14119" y="4241"/>
                  </a:cubicBezTo>
                  <a:cubicBezTo>
                    <a:pt x="13818" y="8776"/>
                    <a:pt x="12879" y="13251"/>
                    <a:pt x="11340" y="17531"/>
                  </a:cubicBezTo>
                  <a:cubicBezTo>
                    <a:pt x="11295" y="17838"/>
                    <a:pt x="11167" y="18124"/>
                    <a:pt x="10965" y="18356"/>
                  </a:cubicBezTo>
                  <a:cubicBezTo>
                    <a:pt x="10649" y="18477"/>
                    <a:pt x="10304" y="18477"/>
                    <a:pt x="9988" y="18356"/>
                  </a:cubicBezTo>
                  <a:cubicBezTo>
                    <a:pt x="7172" y="18454"/>
                    <a:pt x="4348" y="18251"/>
                    <a:pt x="1577" y="17756"/>
                  </a:cubicBezTo>
                  <a:cubicBezTo>
                    <a:pt x="1021" y="17726"/>
                    <a:pt x="495" y="17515"/>
                    <a:pt x="75" y="17155"/>
                  </a:cubicBezTo>
                  <a:cubicBezTo>
                    <a:pt x="-30" y="16765"/>
                    <a:pt x="-30" y="16344"/>
                    <a:pt x="75" y="15954"/>
                  </a:cubicBezTo>
                  <a:cubicBezTo>
                    <a:pt x="-248" y="11531"/>
                    <a:pt x="180" y="7086"/>
                    <a:pt x="1352" y="2814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4" name="Content Placeholder 4">
              <a:extLst>
                <a:ext uri="{FF2B5EF4-FFF2-40B4-BE49-F238E27FC236}">
                  <a16:creationId xmlns:a16="http://schemas.microsoft.com/office/drawing/2014/main" id="{897B94D2-3141-5C9B-C3B4-55DBE9584659}"/>
                </a:ext>
              </a:extLst>
            </p:cNvPr>
            <p:cNvSpPr/>
            <p:nvPr/>
          </p:nvSpPr>
          <p:spPr>
            <a:xfrm>
              <a:off x="7683358" y="5623938"/>
              <a:ext cx="16367" cy="20935"/>
            </a:xfrm>
            <a:custGeom>
              <a:avLst/>
              <a:gdLst>
                <a:gd name="connsiteX0" fmla="*/ 164 w 16367"/>
                <a:gd name="connsiteY0" fmla="*/ 4883 h 20935"/>
                <a:gd name="connsiteX1" fmla="*/ 164 w 16367"/>
                <a:gd name="connsiteY1" fmla="*/ 4432 h 20935"/>
                <a:gd name="connsiteX2" fmla="*/ 7674 w 16367"/>
                <a:gd name="connsiteY2" fmla="*/ 77 h 20935"/>
                <a:gd name="connsiteX3" fmla="*/ 9101 w 16367"/>
                <a:gd name="connsiteY3" fmla="*/ 77 h 20935"/>
                <a:gd name="connsiteX4" fmla="*/ 10678 w 16367"/>
                <a:gd name="connsiteY4" fmla="*/ 1804 h 20935"/>
                <a:gd name="connsiteX5" fmla="*/ 13607 w 16367"/>
                <a:gd name="connsiteY5" fmla="*/ 7586 h 20935"/>
                <a:gd name="connsiteX6" fmla="*/ 16085 w 16367"/>
                <a:gd name="connsiteY6" fmla="*/ 14043 h 20935"/>
                <a:gd name="connsiteX7" fmla="*/ 16085 w 16367"/>
                <a:gd name="connsiteY7" fmla="*/ 16296 h 20935"/>
                <a:gd name="connsiteX8" fmla="*/ 14658 w 16367"/>
                <a:gd name="connsiteY8" fmla="*/ 17347 h 20935"/>
                <a:gd name="connsiteX9" fmla="*/ 4144 w 16367"/>
                <a:gd name="connsiteY9" fmla="*/ 19824 h 20935"/>
                <a:gd name="connsiteX10" fmla="*/ 14 w 16367"/>
                <a:gd name="connsiteY10" fmla="*/ 6084 h 20935"/>
                <a:gd name="connsiteX11" fmla="*/ 164 w 16367"/>
                <a:gd name="connsiteY11" fmla="*/ 4883 h 20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367" h="20935">
                  <a:moveTo>
                    <a:pt x="164" y="4883"/>
                  </a:moveTo>
                  <a:lnTo>
                    <a:pt x="164" y="4432"/>
                  </a:lnTo>
                  <a:cubicBezTo>
                    <a:pt x="2395" y="2547"/>
                    <a:pt x="4933" y="1076"/>
                    <a:pt x="7674" y="77"/>
                  </a:cubicBezTo>
                  <a:cubicBezTo>
                    <a:pt x="8139" y="-65"/>
                    <a:pt x="8635" y="-65"/>
                    <a:pt x="9101" y="77"/>
                  </a:cubicBezTo>
                  <a:cubicBezTo>
                    <a:pt x="9867" y="378"/>
                    <a:pt x="10453" y="1016"/>
                    <a:pt x="10678" y="1804"/>
                  </a:cubicBezTo>
                  <a:lnTo>
                    <a:pt x="13607" y="7586"/>
                  </a:lnTo>
                  <a:cubicBezTo>
                    <a:pt x="14681" y="9635"/>
                    <a:pt x="15515" y="11798"/>
                    <a:pt x="16085" y="14043"/>
                  </a:cubicBezTo>
                  <a:cubicBezTo>
                    <a:pt x="16423" y="14756"/>
                    <a:pt x="16423" y="15582"/>
                    <a:pt x="16085" y="16296"/>
                  </a:cubicBezTo>
                  <a:cubicBezTo>
                    <a:pt x="15695" y="16746"/>
                    <a:pt x="15207" y="17106"/>
                    <a:pt x="14658" y="17347"/>
                  </a:cubicBezTo>
                  <a:cubicBezTo>
                    <a:pt x="11654" y="18773"/>
                    <a:pt x="6698" y="22828"/>
                    <a:pt x="4144" y="19824"/>
                  </a:cubicBezTo>
                  <a:cubicBezTo>
                    <a:pt x="1854" y="15575"/>
                    <a:pt x="442" y="10897"/>
                    <a:pt x="14" y="6084"/>
                  </a:cubicBezTo>
                  <a:cubicBezTo>
                    <a:pt x="-77" y="5679"/>
                    <a:pt x="-24" y="5251"/>
                    <a:pt x="164" y="4883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5" name="Content Placeholder 4">
              <a:extLst>
                <a:ext uri="{FF2B5EF4-FFF2-40B4-BE49-F238E27FC236}">
                  <a16:creationId xmlns:a16="http://schemas.microsoft.com/office/drawing/2014/main" id="{EDCB0FD6-2105-A301-807E-99F25A8CD3AA}"/>
                </a:ext>
              </a:extLst>
            </p:cNvPr>
            <p:cNvSpPr/>
            <p:nvPr/>
          </p:nvSpPr>
          <p:spPr>
            <a:xfrm>
              <a:off x="7488190" y="5027198"/>
              <a:ext cx="101131" cy="171449"/>
            </a:xfrm>
            <a:custGeom>
              <a:avLst/>
              <a:gdLst>
                <a:gd name="connsiteX0" fmla="*/ 79153 w 101131"/>
                <a:gd name="connsiteY0" fmla="*/ 124536 h 171449"/>
                <a:gd name="connsiteX1" fmla="*/ 64658 w 101131"/>
                <a:gd name="connsiteY1" fmla="*/ 154570 h 171449"/>
                <a:gd name="connsiteX2" fmla="*/ 36721 w 101131"/>
                <a:gd name="connsiteY2" fmla="*/ 171313 h 171449"/>
                <a:gd name="connsiteX3" fmla="*/ 23579 w 101131"/>
                <a:gd name="connsiteY3" fmla="*/ 167108 h 171449"/>
                <a:gd name="connsiteX4" fmla="*/ 7808 w 101131"/>
                <a:gd name="connsiteY4" fmla="*/ 148187 h 171449"/>
                <a:gd name="connsiteX5" fmla="*/ 1349 w 101131"/>
                <a:gd name="connsiteY5" fmla="*/ 74980 h 171449"/>
                <a:gd name="connsiteX6" fmla="*/ 8409 w 101131"/>
                <a:gd name="connsiteY6" fmla="*/ 30980 h 171449"/>
                <a:gd name="connsiteX7" fmla="*/ 18096 w 101131"/>
                <a:gd name="connsiteY7" fmla="*/ -30 h 171449"/>
                <a:gd name="connsiteX8" fmla="*/ 29512 w 101131"/>
                <a:gd name="connsiteY8" fmla="*/ 3499 h 171449"/>
                <a:gd name="connsiteX9" fmla="*/ 23879 w 101131"/>
                <a:gd name="connsiteY9" fmla="*/ 82413 h 171449"/>
                <a:gd name="connsiteX10" fmla="*/ 29587 w 101131"/>
                <a:gd name="connsiteY10" fmla="*/ 113873 h 171449"/>
                <a:gd name="connsiteX11" fmla="*/ 38148 w 101131"/>
                <a:gd name="connsiteY11" fmla="*/ 123560 h 171449"/>
                <a:gd name="connsiteX12" fmla="*/ 48587 w 101131"/>
                <a:gd name="connsiteY12" fmla="*/ 119805 h 171449"/>
                <a:gd name="connsiteX13" fmla="*/ 54295 w 101131"/>
                <a:gd name="connsiteY13" fmla="*/ 109669 h 171449"/>
                <a:gd name="connsiteX14" fmla="*/ 72919 w 101131"/>
                <a:gd name="connsiteY14" fmla="*/ 63942 h 171449"/>
                <a:gd name="connsiteX15" fmla="*/ 79979 w 101131"/>
                <a:gd name="connsiteY15" fmla="*/ 53506 h 171449"/>
                <a:gd name="connsiteX16" fmla="*/ 93497 w 101131"/>
                <a:gd name="connsiteY16" fmla="*/ 54557 h 171449"/>
                <a:gd name="connsiteX17" fmla="*/ 101007 w 101131"/>
                <a:gd name="connsiteY17" fmla="*/ 66721 h 171449"/>
                <a:gd name="connsiteX18" fmla="*/ 97177 w 101131"/>
                <a:gd name="connsiteY18" fmla="*/ 76106 h 171449"/>
                <a:gd name="connsiteX19" fmla="*/ 91319 w 101131"/>
                <a:gd name="connsiteY19" fmla="*/ 92024 h 171449"/>
                <a:gd name="connsiteX20" fmla="*/ 79153 w 101131"/>
                <a:gd name="connsiteY20" fmla="*/ 124536 h 17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1131" h="171449">
                  <a:moveTo>
                    <a:pt x="79153" y="124536"/>
                  </a:moveTo>
                  <a:cubicBezTo>
                    <a:pt x="75751" y="135175"/>
                    <a:pt x="70877" y="145289"/>
                    <a:pt x="64658" y="154570"/>
                  </a:cubicBezTo>
                  <a:cubicBezTo>
                    <a:pt x="58207" y="163932"/>
                    <a:pt x="48016" y="170037"/>
                    <a:pt x="36721" y="171313"/>
                  </a:cubicBezTo>
                  <a:cubicBezTo>
                    <a:pt x="31937" y="171854"/>
                    <a:pt x="27153" y="170322"/>
                    <a:pt x="23579" y="167108"/>
                  </a:cubicBezTo>
                  <a:cubicBezTo>
                    <a:pt x="17398" y="161635"/>
                    <a:pt x="12081" y="155253"/>
                    <a:pt x="7808" y="148187"/>
                  </a:cubicBezTo>
                  <a:cubicBezTo>
                    <a:pt x="426" y="124528"/>
                    <a:pt x="-1775" y="99562"/>
                    <a:pt x="1349" y="74980"/>
                  </a:cubicBezTo>
                  <a:cubicBezTo>
                    <a:pt x="2926" y="59287"/>
                    <a:pt x="6456" y="46598"/>
                    <a:pt x="8409" y="30980"/>
                  </a:cubicBezTo>
                  <a:cubicBezTo>
                    <a:pt x="10519" y="20326"/>
                    <a:pt x="13763" y="9926"/>
                    <a:pt x="18096" y="-30"/>
                  </a:cubicBezTo>
                  <a:cubicBezTo>
                    <a:pt x="22054" y="586"/>
                    <a:pt x="25899" y="1772"/>
                    <a:pt x="29512" y="3499"/>
                  </a:cubicBezTo>
                  <a:cubicBezTo>
                    <a:pt x="24187" y="29441"/>
                    <a:pt x="22295" y="55976"/>
                    <a:pt x="23879" y="82413"/>
                  </a:cubicBezTo>
                  <a:cubicBezTo>
                    <a:pt x="24112" y="93135"/>
                    <a:pt x="26034" y="103752"/>
                    <a:pt x="29587" y="113873"/>
                  </a:cubicBezTo>
                  <a:cubicBezTo>
                    <a:pt x="30834" y="118228"/>
                    <a:pt x="33980" y="121787"/>
                    <a:pt x="38148" y="123560"/>
                  </a:cubicBezTo>
                  <a:cubicBezTo>
                    <a:pt x="42053" y="124310"/>
                    <a:pt x="46056" y="122868"/>
                    <a:pt x="48587" y="119805"/>
                  </a:cubicBezTo>
                  <a:cubicBezTo>
                    <a:pt x="51088" y="116802"/>
                    <a:pt x="53025" y="113363"/>
                    <a:pt x="54295" y="109669"/>
                  </a:cubicBezTo>
                  <a:cubicBezTo>
                    <a:pt x="60453" y="94652"/>
                    <a:pt x="66664" y="79410"/>
                    <a:pt x="72919" y="63942"/>
                  </a:cubicBezTo>
                  <a:cubicBezTo>
                    <a:pt x="74091" y="59798"/>
                    <a:pt x="76562" y="56133"/>
                    <a:pt x="79979" y="53506"/>
                  </a:cubicBezTo>
                  <a:cubicBezTo>
                    <a:pt x="84290" y="51118"/>
                    <a:pt x="89607" y="51538"/>
                    <a:pt x="93497" y="54557"/>
                  </a:cubicBezTo>
                  <a:cubicBezTo>
                    <a:pt x="97432" y="57530"/>
                    <a:pt x="100113" y="61870"/>
                    <a:pt x="101007" y="66721"/>
                  </a:cubicBezTo>
                  <a:cubicBezTo>
                    <a:pt x="101683" y="70400"/>
                    <a:pt x="98604" y="73027"/>
                    <a:pt x="97177" y="76106"/>
                  </a:cubicBezTo>
                  <a:cubicBezTo>
                    <a:pt x="94939" y="81302"/>
                    <a:pt x="92979" y="86618"/>
                    <a:pt x="91319" y="92024"/>
                  </a:cubicBezTo>
                  <a:cubicBezTo>
                    <a:pt x="87038" y="102986"/>
                    <a:pt x="83058" y="113724"/>
                    <a:pt x="79153" y="124536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6" name="Content Placeholder 4">
              <a:extLst>
                <a:ext uri="{FF2B5EF4-FFF2-40B4-BE49-F238E27FC236}">
                  <a16:creationId xmlns:a16="http://schemas.microsoft.com/office/drawing/2014/main" id="{5EFC7DA3-5477-38FB-D0AA-7812EA99400C}"/>
                </a:ext>
              </a:extLst>
            </p:cNvPr>
            <p:cNvSpPr/>
            <p:nvPr/>
          </p:nvSpPr>
          <p:spPr>
            <a:xfrm>
              <a:off x="7505601" y="4987153"/>
              <a:ext cx="24342" cy="49702"/>
            </a:xfrm>
            <a:custGeom>
              <a:avLst/>
              <a:gdLst>
                <a:gd name="connsiteX0" fmla="*/ 2638 w 24342"/>
                <a:gd name="connsiteY0" fmla="*/ 47524 h 49702"/>
                <a:gd name="connsiteX1" fmla="*/ 385 w 24342"/>
                <a:gd name="connsiteY1" fmla="*/ 45346 h 49702"/>
                <a:gd name="connsiteX2" fmla="*/ 10 w 24342"/>
                <a:gd name="connsiteY2" fmla="*/ 42343 h 49702"/>
                <a:gd name="connsiteX3" fmla="*/ 385 w 24342"/>
                <a:gd name="connsiteY3" fmla="*/ 23497 h 49702"/>
                <a:gd name="connsiteX4" fmla="*/ 1511 w 24342"/>
                <a:gd name="connsiteY4" fmla="*/ 8029 h 49702"/>
                <a:gd name="connsiteX5" fmla="*/ 4591 w 24342"/>
                <a:gd name="connsiteY5" fmla="*/ 1647 h 49702"/>
                <a:gd name="connsiteX6" fmla="*/ 12101 w 24342"/>
                <a:gd name="connsiteY6" fmla="*/ 70 h 49702"/>
                <a:gd name="connsiteX7" fmla="*/ 21939 w 24342"/>
                <a:gd name="connsiteY7" fmla="*/ 1347 h 49702"/>
                <a:gd name="connsiteX8" fmla="*/ 23441 w 24342"/>
                <a:gd name="connsiteY8" fmla="*/ 2323 h 49702"/>
                <a:gd name="connsiteX9" fmla="*/ 24116 w 24342"/>
                <a:gd name="connsiteY9" fmla="*/ 4125 h 49702"/>
                <a:gd name="connsiteX10" fmla="*/ 24116 w 24342"/>
                <a:gd name="connsiteY10" fmla="*/ 11633 h 49702"/>
                <a:gd name="connsiteX11" fmla="*/ 23591 w 24342"/>
                <a:gd name="connsiteY11" fmla="*/ 27626 h 49702"/>
                <a:gd name="connsiteX12" fmla="*/ 19085 w 24342"/>
                <a:gd name="connsiteY12" fmla="*/ 46773 h 49702"/>
                <a:gd name="connsiteX13" fmla="*/ 11575 w 24342"/>
                <a:gd name="connsiteY13" fmla="*/ 49626 h 49702"/>
                <a:gd name="connsiteX14" fmla="*/ 2638 w 24342"/>
                <a:gd name="connsiteY14" fmla="*/ 47524 h 49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4342" h="49702">
                  <a:moveTo>
                    <a:pt x="2638" y="47524"/>
                  </a:moveTo>
                  <a:cubicBezTo>
                    <a:pt x="1684" y="47043"/>
                    <a:pt x="896" y="46285"/>
                    <a:pt x="385" y="45346"/>
                  </a:cubicBezTo>
                  <a:cubicBezTo>
                    <a:pt x="32" y="44385"/>
                    <a:pt x="-103" y="43357"/>
                    <a:pt x="10" y="42343"/>
                  </a:cubicBezTo>
                  <a:cubicBezTo>
                    <a:pt x="10" y="36036"/>
                    <a:pt x="10" y="29804"/>
                    <a:pt x="385" y="23497"/>
                  </a:cubicBezTo>
                  <a:cubicBezTo>
                    <a:pt x="310" y="18316"/>
                    <a:pt x="685" y="13143"/>
                    <a:pt x="1511" y="8029"/>
                  </a:cubicBezTo>
                  <a:cubicBezTo>
                    <a:pt x="1767" y="5612"/>
                    <a:pt x="2856" y="3352"/>
                    <a:pt x="4591" y="1647"/>
                  </a:cubicBezTo>
                  <a:cubicBezTo>
                    <a:pt x="6843" y="281"/>
                    <a:pt x="9487" y="-275"/>
                    <a:pt x="12101" y="70"/>
                  </a:cubicBezTo>
                  <a:cubicBezTo>
                    <a:pt x="15435" y="-155"/>
                    <a:pt x="18777" y="281"/>
                    <a:pt x="21939" y="1347"/>
                  </a:cubicBezTo>
                  <a:cubicBezTo>
                    <a:pt x="22517" y="1534"/>
                    <a:pt x="23035" y="1872"/>
                    <a:pt x="23441" y="2323"/>
                  </a:cubicBezTo>
                  <a:cubicBezTo>
                    <a:pt x="23786" y="2871"/>
                    <a:pt x="24019" y="3487"/>
                    <a:pt x="24116" y="4125"/>
                  </a:cubicBezTo>
                  <a:cubicBezTo>
                    <a:pt x="24379" y="6618"/>
                    <a:pt x="24379" y="9141"/>
                    <a:pt x="24116" y="11633"/>
                  </a:cubicBezTo>
                  <a:cubicBezTo>
                    <a:pt x="24116" y="16964"/>
                    <a:pt x="24116" y="22295"/>
                    <a:pt x="23591" y="27626"/>
                  </a:cubicBezTo>
                  <a:cubicBezTo>
                    <a:pt x="23516" y="34264"/>
                    <a:pt x="21976" y="40804"/>
                    <a:pt x="19085" y="46773"/>
                  </a:cubicBezTo>
                  <a:cubicBezTo>
                    <a:pt x="17583" y="49551"/>
                    <a:pt x="14654" y="49401"/>
                    <a:pt x="11575" y="49626"/>
                  </a:cubicBezTo>
                  <a:cubicBezTo>
                    <a:pt x="8451" y="49874"/>
                    <a:pt x="5327" y="49138"/>
                    <a:pt x="2638" y="47524"/>
                  </a:cubicBezTo>
                  <a:close/>
                </a:path>
              </a:pathLst>
            </a:custGeom>
            <a:solidFill>
              <a:srgbClr val="BFBF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7" name="Content Placeholder 4">
              <a:extLst>
                <a:ext uri="{FF2B5EF4-FFF2-40B4-BE49-F238E27FC236}">
                  <a16:creationId xmlns:a16="http://schemas.microsoft.com/office/drawing/2014/main" id="{7F26522E-2BDF-BDCE-9320-AA7D2408BD76}"/>
                </a:ext>
              </a:extLst>
            </p:cNvPr>
            <p:cNvSpPr/>
            <p:nvPr/>
          </p:nvSpPr>
          <p:spPr>
            <a:xfrm>
              <a:off x="7509331" y="4993213"/>
              <a:ext cx="16595" cy="38396"/>
            </a:xfrm>
            <a:custGeom>
              <a:avLst/>
              <a:gdLst>
                <a:gd name="connsiteX0" fmla="*/ 13253 w 16595"/>
                <a:gd name="connsiteY0" fmla="*/ 36583 h 38396"/>
                <a:gd name="connsiteX1" fmla="*/ 13253 w 16595"/>
                <a:gd name="connsiteY1" fmla="*/ 37634 h 38396"/>
                <a:gd name="connsiteX2" fmla="*/ 11525 w 16595"/>
                <a:gd name="connsiteY2" fmla="*/ 38310 h 38396"/>
                <a:gd name="connsiteX3" fmla="*/ 5968 w 16595"/>
                <a:gd name="connsiteY3" fmla="*/ 37935 h 38396"/>
                <a:gd name="connsiteX4" fmla="*/ 1011 w 16595"/>
                <a:gd name="connsiteY4" fmla="*/ 35307 h 38396"/>
                <a:gd name="connsiteX5" fmla="*/ 35 w 16595"/>
                <a:gd name="connsiteY5" fmla="*/ 30051 h 38396"/>
                <a:gd name="connsiteX6" fmla="*/ 1612 w 16595"/>
                <a:gd name="connsiteY6" fmla="*/ 2119 h 38396"/>
                <a:gd name="connsiteX7" fmla="*/ 2062 w 16595"/>
                <a:gd name="connsiteY7" fmla="*/ 693 h 38396"/>
                <a:gd name="connsiteX8" fmla="*/ 3339 w 16595"/>
                <a:gd name="connsiteY8" fmla="*/ 167 h 38396"/>
                <a:gd name="connsiteX9" fmla="*/ 9197 w 16595"/>
                <a:gd name="connsiteY9" fmla="*/ 167 h 38396"/>
                <a:gd name="connsiteX10" fmla="*/ 15280 w 16595"/>
                <a:gd name="connsiteY10" fmla="*/ 2344 h 38396"/>
                <a:gd name="connsiteX11" fmla="*/ 16557 w 16595"/>
                <a:gd name="connsiteY11" fmla="*/ 7150 h 38396"/>
                <a:gd name="connsiteX12" fmla="*/ 13253 w 16595"/>
                <a:gd name="connsiteY12" fmla="*/ 36583 h 38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595" h="38396">
                  <a:moveTo>
                    <a:pt x="13253" y="36583"/>
                  </a:moveTo>
                  <a:cubicBezTo>
                    <a:pt x="13327" y="36929"/>
                    <a:pt x="13327" y="37289"/>
                    <a:pt x="13253" y="37634"/>
                  </a:cubicBezTo>
                  <a:cubicBezTo>
                    <a:pt x="12809" y="38115"/>
                    <a:pt x="12171" y="38363"/>
                    <a:pt x="11525" y="38310"/>
                  </a:cubicBezTo>
                  <a:cubicBezTo>
                    <a:pt x="9663" y="38453"/>
                    <a:pt x="7793" y="38325"/>
                    <a:pt x="5968" y="37935"/>
                  </a:cubicBezTo>
                  <a:cubicBezTo>
                    <a:pt x="4038" y="37732"/>
                    <a:pt x="2265" y="36793"/>
                    <a:pt x="1011" y="35307"/>
                  </a:cubicBezTo>
                  <a:cubicBezTo>
                    <a:pt x="155" y="33693"/>
                    <a:pt x="-183" y="31860"/>
                    <a:pt x="35" y="30051"/>
                  </a:cubicBezTo>
                  <a:cubicBezTo>
                    <a:pt x="-3" y="20718"/>
                    <a:pt x="523" y="11392"/>
                    <a:pt x="1612" y="2119"/>
                  </a:cubicBezTo>
                  <a:cubicBezTo>
                    <a:pt x="1605" y="1609"/>
                    <a:pt x="1762" y="1106"/>
                    <a:pt x="2062" y="693"/>
                  </a:cubicBezTo>
                  <a:cubicBezTo>
                    <a:pt x="2438" y="407"/>
                    <a:pt x="2874" y="227"/>
                    <a:pt x="3339" y="167"/>
                  </a:cubicBezTo>
                  <a:cubicBezTo>
                    <a:pt x="5284" y="-95"/>
                    <a:pt x="7252" y="-95"/>
                    <a:pt x="9197" y="167"/>
                  </a:cubicBezTo>
                  <a:cubicBezTo>
                    <a:pt x="11435" y="70"/>
                    <a:pt x="13613" y="851"/>
                    <a:pt x="15280" y="2344"/>
                  </a:cubicBezTo>
                  <a:cubicBezTo>
                    <a:pt x="16189" y="3779"/>
                    <a:pt x="16640" y="5453"/>
                    <a:pt x="16557" y="7150"/>
                  </a:cubicBezTo>
                  <a:cubicBezTo>
                    <a:pt x="16594" y="17054"/>
                    <a:pt x="15483" y="26935"/>
                    <a:pt x="13253" y="36583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8" name="Content Placeholder 4">
              <a:extLst>
                <a:ext uri="{FF2B5EF4-FFF2-40B4-BE49-F238E27FC236}">
                  <a16:creationId xmlns:a16="http://schemas.microsoft.com/office/drawing/2014/main" id="{7DDF23D1-3C34-D45F-FF46-EC38584A7909}"/>
                </a:ext>
              </a:extLst>
            </p:cNvPr>
            <p:cNvSpPr/>
            <p:nvPr/>
          </p:nvSpPr>
          <p:spPr>
            <a:xfrm>
              <a:off x="7618890" y="5353134"/>
              <a:ext cx="82159" cy="281424"/>
            </a:xfrm>
            <a:custGeom>
              <a:avLst/>
              <a:gdLst>
                <a:gd name="connsiteX0" fmla="*/ 62154 w 82159"/>
                <a:gd name="connsiteY0" fmla="*/ 281318 h 281424"/>
                <a:gd name="connsiteX1" fmla="*/ 82130 w 82159"/>
                <a:gd name="connsiteY1" fmla="*/ 275537 h 281424"/>
                <a:gd name="connsiteX2" fmla="*/ 52691 w 82159"/>
                <a:gd name="connsiteY2" fmla="*/ 200452 h 281424"/>
                <a:gd name="connsiteX3" fmla="*/ 44580 w 82159"/>
                <a:gd name="connsiteY3" fmla="*/ 176050 h 281424"/>
                <a:gd name="connsiteX4" fmla="*/ 41952 w 82159"/>
                <a:gd name="connsiteY4" fmla="*/ 144139 h 281424"/>
                <a:gd name="connsiteX5" fmla="*/ 39398 w 82159"/>
                <a:gd name="connsiteY5" fmla="*/ 19498 h 281424"/>
                <a:gd name="connsiteX6" fmla="*/ 37971 w 82159"/>
                <a:gd name="connsiteY6" fmla="*/ 9287 h 281424"/>
                <a:gd name="connsiteX7" fmla="*/ 14014 w 82159"/>
                <a:gd name="connsiteY7" fmla="*/ 127 h 281424"/>
                <a:gd name="connsiteX8" fmla="*/ 8382 w 82159"/>
                <a:gd name="connsiteY8" fmla="*/ 2004 h 281424"/>
                <a:gd name="connsiteX9" fmla="*/ 6504 w 82159"/>
                <a:gd name="connsiteY9" fmla="*/ 8986 h 281424"/>
                <a:gd name="connsiteX10" fmla="*/ -29 w 82159"/>
                <a:gd name="connsiteY10" fmla="*/ 45027 h 281424"/>
                <a:gd name="connsiteX11" fmla="*/ 5303 w 82159"/>
                <a:gd name="connsiteY11" fmla="*/ 141886 h 281424"/>
                <a:gd name="connsiteX12" fmla="*/ 23853 w 82159"/>
                <a:gd name="connsiteY12" fmla="*/ 199701 h 281424"/>
                <a:gd name="connsiteX13" fmla="*/ 62154 w 82159"/>
                <a:gd name="connsiteY13" fmla="*/ 281318 h 281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2159" h="281424">
                  <a:moveTo>
                    <a:pt x="62154" y="281318"/>
                  </a:moveTo>
                  <a:cubicBezTo>
                    <a:pt x="69288" y="281829"/>
                    <a:pt x="76370" y="279779"/>
                    <a:pt x="82130" y="275537"/>
                  </a:cubicBezTo>
                  <a:cubicBezTo>
                    <a:pt x="72119" y="250511"/>
                    <a:pt x="62304" y="225478"/>
                    <a:pt x="52691" y="200452"/>
                  </a:cubicBezTo>
                  <a:cubicBezTo>
                    <a:pt x="49349" y="192546"/>
                    <a:pt x="46638" y="184384"/>
                    <a:pt x="44580" y="176050"/>
                  </a:cubicBezTo>
                  <a:cubicBezTo>
                    <a:pt x="42643" y="165523"/>
                    <a:pt x="41764" y="154838"/>
                    <a:pt x="41952" y="144139"/>
                  </a:cubicBezTo>
                  <a:cubicBezTo>
                    <a:pt x="41051" y="102595"/>
                    <a:pt x="40202" y="61043"/>
                    <a:pt x="39398" y="19498"/>
                  </a:cubicBezTo>
                  <a:cubicBezTo>
                    <a:pt x="39541" y="16037"/>
                    <a:pt x="39060" y="12576"/>
                    <a:pt x="37971" y="9287"/>
                  </a:cubicBezTo>
                  <a:cubicBezTo>
                    <a:pt x="34142" y="277"/>
                    <a:pt x="22951" y="-474"/>
                    <a:pt x="14014" y="127"/>
                  </a:cubicBezTo>
                  <a:cubicBezTo>
                    <a:pt x="11965" y="14"/>
                    <a:pt x="9952" y="682"/>
                    <a:pt x="8382" y="2004"/>
                  </a:cubicBezTo>
                  <a:cubicBezTo>
                    <a:pt x="6948" y="4031"/>
                    <a:pt x="6279" y="6509"/>
                    <a:pt x="6504" y="8986"/>
                  </a:cubicBezTo>
                  <a:cubicBezTo>
                    <a:pt x="5603" y="41798"/>
                    <a:pt x="872" y="12215"/>
                    <a:pt x="-29" y="45027"/>
                  </a:cubicBezTo>
                  <a:cubicBezTo>
                    <a:pt x="-29" y="56590"/>
                    <a:pt x="3350" y="130623"/>
                    <a:pt x="5303" y="141886"/>
                  </a:cubicBezTo>
                  <a:cubicBezTo>
                    <a:pt x="8367" y="162024"/>
                    <a:pt x="14623" y="181538"/>
                    <a:pt x="23853" y="199701"/>
                  </a:cubicBezTo>
                  <a:cubicBezTo>
                    <a:pt x="38497" y="225906"/>
                    <a:pt x="48035" y="250008"/>
                    <a:pt x="62154" y="28131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9" name="Content Placeholder 4">
              <a:extLst>
                <a:ext uri="{FF2B5EF4-FFF2-40B4-BE49-F238E27FC236}">
                  <a16:creationId xmlns:a16="http://schemas.microsoft.com/office/drawing/2014/main" id="{0443341D-D2CB-DBBE-C990-86AF1FDED289}"/>
                </a:ext>
              </a:extLst>
            </p:cNvPr>
            <p:cNvSpPr/>
            <p:nvPr/>
          </p:nvSpPr>
          <p:spPr>
            <a:xfrm>
              <a:off x="7564180" y="5374366"/>
              <a:ext cx="50157" cy="274682"/>
            </a:xfrm>
            <a:custGeom>
              <a:avLst/>
              <a:gdLst>
                <a:gd name="connsiteX0" fmla="*/ 39661 w 50157"/>
                <a:gd name="connsiteY0" fmla="*/ 5549 h 274682"/>
                <a:gd name="connsiteX1" fmla="*/ 2111 w 50157"/>
                <a:gd name="connsiteY1" fmla="*/ 744 h 274682"/>
                <a:gd name="connsiteX2" fmla="*/ 4364 w 50157"/>
                <a:gd name="connsiteY2" fmla="*/ 2771 h 274682"/>
                <a:gd name="connsiteX3" fmla="*/ 4364 w 50157"/>
                <a:gd name="connsiteY3" fmla="*/ 191759 h 274682"/>
                <a:gd name="connsiteX4" fmla="*/ 3763 w 50157"/>
                <a:gd name="connsiteY4" fmla="*/ 273226 h 274682"/>
                <a:gd name="connsiteX5" fmla="*/ 19159 w 50157"/>
                <a:gd name="connsiteY5" fmla="*/ 274652 h 274682"/>
                <a:gd name="connsiteX6" fmla="*/ 49649 w 50157"/>
                <a:gd name="connsiteY6" fmla="*/ 20867 h 274682"/>
                <a:gd name="connsiteX7" fmla="*/ 47772 w 50157"/>
                <a:gd name="connsiteY7" fmla="*/ 8628 h 274682"/>
                <a:gd name="connsiteX8" fmla="*/ 39661 w 50157"/>
                <a:gd name="connsiteY8" fmla="*/ 5549 h 274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157" h="274682">
                  <a:moveTo>
                    <a:pt x="39661" y="5549"/>
                  </a:moveTo>
                  <a:lnTo>
                    <a:pt x="2111" y="744"/>
                  </a:lnTo>
                  <a:cubicBezTo>
                    <a:pt x="1510" y="-1133"/>
                    <a:pt x="4589" y="744"/>
                    <a:pt x="4364" y="2771"/>
                  </a:cubicBezTo>
                  <a:cubicBezTo>
                    <a:pt x="-1494" y="65632"/>
                    <a:pt x="-1494" y="128898"/>
                    <a:pt x="4364" y="191759"/>
                  </a:cubicBezTo>
                  <a:cubicBezTo>
                    <a:pt x="6489" y="218880"/>
                    <a:pt x="6294" y="246135"/>
                    <a:pt x="3763" y="273226"/>
                  </a:cubicBezTo>
                  <a:lnTo>
                    <a:pt x="19159" y="274652"/>
                  </a:lnTo>
                  <a:cubicBezTo>
                    <a:pt x="29170" y="190107"/>
                    <a:pt x="39338" y="105510"/>
                    <a:pt x="49649" y="20867"/>
                  </a:cubicBezTo>
                  <a:cubicBezTo>
                    <a:pt x="50693" y="16700"/>
                    <a:pt x="50017" y="12292"/>
                    <a:pt x="47772" y="8628"/>
                  </a:cubicBezTo>
                  <a:cubicBezTo>
                    <a:pt x="45526" y="6660"/>
                    <a:pt x="42643" y="5572"/>
                    <a:pt x="39661" y="554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0" name="Content Placeholder 4">
              <a:extLst>
                <a:ext uri="{FF2B5EF4-FFF2-40B4-BE49-F238E27FC236}">
                  <a16:creationId xmlns:a16="http://schemas.microsoft.com/office/drawing/2014/main" id="{B9379B9A-6FF8-F138-BAB2-23019D760288}"/>
                </a:ext>
              </a:extLst>
            </p:cNvPr>
            <p:cNvSpPr/>
            <p:nvPr/>
          </p:nvSpPr>
          <p:spPr>
            <a:xfrm>
              <a:off x="7506497" y="5027328"/>
              <a:ext cx="189409" cy="464267"/>
            </a:xfrm>
            <a:custGeom>
              <a:avLst/>
              <a:gdLst>
                <a:gd name="connsiteX0" fmla="*/ 86455 w 189409"/>
                <a:gd name="connsiteY0" fmla="*/ 13656 h 464267"/>
                <a:gd name="connsiteX1" fmla="*/ 95617 w 189409"/>
                <a:gd name="connsiteY1" fmla="*/ 4721 h 464267"/>
                <a:gd name="connsiteX2" fmla="*/ 129863 w 189409"/>
                <a:gd name="connsiteY2" fmla="*/ 13956 h 464267"/>
                <a:gd name="connsiteX3" fmla="*/ 158251 w 189409"/>
                <a:gd name="connsiteY3" fmla="*/ 76877 h 464267"/>
                <a:gd name="connsiteX4" fmla="*/ 173271 w 189409"/>
                <a:gd name="connsiteY4" fmla="*/ 125457 h 464267"/>
                <a:gd name="connsiteX5" fmla="*/ 188291 w 189409"/>
                <a:gd name="connsiteY5" fmla="*/ 448320 h 464267"/>
                <a:gd name="connsiteX6" fmla="*/ 97269 w 189409"/>
                <a:gd name="connsiteY6" fmla="*/ 460634 h 464267"/>
                <a:gd name="connsiteX7" fmla="*/ 42371 w 189409"/>
                <a:gd name="connsiteY7" fmla="*/ 464013 h 464267"/>
                <a:gd name="connsiteX8" fmla="*/ 240 w 189409"/>
                <a:gd name="connsiteY8" fmla="*/ 444716 h 464267"/>
                <a:gd name="connsiteX9" fmla="*/ 15260 w 189409"/>
                <a:gd name="connsiteY9" fmla="*/ 391631 h 464267"/>
                <a:gd name="connsiteX10" fmla="*/ 25248 w 189409"/>
                <a:gd name="connsiteY10" fmla="*/ 159996 h 464267"/>
                <a:gd name="connsiteX11" fmla="*/ 24122 w 189409"/>
                <a:gd name="connsiteY11" fmla="*/ 87314 h 464267"/>
                <a:gd name="connsiteX12" fmla="*/ 43197 w 189409"/>
                <a:gd name="connsiteY12" fmla="*/ 43164 h 464267"/>
                <a:gd name="connsiteX13" fmla="*/ 80747 w 189409"/>
                <a:gd name="connsiteY13" fmla="*/ 19513 h 464267"/>
                <a:gd name="connsiteX14" fmla="*/ 86455 w 189409"/>
                <a:gd name="connsiteY14" fmla="*/ 13656 h 464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9409" h="464267">
                  <a:moveTo>
                    <a:pt x="86455" y="13656"/>
                  </a:moveTo>
                  <a:cubicBezTo>
                    <a:pt x="89068" y="10255"/>
                    <a:pt x="92155" y="7251"/>
                    <a:pt x="95617" y="4721"/>
                  </a:cubicBezTo>
                  <a:cubicBezTo>
                    <a:pt x="110637" y="-4815"/>
                    <a:pt x="120325" y="892"/>
                    <a:pt x="129863" y="13956"/>
                  </a:cubicBezTo>
                  <a:cubicBezTo>
                    <a:pt x="142577" y="33305"/>
                    <a:pt x="152160" y="54539"/>
                    <a:pt x="158251" y="76877"/>
                  </a:cubicBezTo>
                  <a:cubicBezTo>
                    <a:pt x="163507" y="93020"/>
                    <a:pt x="168839" y="109088"/>
                    <a:pt x="173271" y="125457"/>
                  </a:cubicBezTo>
                  <a:cubicBezTo>
                    <a:pt x="200532" y="230575"/>
                    <a:pt x="183935" y="340499"/>
                    <a:pt x="188291" y="448320"/>
                  </a:cubicBezTo>
                  <a:lnTo>
                    <a:pt x="97269" y="460634"/>
                  </a:lnTo>
                  <a:cubicBezTo>
                    <a:pt x="79133" y="463630"/>
                    <a:pt x="60741" y="464764"/>
                    <a:pt x="42371" y="464013"/>
                  </a:cubicBezTo>
                  <a:cubicBezTo>
                    <a:pt x="37640" y="463638"/>
                    <a:pt x="-3740" y="452675"/>
                    <a:pt x="240" y="444716"/>
                  </a:cubicBezTo>
                  <a:cubicBezTo>
                    <a:pt x="7848" y="427860"/>
                    <a:pt x="12910" y="409975"/>
                    <a:pt x="15260" y="391631"/>
                  </a:cubicBezTo>
                  <a:cubicBezTo>
                    <a:pt x="28478" y="315165"/>
                    <a:pt x="31835" y="237318"/>
                    <a:pt x="25248" y="159996"/>
                  </a:cubicBezTo>
                  <a:cubicBezTo>
                    <a:pt x="23145" y="135818"/>
                    <a:pt x="20067" y="111341"/>
                    <a:pt x="24122" y="87314"/>
                  </a:cubicBezTo>
                  <a:cubicBezTo>
                    <a:pt x="26510" y="71186"/>
                    <a:pt x="33082" y="55959"/>
                    <a:pt x="43197" y="43164"/>
                  </a:cubicBezTo>
                  <a:cubicBezTo>
                    <a:pt x="54312" y="29649"/>
                    <a:pt x="67455" y="29124"/>
                    <a:pt x="80747" y="19513"/>
                  </a:cubicBezTo>
                  <a:cubicBezTo>
                    <a:pt x="82872" y="17786"/>
                    <a:pt x="84788" y="15826"/>
                    <a:pt x="86455" y="13656"/>
                  </a:cubicBezTo>
                  <a:close/>
                </a:path>
              </a:pathLst>
            </a:custGeom>
            <a:solidFill>
              <a:srgbClr val="D3E4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1" name="Content Placeholder 4">
              <a:extLst>
                <a:ext uri="{FF2B5EF4-FFF2-40B4-BE49-F238E27FC236}">
                  <a16:creationId xmlns:a16="http://schemas.microsoft.com/office/drawing/2014/main" id="{2D85C946-6CF9-9BB2-0534-714C10227572}"/>
                </a:ext>
              </a:extLst>
            </p:cNvPr>
            <p:cNvSpPr/>
            <p:nvPr/>
          </p:nvSpPr>
          <p:spPr>
            <a:xfrm>
              <a:off x="7514240" y="4932379"/>
              <a:ext cx="82959" cy="113402"/>
            </a:xfrm>
            <a:custGeom>
              <a:avLst/>
              <a:gdLst>
                <a:gd name="connsiteX0" fmla="*/ 59411 w 82959"/>
                <a:gd name="connsiteY0" fmla="*/ 12722 h 113402"/>
                <a:gd name="connsiteX1" fmla="*/ 79913 w 82959"/>
                <a:gd name="connsiteY1" fmla="*/ 47786 h 113402"/>
                <a:gd name="connsiteX2" fmla="*/ 78036 w 82959"/>
                <a:gd name="connsiteY2" fmla="*/ 91786 h 113402"/>
                <a:gd name="connsiteX3" fmla="*/ 41913 w 82959"/>
                <a:gd name="connsiteY3" fmla="*/ 113260 h 113402"/>
                <a:gd name="connsiteX4" fmla="*/ 17055 w 82959"/>
                <a:gd name="connsiteY4" fmla="*/ 97567 h 113402"/>
                <a:gd name="connsiteX5" fmla="*/ 3912 w 82959"/>
                <a:gd name="connsiteY5" fmla="*/ 25036 h 113402"/>
                <a:gd name="connsiteX6" fmla="*/ 23138 w 82959"/>
                <a:gd name="connsiteY6" fmla="*/ 483 h 113402"/>
                <a:gd name="connsiteX7" fmla="*/ 59411 w 82959"/>
                <a:gd name="connsiteY7" fmla="*/ 12722 h 113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2959" h="113402">
                  <a:moveTo>
                    <a:pt x="59411" y="12722"/>
                  </a:moveTo>
                  <a:cubicBezTo>
                    <a:pt x="69505" y="22168"/>
                    <a:pt x="76631" y="34354"/>
                    <a:pt x="79913" y="47786"/>
                  </a:cubicBezTo>
                  <a:cubicBezTo>
                    <a:pt x="84502" y="62218"/>
                    <a:pt x="83841" y="77798"/>
                    <a:pt x="78036" y="91786"/>
                  </a:cubicBezTo>
                  <a:cubicBezTo>
                    <a:pt x="71758" y="105864"/>
                    <a:pt x="57286" y="114469"/>
                    <a:pt x="41913" y="113260"/>
                  </a:cubicBezTo>
                  <a:cubicBezTo>
                    <a:pt x="32015" y="111173"/>
                    <a:pt x="23191" y="105609"/>
                    <a:pt x="17055" y="97567"/>
                  </a:cubicBezTo>
                  <a:cubicBezTo>
                    <a:pt x="585" y="77212"/>
                    <a:pt x="-4371" y="49874"/>
                    <a:pt x="3912" y="25036"/>
                  </a:cubicBezTo>
                  <a:cubicBezTo>
                    <a:pt x="7292" y="15200"/>
                    <a:pt x="12474" y="3036"/>
                    <a:pt x="23138" y="483"/>
                  </a:cubicBezTo>
                  <a:cubicBezTo>
                    <a:pt x="33802" y="-2070"/>
                    <a:pt x="51075" y="5364"/>
                    <a:pt x="59411" y="12722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2" name="Content Placeholder 4">
              <a:extLst>
                <a:ext uri="{FF2B5EF4-FFF2-40B4-BE49-F238E27FC236}">
                  <a16:creationId xmlns:a16="http://schemas.microsoft.com/office/drawing/2014/main" id="{CA17F116-958C-FF92-F263-A45B06B84EA0}"/>
                </a:ext>
              </a:extLst>
            </p:cNvPr>
            <p:cNvSpPr/>
            <p:nvPr/>
          </p:nvSpPr>
          <p:spPr>
            <a:xfrm>
              <a:off x="7484342" y="5243739"/>
              <a:ext cx="159671" cy="116395"/>
            </a:xfrm>
            <a:custGeom>
              <a:avLst/>
              <a:gdLst>
                <a:gd name="connsiteX0" fmla="*/ 28102 w 159671"/>
                <a:gd name="connsiteY0" fmla="*/ 48 h 116395"/>
                <a:gd name="connsiteX1" fmla="*/ 11280 w 159671"/>
                <a:gd name="connsiteY1" fmla="*/ 3052 h 116395"/>
                <a:gd name="connsiteX2" fmla="*/ 5422 w 159671"/>
                <a:gd name="connsiteY2" fmla="*/ 23550 h 116395"/>
                <a:gd name="connsiteX3" fmla="*/ 90 w 159671"/>
                <a:gd name="connsiteY3" fmla="*/ 98259 h 116395"/>
                <a:gd name="connsiteX4" fmla="*/ 2418 w 159671"/>
                <a:gd name="connsiteY4" fmla="*/ 104191 h 116395"/>
                <a:gd name="connsiteX5" fmla="*/ 6999 w 159671"/>
                <a:gd name="connsiteY5" fmla="*/ 105692 h 116395"/>
                <a:gd name="connsiteX6" fmla="*/ 141128 w 159671"/>
                <a:gd name="connsiteY6" fmla="*/ 116204 h 116395"/>
                <a:gd name="connsiteX7" fmla="*/ 145784 w 159671"/>
                <a:gd name="connsiteY7" fmla="*/ 115453 h 116395"/>
                <a:gd name="connsiteX8" fmla="*/ 149389 w 159671"/>
                <a:gd name="connsiteY8" fmla="*/ 109822 h 116395"/>
                <a:gd name="connsiteX9" fmla="*/ 159377 w 159671"/>
                <a:gd name="connsiteY9" fmla="*/ 25427 h 116395"/>
                <a:gd name="connsiteX10" fmla="*/ 157950 w 159671"/>
                <a:gd name="connsiteY10" fmla="*/ 14615 h 116395"/>
                <a:gd name="connsiteX11" fmla="*/ 139325 w 159671"/>
                <a:gd name="connsiteY11" fmla="*/ 7557 h 116395"/>
                <a:gd name="connsiteX12" fmla="*/ 98171 w 159671"/>
                <a:gd name="connsiteY12" fmla="*/ 3277 h 116395"/>
                <a:gd name="connsiteX13" fmla="*/ 28102 w 159671"/>
                <a:gd name="connsiteY13" fmla="*/ 48 h 116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9671" h="116395">
                  <a:moveTo>
                    <a:pt x="28102" y="48"/>
                  </a:moveTo>
                  <a:cubicBezTo>
                    <a:pt x="22335" y="-334"/>
                    <a:pt x="16560" y="694"/>
                    <a:pt x="11280" y="3052"/>
                  </a:cubicBezTo>
                  <a:cubicBezTo>
                    <a:pt x="3770" y="7407"/>
                    <a:pt x="5948" y="16041"/>
                    <a:pt x="5422" y="23550"/>
                  </a:cubicBezTo>
                  <a:cubicBezTo>
                    <a:pt x="3620" y="48553"/>
                    <a:pt x="-811" y="73256"/>
                    <a:pt x="90" y="98259"/>
                  </a:cubicBezTo>
                  <a:cubicBezTo>
                    <a:pt x="-52" y="100482"/>
                    <a:pt x="796" y="102659"/>
                    <a:pt x="2418" y="104191"/>
                  </a:cubicBezTo>
                  <a:cubicBezTo>
                    <a:pt x="3823" y="105002"/>
                    <a:pt x="5385" y="105512"/>
                    <a:pt x="6999" y="105692"/>
                  </a:cubicBezTo>
                  <a:cubicBezTo>
                    <a:pt x="51248" y="113666"/>
                    <a:pt x="96181" y="117188"/>
                    <a:pt x="141128" y="116204"/>
                  </a:cubicBezTo>
                  <a:cubicBezTo>
                    <a:pt x="142720" y="116302"/>
                    <a:pt x="144305" y="116047"/>
                    <a:pt x="145784" y="115453"/>
                  </a:cubicBezTo>
                  <a:cubicBezTo>
                    <a:pt x="147804" y="114245"/>
                    <a:pt x="149134" y="112157"/>
                    <a:pt x="149389" y="109822"/>
                  </a:cubicBezTo>
                  <a:cubicBezTo>
                    <a:pt x="155111" y="82026"/>
                    <a:pt x="158453" y="53794"/>
                    <a:pt x="159377" y="25427"/>
                  </a:cubicBezTo>
                  <a:cubicBezTo>
                    <a:pt x="160008" y="21763"/>
                    <a:pt x="159505" y="17994"/>
                    <a:pt x="157950" y="14615"/>
                  </a:cubicBezTo>
                  <a:cubicBezTo>
                    <a:pt x="154120" y="7857"/>
                    <a:pt x="147136" y="8758"/>
                    <a:pt x="139325" y="7557"/>
                  </a:cubicBezTo>
                  <a:cubicBezTo>
                    <a:pt x="127685" y="5830"/>
                    <a:pt x="109962" y="4403"/>
                    <a:pt x="98171" y="3277"/>
                  </a:cubicBezTo>
                  <a:cubicBezTo>
                    <a:pt x="74882" y="1002"/>
                    <a:pt x="51496" y="-79"/>
                    <a:pt x="28102" y="48"/>
                  </a:cubicBezTo>
                  <a:close/>
                </a:path>
              </a:pathLst>
            </a:custGeom>
            <a:solidFill>
              <a:srgbClr val="F9F9F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3" name="Content Placeholder 4">
              <a:extLst>
                <a:ext uri="{FF2B5EF4-FFF2-40B4-BE49-F238E27FC236}">
                  <a16:creationId xmlns:a16="http://schemas.microsoft.com/office/drawing/2014/main" id="{2B76A273-153E-C616-13E0-7FCD6FB81E6B}"/>
                </a:ext>
              </a:extLst>
            </p:cNvPr>
            <p:cNvSpPr/>
            <p:nvPr/>
          </p:nvSpPr>
          <p:spPr>
            <a:xfrm>
              <a:off x="7538008" y="5065011"/>
              <a:ext cx="95202" cy="279839"/>
            </a:xfrm>
            <a:custGeom>
              <a:avLst/>
              <a:gdLst>
                <a:gd name="connsiteX0" fmla="*/ 85209 w 95202"/>
                <a:gd name="connsiteY0" fmla="*/ 112401 h 279839"/>
                <a:gd name="connsiteX1" fmla="*/ 94747 w 95202"/>
                <a:gd name="connsiteY1" fmla="*/ 63371 h 279839"/>
                <a:gd name="connsiteX2" fmla="*/ 87237 w 95202"/>
                <a:gd name="connsiteY2" fmla="*/ 14491 h 279839"/>
                <a:gd name="connsiteX3" fmla="*/ 67636 w 95202"/>
                <a:gd name="connsiteY3" fmla="*/ 300 h 279839"/>
                <a:gd name="connsiteX4" fmla="*/ 55244 w 95202"/>
                <a:gd name="connsiteY4" fmla="*/ 19972 h 279839"/>
                <a:gd name="connsiteX5" fmla="*/ 41801 w 95202"/>
                <a:gd name="connsiteY5" fmla="*/ 130571 h 279839"/>
                <a:gd name="connsiteX6" fmla="*/ 36469 w 95202"/>
                <a:gd name="connsiteY6" fmla="*/ 176148 h 279839"/>
                <a:gd name="connsiteX7" fmla="*/ -29 w 95202"/>
                <a:gd name="connsiteY7" fmla="*/ 275184 h 279839"/>
                <a:gd name="connsiteX8" fmla="*/ 16042 w 95202"/>
                <a:gd name="connsiteY8" fmla="*/ 278488 h 279839"/>
                <a:gd name="connsiteX9" fmla="*/ 22876 w 95202"/>
                <a:gd name="connsiteY9" fmla="*/ 267075 h 279839"/>
                <a:gd name="connsiteX10" fmla="*/ 31588 w 95202"/>
                <a:gd name="connsiteY10" fmla="*/ 254686 h 279839"/>
                <a:gd name="connsiteX11" fmla="*/ 47284 w 95202"/>
                <a:gd name="connsiteY11" fmla="*/ 221274 h 279839"/>
                <a:gd name="connsiteX12" fmla="*/ 73719 w 95202"/>
                <a:gd name="connsiteY12" fmla="*/ 151670 h 279839"/>
                <a:gd name="connsiteX13" fmla="*/ 85209 w 95202"/>
                <a:gd name="connsiteY13" fmla="*/ 112401 h 279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5202" h="279839">
                  <a:moveTo>
                    <a:pt x="85209" y="112401"/>
                  </a:moveTo>
                  <a:cubicBezTo>
                    <a:pt x="90023" y="96415"/>
                    <a:pt x="93214" y="79994"/>
                    <a:pt x="94747" y="63371"/>
                  </a:cubicBezTo>
                  <a:cubicBezTo>
                    <a:pt x="96271" y="46709"/>
                    <a:pt x="93695" y="29928"/>
                    <a:pt x="87237" y="14491"/>
                  </a:cubicBezTo>
                  <a:cubicBezTo>
                    <a:pt x="83557" y="6532"/>
                    <a:pt x="76122" y="-1803"/>
                    <a:pt x="67636" y="300"/>
                  </a:cubicBezTo>
                  <a:cubicBezTo>
                    <a:pt x="59150" y="2402"/>
                    <a:pt x="56671" y="11863"/>
                    <a:pt x="55244" y="19972"/>
                  </a:cubicBezTo>
                  <a:cubicBezTo>
                    <a:pt x="48786" y="56538"/>
                    <a:pt x="45106" y="93555"/>
                    <a:pt x="41801" y="130571"/>
                  </a:cubicBezTo>
                  <a:cubicBezTo>
                    <a:pt x="40375" y="145588"/>
                    <a:pt x="39098" y="161131"/>
                    <a:pt x="36469" y="176148"/>
                  </a:cubicBezTo>
                  <a:cubicBezTo>
                    <a:pt x="29733" y="210912"/>
                    <a:pt x="17409" y="244362"/>
                    <a:pt x="-29" y="275184"/>
                  </a:cubicBezTo>
                  <a:cubicBezTo>
                    <a:pt x="4777" y="278413"/>
                    <a:pt x="11161" y="281717"/>
                    <a:pt x="16042" y="278488"/>
                  </a:cubicBezTo>
                  <a:cubicBezTo>
                    <a:pt x="20923" y="275259"/>
                    <a:pt x="20323" y="270980"/>
                    <a:pt x="22876" y="267075"/>
                  </a:cubicBezTo>
                  <a:cubicBezTo>
                    <a:pt x="26136" y="263208"/>
                    <a:pt x="29050" y="259064"/>
                    <a:pt x="31588" y="254686"/>
                  </a:cubicBezTo>
                  <a:cubicBezTo>
                    <a:pt x="37145" y="243724"/>
                    <a:pt x="42327" y="232161"/>
                    <a:pt x="47284" y="221274"/>
                  </a:cubicBezTo>
                  <a:cubicBezTo>
                    <a:pt x="57197" y="198748"/>
                    <a:pt x="65983" y="175247"/>
                    <a:pt x="73719" y="151670"/>
                  </a:cubicBezTo>
                  <a:cubicBezTo>
                    <a:pt x="77699" y="138606"/>
                    <a:pt x="81604" y="125541"/>
                    <a:pt x="85209" y="112401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4" name="Content Placeholder 4">
              <a:extLst>
                <a:ext uri="{FF2B5EF4-FFF2-40B4-BE49-F238E27FC236}">
                  <a16:creationId xmlns:a16="http://schemas.microsoft.com/office/drawing/2014/main" id="{922C5487-9EDF-178E-79A3-589ECB52B8DE}"/>
                </a:ext>
              </a:extLst>
            </p:cNvPr>
            <p:cNvSpPr/>
            <p:nvPr/>
          </p:nvSpPr>
          <p:spPr>
            <a:xfrm>
              <a:off x="7527776" y="5338452"/>
              <a:ext cx="21526" cy="26720"/>
            </a:xfrm>
            <a:custGeom>
              <a:avLst/>
              <a:gdLst>
                <a:gd name="connsiteX0" fmla="*/ 18539 w 21526"/>
                <a:gd name="connsiteY0" fmla="*/ 22843 h 26720"/>
                <a:gd name="connsiteX1" fmla="*/ 17412 w 21526"/>
                <a:gd name="connsiteY1" fmla="*/ 25546 h 26720"/>
                <a:gd name="connsiteX2" fmla="*/ 15310 w 21526"/>
                <a:gd name="connsiteY2" fmla="*/ 26297 h 26720"/>
                <a:gd name="connsiteX3" fmla="*/ 6448 w 21526"/>
                <a:gd name="connsiteY3" fmla="*/ 26297 h 26720"/>
                <a:gd name="connsiteX4" fmla="*/ 140 w 21526"/>
                <a:gd name="connsiteY4" fmla="*/ 20666 h 26720"/>
                <a:gd name="connsiteX5" fmla="*/ 140 w 21526"/>
                <a:gd name="connsiteY5" fmla="*/ 17061 h 26720"/>
                <a:gd name="connsiteX6" fmla="*/ 11780 w 21526"/>
                <a:gd name="connsiteY6" fmla="*/ 2044 h 26720"/>
                <a:gd name="connsiteX7" fmla="*/ 21468 w 21526"/>
                <a:gd name="connsiteY7" fmla="*/ 4748 h 26720"/>
                <a:gd name="connsiteX8" fmla="*/ 18539 w 21526"/>
                <a:gd name="connsiteY8" fmla="*/ 22843 h 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526" h="26720">
                  <a:moveTo>
                    <a:pt x="18539" y="22843"/>
                  </a:moveTo>
                  <a:cubicBezTo>
                    <a:pt x="18517" y="23857"/>
                    <a:pt x="18111" y="24818"/>
                    <a:pt x="17412" y="25546"/>
                  </a:cubicBezTo>
                  <a:cubicBezTo>
                    <a:pt x="16789" y="25982"/>
                    <a:pt x="16069" y="26244"/>
                    <a:pt x="15310" y="26297"/>
                  </a:cubicBezTo>
                  <a:cubicBezTo>
                    <a:pt x="12381" y="26823"/>
                    <a:pt x="9377" y="26823"/>
                    <a:pt x="6448" y="26297"/>
                  </a:cubicBezTo>
                  <a:cubicBezTo>
                    <a:pt x="3489" y="25674"/>
                    <a:pt x="1093" y="23534"/>
                    <a:pt x="140" y="20666"/>
                  </a:cubicBezTo>
                  <a:cubicBezTo>
                    <a:pt x="-85" y="19472"/>
                    <a:pt x="-85" y="18255"/>
                    <a:pt x="140" y="17061"/>
                  </a:cubicBezTo>
                  <a:cubicBezTo>
                    <a:pt x="2130" y="10837"/>
                    <a:pt x="6253" y="5521"/>
                    <a:pt x="11780" y="2044"/>
                  </a:cubicBezTo>
                  <a:cubicBezTo>
                    <a:pt x="15385" y="-809"/>
                    <a:pt x="21994" y="-1409"/>
                    <a:pt x="21468" y="4748"/>
                  </a:cubicBezTo>
                  <a:cubicBezTo>
                    <a:pt x="20942" y="10904"/>
                    <a:pt x="19440" y="17212"/>
                    <a:pt x="18539" y="22843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5" name="Content Placeholder 4">
              <a:extLst>
                <a:ext uri="{FF2B5EF4-FFF2-40B4-BE49-F238E27FC236}">
                  <a16:creationId xmlns:a16="http://schemas.microsoft.com/office/drawing/2014/main" id="{73E900CC-5B00-B5D0-CCB5-8BD5A2BE9643}"/>
                </a:ext>
              </a:extLst>
            </p:cNvPr>
            <p:cNvSpPr/>
            <p:nvPr/>
          </p:nvSpPr>
          <p:spPr>
            <a:xfrm>
              <a:off x="7512918" y="5032478"/>
              <a:ext cx="3832" cy="1703"/>
            </a:xfrm>
            <a:custGeom>
              <a:avLst/>
              <a:gdLst>
                <a:gd name="connsiteX0" fmla="*/ 3132 w 3832"/>
                <a:gd name="connsiteY0" fmla="*/ 547 h 1703"/>
                <a:gd name="connsiteX1" fmla="*/ 428 w 3832"/>
                <a:gd name="connsiteY1" fmla="*/ 96 h 1703"/>
                <a:gd name="connsiteX2" fmla="*/ 428 w 3832"/>
                <a:gd name="connsiteY2" fmla="*/ 1223 h 1703"/>
                <a:gd name="connsiteX3" fmla="*/ 2456 w 3832"/>
                <a:gd name="connsiteY3" fmla="*/ 1673 h 1703"/>
                <a:gd name="connsiteX4" fmla="*/ 3132 w 3832"/>
                <a:gd name="connsiteY4" fmla="*/ 547 h 1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32" h="1703">
                  <a:moveTo>
                    <a:pt x="3132" y="547"/>
                  </a:moveTo>
                  <a:cubicBezTo>
                    <a:pt x="2531" y="547"/>
                    <a:pt x="1179" y="-354"/>
                    <a:pt x="428" y="96"/>
                  </a:cubicBezTo>
                  <a:cubicBezTo>
                    <a:pt x="-323" y="547"/>
                    <a:pt x="-22" y="923"/>
                    <a:pt x="428" y="1223"/>
                  </a:cubicBezTo>
                  <a:cubicBezTo>
                    <a:pt x="1074" y="1486"/>
                    <a:pt x="1757" y="1636"/>
                    <a:pt x="2456" y="1673"/>
                  </a:cubicBezTo>
                  <a:cubicBezTo>
                    <a:pt x="3808" y="1673"/>
                    <a:pt x="4333" y="1148"/>
                    <a:pt x="3132" y="54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6" name="Content Placeholder 4">
              <a:extLst>
                <a:ext uri="{FF2B5EF4-FFF2-40B4-BE49-F238E27FC236}">
                  <a16:creationId xmlns:a16="http://schemas.microsoft.com/office/drawing/2014/main" id="{56E8E7E6-79E8-15C1-F255-EB05C889B1B9}"/>
                </a:ext>
              </a:extLst>
            </p:cNvPr>
            <p:cNvSpPr/>
            <p:nvPr/>
          </p:nvSpPr>
          <p:spPr>
            <a:xfrm>
              <a:off x="7514275" y="5654229"/>
              <a:ext cx="74200" cy="52315"/>
            </a:xfrm>
            <a:custGeom>
              <a:avLst/>
              <a:gdLst>
                <a:gd name="connsiteX0" fmla="*/ -28 w 74200"/>
                <a:gd name="connsiteY0" fmla="*/ 47349 h 52315"/>
                <a:gd name="connsiteX1" fmla="*/ 1399 w 74200"/>
                <a:gd name="connsiteY1" fmla="*/ 37738 h 52315"/>
                <a:gd name="connsiteX2" fmla="*/ 3127 w 74200"/>
                <a:gd name="connsiteY2" fmla="*/ 33308 h 52315"/>
                <a:gd name="connsiteX3" fmla="*/ 9585 w 74200"/>
                <a:gd name="connsiteY3" fmla="*/ 30980 h 52315"/>
                <a:gd name="connsiteX4" fmla="*/ 31364 w 74200"/>
                <a:gd name="connsiteY4" fmla="*/ 28802 h 52315"/>
                <a:gd name="connsiteX5" fmla="*/ 40151 w 74200"/>
                <a:gd name="connsiteY5" fmla="*/ 23697 h 52315"/>
                <a:gd name="connsiteX6" fmla="*/ 43380 w 74200"/>
                <a:gd name="connsiteY6" fmla="*/ 15438 h 52315"/>
                <a:gd name="connsiteX7" fmla="*/ 47060 w 74200"/>
                <a:gd name="connsiteY7" fmla="*/ -30 h 52315"/>
                <a:gd name="connsiteX8" fmla="*/ 63131 w 74200"/>
                <a:gd name="connsiteY8" fmla="*/ 2523 h 52315"/>
                <a:gd name="connsiteX9" fmla="*/ 74171 w 74200"/>
                <a:gd name="connsiteY9" fmla="*/ 6578 h 52315"/>
                <a:gd name="connsiteX10" fmla="*/ 72068 w 74200"/>
                <a:gd name="connsiteY10" fmla="*/ 35711 h 52315"/>
                <a:gd name="connsiteX11" fmla="*/ 72068 w 74200"/>
                <a:gd name="connsiteY11" fmla="*/ 49226 h 52315"/>
                <a:gd name="connsiteX12" fmla="*/ 72068 w 74200"/>
                <a:gd name="connsiteY12" fmla="*/ 50803 h 52315"/>
                <a:gd name="connsiteX13" fmla="*/ 68839 w 74200"/>
                <a:gd name="connsiteY13" fmla="*/ 52154 h 52315"/>
                <a:gd name="connsiteX14" fmla="*/ 64558 w 74200"/>
                <a:gd name="connsiteY14" fmla="*/ 51103 h 52315"/>
                <a:gd name="connsiteX15" fmla="*/ 63281 w 74200"/>
                <a:gd name="connsiteY15" fmla="*/ 44871 h 52315"/>
                <a:gd name="connsiteX16" fmla="*/ 59249 w 74200"/>
                <a:gd name="connsiteY16" fmla="*/ 44848 h 52315"/>
                <a:gd name="connsiteX17" fmla="*/ 59226 w 74200"/>
                <a:gd name="connsiteY17" fmla="*/ 44871 h 52315"/>
                <a:gd name="connsiteX18" fmla="*/ 57874 w 74200"/>
                <a:gd name="connsiteY18" fmla="*/ 49075 h 52315"/>
                <a:gd name="connsiteX19" fmla="*/ 57424 w 74200"/>
                <a:gd name="connsiteY19" fmla="*/ 50502 h 52315"/>
                <a:gd name="connsiteX20" fmla="*/ 56447 w 74200"/>
                <a:gd name="connsiteY20" fmla="*/ 50952 h 52315"/>
                <a:gd name="connsiteX21" fmla="*/ 36771 w 74200"/>
                <a:gd name="connsiteY21" fmla="*/ 49751 h 52315"/>
                <a:gd name="connsiteX22" fmla="*/ 6731 w 74200"/>
                <a:gd name="connsiteY22" fmla="*/ 50952 h 52315"/>
                <a:gd name="connsiteX23" fmla="*/ 3201 w 74200"/>
                <a:gd name="connsiteY23" fmla="*/ 50952 h 52315"/>
                <a:gd name="connsiteX24" fmla="*/ 273 w 74200"/>
                <a:gd name="connsiteY24" fmla="*/ 49075 h 52315"/>
                <a:gd name="connsiteX25" fmla="*/ -28 w 74200"/>
                <a:gd name="connsiteY25" fmla="*/ 47349 h 52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4200" h="52315">
                  <a:moveTo>
                    <a:pt x="-28" y="47349"/>
                  </a:moveTo>
                  <a:cubicBezTo>
                    <a:pt x="348" y="44120"/>
                    <a:pt x="873" y="40891"/>
                    <a:pt x="1399" y="37738"/>
                  </a:cubicBezTo>
                  <a:cubicBezTo>
                    <a:pt x="1572" y="36131"/>
                    <a:pt x="2173" y="34607"/>
                    <a:pt x="3127" y="33308"/>
                  </a:cubicBezTo>
                  <a:cubicBezTo>
                    <a:pt x="4884" y="31701"/>
                    <a:pt x="7204" y="30867"/>
                    <a:pt x="9585" y="30980"/>
                  </a:cubicBezTo>
                  <a:cubicBezTo>
                    <a:pt x="16892" y="30898"/>
                    <a:pt x="24184" y="30169"/>
                    <a:pt x="31364" y="28802"/>
                  </a:cubicBezTo>
                  <a:cubicBezTo>
                    <a:pt x="34759" y="28082"/>
                    <a:pt x="37837" y="26295"/>
                    <a:pt x="40151" y="23697"/>
                  </a:cubicBezTo>
                  <a:cubicBezTo>
                    <a:pt x="41803" y="21204"/>
                    <a:pt x="42907" y="18389"/>
                    <a:pt x="43380" y="15438"/>
                  </a:cubicBezTo>
                  <a:lnTo>
                    <a:pt x="47060" y="-30"/>
                  </a:lnTo>
                  <a:cubicBezTo>
                    <a:pt x="52317" y="1344"/>
                    <a:pt x="57702" y="2200"/>
                    <a:pt x="63131" y="2523"/>
                  </a:cubicBezTo>
                  <a:cubicBezTo>
                    <a:pt x="67637" y="2523"/>
                    <a:pt x="73645" y="346"/>
                    <a:pt x="74171" y="6578"/>
                  </a:cubicBezTo>
                  <a:cubicBezTo>
                    <a:pt x="74028" y="16324"/>
                    <a:pt x="73330" y="26047"/>
                    <a:pt x="72068" y="35711"/>
                  </a:cubicBezTo>
                  <a:cubicBezTo>
                    <a:pt x="72068" y="40215"/>
                    <a:pt x="72068" y="44720"/>
                    <a:pt x="72068" y="49226"/>
                  </a:cubicBezTo>
                  <a:cubicBezTo>
                    <a:pt x="72218" y="49744"/>
                    <a:pt x="72218" y="50284"/>
                    <a:pt x="72068" y="50803"/>
                  </a:cubicBezTo>
                  <a:cubicBezTo>
                    <a:pt x="71265" y="51741"/>
                    <a:pt x="70071" y="52237"/>
                    <a:pt x="68839" y="52154"/>
                  </a:cubicBezTo>
                  <a:cubicBezTo>
                    <a:pt x="67329" y="52514"/>
                    <a:pt x="65730" y="52124"/>
                    <a:pt x="64558" y="51103"/>
                  </a:cubicBezTo>
                  <a:cubicBezTo>
                    <a:pt x="63281" y="49376"/>
                    <a:pt x="64558" y="46448"/>
                    <a:pt x="63281" y="44871"/>
                  </a:cubicBezTo>
                  <a:cubicBezTo>
                    <a:pt x="62170" y="43752"/>
                    <a:pt x="60367" y="43745"/>
                    <a:pt x="59249" y="44848"/>
                  </a:cubicBezTo>
                  <a:cubicBezTo>
                    <a:pt x="59241" y="44856"/>
                    <a:pt x="59233" y="44863"/>
                    <a:pt x="59226" y="44871"/>
                  </a:cubicBezTo>
                  <a:cubicBezTo>
                    <a:pt x="58325" y="46087"/>
                    <a:pt x="57844" y="47566"/>
                    <a:pt x="57874" y="49075"/>
                  </a:cubicBezTo>
                  <a:cubicBezTo>
                    <a:pt x="57882" y="49586"/>
                    <a:pt x="57724" y="50089"/>
                    <a:pt x="57424" y="50502"/>
                  </a:cubicBezTo>
                  <a:cubicBezTo>
                    <a:pt x="57146" y="50742"/>
                    <a:pt x="56808" y="50900"/>
                    <a:pt x="56447" y="50952"/>
                  </a:cubicBezTo>
                  <a:cubicBezTo>
                    <a:pt x="49869" y="51786"/>
                    <a:pt x="43200" y="51381"/>
                    <a:pt x="36771" y="49751"/>
                  </a:cubicBezTo>
                  <a:cubicBezTo>
                    <a:pt x="26768" y="48347"/>
                    <a:pt x="16592" y="48760"/>
                    <a:pt x="6731" y="50952"/>
                  </a:cubicBezTo>
                  <a:cubicBezTo>
                    <a:pt x="5560" y="51140"/>
                    <a:pt x="4373" y="51140"/>
                    <a:pt x="3201" y="50952"/>
                  </a:cubicBezTo>
                  <a:cubicBezTo>
                    <a:pt x="1955" y="50915"/>
                    <a:pt x="828" y="50194"/>
                    <a:pt x="273" y="49075"/>
                  </a:cubicBezTo>
                  <a:cubicBezTo>
                    <a:pt x="62" y="48527"/>
                    <a:pt x="-43" y="47934"/>
                    <a:pt x="-28" y="47349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7" name="Content Placeholder 4">
              <a:extLst>
                <a:ext uri="{FF2B5EF4-FFF2-40B4-BE49-F238E27FC236}">
                  <a16:creationId xmlns:a16="http://schemas.microsoft.com/office/drawing/2014/main" id="{D97F2B70-D0BB-85EC-6A05-F6B07853ADA1}"/>
                </a:ext>
              </a:extLst>
            </p:cNvPr>
            <p:cNvSpPr/>
            <p:nvPr/>
          </p:nvSpPr>
          <p:spPr>
            <a:xfrm>
              <a:off x="7658586" y="5631038"/>
              <a:ext cx="73140" cy="73291"/>
            </a:xfrm>
            <a:custGeom>
              <a:avLst/>
              <a:gdLst>
                <a:gd name="connsiteX0" fmla="*/ 3007 w 73140"/>
                <a:gd name="connsiteY0" fmla="*/ 54021 h 73291"/>
                <a:gd name="connsiteX1" fmla="*/ 16074 w 73140"/>
                <a:gd name="connsiteY1" fmla="*/ 46062 h 73291"/>
                <a:gd name="connsiteX2" fmla="*/ 22908 w 73140"/>
                <a:gd name="connsiteY2" fmla="*/ 45161 h 73291"/>
                <a:gd name="connsiteX3" fmla="*/ 27189 w 73140"/>
                <a:gd name="connsiteY3" fmla="*/ 32772 h 73291"/>
                <a:gd name="connsiteX4" fmla="*/ 21481 w 73140"/>
                <a:gd name="connsiteY4" fmla="*/ 19632 h 73291"/>
                <a:gd name="connsiteX5" fmla="*/ 21481 w 73140"/>
                <a:gd name="connsiteY5" fmla="*/ 12123 h 73291"/>
                <a:gd name="connsiteX6" fmla="*/ 29742 w 73140"/>
                <a:gd name="connsiteY6" fmla="*/ 9045 h 73291"/>
                <a:gd name="connsiteX7" fmla="*/ 43711 w 73140"/>
                <a:gd name="connsiteY7" fmla="*/ 2663 h 73291"/>
                <a:gd name="connsiteX8" fmla="*/ 49118 w 73140"/>
                <a:gd name="connsiteY8" fmla="*/ 110 h 73291"/>
                <a:gd name="connsiteX9" fmla="*/ 54976 w 73140"/>
                <a:gd name="connsiteY9" fmla="*/ 4240 h 73291"/>
                <a:gd name="connsiteX10" fmla="*/ 67818 w 73140"/>
                <a:gd name="connsiteY10" fmla="*/ 17455 h 73291"/>
                <a:gd name="connsiteX11" fmla="*/ 72249 w 73140"/>
                <a:gd name="connsiteY11" fmla="*/ 23161 h 73291"/>
                <a:gd name="connsiteX12" fmla="*/ 72249 w 73140"/>
                <a:gd name="connsiteY12" fmla="*/ 30144 h 73291"/>
                <a:gd name="connsiteX13" fmla="*/ 64288 w 73140"/>
                <a:gd name="connsiteY13" fmla="*/ 31473 h 73291"/>
                <a:gd name="connsiteX14" fmla="*/ 63838 w 73140"/>
                <a:gd name="connsiteY14" fmla="*/ 31120 h 73291"/>
                <a:gd name="connsiteX15" fmla="*/ 61735 w 73140"/>
                <a:gd name="connsiteY15" fmla="*/ 28792 h 73291"/>
                <a:gd name="connsiteX16" fmla="*/ 55554 w 73140"/>
                <a:gd name="connsiteY16" fmla="*/ 29829 h 73291"/>
                <a:gd name="connsiteX17" fmla="*/ 55051 w 73140"/>
                <a:gd name="connsiteY17" fmla="*/ 30745 h 73291"/>
                <a:gd name="connsiteX18" fmla="*/ 55051 w 73140"/>
                <a:gd name="connsiteY18" fmla="*/ 31570 h 73291"/>
                <a:gd name="connsiteX19" fmla="*/ 56027 w 73140"/>
                <a:gd name="connsiteY19" fmla="*/ 32922 h 73291"/>
                <a:gd name="connsiteX20" fmla="*/ 58656 w 73140"/>
                <a:gd name="connsiteY20" fmla="*/ 45311 h 73291"/>
                <a:gd name="connsiteX21" fmla="*/ 45138 w 73140"/>
                <a:gd name="connsiteY21" fmla="*/ 66635 h 73291"/>
                <a:gd name="connsiteX22" fmla="*/ 38079 w 73140"/>
                <a:gd name="connsiteY22" fmla="*/ 72416 h 73291"/>
                <a:gd name="connsiteX23" fmla="*/ 31920 w 73140"/>
                <a:gd name="connsiteY23" fmla="*/ 73242 h 73291"/>
                <a:gd name="connsiteX24" fmla="*/ 3007 w 73140"/>
                <a:gd name="connsiteY24" fmla="*/ 71290 h 73291"/>
                <a:gd name="connsiteX25" fmla="*/ 1655 w 73140"/>
                <a:gd name="connsiteY25" fmla="*/ 70840 h 73291"/>
                <a:gd name="connsiteX26" fmla="*/ 829 w 73140"/>
                <a:gd name="connsiteY26" fmla="*/ 69488 h 73291"/>
                <a:gd name="connsiteX27" fmla="*/ 3007 w 73140"/>
                <a:gd name="connsiteY27" fmla="*/ 54021 h 73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3140" h="73291">
                  <a:moveTo>
                    <a:pt x="3007" y="54021"/>
                  </a:moveTo>
                  <a:cubicBezTo>
                    <a:pt x="5951" y="49546"/>
                    <a:pt x="10742" y="46625"/>
                    <a:pt x="16074" y="46062"/>
                  </a:cubicBezTo>
                  <a:cubicBezTo>
                    <a:pt x="18387" y="46114"/>
                    <a:pt x="20693" y="45806"/>
                    <a:pt x="22908" y="45161"/>
                  </a:cubicBezTo>
                  <a:cubicBezTo>
                    <a:pt x="27076" y="42555"/>
                    <a:pt x="28856" y="37397"/>
                    <a:pt x="27189" y="32772"/>
                  </a:cubicBezTo>
                  <a:cubicBezTo>
                    <a:pt x="25987" y="28116"/>
                    <a:pt x="23059" y="24137"/>
                    <a:pt x="21481" y="19632"/>
                  </a:cubicBezTo>
                  <a:cubicBezTo>
                    <a:pt x="20280" y="17274"/>
                    <a:pt x="20280" y="14481"/>
                    <a:pt x="21481" y="12123"/>
                  </a:cubicBezTo>
                  <a:cubicBezTo>
                    <a:pt x="23284" y="9721"/>
                    <a:pt x="26738" y="9571"/>
                    <a:pt x="29742" y="9045"/>
                  </a:cubicBezTo>
                  <a:cubicBezTo>
                    <a:pt x="34909" y="8279"/>
                    <a:pt x="39746" y="6064"/>
                    <a:pt x="43711" y="2663"/>
                  </a:cubicBezTo>
                  <a:cubicBezTo>
                    <a:pt x="45738" y="936"/>
                    <a:pt x="46339" y="-491"/>
                    <a:pt x="49118" y="110"/>
                  </a:cubicBezTo>
                  <a:cubicBezTo>
                    <a:pt x="51446" y="861"/>
                    <a:pt x="53489" y="2302"/>
                    <a:pt x="54976" y="4240"/>
                  </a:cubicBezTo>
                  <a:lnTo>
                    <a:pt x="67818" y="17455"/>
                  </a:lnTo>
                  <a:cubicBezTo>
                    <a:pt x="69583" y="19114"/>
                    <a:pt x="71077" y="21036"/>
                    <a:pt x="72249" y="23161"/>
                  </a:cubicBezTo>
                  <a:cubicBezTo>
                    <a:pt x="73398" y="25346"/>
                    <a:pt x="73398" y="27959"/>
                    <a:pt x="72249" y="30144"/>
                  </a:cubicBezTo>
                  <a:cubicBezTo>
                    <a:pt x="70416" y="32712"/>
                    <a:pt x="66857" y="33305"/>
                    <a:pt x="64288" y="31473"/>
                  </a:cubicBezTo>
                  <a:cubicBezTo>
                    <a:pt x="64131" y="31368"/>
                    <a:pt x="63980" y="31247"/>
                    <a:pt x="63838" y="31120"/>
                  </a:cubicBezTo>
                  <a:cubicBezTo>
                    <a:pt x="63177" y="30309"/>
                    <a:pt x="62478" y="29536"/>
                    <a:pt x="61735" y="28792"/>
                  </a:cubicBezTo>
                  <a:cubicBezTo>
                    <a:pt x="59745" y="27373"/>
                    <a:pt x="56974" y="27831"/>
                    <a:pt x="55554" y="29829"/>
                  </a:cubicBezTo>
                  <a:cubicBezTo>
                    <a:pt x="55352" y="30114"/>
                    <a:pt x="55179" y="30422"/>
                    <a:pt x="55051" y="30745"/>
                  </a:cubicBezTo>
                  <a:cubicBezTo>
                    <a:pt x="54976" y="31015"/>
                    <a:pt x="54976" y="31300"/>
                    <a:pt x="55051" y="31570"/>
                  </a:cubicBezTo>
                  <a:cubicBezTo>
                    <a:pt x="55239" y="32103"/>
                    <a:pt x="55584" y="32569"/>
                    <a:pt x="56027" y="32922"/>
                  </a:cubicBezTo>
                  <a:cubicBezTo>
                    <a:pt x="59091" y="36263"/>
                    <a:pt x="60098" y="41009"/>
                    <a:pt x="58656" y="45311"/>
                  </a:cubicBezTo>
                  <a:cubicBezTo>
                    <a:pt x="55952" y="53413"/>
                    <a:pt x="51311" y="60733"/>
                    <a:pt x="45138" y="66635"/>
                  </a:cubicBezTo>
                  <a:cubicBezTo>
                    <a:pt x="43298" y="69120"/>
                    <a:pt x="40872" y="71103"/>
                    <a:pt x="38079" y="72416"/>
                  </a:cubicBezTo>
                  <a:cubicBezTo>
                    <a:pt x="36096" y="73062"/>
                    <a:pt x="34008" y="73340"/>
                    <a:pt x="31920" y="73242"/>
                  </a:cubicBezTo>
                  <a:cubicBezTo>
                    <a:pt x="22247" y="73385"/>
                    <a:pt x="12575" y="72732"/>
                    <a:pt x="3007" y="71290"/>
                  </a:cubicBezTo>
                  <a:cubicBezTo>
                    <a:pt x="2526" y="71252"/>
                    <a:pt x="2061" y="71103"/>
                    <a:pt x="1655" y="70840"/>
                  </a:cubicBezTo>
                  <a:cubicBezTo>
                    <a:pt x="1257" y="70479"/>
                    <a:pt x="964" y="70006"/>
                    <a:pt x="829" y="69488"/>
                  </a:cubicBezTo>
                  <a:cubicBezTo>
                    <a:pt x="-846" y="64270"/>
                    <a:pt x="-42" y="58571"/>
                    <a:pt x="3007" y="54021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8" name="Content Placeholder 4">
              <a:extLst>
                <a:ext uri="{FF2B5EF4-FFF2-40B4-BE49-F238E27FC236}">
                  <a16:creationId xmlns:a16="http://schemas.microsoft.com/office/drawing/2014/main" id="{9FEB949E-18FC-B480-B25D-EBFB8508139E}"/>
                </a:ext>
              </a:extLst>
            </p:cNvPr>
            <p:cNvSpPr/>
            <p:nvPr/>
          </p:nvSpPr>
          <p:spPr>
            <a:xfrm>
              <a:off x="7500322" y="4907232"/>
              <a:ext cx="118895" cy="113291"/>
            </a:xfrm>
            <a:custGeom>
              <a:avLst/>
              <a:gdLst>
                <a:gd name="connsiteX0" fmla="*/ 13550 w 118895"/>
                <a:gd name="connsiteY0" fmla="*/ 72332 h 113291"/>
                <a:gd name="connsiteX1" fmla="*/ 24064 w 118895"/>
                <a:gd name="connsiteY1" fmla="*/ 68503 h 113291"/>
                <a:gd name="connsiteX2" fmla="*/ 62140 w 118895"/>
                <a:gd name="connsiteY2" fmla="*/ 56339 h 113291"/>
                <a:gd name="connsiteX3" fmla="*/ 73780 w 118895"/>
                <a:gd name="connsiteY3" fmla="*/ 57090 h 113291"/>
                <a:gd name="connsiteX4" fmla="*/ 82567 w 118895"/>
                <a:gd name="connsiteY4" fmla="*/ 67301 h 113291"/>
                <a:gd name="connsiteX5" fmla="*/ 83693 w 118895"/>
                <a:gd name="connsiteY5" fmla="*/ 80592 h 113291"/>
                <a:gd name="connsiteX6" fmla="*/ 87899 w 118895"/>
                <a:gd name="connsiteY6" fmla="*/ 79465 h 113291"/>
                <a:gd name="connsiteX7" fmla="*/ 91128 w 118895"/>
                <a:gd name="connsiteY7" fmla="*/ 85322 h 113291"/>
                <a:gd name="connsiteX8" fmla="*/ 87974 w 118895"/>
                <a:gd name="connsiteY8" fmla="*/ 92830 h 113291"/>
                <a:gd name="connsiteX9" fmla="*/ 90152 w 118895"/>
                <a:gd name="connsiteY9" fmla="*/ 96960 h 113291"/>
                <a:gd name="connsiteX10" fmla="*/ 95184 w 118895"/>
                <a:gd name="connsiteY10" fmla="*/ 110325 h 113291"/>
                <a:gd name="connsiteX11" fmla="*/ 95935 w 118895"/>
                <a:gd name="connsiteY11" fmla="*/ 112427 h 113291"/>
                <a:gd name="connsiteX12" fmla="*/ 97512 w 118895"/>
                <a:gd name="connsiteY12" fmla="*/ 113103 h 113291"/>
                <a:gd name="connsiteX13" fmla="*/ 110053 w 118895"/>
                <a:gd name="connsiteY13" fmla="*/ 108823 h 113291"/>
                <a:gd name="connsiteX14" fmla="*/ 116137 w 118895"/>
                <a:gd name="connsiteY14" fmla="*/ 97486 h 113291"/>
                <a:gd name="connsiteX15" fmla="*/ 115160 w 118895"/>
                <a:gd name="connsiteY15" fmla="*/ 44926 h 113291"/>
                <a:gd name="connsiteX16" fmla="*/ 111330 w 118895"/>
                <a:gd name="connsiteY16" fmla="*/ 31261 h 113291"/>
                <a:gd name="connsiteX17" fmla="*/ 101792 w 118895"/>
                <a:gd name="connsiteY17" fmla="*/ 19322 h 113291"/>
                <a:gd name="connsiteX18" fmla="*/ 85345 w 118895"/>
                <a:gd name="connsiteY18" fmla="*/ 7009 h 113291"/>
                <a:gd name="connsiteX19" fmla="*/ 46143 w 118895"/>
                <a:gd name="connsiteY19" fmla="*/ 626 h 113291"/>
                <a:gd name="connsiteX20" fmla="*/ 32025 w 118895"/>
                <a:gd name="connsiteY20" fmla="*/ 4080 h 113291"/>
                <a:gd name="connsiteX21" fmla="*/ 1384 w 118895"/>
                <a:gd name="connsiteY21" fmla="*/ 38093 h 113291"/>
                <a:gd name="connsiteX22" fmla="*/ 13550 w 118895"/>
                <a:gd name="connsiteY22" fmla="*/ 72332 h 113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18895" h="113291">
                  <a:moveTo>
                    <a:pt x="13550" y="72332"/>
                  </a:moveTo>
                  <a:cubicBezTo>
                    <a:pt x="17327" y="72002"/>
                    <a:pt x="20955" y="70680"/>
                    <a:pt x="24064" y="68503"/>
                  </a:cubicBezTo>
                  <a:cubicBezTo>
                    <a:pt x="35840" y="62001"/>
                    <a:pt x="48772" y="57871"/>
                    <a:pt x="62140" y="56339"/>
                  </a:cubicBezTo>
                  <a:cubicBezTo>
                    <a:pt x="66022" y="55641"/>
                    <a:pt x="70017" y="55896"/>
                    <a:pt x="73780" y="57090"/>
                  </a:cubicBezTo>
                  <a:cubicBezTo>
                    <a:pt x="78083" y="59020"/>
                    <a:pt x="81305" y="62759"/>
                    <a:pt x="82567" y="67301"/>
                  </a:cubicBezTo>
                  <a:cubicBezTo>
                    <a:pt x="83618" y="71649"/>
                    <a:pt x="84001" y="76132"/>
                    <a:pt x="83693" y="80592"/>
                  </a:cubicBezTo>
                  <a:cubicBezTo>
                    <a:pt x="84970" y="81417"/>
                    <a:pt x="86397" y="79766"/>
                    <a:pt x="87899" y="79465"/>
                  </a:cubicBezTo>
                  <a:cubicBezTo>
                    <a:pt x="90828" y="78714"/>
                    <a:pt x="92254" y="82769"/>
                    <a:pt x="91128" y="85322"/>
                  </a:cubicBezTo>
                  <a:cubicBezTo>
                    <a:pt x="90002" y="87875"/>
                    <a:pt x="87598" y="90127"/>
                    <a:pt x="87974" y="92830"/>
                  </a:cubicBezTo>
                  <a:cubicBezTo>
                    <a:pt x="88395" y="94347"/>
                    <a:pt x="89138" y="95759"/>
                    <a:pt x="90152" y="96960"/>
                  </a:cubicBezTo>
                  <a:cubicBezTo>
                    <a:pt x="92976" y="100894"/>
                    <a:pt x="94710" y="105505"/>
                    <a:pt x="95184" y="110325"/>
                  </a:cubicBezTo>
                  <a:cubicBezTo>
                    <a:pt x="95154" y="111098"/>
                    <a:pt x="95424" y="111849"/>
                    <a:pt x="95935" y="112427"/>
                  </a:cubicBezTo>
                  <a:cubicBezTo>
                    <a:pt x="96378" y="112810"/>
                    <a:pt x="96926" y="113051"/>
                    <a:pt x="97512" y="113103"/>
                  </a:cubicBezTo>
                  <a:cubicBezTo>
                    <a:pt x="102138" y="113794"/>
                    <a:pt x="106817" y="112202"/>
                    <a:pt x="110053" y="108823"/>
                  </a:cubicBezTo>
                  <a:cubicBezTo>
                    <a:pt x="113028" y="105632"/>
                    <a:pt x="115123" y="101728"/>
                    <a:pt x="116137" y="97486"/>
                  </a:cubicBezTo>
                  <a:cubicBezTo>
                    <a:pt x="121243" y="80291"/>
                    <a:pt x="118164" y="62121"/>
                    <a:pt x="115160" y="44926"/>
                  </a:cubicBezTo>
                  <a:cubicBezTo>
                    <a:pt x="114567" y="40203"/>
                    <a:pt x="113275" y="35601"/>
                    <a:pt x="111330" y="31261"/>
                  </a:cubicBezTo>
                  <a:cubicBezTo>
                    <a:pt x="108912" y="26726"/>
                    <a:pt x="105683" y="22679"/>
                    <a:pt x="101792" y="19322"/>
                  </a:cubicBezTo>
                  <a:cubicBezTo>
                    <a:pt x="96926" y="14449"/>
                    <a:pt x="91391" y="10305"/>
                    <a:pt x="85345" y="7009"/>
                  </a:cubicBezTo>
                  <a:cubicBezTo>
                    <a:pt x="73224" y="957"/>
                    <a:pt x="59556" y="-1266"/>
                    <a:pt x="46143" y="626"/>
                  </a:cubicBezTo>
                  <a:cubicBezTo>
                    <a:pt x="41307" y="1160"/>
                    <a:pt x="36561" y="2323"/>
                    <a:pt x="32025" y="4080"/>
                  </a:cubicBezTo>
                  <a:cubicBezTo>
                    <a:pt x="17605" y="10770"/>
                    <a:pt x="6535" y="23054"/>
                    <a:pt x="1384" y="38093"/>
                  </a:cubicBezTo>
                  <a:cubicBezTo>
                    <a:pt x="-1470" y="47254"/>
                    <a:pt x="-1170" y="72107"/>
                    <a:pt x="13550" y="72332"/>
                  </a:cubicBezTo>
                  <a:close/>
                </a:path>
              </a:pathLst>
            </a:custGeom>
            <a:solidFill>
              <a:srgbClr val="441A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9" name="Content Placeholder 4">
              <a:extLst>
                <a:ext uri="{FF2B5EF4-FFF2-40B4-BE49-F238E27FC236}">
                  <a16:creationId xmlns:a16="http://schemas.microsoft.com/office/drawing/2014/main" id="{0DC9DD31-D9BD-7C46-EAD6-411719A5F2C7}"/>
                </a:ext>
              </a:extLst>
            </p:cNvPr>
            <p:cNvSpPr/>
            <p:nvPr/>
          </p:nvSpPr>
          <p:spPr>
            <a:xfrm>
              <a:off x="7551508" y="4873761"/>
              <a:ext cx="67757" cy="52393"/>
            </a:xfrm>
            <a:custGeom>
              <a:avLst/>
              <a:gdLst>
                <a:gd name="connsiteX0" fmla="*/ -11 w 67757"/>
                <a:gd name="connsiteY0" fmla="*/ 25914 h 52393"/>
                <a:gd name="connsiteX1" fmla="*/ 2317 w 67757"/>
                <a:gd name="connsiteY1" fmla="*/ 14726 h 52393"/>
                <a:gd name="connsiteX2" fmla="*/ 9451 w 67757"/>
                <a:gd name="connsiteY2" fmla="*/ 7218 h 52393"/>
                <a:gd name="connsiteX3" fmla="*/ 54511 w 67757"/>
                <a:gd name="connsiteY3" fmla="*/ 6617 h 52393"/>
                <a:gd name="connsiteX4" fmla="*/ 67278 w 67757"/>
                <a:gd name="connsiteY4" fmla="*/ 34999 h 52393"/>
                <a:gd name="connsiteX5" fmla="*/ 42796 w 67757"/>
                <a:gd name="connsiteY5" fmla="*/ 52343 h 52393"/>
                <a:gd name="connsiteX6" fmla="*/ -11 w 67757"/>
                <a:gd name="connsiteY6" fmla="*/ 25914 h 52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757" h="52393">
                  <a:moveTo>
                    <a:pt x="-11" y="25914"/>
                  </a:moveTo>
                  <a:cubicBezTo>
                    <a:pt x="-162" y="22047"/>
                    <a:pt x="635" y="18210"/>
                    <a:pt x="2317" y="14726"/>
                  </a:cubicBezTo>
                  <a:cubicBezTo>
                    <a:pt x="4082" y="11700"/>
                    <a:pt x="6522" y="9132"/>
                    <a:pt x="9451" y="7218"/>
                  </a:cubicBezTo>
                  <a:cubicBezTo>
                    <a:pt x="22924" y="-2221"/>
                    <a:pt x="40798" y="-2461"/>
                    <a:pt x="54511" y="6617"/>
                  </a:cubicBezTo>
                  <a:cubicBezTo>
                    <a:pt x="64244" y="12511"/>
                    <a:pt x="69328" y="23804"/>
                    <a:pt x="67278" y="34999"/>
                  </a:cubicBezTo>
                  <a:cubicBezTo>
                    <a:pt x="63546" y="45331"/>
                    <a:pt x="53783" y="52245"/>
                    <a:pt x="42796" y="52343"/>
                  </a:cubicBezTo>
                  <a:cubicBezTo>
                    <a:pt x="27625" y="52869"/>
                    <a:pt x="139" y="43408"/>
                    <a:pt x="-11" y="25914"/>
                  </a:cubicBezTo>
                  <a:close/>
                </a:path>
              </a:pathLst>
            </a:custGeom>
            <a:solidFill>
              <a:srgbClr val="441A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080" name="Group 1079">
            <a:extLst>
              <a:ext uri="{FF2B5EF4-FFF2-40B4-BE49-F238E27FC236}">
                <a16:creationId xmlns:a16="http://schemas.microsoft.com/office/drawing/2014/main" id="{5F29D541-4675-6B58-AA90-BB977AC2726F}"/>
              </a:ext>
            </a:extLst>
          </p:cNvPr>
          <p:cNvGrpSpPr/>
          <p:nvPr userDrawn="1"/>
        </p:nvGrpSpPr>
        <p:grpSpPr>
          <a:xfrm>
            <a:off x="6065000" y="5183288"/>
            <a:ext cx="758326" cy="824789"/>
            <a:chOff x="8902869" y="4902408"/>
            <a:chExt cx="758326" cy="824789"/>
          </a:xfrm>
        </p:grpSpPr>
        <p:sp>
          <p:nvSpPr>
            <p:cNvPr id="1081" name="Content Placeholder 4">
              <a:extLst>
                <a:ext uri="{FF2B5EF4-FFF2-40B4-BE49-F238E27FC236}">
                  <a16:creationId xmlns:a16="http://schemas.microsoft.com/office/drawing/2014/main" id="{03D4E919-E80F-3ABF-05BA-36BFF0969A1E}"/>
                </a:ext>
              </a:extLst>
            </p:cNvPr>
            <p:cNvSpPr/>
            <p:nvPr/>
          </p:nvSpPr>
          <p:spPr>
            <a:xfrm>
              <a:off x="8916542" y="5688886"/>
              <a:ext cx="744653" cy="38311"/>
            </a:xfrm>
            <a:custGeom>
              <a:avLst/>
              <a:gdLst>
                <a:gd name="connsiteX0" fmla="*/ -29 w 744653"/>
                <a:gd name="connsiteY0" fmla="*/ 25906 h 38311"/>
                <a:gd name="connsiteX1" fmla="*/ 305853 w 744653"/>
                <a:gd name="connsiteY1" fmla="*/ 24705 h 38311"/>
                <a:gd name="connsiteX2" fmla="*/ 446440 w 744653"/>
                <a:gd name="connsiteY2" fmla="*/ 29060 h 38311"/>
                <a:gd name="connsiteX3" fmla="*/ 668660 w 744653"/>
                <a:gd name="connsiteY3" fmla="*/ 35742 h 38311"/>
                <a:gd name="connsiteX4" fmla="*/ 735274 w 744653"/>
                <a:gd name="connsiteY4" fmla="*/ 27708 h 38311"/>
                <a:gd name="connsiteX5" fmla="*/ 744436 w 744653"/>
                <a:gd name="connsiteY5" fmla="*/ 16295 h 38311"/>
                <a:gd name="connsiteX6" fmla="*/ 730167 w 744653"/>
                <a:gd name="connsiteY6" fmla="*/ 10213 h 38311"/>
                <a:gd name="connsiteX7" fmla="*/ 431420 w 744653"/>
                <a:gd name="connsiteY7" fmla="*/ 6760 h 38311"/>
                <a:gd name="connsiteX8" fmla="*/ 131020 w 744653"/>
                <a:gd name="connsiteY8" fmla="*/ 1278 h 38311"/>
                <a:gd name="connsiteX9" fmla="*/ 50137 w 744653"/>
                <a:gd name="connsiteY9" fmla="*/ 5784 h 38311"/>
                <a:gd name="connsiteX10" fmla="*/ -29 w 744653"/>
                <a:gd name="connsiteY10" fmla="*/ 25906 h 38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4653" h="38311">
                  <a:moveTo>
                    <a:pt x="-29" y="25906"/>
                  </a:moveTo>
                  <a:cubicBezTo>
                    <a:pt x="98802" y="52937"/>
                    <a:pt x="203416" y="27708"/>
                    <a:pt x="305853" y="24705"/>
                  </a:cubicBezTo>
                  <a:cubicBezTo>
                    <a:pt x="352715" y="23353"/>
                    <a:pt x="399652" y="26657"/>
                    <a:pt x="446440" y="29060"/>
                  </a:cubicBezTo>
                  <a:cubicBezTo>
                    <a:pt x="520488" y="32889"/>
                    <a:pt x="594537" y="34316"/>
                    <a:pt x="668660" y="35742"/>
                  </a:cubicBezTo>
                  <a:cubicBezTo>
                    <a:pt x="691190" y="36193"/>
                    <a:pt x="714472" y="36493"/>
                    <a:pt x="735274" y="27708"/>
                  </a:cubicBezTo>
                  <a:cubicBezTo>
                    <a:pt x="740231" y="25681"/>
                    <a:pt x="745713" y="21476"/>
                    <a:pt x="744436" y="16295"/>
                  </a:cubicBezTo>
                  <a:cubicBezTo>
                    <a:pt x="743159" y="11114"/>
                    <a:pt x="735800" y="9913"/>
                    <a:pt x="730167" y="10213"/>
                  </a:cubicBezTo>
                  <a:cubicBezTo>
                    <a:pt x="630585" y="15169"/>
                    <a:pt x="530927" y="11114"/>
                    <a:pt x="431420" y="6760"/>
                  </a:cubicBezTo>
                  <a:cubicBezTo>
                    <a:pt x="331913" y="2405"/>
                    <a:pt x="231278" y="-2401"/>
                    <a:pt x="131020" y="1278"/>
                  </a:cubicBezTo>
                  <a:cubicBezTo>
                    <a:pt x="104134" y="2254"/>
                    <a:pt x="77023" y="5934"/>
                    <a:pt x="50137" y="5784"/>
                  </a:cubicBezTo>
                  <a:cubicBezTo>
                    <a:pt x="31287" y="5633"/>
                    <a:pt x="11085" y="8111"/>
                    <a:pt x="-29" y="25906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2" name="Content Placeholder 4">
              <a:extLst>
                <a:ext uri="{FF2B5EF4-FFF2-40B4-BE49-F238E27FC236}">
                  <a16:creationId xmlns:a16="http://schemas.microsoft.com/office/drawing/2014/main" id="{97A4C2F4-1C63-C500-68A5-C30000B1BBEB}"/>
                </a:ext>
              </a:extLst>
            </p:cNvPr>
            <p:cNvSpPr/>
            <p:nvPr/>
          </p:nvSpPr>
          <p:spPr>
            <a:xfrm>
              <a:off x="9064264" y="5054850"/>
              <a:ext cx="145390" cy="184311"/>
            </a:xfrm>
            <a:custGeom>
              <a:avLst/>
              <a:gdLst>
                <a:gd name="connsiteX0" fmla="*/ 102632 w 145390"/>
                <a:gd name="connsiteY0" fmla="*/ 127818 h 184311"/>
                <a:gd name="connsiteX1" fmla="*/ 97601 w 145390"/>
                <a:gd name="connsiteY1" fmla="*/ 137354 h 184311"/>
                <a:gd name="connsiteX2" fmla="*/ 87913 w 145390"/>
                <a:gd name="connsiteY2" fmla="*/ 144036 h 184311"/>
                <a:gd name="connsiteX3" fmla="*/ 9734 w 145390"/>
                <a:gd name="connsiteY3" fmla="*/ 184282 h 184311"/>
                <a:gd name="connsiteX4" fmla="*/ -29 w 145390"/>
                <a:gd name="connsiteY4" fmla="*/ 167313 h 184311"/>
                <a:gd name="connsiteX5" fmla="*/ 60727 w 145390"/>
                <a:gd name="connsiteY5" fmla="*/ 121211 h 184311"/>
                <a:gd name="connsiteX6" fmla="*/ 67711 w 145390"/>
                <a:gd name="connsiteY6" fmla="*/ 115054 h 184311"/>
                <a:gd name="connsiteX7" fmla="*/ 74470 w 145390"/>
                <a:gd name="connsiteY7" fmla="*/ 102515 h 184311"/>
                <a:gd name="connsiteX8" fmla="*/ 104510 w 145390"/>
                <a:gd name="connsiteY8" fmla="*/ 26980 h 184311"/>
                <a:gd name="connsiteX9" fmla="*/ 119530 w 145390"/>
                <a:gd name="connsiteY9" fmla="*/ 3328 h 184311"/>
                <a:gd name="connsiteX10" fmla="*/ 144613 w 145390"/>
                <a:gd name="connsiteY10" fmla="*/ 8059 h 184311"/>
                <a:gd name="connsiteX11" fmla="*/ 134775 w 145390"/>
                <a:gd name="connsiteY11" fmla="*/ 42823 h 184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5390" h="184311">
                  <a:moveTo>
                    <a:pt x="102632" y="127818"/>
                  </a:moveTo>
                  <a:cubicBezTo>
                    <a:pt x="101521" y="131265"/>
                    <a:pt x="99816" y="134493"/>
                    <a:pt x="97601" y="137354"/>
                  </a:cubicBezTo>
                  <a:cubicBezTo>
                    <a:pt x="94844" y="140200"/>
                    <a:pt x="91548" y="142467"/>
                    <a:pt x="87913" y="144036"/>
                  </a:cubicBezTo>
                  <a:lnTo>
                    <a:pt x="9734" y="184282"/>
                  </a:lnTo>
                  <a:cubicBezTo>
                    <a:pt x="6504" y="178575"/>
                    <a:pt x="3275" y="172944"/>
                    <a:pt x="-29" y="167313"/>
                  </a:cubicBezTo>
                  <a:lnTo>
                    <a:pt x="60727" y="121211"/>
                  </a:lnTo>
                  <a:cubicBezTo>
                    <a:pt x="63257" y="119401"/>
                    <a:pt x="65601" y="117337"/>
                    <a:pt x="67711" y="115054"/>
                  </a:cubicBezTo>
                  <a:cubicBezTo>
                    <a:pt x="70647" y="111277"/>
                    <a:pt x="72931" y="107042"/>
                    <a:pt x="74470" y="102515"/>
                  </a:cubicBezTo>
                  <a:cubicBezTo>
                    <a:pt x="84481" y="77489"/>
                    <a:pt x="94499" y="52306"/>
                    <a:pt x="104510" y="26980"/>
                  </a:cubicBezTo>
                  <a:cubicBezTo>
                    <a:pt x="107161" y="17827"/>
                    <a:pt x="112373" y="9620"/>
                    <a:pt x="119530" y="3328"/>
                  </a:cubicBezTo>
                  <a:cubicBezTo>
                    <a:pt x="127040" y="-1778"/>
                    <a:pt x="141083" y="-1702"/>
                    <a:pt x="144613" y="8059"/>
                  </a:cubicBezTo>
                  <a:cubicBezTo>
                    <a:pt x="148143" y="17819"/>
                    <a:pt x="138230" y="33888"/>
                    <a:pt x="134775" y="42823"/>
                  </a:cubicBezTo>
                  <a:close/>
                </a:path>
              </a:pathLst>
            </a:custGeom>
            <a:solidFill>
              <a:srgbClr val="00719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3" name="Content Placeholder 4">
              <a:extLst>
                <a:ext uri="{FF2B5EF4-FFF2-40B4-BE49-F238E27FC236}">
                  <a16:creationId xmlns:a16="http://schemas.microsoft.com/office/drawing/2014/main" id="{E6DFFC68-FEA2-62E4-9BEB-886C1668A578}"/>
                </a:ext>
              </a:extLst>
            </p:cNvPr>
            <p:cNvSpPr/>
            <p:nvPr/>
          </p:nvSpPr>
          <p:spPr>
            <a:xfrm>
              <a:off x="9011381" y="5233400"/>
              <a:ext cx="73164" cy="46344"/>
            </a:xfrm>
            <a:custGeom>
              <a:avLst/>
              <a:gdLst>
                <a:gd name="connsiteX0" fmla="*/ 72454 w 73164"/>
                <a:gd name="connsiteY0" fmla="*/ 11888 h 46344"/>
                <a:gd name="connsiteX1" fmla="*/ 5690 w 73164"/>
                <a:gd name="connsiteY1" fmla="*/ 9636 h 46344"/>
                <a:gd name="connsiteX2" fmla="*/ 36331 w 73164"/>
                <a:gd name="connsiteY2" fmla="*/ 45977 h 46344"/>
                <a:gd name="connsiteX3" fmla="*/ 41137 w 73164"/>
                <a:gd name="connsiteY3" fmla="*/ 28557 h 46344"/>
                <a:gd name="connsiteX4" fmla="*/ 22212 w 73164"/>
                <a:gd name="connsiteY4" fmla="*/ 25103 h 46344"/>
                <a:gd name="connsiteX5" fmla="*/ 19509 w 73164"/>
                <a:gd name="connsiteY5" fmla="*/ 16919 h 46344"/>
                <a:gd name="connsiteX6" fmla="*/ 32426 w 73164"/>
                <a:gd name="connsiteY6" fmla="*/ 15342 h 46344"/>
                <a:gd name="connsiteX7" fmla="*/ 71403 w 73164"/>
                <a:gd name="connsiteY7" fmla="*/ 15868 h 46344"/>
                <a:gd name="connsiteX8" fmla="*/ 73040 w 73164"/>
                <a:gd name="connsiteY8" fmla="*/ 12887 h 46344"/>
                <a:gd name="connsiteX9" fmla="*/ 72454 w 73164"/>
                <a:gd name="connsiteY9" fmla="*/ 11888 h 4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164" h="46344">
                  <a:moveTo>
                    <a:pt x="72454" y="11888"/>
                  </a:moveTo>
                  <a:cubicBezTo>
                    <a:pt x="59311" y="-2453"/>
                    <a:pt x="19884" y="-4630"/>
                    <a:pt x="5690" y="9636"/>
                  </a:cubicBezTo>
                  <a:cubicBezTo>
                    <a:pt x="-14061" y="29458"/>
                    <a:pt x="22588" y="42297"/>
                    <a:pt x="36331" y="45977"/>
                  </a:cubicBezTo>
                  <a:cubicBezTo>
                    <a:pt x="47897" y="49055"/>
                    <a:pt x="52327" y="30134"/>
                    <a:pt x="41137" y="28557"/>
                  </a:cubicBezTo>
                  <a:cubicBezTo>
                    <a:pt x="34761" y="27821"/>
                    <a:pt x="28438" y="26665"/>
                    <a:pt x="22212" y="25103"/>
                  </a:cubicBezTo>
                  <a:cubicBezTo>
                    <a:pt x="17256" y="23752"/>
                    <a:pt x="12749" y="21124"/>
                    <a:pt x="19509" y="16919"/>
                  </a:cubicBezTo>
                  <a:cubicBezTo>
                    <a:pt x="23669" y="15560"/>
                    <a:pt x="28055" y="15019"/>
                    <a:pt x="32426" y="15342"/>
                  </a:cubicBezTo>
                  <a:cubicBezTo>
                    <a:pt x="45193" y="14516"/>
                    <a:pt x="58861" y="18271"/>
                    <a:pt x="71403" y="15868"/>
                  </a:cubicBezTo>
                  <a:cubicBezTo>
                    <a:pt x="72679" y="15500"/>
                    <a:pt x="73408" y="14164"/>
                    <a:pt x="73040" y="12887"/>
                  </a:cubicBezTo>
                  <a:cubicBezTo>
                    <a:pt x="72927" y="12512"/>
                    <a:pt x="72724" y="12166"/>
                    <a:pt x="72454" y="11888"/>
                  </a:cubicBezTo>
                  <a:close/>
                </a:path>
              </a:pathLst>
            </a:custGeom>
            <a:solidFill>
              <a:srgbClr val="40404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4" name="Content Placeholder 4">
              <a:extLst>
                <a:ext uri="{FF2B5EF4-FFF2-40B4-BE49-F238E27FC236}">
                  <a16:creationId xmlns:a16="http://schemas.microsoft.com/office/drawing/2014/main" id="{E7CAFCF5-005E-2412-F281-88A2E377AD83}"/>
                </a:ext>
              </a:extLst>
            </p:cNvPr>
            <p:cNvSpPr/>
            <p:nvPr/>
          </p:nvSpPr>
          <p:spPr>
            <a:xfrm>
              <a:off x="8902869" y="5458536"/>
              <a:ext cx="276965" cy="262096"/>
            </a:xfrm>
            <a:custGeom>
              <a:avLst/>
              <a:gdLst>
                <a:gd name="connsiteX0" fmla="*/ 241873 w 276965"/>
                <a:gd name="connsiteY0" fmla="*/ 226072 h 262096"/>
                <a:gd name="connsiteX1" fmla="*/ 275668 w 276965"/>
                <a:gd name="connsiteY1" fmla="*/ 164954 h 262096"/>
                <a:gd name="connsiteX2" fmla="*/ 204698 w 276965"/>
                <a:gd name="connsiteY2" fmla="*/ 22293 h 262096"/>
                <a:gd name="connsiteX3" fmla="*/ 67040 w 276965"/>
                <a:gd name="connsiteY3" fmla="*/ 12157 h 262096"/>
                <a:gd name="connsiteX4" fmla="*/ 43533 w 276965"/>
                <a:gd name="connsiteY4" fmla="*/ 234557 h 262096"/>
                <a:gd name="connsiteX5" fmla="*/ 241873 w 276965"/>
                <a:gd name="connsiteY5" fmla="*/ 226072 h 262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6965" h="262096">
                  <a:moveTo>
                    <a:pt x="241873" y="226072"/>
                  </a:moveTo>
                  <a:cubicBezTo>
                    <a:pt x="260340" y="210598"/>
                    <a:pt x="272386" y="188816"/>
                    <a:pt x="275668" y="164954"/>
                  </a:cubicBezTo>
                  <a:cubicBezTo>
                    <a:pt x="283403" y="107364"/>
                    <a:pt x="255293" y="50878"/>
                    <a:pt x="204698" y="22293"/>
                  </a:cubicBezTo>
                  <a:cubicBezTo>
                    <a:pt x="165271" y="744"/>
                    <a:pt x="109621" y="-9918"/>
                    <a:pt x="67040" y="12157"/>
                  </a:cubicBezTo>
                  <a:cubicBezTo>
                    <a:pt x="-10238" y="52327"/>
                    <a:pt x="-24282" y="182524"/>
                    <a:pt x="43533" y="234557"/>
                  </a:cubicBezTo>
                  <a:cubicBezTo>
                    <a:pt x="95127" y="274201"/>
                    <a:pt x="190955" y="270673"/>
                    <a:pt x="241873" y="226072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5" name="Content Placeholder 4">
              <a:extLst>
                <a:ext uri="{FF2B5EF4-FFF2-40B4-BE49-F238E27FC236}">
                  <a16:creationId xmlns:a16="http://schemas.microsoft.com/office/drawing/2014/main" id="{91F01A0A-32EB-69E1-1BC3-481B5FFDF336}"/>
                </a:ext>
              </a:extLst>
            </p:cNvPr>
            <p:cNvSpPr/>
            <p:nvPr/>
          </p:nvSpPr>
          <p:spPr>
            <a:xfrm>
              <a:off x="8914610" y="5469617"/>
              <a:ext cx="253279" cy="235541"/>
            </a:xfrm>
            <a:custGeom>
              <a:avLst/>
              <a:gdLst>
                <a:gd name="connsiteX0" fmla="*/ 220894 w 253279"/>
                <a:gd name="connsiteY0" fmla="*/ 202602 h 235541"/>
                <a:gd name="connsiteX1" fmla="*/ 252061 w 253279"/>
                <a:gd name="connsiteY1" fmla="*/ 147415 h 235541"/>
                <a:gd name="connsiteX2" fmla="*/ 187775 w 253279"/>
                <a:gd name="connsiteY2" fmla="*/ 19772 h 235541"/>
                <a:gd name="connsiteX3" fmla="*/ 61908 w 253279"/>
                <a:gd name="connsiteY3" fmla="*/ 11212 h 235541"/>
                <a:gd name="connsiteX4" fmla="*/ 39378 w 253279"/>
                <a:gd name="connsiteY4" fmla="*/ 211537 h 235541"/>
                <a:gd name="connsiteX5" fmla="*/ 220894 w 253279"/>
                <a:gd name="connsiteY5" fmla="*/ 202602 h 235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279" h="235541">
                  <a:moveTo>
                    <a:pt x="220894" y="202602"/>
                  </a:moveTo>
                  <a:cubicBezTo>
                    <a:pt x="237791" y="188727"/>
                    <a:pt x="248899" y="169047"/>
                    <a:pt x="252061" y="147415"/>
                  </a:cubicBezTo>
                  <a:cubicBezTo>
                    <a:pt x="259218" y="95652"/>
                    <a:pt x="233631" y="44850"/>
                    <a:pt x="187775" y="19772"/>
                  </a:cubicBezTo>
                  <a:cubicBezTo>
                    <a:pt x="151802" y="475"/>
                    <a:pt x="100960" y="-8911"/>
                    <a:pt x="61908" y="11212"/>
                  </a:cubicBezTo>
                  <a:cubicBezTo>
                    <a:pt x="-8987" y="47703"/>
                    <a:pt x="-22430" y="164985"/>
                    <a:pt x="39378" y="211537"/>
                  </a:cubicBezTo>
                  <a:cubicBezTo>
                    <a:pt x="86465" y="246602"/>
                    <a:pt x="173807" y="242848"/>
                    <a:pt x="220894" y="202602"/>
                  </a:cubicBezTo>
                  <a:close/>
                </a:path>
              </a:pathLst>
            </a:custGeom>
            <a:solidFill>
              <a:srgbClr val="40404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6" name="Content Placeholder 4">
              <a:extLst>
                <a:ext uri="{FF2B5EF4-FFF2-40B4-BE49-F238E27FC236}">
                  <a16:creationId xmlns:a16="http://schemas.microsoft.com/office/drawing/2014/main" id="{62241F6A-E3BD-6272-DD69-1071A1B0183A}"/>
                </a:ext>
              </a:extLst>
            </p:cNvPr>
            <p:cNvSpPr/>
            <p:nvPr/>
          </p:nvSpPr>
          <p:spPr>
            <a:xfrm>
              <a:off x="9205446" y="5401232"/>
              <a:ext cx="55954" cy="214553"/>
            </a:xfrm>
            <a:custGeom>
              <a:avLst/>
              <a:gdLst>
                <a:gd name="connsiteX0" fmla="*/ 40680 w 55954"/>
                <a:gd name="connsiteY0" fmla="*/ 8 h 214553"/>
                <a:gd name="connsiteX1" fmla="*/ 5459 w 55954"/>
                <a:gd name="connsiteY1" fmla="*/ 10069 h 214553"/>
                <a:gd name="connsiteX2" fmla="*/ 802 w 55954"/>
                <a:gd name="connsiteY2" fmla="*/ 14048 h 214553"/>
                <a:gd name="connsiteX3" fmla="*/ 126 w 55954"/>
                <a:gd name="connsiteY3" fmla="*/ 20055 h 214553"/>
                <a:gd name="connsiteX4" fmla="*/ 3280 w 55954"/>
                <a:gd name="connsiteY4" fmla="*/ 66532 h 214553"/>
                <a:gd name="connsiteX5" fmla="*/ 7261 w 55954"/>
                <a:gd name="connsiteY5" fmla="*/ 104075 h 214553"/>
                <a:gd name="connsiteX6" fmla="*/ 17699 w 55954"/>
                <a:gd name="connsiteY6" fmla="*/ 136811 h 214553"/>
                <a:gd name="connsiteX7" fmla="*/ 40830 w 55954"/>
                <a:gd name="connsiteY7" fmla="*/ 214524 h 214553"/>
                <a:gd name="connsiteX8" fmla="*/ 53147 w 55954"/>
                <a:gd name="connsiteY8" fmla="*/ 213173 h 214553"/>
                <a:gd name="connsiteX9" fmla="*/ 46838 w 55954"/>
                <a:gd name="connsiteY9" fmla="*/ 177808 h 214553"/>
                <a:gd name="connsiteX10" fmla="*/ 40755 w 55954"/>
                <a:gd name="connsiteY10" fmla="*/ 155282 h 214553"/>
                <a:gd name="connsiteX11" fmla="*/ 36850 w 55954"/>
                <a:gd name="connsiteY11" fmla="*/ 128177 h 214553"/>
                <a:gd name="connsiteX12" fmla="*/ 35273 w 55954"/>
                <a:gd name="connsiteY12" fmla="*/ 101146 h 214553"/>
                <a:gd name="connsiteX13" fmla="*/ 38127 w 55954"/>
                <a:gd name="connsiteY13" fmla="*/ 84628 h 214553"/>
                <a:gd name="connsiteX14" fmla="*/ 55925 w 55954"/>
                <a:gd name="connsiteY14" fmla="*/ 2710 h 214553"/>
                <a:gd name="connsiteX15" fmla="*/ 40680 w 55954"/>
                <a:gd name="connsiteY15" fmla="*/ 8 h 214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54" h="214553">
                  <a:moveTo>
                    <a:pt x="40680" y="8"/>
                  </a:moveTo>
                  <a:cubicBezTo>
                    <a:pt x="28326" y="631"/>
                    <a:pt x="16280" y="4070"/>
                    <a:pt x="5459" y="10069"/>
                  </a:cubicBezTo>
                  <a:cubicBezTo>
                    <a:pt x="3528" y="10880"/>
                    <a:pt x="1906" y="12269"/>
                    <a:pt x="802" y="14048"/>
                  </a:cubicBezTo>
                  <a:cubicBezTo>
                    <a:pt x="13" y="15948"/>
                    <a:pt x="-219" y="18028"/>
                    <a:pt x="126" y="20055"/>
                  </a:cubicBezTo>
                  <a:lnTo>
                    <a:pt x="3280" y="66532"/>
                  </a:lnTo>
                  <a:cubicBezTo>
                    <a:pt x="3881" y="79109"/>
                    <a:pt x="5211" y="91648"/>
                    <a:pt x="7261" y="104075"/>
                  </a:cubicBezTo>
                  <a:cubicBezTo>
                    <a:pt x="9514" y="115713"/>
                    <a:pt x="14771" y="125549"/>
                    <a:pt x="17699" y="136811"/>
                  </a:cubicBezTo>
                  <a:cubicBezTo>
                    <a:pt x="23858" y="163166"/>
                    <a:pt x="32344" y="188845"/>
                    <a:pt x="40830" y="214524"/>
                  </a:cubicBezTo>
                  <a:lnTo>
                    <a:pt x="53147" y="213173"/>
                  </a:lnTo>
                  <a:lnTo>
                    <a:pt x="46838" y="177808"/>
                  </a:lnTo>
                  <a:cubicBezTo>
                    <a:pt x="45337" y="170299"/>
                    <a:pt x="42182" y="162791"/>
                    <a:pt x="40755" y="155282"/>
                  </a:cubicBezTo>
                  <a:cubicBezTo>
                    <a:pt x="39328" y="147774"/>
                    <a:pt x="37976" y="137262"/>
                    <a:pt x="36850" y="128177"/>
                  </a:cubicBezTo>
                  <a:cubicBezTo>
                    <a:pt x="35348" y="119249"/>
                    <a:pt x="34822" y="110187"/>
                    <a:pt x="35273" y="101146"/>
                  </a:cubicBezTo>
                  <a:cubicBezTo>
                    <a:pt x="35836" y="95583"/>
                    <a:pt x="36790" y="90064"/>
                    <a:pt x="38127" y="84628"/>
                  </a:cubicBezTo>
                  <a:lnTo>
                    <a:pt x="55925" y="2710"/>
                  </a:lnTo>
                  <a:cubicBezTo>
                    <a:pt x="51112" y="691"/>
                    <a:pt x="45899" y="-233"/>
                    <a:pt x="40680" y="8"/>
                  </a:cubicBezTo>
                  <a:close/>
                </a:path>
              </a:pathLst>
            </a:custGeom>
            <a:solidFill>
              <a:srgbClr val="DDD2C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7" name="Content Placeholder 4">
              <a:extLst>
                <a:ext uri="{FF2B5EF4-FFF2-40B4-BE49-F238E27FC236}">
                  <a16:creationId xmlns:a16="http://schemas.microsoft.com/office/drawing/2014/main" id="{71044580-7D64-5014-D0F8-FEC8015033AE}"/>
                </a:ext>
              </a:extLst>
            </p:cNvPr>
            <p:cNvSpPr/>
            <p:nvPr/>
          </p:nvSpPr>
          <p:spPr>
            <a:xfrm>
              <a:off x="9202898" y="5199067"/>
              <a:ext cx="151101" cy="221499"/>
            </a:xfrm>
            <a:custGeom>
              <a:avLst/>
              <a:gdLst>
                <a:gd name="connsiteX0" fmla="*/ 29034 w 151101"/>
                <a:gd name="connsiteY0" fmla="*/ 23096 h 221499"/>
                <a:gd name="connsiteX1" fmla="*/ 24829 w 151101"/>
                <a:gd name="connsiteY1" fmla="*/ 30604 h 221499"/>
                <a:gd name="connsiteX2" fmla="*/ -29 w 151101"/>
                <a:gd name="connsiteY2" fmla="*/ 211783 h 221499"/>
                <a:gd name="connsiteX3" fmla="*/ 64106 w 151101"/>
                <a:gd name="connsiteY3" fmla="*/ 221470 h 221499"/>
                <a:gd name="connsiteX4" fmla="*/ 151072 w 151101"/>
                <a:gd name="connsiteY4" fmla="*/ -30 h 221499"/>
                <a:gd name="connsiteX5" fmla="*/ 31512 w 151101"/>
                <a:gd name="connsiteY5" fmla="*/ 27076 h 221499"/>
                <a:gd name="connsiteX6" fmla="*/ 29034 w 151101"/>
                <a:gd name="connsiteY6" fmla="*/ 23096 h 22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1101" h="221499">
                  <a:moveTo>
                    <a:pt x="29034" y="23096"/>
                  </a:moveTo>
                  <a:cubicBezTo>
                    <a:pt x="27014" y="25199"/>
                    <a:pt x="25565" y="27781"/>
                    <a:pt x="24829" y="30604"/>
                  </a:cubicBezTo>
                  <a:cubicBezTo>
                    <a:pt x="17319" y="88720"/>
                    <a:pt x="7406" y="153668"/>
                    <a:pt x="-29" y="211783"/>
                  </a:cubicBezTo>
                  <a:cubicBezTo>
                    <a:pt x="20848" y="217738"/>
                    <a:pt x="42402" y="220997"/>
                    <a:pt x="64106" y="221470"/>
                  </a:cubicBezTo>
                  <a:cubicBezTo>
                    <a:pt x="102031" y="151491"/>
                    <a:pt x="140708" y="79335"/>
                    <a:pt x="151072" y="-30"/>
                  </a:cubicBezTo>
                  <a:lnTo>
                    <a:pt x="31512" y="27076"/>
                  </a:lnTo>
                  <a:cubicBezTo>
                    <a:pt x="28959" y="27752"/>
                    <a:pt x="30762" y="21069"/>
                    <a:pt x="29034" y="23096"/>
                  </a:cubicBezTo>
                  <a:close/>
                </a:path>
              </a:pathLst>
            </a:custGeom>
            <a:solidFill>
              <a:srgbClr val="73737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8" name="Content Placeholder 4">
              <a:extLst>
                <a:ext uri="{FF2B5EF4-FFF2-40B4-BE49-F238E27FC236}">
                  <a16:creationId xmlns:a16="http://schemas.microsoft.com/office/drawing/2014/main" id="{1F091132-7910-6CC9-BEC4-6412FAB2EB45}"/>
                </a:ext>
              </a:extLst>
            </p:cNvPr>
            <p:cNvSpPr/>
            <p:nvPr/>
          </p:nvSpPr>
          <p:spPr>
            <a:xfrm>
              <a:off x="9347474" y="5492655"/>
              <a:ext cx="216856" cy="218053"/>
            </a:xfrm>
            <a:custGeom>
              <a:avLst/>
              <a:gdLst>
                <a:gd name="connsiteX0" fmla="*/ 213021 w 216856"/>
                <a:gd name="connsiteY0" fmla="*/ 64309 h 218053"/>
                <a:gd name="connsiteX1" fmla="*/ 180427 w 216856"/>
                <a:gd name="connsiteY1" fmla="*/ 18808 h 218053"/>
                <a:gd name="connsiteX2" fmla="*/ 53809 w 216856"/>
                <a:gd name="connsiteY2" fmla="*/ 20084 h 218053"/>
                <a:gd name="connsiteX3" fmla="*/ 38 w 216856"/>
                <a:gd name="connsiteY3" fmla="*/ 115217 h 218053"/>
                <a:gd name="connsiteX4" fmla="*/ 152190 w 216856"/>
                <a:gd name="connsiteY4" fmla="*/ 209448 h 218053"/>
                <a:gd name="connsiteX5" fmla="*/ 213021 w 216856"/>
                <a:gd name="connsiteY5" fmla="*/ 64309 h 21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6856" h="218053">
                  <a:moveTo>
                    <a:pt x="213021" y="64309"/>
                  </a:moveTo>
                  <a:cubicBezTo>
                    <a:pt x="208110" y="45658"/>
                    <a:pt x="196506" y="29463"/>
                    <a:pt x="180427" y="18808"/>
                  </a:cubicBezTo>
                  <a:cubicBezTo>
                    <a:pt x="141954" y="-6766"/>
                    <a:pt x="91757" y="-6263"/>
                    <a:pt x="53809" y="20084"/>
                  </a:cubicBezTo>
                  <a:cubicBezTo>
                    <a:pt x="24971" y="40808"/>
                    <a:pt x="-1539" y="76999"/>
                    <a:pt x="38" y="115217"/>
                  </a:cubicBezTo>
                  <a:cubicBezTo>
                    <a:pt x="2891" y="184595"/>
                    <a:pt x="91810" y="239932"/>
                    <a:pt x="152190" y="209448"/>
                  </a:cubicBezTo>
                  <a:cubicBezTo>
                    <a:pt x="198151" y="186247"/>
                    <a:pt x="227740" y="116418"/>
                    <a:pt x="213021" y="6430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9" name="Content Placeholder 4">
              <a:extLst>
                <a:ext uri="{FF2B5EF4-FFF2-40B4-BE49-F238E27FC236}">
                  <a16:creationId xmlns:a16="http://schemas.microsoft.com/office/drawing/2014/main" id="{0A5AA36E-F381-49C7-482E-AC21FD518B63}"/>
                </a:ext>
              </a:extLst>
            </p:cNvPr>
            <p:cNvSpPr/>
            <p:nvPr/>
          </p:nvSpPr>
          <p:spPr>
            <a:xfrm>
              <a:off x="9360559" y="5502143"/>
              <a:ext cx="193298" cy="196971"/>
            </a:xfrm>
            <a:custGeom>
              <a:avLst/>
              <a:gdLst>
                <a:gd name="connsiteX0" fmla="*/ 189948 w 193298"/>
                <a:gd name="connsiteY0" fmla="*/ 57750 h 196971"/>
                <a:gd name="connsiteX1" fmla="*/ 161335 w 193298"/>
                <a:gd name="connsiteY1" fmla="*/ 16829 h 196971"/>
                <a:gd name="connsiteX2" fmla="*/ 48234 w 193298"/>
                <a:gd name="connsiteY2" fmla="*/ 18256 h 196971"/>
                <a:gd name="connsiteX3" fmla="*/ 20 w 193298"/>
                <a:gd name="connsiteY3" fmla="*/ 104228 h 196971"/>
                <a:gd name="connsiteX4" fmla="*/ 135726 w 193298"/>
                <a:gd name="connsiteY4" fmla="*/ 189073 h 196971"/>
                <a:gd name="connsiteX5" fmla="*/ 189948 w 193298"/>
                <a:gd name="connsiteY5" fmla="*/ 57750 h 196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3298" h="196971">
                  <a:moveTo>
                    <a:pt x="189948" y="57750"/>
                  </a:moveTo>
                  <a:cubicBezTo>
                    <a:pt x="185720" y="41074"/>
                    <a:pt x="175544" y="26523"/>
                    <a:pt x="161335" y="16829"/>
                  </a:cubicBezTo>
                  <a:cubicBezTo>
                    <a:pt x="126976" y="-6162"/>
                    <a:pt x="81999" y="-5591"/>
                    <a:pt x="48234" y="18256"/>
                  </a:cubicBezTo>
                  <a:cubicBezTo>
                    <a:pt x="22475" y="37027"/>
                    <a:pt x="-1257" y="69764"/>
                    <a:pt x="20" y="104228"/>
                  </a:cubicBezTo>
                  <a:cubicBezTo>
                    <a:pt x="2423" y="166923"/>
                    <a:pt x="81729" y="216854"/>
                    <a:pt x="135726" y="189073"/>
                  </a:cubicBezTo>
                  <a:cubicBezTo>
                    <a:pt x="176355" y="167899"/>
                    <a:pt x="202940" y="104828"/>
                    <a:pt x="189948" y="57750"/>
                  </a:cubicBezTo>
                  <a:close/>
                </a:path>
              </a:pathLst>
            </a:custGeom>
            <a:solidFill>
              <a:srgbClr val="40404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0" name="Content Placeholder 4">
              <a:extLst>
                <a:ext uri="{FF2B5EF4-FFF2-40B4-BE49-F238E27FC236}">
                  <a16:creationId xmlns:a16="http://schemas.microsoft.com/office/drawing/2014/main" id="{FAD77027-1EBB-BA8F-F6E8-1DC852187B4E}"/>
                </a:ext>
              </a:extLst>
            </p:cNvPr>
            <p:cNvSpPr/>
            <p:nvPr/>
          </p:nvSpPr>
          <p:spPr>
            <a:xfrm>
              <a:off x="9052034" y="5294992"/>
              <a:ext cx="414389" cy="306158"/>
            </a:xfrm>
            <a:custGeom>
              <a:avLst/>
              <a:gdLst>
                <a:gd name="connsiteX0" fmla="*/ 412859 w 414389"/>
                <a:gd name="connsiteY0" fmla="*/ 284047 h 306158"/>
                <a:gd name="connsiteX1" fmla="*/ 411056 w 414389"/>
                <a:gd name="connsiteY1" fmla="*/ 283522 h 306158"/>
                <a:gd name="connsiteX2" fmla="*/ 349625 w 414389"/>
                <a:gd name="connsiteY2" fmla="*/ 281720 h 306158"/>
                <a:gd name="connsiteX3" fmla="*/ 275126 w 414389"/>
                <a:gd name="connsiteY3" fmla="*/ 270682 h 306158"/>
                <a:gd name="connsiteX4" fmla="*/ 240730 w 414389"/>
                <a:gd name="connsiteY4" fmla="*/ 245003 h 306158"/>
                <a:gd name="connsiteX5" fmla="*/ 234572 w 414389"/>
                <a:gd name="connsiteY5" fmla="*/ 219925 h 306158"/>
                <a:gd name="connsiteX6" fmla="*/ 225259 w 414389"/>
                <a:gd name="connsiteY6" fmla="*/ 201905 h 306158"/>
                <a:gd name="connsiteX7" fmla="*/ 214971 w 414389"/>
                <a:gd name="connsiteY7" fmla="*/ 192895 h 306158"/>
                <a:gd name="connsiteX8" fmla="*/ 165630 w 414389"/>
                <a:gd name="connsiteY8" fmla="*/ 176301 h 306158"/>
                <a:gd name="connsiteX9" fmla="*/ 115313 w 414389"/>
                <a:gd name="connsiteY9" fmla="*/ 149871 h 306158"/>
                <a:gd name="connsiteX10" fmla="*/ 76937 w 414389"/>
                <a:gd name="connsiteY10" fmla="*/ 110902 h 306158"/>
                <a:gd name="connsiteX11" fmla="*/ 78514 w 414389"/>
                <a:gd name="connsiteY11" fmla="*/ 97387 h 306158"/>
                <a:gd name="connsiteX12" fmla="*/ 115313 w 414389"/>
                <a:gd name="connsiteY12" fmla="*/ 59845 h 306158"/>
                <a:gd name="connsiteX13" fmla="*/ 233445 w 414389"/>
                <a:gd name="connsiteY13" fmla="*/ 38671 h 306158"/>
                <a:gd name="connsiteX14" fmla="*/ 309296 w 414389"/>
                <a:gd name="connsiteY14" fmla="*/ 26583 h 306158"/>
                <a:gd name="connsiteX15" fmla="*/ 319585 w 414389"/>
                <a:gd name="connsiteY15" fmla="*/ 754 h 306158"/>
                <a:gd name="connsiteX16" fmla="*/ 285039 w 414389"/>
                <a:gd name="connsiteY16" fmla="*/ 5784 h 306158"/>
                <a:gd name="connsiteX17" fmla="*/ 249291 w 414389"/>
                <a:gd name="connsiteY17" fmla="*/ 11640 h 306158"/>
                <a:gd name="connsiteX18" fmla="*/ 102771 w 414389"/>
                <a:gd name="connsiteY18" fmla="*/ 32139 h 306158"/>
                <a:gd name="connsiteX19" fmla="*/ 20687 w 414389"/>
                <a:gd name="connsiteY19" fmla="*/ 56691 h 306158"/>
                <a:gd name="connsiteX20" fmla="*/ 6343 w 414389"/>
                <a:gd name="connsiteY20" fmla="*/ 144991 h 306158"/>
                <a:gd name="connsiteX21" fmla="*/ 6343 w 414389"/>
                <a:gd name="connsiteY21" fmla="*/ 145742 h 306158"/>
                <a:gd name="connsiteX22" fmla="*/ 13177 w 414389"/>
                <a:gd name="connsiteY22" fmla="*/ 160759 h 306158"/>
                <a:gd name="connsiteX23" fmla="*/ 15130 w 414389"/>
                <a:gd name="connsiteY23" fmla="*/ 162485 h 306158"/>
                <a:gd name="connsiteX24" fmla="*/ 22640 w 414389"/>
                <a:gd name="connsiteY24" fmla="*/ 170970 h 306158"/>
                <a:gd name="connsiteX25" fmla="*/ 32478 w 414389"/>
                <a:gd name="connsiteY25" fmla="*/ 177502 h 306158"/>
                <a:gd name="connsiteX26" fmla="*/ 68150 w 414389"/>
                <a:gd name="connsiteY26" fmla="*/ 203482 h 306158"/>
                <a:gd name="connsiteX27" fmla="*/ 191089 w 414389"/>
                <a:gd name="connsiteY27" fmla="*/ 288478 h 306158"/>
                <a:gd name="connsiteX28" fmla="*/ 223307 w 414389"/>
                <a:gd name="connsiteY28" fmla="*/ 305071 h 306158"/>
                <a:gd name="connsiteX29" fmla="*/ 263260 w 414389"/>
                <a:gd name="connsiteY29" fmla="*/ 303194 h 306158"/>
                <a:gd name="connsiteX30" fmla="*/ 387700 w 414389"/>
                <a:gd name="connsiteY30" fmla="*/ 295685 h 306158"/>
                <a:gd name="connsiteX31" fmla="*/ 414361 w 414389"/>
                <a:gd name="connsiteY31" fmla="*/ 304470 h 306158"/>
                <a:gd name="connsiteX32" fmla="*/ 412859 w 414389"/>
                <a:gd name="connsiteY32" fmla="*/ 284047 h 306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14389" h="306158">
                  <a:moveTo>
                    <a:pt x="412859" y="284047"/>
                  </a:moveTo>
                  <a:lnTo>
                    <a:pt x="411056" y="283522"/>
                  </a:lnTo>
                  <a:cubicBezTo>
                    <a:pt x="391380" y="276614"/>
                    <a:pt x="370052" y="280819"/>
                    <a:pt x="349625" y="281720"/>
                  </a:cubicBezTo>
                  <a:cubicBezTo>
                    <a:pt x="324992" y="282846"/>
                    <a:pt x="299684" y="270983"/>
                    <a:pt x="275126" y="270682"/>
                  </a:cubicBezTo>
                  <a:cubicBezTo>
                    <a:pt x="254323" y="270682"/>
                    <a:pt x="242908" y="264000"/>
                    <a:pt x="240730" y="245003"/>
                  </a:cubicBezTo>
                  <a:cubicBezTo>
                    <a:pt x="239753" y="236594"/>
                    <a:pt x="235773" y="228410"/>
                    <a:pt x="234572" y="219925"/>
                  </a:cubicBezTo>
                  <a:cubicBezTo>
                    <a:pt x="232026" y="213648"/>
                    <a:pt x="228909" y="207611"/>
                    <a:pt x="225259" y="201905"/>
                  </a:cubicBezTo>
                  <a:cubicBezTo>
                    <a:pt x="223157" y="197663"/>
                    <a:pt x="219454" y="194419"/>
                    <a:pt x="214971" y="192895"/>
                  </a:cubicBezTo>
                  <a:cubicBezTo>
                    <a:pt x="196797" y="187113"/>
                    <a:pt x="184931" y="185837"/>
                    <a:pt x="165630" y="176301"/>
                  </a:cubicBezTo>
                  <a:cubicBezTo>
                    <a:pt x="148657" y="167817"/>
                    <a:pt x="132361" y="158055"/>
                    <a:pt x="115313" y="149871"/>
                  </a:cubicBezTo>
                  <a:cubicBezTo>
                    <a:pt x="98265" y="141687"/>
                    <a:pt x="78739" y="133578"/>
                    <a:pt x="76937" y="110902"/>
                  </a:cubicBezTo>
                  <a:cubicBezTo>
                    <a:pt x="76599" y="106337"/>
                    <a:pt x="77132" y="101750"/>
                    <a:pt x="78514" y="97387"/>
                  </a:cubicBezTo>
                  <a:cubicBezTo>
                    <a:pt x="84147" y="79442"/>
                    <a:pt x="99242" y="67954"/>
                    <a:pt x="115313" y="59845"/>
                  </a:cubicBezTo>
                  <a:cubicBezTo>
                    <a:pt x="151586" y="42275"/>
                    <a:pt x="193267" y="41299"/>
                    <a:pt x="233445" y="38671"/>
                  </a:cubicBezTo>
                  <a:cubicBezTo>
                    <a:pt x="258379" y="37094"/>
                    <a:pt x="286015" y="35668"/>
                    <a:pt x="309296" y="26583"/>
                  </a:cubicBezTo>
                  <a:cubicBezTo>
                    <a:pt x="317632" y="23354"/>
                    <a:pt x="333854" y="6835"/>
                    <a:pt x="319585" y="754"/>
                  </a:cubicBezTo>
                  <a:cubicBezTo>
                    <a:pt x="312525" y="-2325"/>
                    <a:pt x="292699" y="4583"/>
                    <a:pt x="285039" y="5784"/>
                  </a:cubicBezTo>
                  <a:cubicBezTo>
                    <a:pt x="273098" y="7661"/>
                    <a:pt x="261232" y="9689"/>
                    <a:pt x="249291" y="11640"/>
                  </a:cubicBezTo>
                  <a:cubicBezTo>
                    <a:pt x="200627" y="19750"/>
                    <a:pt x="151661" y="28009"/>
                    <a:pt x="102771" y="32139"/>
                  </a:cubicBezTo>
                  <a:cubicBezTo>
                    <a:pt x="73708" y="34617"/>
                    <a:pt x="41865" y="36719"/>
                    <a:pt x="20687" y="56691"/>
                  </a:cubicBezTo>
                  <a:cubicBezTo>
                    <a:pt x="-2293" y="78391"/>
                    <a:pt x="-4697" y="115407"/>
                    <a:pt x="6343" y="144991"/>
                  </a:cubicBezTo>
                  <a:lnTo>
                    <a:pt x="6343" y="145742"/>
                  </a:lnTo>
                  <a:cubicBezTo>
                    <a:pt x="7072" y="151313"/>
                    <a:pt x="9452" y="156546"/>
                    <a:pt x="13177" y="160759"/>
                  </a:cubicBezTo>
                  <a:lnTo>
                    <a:pt x="15130" y="162485"/>
                  </a:lnTo>
                  <a:cubicBezTo>
                    <a:pt x="17285" y="165609"/>
                    <a:pt x="19801" y="168455"/>
                    <a:pt x="22640" y="170970"/>
                  </a:cubicBezTo>
                  <a:cubicBezTo>
                    <a:pt x="25674" y="173493"/>
                    <a:pt x="28971" y="175685"/>
                    <a:pt x="32478" y="177502"/>
                  </a:cubicBezTo>
                  <a:cubicBezTo>
                    <a:pt x="43968" y="186663"/>
                    <a:pt x="55984" y="195147"/>
                    <a:pt x="68150" y="203482"/>
                  </a:cubicBezTo>
                  <a:lnTo>
                    <a:pt x="191089" y="288478"/>
                  </a:lnTo>
                  <a:cubicBezTo>
                    <a:pt x="200672" y="296016"/>
                    <a:pt x="211606" y="301647"/>
                    <a:pt x="223307" y="305071"/>
                  </a:cubicBezTo>
                  <a:cubicBezTo>
                    <a:pt x="236622" y="306956"/>
                    <a:pt x="250177" y="306317"/>
                    <a:pt x="263260" y="303194"/>
                  </a:cubicBezTo>
                  <a:cubicBezTo>
                    <a:pt x="304475" y="297390"/>
                    <a:pt x="346087" y="294875"/>
                    <a:pt x="387700" y="295685"/>
                  </a:cubicBezTo>
                  <a:lnTo>
                    <a:pt x="414361" y="304470"/>
                  </a:lnTo>
                  <a:cubicBezTo>
                    <a:pt x="411282" y="299064"/>
                    <a:pt x="416464" y="289979"/>
                    <a:pt x="412859" y="284047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1" name="Content Placeholder 4">
              <a:extLst>
                <a:ext uri="{FF2B5EF4-FFF2-40B4-BE49-F238E27FC236}">
                  <a16:creationId xmlns:a16="http://schemas.microsoft.com/office/drawing/2014/main" id="{68BF7CBD-377A-65F2-4091-DE034198A5F2}"/>
                </a:ext>
              </a:extLst>
            </p:cNvPr>
            <p:cNvSpPr/>
            <p:nvPr/>
          </p:nvSpPr>
          <p:spPr>
            <a:xfrm>
              <a:off x="9011725" y="5266605"/>
              <a:ext cx="52580" cy="346796"/>
            </a:xfrm>
            <a:custGeom>
              <a:avLst/>
              <a:gdLst>
                <a:gd name="connsiteX0" fmla="*/ 47478 w 52580"/>
                <a:gd name="connsiteY0" fmla="*/ 3161 h 346796"/>
                <a:gd name="connsiteX1" fmla="*/ 29604 w 52580"/>
                <a:gd name="connsiteY1" fmla="*/ 5338 h 346796"/>
                <a:gd name="connsiteX2" fmla="*/ 27201 w 52580"/>
                <a:gd name="connsiteY2" fmla="*/ 111958 h 346796"/>
                <a:gd name="connsiteX3" fmla="*/ 26300 w 52580"/>
                <a:gd name="connsiteY3" fmla="*/ 189671 h 346796"/>
                <a:gd name="connsiteX4" fmla="*/ 390 w 52580"/>
                <a:gd name="connsiteY4" fmla="*/ 339840 h 346796"/>
                <a:gd name="connsiteX5" fmla="*/ 29004 w 52580"/>
                <a:gd name="connsiteY5" fmla="*/ 339840 h 346796"/>
                <a:gd name="connsiteX6" fmla="*/ 52435 w 52580"/>
                <a:gd name="connsiteY6" fmla="*/ 189671 h 346796"/>
                <a:gd name="connsiteX7" fmla="*/ 50557 w 52580"/>
                <a:gd name="connsiteY7" fmla="*/ 112334 h 346796"/>
                <a:gd name="connsiteX8" fmla="*/ 47478 w 52580"/>
                <a:gd name="connsiteY8" fmla="*/ 3161 h 346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2580" h="346796">
                  <a:moveTo>
                    <a:pt x="47478" y="3161"/>
                  </a:moveTo>
                  <a:cubicBezTo>
                    <a:pt x="46577" y="-2395"/>
                    <a:pt x="30355" y="-68"/>
                    <a:pt x="29604" y="5338"/>
                  </a:cubicBezTo>
                  <a:cubicBezTo>
                    <a:pt x="26000" y="30567"/>
                    <a:pt x="27577" y="87030"/>
                    <a:pt x="27201" y="111958"/>
                  </a:cubicBezTo>
                  <a:cubicBezTo>
                    <a:pt x="26826" y="136887"/>
                    <a:pt x="26525" y="163767"/>
                    <a:pt x="26300" y="189671"/>
                  </a:cubicBezTo>
                  <a:cubicBezTo>
                    <a:pt x="26300" y="239077"/>
                    <a:pt x="23897" y="289008"/>
                    <a:pt x="390" y="339840"/>
                  </a:cubicBezTo>
                  <a:cubicBezTo>
                    <a:pt x="-3815" y="349000"/>
                    <a:pt x="24873" y="349151"/>
                    <a:pt x="29004" y="339840"/>
                  </a:cubicBezTo>
                  <a:cubicBezTo>
                    <a:pt x="51533" y="289083"/>
                    <a:pt x="53111" y="239077"/>
                    <a:pt x="52435" y="189671"/>
                  </a:cubicBezTo>
                  <a:cubicBezTo>
                    <a:pt x="52435" y="163842"/>
                    <a:pt x="51308" y="138088"/>
                    <a:pt x="50557" y="112334"/>
                  </a:cubicBezTo>
                  <a:cubicBezTo>
                    <a:pt x="49806" y="86580"/>
                    <a:pt x="51609" y="28615"/>
                    <a:pt x="47478" y="3161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2" name="Content Placeholder 4">
              <a:extLst>
                <a:ext uri="{FF2B5EF4-FFF2-40B4-BE49-F238E27FC236}">
                  <a16:creationId xmlns:a16="http://schemas.microsoft.com/office/drawing/2014/main" id="{DA8E6617-9B73-DE23-1E1D-FDC38E83D360}"/>
                </a:ext>
              </a:extLst>
            </p:cNvPr>
            <p:cNvSpPr/>
            <p:nvPr/>
          </p:nvSpPr>
          <p:spPr>
            <a:xfrm>
              <a:off x="9204089" y="5600566"/>
              <a:ext cx="69188" cy="39595"/>
            </a:xfrm>
            <a:custGeom>
              <a:avLst/>
              <a:gdLst>
                <a:gd name="connsiteX0" fmla="*/ 582 w 69188"/>
                <a:gd name="connsiteY0" fmla="*/ 25702 h 39595"/>
                <a:gd name="connsiteX1" fmla="*/ 4788 w 69188"/>
                <a:gd name="connsiteY1" fmla="*/ 33886 h 39595"/>
                <a:gd name="connsiteX2" fmla="*/ 48796 w 69188"/>
                <a:gd name="connsiteY2" fmla="*/ 32535 h 39595"/>
                <a:gd name="connsiteX3" fmla="*/ 55480 w 69188"/>
                <a:gd name="connsiteY3" fmla="*/ 28180 h 39595"/>
                <a:gd name="connsiteX4" fmla="*/ 68322 w 69188"/>
                <a:gd name="connsiteY4" fmla="*/ 21122 h 39595"/>
                <a:gd name="connsiteX5" fmla="*/ 64417 w 69188"/>
                <a:gd name="connsiteY5" fmla="*/ 6105 h 39595"/>
                <a:gd name="connsiteX6" fmla="*/ 55105 w 69188"/>
                <a:gd name="connsiteY6" fmla="*/ 624 h 39595"/>
                <a:gd name="connsiteX7" fmla="*/ 27468 w 69188"/>
                <a:gd name="connsiteY7" fmla="*/ 11887 h 39595"/>
                <a:gd name="connsiteX8" fmla="*/ 9894 w 69188"/>
                <a:gd name="connsiteY8" fmla="*/ 19395 h 39595"/>
                <a:gd name="connsiteX9" fmla="*/ 582 w 69188"/>
                <a:gd name="connsiteY9" fmla="*/ 25702 h 39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188" h="39595">
                  <a:moveTo>
                    <a:pt x="582" y="25702"/>
                  </a:moveTo>
                  <a:cubicBezTo>
                    <a:pt x="-770" y="28105"/>
                    <a:pt x="-94" y="30958"/>
                    <a:pt x="4788" y="33886"/>
                  </a:cubicBezTo>
                  <a:cubicBezTo>
                    <a:pt x="18501" y="41920"/>
                    <a:pt x="35601" y="41395"/>
                    <a:pt x="48796" y="32535"/>
                  </a:cubicBezTo>
                  <a:cubicBezTo>
                    <a:pt x="50899" y="30905"/>
                    <a:pt x="53137" y="29449"/>
                    <a:pt x="55480" y="28180"/>
                  </a:cubicBezTo>
                  <a:cubicBezTo>
                    <a:pt x="59986" y="26078"/>
                    <a:pt x="65919" y="25627"/>
                    <a:pt x="68322" y="21122"/>
                  </a:cubicBezTo>
                  <a:cubicBezTo>
                    <a:pt x="70725" y="16617"/>
                    <a:pt x="67496" y="10685"/>
                    <a:pt x="64417" y="6105"/>
                  </a:cubicBezTo>
                  <a:cubicBezTo>
                    <a:pt x="61338" y="1525"/>
                    <a:pt x="60136" y="-1403"/>
                    <a:pt x="55105" y="624"/>
                  </a:cubicBezTo>
                  <a:cubicBezTo>
                    <a:pt x="45642" y="3732"/>
                    <a:pt x="36412" y="7494"/>
                    <a:pt x="27468" y="11887"/>
                  </a:cubicBezTo>
                  <a:cubicBezTo>
                    <a:pt x="21918" y="15055"/>
                    <a:pt x="16022" y="17570"/>
                    <a:pt x="9894" y="19395"/>
                  </a:cubicBezTo>
                  <a:cubicBezTo>
                    <a:pt x="6109" y="20258"/>
                    <a:pt x="2782" y="22504"/>
                    <a:pt x="582" y="25702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3" name="Content Placeholder 4">
              <a:extLst>
                <a:ext uri="{FF2B5EF4-FFF2-40B4-BE49-F238E27FC236}">
                  <a16:creationId xmlns:a16="http://schemas.microsoft.com/office/drawing/2014/main" id="{BA34D539-7D7B-0778-D351-97A64CC3354E}"/>
                </a:ext>
              </a:extLst>
            </p:cNvPr>
            <p:cNvSpPr/>
            <p:nvPr/>
          </p:nvSpPr>
          <p:spPr>
            <a:xfrm>
              <a:off x="9248427" y="5564399"/>
              <a:ext cx="49601" cy="50535"/>
            </a:xfrm>
            <a:custGeom>
              <a:avLst/>
              <a:gdLst>
                <a:gd name="connsiteX0" fmla="*/ 43586 w 49601"/>
                <a:gd name="connsiteY0" fmla="*/ 12163 h 50535"/>
                <a:gd name="connsiteX1" fmla="*/ 37653 w 49601"/>
                <a:gd name="connsiteY1" fmla="*/ 4654 h 50535"/>
                <a:gd name="connsiteX2" fmla="*/ 4158 w 49601"/>
                <a:gd name="connsiteY2" fmla="*/ 9685 h 50535"/>
                <a:gd name="connsiteX3" fmla="*/ 11818 w 49601"/>
                <a:gd name="connsiteY3" fmla="*/ 45620 h 50535"/>
                <a:gd name="connsiteX4" fmla="*/ 12720 w 49601"/>
                <a:gd name="connsiteY4" fmla="*/ 46176 h 50535"/>
                <a:gd name="connsiteX5" fmla="*/ 31495 w 49601"/>
                <a:gd name="connsiteY5" fmla="*/ 50306 h 50535"/>
                <a:gd name="connsiteX6" fmla="*/ 46515 w 49601"/>
                <a:gd name="connsiteY6" fmla="*/ 37767 h 50535"/>
                <a:gd name="connsiteX7" fmla="*/ 43586 w 49601"/>
                <a:gd name="connsiteY7" fmla="*/ 12163 h 50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601" h="50535">
                  <a:moveTo>
                    <a:pt x="43586" y="12163"/>
                  </a:moveTo>
                  <a:cubicBezTo>
                    <a:pt x="42512" y="9062"/>
                    <a:pt x="40417" y="6419"/>
                    <a:pt x="37653" y="4654"/>
                  </a:cubicBezTo>
                  <a:cubicBezTo>
                    <a:pt x="27011" y="-3199"/>
                    <a:pt x="12021" y="-947"/>
                    <a:pt x="4158" y="9685"/>
                  </a:cubicBezTo>
                  <a:cubicBezTo>
                    <a:pt x="-3652" y="21721"/>
                    <a:pt x="-220" y="37812"/>
                    <a:pt x="11818" y="45620"/>
                  </a:cubicBezTo>
                  <a:cubicBezTo>
                    <a:pt x="12119" y="45808"/>
                    <a:pt x="12419" y="45996"/>
                    <a:pt x="12720" y="46176"/>
                  </a:cubicBezTo>
                  <a:cubicBezTo>
                    <a:pt x="18337" y="49623"/>
                    <a:pt x="24953" y="51072"/>
                    <a:pt x="31495" y="50306"/>
                  </a:cubicBezTo>
                  <a:cubicBezTo>
                    <a:pt x="38021" y="48384"/>
                    <a:pt x="43458" y="43849"/>
                    <a:pt x="46515" y="37767"/>
                  </a:cubicBezTo>
                  <a:cubicBezTo>
                    <a:pt x="51501" y="29560"/>
                    <a:pt x="50292" y="19025"/>
                    <a:pt x="43586" y="12163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4" name="Content Placeholder 4">
              <a:extLst>
                <a:ext uri="{FF2B5EF4-FFF2-40B4-BE49-F238E27FC236}">
                  <a16:creationId xmlns:a16="http://schemas.microsoft.com/office/drawing/2014/main" id="{0CE4626C-9C36-9690-2D5B-07F34E087384}"/>
                </a:ext>
              </a:extLst>
            </p:cNvPr>
            <p:cNvSpPr/>
            <p:nvPr/>
          </p:nvSpPr>
          <p:spPr>
            <a:xfrm>
              <a:off x="9264297" y="5511065"/>
              <a:ext cx="28300" cy="30106"/>
            </a:xfrm>
            <a:custGeom>
              <a:avLst/>
              <a:gdLst>
                <a:gd name="connsiteX0" fmla="*/ 20581 w 28300"/>
                <a:gd name="connsiteY0" fmla="*/ 1224 h 30106"/>
                <a:gd name="connsiteX1" fmla="*/ 530 w 28300"/>
                <a:gd name="connsiteY1" fmla="*/ 24575 h 30106"/>
                <a:gd name="connsiteX2" fmla="*/ 6162 w 28300"/>
                <a:gd name="connsiteY2" fmla="*/ 28930 h 30106"/>
                <a:gd name="connsiteX3" fmla="*/ 26739 w 28300"/>
                <a:gd name="connsiteY3" fmla="*/ 7607 h 30106"/>
                <a:gd name="connsiteX4" fmla="*/ 20581 w 28300"/>
                <a:gd name="connsiteY4" fmla="*/ 1224 h 30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300" h="30106">
                  <a:moveTo>
                    <a:pt x="20581" y="1224"/>
                  </a:moveTo>
                  <a:cubicBezTo>
                    <a:pt x="12936" y="8125"/>
                    <a:pt x="6200" y="15971"/>
                    <a:pt x="530" y="24575"/>
                  </a:cubicBezTo>
                  <a:cubicBezTo>
                    <a:pt x="-1724" y="28105"/>
                    <a:pt x="3383" y="32084"/>
                    <a:pt x="6162" y="28930"/>
                  </a:cubicBezTo>
                  <a:cubicBezTo>
                    <a:pt x="12275" y="21144"/>
                    <a:pt x="19169" y="13996"/>
                    <a:pt x="26739" y="7607"/>
                  </a:cubicBezTo>
                  <a:cubicBezTo>
                    <a:pt x="31245" y="3927"/>
                    <a:pt x="24787" y="-2830"/>
                    <a:pt x="20581" y="1224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5" name="Content Placeholder 4">
              <a:extLst>
                <a:ext uri="{FF2B5EF4-FFF2-40B4-BE49-F238E27FC236}">
                  <a16:creationId xmlns:a16="http://schemas.microsoft.com/office/drawing/2014/main" id="{E4B6158D-44AA-F373-65F1-BCE6824FA7DD}"/>
                </a:ext>
              </a:extLst>
            </p:cNvPr>
            <p:cNvSpPr/>
            <p:nvPr/>
          </p:nvSpPr>
          <p:spPr>
            <a:xfrm>
              <a:off x="9264988" y="5532617"/>
              <a:ext cx="15868" cy="59441"/>
            </a:xfrm>
            <a:custGeom>
              <a:avLst/>
              <a:gdLst>
                <a:gd name="connsiteX0" fmla="*/ -12 w 15868"/>
                <a:gd name="connsiteY0" fmla="*/ 3775 h 59441"/>
                <a:gd name="connsiteX1" fmla="*/ 7498 w 15868"/>
                <a:gd name="connsiteY1" fmla="*/ 56334 h 59441"/>
                <a:gd name="connsiteX2" fmla="*/ 15760 w 15868"/>
                <a:gd name="connsiteY2" fmla="*/ 54082 h 59441"/>
                <a:gd name="connsiteX3" fmla="*/ 6823 w 15868"/>
                <a:gd name="connsiteY3" fmla="*/ 2799 h 59441"/>
                <a:gd name="connsiteX4" fmla="*/ 2797 w 15868"/>
                <a:gd name="connsiteY4" fmla="*/ 28 h 59441"/>
                <a:gd name="connsiteX5" fmla="*/ -12 w 15868"/>
                <a:gd name="connsiteY5" fmla="*/ 3775 h 59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868" h="59441">
                  <a:moveTo>
                    <a:pt x="-12" y="3775"/>
                  </a:moveTo>
                  <a:cubicBezTo>
                    <a:pt x="1588" y="21412"/>
                    <a:pt x="4089" y="38952"/>
                    <a:pt x="7498" y="56334"/>
                  </a:cubicBezTo>
                  <a:cubicBezTo>
                    <a:pt x="8399" y="61740"/>
                    <a:pt x="16736" y="59412"/>
                    <a:pt x="15760" y="54082"/>
                  </a:cubicBezTo>
                  <a:cubicBezTo>
                    <a:pt x="12530" y="37037"/>
                    <a:pt x="10277" y="19768"/>
                    <a:pt x="6823" y="2799"/>
                  </a:cubicBezTo>
                  <a:cubicBezTo>
                    <a:pt x="6477" y="922"/>
                    <a:pt x="4675" y="-317"/>
                    <a:pt x="2797" y="28"/>
                  </a:cubicBezTo>
                  <a:cubicBezTo>
                    <a:pt x="1033" y="358"/>
                    <a:pt x="-192" y="1988"/>
                    <a:pt x="-12" y="3775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6" name="Content Placeholder 4">
              <a:extLst>
                <a:ext uri="{FF2B5EF4-FFF2-40B4-BE49-F238E27FC236}">
                  <a16:creationId xmlns:a16="http://schemas.microsoft.com/office/drawing/2014/main" id="{9649F598-3CEF-E592-4F6D-2F63C4BCD8BB}"/>
                </a:ext>
              </a:extLst>
            </p:cNvPr>
            <p:cNvSpPr/>
            <p:nvPr/>
          </p:nvSpPr>
          <p:spPr>
            <a:xfrm>
              <a:off x="9228179" y="5601245"/>
              <a:ext cx="40633" cy="50722"/>
            </a:xfrm>
            <a:custGeom>
              <a:avLst/>
              <a:gdLst>
                <a:gd name="connsiteX0" fmla="*/ 32667 w 40633"/>
                <a:gd name="connsiteY0" fmla="*/ 2498 h 50722"/>
                <a:gd name="connsiteX1" fmla="*/ 29438 w 40633"/>
                <a:gd name="connsiteY1" fmla="*/ 20743 h 50722"/>
                <a:gd name="connsiteX2" fmla="*/ 28161 w 40633"/>
                <a:gd name="connsiteY2" fmla="*/ 38238 h 50722"/>
                <a:gd name="connsiteX3" fmla="*/ 7734 w 40633"/>
                <a:gd name="connsiteY3" fmla="*/ 35610 h 50722"/>
                <a:gd name="connsiteX4" fmla="*/ 104 w 40633"/>
                <a:gd name="connsiteY4" fmla="*/ 40633 h 50722"/>
                <a:gd name="connsiteX5" fmla="*/ 4429 w 40633"/>
                <a:gd name="connsiteY5" fmla="*/ 48074 h 50722"/>
                <a:gd name="connsiteX6" fmla="*/ 32892 w 40633"/>
                <a:gd name="connsiteY6" fmla="*/ 49651 h 50722"/>
                <a:gd name="connsiteX7" fmla="*/ 36948 w 40633"/>
                <a:gd name="connsiteY7" fmla="*/ 44170 h 50722"/>
                <a:gd name="connsiteX8" fmla="*/ 38074 w 40633"/>
                <a:gd name="connsiteY8" fmla="*/ 26525 h 50722"/>
                <a:gd name="connsiteX9" fmla="*/ 40552 w 40633"/>
                <a:gd name="connsiteY9" fmla="*/ 4750 h 50722"/>
                <a:gd name="connsiteX10" fmla="*/ 37120 w 40633"/>
                <a:gd name="connsiteY10" fmla="*/ 20 h 50722"/>
                <a:gd name="connsiteX11" fmla="*/ 32667 w 40633"/>
                <a:gd name="connsiteY11" fmla="*/ 2498 h 50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633" h="50722">
                  <a:moveTo>
                    <a:pt x="32667" y="2498"/>
                  </a:moveTo>
                  <a:cubicBezTo>
                    <a:pt x="31142" y="8490"/>
                    <a:pt x="30061" y="14594"/>
                    <a:pt x="29438" y="20743"/>
                  </a:cubicBezTo>
                  <a:cubicBezTo>
                    <a:pt x="29490" y="26600"/>
                    <a:pt x="29062" y="32449"/>
                    <a:pt x="28161" y="38238"/>
                  </a:cubicBezTo>
                  <a:cubicBezTo>
                    <a:pt x="21289" y="37960"/>
                    <a:pt x="14455" y="37082"/>
                    <a:pt x="7734" y="35610"/>
                  </a:cubicBezTo>
                  <a:cubicBezTo>
                    <a:pt x="4242" y="34889"/>
                    <a:pt x="825" y="37142"/>
                    <a:pt x="104" y="40633"/>
                  </a:cubicBezTo>
                  <a:cubicBezTo>
                    <a:pt x="-557" y="43854"/>
                    <a:pt x="1305" y="47053"/>
                    <a:pt x="4429" y="48074"/>
                  </a:cubicBezTo>
                  <a:cubicBezTo>
                    <a:pt x="13644" y="50912"/>
                    <a:pt x="23415" y="51453"/>
                    <a:pt x="32892" y="49651"/>
                  </a:cubicBezTo>
                  <a:cubicBezTo>
                    <a:pt x="35325" y="48945"/>
                    <a:pt x="36985" y="46700"/>
                    <a:pt x="36948" y="44170"/>
                  </a:cubicBezTo>
                  <a:cubicBezTo>
                    <a:pt x="36948" y="38388"/>
                    <a:pt x="37924" y="32306"/>
                    <a:pt x="38074" y="26525"/>
                  </a:cubicBezTo>
                  <a:cubicBezTo>
                    <a:pt x="38074" y="19016"/>
                    <a:pt x="39576" y="12033"/>
                    <a:pt x="40552" y="4750"/>
                  </a:cubicBezTo>
                  <a:cubicBezTo>
                    <a:pt x="40913" y="2498"/>
                    <a:pt x="39373" y="380"/>
                    <a:pt x="37120" y="20"/>
                  </a:cubicBezTo>
                  <a:cubicBezTo>
                    <a:pt x="35243" y="-273"/>
                    <a:pt x="33403" y="748"/>
                    <a:pt x="32667" y="2498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7" name="Content Placeholder 4">
              <a:extLst>
                <a:ext uri="{FF2B5EF4-FFF2-40B4-BE49-F238E27FC236}">
                  <a16:creationId xmlns:a16="http://schemas.microsoft.com/office/drawing/2014/main" id="{642B1CE0-F2FA-20DA-CDEC-B50E8DF66ACD}"/>
                </a:ext>
              </a:extLst>
            </p:cNvPr>
            <p:cNvSpPr/>
            <p:nvPr/>
          </p:nvSpPr>
          <p:spPr>
            <a:xfrm>
              <a:off x="8996804" y="5554063"/>
              <a:ext cx="74893" cy="72179"/>
            </a:xfrm>
            <a:custGeom>
              <a:avLst/>
              <a:gdLst>
                <a:gd name="connsiteX0" fmla="*/ -9 w 74893"/>
                <a:gd name="connsiteY0" fmla="*/ 37516 h 72179"/>
                <a:gd name="connsiteX1" fmla="*/ 6525 w 74893"/>
                <a:gd name="connsiteY1" fmla="*/ 58690 h 72179"/>
                <a:gd name="connsiteX2" fmla="*/ 21920 w 74893"/>
                <a:gd name="connsiteY2" fmla="*/ 70028 h 72179"/>
                <a:gd name="connsiteX3" fmla="*/ 53762 w 74893"/>
                <a:gd name="connsiteY3" fmla="*/ 67625 h 72179"/>
                <a:gd name="connsiteX4" fmla="*/ 73814 w 74893"/>
                <a:gd name="connsiteY4" fmla="*/ 42772 h 72179"/>
                <a:gd name="connsiteX5" fmla="*/ 74640 w 74893"/>
                <a:gd name="connsiteY5" fmla="*/ 32936 h 72179"/>
                <a:gd name="connsiteX6" fmla="*/ 31758 w 74893"/>
                <a:gd name="connsiteY6" fmla="*/ -26 h 72179"/>
                <a:gd name="connsiteX7" fmla="*/ -9 w 74893"/>
                <a:gd name="connsiteY7" fmla="*/ 37516 h 72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4893" h="72179">
                  <a:moveTo>
                    <a:pt x="-9" y="37516"/>
                  </a:moveTo>
                  <a:cubicBezTo>
                    <a:pt x="-47" y="45077"/>
                    <a:pt x="2229" y="52465"/>
                    <a:pt x="6525" y="58690"/>
                  </a:cubicBezTo>
                  <a:cubicBezTo>
                    <a:pt x="10407" y="63923"/>
                    <a:pt x="15769" y="67880"/>
                    <a:pt x="21920" y="70028"/>
                  </a:cubicBezTo>
                  <a:cubicBezTo>
                    <a:pt x="32426" y="73534"/>
                    <a:pt x="43902" y="72670"/>
                    <a:pt x="53762" y="67625"/>
                  </a:cubicBezTo>
                  <a:cubicBezTo>
                    <a:pt x="63555" y="62414"/>
                    <a:pt x="70795" y="53442"/>
                    <a:pt x="73814" y="42772"/>
                  </a:cubicBezTo>
                  <a:cubicBezTo>
                    <a:pt x="74835" y="39596"/>
                    <a:pt x="75113" y="36232"/>
                    <a:pt x="74640" y="32936"/>
                  </a:cubicBezTo>
                  <a:cubicBezTo>
                    <a:pt x="71261" y="15891"/>
                    <a:pt x="48655" y="-26"/>
                    <a:pt x="31758" y="-26"/>
                  </a:cubicBezTo>
                  <a:cubicBezTo>
                    <a:pt x="12307" y="-327"/>
                    <a:pt x="-610" y="19646"/>
                    <a:pt x="-9" y="37516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8" name="Content Placeholder 4">
              <a:extLst>
                <a:ext uri="{FF2B5EF4-FFF2-40B4-BE49-F238E27FC236}">
                  <a16:creationId xmlns:a16="http://schemas.microsoft.com/office/drawing/2014/main" id="{D6A95096-99C5-A19C-E3A7-3A41AB630742}"/>
                </a:ext>
              </a:extLst>
            </p:cNvPr>
            <p:cNvSpPr/>
            <p:nvPr/>
          </p:nvSpPr>
          <p:spPr>
            <a:xfrm>
              <a:off x="9418344" y="5565629"/>
              <a:ext cx="75090" cy="72192"/>
            </a:xfrm>
            <a:custGeom>
              <a:avLst/>
              <a:gdLst>
                <a:gd name="connsiteX0" fmla="*/ -14 w 75090"/>
                <a:gd name="connsiteY0" fmla="*/ 37813 h 72192"/>
                <a:gd name="connsiteX1" fmla="*/ 6520 w 75090"/>
                <a:gd name="connsiteY1" fmla="*/ 59062 h 72192"/>
                <a:gd name="connsiteX2" fmla="*/ 22140 w 75090"/>
                <a:gd name="connsiteY2" fmla="*/ 69949 h 72192"/>
                <a:gd name="connsiteX3" fmla="*/ 73329 w 75090"/>
                <a:gd name="connsiteY3" fmla="*/ 45036 h 72192"/>
                <a:gd name="connsiteX4" fmla="*/ 74035 w 75090"/>
                <a:gd name="connsiteY4" fmla="*/ 42768 h 72192"/>
                <a:gd name="connsiteX5" fmla="*/ 74786 w 75090"/>
                <a:gd name="connsiteY5" fmla="*/ 32858 h 72192"/>
                <a:gd name="connsiteX6" fmla="*/ 31979 w 75090"/>
                <a:gd name="connsiteY6" fmla="*/ -29 h 72192"/>
                <a:gd name="connsiteX7" fmla="*/ -14 w 75090"/>
                <a:gd name="connsiteY7" fmla="*/ 37813 h 72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090" h="72192">
                  <a:moveTo>
                    <a:pt x="-14" y="37813"/>
                  </a:moveTo>
                  <a:cubicBezTo>
                    <a:pt x="-29" y="45397"/>
                    <a:pt x="2247" y="52800"/>
                    <a:pt x="6520" y="59062"/>
                  </a:cubicBezTo>
                  <a:cubicBezTo>
                    <a:pt x="10538" y="64153"/>
                    <a:pt x="15975" y="67937"/>
                    <a:pt x="22140" y="69949"/>
                  </a:cubicBezTo>
                  <a:cubicBezTo>
                    <a:pt x="43154" y="77202"/>
                    <a:pt x="66074" y="66045"/>
                    <a:pt x="73329" y="45036"/>
                  </a:cubicBezTo>
                  <a:cubicBezTo>
                    <a:pt x="73584" y="44285"/>
                    <a:pt x="73824" y="43535"/>
                    <a:pt x="74035" y="42768"/>
                  </a:cubicBezTo>
                  <a:cubicBezTo>
                    <a:pt x="75071" y="39570"/>
                    <a:pt x="75326" y="36176"/>
                    <a:pt x="74786" y="32858"/>
                  </a:cubicBezTo>
                  <a:cubicBezTo>
                    <a:pt x="71481" y="15813"/>
                    <a:pt x="48876" y="-105"/>
                    <a:pt x="31979" y="-29"/>
                  </a:cubicBezTo>
                  <a:cubicBezTo>
                    <a:pt x="12302" y="-29"/>
                    <a:pt x="-539" y="19943"/>
                    <a:pt x="-14" y="37813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9" name="Content Placeholder 4">
              <a:extLst>
                <a:ext uri="{FF2B5EF4-FFF2-40B4-BE49-F238E27FC236}">
                  <a16:creationId xmlns:a16="http://schemas.microsoft.com/office/drawing/2014/main" id="{6F7C0911-0A0D-2AD4-23C2-DA15BB8A756F}"/>
                </a:ext>
              </a:extLst>
            </p:cNvPr>
            <p:cNvSpPr/>
            <p:nvPr/>
          </p:nvSpPr>
          <p:spPr>
            <a:xfrm>
              <a:off x="9160062" y="5350165"/>
              <a:ext cx="101338" cy="171990"/>
            </a:xfrm>
            <a:custGeom>
              <a:avLst/>
              <a:gdLst>
                <a:gd name="connsiteX0" fmla="*/ 80957 w 101338"/>
                <a:gd name="connsiteY0" fmla="*/ 171961 h 171990"/>
                <a:gd name="connsiteX1" fmla="*/ 101309 w 101338"/>
                <a:gd name="connsiteY1" fmla="*/ 152814 h 171990"/>
                <a:gd name="connsiteX2" fmla="*/ 39803 w 101338"/>
                <a:gd name="connsiteY2" fmla="*/ 65040 h 171990"/>
                <a:gd name="connsiteX3" fmla="*/ 43941 w 101338"/>
                <a:gd name="connsiteY3" fmla="*/ 46052 h 171990"/>
                <a:gd name="connsiteX4" fmla="*/ 45135 w 101338"/>
                <a:gd name="connsiteY4" fmla="*/ 45368 h 171990"/>
                <a:gd name="connsiteX5" fmla="*/ 71345 w 101338"/>
                <a:gd name="connsiteY5" fmla="*/ 25246 h 171990"/>
                <a:gd name="connsiteX6" fmla="*/ 54072 w 101338"/>
                <a:gd name="connsiteY6" fmla="*/ 10979 h 171990"/>
                <a:gd name="connsiteX7" fmla="*/ 33419 w 101338"/>
                <a:gd name="connsiteY7" fmla="*/ 167 h 171990"/>
                <a:gd name="connsiteX8" fmla="*/ 30190 w 101338"/>
                <a:gd name="connsiteY8" fmla="*/ 167 h 171990"/>
                <a:gd name="connsiteX9" fmla="*/ 27862 w 101338"/>
                <a:gd name="connsiteY9" fmla="*/ 1444 h 171990"/>
                <a:gd name="connsiteX10" fmla="*/ 5332 w 101338"/>
                <a:gd name="connsiteY10" fmla="*/ 29450 h 171990"/>
                <a:gd name="connsiteX11" fmla="*/ 150 w 101338"/>
                <a:gd name="connsiteY11" fmla="*/ 45443 h 171990"/>
                <a:gd name="connsiteX12" fmla="*/ 24182 w 101338"/>
                <a:gd name="connsiteY12" fmla="*/ 89818 h 171990"/>
                <a:gd name="connsiteX13" fmla="*/ 62783 w 101338"/>
                <a:gd name="connsiteY13" fmla="*/ 140575 h 171990"/>
                <a:gd name="connsiteX14" fmla="*/ 80957 w 101338"/>
                <a:gd name="connsiteY14" fmla="*/ 171961 h 171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1338" h="171990">
                  <a:moveTo>
                    <a:pt x="80957" y="171961"/>
                  </a:moveTo>
                  <a:cubicBezTo>
                    <a:pt x="89894" y="168334"/>
                    <a:pt x="97149" y="161509"/>
                    <a:pt x="101309" y="152814"/>
                  </a:cubicBezTo>
                  <a:cubicBezTo>
                    <a:pt x="77503" y="127360"/>
                    <a:pt x="53471" y="97852"/>
                    <a:pt x="39803" y="65040"/>
                  </a:cubicBezTo>
                  <a:cubicBezTo>
                    <a:pt x="35702" y="58658"/>
                    <a:pt x="37550" y="50151"/>
                    <a:pt x="43941" y="46052"/>
                  </a:cubicBezTo>
                  <a:cubicBezTo>
                    <a:pt x="44324" y="45804"/>
                    <a:pt x="44722" y="45579"/>
                    <a:pt x="45135" y="45368"/>
                  </a:cubicBezTo>
                  <a:cubicBezTo>
                    <a:pt x="49566" y="41914"/>
                    <a:pt x="72096" y="29901"/>
                    <a:pt x="71345" y="25246"/>
                  </a:cubicBezTo>
                  <a:cubicBezTo>
                    <a:pt x="70593" y="20590"/>
                    <a:pt x="57526" y="13608"/>
                    <a:pt x="54072" y="10979"/>
                  </a:cubicBezTo>
                  <a:cubicBezTo>
                    <a:pt x="48063" y="5904"/>
                    <a:pt x="41012" y="2210"/>
                    <a:pt x="33419" y="167"/>
                  </a:cubicBezTo>
                  <a:cubicBezTo>
                    <a:pt x="32360" y="-95"/>
                    <a:pt x="31249" y="-95"/>
                    <a:pt x="30190" y="167"/>
                  </a:cubicBezTo>
                  <a:cubicBezTo>
                    <a:pt x="29341" y="445"/>
                    <a:pt x="28553" y="873"/>
                    <a:pt x="27862" y="1444"/>
                  </a:cubicBezTo>
                  <a:cubicBezTo>
                    <a:pt x="18271" y="8892"/>
                    <a:pt x="10551" y="18481"/>
                    <a:pt x="5332" y="29450"/>
                  </a:cubicBezTo>
                  <a:cubicBezTo>
                    <a:pt x="2688" y="34443"/>
                    <a:pt x="939" y="39850"/>
                    <a:pt x="150" y="45443"/>
                  </a:cubicBezTo>
                  <a:cubicBezTo>
                    <a:pt x="-1878" y="63989"/>
                    <a:pt x="13743" y="77279"/>
                    <a:pt x="24182" y="89818"/>
                  </a:cubicBezTo>
                  <a:cubicBezTo>
                    <a:pt x="37700" y="106187"/>
                    <a:pt x="50242" y="123381"/>
                    <a:pt x="62783" y="140575"/>
                  </a:cubicBezTo>
                  <a:cubicBezTo>
                    <a:pt x="70579" y="149931"/>
                    <a:pt x="76722" y="160548"/>
                    <a:pt x="80957" y="171961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0" name="Content Placeholder 4">
              <a:extLst>
                <a:ext uri="{FF2B5EF4-FFF2-40B4-BE49-F238E27FC236}">
                  <a16:creationId xmlns:a16="http://schemas.microsoft.com/office/drawing/2014/main" id="{0665A6FD-C81A-CE11-2901-B67E455B4C02}"/>
                </a:ext>
              </a:extLst>
            </p:cNvPr>
            <p:cNvSpPr/>
            <p:nvPr/>
          </p:nvSpPr>
          <p:spPr>
            <a:xfrm>
              <a:off x="9190848" y="5201769"/>
              <a:ext cx="180087" cy="189138"/>
            </a:xfrm>
            <a:custGeom>
              <a:avLst/>
              <a:gdLst>
                <a:gd name="connsiteX0" fmla="*/ 155311 w 180087"/>
                <a:gd name="connsiteY0" fmla="*/ 571 h 189138"/>
                <a:gd name="connsiteX1" fmla="*/ 174387 w 180087"/>
                <a:gd name="connsiteY1" fmla="*/ 10783 h 189138"/>
                <a:gd name="connsiteX2" fmla="*/ 151857 w 180087"/>
                <a:gd name="connsiteY2" fmla="*/ 120031 h 189138"/>
                <a:gd name="connsiteX3" fmla="*/ 101014 w 180087"/>
                <a:gd name="connsiteY3" fmla="*/ 155996 h 189138"/>
                <a:gd name="connsiteX4" fmla="*/ 42361 w 180087"/>
                <a:gd name="connsiteY4" fmla="*/ 189109 h 189138"/>
                <a:gd name="connsiteX5" fmla="*/ 4811 w 180087"/>
                <a:gd name="connsiteY5" fmla="*/ 150515 h 189138"/>
                <a:gd name="connsiteX6" fmla="*/ 230 w 180087"/>
                <a:gd name="connsiteY6" fmla="*/ 145560 h 189138"/>
                <a:gd name="connsiteX7" fmla="*/ 3685 w 180087"/>
                <a:gd name="connsiteY7" fmla="*/ 133771 h 189138"/>
                <a:gd name="connsiteX8" fmla="*/ 39658 w 180087"/>
                <a:gd name="connsiteY8" fmla="*/ 82113 h 189138"/>
                <a:gd name="connsiteX9" fmla="*/ 50097 w 180087"/>
                <a:gd name="connsiteY9" fmla="*/ 21144 h 189138"/>
                <a:gd name="connsiteX10" fmla="*/ 155311 w 180087"/>
                <a:gd name="connsiteY10" fmla="*/ 571 h 189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0087" h="189138">
                  <a:moveTo>
                    <a:pt x="155311" y="571"/>
                  </a:moveTo>
                  <a:cubicBezTo>
                    <a:pt x="163385" y="-1734"/>
                    <a:pt x="171826" y="2786"/>
                    <a:pt x="174387" y="10783"/>
                  </a:cubicBezTo>
                  <a:cubicBezTo>
                    <a:pt x="186928" y="48611"/>
                    <a:pt x="178345" y="90252"/>
                    <a:pt x="151857" y="120031"/>
                  </a:cubicBezTo>
                  <a:cubicBezTo>
                    <a:pt x="136837" y="134537"/>
                    <a:pt x="119692" y="146663"/>
                    <a:pt x="101014" y="155996"/>
                  </a:cubicBezTo>
                  <a:lnTo>
                    <a:pt x="42361" y="189109"/>
                  </a:lnTo>
                  <a:cubicBezTo>
                    <a:pt x="31825" y="174460"/>
                    <a:pt x="19170" y="161447"/>
                    <a:pt x="4811" y="150515"/>
                  </a:cubicBezTo>
                  <a:cubicBezTo>
                    <a:pt x="2896" y="149268"/>
                    <a:pt x="1319" y="147564"/>
                    <a:pt x="230" y="145560"/>
                  </a:cubicBezTo>
                  <a:cubicBezTo>
                    <a:pt x="-626" y="141302"/>
                    <a:pt x="666" y="136895"/>
                    <a:pt x="3685" y="133771"/>
                  </a:cubicBezTo>
                  <a:cubicBezTo>
                    <a:pt x="16820" y="117373"/>
                    <a:pt x="28835" y="100118"/>
                    <a:pt x="39658" y="82113"/>
                  </a:cubicBezTo>
                  <a:cubicBezTo>
                    <a:pt x="50487" y="63755"/>
                    <a:pt x="54205" y="42063"/>
                    <a:pt x="50097" y="21144"/>
                  </a:cubicBezTo>
                  <a:cubicBezTo>
                    <a:pt x="85664" y="17120"/>
                    <a:pt x="120848" y="10242"/>
                    <a:pt x="155311" y="571"/>
                  </a:cubicBezTo>
                  <a:close/>
                </a:path>
              </a:pathLst>
            </a:custGeom>
            <a:solidFill>
              <a:srgbClr val="6B6B6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1" name="Content Placeholder 4">
              <a:extLst>
                <a:ext uri="{FF2B5EF4-FFF2-40B4-BE49-F238E27FC236}">
                  <a16:creationId xmlns:a16="http://schemas.microsoft.com/office/drawing/2014/main" id="{E18F0E4A-A864-5431-139E-AE8EBE1CA6FD}"/>
                </a:ext>
              </a:extLst>
            </p:cNvPr>
            <p:cNvSpPr/>
            <p:nvPr/>
          </p:nvSpPr>
          <p:spPr>
            <a:xfrm>
              <a:off x="9221523" y="5496631"/>
              <a:ext cx="59641" cy="54924"/>
            </a:xfrm>
            <a:custGeom>
              <a:avLst/>
              <a:gdLst>
                <a:gd name="connsiteX0" fmla="*/ -29 w 59641"/>
                <a:gd name="connsiteY0" fmla="*/ 49372 h 54924"/>
                <a:gd name="connsiteX1" fmla="*/ 7481 w 59641"/>
                <a:gd name="connsiteY1" fmla="*/ 54853 h 54924"/>
                <a:gd name="connsiteX2" fmla="*/ 46683 w 59641"/>
                <a:gd name="connsiteY2" fmla="*/ 33454 h 54924"/>
                <a:gd name="connsiteX3" fmla="*/ 50889 w 59641"/>
                <a:gd name="connsiteY3" fmla="*/ 26471 h 54924"/>
                <a:gd name="connsiteX4" fmla="*/ 59600 w 59641"/>
                <a:gd name="connsiteY4" fmla="*/ 14157 h 54924"/>
                <a:gd name="connsiteX5" fmla="*/ 49912 w 59641"/>
                <a:gd name="connsiteY5" fmla="*/ 2820 h 54924"/>
                <a:gd name="connsiteX6" fmla="*/ 39248 w 59641"/>
                <a:gd name="connsiteY6" fmla="*/ 2144 h 54924"/>
                <a:gd name="connsiteX7" fmla="*/ 18971 w 59641"/>
                <a:gd name="connsiteY7" fmla="*/ 24669 h 54924"/>
                <a:gd name="connsiteX8" fmla="*/ 6429 w 59641"/>
                <a:gd name="connsiteY8" fmla="*/ 39686 h 54924"/>
                <a:gd name="connsiteX9" fmla="*/ -29 w 59641"/>
                <a:gd name="connsiteY9" fmla="*/ 49372 h 54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9641" h="54924">
                  <a:moveTo>
                    <a:pt x="-29" y="49372"/>
                  </a:moveTo>
                  <a:cubicBezTo>
                    <a:pt x="-29" y="52225"/>
                    <a:pt x="1548" y="54403"/>
                    <a:pt x="7481" y="54853"/>
                  </a:cubicBezTo>
                  <a:cubicBezTo>
                    <a:pt x="23507" y="55559"/>
                    <a:pt x="38610" y="47314"/>
                    <a:pt x="46683" y="33454"/>
                  </a:cubicBezTo>
                  <a:cubicBezTo>
                    <a:pt x="47907" y="31021"/>
                    <a:pt x="49311" y="28686"/>
                    <a:pt x="50889" y="26471"/>
                  </a:cubicBezTo>
                  <a:cubicBezTo>
                    <a:pt x="54118" y="22416"/>
                    <a:pt x="59300" y="19338"/>
                    <a:pt x="59600" y="14157"/>
                  </a:cubicBezTo>
                  <a:cubicBezTo>
                    <a:pt x="59900" y="8976"/>
                    <a:pt x="54569" y="5222"/>
                    <a:pt x="49912" y="2820"/>
                  </a:cubicBezTo>
                  <a:cubicBezTo>
                    <a:pt x="45256" y="417"/>
                    <a:pt x="43078" y="-1836"/>
                    <a:pt x="39248" y="2144"/>
                  </a:cubicBezTo>
                  <a:cubicBezTo>
                    <a:pt x="32031" y="9224"/>
                    <a:pt x="25257" y="16748"/>
                    <a:pt x="18971" y="24669"/>
                  </a:cubicBezTo>
                  <a:cubicBezTo>
                    <a:pt x="15344" y="30112"/>
                    <a:pt x="11138" y="35143"/>
                    <a:pt x="6429" y="39686"/>
                  </a:cubicBezTo>
                  <a:cubicBezTo>
                    <a:pt x="3133" y="41984"/>
                    <a:pt x="827" y="45445"/>
                    <a:pt x="-29" y="49372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2" name="Content Placeholder 4">
              <a:extLst>
                <a:ext uri="{FF2B5EF4-FFF2-40B4-BE49-F238E27FC236}">
                  <a16:creationId xmlns:a16="http://schemas.microsoft.com/office/drawing/2014/main" id="{FC286124-567B-2487-B9E2-80278B63C8E0}"/>
                </a:ext>
              </a:extLst>
            </p:cNvPr>
            <p:cNvSpPr/>
            <p:nvPr/>
          </p:nvSpPr>
          <p:spPr>
            <a:xfrm>
              <a:off x="8993706" y="5260772"/>
              <a:ext cx="93802" cy="51326"/>
            </a:xfrm>
            <a:custGeom>
              <a:avLst/>
              <a:gdLst>
                <a:gd name="connsiteX0" fmla="*/ 90655 w 93802"/>
                <a:gd name="connsiteY0" fmla="*/ 33922 h 51326"/>
                <a:gd name="connsiteX1" fmla="*/ 43267 w 93802"/>
                <a:gd name="connsiteY1" fmla="*/ 35123 h 51326"/>
                <a:gd name="connsiteX2" fmla="*/ 32378 w 93802"/>
                <a:gd name="connsiteY2" fmla="*/ 34448 h 51326"/>
                <a:gd name="connsiteX3" fmla="*/ 24868 w 93802"/>
                <a:gd name="connsiteY3" fmla="*/ 16578 h 51326"/>
                <a:gd name="connsiteX4" fmla="*/ 52655 w 93802"/>
                <a:gd name="connsiteY4" fmla="*/ 16578 h 51326"/>
                <a:gd name="connsiteX5" fmla="*/ 56710 w 93802"/>
                <a:gd name="connsiteY5" fmla="*/ 1561 h 51326"/>
                <a:gd name="connsiteX6" fmla="*/ 2563 w 93802"/>
                <a:gd name="connsiteY6" fmla="*/ 32946 h 51326"/>
                <a:gd name="connsiteX7" fmla="*/ 91782 w 93802"/>
                <a:gd name="connsiteY7" fmla="*/ 40454 h 51326"/>
                <a:gd name="connsiteX8" fmla="*/ 90655 w 93802"/>
                <a:gd name="connsiteY8" fmla="*/ 33922 h 5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3802" h="51326">
                  <a:moveTo>
                    <a:pt x="90655" y="33922"/>
                  </a:moveTo>
                  <a:cubicBezTo>
                    <a:pt x="74960" y="34673"/>
                    <a:pt x="58964" y="35799"/>
                    <a:pt x="43267" y="35123"/>
                  </a:cubicBezTo>
                  <a:cubicBezTo>
                    <a:pt x="39588" y="35123"/>
                    <a:pt x="35757" y="35123"/>
                    <a:pt x="32378" y="34448"/>
                  </a:cubicBezTo>
                  <a:cubicBezTo>
                    <a:pt x="22014" y="35048"/>
                    <a:pt x="11801" y="25437"/>
                    <a:pt x="24868" y="16578"/>
                  </a:cubicBezTo>
                  <a:cubicBezTo>
                    <a:pt x="29750" y="11397"/>
                    <a:pt x="46872" y="14925"/>
                    <a:pt x="52655" y="16578"/>
                  </a:cubicBezTo>
                  <a:cubicBezTo>
                    <a:pt x="62268" y="18830"/>
                    <a:pt x="66398" y="4039"/>
                    <a:pt x="56710" y="1561"/>
                  </a:cubicBezTo>
                  <a:cubicBezTo>
                    <a:pt x="37184" y="-3019"/>
                    <a:pt x="-11781" y="810"/>
                    <a:pt x="2563" y="32946"/>
                  </a:cubicBezTo>
                  <a:cubicBezTo>
                    <a:pt x="15781" y="62980"/>
                    <a:pt x="69703" y="49089"/>
                    <a:pt x="91782" y="40454"/>
                  </a:cubicBezTo>
                  <a:cubicBezTo>
                    <a:pt x="94636" y="39028"/>
                    <a:pt x="94561" y="33772"/>
                    <a:pt x="90655" y="33922"/>
                  </a:cubicBezTo>
                  <a:close/>
                </a:path>
              </a:pathLst>
            </a:custGeom>
            <a:solidFill>
              <a:srgbClr val="40404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3" name="Content Placeholder 4">
              <a:extLst>
                <a:ext uri="{FF2B5EF4-FFF2-40B4-BE49-F238E27FC236}">
                  <a16:creationId xmlns:a16="http://schemas.microsoft.com/office/drawing/2014/main" id="{2EE915E2-3063-436B-82F9-43FB902C8090}"/>
                </a:ext>
              </a:extLst>
            </p:cNvPr>
            <p:cNvSpPr/>
            <p:nvPr/>
          </p:nvSpPr>
          <p:spPr>
            <a:xfrm>
              <a:off x="9135308" y="5025959"/>
              <a:ext cx="239815" cy="217632"/>
            </a:xfrm>
            <a:custGeom>
              <a:avLst/>
              <a:gdLst>
                <a:gd name="connsiteX0" fmla="*/ -29 w 239815"/>
                <a:gd name="connsiteY0" fmla="*/ 60001 h 217632"/>
                <a:gd name="connsiteX1" fmla="*/ 28208 w 239815"/>
                <a:gd name="connsiteY1" fmla="*/ 99645 h 217632"/>
                <a:gd name="connsiteX2" fmla="*/ 47434 w 239815"/>
                <a:gd name="connsiteY2" fmla="*/ 139290 h 217632"/>
                <a:gd name="connsiteX3" fmla="*/ 83932 w 239815"/>
                <a:gd name="connsiteY3" fmla="*/ 189447 h 217632"/>
                <a:gd name="connsiteX4" fmla="*/ 98577 w 239815"/>
                <a:gd name="connsiteY4" fmla="*/ 203187 h 217632"/>
                <a:gd name="connsiteX5" fmla="*/ 112020 w 239815"/>
                <a:gd name="connsiteY5" fmla="*/ 207317 h 217632"/>
                <a:gd name="connsiteX6" fmla="*/ 238037 w 239815"/>
                <a:gd name="connsiteY6" fmla="*/ 217603 h 217632"/>
                <a:gd name="connsiteX7" fmla="*/ 169546 w 239815"/>
                <a:gd name="connsiteY7" fmla="*/ 74042 h 217632"/>
                <a:gd name="connsiteX8" fmla="*/ 153625 w 239815"/>
                <a:gd name="connsiteY8" fmla="*/ 55195 h 217632"/>
                <a:gd name="connsiteX9" fmla="*/ 133498 w 239815"/>
                <a:gd name="connsiteY9" fmla="*/ 38076 h 217632"/>
                <a:gd name="connsiteX10" fmla="*/ 90166 w 239815"/>
                <a:gd name="connsiteY10" fmla="*/ 9619 h 217632"/>
                <a:gd name="connsiteX11" fmla="*/ 30086 w 239815"/>
                <a:gd name="connsiteY11" fmla="*/ 10445 h 217632"/>
                <a:gd name="connsiteX12" fmla="*/ -29 w 239815"/>
                <a:gd name="connsiteY12" fmla="*/ 60001 h 217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9815" h="217632">
                  <a:moveTo>
                    <a:pt x="-29" y="60001"/>
                  </a:moveTo>
                  <a:cubicBezTo>
                    <a:pt x="12092" y="71061"/>
                    <a:pt x="21720" y="84576"/>
                    <a:pt x="28208" y="99645"/>
                  </a:cubicBezTo>
                  <a:cubicBezTo>
                    <a:pt x="35042" y="112635"/>
                    <a:pt x="40375" y="126451"/>
                    <a:pt x="47434" y="139290"/>
                  </a:cubicBezTo>
                  <a:cubicBezTo>
                    <a:pt x="57948" y="157153"/>
                    <a:pt x="70167" y="173949"/>
                    <a:pt x="83932" y="189447"/>
                  </a:cubicBezTo>
                  <a:cubicBezTo>
                    <a:pt x="87935" y="194883"/>
                    <a:pt x="92899" y="199538"/>
                    <a:pt x="98577" y="203187"/>
                  </a:cubicBezTo>
                  <a:cubicBezTo>
                    <a:pt x="102797" y="205304"/>
                    <a:pt x="107341" y="206701"/>
                    <a:pt x="112020" y="207317"/>
                  </a:cubicBezTo>
                  <a:cubicBezTo>
                    <a:pt x="155052" y="214149"/>
                    <a:pt x="198460" y="199283"/>
                    <a:pt x="238037" y="217603"/>
                  </a:cubicBezTo>
                  <a:cubicBezTo>
                    <a:pt x="249528" y="162191"/>
                    <a:pt x="201839" y="114737"/>
                    <a:pt x="169546" y="74042"/>
                  </a:cubicBezTo>
                  <a:cubicBezTo>
                    <a:pt x="164732" y="67359"/>
                    <a:pt x="159408" y="61060"/>
                    <a:pt x="153625" y="55195"/>
                  </a:cubicBezTo>
                  <a:cubicBezTo>
                    <a:pt x="147166" y="49189"/>
                    <a:pt x="140407" y="43482"/>
                    <a:pt x="133498" y="38076"/>
                  </a:cubicBezTo>
                  <a:cubicBezTo>
                    <a:pt x="119852" y="27422"/>
                    <a:pt x="105366" y="17908"/>
                    <a:pt x="90166" y="9619"/>
                  </a:cubicBezTo>
                  <a:cubicBezTo>
                    <a:pt x="70264" y="-1268"/>
                    <a:pt x="48936" y="-5398"/>
                    <a:pt x="30086" y="10445"/>
                  </a:cubicBezTo>
                  <a:cubicBezTo>
                    <a:pt x="15358" y="23615"/>
                    <a:pt x="4874" y="40862"/>
                    <a:pt x="-29" y="60001"/>
                  </a:cubicBezTo>
                  <a:close/>
                </a:path>
              </a:pathLst>
            </a:custGeom>
            <a:solidFill>
              <a:srgbClr val="06698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4" name="Content Placeholder 4">
              <a:extLst>
                <a:ext uri="{FF2B5EF4-FFF2-40B4-BE49-F238E27FC236}">
                  <a16:creationId xmlns:a16="http://schemas.microsoft.com/office/drawing/2014/main" id="{885C6E4E-E654-9FA1-8C12-D6D45D9A0CF7}"/>
                </a:ext>
              </a:extLst>
            </p:cNvPr>
            <p:cNvSpPr/>
            <p:nvPr/>
          </p:nvSpPr>
          <p:spPr>
            <a:xfrm>
              <a:off x="9079709" y="4959771"/>
              <a:ext cx="80255" cy="99040"/>
            </a:xfrm>
            <a:custGeom>
              <a:avLst/>
              <a:gdLst>
                <a:gd name="connsiteX0" fmla="*/ 4577 w 80255"/>
                <a:gd name="connsiteY0" fmla="*/ 8005 h 99040"/>
                <a:gd name="connsiteX1" fmla="*/ 1348 w 80255"/>
                <a:gd name="connsiteY1" fmla="*/ 34210 h 99040"/>
                <a:gd name="connsiteX2" fmla="*/ 9684 w 80255"/>
                <a:gd name="connsiteY2" fmla="*/ 59513 h 99040"/>
                <a:gd name="connsiteX3" fmla="*/ 21700 w 80255"/>
                <a:gd name="connsiteY3" fmla="*/ 73328 h 99040"/>
                <a:gd name="connsiteX4" fmla="*/ 39048 w 80255"/>
                <a:gd name="connsiteY4" fmla="*/ 89172 h 99040"/>
                <a:gd name="connsiteX5" fmla="*/ 54894 w 80255"/>
                <a:gd name="connsiteY5" fmla="*/ 98933 h 99040"/>
                <a:gd name="connsiteX6" fmla="*/ 60302 w 80255"/>
                <a:gd name="connsiteY6" fmla="*/ 98482 h 99040"/>
                <a:gd name="connsiteX7" fmla="*/ 69764 w 80255"/>
                <a:gd name="connsiteY7" fmla="*/ 89472 h 99040"/>
                <a:gd name="connsiteX8" fmla="*/ 79978 w 80255"/>
                <a:gd name="connsiteY8" fmla="*/ 70626 h 99040"/>
                <a:gd name="connsiteX9" fmla="*/ 76974 w 80255"/>
                <a:gd name="connsiteY9" fmla="*/ 50203 h 99040"/>
                <a:gd name="connsiteX10" fmla="*/ 76974 w 80255"/>
                <a:gd name="connsiteY10" fmla="*/ 32182 h 99040"/>
                <a:gd name="connsiteX11" fmla="*/ 72543 w 80255"/>
                <a:gd name="connsiteY11" fmla="*/ 22722 h 99040"/>
                <a:gd name="connsiteX12" fmla="*/ 27483 w 80255"/>
                <a:gd name="connsiteY12" fmla="*/ 196 h 99040"/>
                <a:gd name="connsiteX13" fmla="*/ 4577 w 80255"/>
                <a:gd name="connsiteY13" fmla="*/ 8005 h 99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0255" h="99040">
                  <a:moveTo>
                    <a:pt x="4577" y="8005"/>
                  </a:moveTo>
                  <a:cubicBezTo>
                    <a:pt x="-116" y="15904"/>
                    <a:pt x="-1280" y="25410"/>
                    <a:pt x="1348" y="34210"/>
                  </a:cubicBezTo>
                  <a:cubicBezTo>
                    <a:pt x="2512" y="43092"/>
                    <a:pt x="5343" y="51674"/>
                    <a:pt x="9684" y="59513"/>
                  </a:cubicBezTo>
                  <a:cubicBezTo>
                    <a:pt x="13072" y="64619"/>
                    <a:pt x="17112" y="69267"/>
                    <a:pt x="21700" y="73328"/>
                  </a:cubicBezTo>
                  <a:cubicBezTo>
                    <a:pt x="27333" y="78735"/>
                    <a:pt x="33716" y="83465"/>
                    <a:pt x="39048" y="89172"/>
                  </a:cubicBezTo>
                  <a:cubicBezTo>
                    <a:pt x="42736" y="94495"/>
                    <a:pt x="48481" y="98032"/>
                    <a:pt x="54894" y="98933"/>
                  </a:cubicBezTo>
                  <a:cubicBezTo>
                    <a:pt x="56712" y="99120"/>
                    <a:pt x="58544" y="98970"/>
                    <a:pt x="60302" y="98482"/>
                  </a:cubicBezTo>
                  <a:cubicBezTo>
                    <a:pt x="64424" y="96695"/>
                    <a:pt x="67774" y="93496"/>
                    <a:pt x="69764" y="89472"/>
                  </a:cubicBezTo>
                  <a:cubicBezTo>
                    <a:pt x="74300" y="83870"/>
                    <a:pt x="77762" y="77481"/>
                    <a:pt x="79978" y="70626"/>
                  </a:cubicBezTo>
                  <a:cubicBezTo>
                    <a:pt x="81255" y="63568"/>
                    <a:pt x="77199" y="56960"/>
                    <a:pt x="76974" y="50203"/>
                  </a:cubicBezTo>
                  <a:cubicBezTo>
                    <a:pt x="77725" y="44219"/>
                    <a:pt x="77725" y="38166"/>
                    <a:pt x="76974" y="32182"/>
                  </a:cubicBezTo>
                  <a:cubicBezTo>
                    <a:pt x="76042" y="28803"/>
                    <a:pt x="74541" y="25605"/>
                    <a:pt x="72543" y="22722"/>
                  </a:cubicBezTo>
                  <a:cubicBezTo>
                    <a:pt x="61864" y="8591"/>
                    <a:pt x="45199" y="256"/>
                    <a:pt x="27483" y="196"/>
                  </a:cubicBezTo>
                  <a:cubicBezTo>
                    <a:pt x="19049" y="-892"/>
                    <a:pt x="10586" y="1991"/>
                    <a:pt x="4577" y="8005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5" name="Content Placeholder 4">
              <a:extLst>
                <a:ext uri="{FF2B5EF4-FFF2-40B4-BE49-F238E27FC236}">
                  <a16:creationId xmlns:a16="http://schemas.microsoft.com/office/drawing/2014/main" id="{0F7B1B8F-B3E0-6FC2-5054-86A363087145}"/>
                </a:ext>
              </a:extLst>
            </p:cNvPr>
            <p:cNvSpPr/>
            <p:nvPr/>
          </p:nvSpPr>
          <p:spPr>
            <a:xfrm>
              <a:off x="9037979" y="5049648"/>
              <a:ext cx="182599" cy="212188"/>
            </a:xfrm>
            <a:custGeom>
              <a:avLst/>
              <a:gdLst>
                <a:gd name="connsiteX0" fmla="*/ 26781 w 182599"/>
                <a:gd name="connsiteY0" fmla="*/ 212159 h 212188"/>
                <a:gd name="connsiteX1" fmla="*/ -29 w 182599"/>
                <a:gd name="connsiteY1" fmla="*/ 192637 h 212188"/>
                <a:gd name="connsiteX2" fmla="*/ 145590 w 182599"/>
                <a:gd name="connsiteY2" fmla="*/ -30 h 212188"/>
                <a:gd name="connsiteX3" fmla="*/ 171424 w 182599"/>
                <a:gd name="connsiteY3" fmla="*/ 10257 h 212188"/>
                <a:gd name="connsiteX4" fmla="*/ 182314 w 182599"/>
                <a:gd name="connsiteY4" fmla="*/ 35035 h 212188"/>
                <a:gd name="connsiteX5" fmla="*/ 169847 w 182599"/>
                <a:gd name="connsiteY5" fmla="*/ 53806 h 212188"/>
                <a:gd name="connsiteX6" fmla="*/ 26781 w 182599"/>
                <a:gd name="connsiteY6" fmla="*/ 212159 h 21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2599" h="212188">
                  <a:moveTo>
                    <a:pt x="26781" y="212159"/>
                  </a:moveTo>
                  <a:cubicBezTo>
                    <a:pt x="15885" y="208893"/>
                    <a:pt x="6422" y="202008"/>
                    <a:pt x="-29" y="192637"/>
                  </a:cubicBezTo>
                  <a:cubicBezTo>
                    <a:pt x="54193" y="133245"/>
                    <a:pt x="100004" y="66495"/>
                    <a:pt x="145590" y="-30"/>
                  </a:cubicBezTo>
                  <a:cubicBezTo>
                    <a:pt x="154789" y="1682"/>
                    <a:pt x="163568" y="5181"/>
                    <a:pt x="171424" y="10257"/>
                  </a:cubicBezTo>
                  <a:cubicBezTo>
                    <a:pt x="179467" y="15775"/>
                    <a:pt x="183688" y="25379"/>
                    <a:pt x="182314" y="35035"/>
                  </a:cubicBezTo>
                  <a:cubicBezTo>
                    <a:pt x="180060" y="42363"/>
                    <a:pt x="175727" y="48881"/>
                    <a:pt x="169847" y="53806"/>
                  </a:cubicBezTo>
                  <a:cubicBezTo>
                    <a:pt x="119830" y="104360"/>
                    <a:pt x="72142" y="157145"/>
                    <a:pt x="26781" y="212159"/>
                  </a:cubicBezTo>
                  <a:close/>
                </a:path>
              </a:pathLst>
            </a:custGeom>
            <a:solidFill>
              <a:srgbClr val="00719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6" name="Content Placeholder 4">
              <a:extLst>
                <a:ext uri="{FF2B5EF4-FFF2-40B4-BE49-F238E27FC236}">
                  <a16:creationId xmlns:a16="http://schemas.microsoft.com/office/drawing/2014/main" id="{35FE0301-2DDB-3F50-AC15-C4B5CBADFF67}"/>
                </a:ext>
              </a:extLst>
            </p:cNvPr>
            <p:cNvSpPr/>
            <p:nvPr/>
          </p:nvSpPr>
          <p:spPr>
            <a:xfrm>
              <a:off x="9002071" y="5246219"/>
              <a:ext cx="59572" cy="32486"/>
            </a:xfrm>
            <a:custGeom>
              <a:avLst/>
              <a:gdLst>
                <a:gd name="connsiteX0" fmla="*/ 26491 w 59572"/>
                <a:gd name="connsiteY0" fmla="*/ 4625 h 32486"/>
                <a:gd name="connsiteX1" fmla="*/ 6289 w 59572"/>
                <a:gd name="connsiteY1" fmla="*/ 10933 h 32486"/>
                <a:gd name="connsiteX2" fmla="*/ 956 w 59572"/>
                <a:gd name="connsiteY2" fmla="*/ 15362 h 32486"/>
                <a:gd name="connsiteX3" fmla="*/ 956 w 59572"/>
                <a:gd name="connsiteY3" fmla="*/ 22045 h 32486"/>
                <a:gd name="connsiteX4" fmla="*/ 15000 w 59572"/>
                <a:gd name="connsiteY4" fmla="*/ 27527 h 32486"/>
                <a:gd name="connsiteX5" fmla="*/ 17178 w 59572"/>
                <a:gd name="connsiteY5" fmla="*/ 30530 h 32486"/>
                <a:gd name="connsiteX6" fmla="*/ 24688 w 59572"/>
                <a:gd name="connsiteY6" fmla="*/ 32332 h 32486"/>
                <a:gd name="connsiteX7" fmla="*/ 42187 w 59572"/>
                <a:gd name="connsiteY7" fmla="*/ 29329 h 32486"/>
                <a:gd name="connsiteX8" fmla="*/ 58408 w 59572"/>
                <a:gd name="connsiteY8" fmla="*/ 13711 h 32486"/>
                <a:gd name="connsiteX9" fmla="*/ 59535 w 59572"/>
                <a:gd name="connsiteY9" fmla="*/ 11608 h 32486"/>
                <a:gd name="connsiteX10" fmla="*/ 58108 w 59572"/>
                <a:gd name="connsiteY10" fmla="*/ 7854 h 32486"/>
                <a:gd name="connsiteX11" fmla="*/ 42637 w 59572"/>
                <a:gd name="connsiteY11" fmla="*/ -30 h 32486"/>
                <a:gd name="connsiteX12" fmla="*/ 36854 w 59572"/>
                <a:gd name="connsiteY12" fmla="*/ 2148 h 32486"/>
                <a:gd name="connsiteX13" fmla="*/ 26491 w 59572"/>
                <a:gd name="connsiteY13" fmla="*/ 4625 h 32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9572" h="32486">
                  <a:moveTo>
                    <a:pt x="26491" y="4625"/>
                  </a:moveTo>
                  <a:cubicBezTo>
                    <a:pt x="19484" y="5729"/>
                    <a:pt x="12680" y="7854"/>
                    <a:pt x="6289" y="10933"/>
                  </a:cubicBezTo>
                  <a:cubicBezTo>
                    <a:pt x="4163" y="11931"/>
                    <a:pt x="2331" y="13456"/>
                    <a:pt x="956" y="15362"/>
                  </a:cubicBezTo>
                  <a:cubicBezTo>
                    <a:pt x="-358" y="17398"/>
                    <a:pt x="-358" y="20010"/>
                    <a:pt x="956" y="22045"/>
                  </a:cubicBezTo>
                  <a:cubicBezTo>
                    <a:pt x="3885" y="26250"/>
                    <a:pt x="11471" y="23697"/>
                    <a:pt x="15000" y="27527"/>
                  </a:cubicBezTo>
                  <a:cubicBezTo>
                    <a:pt x="15826" y="28428"/>
                    <a:pt x="16277" y="29629"/>
                    <a:pt x="17178" y="30530"/>
                  </a:cubicBezTo>
                  <a:cubicBezTo>
                    <a:pt x="19341" y="32107"/>
                    <a:pt x="22045" y="32752"/>
                    <a:pt x="24688" y="32332"/>
                  </a:cubicBezTo>
                  <a:cubicBezTo>
                    <a:pt x="30659" y="32475"/>
                    <a:pt x="36606" y="31453"/>
                    <a:pt x="42187" y="29329"/>
                  </a:cubicBezTo>
                  <a:cubicBezTo>
                    <a:pt x="48825" y="25582"/>
                    <a:pt x="54413" y="20206"/>
                    <a:pt x="58408" y="13711"/>
                  </a:cubicBezTo>
                  <a:cubicBezTo>
                    <a:pt x="58941" y="13110"/>
                    <a:pt x="59324" y="12389"/>
                    <a:pt x="59535" y="11608"/>
                  </a:cubicBezTo>
                  <a:cubicBezTo>
                    <a:pt x="59617" y="10212"/>
                    <a:pt x="59099" y="8845"/>
                    <a:pt x="58108" y="7854"/>
                  </a:cubicBezTo>
                  <a:cubicBezTo>
                    <a:pt x="54398" y="3041"/>
                    <a:pt x="48712" y="143"/>
                    <a:pt x="42637" y="-30"/>
                  </a:cubicBezTo>
                  <a:cubicBezTo>
                    <a:pt x="40609" y="391"/>
                    <a:pt x="38657" y="1126"/>
                    <a:pt x="36854" y="2148"/>
                  </a:cubicBezTo>
                  <a:cubicBezTo>
                    <a:pt x="33467" y="3244"/>
                    <a:pt x="30005" y="4070"/>
                    <a:pt x="26491" y="4625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7" name="Content Placeholder 4">
              <a:extLst>
                <a:ext uri="{FF2B5EF4-FFF2-40B4-BE49-F238E27FC236}">
                  <a16:creationId xmlns:a16="http://schemas.microsoft.com/office/drawing/2014/main" id="{47DB4E25-CE8D-EF8D-8EFB-5DACA6B3FCF7}"/>
                </a:ext>
              </a:extLst>
            </p:cNvPr>
            <p:cNvSpPr/>
            <p:nvPr/>
          </p:nvSpPr>
          <p:spPr>
            <a:xfrm>
              <a:off x="9063039" y="4902408"/>
              <a:ext cx="96902" cy="90312"/>
            </a:xfrm>
            <a:custGeom>
              <a:avLst/>
              <a:gdLst>
                <a:gd name="connsiteX0" fmla="*/ 5477 w 96902"/>
                <a:gd name="connsiteY0" fmla="*/ 82563 h 90312"/>
                <a:gd name="connsiteX1" fmla="*/ 745 w 96902"/>
                <a:gd name="connsiteY1" fmla="*/ 60038 h 90312"/>
                <a:gd name="connsiteX2" fmla="*/ 14038 w 96902"/>
                <a:gd name="connsiteY2" fmla="*/ 41717 h 90312"/>
                <a:gd name="connsiteX3" fmla="*/ 32963 w 96902"/>
                <a:gd name="connsiteY3" fmla="*/ 29328 h 90312"/>
                <a:gd name="connsiteX4" fmla="*/ 57145 w 96902"/>
                <a:gd name="connsiteY4" fmla="*/ 6127 h 90312"/>
                <a:gd name="connsiteX5" fmla="*/ 60600 w 96902"/>
                <a:gd name="connsiteY5" fmla="*/ 4701 h 90312"/>
                <a:gd name="connsiteX6" fmla="*/ 62402 w 96902"/>
                <a:gd name="connsiteY6" fmla="*/ 13561 h 90312"/>
                <a:gd name="connsiteX7" fmla="*/ 72240 w 96902"/>
                <a:gd name="connsiteY7" fmla="*/ 4250 h 90312"/>
                <a:gd name="connsiteX8" fmla="*/ 96873 w 96902"/>
                <a:gd name="connsiteY8" fmla="*/ -30 h 90312"/>
                <a:gd name="connsiteX9" fmla="*/ 73817 w 96902"/>
                <a:gd name="connsiteY9" fmla="*/ 56884 h 90312"/>
                <a:gd name="connsiteX10" fmla="*/ 39497 w 96902"/>
                <a:gd name="connsiteY10" fmla="*/ 83764 h 90312"/>
                <a:gd name="connsiteX11" fmla="*/ 5477 w 96902"/>
                <a:gd name="connsiteY11" fmla="*/ 82563 h 90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902" h="90312">
                  <a:moveTo>
                    <a:pt x="5477" y="82563"/>
                  </a:moveTo>
                  <a:cubicBezTo>
                    <a:pt x="550" y="76166"/>
                    <a:pt x="-1192" y="67877"/>
                    <a:pt x="745" y="60038"/>
                  </a:cubicBezTo>
                  <a:cubicBezTo>
                    <a:pt x="3104" y="52665"/>
                    <a:pt x="7760" y="46245"/>
                    <a:pt x="14038" y="41717"/>
                  </a:cubicBezTo>
                  <a:cubicBezTo>
                    <a:pt x="19971" y="37062"/>
                    <a:pt x="26730" y="33608"/>
                    <a:pt x="32963" y="29328"/>
                  </a:cubicBezTo>
                  <a:cubicBezTo>
                    <a:pt x="42261" y="22991"/>
                    <a:pt x="50432" y="15152"/>
                    <a:pt x="57145" y="6127"/>
                  </a:cubicBezTo>
                  <a:cubicBezTo>
                    <a:pt x="57971" y="5001"/>
                    <a:pt x="59549" y="3724"/>
                    <a:pt x="60600" y="4701"/>
                  </a:cubicBezTo>
                  <a:lnTo>
                    <a:pt x="62402" y="13561"/>
                  </a:lnTo>
                  <a:cubicBezTo>
                    <a:pt x="64843" y="9671"/>
                    <a:pt x="68222" y="6472"/>
                    <a:pt x="72240" y="4250"/>
                  </a:cubicBezTo>
                  <a:cubicBezTo>
                    <a:pt x="79750" y="871"/>
                    <a:pt x="90264" y="5602"/>
                    <a:pt x="96873" y="-30"/>
                  </a:cubicBezTo>
                  <a:cubicBezTo>
                    <a:pt x="95626" y="20956"/>
                    <a:pt x="87523" y="40944"/>
                    <a:pt x="73817" y="56884"/>
                  </a:cubicBezTo>
                  <a:cubicBezTo>
                    <a:pt x="64272" y="68027"/>
                    <a:pt x="52602" y="77165"/>
                    <a:pt x="39497" y="83764"/>
                  </a:cubicBezTo>
                  <a:cubicBezTo>
                    <a:pt x="27481" y="89546"/>
                    <a:pt x="15765" y="95478"/>
                    <a:pt x="5477" y="82563"/>
                  </a:cubicBezTo>
                  <a:close/>
                </a:path>
              </a:pathLst>
            </a:custGeom>
            <a:solidFill>
              <a:srgbClr val="EDDD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8" name="Content Placeholder 4">
              <a:extLst>
                <a:ext uri="{FF2B5EF4-FFF2-40B4-BE49-F238E27FC236}">
                  <a16:creationId xmlns:a16="http://schemas.microsoft.com/office/drawing/2014/main" id="{9A18BA7C-879C-8816-EC13-9A9948BDCC87}"/>
                </a:ext>
              </a:extLst>
            </p:cNvPr>
            <p:cNvSpPr/>
            <p:nvPr/>
          </p:nvSpPr>
          <p:spPr>
            <a:xfrm>
              <a:off x="9104338" y="4931514"/>
              <a:ext cx="83496" cy="104093"/>
            </a:xfrm>
            <a:custGeom>
              <a:avLst/>
              <a:gdLst>
                <a:gd name="connsiteX0" fmla="*/ 36573 w 83496"/>
                <a:gd name="connsiteY0" fmla="*/ 62617 h 104093"/>
                <a:gd name="connsiteX1" fmla="*/ 41305 w 83496"/>
                <a:gd name="connsiteY1" fmla="*/ 58412 h 104093"/>
                <a:gd name="connsiteX2" fmla="*/ 44534 w 83496"/>
                <a:gd name="connsiteY2" fmla="*/ 64944 h 104093"/>
                <a:gd name="connsiteX3" fmla="*/ 42130 w 83496"/>
                <a:gd name="connsiteY3" fmla="*/ 72453 h 104093"/>
                <a:gd name="connsiteX4" fmla="*/ 45885 w 83496"/>
                <a:gd name="connsiteY4" fmla="*/ 78685 h 104093"/>
                <a:gd name="connsiteX5" fmla="*/ 53395 w 83496"/>
                <a:gd name="connsiteY5" fmla="*/ 104063 h 104093"/>
                <a:gd name="connsiteX6" fmla="*/ 72921 w 83496"/>
                <a:gd name="connsiteY6" fmla="*/ 63368 h 104093"/>
                <a:gd name="connsiteX7" fmla="*/ 81933 w 83496"/>
                <a:gd name="connsiteY7" fmla="*/ 46098 h 104093"/>
                <a:gd name="connsiteX8" fmla="*/ 83210 w 83496"/>
                <a:gd name="connsiteY8" fmla="*/ 29429 h 104093"/>
                <a:gd name="connsiteX9" fmla="*/ 77428 w 83496"/>
                <a:gd name="connsiteY9" fmla="*/ 11034 h 104093"/>
                <a:gd name="connsiteX10" fmla="*/ 49340 w 83496"/>
                <a:gd name="connsiteY10" fmla="*/ 221 h 104093"/>
                <a:gd name="connsiteX11" fmla="*/ 20952 w 83496"/>
                <a:gd name="connsiteY11" fmla="*/ 11935 h 104093"/>
                <a:gd name="connsiteX12" fmla="*/ 2478 w 83496"/>
                <a:gd name="connsiteY12" fmla="*/ 41067 h 104093"/>
                <a:gd name="connsiteX13" fmla="*/ 24407 w 83496"/>
                <a:gd name="connsiteY13" fmla="*/ 45723 h 104093"/>
                <a:gd name="connsiteX14" fmla="*/ 36573 w 83496"/>
                <a:gd name="connsiteY14" fmla="*/ 62617 h 104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3496" h="104093">
                  <a:moveTo>
                    <a:pt x="36573" y="62617"/>
                  </a:moveTo>
                  <a:cubicBezTo>
                    <a:pt x="37550" y="60665"/>
                    <a:pt x="38976" y="58337"/>
                    <a:pt x="41305" y="58412"/>
                  </a:cubicBezTo>
                  <a:cubicBezTo>
                    <a:pt x="43633" y="58487"/>
                    <a:pt x="45360" y="62316"/>
                    <a:pt x="44534" y="64944"/>
                  </a:cubicBezTo>
                  <a:cubicBezTo>
                    <a:pt x="43707" y="67572"/>
                    <a:pt x="41830" y="69975"/>
                    <a:pt x="42130" y="72453"/>
                  </a:cubicBezTo>
                  <a:cubicBezTo>
                    <a:pt x="42776" y="74841"/>
                    <a:pt x="44075" y="77003"/>
                    <a:pt x="45885" y="78685"/>
                  </a:cubicBezTo>
                  <a:cubicBezTo>
                    <a:pt x="51638" y="85825"/>
                    <a:pt x="54334" y="94948"/>
                    <a:pt x="53395" y="104063"/>
                  </a:cubicBezTo>
                  <a:cubicBezTo>
                    <a:pt x="58465" y="89850"/>
                    <a:pt x="65006" y="76215"/>
                    <a:pt x="72921" y="63368"/>
                  </a:cubicBezTo>
                  <a:cubicBezTo>
                    <a:pt x="76639" y="58014"/>
                    <a:pt x="79673" y="52210"/>
                    <a:pt x="81933" y="46098"/>
                  </a:cubicBezTo>
                  <a:cubicBezTo>
                    <a:pt x="83368" y="40670"/>
                    <a:pt x="83804" y="35016"/>
                    <a:pt x="83210" y="29429"/>
                  </a:cubicBezTo>
                  <a:cubicBezTo>
                    <a:pt x="83052" y="22875"/>
                    <a:pt x="81055" y="16500"/>
                    <a:pt x="77428" y="11034"/>
                  </a:cubicBezTo>
                  <a:cubicBezTo>
                    <a:pt x="70473" y="2939"/>
                    <a:pt x="59922" y="-1115"/>
                    <a:pt x="49340" y="221"/>
                  </a:cubicBezTo>
                  <a:cubicBezTo>
                    <a:pt x="39014" y="1558"/>
                    <a:pt x="29221" y="5597"/>
                    <a:pt x="20952" y="11935"/>
                  </a:cubicBezTo>
                  <a:cubicBezTo>
                    <a:pt x="14494" y="16515"/>
                    <a:pt x="-7361" y="31231"/>
                    <a:pt x="2478" y="41067"/>
                  </a:cubicBezTo>
                  <a:cubicBezTo>
                    <a:pt x="7735" y="46248"/>
                    <a:pt x="17497" y="42944"/>
                    <a:pt x="24407" y="45723"/>
                  </a:cubicBezTo>
                  <a:cubicBezTo>
                    <a:pt x="31391" y="48524"/>
                    <a:pt x="36130" y="55108"/>
                    <a:pt x="36573" y="62617"/>
                  </a:cubicBezTo>
                  <a:close/>
                </a:path>
              </a:pathLst>
            </a:custGeom>
            <a:solidFill>
              <a:srgbClr val="EDDD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8FA8C227-D3E1-5D3C-8364-F12AA36694A8}"/>
              </a:ext>
            </a:extLst>
          </p:cNvPr>
          <p:cNvGrpSpPr/>
          <p:nvPr userDrawn="1"/>
        </p:nvGrpSpPr>
        <p:grpSpPr>
          <a:xfrm>
            <a:off x="510280" y="5181669"/>
            <a:ext cx="333778" cy="832545"/>
            <a:chOff x="3348149" y="4900789"/>
            <a:chExt cx="333778" cy="832545"/>
          </a:xfrm>
        </p:grpSpPr>
        <p:sp>
          <p:nvSpPr>
            <p:cNvPr id="1110" name="Content Placeholder 4">
              <a:extLst>
                <a:ext uri="{FF2B5EF4-FFF2-40B4-BE49-F238E27FC236}">
                  <a16:creationId xmlns:a16="http://schemas.microsoft.com/office/drawing/2014/main" id="{0CC06C05-D288-EE66-B7A9-16645FB65F52}"/>
                </a:ext>
              </a:extLst>
            </p:cNvPr>
            <p:cNvSpPr/>
            <p:nvPr/>
          </p:nvSpPr>
          <p:spPr>
            <a:xfrm>
              <a:off x="3348149" y="5706108"/>
              <a:ext cx="260275" cy="27226"/>
            </a:xfrm>
            <a:custGeom>
              <a:avLst/>
              <a:gdLst>
                <a:gd name="connsiteX0" fmla="*/ 56406 w 260275"/>
                <a:gd name="connsiteY0" fmla="*/ 26930 h 27226"/>
                <a:gd name="connsiteX1" fmla="*/ 105746 w 260275"/>
                <a:gd name="connsiteY1" fmla="*/ 26930 h 27226"/>
                <a:gd name="connsiteX2" fmla="*/ 243404 w 260275"/>
                <a:gd name="connsiteY2" fmla="*/ 25428 h 27226"/>
                <a:gd name="connsiteX3" fmla="*/ 260227 w 260275"/>
                <a:gd name="connsiteY3" fmla="*/ 19120 h 27226"/>
                <a:gd name="connsiteX4" fmla="*/ 247235 w 260275"/>
                <a:gd name="connsiteY4" fmla="*/ 10636 h 27226"/>
                <a:gd name="connsiteX5" fmla="*/ 179645 w 260275"/>
                <a:gd name="connsiteY5" fmla="*/ 3954 h 27226"/>
                <a:gd name="connsiteX6" fmla="*/ 78861 w 260275"/>
                <a:gd name="connsiteY6" fmla="*/ 575 h 27226"/>
                <a:gd name="connsiteX7" fmla="*/ 16828 w 260275"/>
                <a:gd name="connsiteY7" fmla="*/ 4254 h 27226"/>
                <a:gd name="connsiteX8" fmla="*/ 7516 w 260275"/>
                <a:gd name="connsiteY8" fmla="*/ 23400 h 27226"/>
                <a:gd name="connsiteX9" fmla="*/ 26741 w 260275"/>
                <a:gd name="connsiteY9" fmla="*/ 24752 h 27226"/>
                <a:gd name="connsiteX10" fmla="*/ 56406 w 260275"/>
                <a:gd name="connsiteY10" fmla="*/ 26930 h 27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0275" h="27226">
                  <a:moveTo>
                    <a:pt x="56406" y="26930"/>
                  </a:moveTo>
                  <a:cubicBezTo>
                    <a:pt x="72928" y="27530"/>
                    <a:pt x="89375" y="26930"/>
                    <a:pt x="105746" y="26930"/>
                  </a:cubicBezTo>
                  <a:lnTo>
                    <a:pt x="243404" y="25428"/>
                  </a:lnTo>
                  <a:cubicBezTo>
                    <a:pt x="250914" y="25428"/>
                    <a:pt x="259776" y="24001"/>
                    <a:pt x="260227" y="19120"/>
                  </a:cubicBezTo>
                  <a:cubicBezTo>
                    <a:pt x="260677" y="14240"/>
                    <a:pt x="253393" y="11612"/>
                    <a:pt x="247235" y="10636"/>
                  </a:cubicBezTo>
                  <a:cubicBezTo>
                    <a:pt x="224941" y="6454"/>
                    <a:pt x="202326" y="4216"/>
                    <a:pt x="179645" y="3954"/>
                  </a:cubicBezTo>
                  <a:cubicBezTo>
                    <a:pt x="146100" y="2602"/>
                    <a:pt x="112505" y="1476"/>
                    <a:pt x="78861" y="575"/>
                  </a:cubicBezTo>
                  <a:cubicBezTo>
                    <a:pt x="58111" y="-905"/>
                    <a:pt x="37257" y="335"/>
                    <a:pt x="16828" y="4254"/>
                  </a:cubicBezTo>
                  <a:cubicBezTo>
                    <a:pt x="6164" y="6807"/>
                    <a:pt x="-9532" y="17919"/>
                    <a:pt x="7516" y="23400"/>
                  </a:cubicBezTo>
                  <a:cubicBezTo>
                    <a:pt x="13871" y="24422"/>
                    <a:pt x="20305" y="24880"/>
                    <a:pt x="26741" y="24752"/>
                  </a:cubicBezTo>
                  <a:cubicBezTo>
                    <a:pt x="36429" y="25803"/>
                    <a:pt x="46417" y="26554"/>
                    <a:pt x="56406" y="26930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1" name="Content Placeholder 4">
              <a:extLst>
                <a:ext uri="{FF2B5EF4-FFF2-40B4-BE49-F238E27FC236}">
                  <a16:creationId xmlns:a16="http://schemas.microsoft.com/office/drawing/2014/main" id="{532FB3D5-7755-0503-D42B-B17F8BB28A0E}"/>
                </a:ext>
              </a:extLst>
            </p:cNvPr>
            <p:cNvSpPr/>
            <p:nvPr/>
          </p:nvSpPr>
          <p:spPr>
            <a:xfrm>
              <a:off x="3547072" y="5303553"/>
              <a:ext cx="134855" cy="147872"/>
            </a:xfrm>
            <a:custGeom>
              <a:avLst/>
              <a:gdLst>
                <a:gd name="connsiteX0" fmla="*/ 2575 w 134855"/>
                <a:gd name="connsiteY0" fmla="*/ 127044 h 147872"/>
                <a:gd name="connsiteX1" fmla="*/ 23003 w 134855"/>
                <a:gd name="connsiteY1" fmla="*/ 133952 h 147872"/>
                <a:gd name="connsiteX2" fmla="*/ 48011 w 134855"/>
                <a:gd name="connsiteY2" fmla="*/ 139808 h 147872"/>
                <a:gd name="connsiteX3" fmla="*/ 97652 w 134855"/>
                <a:gd name="connsiteY3" fmla="*/ 147843 h 147872"/>
                <a:gd name="connsiteX4" fmla="*/ 100130 w 134855"/>
                <a:gd name="connsiteY4" fmla="*/ 147843 h 147872"/>
                <a:gd name="connsiteX5" fmla="*/ 126791 w 134855"/>
                <a:gd name="connsiteY5" fmla="*/ 136955 h 147872"/>
                <a:gd name="connsiteX6" fmla="*/ 129945 w 134855"/>
                <a:gd name="connsiteY6" fmla="*/ 114805 h 147872"/>
                <a:gd name="connsiteX7" fmla="*/ 132423 w 134855"/>
                <a:gd name="connsiteY7" fmla="*/ 87850 h 147872"/>
                <a:gd name="connsiteX8" fmla="*/ 134826 w 134855"/>
                <a:gd name="connsiteY8" fmla="*/ 33639 h 147872"/>
                <a:gd name="connsiteX9" fmla="*/ 132949 w 134855"/>
                <a:gd name="connsiteY9" fmla="*/ 31837 h 147872"/>
                <a:gd name="connsiteX10" fmla="*/ 131372 w 134855"/>
                <a:gd name="connsiteY10" fmla="*/ 31837 h 147872"/>
                <a:gd name="connsiteX11" fmla="*/ 130621 w 134855"/>
                <a:gd name="connsiteY11" fmla="*/ 31161 h 147872"/>
                <a:gd name="connsiteX12" fmla="*/ 86011 w 134855"/>
                <a:gd name="connsiteY12" fmla="*/ 20199 h 147872"/>
                <a:gd name="connsiteX13" fmla="*/ 86011 w 134855"/>
                <a:gd name="connsiteY13" fmla="*/ 16520 h 147872"/>
                <a:gd name="connsiteX14" fmla="*/ 86011 w 134855"/>
                <a:gd name="connsiteY14" fmla="*/ 16520 h 147872"/>
                <a:gd name="connsiteX15" fmla="*/ 74521 w 134855"/>
                <a:gd name="connsiteY15" fmla="*/ 1503 h 147872"/>
                <a:gd name="connsiteX16" fmla="*/ 53418 w 134855"/>
                <a:gd name="connsiteY16" fmla="*/ 7660 h 147872"/>
                <a:gd name="connsiteX17" fmla="*/ 49363 w 134855"/>
                <a:gd name="connsiteY17" fmla="*/ 12090 h 147872"/>
                <a:gd name="connsiteX18" fmla="*/ 35394 w 134855"/>
                <a:gd name="connsiteY18" fmla="*/ 9086 h 147872"/>
                <a:gd name="connsiteX19" fmla="*/ 12864 w 134855"/>
                <a:gd name="connsiteY19" fmla="*/ 4731 h 147872"/>
                <a:gd name="connsiteX20" fmla="*/ 4002 w 134855"/>
                <a:gd name="connsiteY20" fmla="*/ 34315 h 147872"/>
                <a:gd name="connsiteX21" fmla="*/ 1674 w 134855"/>
                <a:gd name="connsiteY21" fmla="*/ 88901 h 147872"/>
                <a:gd name="connsiteX22" fmla="*/ 698 w 134855"/>
                <a:gd name="connsiteY22" fmla="*/ 116157 h 147872"/>
                <a:gd name="connsiteX23" fmla="*/ 2575 w 134855"/>
                <a:gd name="connsiteY23" fmla="*/ 127044 h 147872"/>
                <a:gd name="connsiteX24" fmla="*/ 77675 w 134855"/>
                <a:gd name="connsiteY24" fmla="*/ 18547 h 147872"/>
                <a:gd name="connsiteX25" fmla="*/ 66035 w 134855"/>
                <a:gd name="connsiteY25" fmla="*/ 15919 h 147872"/>
                <a:gd name="connsiteX26" fmla="*/ 55296 w 134855"/>
                <a:gd name="connsiteY26" fmla="*/ 13291 h 147872"/>
                <a:gd name="connsiteX27" fmla="*/ 70316 w 134855"/>
                <a:gd name="connsiteY27" fmla="*/ 6984 h 147872"/>
                <a:gd name="connsiteX28" fmla="*/ 77901 w 134855"/>
                <a:gd name="connsiteY28" fmla="*/ 18547 h 147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4855" h="147872">
                  <a:moveTo>
                    <a:pt x="2575" y="127044"/>
                  </a:moveTo>
                  <a:cubicBezTo>
                    <a:pt x="8885" y="130618"/>
                    <a:pt x="15817" y="132961"/>
                    <a:pt x="23003" y="133952"/>
                  </a:cubicBezTo>
                  <a:cubicBezTo>
                    <a:pt x="31264" y="136205"/>
                    <a:pt x="39600" y="138157"/>
                    <a:pt x="48011" y="139808"/>
                  </a:cubicBezTo>
                  <a:cubicBezTo>
                    <a:pt x="64342" y="143683"/>
                    <a:pt x="80932" y="146371"/>
                    <a:pt x="97652" y="147843"/>
                  </a:cubicBezTo>
                  <a:lnTo>
                    <a:pt x="100130" y="147843"/>
                  </a:lnTo>
                  <a:cubicBezTo>
                    <a:pt x="108992" y="147843"/>
                    <a:pt x="123636" y="144614"/>
                    <a:pt x="126791" y="136955"/>
                  </a:cubicBezTo>
                  <a:cubicBezTo>
                    <a:pt x="128748" y="129732"/>
                    <a:pt x="129807" y="122291"/>
                    <a:pt x="129945" y="114805"/>
                  </a:cubicBezTo>
                  <a:cubicBezTo>
                    <a:pt x="130996" y="105795"/>
                    <a:pt x="131822" y="96860"/>
                    <a:pt x="132423" y="87850"/>
                  </a:cubicBezTo>
                  <a:cubicBezTo>
                    <a:pt x="133700" y="69830"/>
                    <a:pt x="134601" y="51734"/>
                    <a:pt x="134826" y="33639"/>
                  </a:cubicBezTo>
                  <a:cubicBezTo>
                    <a:pt x="134786" y="32633"/>
                    <a:pt x="133958" y="31837"/>
                    <a:pt x="132949" y="31837"/>
                  </a:cubicBezTo>
                  <a:lnTo>
                    <a:pt x="131372" y="31837"/>
                  </a:lnTo>
                  <a:cubicBezTo>
                    <a:pt x="131267" y="31492"/>
                    <a:pt x="130978" y="31229"/>
                    <a:pt x="130621" y="31161"/>
                  </a:cubicBezTo>
                  <a:cubicBezTo>
                    <a:pt x="115601" y="27257"/>
                    <a:pt x="100581" y="23653"/>
                    <a:pt x="86011" y="20199"/>
                  </a:cubicBezTo>
                  <a:cubicBezTo>
                    <a:pt x="86382" y="18998"/>
                    <a:pt x="86382" y="17721"/>
                    <a:pt x="86011" y="16520"/>
                  </a:cubicBezTo>
                  <a:lnTo>
                    <a:pt x="86011" y="16520"/>
                  </a:lnTo>
                  <a:cubicBezTo>
                    <a:pt x="84822" y="9957"/>
                    <a:pt x="80545" y="4371"/>
                    <a:pt x="74521" y="1503"/>
                  </a:cubicBezTo>
                  <a:cubicBezTo>
                    <a:pt x="65059" y="-2327"/>
                    <a:pt x="59501" y="1503"/>
                    <a:pt x="53418" y="7660"/>
                  </a:cubicBezTo>
                  <a:cubicBezTo>
                    <a:pt x="52667" y="8335"/>
                    <a:pt x="48912" y="11489"/>
                    <a:pt x="49363" y="12090"/>
                  </a:cubicBezTo>
                  <a:lnTo>
                    <a:pt x="35394" y="9086"/>
                  </a:lnTo>
                  <a:cubicBezTo>
                    <a:pt x="28115" y="6624"/>
                    <a:pt x="20536" y="5159"/>
                    <a:pt x="12864" y="4731"/>
                  </a:cubicBezTo>
                  <a:cubicBezTo>
                    <a:pt x="773" y="5783"/>
                    <a:pt x="4303" y="27257"/>
                    <a:pt x="4002" y="34315"/>
                  </a:cubicBezTo>
                  <a:cubicBezTo>
                    <a:pt x="3251" y="52485"/>
                    <a:pt x="2350" y="70655"/>
                    <a:pt x="1674" y="88901"/>
                  </a:cubicBezTo>
                  <a:cubicBezTo>
                    <a:pt x="1674" y="97986"/>
                    <a:pt x="923" y="107072"/>
                    <a:pt x="698" y="116157"/>
                  </a:cubicBezTo>
                  <a:cubicBezTo>
                    <a:pt x="-203" y="120211"/>
                    <a:pt x="-879" y="124191"/>
                    <a:pt x="2575" y="127044"/>
                  </a:cubicBezTo>
                  <a:close/>
                  <a:moveTo>
                    <a:pt x="77675" y="18547"/>
                  </a:moveTo>
                  <a:lnTo>
                    <a:pt x="66035" y="15919"/>
                  </a:lnTo>
                  <a:cubicBezTo>
                    <a:pt x="63481" y="15318"/>
                    <a:pt x="57849" y="13817"/>
                    <a:pt x="55296" y="13291"/>
                  </a:cubicBezTo>
                  <a:cubicBezTo>
                    <a:pt x="58882" y="8741"/>
                    <a:pt x="64557" y="6361"/>
                    <a:pt x="70316" y="6984"/>
                  </a:cubicBezTo>
                  <a:cubicBezTo>
                    <a:pt x="73770" y="7735"/>
                    <a:pt x="76324" y="15093"/>
                    <a:pt x="77901" y="18547"/>
                  </a:cubicBezTo>
                  <a:close/>
                </a:path>
              </a:pathLst>
            </a:custGeom>
            <a:solidFill>
              <a:srgbClr val="49494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2" name="Content Placeholder 4">
              <a:extLst>
                <a:ext uri="{FF2B5EF4-FFF2-40B4-BE49-F238E27FC236}">
                  <a16:creationId xmlns:a16="http://schemas.microsoft.com/office/drawing/2014/main" id="{12F08EA8-4DB3-F05A-B44F-3F36CEA6ED6A}"/>
                </a:ext>
              </a:extLst>
            </p:cNvPr>
            <p:cNvSpPr/>
            <p:nvPr/>
          </p:nvSpPr>
          <p:spPr>
            <a:xfrm>
              <a:off x="3377623" y="5273550"/>
              <a:ext cx="220718" cy="428291"/>
            </a:xfrm>
            <a:custGeom>
              <a:avLst/>
              <a:gdLst>
                <a:gd name="connsiteX0" fmla="*/ 11611 w 220718"/>
                <a:gd name="connsiteY0" fmla="*/ 239189 h 428291"/>
                <a:gd name="connsiteX1" fmla="*/ 8082 w 220718"/>
                <a:gd name="connsiteY1" fmla="*/ 69874 h 428291"/>
                <a:gd name="connsiteX2" fmla="*/ 20173 w 220718"/>
                <a:gd name="connsiteY2" fmla="*/ 12134 h 428291"/>
                <a:gd name="connsiteX3" fmla="*/ 22801 w 220718"/>
                <a:gd name="connsiteY3" fmla="*/ 8905 h 428291"/>
                <a:gd name="connsiteX4" fmla="*/ 39098 w 220718"/>
                <a:gd name="connsiteY4" fmla="*/ 8905 h 428291"/>
                <a:gd name="connsiteX5" fmla="*/ 197784 w 220718"/>
                <a:gd name="connsiteY5" fmla="*/ -30 h 428291"/>
                <a:gd name="connsiteX6" fmla="*/ 211978 w 220718"/>
                <a:gd name="connsiteY6" fmla="*/ 31280 h 428291"/>
                <a:gd name="connsiteX7" fmla="*/ 220689 w 220718"/>
                <a:gd name="connsiteY7" fmla="*/ 83840 h 428291"/>
                <a:gd name="connsiteX8" fmla="*/ 220689 w 220718"/>
                <a:gd name="connsiteY8" fmla="*/ 83840 h 428291"/>
                <a:gd name="connsiteX9" fmla="*/ 220689 w 220718"/>
                <a:gd name="connsiteY9" fmla="*/ 95177 h 428291"/>
                <a:gd name="connsiteX10" fmla="*/ 208448 w 220718"/>
                <a:gd name="connsiteY10" fmla="*/ 160651 h 428291"/>
                <a:gd name="connsiteX11" fmla="*/ 201914 w 220718"/>
                <a:gd name="connsiteY11" fmla="*/ 203374 h 428291"/>
                <a:gd name="connsiteX12" fmla="*/ 200187 w 220718"/>
                <a:gd name="connsiteY12" fmla="*/ 237388 h 428291"/>
                <a:gd name="connsiteX13" fmla="*/ 185993 w 220718"/>
                <a:gd name="connsiteY13" fmla="*/ 325387 h 428291"/>
                <a:gd name="connsiteX14" fmla="*/ 173452 w 220718"/>
                <a:gd name="connsiteY14" fmla="*/ 418416 h 428291"/>
                <a:gd name="connsiteX15" fmla="*/ 173001 w 220718"/>
                <a:gd name="connsiteY15" fmla="*/ 422096 h 428291"/>
                <a:gd name="connsiteX16" fmla="*/ 134024 w 220718"/>
                <a:gd name="connsiteY16" fmla="*/ 422096 h 428291"/>
                <a:gd name="connsiteX17" fmla="*/ 125237 w 220718"/>
                <a:gd name="connsiteY17" fmla="*/ 241517 h 428291"/>
                <a:gd name="connsiteX18" fmla="*/ 116976 w 220718"/>
                <a:gd name="connsiteY18" fmla="*/ 106365 h 428291"/>
                <a:gd name="connsiteX19" fmla="*/ 104735 w 220718"/>
                <a:gd name="connsiteY19" fmla="*/ 107191 h 428291"/>
                <a:gd name="connsiteX20" fmla="*/ 33691 w 220718"/>
                <a:gd name="connsiteY20" fmla="*/ 406028 h 428291"/>
                <a:gd name="connsiteX21" fmla="*/ 22501 w 220718"/>
                <a:gd name="connsiteY21" fmla="*/ 425624 h 428291"/>
                <a:gd name="connsiteX22" fmla="*/ -29 w 220718"/>
                <a:gd name="connsiteY22" fmla="*/ 421870 h 428291"/>
                <a:gd name="connsiteX23" fmla="*/ 11611 w 220718"/>
                <a:gd name="connsiteY23" fmla="*/ 239189 h 428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20718" h="428291">
                  <a:moveTo>
                    <a:pt x="11611" y="239189"/>
                  </a:moveTo>
                  <a:cubicBezTo>
                    <a:pt x="15516" y="183177"/>
                    <a:pt x="7331" y="126112"/>
                    <a:pt x="8082" y="69874"/>
                  </a:cubicBezTo>
                  <a:cubicBezTo>
                    <a:pt x="5616" y="49819"/>
                    <a:pt x="9868" y="29516"/>
                    <a:pt x="20173" y="12134"/>
                  </a:cubicBezTo>
                  <a:cubicBezTo>
                    <a:pt x="20756" y="10850"/>
                    <a:pt x="21661" y="9739"/>
                    <a:pt x="22801" y="8905"/>
                  </a:cubicBezTo>
                  <a:cubicBezTo>
                    <a:pt x="28030" y="6803"/>
                    <a:pt x="33869" y="6803"/>
                    <a:pt x="39098" y="8905"/>
                  </a:cubicBezTo>
                  <a:cubicBezTo>
                    <a:pt x="91618" y="22676"/>
                    <a:pt x="147142" y="19545"/>
                    <a:pt x="197784" y="-30"/>
                  </a:cubicBezTo>
                  <a:cubicBezTo>
                    <a:pt x="205597" y="8717"/>
                    <a:pt x="210549" y="19642"/>
                    <a:pt x="211978" y="31280"/>
                  </a:cubicBezTo>
                  <a:cubicBezTo>
                    <a:pt x="216189" y="48558"/>
                    <a:pt x="219100" y="66127"/>
                    <a:pt x="220689" y="83840"/>
                  </a:cubicBezTo>
                  <a:lnTo>
                    <a:pt x="220689" y="83840"/>
                  </a:lnTo>
                  <a:cubicBezTo>
                    <a:pt x="220689" y="87594"/>
                    <a:pt x="220689" y="91348"/>
                    <a:pt x="220689" y="95177"/>
                  </a:cubicBezTo>
                  <a:cubicBezTo>
                    <a:pt x="218757" y="117350"/>
                    <a:pt x="214657" y="139282"/>
                    <a:pt x="208448" y="160651"/>
                  </a:cubicBezTo>
                  <a:cubicBezTo>
                    <a:pt x="204719" y="174609"/>
                    <a:pt x="202528" y="188935"/>
                    <a:pt x="201914" y="203374"/>
                  </a:cubicBezTo>
                  <a:cubicBezTo>
                    <a:pt x="201914" y="215162"/>
                    <a:pt x="204167" y="225900"/>
                    <a:pt x="200187" y="237388"/>
                  </a:cubicBezTo>
                  <a:cubicBezTo>
                    <a:pt x="190274" y="265695"/>
                    <a:pt x="190199" y="296479"/>
                    <a:pt x="185993" y="325387"/>
                  </a:cubicBezTo>
                  <a:cubicBezTo>
                    <a:pt x="181562" y="356397"/>
                    <a:pt x="177132" y="387332"/>
                    <a:pt x="173452" y="418416"/>
                  </a:cubicBezTo>
                  <a:lnTo>
                    <a:pt x="173001" y="422096"/>
                  </a:lnTo>
                  <a:cubicBezTo>
                    <a:pt x="170598" y="422546"/>
                    <a:pt x="134024" y="428027"/>
                    <a:pt x="134024" y="422096"/>
                  </a:cubicBezTo>
                  <a:lnTo>
                    <a:pt x="125237" y="241517"/>
                  </a:lnTo>
                  <a:cubicBezTo>
                    <a:pt x="123961" y="216138"/>
                    <a:pt x="126815" y="130618"/>
                    <a:pt x="116976" y="106365"/>
                  </a:cubicBezTo>
                  <a:lnTo>
                    <a:pt x="104735" y="107191"/>
                  </a:lnTo>
                  <a:cubicBezTo>
                    <a:pt x="82205" y="186856"/>
                    <a:pt x="55995" y="326363"/>
                    <a:pt x="33691" y="406028"/>
                  </a:cubicBezTo>
                  <a:cubicBezTo>
                    <a:pt x="32651" y="413769"/>
                    <a:pt x="28636" y="420796"/>
                    <a:pt x="22501" y="425624"/>
                  </a:cubicBezTo>
                  <a:cubicBezTo>
                    <a:pt x="15441" y="430129"/>
                    <a:pt x="2149" y="428853"/>
                    <a:pt x="-29" y="421870"/>
                  </a:cubicBezTo>
                  <a:cubicBezTo>
                    <a:pt x="6655" y="360902"/>
                    <a:pt x="7406" y="300083"/>
                    <a:pt x="11611" y="23918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3" name="Content Placeholder 4">
              <a:extLst>
                <a:ext uri="{FF2B5EF4-FFF2-40B4-BE49-F238E27FC236}">
                  <a16:creationId xmlns:a16="http://schemas.microsoft.com/office/drawing/2014/main" id="{E33B92D4-3C96-C915-FFA4-547839D45F37}"/>
                </a:ext>
              </a:extLst>
            </p:cNvPr>
            <p:cNvSpPr/>
            <p:nvPr/>
          </p:nvSpPr>
          <p:spPr>
            <a:xfrm>
              <a:off x="3539087" y="5284438"/>
              <a:ext cx="56850" cy="55034"/>
            </a:xfrm>
            <a:custGeom>
              <a:avLst/>
              <a:gdLst>
                <a:gd name="connsiteX0" fmla="*/ 56821 w 56850"/>
                <a:gd name="connsiteY0" fmla="*/ 52605 h 55034"/>
                <a:gd name="connsiteX1" fmla="*/ 28283 w 56850"/>
                <a:gd name="connsiteY1" fmla="*/ 41942 h 55034"/>
                <a:gd name="connsiteX2" fmla="*/ 2825 w 56850"/>
                <a:gd name="connsiteY2" fmla="*/ -30 h 55034"/>
                <a:gd name="connsiteX3" fmla="*/ -29 w 56850"/>
                <a:gd name="connsiteY3" fmla="*/ 646 h 55034"/>
                <a:gd name="connsiteX4" fmla="*/ 14014 w 56850"/>
                <a:gd name="connsiteY4" fmla="*/ 26325 h 55034"/>
                <a:gd name="connsiteX5" fmla="*/ 56821 w 56850"/>
                <a:gd name="connsiteY5" fmla="*/ 54857 h 55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6850" h="55034">
                  <a:moveTo>
                    <a:pt x="56821" y="52605"/>
                  </a:moveTo>
                  <a:cubicBezTo>
                    <a:pt x="56821" y="52605"/>
                    <a:pt x="35944" y="52154"/>
                    <a:pt x="28283" y="41942"/>
                  </a:cubicBezTo>
                  <a:cubicBezTo>
                    <a:pt x="20623" y="31731"/>
                    <a:pt x="2825" y="-30"/>
                    <a:pt x="2825" y="-30"/>
                  </a:cubicBezTo>
                  <a:lnTo>
                    <a:pt x="-29" y="646"/>
                  </a:lnTo>
                  <a:cubicBezTo>
                    <a:pt x="-29" y="646"/>
                    <a:pt x="12287" y="23772"/>
                    <a:pt x="14014" y="26325"/>
                  </a:cubicBezTo>
                  <a:cubicBezTo>
                    <a:pt x="19894" y="44646"/>
                    <a:pt x="37647" y="56479"/>
                    <a:pt x="56821" y="54857"/>
                  </a:cubicBezTo>
                  <a:close/>
                </a:path>
              </a:pathLst>
            </a:custGeom>
            <a:solidFill>
              <a:srgbClr val="63636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4" name="Content Placeholder 4">
              <a:extLst>
                <a:ext uri="{FF2B5EF4-FFF2-40B4-BE49-F238E27FC236}">
                  <a16:creationId xmlns:a16="http://schemas.microsoft.com/office/drawing/2014/main" id="{8ADF47BB-DEAD-1B00-846D-3CF2DA2A5B72}"/>
                </a:ext>
              </a:extLst>
            </p:cNvPr>
            <p:cNvSpPr/>
            <p:nvPr/>
          </p:nvSpPr>
          <p:spPr>
            <a:xfrm>
              <a:off x="3385808" y="5286765"/>
              <a:ext cx="52569" cy="59992"/>
            </a:xfrm>
            <a:custGeom>
              <a:avLst/>
              <a:gdLst>
                <a:gd name="connsiteX0" fmla="*/ 52541 w 52569"/>
                <a:gd name="connsiteY0" fmla="*/ 571 h 59992"/>
                <a:gd name="connsiteX1" fmla="*/ -29 w 52569"/>
                <a:gd name="connsiteY1" fmla="*/ 59963 h 59992"/>
                <a:gd name="connsiteX2" fmla="*/ -29 w 52569"/>
                <a:gd name="connsiteY2" fmla="*/ 57635 h 59992"/>
                <a:gd name="connsiteX3" fmla="*/ 49236 w 52569"/>
                <a:gd name="connsiteY3" fmla="*/ -30 h 59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569" h="59992">
                  <a:moveTo>
                    <a:pt x="52541" y="571"/>
                  </a:moveTo>
                  <a:cubicBezTo>
                    <a:pt x="52541" y="571"/>
                    <a:pt x="42252" y="55458"/>
                    <a:pt x="-29" y="59963"/>
                  </a:cubicBezTo>
                  <a:lnTo>
                    <a:pt x="-29" y="57635"/>
                  </a:lnTo>
                  <a:cubicBezTo>
                    <a:pt x="-29" y="57635"/>
                    <a:pt x="37521" y="59137"/>
                    <a:pt x="49236" y="-30"/>
                  </a:cubicBezTo>
                  <a:close/>
                </a:path>
              </a:pathLst>
            </a:custGeom>
            <a:solidFill>
              <a:srgbClr val="63636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5" name="Content Placeholder 4">
              <a:extLst>
                <a:ext uri="{FF2B5EF4-FFF2-40B4-BE49-F238E27FC236}">
                  <a16:creationId xmlns:a16="http://schemas.microsoft.com/office/drawing/2014/main" id="{18C6C17F-8763-8018-54BC-D16D048F2F69}"/>
                </a:ext>
              </a:extLst>
            </p:cNvPr>
            <p:cNvSpPr/>
            <p:nvPr/>
          </p:nvSpPr>
          <p:spPr>
            <a:xfrm>
              <a:off x="3513966" y="5696373"/>
              <a:ext cx="73747" cy="29880"/>
            </a:xfrm>
            <a:custGeom>
              <a:avLst/>
              <a:gdLst>
                <a:gd name="connsiteX0" fmla="*/ 4965 w 73747"/>
                <a:gd name="connsiteY0" fmla="*/ 399 h 29880"/>
                <a:gd name="connsiteX1" fmla="*/ 37409 w 73747"/>
                <a:gd name="connsiteY1" fmla="*/ 1675 h 29880"/>
                <a:gd name="connsiteX2" fmla="*/ 64294 w 73747"/>
                <a:gd name="connsiteY2" fmla="*/ 15941 h 29880"/>
                <a:gd name="connsiteX3" fmla="*/ 71804 w 73747"/>
                <a:gd name="connsiteY3" fmla="*/ 20071 h 29880"/>
                <a:gd name="connsiteX4" fmla="*/ 72781 w 73747"/>
                <a:gd name="connsiteY4" fmla="*/ 27579 h 29880"/>
                <a:gd name="connsiteX5" fmla="*/ 65271 w 73747"/>
                <a:gd name="connsiteY5" fmla="*/ 29757 h 29880"/>
                <a:gd name="connsiteX6" fmla="*/ 5191 w 73747"/>
                <a:gd name="connsiteY6" fmla="*/ 24951 h 29880"/>
                <a:gd name="connsiteX7" fmla="*/ 1886 w 73747"/>
                <a:gd name="connsiteY7" fmla="*/ 23675 h 29880"/>
                <a:gd name="connsiteX8" fmla="*/ 610 w 73747"/>
                <a:gd name="connsiteY8" fmla="*/ 21272 h 29880"/>
                <a:gd name="connsiteX9" fmla="*/ 4965 w 73747"/>
                <a:gd name="connsiteY9" fmla="*/ 399 h 29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747" h="29880">
                  <a:moveTo>
                    <a:pt x="4965" y="399"/>
                  </a:moveTo>
                  <a:cubicBezTo>
                    <a:pt x="15793" y="-457"/>
                    <a:pt x="26682" y="-29"/>
                    <a:pt x="37409" y="1675"/>
                  </a:cubicBezTo>
                  <a:cubicBezTo>
                    <a:pt x="45745" y="7524"/>
                    <a:pt x="54776" y="12315"/>
                    <a:pt x="64294" y="15941"/>
                  </a:cubicBezTo>
                  <a:cubicBezTo>
                    <a:pt x="67051" y="16797"/>
                    <a:pt x="69606" y="18201"/>
                    <a:pt x="71804" y="20071"/>
                  </a:cubicBezTo>
                  <a:cubicBezTo>
                    <a:pt x="73922" y="22001"/>
                    <a:pt x="74335" y="25176"/>
                    <a:pt x="72781" y="27579"/>
                  </a:cubicBezTo>
                  <a:cubicBezTo>
                    <a:pt x="70703" y="29344"/>
                    <a:pt x="67971" y="30140"/>
                    <a:pt x="65271" y="29757"/>
                  </a:cubicBezTo>
                  <a:cubicBezTo>
                    <a:pt x="45141" y="29944"/>
                    <a:pt x="25034" y="28338"/>
                    <a:pt x="5191" y="24951"/>
                  </a:cubicBezTo>
                  <a:cubicBezTo>
                    <a:pt x="3988" y="24861"/>
                    <a:pt x="2839" y="24411"/>
                    <a:pt x="1886" y="23675"/>
                  </a:cubicBezTo>
                  <a:cubicBezTo>
                    <a:pt x="1289" y="22977"/>
                    <a:pt x="853" y="22158"/>
                    <a:pt x="610" y="21272"/>
                  </a:cubicBezTo>
                  <a:cubicBezTo>
                    <a:pt x="-1043" y="14011"/>
                    <a:pt x="547" y="6391"/>
                    <a:pt x="4965" y="399"/>
                  </a:cubicBezTo>
                  <a:close/>
                </a:path>
              </a:pathLst>
            </a:custGeom>
            <a:solidFill>
              <a:srgbClr val="7A413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6" name="Content Placeholder 4">
              <a:extLst>
                <a:ext uri="{FF2B5EF4-FFF2-40B4-BE49-F238E27FC236}">
                  <a16:creationId xmlns:a16="http://schemas.microsoft.com/office/drawing/2014/main" id="{FEC48E98-5998-BA93-66DE-42A93634C3E9}"/>
                </a:ext>
              </a:extLst>
            </p:cNvPr>
            <p:cNvSpPr/>
            <p:nvPr/>
          </p:nvSpPr>
          <p:spPr>
            <a:xfrm>
              <a:off x="3373381" y="5690345"/>
              <a:ext cx="63647" cy="36537"/>
            </a:xfrm>
            <a:custGeom>
              <a:avLst/>
              <a:gdLst>
                <a:gd name="connsiteX0" fmla="*/ 6991 w 63647"/>
                <a:gd name="connsiteY0" fmla="*/ -30 h 36537"/>
                <a:gd name="connsiteX1" fmla="*/ 35454 w 63647"/>
                <a:gd name="connsiteY1" fmla="*/ 6427 h 36537"/>
                <a:gd name="connsiteX2" fmla="*/ 56482 w 63647"/>
                <a:gd name="connsiteY2" fmla="*/ 23472 h 36537"/>
                <a:gd name="connsiteX3" fmla="*/ 62565 w 63647"/>
                <a:gd name="connsiteY3" fmla="*/ 28427 h 36537"/>
                <a:gd name="connsiteX4" fmla="*/ 61964 w 63647"/>
                <a:gd name="connsiteY4" fmla="*/ 35410 h 36537"/>
                <a:gd name="connsiteX5" fmla="*/ 55205 w 63647"/>
                <a:gd name="connsiteY5" fmla="*/ 36086 h 36537"/>
                <a:gd name="connsiteX6" fmla="*/ 3386 w 63647"/>
                <a:gd name="connsiteY6" fmla="*/ 21970 h 36537"/>
                <a:gd name="connsiteX7" fmla="*/ 683 w 63647"/>
                <a:gd name="connsiteY7" fmla="*/ 20318 h 36537"/>
                <a:gd name="connsiteX8" fmla="*/ 7 w 63647"/>
                <a:gd name="connsiteY8" fmla="*/ 17990 h 36537"/>
                <a:gd name="connsiteX9" fmla="*/ 6991 w 63647"/>
                <a:gd name="connsiteY9" fmla="*/ -30 h 36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647" h="36537">
                  <a:moveTo>
                    <a:pt x="6991" y="-30"/>
                  </a:moveTo>
                  <a:cubicBezTo>
                    <a:pt x="16696" y="1022"/>
                    <a:pt x="26246" y="3192"/>
                    <a:pt x="35454" y="6427"/>
                  </a:cubicBezTo>
                  <a:cubicBezTo>
                    <a:pt x="41695" y="12997"/>
                    <a:pt x="48763" y="18726"/>
                    <a:pt x="56482" y="23472"/>
                  </a:cubicBezTo>
                  <a:cubicBezTo>
                    <a:pt x="58820" y="24703"/>
                    <a:pt x="60888" y="26385"/>
                    <a:pt x="62565" y="28427"/>
                  </a:cubicBezTo>
                  <a:cubicBezTo>
                    <a:pt x="64173" y="30567"/>
                    <a:pt x="63914" y="33578"/>
                    <a:pt x="61964" y="35410"/>
                  </a:cubicBezTo>
                  <a:cubicBezTo>
                    <a:pt x="59910" y="36581"/>
                    <a:pt x="57452" y="36829"/>
                    <a:pt x="55205" y="36086"/>
                  </a:cubicBezTo>
                  <a:cubicBezTo>
                    <a:pt x="37543" y="32947"/>
                    <a:pt x="20200" y="28225"/>
                    <a:pt x="3386" y="21970"/>
                  </a:cubicBezTo>
                  <a:cubicBezTo>
                    <a:pt x="2330" y="21722"/>
                    <a:pt x="1383" y="21144"/>
                    <a:pt x="683" y="20318"/>
                  </a:cubicBezTo>
                  <a:cubicBezTo>
                    <a:pt x="268" y="19612"/>
                    <a:pt x="36" y="18809"/>
                    <a:pt x="7" y="17990"/>
                  </a:cubicBezTo>
                  <a:cubicBezTo>
                    <a:pt x="-367" y="11255"/>
                    <a:pt x="2178" y="4693"/>
                    <a:pt x="6991" y="-30"/>
                  </a:cubicBezTo>
                  <a:close/>
                </a:path>
              </a:pathLst>
            </a:custGeom>
            <a:solidFill>
              <a:srgbClr val="7A413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7" name="Content Placeholder 4">
              <a:extLst>
                <a:ext uri="{FF2B5EF4-FFF2-40B4-BE49-F238E27FC236}">
                  <a16:creationId xmlns:a16="http://schemas.microsoft.com/office/drawing/2014/main" id="{64F05385-D749-E0D0-A236-DBFD5FA76EBD}"/>
                </a:ext>
              </a:extLst>
            </p:cNvPr>
            <p:cNvSpPr/>
            <p:nvPr/>
          </p:nvSpPr>
          <p:spPr>
            <a:xfrm>
              <a:off x="3427337" y="5008613"/>
              <a:ext cx="17629" cy="22699"/>
            </a:xfrm>
            <a:custGeom>
              <a:avLst/>
              <a:gdLst>
                <a:gd name="connsiteX0" fmla="*/ 17020 w 17629"/>
                <a:gd name="connsiteY0" fmla="*/ 16228 h 22699"/>
                <a:gd name="connsiteX1" fmla="*/ 11237 w 17629"/>
                <a:gd name="connsiteY1" fmla="*/ 7443 h 22699"/>
                <a:gd name="connsiteX2" fmla="*/ 573 w 17629"/>
                <a:gd name="connsiteY2" fmla="*/ 1436 h 22699"/>
                <a:gd name="connsiteX3" fmla="*/ 948 w 17629"/>
                <a:gd name="connsiteY3" fmla="*/ 8944 h 22699"/>
                <a:gd name="connsiteX4" fmla="*/ 5379 w 17629"/>
                <a:gd name="connsiteY4" fmla="*/ 15101 h 22699"/>
                <a:gd name="connsiteX5" fmla="*/ 5379 w 17629"/>
                <a:gd name="connsiteY5" fmla="*/ 15101 h 22699"/>
                <a:gd name="connsiteX6" fmla="*/ 16719 w 17629"/>
                <a:gd name="connsiteY6" fmla="*/ 21333 h 22699"/>
                <a:gd name="connsiteX7" fmla="*/ 17020 w 17629"/>
                <a:gd name="connsiteY7" fmla="*/ 16228 h 22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629" h="22699">
                  <a:moveTo>
                    <a:pt x="17020" y="16228"/>
                  </a:moveTo>
                  <a:cubicBezTo>
                    <a:pt x="15443" y="13224"/>
                    <a:pt x="13040" y="10446"/>
                    <a:pt x="11237" y="7443"/>
                  </a:cubicBezTo>
                  <a:cubicBezTo>
                    <a:pt x="9435" y="4439"/>
                    <a:pt x="3727" y="-3220"/>
                    <a:pt x="573" y="1436"/>
                  </a:cubicBezTo>
                  <a:cubicBezTo>
                    <a:pt x="-345" y="3884"/>
                    <a:pt x="-209" y="6602"/>
                    <a:pt x="948" y="8944"/>
                  </a:cubicBezTo>
                  <a:cubicBezTo>
                    <a:pt x="1849" y="11355"/>
                    <a:pt x="3379" y="13479"/>
                    <a:pt x="5379" y="15101"/>
                  </a:cubicBezTo>
                  <a:cubicBezTo>
                    <a:pt x="5379" y="15101"/>
                    <a:pt x="5379" y="15101"/>
                    <a:pt x="5379" y="15101"/>
                  </a:cubicBezTo>
                  <a:cubicBezTo>
                    <a:pt x="7407" y="17729"/>
                    <a:pt x="12364" y="25838"/>
                    <a:pt x="16719" y="21333"/>
                  </a:cubicBezTo>
                  <a:cubicBezTo>
                    <a:pt x="17775" y="19824"/>
                    <a:pt x="17891" y="17849"/>
                    <a:pt x="17020" y="16228"/>
                  </a:cubicBezTo>
                  <a:close/>
                </a:path>
              </a:pathLst>
            </a:custGeom>
            <a:solidFill>
              <a:srgbClr val="A8928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8" name="Content Placeholder 4">
              <a:extLst>
                <a:ext uri="{FF2B5EF4-FFF2-40B4-BE49-F238E27FC236}">
                  <a16:creationId xmlns:a16="http://schemas.microsoft.com/office/drawing/2014/main" id="{F3B4A72C-8410-0291-F46E-74BB33600911}"/>
                </a:ext>
              </a:extLst>
            </p:cNvPr>
            <p:cNvSpPr/>
            <p:nvPr/>
          </p:nvSpPr>
          <p:spPr>
            <a:xfrm>
              <a:off x="3424464" y="4988572"/>
              <a:ext cx="35917" cy="49396"/>
            </a:xfrm>
            <a:custGeom>
              <a:avLst/>
              <a:gdLst>
                <a:gd name="connsiteX0" fmla="*/ 29356 w 35917"/>
                <a:gd name="connsiteY0" fmla="*/ 30788 h 49396"/>
                <a:gd name="connsiteX1" fmla="*/ 12759 w 35917"/>
                <a:gd name="connsiteY1" fmla="*/ 754 h 49396"/>
                <a:gd name="connsiteX2" fmla="*/ 10881 w 35917"/>
                <a:gd name="connsiteY2" fmla="*/ 3 h 49396"/>
                <a:gd name="connsiteX3" fmla="*/ -8 w 35917"/>
                <a:gd name="connsiteY3" fmla="*/ 4959 h 49396"/>
                <a:gd name="connsiteX4" fmla="*/ 3221 w 35917"/>
                <a:gd name="connsiteY4" fmla="*/ 16221 h 49396"/>
                <a:gd name="connsiteX5" fmla="*/ 5249 w 35917"/>
                <a:gd name="connsiteY5" fmla="*/ 20051 h 49396"/>
                <a:gd name="connsiteX6" fmla="*/ 34688 w 35917"/>
                <a:gd name="connsiteY6" fmla="*/ 45579 h 49396"/>
                <a:gd name="connsiteX7" fmla="*/ 29356 w 35917"/>
                <a:gd name="connsiteY7" fmla="*/ 30788 h 49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917" h="49396">
                  <a:moveTo>
                    <a:pt x="29356" y="30788"/>
                  </a:moveTo>
                  <a:cubicBezTo>
                    <a:pt x="23197" y="21177"/>
                    <a:pt x="19292" y="9914"/>
                    <a:pt x="12759" y="754"/>
                  </a:cubicBezTo>
                  <a:cubicBezTo>
                    <a:pt x="12333" y="160"/>
                    <a:pt x="11600" y="-132"/>
                    <a:pt x="10881" y="3"/>
                  </a:cubicBezTo>
                  <a:cubicBezTo>
                    <a:pt x="6675" y="754"/>
                    <a:pt x="1343" y="3"/>
                    <a:pt x="-8" y="4959"/>
                  </a:cubicBezTo>
                  <a:cubicBezTo>
                    <a:pt x="-200" y="8968"/>
                    <a:pt x="936" y="12925"/>
                    <a:pt x="3221" y="16221"/>
                  </a:cubicBezTo>
                  <a:cubicBezTo>
                    <a:pt x="3772" y="17558"/>
                    <a:pt x="4451" y="18842"/>
                    <a:pt x="5249" y="20051"/>
                  </a:cubicBezTo>
                  <a:cubicBezTo>
                    <a:pt x="8853" y="26207"/>
                    <a:pt x="23197" y="60671"/>
                    <a:pt x="34688" y="45579"/>
                  </a:cubicBezTo>
                  <a:cubicBezTo>
                    <a:pt x="38518" y="40699"/>
                    <a:pt x="32209" y="34842"/>
                    <a:pt x="29356" y="30788"/>
                  </a:cubicBezTo>
                  <a:close/>
                </a:path>
              </a:pathLst>
            </a:custGeom>
            <a:solidFill>
              <a:srgbClr val="1919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9" name="Content Placeholder 4">
              <a:extLst>
                <a:ext uri="{FF2B5EF4-FFF2-40B4-BE49-F238E27FC236}">
                  <a16:creationId xmlns:a16="http://schemas.microsoft.com/office/drawing/2014/main" id="{4A879B34-48A0-11F7-FCBF-A8EC63F5F8E8}"/>
                </a:ext>
              </a:extLst>
            </p:cNvPr>
            <p:cNvSpPr/>
            <p:nvPr/>
          </p:nvSpPr>
          <p:spPr>
            <a:xfrm>
              <a:off x="3431539" y="4991892"/>
              <a:ext cx="26065" cy="39594"/>
            </a:xfrm>
            <a:custGeom>
              <a:avLst/>
              <a:gdLst>
                <a:gd name="connsiteX0" fmla="*/ 5984 w 26065"/>
                <a:gd name="connsiteY0" fmla="*/ 287 h 39594"/>
                <a:gd name="connsiteX1" fmla="*/ -24 w 26065"/>
                <a:gd name="connsiteY1" fmla="*/ 963 h 39594"/>
                <a:gd name="connsiteX2" fmla="*/ 18451 w 26065"/>
                <a:gd name="connsiteY2" fmla="*/ 39331 h 39594"/>
                <a:gd name="connsiteX3" fmla="*/ 19803 w 26065"/>
                <a:gd name="connsiteY3" fmla="*/ 39331 h 39594"/>
                <a:gd name="connsiteX4" fmla="*/ 26036 w 26065"/>
                <a:gd name="connsiteY4" fmla="*/ 36928 h 39594"/>
                <a:gd name="connsiteX5" fmla="*/ 18526 w 26065"/>
                <a:gd name="connsiteY5" fmla="*/ 22437 h 39594"/>
                <a:gd name="connsiteX6" fmla="*/ 7261 w 26065"/>
                <a:gd name="connsiteY6" fmla="*/ 888 h 39594"/>
                <a:gd name="connsiteX7" fmla="*/ 5984 w 26065"/>
                <a:gd name="connsiteY7" fmla="*/ 287 h 39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065" h="39594">
                  <a:moveTo>
                    <a:pt x="5984" y="287"/>
                  </a:moveTo>
                  <a:cubicBezTo>
                    <a:pt x="5984" y="287"/>
                    <a:pt x="127" y="-764"/>
                    <a:pt x="-24" y="963"/>
                  </a:cubicBezTo>
                  <a:cubicBezTo>
                    <a:pt x="-399" y="6669"/>
                    <a:pt x="18451" y="39331"/>
                    <a:pt x="18451" y="39331"/>
                  </a:cubicBezTo>
                  <a:cubicBezTo>
                    <a:pt x="18451" y="39331"/>
                    <a:pt x="18451" y="39856"/>
                    <a:pt x="19803" y="39331"/>
                  </a:cubicBezTo>
                  <a:cubicBezTo>
                    <a:pt x="21939" y="38693"/>
                    <a:pt x="24023" y="37889"/>
                    <a:pt x="26036" y="36928"/>
                  </a:cubicBezTo>
                  <a:cubicBezTo>
                    <a:pt x="26036" y="36928"/>
                    <a:pt x="19277" y="23939"/>
                    <a:pt x="18526" y="22437"/>
                  </a:cubicBezTo>
                  <a:cubicBezTo>
                    <a:pt x="17775" y="20935"/>
                    <a:pt x="7261" y="888"/>
                    <a:pt x="7261" y="888"/>
                  </a:cubicBezTo>
                  <a:cubicBezTo>
                    <a:pt x="7261" y="888"/>
                    <a:pt x="7261" y="437"/>
                    <a:pt x="5984" y="28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0" name="Content Placeholder 4">
              <a:extLst>
                <a:ext uri="{FF2B5EF4-FFF2-40B4-BE49-F238E27FC236}">
                  <a16:creationId xmlns:a16="http://schemas.microsoft.com/office/drawing/2014/main" id="{A95F7A9C-8B50-DB44-808F-F19E0933BDD8}"/>
                </a:ext>
              </a:extLst>
            </p:cNvPr>
            <p:cNvSpPr/>
            <p:nvPr/>
          </p:nvSpPr>
          <p:spPr>
            <a:xfrm>
              <a:off x="3453971" y="5031192"/>
              <a:ext cx="3112" cy="3214"/>
            </a:xfrm>
            <a:custGeom>
              <a:avLst/>
              <a:gdLst>
                <a:gd name="connsiteX0" fmla="*/ 975 w 3112"/>
                <a:gd name="connsiteY0" fmla="*/ 406 h 3214"/>
                <a:gd name="connsiteX1" fmla="*/ 374 w 3112"/>
                <a:gd name="connsiteY1" fmla="*/ 1006 h 3214"/>
                <a:gd name="connsiteX2" fmla="*/ 234 w 3112"/>
                <a:gd name="connsiteY2" fmla="*/ 2591 h 3214"/>
                <a:gd name="connsiteX3" fmla="*/ 374 w 3112"/>
                <a:gd name="connsiteY3" fmla="*/ 2734 h 3214"/>
                <a:gd name="connsiteX4" fmla="*/ 1951 w 3112"/>
                <a:gd name="connsiteY4" fmla="*/ 2959 h 3214"/>
                <a:gd name="connsiteX5" fmla="*/ 2176 w 3112"/>
                <a:gd name="connsiteY5" fmla="*/ 2734 h 3214"/>
                <a:gd name="connsiteX6" fmla="*/ 975 w 3112"/>
                <a:gd name="connsiteY6" fmla="*/ 406 h 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12" h="3214">
                  <a:moveTo>
                    <a:pt x="975" y="406"/>
                  </a:moveTo>
                  <a:lnTo>
                    <a:pt x="374" y="1006"/>
                  </a:lnTo>
                  <a:cubicBezTo>
                    <a:pt x="-103" y="1405"/>
                    <a:pt x="-166" y="2118"/>
                    <a:pt x="234" y="2591"/>
                  </a:cubicBezTo>
                  <a:cubicBezTo>
                    <a:pt x="276" y="2643"/>
                    <a:pt x="323" y="2688"/>
                    <a:pt x="374" y="2734"/>
                  </a:cubicBezTo>
                  <a:cubicBezTo>
                    <a:pt x="747" y="3229"/>
                    <a:pt x="1453" y="3334"/>
                    <a:pt x="1951" y="2959"/>
                  </a:cubicBezTo>
                  <a:cubicBezTo>
                    <a:pt x="2037" y="2891"/>
                    <a:pt x="2113" y="2816"/>
                    <a:pt x="2176" y="2734"/>
                  </a:cubicBezTo>
                  <a:cubicBezTo>
                    <a:pt x="4129" y="1983"/>
                    <a:pt x="2552" y="-1171"/>
                    <a:pt x="975" y="406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1" name="Content Placeholder 4">
              <a:extLst>
                <a:ext uri="{FF2B5EF4-FFF2-40B4-BE49-F238E27FC236}">
                  <a16:creationId xmlns:a16="http://schemas.microsoft.com/office/drawing/2014/main" id="{BEA23775-072E-A804-C233-118005ED81F6}"/>
                </a:ext>
              </a:extLst>
            </p:cNvPr>
            <p:cNvSpPr/>
            <p:nvPr/>
          </p:nvSpPr>
          <p:spPr>
            <a:xfrm>
              <a:off x="3441057" y="4912455"/>
              <a:ext cx="93952" cy="129609"/>
            </a:xfrm>
            <a:custGeom>
              <a:avLst/>
              <a:gdLst>
                <a:gd name="connsiteX0" fmla="*/ 32364 w 93952"/>
                <a:gd name="connsiteY0" fmla="*/ 125150 h 129609"/>
                <a:gd name="connsiteX1" fmla="*/ 49337 w 93952"/>
                <a:gd name="connsiteY1" fmla="*/ 129580 h 129609"/>
                <a:gd name="connsiteX2" fmla="*/ 64357 w 93952"/>
                <a:gd name="connsiteY2" fmla="*/ 124550 h 129609"/>
                <a:gd name="connsiteX3" fmla="*/ 87863 w 93952"/>
                <a:gd name="connsiteY3" fmla="*/ 104052 h 129609"/>
                <a:gd name="connsiteX4" fmla="*/ 91918 w 93952"/>
                <a:gd name="connsiteY4" fmla="*/ 85806 h 129609"/>
                <a:gd name="connsiteX5" fmla="*/ 93796 w 93952"/>
                <a:gd name="connsiteY5" fmla="*/ 38428 h 129609"/>
                <a:gd name="connsiteX6" fmla="*/ 88914 w 93952"/>
                <a:gd name="connsiteY6" fmla="*/ 14926 h 129609"/>
                <a:gd name="connsiteX7" fmla="*/ 52040 w 93952"/>
                <a:gd name="connsiteY7" fmla="*/ 660 h 129609"/>
                <a:gd name="connsiteX8" fmla="*/ 12763 w 93952"/>
                <a:gd name="connsiteY8" fmla="*/ 5841 h 129609"/>
                <a:gd name="connsiteX9" fmla="*/ 2249 w 93952"/>
                <a:gd name="connsiteY9" fmla="*/ 34599 h 129609"/>
                <a:gd name="connsiteX10" fmla="*/ 146 w 93952"/>
                <a:gd name="connsiteY10" fmla="*/ 80625 h 129609"/>
                <a:gd name="connsiteX11" fmla="*/ 4878 w 93952"/>
                <a:gd name="connsiteY11" fmla="*/ 106004 h 129609"/>
                <a:gd name="connsiteX12" fmla="*/ 32364 w 93952"/>
                <a:gd name="connsiteY12" fmla="*/ 125150 h 129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3952" h="129609">
                  <a:moveTo>
                    <a:pt x="32364" y="125150"/>
                  </a:moveTo>
                  <a:cubicBezTo>
                    <a:pt x="37722" y="127598"/>
                    <a:pt x="43465" y="129100"/>
                    <a:pt x="49337" y="129580"/>
                  </a:cubicBezTo>
                  <a:cubicBezTo>
                    <a:pt x="54694" y="129227"/>
                    <a:pt x="59869" y="127493"/>
                    <a:pt x="64357" y="124550"/>
                  </a:cubicBezTo>
                  <a:cubicBezTo>
                    <a:pt x="74039" y="120180"/>
                    <a:pt x="82215" y="113047"/>
                    <a:pt x="87863" y="104052"/>
                  </a:cubicBezTo>
                  <a:cubicBezTo>
                    <a:pt x="90340" y="98277"/>
                    <a:pt x="91715" y="92091"/>
                    <a:pt x="91918" y="85806"/>
                  </a:cubicBezTo>
                  <a:cubicBezTo>
                    <a:pt x="93345" y="70038"/>
                    <a:pt x="93946" y="54196"/>
                    <a:pt x="93796" y="38428"/>
                  </a:cubicBezTo>
                  <a:cubicBezTo>
                    <a:pt x="94423" y="30288"/>
                    <a:pt x="92731" y="22142"/>
                    <a:pt x="88914" y="14926"/>
                  </a:cubicBezTo>
                  <a:cubicBezTo>
                    <a:pt x="81404" y="3513"/>
                    <a:pt x="65709" y="1561"/>
                    <a:pt x="52040" y="660"/>
                  </a:cubicBezTo>
                  <a:cubicBezTo>
                    <a:pt x="38720" y="-1157"/>
                    <a:pt x="25155" y="630"/>
                    <a:pt x="12763" y="5841"/>
                  </a:cubicBezTo>
                  <a:cubicBezTo>
                    <a:pt x="297" y="12524"/>
                    <a:pt x="3225" y="22360"/>
                    <a:pt x="2249" y="34599"/>
                  </a:cubicBezTo>
                  <a:cubicBezTo>
                    <a:pt x="1048" y="49615"/>
                    <a:pt x="297" y="65233"/>
                    <a:pt x="146" y="80625"/>
                  </a:cubicBezTo>
                  <a:cubicBezTo>
                    <a:pt x="-599" y="89357"/>
                    <a:pt x="1036" y="98128"/>
                    <a:pt x="4878" y="106004"/>
                  </a:cubicBezTo>
                  <a:cubicBezTo>
                    <a:pt x="12177" y="114714"/>
                    <a:pt x="21664" y="121321"/>
                    <a:pt x="32364" y="125150"/>
                  </a:cubicBezTo>
                  <a:close/>
                </a:path>
              </a:pathLst>
            </a:custGeom>
            <a:solidFill>
              <a:srgbClr val="A8928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2" name="Content Placeholder 4">
              <a:extLst>
                <a:ext uri="{FF2B5EF4-FFF2-40B4-BE49-F238E27FC236}">
                  <a16:creationId xmlns:a16="http://schemas.microsoft.com/office/drawing/2014/main" id="{2458C94E-A71D-0BC9-7249-33B32A636FC9}"/>
                </a:ext>
              </a:extLst>
            </p:cNvPr>
            <p:cNvSpPr/>
            <p:nvPr/>
          </p:nvSpPr>
          <p:spPr>
            <a:xfrm>
              <a:off x="3467269" y="5023255"/>
              <a:ext cx="43598" cy="17298"/>
            </a:xfrm>
            <a:custGeom>
              <a:avLst/>
              <a:gdLst>
                <a:gd name="connsiteX0" fmla="*/ 35516 w 43598"/>
                <a:gd name="connsiteY0" fmla="*/ 4439 h 17298"/>
                <a:gd name="connsiteX1" fmla="*/ 29208 w 43598"/>
                <a:gd name="connsiteY1" fmla="*/ 5490 h 17298"/>
                <a:gd name="connsiteX2" fmla="*/ 24176 w 43598"/>
                <a:gd name="connsiteY2" fmla="*/ 1435 h 17298"/>
                <a:gd name="connsiteX3" fmla="*/ 18469 w 43598"/>
                <a:gd name="connsiteY3" fmla="*/ 910 h 17298"/>
                <a:gd name="connsiteX4" fmla="*/ 17042 w 43598"/>
                <a:gd name="connsiteY4" fmla="*/ 5865 h 17298"/>
                <a:gd name="connsiteX5" fmla="*/ 11484 w 43598"/>
                <a:gd name="connsiteY5" fmla="*/ 6766 h 17298"/>
                <a:gd name="connsiteX6" fmla="*/ 3374 w 43598"/>
                <a:gd name="connsiteY6" fmla="*/ 1510 h 17298"/>
                <a:gd name="connsiteX7" fmla="*/ 520 w 43598"/>
                <a:gd name="connsiteY7" fmla="*/ 1510 h 17298"/>
                <a:gd name="connsiteX8" fmla="*/ 2172 w 43598"/>
                <a:gd name="connsiteY8" fmla="*/ 10671 h 17298"/>
                <a:gd name="connsiteX9" fmla="*/ 10283 w 43598"/>
                <a:gd name="connsiteY9" fmla="*/ 15777 h 17298"/>
                <a:gd name="connsiteX10" fmla="*/ 39647 w 43598"/>
                <a:gd name="connsiteY10" fmla="*/ 10145 h 17298"/>
                <a:gd name="connsiteX11" fmla="*/ 43026 w 43598"/>
                <a:gd name="connsiteY11" fmla="*/ 1210 h 17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598" h="17298">
                  <a:moveTo>
                    <a:pt x="35516" y="4439"/>
                  </a:moveTo>
                  <a:cubicBezTo>
                    <a:pt x="33612" y="5550"/>
                    <a:pt x="31369" y="5925"/>
                    <a:pt x="29208" y="5490"/>
                  </a:cubicBezTo>
                  <a:cubicBezTo>
                    <a:pt x="27105" y="4814"/>
                    <a:pt x="25828" y="2862"/>
                    <a:pt x="24176" y="1435"/>
                  </a:cubicBezTo>
                  <a:cubicBezTo>
                    <a:pt x="22524" y="9"/>
                    <a:pt x="19820" y="-742"/>
                    <a:pt x="18469" y="910"/>
                  </a:cubicBezTo>
                  <a:cubicBezTo>
                    <a:pt x="19424" y="2674"/>
                    <a:pt x="18789" y="4882"/>
                    <a:pt x="17042" y="5865"/>
                  </a:cubicBezTo>
                  <a:cubicBezTo>
                    <a:pt x="15315" y="6699"/>
                    <a:pt x="13385" y="7007"/>
                    <a:pt x="11484" y="6766"/>
                  </a:cubicBezTo>
                  <a:cubicBezTo>
                    <a:pt x="7879" y="6766"/>
                    <a:pt x="3298" y="5040"/>
                    <a:pt x="3374" y="1510"/>
                  </a:cubicBezTo>
                  <a:lnTo>
                    <a:pt x="520" y="1510"/>
                  </a:lnTo>
                  <a:cubicBezTo>
                    <a:pt x="-605" y="4641"/>
                    <a:pt x="25" y="8133"/>
                    <a:pt x="2172" y="10671"/>
                  </a:cubicBezTo>
                  <a:cubicBezTo>
                    <a:pt x="4311" y="13134"/>
                    <a:pt x="7134" y="14913"/>
                    <a:pt x="10283" y="15777"/>
                  </a:cubicBezTo>
                  <a:cubicBezTo>
                    <a:pt x="20391" y="19020"/>
                    <a:pt x="31457" y="16903"/>
                    <a:pt x="39647" y="10145"/>
                  </a:cubicBezTo>
                  <a:cubicBezTo>
                    <a:pt x="42275" y="7893"/>
                    <a:pt x="44678" y="4213"/>
                    <a:pt x="43026" y="1210"/>
                  </a:cubicBezTo>
                  <a:close/>
                </a:path>
              </a:pathLst>
            </a:custGeom>
            <a:solidFill>
              <a:srgbClr val="D7C68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3" name="Content Placeholder 4">
              <a:extLst>
                <a:ext uri="{FF2B5EF4-FFF2-40B4-BE49-F238E27FC236}">
                  <a16:creationId xmlns:a16="http://schemas.microsoft.com/office/drawing/2014/main" id="{E5CC7D59-7579-11EB-08CE-BA6A9D398717}"/>
                </a:ext>
              </a:extLst>
            </p:cNvPr>
            <p:cNvSpPr/>
            <p:nvPr/>
          </p:nvSpPr>
          <p:spPr>
            <a:xfrm>
              <a:off x="3430145" y="4900789"/>
              <a:ext cx="114487" cy="96080"/>
            </a:xfrm>
            <a:custGeom>
              <a:avLst/>
              <a:gdLst>
                <a:gd name="connsiteX0" fmla="*/ 1145 w 114487"/>
                <a:gd name="connsiteY0" fmla="*/ 40033 h 96080"/>
                <a:gd name="connsiteX1" fmla="*/ 8655 w 114487"/>
                <a:gd name="connsiteY1" fmla="*/ 87937 h 96080"/>
                <a:gd name="connsiteX2" fmla="*/ 26529 w 114487"/>
                <a:gd name="connsiteY2" fmla="*/ 30272 h 96080"/>
                <a:gd name="connsiteX3" fmla="*/ 64604 w 114487"/>
                <a:gd name="connsiteY3" fmla="*/ 31398 h 96080"/>
                <a:gd name="connsiteX4" fmla="*/ 78197 w 114487"/>
                <a:gd name="connsiteY4" fmla="*/ 41985 h 96080"/>
                <a:gd name="connsiteX5" fmla="*/ 83980 w 114487"/>
                <a:gd name="connsiteY5" fmla="*/ 42435 h 96080"/>
                <a:gd name="connsiteX6" fmla="*/ 102380 w 114487"/>
                <a:gd name="connsiteY6" fmla="*/ 90264 h 96080"/>
                <a:gd name="connsiteX7" fmla="*/ 106811 w 114487"/>
                <a:gd name="connsiteY7" fmla="*/ 96046 h 96080"/>
                <a:gd name="connsiteX8" fmla="*/ 110941 w 114487"/>
                <a:gd name="connsiteY8" fmla="*/ 90790 h 96080"/>
                <a:gd name="connsiteX9" fmla="*/ 113269 w 114487"/>
                <a:gd name="connsiteY9" fmla="*/ 37479 h 96080"/>
                <a:gd name="connsiteX10" fmla="*/ 109890 w 114487"/>
                <a:gd name="connsiteY10" fmla="*/ 23439 h 96080"/>
                <a:gd name="connsiteX11" fmla="*/ 46205 w 114487"/>
                <a:gd name="connsiteY11" fmla="*/ 913 h 96080"/>
                <a:gd name="connsiteX12" fmla="*/ 1145 w 114487"/>
                <a:gd name="connsiteY12" fmla="*/ 40033 h 96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87" h="96080">
                  <a:moveTo>
                    <a:pt x="1145" y="40033"/>
                  </a:moveTo>
                  <a:cubicBezTo>
                    <a:pt x="18" y="53773"/>
                    <a:pt x="-2910" y="77575"/>
                    <a:pt x="8655" y="87937"/>
                  </a:cubicBezTo>
                  <a:cubicBezTo>
                    <a:pt x="20295" y="71568"/>
                    <a:pt x="11208" y="45364"/>
                    <a:pt x="26529" y="30272"/>
                  </a:cubicBezTo>
                  <a:cubicBezTo>
                    <a:pt x="37651" y="20886"/>
                    <a:pt x="54057" y="21366"/>
                    <a:pt x="64604" y="31398"/>
                  </a:cubicBezTo>
                  <a:cubicBezTo>
                    <a:pt x="68810" y="35452"/>
                    <a:pt x="72114" y="40858"/>
                    <a:pt x="78197" y="41985"/>
                  </a:cubicBezTo>
                  <a:cubicBezTo>
                    <a:pt x="80150" y="41985"/>
                    <a:pt x="82103" y="41985"/>
                    <a:pt x="83980" y="42435"/>
                  </a:cubicBezTo>
                  <a:cubicBezTo>
                    <a:pt x="102830" y="44763"/>
                    <a:pt x="100202" y="77199"/>
                    <a:pt x="102380" y="90264"/>
                  </a:cubicBezTo>
                  <a:cubicBezTo>
                    <a:pt x="102380" y="92892"/>
                    <a:pt x="104107" y="96196"/>
                    <a:pt x="106811" y="96046"/>
                  </a:cubicBezTo>
                  <a:cubicBezTo>
                    <a:pt x="109514" y="95895"/>
                    <a:pt x="110415" y="93117"/>
                    <a:pt x="110941" y="90790"/>
                  </a:cubicBezTo>
                  <a:cubicBezTo>
                    <a:pt x="114643" y="73272"/>
                    <a:pt x="115430" y="55260"/>
                    <a:pt x="113269" y="37479"/>
                  </a:cubicBezTo>
                  <a:cubicBezTo>
                    <a:pt x="112984" y="32637"/>
                    <a:pt x="111840" y="27884"/>
                    <a:pt x="109890" y="23439"/>
                  </a:cubicBezTo>
                  <a:cubicBezTo>
                    <a:pt x="100352" y="3166"/>
                    <a:pt x="66106" y="-2540"/>
                    <a:pt x="46205" y="913"/>
                  </a:cubicBezTo>
                  <a:cubicBezTo>
                    <a:pt x="26303" y="4367"/>
                    <a:pt x="2722" y="16681"/>
                    <a:pt x="1145" y="40033"/>
                  </a:cubicBezTo>
                  <a:close/>
                </a:path>
              </a:pathLst>
            </a:custGeom>
            <a:solidFill>
              <a:srgbClr val="D7C68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4" name="Content Placeholder 4">
              <a:extLst>
                <a:ext uri="{FF2B5EF4-FFF2-40B4-BE49-F238E27FC236}">
                  <a16:creationId xmlns:a16="http://schemas.microsoft.com/office/drawing/2014/main" id="{43B7E972-8C92-349A-9325-338A3D3CF030}"/>
                </a:ext>
              </a:extLst>
            </p:cNvPr>
            <p:cNvSpPr/>
            <p:nvPr/>
          </p:nvSpPr>
          <p:spPr>
            <a:xfrm>
              <a:off x="3411970" y="5053921"/>
              <a:ext cx="67617" cy="93185"/>
            </a:xfrm>
            <a:custGeom>
              <a:avLst/>
              <a:gdLst>
                <a:gd name="connsiteX0" fmla="*/ 41174 w 67617"/>
                <a:gd name="connsiteY0" fmla="*/ 8837 h 93185"/>
                <a:gd name="connsiteX1" fmla="*/ 20446 w 67617"/>
                <a:gd name="connsiteY1" fmla="*/ 38871 h 93185"/>
                <a:gd name="connsiteX2" fmla="*/ 1822 w 67617"/>
                <a:gd name="connsiteY2" fmla="*/ 74987 h 93185"/>
                <a:gd name="connsiteX3" fmla="*/ 5426 w 67617"/>
                <a:gd name="connsiteY3" fmla="*/ 92707 h 93185"/>
                <a:gd name="connsiteX4" fmla="*/ 21648 w 67617"/>
                <a:gd name="connsiteY4" fmla="*/ 80919 h 93185"/>
                <a:gd name="connsiteX5" fmla="*/ 64981 w 67617"/>
                <a:gd name="connsiteY5" fmla="*/ 14544 h 93185"/>
                <a:gd name="connsiteX6" fmla="*/ 67459 w 67617"/>
                <a:gd name="connsiteY6" fmla="*/ 10264 h 93185"/>
                <a:gd name="connsiteX7" fmla="*/ 60501 w 67617"/>
                <a:gd name="connsiteY7" fmla="*/ 361 h 93185"/>
                <a:gd name="connsiteX8" fmla="*/ 60475 w 67617"/>
                <a:gd name="connsiteY8" fmla="*/ 353 h 93185"/>
                <a:gd name="connsiteX9" fmla="*/ 41174 w 67617"/>
                <a:gd name="connsiteY9" fmla="*/ 8837 h 9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617" h="93185">
                  <a:moveTo>
                    <a:pt x="41174" y="8837"/>
                  </a:moveTo>
                  <a:cubicBezTo>
                    <a:pt x="32960" y="17885"/>
                    <a:pt x="25989" y="27984"/>
                    <a:pt x="20446" y="38871"/>
                  </a:cubicBezTo>
                  <a:cubicBezTo>
                    <a:pt x="13176" y="50329"/>
                    <a:pt x="6943" y="62418"/>
                    <a:pt x="1822" y="74987"/>
                  </a:cubicBezTo>
                  <a:cubicBezTo>
                    <a:pt x="-131" y="80318"/>
                    <a:pt x="-2309" y="90004"/>
                    <a:pt x="5426" y="92707"/>
                  </a:cubicBezTo>
                  <a:cubicBezTo>
                    <a:pt x="13162" y="95410"/>
                    <a:pt x="18494" y="85198"/>
                    <a:pt x="21648" y="80919"/>
                  </a:cubicBezTo>
                  <a:cubicBezTo>
                    <a:pt x="37202" y="59535"/>
                    <a:pt x="51665" y="37385"/>
                    <a:pt x="64981" y="14544"/>
                  </a:cubicBezTo>
                  <a:cubicBezTo>
                    <a:pt x="65901" y="13177"/>
                    <a:pt x="66729" y="11743"/>
                    <a:pt x="67459" y="10264"/>
                  </a:cubicBezTo>
                  <a:cubicBezTo>
                    <a:pt x="68274" y="5609"/>
                    <a:pt x="65159" y="1171"/>
                    <a:pt x="60501" y="361"/>
                  </a:cubicBezTo>
                  <a:cubicBezTo>
                    <a:pt x="60492" y="353"/>
                    <a:pt x="60484" y="353"/>
                    <a:pt x="60475" y="353"/>
                  </a:cubicBezTo>
                  <a:cubicBezTo>
                    <a:pt x="53115" y="-1599"/>
                    <a:pt x="45755" y="4332"/>
                    <a:pt x="41174" y="8837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5" name="Content Placeholder 4">
              <a:extLst>
                <a:ext uri="{FF2B5EF4-FFF2-40B4-BE49-F238E27FC236}">
                  <a16:creationId xmlns:a16="http://schemas.microsoft.com/office/drawing/2014/main" id="{603A16F8-1666-BDC9-B23B-D6D0FDC7EF03}"/>
                </a:ext>
              </a:extLst>
            </p:cNvPr>
            <p:cNvSpPr/>
            <p:nvPr/>
          </p:nvSpPr>
          <p:spPr>
            <a:xfrm>
              <a:off x="3371810" y="5046261"/>
              <a:ext cx="239344" cy="286559"/>
            </a:xfrm>
            <a:custGeom>
              <a:avLst/>
              <a:gdLst>
                <a:gd name="connsiteX0" fmla="*/ 239119 w 239344"/>
                <a:gd name="connsiteY0" fmla="*/ 278092 h 286559"/>
                <a:gd name="connsiteX1" fmla="*/ 239119 w 239344"/>
                <a:gd name="connsiteY1" fmla="*/ 277642 h 286559"/>
                <a:gd name="connsiteX2" fmla="*/ 230032 w 239344"/>
                <a:gd name="connsiteY2" fmla="*/ 126422 h 286559"/>
                <a:gd name="connsiteX3" fmla="*/ 209680 w 239344"/>
                <a:gd name="connsiteY3" fmla="*/ 55692 h 286559"/>
                <a:gd name="connsiteX4" fmla="*/ 175885 w 239344"/>
                <a:gd name="connsiteY4" fmla="*/ 8389 h 286559"/>
                <a:gd name="connsiteX5" fmla="*/ 100785 w 239344"/>
                <a:gd name="connsiteY5" fmla="*/ 1331 h 286559"/>
                <a:gd name="connsiteX6" fmla="*/ 35974 w 239344"/>
                <a:gd name="connsiteY6" fmla="*/ 68907 h 286559"/>
                <a:gd name="connsiteX7" fmla="*/ 19077 w 239344"/>
                <a:gd name="connsiteY7" fmla="*/ 131903 h 286559"/>
                <a:gd name="connsiteX8" fmla="*/ 8337 w 239344"/>
                <a:gd name="connsiteY8" fmla="*/ 215622 h 286559"/>
                <a:gd name="connsiteX9" fmla="*/ 76 w 239344"/>
                <a:gd name="connsiteY9" fmla="*/ 284324 h 286559"/>
                <a:gd name="connsiteX10" fmla="*/ 50769 w 239344"/>
                <a:gd name="connsiteY10" fmla="*/ 285901 h 286559"/>
                <a:gd name="connsiteX11" fmla="*/ 97706 w 239344"/>
                <a:gd name="connsiteY11" fmla="*/ 285901 h 286559"/>
                <a:gd name="connsiteX12" fmla="*/ 237242 w 239344"/>
                <a:gd name="connsiteY12" fmla="*/ 280119 h 286559"/>
                <a:gd name="connsiteX13" fmla="*/ 239119 w 239344"/>
                <a:gd name="connsiteY13" fmla="*/ 278092 h 286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9344" h="286559">
                  <a:moveTo>
                    <a:pt x="239119" y="278092"/>
                  </a:moveTo>
                  <a:cubicBezTo>
                    <a:pt x="239119" y="278092"/>
                    <a:pt x="239119" y="278092"/>
                    <a:pt x="239119" y="277642"/>
                  </a:cubicBezTo>
                  <a:cubicBezTo>
                    <a:pt x="229281" y="227786"/>
                    <a:pt x="235890" y="176578"/>
                    <a:pt x="230032" y="126422"/>
                  </a:cubicBezTo>
                  <a:cubicBezTo>
                    <a:pt x="227516" y="101824"/>
                    <a:pt x="220623" y="77872"/>
                    <a:pt x="209680" y="55692"/>
                  </a:cubicBezTo>
                  <a:cubicBezTo>
                    <a:pt x="201344" y="39023"/>
                    <a:pt x="194660" y="16273"/>
                    <a:pt x="175885" y="8389"/>
                  </a:cubicBezTo>
                  <a:cubicBezTo>
                    <a:pt x="152829" y="-1448"/>
                    <a:pt x="125043" y="-922"/>
                    <a:pt x="100785" y="1331"/>
                  </a:cubicBezTo>
                  <a:cubicBezTo>
                    <a:pt x="66915" y="4409"/>
                    <a:pt x="48891" y="40975"/>
                    <a:pt x="35974" y="68907"/>
                  </a:cubicBezTo>
                  <a:cubicBezTo>
                    <a:pt x="26887" y="88279"/>
                    <a:pt x="23808" y="111179"/>
                    <a:pt x="19077" y="131903"/>
                  </a:cubicBezTo>
                  <a:cubicBezTo>
                    <a:pt x="11877" y="159226"/>
                    <a:pt x="8267" y="187368"/>
                    <a:pt x="8337" y="215622"/>
                  </a:cubicBezTo>
                  <a:cubicBezTo>
                    <a:pt x="8337" y="222605"/>
                    <a:pt x="-1125" y="284324"/>
                    <a:pt x="76" y="284324"/>
                  </a:cubicBezTo>
                  <a:cubicBezTo>
                    <a:pt x="16899" y="284324"/>
                    <a:pt x="33721" y="285300"/>
                    <a:pt x="50769" y="285901"/>
                  </a:cubicBezTo>
                  <a:cubicBezTo>
                    <a:pt x="66389" y="286427"/>
                    <a:pt x="82160" y="286352"/>
                    <a:pt x="97706" y="285901"/>
                  </a:cubicBezTo>
                  <a:cubicBezTo>
                    <a:pt x="153130" y="284850"/>
                    <a:pt x="185348" y="290556"/>
                    <a:pt x="237242" y="280119"/>
                  </a:cubicBezTo>
                  <a:cubicBezTo>
                    <a:pt x="238894" y="279669"/>
                    <a:pt x="239720" y="278768"/>
                    <a:pt x="239119" y="278092"/>
                  </a:cubicBezTo>
                  <a:close/>
                </a:path>
              </a:pathLst>
            </a:custGeom>
            <a:solidFill>
              <a:srgbClr val="F3F3F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6" name="Content Placeholder 4">
              <a:extLst>
                <a:ext uri="{FF2B5EF4-FFF2-40B4-BE49-F238E27FC236}">
                  <a16:creationId xmlns:a16="http://schemas.microsoft.com/office/drawing/2014/main" id="{EE914DFB-9D25-6804-4FAF-33D5DEE0A937}"/>
                </a:ext>
              </a:extLst>
            </p:cNvPr>
            <p:cNvSpPr/>
            <p:nvPr/>
          </p:nvSpPr>
          <p:spPr>
            <a:xfrm>
              <a:off x="3540093" y="5059671"/>
              <a:ext cx="82209" cy="235128"/>
            </a:xfrm>
            <a:custGeom>
              <a:avLst/>
              <a:gdLst>
                <a:gd name="connsiteX0" fmla="*/ 64903 w 82209"/>
                <a:gd name="connsiteY0" fmla="*/ 110007 h 235128"/>
                <a:gd name="connsiteX1" fmla="*/ 50785 w 82209"/>
                <a:gd name="connsiteY1" fmla="*/ 52118 h 235128"/>
                <a:gd name="connsiteX2" fmla="*/ 22922 w 82209"/>
                <a:gd name="connsiteY2" fmla="*/ 1961 h 235128"/>
                <a:gd name="connsiteX3" fmla="*/ 17365 w 82209"/>
                <a:gd name="connsiteY3" fmla="*/ 234 h 235128"/>
                <a:gd name="connsiteX4" fmla="*/ 242 w 82209"/>
                <a:gd name="connsiteY4" fmla="*/ 23811 h 235128"/>
                <a:gd name="connsiteX5" fmla="*/ 30282 w 82209"/>
                <a:gd name="connsiteY5" fmla="*/ 83878 h 235128"/>
                <a:gd name="connsiteX6" fmla="*/ 53864 w 82209"/>
                <a:gd name="connsiteY6" fmla="*/ 157311 h 235128"/>
                <a:gd name="connsiteX7" fmla="*/ 71437 w 82209"/>
                <a:gd name="connsiteY7" fmla="*/ 234047 h 235128"/>
                <a:gd name="connsiteX8" fmla="*/ 73014 w 82209"/>
                <a:gd name="connsiteY8" fmla="*/ 235099 h 235128"/>
                <a:gd name="connsiteX9" fmla="*/ 80524 w 82209"/>
                <a:gd name="connsiteY9" fmla="*/ 235099 h 235128"/>
                <a:gd name="connsiteX10" fmla="*/ 82176 w 82209"/>
                <a:gd name="connsiteY10" fmla="*/ 233597 h 235128"/>
                <a:gd name="connsiteX11" fmla="*/ 64903 w 82209"/>
                <a:gd name="connsiteY11" fmla="*/ 110007 h 235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09" h="235128">
                  <a:moveTo>
                    <a:pt x="64903" y="110007"/>
                  </a:moveTo>
                  <a:cubicBezTo>
                    <a:pt x="62532" y="90215"/>
                    <a:pt x="57792" y="70776"/>
                    <a:pt x="50785" y="52118"/>
                  </a:cubicBezTo>
                  <a:cubicBezTo>
                    <a:pt x="42937" y="34638"/>
                    <a:pt x="33615" y="17856"/>
                    <a:pt x="22922" y="1961"/>
                  </a:cubicBezTo>
                  <a:cubicBezTo>
                    <a:pt x="22922" y="1285"/>
                    <a:pt x="18266" y="384"/>
                    <a:pt x="17365" y="234"/>
                  </a:cubicBezTo>
                  <a:cubicBezTo>
                    <a:pt x="2796" y="-2094"/>
                    <a:pt x="-1185" y="11421"/>
                    <a:pt x="242" y="23811"/>
                  </a:cubicBezTo>
                  <a:cubicBezTo>
                    <a:pt x="2871" y="45435"/>
                    <a:pt x="20669" y="65107"/>
                    <a:pt x="30282" y="83878"/>
                  </a:cubicBezTo>
                  <a:cubicBezTo>
                    <a:pt x="41848" y="106779"/>
                    <a:pt x="47180" y="132833"/>
                    <a:pt x="53864" y="157311"/>
                  </a:cubicBezTo>
                  <a:cubicBezTo>
                    <a:pt x="61012" y="182577"/>
                    <a:pt x="66878" y="208188"/>
                    <a:pt x="71437" y="234047"/>
                  </a:cubicBezTo>
                  <a:cubicBezTo>
                    <a:pt x="71689" y="234693"/>
                    <a:pt x="72319" y="235114"/>
                    <a:pt x="73014" y="235099"/>
                  </a:cubicBezTo>
                  <a:lnTo>
                    <a:pt x="80524" y="235099"/>
                  </a:lnTo>
                  <a:cubicBezTo>
                    <a:pt x="81350" y="235099"/>
                    <a:pt x="82251" y="234423"/>
                    <a:pt x="82176" y="233597"/>
                  </a:cubicBezTo>
                  <a:cubicBezTo>
                    <a:pt x="76694" y="192075"/>
                    <a:pt x="71437" y="151004"/>
                    <a:pt x="64903" y="110007"/>
                  </a:cubicBezTo>
                  <a:close/>
                </a:path>
              </a:pathLst>
            </a:custGeom>
            <a:solidFill>
              <a:srgbClr val="EBEB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7" name="Content Placeholder 4">
              <a:extLst>
                <a:ext uri="{FF2B5EF4-FFF2-40B4-BE49-F238E27FC236}">
                  <a16:creationId xmlns:a16="http://schemas.microsoft.com/office/drawing/2014/main" id="{0F0DBC46-5BB7-BA02-46FE-BA9C2FDA0486}"/>
                </a:ext>
              </a:extLst>
            </p:cNvPr>
            <p:cNvSpPr/>
            <p:nvPr/>
          </p:nvSpPr>
          <p:spPr>
            <a:xfrm>
              <a:off x="3491925" y="5101757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8" name="Content Placeholder 4">
              <a:extLst>
                <a:ext uri="{FF2B5EF4-FFF2-40B4-BE49-F238E27FC236}">
                  <a16:creationId xmlns:a16="http://schemas.microsoft.com/office/drawing/2014/main" id="{BE16FDD0-7849-4A69-D434-07E02623D206}"/>
                </a:ext>
              </a:extLst>
            </p:cNvPr>
            <p:cNvSpPr/>
            <p:nvPr/>
          </p:nvSpPr>
          <p:spPr>
            <a:xfrm>
              <a:off x="3492525" y="5101607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9" name="Content Placeholder 4">
              <a:extLst>
                <a:ext uri="{FF2B5EF4-FFF2-40B4-BE49-F238E27FC236}">
                  <a16:creationId xmlns:a16="http://schemas.microsoft.com/office/drawing/2014/main" id="{64B4757D-BE69-D1AA-7ED9-48B55D6DAC6A}"/>
                </a:ext>
              </a:extLst>
            </p:cNvPr>
            <p:cNvSpPr/>
            <p:nvPr/>
          </p:nvSpPr>
          <p:spPr>
            <a:xfrm>
              <a:off x="3492300" y="5101682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1D436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0" name="Content Placeholder 4">
              <a:extLst>
                <a:ext uri="{FF2B5EF4-FFF2-40B4-BE49-F238E27FC236}">
                  <a16:creationId xmlns:a16="http://schemas.microsoft.com/office/drawing/2014/main" id="{01F08950-8D9D-5990-46B9-631B5058E88E}"/>
                </a:ext>
              </a:extLst>
            </p:cNvPr>
            <p:cNvSpPr/>
            <p:nvPr/>
          </p:nvSpPr>
          <p:spPr>
            <a:xfrm>
              <a:off x="3611232" y="5290830"/>
              <a:ext cx="21056" cy="21212"/>
            </a:xfrm>
            <a:custGeom>
              <a:avLst/>
              <a:gdLst>
                <a:gd name="connsiteX0" fmla="*/ 18322 w 21056"/>
                <a:gd name="connsiteY0" fmla="*/ 14526 h 21212"/>
                <a:gd name="connsiteX1" fmla="*/ 12539 w 21056"/>
                <a:gd name="connsiteY1" fmla="*/ 9946 h 21212"/>
                <a:gd name="connsiteX2" fmla="*/ 10812 w 21056"/>
                <a:gd name="connsiteY2" fmla="*/ 8520 h 21212"/>
                <a:gd name="connsiteX3" fmla="*/ 4353 w 21056"/>
                <a:gd name="connsiteY3" fmla="*/ 1011 h 21212"/>
                <a:gd name="connsiteX4" fmla="*/ 523 w 21056"/>
                <a:gd name="connsiteY4" fmla="*/ 16028 h 21212"/>
                <a:gd name="connsiteX5" fmla="*/ 523 w 21056"/>
                <a:gd name="connsiteY5" fmla="*/ 20608 h 21212"/>
                <a:gd name="connsiteX6" fmla="*/ 5179 w 21056"/>
                <a:gd name="connsiteY6" fmla="*/ 20083 h 21212"/>
                <a:gd name="connsiteX7" fmla="*/ 9009 w 21056"/>
                <a:gd name="connsiteY7" fmla="*/ 16854 h 21212"/>
                <a:gd name="connsiteX8" fmla="*/ 15318 w 21056"/>
                <a:gd name="connsiteY8" fmla="*/ 17905 h 21212"/>
                <a:gd name="connsiteX9" fmla="*/ 17946 w 21056"/>
                <a:gd name="connsiteY9" fmla="*/ 21059 h 21212"/>
                <a:gd name="connsiteX10" fmla="*/ 21000 w 21056"/>
                <a:gd name="connsiteY10" fmla="*/ 18761 h 21212"/>
                <a:gd name="connsiteX11" fmla="*/ 21025 w 21056"/>
                <a:gd name="connsiteY11" fmla="*/ 18281 h 21212"/>
                <a:gd name="connsiteX12" fmla="*/ 18322 w 21056"/>
                <a:gd name="connsiteY12" fmla="*/ 14526 h 21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056" h="21212">
                  <a:moveTo>
                    <a:pt x="18322" y="14526"/>
                  </a:moveTo>
                  <a:cubicBezTo>
                    <a:pt x="16529" y="12837"/>
                    <a:pt x="14594" y="11305"/>
                    <a:pt x="12539" y="9946"/>
                  </a:cubicBezTo>
                  <a:cubicBezTo>
                    <a:pt x="11856" y="9616"/>
                    <a:pt x="11263" y="9128"/>
                    <a:pt x="10812" y="8520"/>
                  </a:cubicBezTo>
                  <a:cubicBezTo>
                    <a:pt x="9460" y="6568"/>
                    <a:pt x="8784" y="-3193"/>
                    <a:pt x="4353" y="1011"/>
                  </a:cubicBezTo>
                  <a:cubicBezTo>
                    <a:pt x="-78" y="5216"/>
                    <a:pt x="1875" y="11523"/>
                    <a:pt x="523" y="16028"/>
                  </a:cubicBezTo>
                  <a:cubicBezTo>
                    <a:pt x="72" y="17605"/>
                    <a:pt x="-453" y="19482"/>
                    <a:pt x="523" y="20608"/>
                  </a:cubicBezTo>
                  <a:cubicBezTo>
                    <a:pt x="2008" y="21540"/>
                    <a:pt x="3940" y="21322"/>
                    <a:pt x="5179" y="20083"/>
                  </a:cubicBezTo>
                  <a:cubicBezTo>
                    <a:pt x="6314" y="18851"/>
                    <a:pt x="7601" y="17763"/>
                    <a:pt x="9009" y="16854"/>
                  </a:cubicBezTo>
                  <a:cubicBezTo>
                    <a:pt x="11080" y="15585"/>
                    <a:pt x="13769" y="16036"/>
                    <a:pt x="15318" y="17905"/>
                  </a:cubicBezTo>
                  <a:cubicBezTo>
                    <a:pt x="16144" y="19032"/>
                    <a:pt x="16594" y="20608"/>
                    <a:pt x="17946" y="21059"/>
                  </a:cubicBezTo>
                  <a:cubicBezTo>
                    <a:pt x="19425" y="21269"/>
                    <a:pt x="20792" y="20240"/>
                    <a:pt x="21000" y="18761"/>
                  </a:cubicBezTo>
                  <a:cubicBezTo>
                    <a:pt x="21023" y="18604"/>
                    <a:pt x="21031" y="18438"/>
                    <a:pt x="21025" y="18281"/>
                  </a:cubicBezTo>
                  <a:cubicBezTo>
                    <a:pt x="20582" y="16756"/>
                    <a:pt x="19628" y="15427"/>
                    <a:pt x="18322" y="14526"/>
                  </a:cubicBezTo>
                  <a:close/>
                </a:path>
              </a:pathLst>
            </a:custGeom>
            <a:solidFill>
              <a:srgbClr val="A8928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1" name="Content Placeholder 4">
              <a:extLst>
                <a:ext uri="{FF2B5EF4-FFF2-40B4-BE49-F238E27FC236}">
                  <a16:creationId xmlns:a16="http://schemas.microsoft.com/office/drawing/2014/main" id="{29CC06E7-6385-3E9F-B44E-D0B44AB7AB69}"/>
                </a:ext>
              </a:extLst>
            </p:cNvPr>
            <p:cNvSpPr/>
            <p:nvPr/>
          </p:nvSpPr>
          <p:spPr>
            <a:xfrm>
              <a:off x="3481839" y="5053765"/>
              <a:ext cx="41375" cy="182018"/>
            </a:xfrm>
            <a:custGeom>
              <a:avLst/>
              <a:gdLst>
                <a:gd name="connsiteX0" fmla="*/ 4574 w 41375"/>
                <a:gd name="connsiteY0" fmla="*/ 5239 h 182018"/>
                <a:gd name="connsiteX1" fmla="*/ 4574 w 41375"/>
                <a:gd name="connsiteY1" fmla="*/ 3062 h 182018"/>
                <a:gd name="connsiteX2" fmla="*/ 7578 w 41375"/>
                <a:gd name="connsiteY2" fmla="*/ 1034 h 182018"/>
                <a:gd name="connsiteX3" fmla="*/ 20120 w 41375"/>
                <a:gd name="connsiteY3" fmla="*/ 1034 h 182018"/>
                <a:gd name="connsiteX4" fmla="*/ 22448 w 41375"/>
                <a:gd name="connsiteY4" fmla="*/ 11471 h 182018"/>
                <a:gd name="connsiteX5" fmla="*/ 17567 w 41375"/>
                <a:gd name="connsiteY5" fmla="*/ 14775 h 182018"/>
                <a:gd name="connsiteX6" fmla="*/ 17567 w 41375"/>
                <a:gd name="connsiteY6" fmla="*/ 17628 h 182018"/>
                <a:gd name="connsiteX7" fmla="*/ 25903 w 41375"/>
                <a:gd name="connsiteY7" fmla="*/ 59675 h 182018"/>
                <a:gd name="connsiteX8" fmla="*/ 40923 w 41375"/>
                <a:gd name="connsiteY8" fmla="*/ 154207 h 182018"/>
                <a:gd name="connsiteX9" fmla="*/ 40923 w 41375"/>
                <a:gd name="connsiteY9" fmla="*/ 164794 h 182018"/>
                <a:gd name="connsiteX10" fmla="*/ 25903 w 41375"/>
                <a:gd name="connsiteY10" fmla="*/ 181237 h 182018"/>
                <a:gd name="connsiteX11" fmla="*/ 23575 w 41375"/>
                <a:gd name="connsiteY11" fmla="*/ 181988 h 182018"/>
                <a:gd name="connsiteX12" fmla="*/ 20796 w 41375"/>
                <a:gd name="connsiteY12" fmla="*/ 180111 h 182018"/>
                <a:gd name="connsiteX13" fmla="*/ 5776 w 41375"/>
                <a:gd name="connsiteY13" fmla="*/ 162466 h 182018"/>
                <a:gd name="connsiteX14" fmla="*/ 895 w 41375"/>
                <a:gd name="connsiteY14" fmla="*/ 154958 h 182018"/>
                <a:gd name="connsiteX15" fmla="*/ 444 w 41375"/>
                <a:gd name="connsiteY15" fmla="*/ 143245 h 182018"/>
                <a:gd name="connsiteX16" fmla="*/ 6152 w 41375"/>
                <a:gd name="connsiteY16" fmla="*/ 94815 h 182018"/>
                <a:gd name="connsiteX17" fmla="*/ 10432 w 41375"/>
                <a:gd name="connsiteY17" fmla="*/ 46761 h 182018"/>
                <a:gd name="connsiteX18" fmla="*/ 10432 w 41375"/>
                <a:gd name="connsiteY18" fmla="*/ 22734 h 182018"/>
                <a:gd name="connsiteX19" fmla="*/ 4574 w 41375"/>
                <a:gd name="connsiteY19" fmla="*/ 5239 h 182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1375" h="182018">
                  <a:moveTo>
                    <a:pt x="4574" y="5239"/>
                  </a:moveTo>
                  <a:cubicBezTo>
                    <a:pt x="4316" y="4533"/>
                    <a:pt x="4316" y="3768"/>
                    <a:pt x="4574" y="3062"/>
                  </a:cubicBezTo>
                  <a:cubicBezTo>
                    <a:pt x="4574" y="1860"/>
                    <a:pt x="6302" y="1410"/>
                    <a:pt x="7578" y="1034"/>
                  </a:cubicBezTo>
                  <a:cubicBezTo>
                    <a:pt x="11638" y="-384"/>
                    <a:pt x="16060" y="-384"/>
                    <a:pt x="20120" y="1034"/>
                  </a:cubicBezTo>
                  <a:cubicBezTo>
                    <a:pt x="24025" y="2911"/>
                    <a:pt x="25978" y="8993"/>
                    <a:pt x="22448" y="11471"/>
                  </a:cubicBezTo>
                  <a:cubicBezTo>
                    <a:pt x="20796" y="12672"/>
                    <a:pt x="18318" y="12898"/>
                    <a:pt x="17567" y="14775"/>
                  </a:cubicBezTo>
                  <a:cubicBezTo>
                    <a:pt x="17268" y="15706"/>
                    <a:pt x="17268" y="16697"/>
                    <a:pt x="17567" y="17628"/>
                  </a:cubicBezTo>
                  <a:lnTo>
                    <a:pt x="25903" y="59675"/>
                  </a:lnTo>
                  <a:cubicBezTo>
                    <a:pt x="32667" y="90881"/>
                    <a:pt x="37681" y="122439"/>
                    <a:pt x="40923" y="154207"/>
                  </a:cubicBezTo>
                  <a:cubicBezTo>
                    <a:pt x="41487" y="157713"/>
                    <a:pt x="41487" y="161287"/>
                    <a:pt x="40923" y="164794"/>
                  </a:cubicBezTo>
                  <a:cubicBezTo>
                    <a:pt x="38366" y="172092"/>
                    <a:pt x="32941" y="178031"/>
                    <a:pt x="25903" y="181237"/>
                  </a:cubicBezTo>
                  <a:cubicBezTo>
                    <a:pt x="25216" y="181710"/>
                    <a:pt x="24408" y="181973"/>
                    <a:pt x="23575" y="181988"/>
                  </a:cubicBezTo>
                  <a:cubicBezTo>
                    <a:pt x="22438" y="181748"/>
                    <a:pt x="21440" y="181080"/>
                    <a:pt x="20796" y="180111"/>
                  </a:cubicBezTo>
                  <a:lnTo>
                    <a:pt x="5776" y="162466"/>
                  </a:lnTo>
                  <a:cubicBezTo>
                    <a:pt x="3715" y="160274"/>
                    <a:pt x="2062" y="157728"/>
                    <a:pt x="895" y="154958"/>
                  </a:cubicBezTo>
                  <a:cubicBezTo>
                    <a:pt x="-160" y="151143"/>
                    <a:pt x="-314" y="147134"/>
                    <a:pt x="444" y="143245"/>
                  </a:cubicBezTo>
                  <a:cubicBezTo>
                    <a:pt x="2321" y="127101"/>
                    <a:pt x="4274" y="110958"/>
                    <a:pt x="6152" y="94815"/>
                  </a:cubicBezTo>
                  <a:cubicBezTo>
                    <a:pt x="8029" y="78672"/>
                    <a:pt x="9907" y="62829"/>
                    <a:pt x="10432" y="46761"/>
                  </a:cubicBezTo>
                  <a:cubicBezTo>
                    <a:pt x="10845" y="38757"/>
                    <a:pt x="10845" y="30738"/>
                    <a:pt x="10432" y="22734"/>
                  </a:cubicBezTo>
                  <a:cubicBezTo>
                    <a:pt x="9343" y="16644"/>
                    <a:pt x="7370" y="10750"/>
                    <a:pt x="4574" y="5239"/>
                  </a:cubicBezTo>
                  <a:close/>
                </a:path>
              </a:pathLst>
            </a:custGeom>
            <a:solidFill>
              <a:srgbClr val="7A413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2" name="Content Placeholder 4">
              <a:extLst>
                <a:ext uri="{FF2B5EF4-FFF2-40B4-BE49-F238E27FC236}">
                  <a16:creationId xmlns:a16="http://schemas.microsoft.com/office/drawing/2014/main" id="{57DEA3B2-3F1A-D48A-D7AB-BABFA9036C2F}"/>
                </a:ext>
              </a:extLst>
            </p:cNvPr>
            <p:cNvSpPr/>
            <p:nvPr/>
          </p:nvSpPr>
          <p:spPr>
            <a:xfrm>
              <a:off x="3361626" y="5044106"/>
              <a:ext cx="254236" cy="302744"/>
            </a:xfrm>
            <a:custGeom>
              <a:avLst/>
              <a:gdLst>
                <a:gd name="connsiteX0" fmla="*/ 100154 w 254236"/>
                <a:gd name="connsiteY0" fmla="*/ 5963 h 302744"/>
                <a:gd name="connsiteX1" fmla="*/ 101205 w 254236"/>
                <a:gd name="connsiteY1" fmla="*/ 10243 h 302744"/>
                <a:gd name="connsiteX2" fmla="*/ 101205 w 254236"/>
                <a:gd name="connsiteY2" fmla="*/ 21580 h 302744"/>
                <a:gd name="connsiteX3" fmla="*/ 135151 w 254236"/>
                <a:gd name="connsiteY3" fmla="*/ 75341 h 302744"/>
                <a:gd name="connsiteX4" fmla="*/ 141309 w 254236"/>
                <a:gd name="connsiteY4" fmla="*/ 77293 h 302744"/>
                <a:gd name="connsiteX5" fmla="*/ 153100 w 254236"/>
                <a:gd name="connsiteY5" fmla="*/ 64679 h 302744"/>
                <a:gd name="connsiteX6" fmla="*/ 165416 w 254236"/>
                <a:gd name="connsiteY6" fmla="*/ 16249 h 302744"/>
                <a:gd name="connsiteX7" fmla="*/ 167894 w 254236"/>
                <a:gd name="connsiteY7" fmla="*/ 3560 h 302744"/>
                <a:gd name="connsiteX8" fmla="*/ 179009 w 254236"/>
                <a:gd name="connsiteY8" fmla="*/ 2059 h 302744"/>
                <a:gd name="connsiteX9" fmla="*/ 179685 w 254236"/>
                <a:gd name="connsiteY9" fmla="*/ 9567 h 302744"/>
                <a:gd name="connsiteX10" fmla="*/ 189373 w 254236"/>
                <a:gd name="connsiteY10" fmla="*/ 55444 h 302744"/>
                <a:gd name="connsiteX11" fmla="*/ 217610 w 254236"/>
                <a:gd name="connsiteY11" fmla="*/ 89532 h 302744"/>
                <a:gd name="connsiteX12" fmla="*/ 247650 w 254236"/>
                <a:gd name="connsiteY12" fmla="*/ 184364 h 302744"/>
                <a:gd name="connsiteX13" fmla="*/ 253884 w 254236"/>
                <a:gd name="connsiteY13" fmla="*/ 276042 h 302744"/>
                <a:gd name="connsiteX14" fmla="*/ 251330 w 254236"/>
                <a:gd name="connsiteY14" fmla="*/ 284151 h 302744"/>
                <a:gd name="connsiteX15" fmla="*/ 243820 w 254236"/>
                <a:gd name="connsiteY15" fmla="*/ 287380 h 302744"/>
                <a:gd name="connsiteX16" fmla="*/ 173752 w 254236"/>
                <a:gd name="connsiteY16" fmla="*/ 299093 h 302744"/>
                <a:gd name="connsiteX17" fmla="*/ 107213 w 254236"/>
                <a:gd name="connsiteY17" fmla="*/ 302171 h 302744"/>
                <a:gd name="connsiteX18" fmla="*/ 65082 w 254236"/>
                <a:gd name="connsiteY18" fmla="*/ 295564 h 302744"/>
                <a:gd name="connsiteX19" fmla="*/ -29 w 254236"/>
                <a:gd name="connsiteY19" fmla="*/ 282950 h 302744"/>
                <a:gd name="connsiteX20" fmla="*/ 11161 w 254236"/>
                <a:gd name="connsiteY20" fmla="*/ 158234 h 302744"/>
                <a:gd name="connsiteX21" fmla="*/ 25054 w 254236"/>
                <a:gd name="connsiteY21" fmla="*/ 95839 h 302744"/>
                <a:gd name="connsiteX22" fmla="*/ 42252 w 254236"/>
                <a:gd name="connsiteY22" fmla="*/ 68433 h 302744"/>
                <a:gd name="connsiteX23" fmla="*/ 64782 w 254236"/>
                <a:gd name="connsiteY23" fmla="*/ 25410 h 302744"/>
                <a:gd name="connsiteX24" fmla="*/ 100154 w 254236"/>
                <a:gd name="connsiteY24" fmla="*/ 5963 h 30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54236" h="302744">
                  <a:moveTo>
                    <a:pt x="100154" y="5963"/>
                  </a:moveTo>
                  <a:cubicBezTo>
                    <a:pt x="101115" y="7164"/>
                    <a:pt x="101499" y="8733"/>
                    <a:pt x="101205" y="10243"/>
                  </a:cubicBezTo>
                  <a:cubicBezTo>
                    <a:pt x="101205" y="14072"/>
                    <a:pt x="101205" y="17751"/>
                    <a:pt x="101205" y="21580"/>
                  </a:cubicBezTo>
                  <a:cubicBezTo>
                    <a:pt x="102361" y="44196"/>
                    <a:pt x="115227" y="64574"/>
                    <a:pt x="135151" y="75341"/>
                  </a:cubicBezTo>
                  <a:cubicBezTo>
                    <a:pt x="137010" y="76490"/>
                    <a:pt x="139126" y="77158"/>
                    <a:pt x="141309" y="77293"/>
                  </a:cubicBezTo>
                  <a:cubicBezTo>
                    <a:pt x="147467" y="77293"/>
                    <a:pt x="150997" y="70460"/>
                    <a:pt x="153100" y="64679"/>
                  </a:cubicBezTo>
                  <a:cubicBezTo>
                    <a:pt x="159638" y="49256"/>
                    <a:pt x="163791" y="32926"/>
                    <a:pt x="165416" y="16249"/>
                  </a:cubicBezTo>
                  <a:cubicBezTo>
                    <a:pt x="165070" y="11872"/>
                    <a:pt x="165927" y="7487"/>
                    <a:pt x="167894" y="3560"/>
                  </a:cubicBezTo>
                  <a:cubicBezTo>
                    <a:pt x="170372" y="-119"/>
                    <a:pt x="176456" y="-1546"/>
                    <a:pt x="179009" y="2059"/>
                  </a:cubicBezTo>
                  <a:cubicBezTo>
                    <a:pt x="180121" y="4401"/>
                    <a:pt x="180361" y="7067"/>
                    <a:pt x="179685" y="9567"/>
                  </a:cubicBezTo>
                  <a:cubicBezTo>
                    <a:pt x="177566" y="25515"/>
                    <a:pt x="180986" y="41710"/>
                    <a:pt x="189373" y="55444"/>
                  </a:cubicBezTo>
                  <a:cubicBezTo>
                    <a:pt x="196883" y="67983"/>
                    <a:pt x="208673" y="77969"/>
                    <a:pt x="217610" y="89532"/>
                  </a:cubicBezTo>
                  <a:cubicBezTo>
                    <a:pt x="237887" y="116262"/>
                    <a:pt x="243144" y="151101"/>
                    <a:pt x="247650" y="184364"/>
                  </a:cubicBezTo>
                  <a:cubicBezTo>
                    <a:pt x="252984" y="214615"/>
                    <a:pt x="255074" y="245347"/>
                    <a:pt x="253884" y="276042"/>
                  </a:cubicBezTo>
                  <a:cubicBezTo>
                    <a:pt x="253949" y="278955"/>
                    <a:pt x="253051" y="281801"/>
                    <a:pt x="251330" y="284151"/>
                  </a:cubicBezTo>
                  <a:cubicBezTo>
                    <a:pt x="249215" y="285968"/>
                    <a:pt x="246594" y="287094"/>
                    <a:pt x="243820" y="287380"/>
                  </a:cubicBezTo>
                  <a:cubicBezTo>
                    <a:pt x="220639" y="292388"/>
                    <a:pt x="197283" y="296292"/>
                    <a:pt x="173752" y="299093"/>
                  </a:cubicBezTo>
                  <a:cubicBezTo>
                    <a:pt x="151741" y="302442"/>
                    <a:pt x="129439" y="303470"/>
                    <a:pt x="107213" y="302171"/>
                  </a:cubicBezTo>
                  <a:cubicBezTo>
                    <a:pt x="93056" y="300760"/>
                    <a:pt x="78991" y="298560"/>
                    <a:pt x="65082" y="295564"/>
                  </a:cubicBezTo>
                  <a:lnTo>
                    <a:pt x="-29" y="282950"/>
                  </a:lnTo>
                  <a:cubicBezTo>
                    <a:pt x="3726" y="241353"/>
                    <a:pt x="7456" y="199778"/>
                    <a:pt x="11161" y="158234"/>
                  </a:cubicBezTo>
                  <a:cubicBezTo>
                    <a:pt x="13038" y="136835"/>
                    <a:pt x="15141" y="114835"/>
                    <a:pt x="25054" y="95839"/>
                  </a:cubicBezTo>
                  <a:cubicBezTo>
                    <a:pt x="30011" y="86228"/>
                    <a:pt x="36770" y="77743"/>
                    <a:pt x="42252" y="68433"/>
                  </a:cubicBezTo>
                  <a:cubicBezTo>
                    <a:pt x="50513" y="54467"/>
                    <a:pt x="55995" y="39075"/>
                    <a:pt x="64782" y="25410"/>
                  </a:cubicBezTo>
                  <a:cubicBezTo>
                    <a:pt x="69663" y="17300"/>
                    <a:pt x="87312" y="-4925"/>
                    <a:pt x="100154" y="5963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3" name="Content Placeholder 4">
              <a:extLst>
                <a:ext uri="{FF2B5EF4-FFF2-40B4-BE49-F238E27FC236}">
                  <a16:creationId xmlns:a16="http://schemas.microsoft.com/office/drawing/2014/main" id="{907153B9-7BD1-18AA-E79E-FC6FEEEC151D}"/>
                </a:ext>
              </a:extLst>
            </p:cNvPr>
            <p:cNvSpPr/>
            <p:nvPr/>
          </p:nvSpPr>
          <p:spPr>
            <a:xfrm>
              <a:off x="3372982" y="5024090"/>
              <a:ext cx="64307" cy="130035"/>
            </a:xfrm>
            <a:custGeom>
              <a:avLst/>
              <a:gdLst>
                <a:gd name="connsiteX0" fmla="*/ 63715 w 64307"/>
                <a:gd name="connsiteY0" fmla="*/ 5557 h 130035"/>
                <a:gd name="connsiteX1" fmla="*/ 55379 w 64307"/>
                <a:gd name="connsiteY1" fmla="*/ 1202 h 130035"/>
                <a:gd name="connsiteX2" fmla="*/ 47869 w 64307"/>
                <a:gd name="connsiteY2" fmla="*/ 10512 h 130035"/>
                <a:gd name="connsiteX3" fmla="*/ 4236 w 64307"/>
                <a:gd name="connsiteY3" fmla="*/ 89426 h 130035"/>
                <a:gd name="connsiteX4" fmla="*/ 5137 w 64307"/>
                <a:gd name="connsiteY4" fmla="*/ 123064 h 130035"/>
                <a:gd name="connsiteX5" fmla="*/ 29394 w 64307"/>
                <a:gd name="connsiteY5" fmla="*/ 126743 h 130035"/>
                <a:gd name="connsiteX6" fmla="*/ 42236 w 64307"/>
                <a:gd name="connsiteY6" fmla="*/ 101590 h 130035"/>
                <a:gd name="connsiteX7" fmla="*/ 52375 w 64307"/>
                <a:gd name="connsiteY7" fmla="*/ 59467 h 130035"/>
                <a:gd name="connsiteX8" fmla="*/ 62513 w 64307"/>
                <a:gd name="connsiteY8" fmla="*/ 18321 h 130035"/>
                <a:gd name="connsiteX9" fmla="*/ 63715 w 64307"/>
                <a:gd name="connsiteY9" fmla="*/ 5557 h 13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307" h="130035">
                  <a:moveTo>
                    <a:pt x="63715" y="5557"/>
                  </a:moveTo>
                  <a:cubicBezTo>
                    <a:pt x="61687" y="376"/>
                    <a:pt x="60185" y="-1501"/>
                    <a:pt x="55379" y="1202"/>
                  </a:cubicBezTo>
                  <a:cubicBezTo>
                    <a:pt x="52023" y="3507"/>
                    <a:pt x="49414" y="6743"/>
                    <a:pt x="47869" y="10512"/>
                  </a:cubicBezTo>
                  <a:cubicBezTo>
                    <a:pt x="31660" y="35861"/>
                    <a:pt x="17086" y="62223"/>
                    <a:pt x="4236" y="89426"/>
                  </a:cubicBezTo>
                  <a:cubicBezTo>
                    <a:pt x="-1759" y="99930"/>
                    <a:pt x="-1412" y="112897"/>
                    <a:pt x="5137" y="123064"/>
                  </a:cubicBezTo>
                  <a:cubicBezTo>
                    <a:pt x="10908" y="130625"/>
                    <a:pt x="21639" y="132254"/>
                    <a:pt x="29394" y="126743"/>
                  </a:cubicBezTo>
                  <a:cubicBezTo>
                    <a:pt x="35676" y="119542"/>
                    <a:pt x="40086" y="110900"/>
                    <a:pt x="42236" y="101590"/>
                  </a:cubicBezTo>
                  <a:cubicBezTo>
                    <a:pt x="46592" y="87774"/>
                    <a:pt x="48545" y="73358"/>
                    <a:pt x="52375" y="59467"/>
                  </a:cubicBezTo>
                  <a:cubicBezTo>
                    <a:pt x="56205" y="45576"/>
                    <a:pt x="58458" y="31986"/>
                    <a:pt x="62513" y="18321"/>
                  </a:cubicBezTo>
                  <a:cubicBezTo>
                    <a:pt x="64340" y="14326"/>
                    <a:pt x="64763" y="9829"/>
                    <a:pt x="63715" y="5557"/>
                  </a:cubicBezTo>
                  <a:close/>
                </a:path>
              </a:pathLst>
            </a:custGeom>
            <a:solidFill>
              <a:srgbClr val="EBEB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134" name="Group 1133">
            <a:extLst>
              <a:ext uri="{FF2B5EF4-FFF2-40B4-BE49-F238E27FC236}">
                <a16:creationId xmlns:a16="http://schemas.microsoft.com/office/drawing/2014/main" id="{89EA8DBB-22D6-23C5-B8FD-6A91846C2D68}"/>
              </a:ext>
            </a:extLst>
          </p:cNvPr>
          <p:cNvGrpSpPr/>
          <p:nvPr userDrawn="1"/>
        </p:nvGrpSpPr>
        <p:grpSpPr>
          <a:xfrm>
            <a:off x="8158791" y="5157139"/>
            <a:ext cx="668175" cy="850802"/>
            <a:chOff x="10996660" y="4876259"/>
            <a:chExt cx="668175" cy="850802"/>
          </a:xfrm>
        </p:grpSpPr>
        <p:sp>
          <p:nvSpPr>
            <p:cNvPr id="1135" name="Content Placeholder 4">
              <a:extLst>
                <a:ext uri="{FF2B5EF4-FFF2-40B4-BE49-F238E27FC236}">
                  <a16:creationId xmlns:a16="http://schemas.microsoft.com/office/drawing/2014/main" id="{93878D6C-B128-D2FC-7575-F79BAE55A355}"/>
                </a:ext>
              </a:extLst>
            </p:cNvPr>
            <p:cNvSpPr/>
            <p:nvPr/>
          </p:nvSpPr>
          <p:spPr>
            <a:xfrm>
              <a:off x="10996660" y="5669954"/>
              <a:ext cx="668175" cy="57107"/>
            </a:xfrm>
            <a:custGeom>
              <a:avLst/>
              <a:gdLst>
                <a:gd name="connsiteX0" fmla="*/ 663403 w 668175"/>
                <a:gd name="connsiteY0" fmla="*/ 19385 h 57107"/>
                <a:gd name="connsiteX1" fmla="*/ 650036 w 668175"/>
                <a:gd name="connsiteY1" fmla="*/ 16232 h 57107"/>
                <a:gd name="connsiteX2" fmla="*/ 371640 w 668175"/>
                <a:gd name="connsiteY2" fmla="*/ 24791 h 57107"/>
                <a:gd name="connsiteX3" fmla="*/ 110143 w 668175"/>
                <a:gd name="connsiteY3" fmla="*/ 2866 h 57107"/>
                <a:gd name="connsiteX4" fmla="*/ 95949 w 668175"/>
                <a:gd name="connsiteY4" fmla="*/ 314 h 57107"/>
                <a:gd name="connsiteX5" fmla="*/ 6429 w 668175"/>
                <a:gd name="connsiteY5" fmla="*/ 19610 h 57107"/>
                <a:gd name="connsiteX6" fmla="*/ 46 w 668175"/>
                <a:gd name="connsiteY6" fmla="*/ 26218 h 57107"/>
                <a:gd name="connsiteX7" fmla="*/ 10410 w 668175"/>
                <a:gd name="connsiteY7" fmla="*/ 35754 h 57107"/>
                <a:gd name="connsiteX8" fmla="*/ 179910 w 668175"/>
                <a:gd name="connsiteY8" fmla="*/ 43863 h 57107"/>
                <a:gd name="connsiteX9" fmla="*/ 191551 w 668175"/>
                <a:gd name="connsiteY9" fmla="*/ 47016 h 57107"/>
                <a:gd name="connsiteX10" fmla="*/ 190123 w 668175"/>
                <a:gd name="connsiteY10" fmla="*/ 57078 h 57107"/>
                <a:gd name="connsiteX11" fmla="*/ 356921 w 668175"/>
                <a:gd name="connsiteY11" fmla="*/ 57078 h 57107"/>
                <a:gd name="connsiteX12" fmla="*/ 507121 w 668175"/>
                <a:gd name="connsiteY12" fmla="*/ 54750 h 57107"/>
                <a:gd name="connsiteX13" fmla="*/ 657320 w 668175"/>
                <a:gd name="connsiteY13" fmla="*/ 36654 h 57107"/>
                <a:gd name="connsiteX14" fmla="*/ 667609 w 668175"/>
                <a:gd name="connsiteY14" fmla="*/ 30948 h 57107"/>
                <a:gd name="connsiteX15" fmla="*/ 663403 w 668175"/>
                <a:gd name="connsiteY15" fmla="*/ 19385 h 57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68175" h="57107">
                  <a:moveTo>
                    <a:pt x="663403" y="19385"/>
                  </a:moveTo>
                  <a:cubicBezTo>
                    <a:pt x="659273" y="17238"/>
                    <a:pt x="654692" y="16149"/>
                    <a:pt x="650036" y="16232"/>
                  </a:cubicBezTo>
                  <a:cubicBezTo>
                    <a:pt x="557287" y="10901"/>
                    <a:pt x="464539" y="22914"/>
                    <a:pt x="371640" y="24791"/>
                  </a:cubicBezTo>
                  <a:cubicBezTo>
                    <a:pt x="283924" y="26510"/>
                    <a:pt x="196357" y="19160"/>
                    <a:pt x="110143" y="2866"/>
                  </a:cubicBezTo>
                  <a:lnTo>
                    <a:pt x="95949" y="314"/>
                  </a:lnTo>
                  <a:cubicBezTo>
                    <a:pt x="64932" y="-1676"/>
                    <a:pt x="33916" y="5007"/>
                    <a:pt x="6429" y="19610"/>
                  </a:cubicBezTo>
                  <a:cubicBezTo>
                    <a:pt x="3575" y="21112"/>
                    <a:pt x="571" y="23064"/>
                    <a:pt x="46" y="26218"/>
                  </a:cubicBezTo>
                  <a:cubicBezTo>
                    <a:pt x="-780" y="31324"/>
                    <a:pt x="5378" y="34477"/>
                    <a:pt x="10410" y="35754"/>
                  </a:cubicBezTo>
                  <a:cubicBezTo>
                    <a:pt x="65382" y="49719"/>
                    <a:pt x="123060" y="42661"/>
                    <a:pt x="179910" y="43863"/>
                  </a:cubicBezTo>
                  <a:cubicBezTo>
                    <a:pt x="184041" y="43472"/>
                    <a:pt x="188171" y="44591"/>
                    <a:pt x="191551" y="47016"/>
                  </a:cubicBezTo>
                  <a:cubicBezTo>
                    <a:pt x="194555" y="49869"/>
                    <a:pt x="194179" y="56177"/>
                    <a:pt x="190123" y="57078"/>
                  </a:cubicBezTo>
                  <a:lnTo>
                    <a:pt x="356921" y="57078"/>
                  </a:lnTo>
                  <a:cubicBezTo>
                    <a:pt x="407012" y="57078"/>
                    <a:pt x="457179" y="57078"/>
                    <a:pt x="507121" y="54750"/>
                  </a:cubicBezTo>
                  <a:cubicBezTo>
                    <a:pt x="557588" y="52745"/>
                    <a:pt x="607830" y="46694"/>
                    <a:pt x="657320" y="36654"/>
                  </a:cubicBezTo>
                  <a:cubicBezTo>
                    <a:pt x="661375" y="36286"/>
                    <a:pt x="665130" y="34214"/>
                    <a:pt x="667609" y="30948"/>
                  </a:cubicBezTo>
                  <a:cubicBezTo>
                    <a:pt x="669111" y="26586"/>
                    <a:pt x="667384" y="21758"/>
                    <a:pt x="663403" y="19385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6" name="Content Placeholder 4">
              <a:extLst>
                <a:ext uri="{FF2B5EF4-FFF2-40B4-BE49-F238E27FC236}">
                  <a16:creationId xmlns:a16="http://schemas.microsoft.com/office/drawing/2014/main" id="{79D45C22-77F0-43D6-8CB6-2592BF25BAA1}"/>
                </a:ext>
              </a:extLst>
            </p:cNvPr>
            <p:cNvSpPr/>
            <p:nvPr/>
          </p:nvSpPr>
          <p:spPr>
            <a:xfrm>
              <a:off x="10998899" y="5022338"/>
              <a:ext cx="129192" cy="131062"/>
            </a:xfrm>
            <a:custGeom>
              <a:avLst/>
              <a:gdLst>
                <a:gd name="connsiteX0" fmla="*/ 27696 w 129192"/>
                <a:gd name="connsiteY0" fmla="*/ 74208 h 131062"/>
                <a:gd name="connsiteX1" fmla="*/ 49626 w 129192"/>
                <a:gd name="connsiteY1" fmla="*/ 46202 h 131062"/>
                <a:gd name="connsiteX2" fmla="*/ 86725 w 129192"/>
                <a:gd name="connsiteY2" fmla="*/ 9635 h 131062"/>
                <a:gd name="connsiteX3" fmla="*/ 102796 w 129192"/>
                <a:gd name="connsiteY3" fmla="*/ 475 h 131062"/>
                <a:gd name="connsiteX4" fmla="*/ 123374 w 129192"/>
                <a:gd name="connsiteY4" fmla="*/ 5731 h 131062"/>
                <a:gd name="connsiteX5" fmla="*/ 128556 w 129192"/>
                <a:gd name="connsiteY5" fmla="*/ 22925 h 131062"/>
                <a:gd name="connsiteX6" fmla="*/ 121046 w 129192"/>
                <a:gd name="connsiteY6" fmla="*/ 34864 h 131062"/>
                <a:gd name="connsiteX7" fmla="*/ 66072 w 129192"/>
                <a:gd name="connsiteY7" fmla="*/ 106720 h 131062"/>
                <a:gd name="connsiteX8" fmla="*/ 48274 w 129192"/>
                <a:gd name="connsiteY8" fmla="*/ 124815 h 131062"/>
                <a:gd name="connsiteX9" fmla="*/ 18760 w 129192"/>
                <a:gd name="connsiteY9" fmla="*/ 130296 h 131062"/>
                <a:gd name="connsiteX10" fmla="*/ 1111 w 129192"/>
                <a:gd name="connsiteY10" fmla="*/ 109047 h 131062"/>
                <a:gd name="connsiteX11" fmla="*/ 27696 w 129192"/>
                <a:gd name="connsiteY11" fmla="*/ 74208 h 131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192" h="131062">
                  <a:moveTo>
                    <a:pt x="27696" y="74208"/>
                  </a:moveTo>
                  <a:cubicBezTo>
                    <a:pt x="34756" y="64747"/>
                    <a:pt x="41890" y="55286"/>
                    <a:pt x="49626" y="46202"/>
                  </a:cubicBezTo>
                  <a:cubicBezTo>
                    <a:pt x="60966" y="32994"/>
                    <a:pt x="73357" y="20763"/>
                    <a:pt x="86725" y="9635"/>
                  </a:cubicBezTo>
                  <a:cubicBezTo>
                    <a:pt x="91231" y="5288"/>
                    <a:pt x="96789" y="2142"/>
                    <a:pt x="102796" y="475"/>
                  </a:cubicBezTo>
                  <a:cubicBezTo>
                    <a:pt x="110081" y="-1042"/>
                    <a:pt x="117666" y="903"/>
                    <a:pt x="123374" y="5731"/>
                  </a:cubicBezTo>
                  <a:cubicBezTo>
                    <a:pt x="128255" y="9996"/>
                    <a:pt x="130283" y="16678"/>
                    <a:pt x="128556" y="22925"/>
                  </a:cubicBezTo>
                  <a:cubicBezTo>
                    <a:pt x="126829" y="27333"/>
                    <a:pt x="124275" y="31380"/>
                    <a:pt x="121046" y="34864"/>
                  </a:cubicBezTo>
                  <a:lnTo>
                    <a:pt x="66072" y="106720"/>
                  </a:lnTo>
                  <a:cubicBezTo>
                    <a:pt x="61266" y="113785"/>
                    <a:pt x="55258" y="119912"/>
                    <a:pt x="48274" y="124815"/>
                  </a:cubicBezTo>
                  <a:cubicBezTo>
                    <a:pt x="39488" y="130288"/>
                    <a:pt x="28973" y="132248"/>
                    <a:pt x="18760" y="130296"/>
                  </a:cubicBezTo>
                  <a:cubicBezTo>
                    <a:pt x="7945" y="127969"/>
                    <a:pt x="-3770" y="118433"/>
                    <a:pt x="1111" y="109047"/>
                  </a:cubicBezTo>
                  <a:cubicBezTo>
                    <a:pt x="9222" y="96884"/>
                    <a:pt x="18083" y="85246"/>
                    <a:pt x="27696" y="74208"/>
                  </a:cubicBezTo>
                  <a:close/>
                </a:path>
              </a:pathLst>
            </a:custGeom>
            <a:solidFill>
              <a:srgbClr val="5B6C7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7" name="Content Placeholder 4">
              <a:extLst>
                <a:ext uri="{FF2B5EF4-FFF2-40B4-BE49-F238E27FC236}">
                  <a16:creationId xmlns:a16="http://schemas.microsoft.com/office/drawing/2014/main" id="{4B99F5B7-245A-C66B-2316-01C97C6027F2}"/>
                </a:ext>
              </a:extLst>
            </p:cNvPr>
            <p:cNvSpPr/>
            <p:nvPr/>
          </p:nvSpPr>
          <p:spPr>
            <a:xfrm>
              <a:off x="11028645" y="5200309"/>
              <a:ext cx="146442" cy="441457"/>
            </a:xfrm>
            <a:custGeom>
              <a:avLst/>
              <a:gdLst>
                <a:gd name="connsiteX0" fmla="*/ 70347 w 146442"/>
                <a:gd name="connsiteY0" fmla="*/ 439248 h 441457"/>
                <a:gd name="connsiteX1" fmla="*/ 76505 w 146442"/>
                <a:gd name="connsiteY1" fmla="*/ 406962 h 441457"/>
                <a:gd name="connsiteX2" fmla="*/ 61485 w 146442"/>
                <a:gd name="connsiteY2" fmla="*/ 299291 h 441457"/>
                <a:gd name="connsiteX3" fmla="*/ 58706 w 146442"/>
                <a:gd name="connsiteY3" fmla="*/ 242527 h 441457"/>
                <a:gd name="connsiteX4" fmla="*/ 97533 w 146442"/>
                <a:gd name="connsiteY4" fmla="*/ 154378 h 441457"/>
                <a:gd name="connsiteX5" fmla="*/ 142593 w 146442"/>
                <a:gd name="connsiteY5" fmla="*/ 56768 h 441457"/>
                <a:gd name="connsiteX6" fmla="*/ 146123 w 146442"/>
                <a:gd name="connsiteY6" fmla="*/ 34693 h 441457"/>
                <a:gd name="connsiteX7" fmla="*/ 143044 w 146442"/>
                <a:gd name="connsiteY7" fmla="*/ 27184 h 441457"/>
                <a:gd name="connsiteX8" fmla="*/ 96107 w 146442"/>
                <a:gd name="connsiteY8" fmla="*/ 454 h 441457"/>
                <a:gd name="connsiteX9" fmla="*/ 40082 w 146442"/>
                <a:gd name="connsiteY9" fmla="*/ 10741 h 441457"/>
                <a:gd name="connsiteX10" fmla="*/ 29718 w 146442"/>
                <a:gd name="connsiteY10" fmla="*/ 66829 h 441457"/>
                <a:gd name="connsiteX11" fmla="*/ 4034 w 146442"/>
                <a:gd name="connsiteY11" fmla="*/ 200254 h 441457"/>
                <a:gd name="connsiteX12" fmla="*/ 129 w 146442"/>
                <a:gd name="connsiteY12" fmla="*/ 221803 h 441457"/>
                <a:gd name="connsiteX13" fmla="*/ 1555 w 146442"/>
                <a:gd name="connsiteY13" fmla="*/ 249960 h 441457"/>
                <a:gd name="connsiteX14" fmla="*/ 45789 w 146442"/>
                <a:gd name="connsiteY14" fmla="*/ 432716 h 441457"/>
                <a:gd name="connsiteX15" fmla="*/ 70347 w 146442"/>
                <a:gd name="connsiteY15" fmla="*/ 439248 h 441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6442" h="441457">
                  <a:moveTo>
                    <a:pt x="70347" y="439248"/>
                  </a:moveTo>
                  <a:cubicBezTo>
                    <a:pt x="81012" y="435044"/>
                    <a:pt x="77857" y="418300"/>
                    <a:pt x="76505" y="406962"/>
                  </a:cubicBezTo>
                  <a:cubicBezTo>
                    <a:pt x="71474" y="371071"/>
                    <a:pt x="66517" y="335181"/>
                    <a:pt x="61485" y="299291"/>
                  </a:cubicBezTo>
                  <a:cubicBezTo>
                    <a:pt x="58031" y="280580"/>
                    <a:pt x="57054" y="261486"/>
                    <a:pt x="58706" y="242527"/>
                  </a:cubicBezTo>
                  <a:cubicBezTo>
                    <a:pt x="62987" y="210466"/>
                    <a:pt x="81236" y="182459"/>
                    <a:pt x="97533" y="154378"/>
                  </a:cubicBezTo>
                  <a:cubicBezTo>
                    <a:pt x="115332" y="123180"/>
                    <a:pt x="130352" y="90526"/>
                    <a:pt x="142593" y="56768"/>
                  </a:cubicBezTo>
                  <a:cubicBezTo>
                    <a:pt x="145823" y="49875"/>
                    <a:pt x="147024" y="42239"/>
                    <a:pt x="146123" y="34693"/>
                  </a:cubicBezTo>
                  <a:cubicBezTo>
                    <a:pt x="145447" y="32065"/>
                    <a:pt x="144395" y="29534"/>
                    <a:pt x="143044" y="27184"/>
                  </a:cubicBezTo>
                  <a:cubicBezTo>
                    <a:pt x="132756" y="11109"/>
                    <a:pt x="115181" y="1115"/>
                    <a:pt x="96107" y="454"/>
                  </a:cubicBezTo>
                  <a:cubicBezTo>
                    <a:pt x="82363" y="-672"/>
                    <a:pt x="50370" y="-747"/>
                    <a:pt x="40082" y="10741"/>
                  </a:cubicBezTo>
                  <a:cubicBezTo>
                    <a:pt x="29793" y="22229"/>
                    <a:pt x="31971" y="52488"/>
                    <a:pt x="29718" y="66829"/>
                  </a:cubicBezTo>
                  <a:cubicBezTo>
                    <a:pt x="22809" y="111579"/>
                    <a:pt x="14248" y="156052"/>
                    <a:pt x="4034" y="200254"/>
                  </a:cubicBezTo>
                  <a:cubicBezTo>
                    <a:pt x="2232" y="207342"/>
                    <a:pt x="955" y="214543"/>
                    <a:pt x="129" y="221803"/>
                  </a:cubicBezTo>
                  <a:cubicBezTo>
                    <a:pt x="-322" y="231212"/>
                    <a:pt x="204" y="240642"/>
                    <a:pt x="1555" y="249960"/>
                  </a:cubicBezTo>
                  <a:lnTo>
                    <a:pt x="45789" y="432716"/>
                  </a:lnTo>
                  <a:cubicBezTo>
                    <a:pt x="45789" y="432716"/>
                    <a:pt x="51722" y="446682"/>
                    <a:pt x="70347" y="439248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8" name="Content Placeholder 4">
              <a:extLst>
                <a:ext uri="{FF2B5EF4-FFF2-40B4-BE49-F238E27FC236}">
                  <a16:creationId xmlns:a16="http://schemas.microsoft.com/office/drawing/2014/main" id="{7B48A4AC-A810-071A-D7EB-74B77997184F}"/>
                </a:ext>
              </a:extLst>
            </p:cNvPr>
            <p:cNvSpPr/>
            <p:nvPr/>
          </p:nvSpPr>
          <p:spPr>
            <a:xfrm>
              <a:off x="11124012" y="5202703"/>
              <a:ext cx="96445" cy="449139"/>
            </a:xfrm>
            <a:custGeom>
              <a:avLst/>
              <a:gdLst>
                <a:gd name="connsiteX0" fmla="*/ 82072 w 96445"/>
                <a:gd name="connsiteY0" fmla="*/ 216406 h 449139"/>
                <a:gd name="connsiteX1" fmla="*/ 95815 w 96445"/>
                <a:gd name="connsiteY1" fmla="*/ 93043 h 449139"/>
                <a:gd name="connsiteX2" fmla="*/ 94013 w 96445"/>
                <a:gd name="connsiteY2" fmla="*/ 40483 h 449139"/>
                <a:gd name="connsiteX3" fmla="*/ 81922 w 96445"/>
                <a:gd name="connsiteY3" fmla="*/ 12327 h 449139"/>
                <a:gd name="connsiteX4" fmla="*/ 5095 w 96445"/>
                <a:gd name="connsiteY4" fmla="*/ 31098 h 449139"/>
                <a:gd name="connsiteX5" fmla="*/ 3893 w 96445"/>
                <a:gd name="connsiteY5" fmla="*/ 113691 h 449139"/>
                <a:gd name="connsiteX6" fmla="*/ 7798 w 96445"/>
                <a:gd name="connsiteY6" fmla="*/ 190728 h 449139"/>
                <a:gd name="connsiteX7" fmla="*/ 2316 w 96445"/>
                <a:gd name="connsiteY7" fmla="*/ 430998 h 449139"/>
                <a:gd name="connsiteX8" fmla="*/ 5996 w 96445"/>
                <a:gd name="connsiteY8" fmla="*/ 445189 h 449139"/>
                <a:gd name="connsiteX9" fmla="*/ 11103 w 96445"/>
                <a:gd name="connsiteY9" fmla="*/ 447441 h 449139"/>
                <a:gd name="connsiteX10" fmla="*/ 33633 w 96445"/>
                <a:gd name="connsiteY10" fmla="*/ 447441 h 449139"/>
                <a:gd name="connsiteX11" fmla="*/ 82072 w 96445"/>
                <a:gd name="connsiteY11" fmla="*/ 216406 h 449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445" h="449139">
                  <a:moveTo>
                    <a:pt x="82072" y="216406"/>
                  </a:moveTo>
                  <a:cubicBezTo>
                    <a:pt x="87930" y="175410"/>
                    <a:pt x="93862" y="134414"/>
                    <a:pt x="95815" y="93043"/>
                  </a:cubicBezTo>
                  <a:cubicBezTo>
                    <a:pt x="97017" y="75510"/>
                    <a:pt x="96416" y="57895"/>
                    <a:pt x="94013" y="40483"/>
                  </a:cubicBezTo>
                  <a:cubicBezTo>
                    <a:pt x="93111" y="30047"/>
                    <a:pt x="88831" y="20188"/>
                    <a:pt x="81922" y="12327"/>
                  </a:cubicBezTo>
                  <a:cubicBezTo>
                    <a:pt x="57740" y="-11250"/>
                    <a:pt x="15383" y="1064"/>
                    <a:pt x="5095" y="31098"/>
                  </a:cubicBezTo>
                  <a:cubicBezTo>
                    <a:pt x="-3843" y="57302"/>
                    <a:pt x="1039" y="85910"/>
                    <a:pt x="3893" y="113691"/>
                  </a:cubicBezTo>
                  <a:cubicBezTo>
                    <a:pt x="6521" y="139294"/>
                    <a:pt x="7348" y="165048"/>
                    <a:pt x="7798" y="190728"/>
                  </a:cubicBezTo>
                  <a:cubicBezTo>
                    <a:pt x="9300" y="270768"/>
                    <a:pt x="7798" y="350958"/>
                    <a:pt x="2316" y="430998"/>
                  </a:cubicBezTo>
                  <a:cubicBezTo>
                    <a:pt x="1189" y="436044"/>
                    <a:pt x="2617" y="441307"/>
                    <a:pt x="5996" y="445189"/>
                  </a:cubicBezTo>
                  <a:cubicBezTo>
                    <a:pt x="7572" y="446240"/>
                    <a:pt x="9300" y="447006"/>
                    <a:pt x="11103" y="447441"/>
                  </a:cubicBezTo>
                  <a:cubicBezTo>
                    <a:pt x="11103" y="447441"/>
                    <a:pt x="29126" y="451195"/>
                    <a:pt x="33633" y="447441"/>
                  </a:cubicBezTo>
                  <a:cubicBezTo>
                    <a:pt x="38139" y="443687"/>
                    <a:pt x="80119" y="230297"/>
                    <a:pt x="82072" y="216406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9" name="Content Placeholder 4">
              <a:extLst>
                <a:ext uri="{FF2B5EF4-FFF2-40B4-BE49-F238E27FC236}">
                  <a16:creationId xmlns:a16="http://schemas.microsoft.com/office/drawing/2014/main" id="{C9CEB6F0-2A64-7445-DB64-D583D45B006E}"/>
                </a:ext>
              </a:extLst>
            </p:cNvPr>
            <p:cNvSpPr/>
            <p:nvPr/>
          </p:nvSpPr>
          <p:spPr>
            <a:xfrm>
              <a:off x="11093021" y="5641764"/>
              <a:ext cx="62371" cy="62792"/>
            </a:xfrm>
            <a:custGeom>
              <a:avLst/>
              <a:gdLst>
                <a:gd name="connsiteX0" fmla="*/ 13481 w 62371"/>
                <a:gd name="connsiteY0" fmla="*/ 28578 h 62792"/>
                <a:gd name="connsiteX1" fmla="*/ 21967 w 62371"/>
                <a:gd name="connsiteY1" fmla="*/ 26326 h 62792"/>
                <a:gd name="connsiteX2" fmla="*/ 36236 w 62371"/>
                <a:gd name="connsiteY2" fmla="*/ 4401 h 62792"/>
                <a:gd name="connsiteX3" fmla="*/ 37738 w 62371"/>
                <a:gd name="connsiteY3" fmla="*/ 1548 h 62792"/>
                <a:gd name="connsiteX4" fmla="*/ 40667 w 62371"/>
                <a:gd name="connsiteY4" fmla="*/ 797 h 62792"/>
                <a:gd name="connsiteX5" fmla="*/ 53134 w 62371"/>
                <a:gd name="connsiteY5" fmla="*/ 197 h 62792"/>
                <a:gd name="connsiteX6" fmla="*/ 60644 w 62371"/>
                <a:gd name="connsiteY6" fmla="*/ 1923 h 62792"/>
                <a:gd name="connsiteX7" fmla="*/ 62296 w 62371"/>
                <a:gd name="connsiteY7" fmla="*/ 8156 h 62792"/>
                <a:gd name="connsiteX8" fmla="*/ 62296 w 62371"/>
                <a:gd name="connsiteY8" fmla="*/ 23998 h 62792"/>
                <a:gd name="connsiteX9" fmla="*/ 61320 w 62371"/>
                <a:gd name="connsiteY9" fmla="*/ 32408 h 62792"/>
                <a:gd name="connsiteX10" fmla="*/ 53810 w 62371"/>
                <a:gd name="connsiteY10" fmla="*/ 42469 h 62792"/>
                <a:gd name="connsiteX11" fmla="*/ 43070 w 62371"/>
                <a:gd name="connsiteY11" fmla="*/ 55609 h 62792"/>
                <a:gd name="connsiteX12" fmla="*/ 30454 w 62371"/>
                <a:gd name="connsiteY12" fmla="*/ 61165 h 62792"/>
                <a:gd name="connsiteX13" fmla="*/ 414 w 62371"/>
                <a:gd name="connsiteY13" fmla="*/ 52681 h 62792"/>
                <a:gd name="connsiteX14" fmla="*/ 13481 w 62371"/>
                <a:gd name="connsiteY14" fmla="*/ 28578 h 62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2371" h="62792">
                  <a:moveTo>
                    <a:pt x="13481" y="28578"/>
                  </a:moveTo>
                  <a:cubicBezTo>
                    <a:pt x="16260" y="27677"/>
                    <a:pt x="19264" y="27377"/>
                    <a:pt x="21967" y="26326"/>
                  </a:cubicBezTo>
                  <a:cubicBezTo>
                    <a:pt x="30378" y="22947"/>
                    <a:pt x="33833" y="13111"/>
                    <a:pt x="36236" y="4401"/>
                  </a:cubicBezTo>
                  <a:cubicBezTo>
                    <a:pt x="36387" y="3313"/>
                    <a:pt x="36912" y="2307"/>
                    <a:pt x="37738" y="1548"/>
                  </a:cubicBezTo>
                  <a:cubicBezTo>
                    <a:pt x="38639" y="1030"/>
                    <a:pt x="39616" y="767"/>
                    <a:pt x="40667" y="797"/>
                  </a:cubicBezTo>
                  <a:lnTo>
                    <a:pt x="53134" y="197"/>
                  </a:lnTo>
                  <a:cubicBezTo>
                    <a:pt x="55762" y="-411"/>
                    <a:pt x="58541" y="219"/>
                    <a:pt x="60644" y="1923"/>
                  </a:cubicBezTo>
                  <a:cubicBezTo>
                    <a:pt x="61920" y="3741"/>
                    <a:pt x="62521" y="5948"/>
                    <a:pt x="62296" y="8156"/>
                  </a:cubicBezTo>
                  <a:lnTo>
                    <a:pt x="62296" y="23998"/>
                  </a:lnTo>
                  <a:cubicBezTo>
                    <a:pt x="62446" y="26836"/>
                    <a:pt x="62146" y="29682"/>
                    <a:pt x="61320" y="32408"/>
                  </a:cubicBezTo>
                  <a:cubicBezTo>
                    <a:pt x="59442" y="36192"/>
                    <a:pt x="56889" y="39601"/>
                    <a:pt x="53810" y="42469"/>
                  </a:cubicBezTo>
                  <a:cubicBezTo>
                    <a:pt x="50730" y="47222"/>
                    <a:pt x="47126" y="51622"/>
                    <a:pt x="43070" y="55609"/>
                  </a:cubicBezTo>
                  <a:cubicBezTo>
                    <a:pt x="39315" y="58290"/>
                    <a:pt x="34959" y="60174"/>
                    <a:pt x="30454" y="61165"/>
                  </a:cubicBezTo>
                  <a:cubicBezTo>
                    <a:pt x="21066" y="63643"/>
                    <a:pt x="4319" y="64769"/>
                    <a:pt x="414" y="52681"/>
                  </a:cubicBezTo>
                  <a:cubicBezTo>
                    <a:pt x="-1689" y="42544"/>
                    <a:pt x="3868" y="32378"/>
                    <a:pt x="13481" y="28578"/>
                  </a:cubicBezTo>
                  <a:close/>
                </a:path>
              </a:pathLst>
            </a:custGeom>
            <a:solidFill>
              <a:srgbClr val="3B3B3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0" name="Content Placeholder 4">
              <a:extLst>
                <a:ext uri="{FF2B5EF4-FFF2-40B4-BE49-F238E27FC236}">
                  <a16:creationId xmlns:a16="http://schemas.microsoft.com/office/drawing/2014/main" id="{6BC9A667-32F9-1C39-D035-607D5FDA3638}"/>
                </a:ext>
              </a:extLst>
            </p:cNvPr>
            <p:cNvSpPr/>
            <p:nvPr/>
          </p:nvSpPr>
          <p:spPr>
            <a:xfrm>
              <a:off x="11037639" y="5635324"/>
              <a:ext cx="71931" cy="48217"/>
            </a:xfrm>
            <a:custGeom>
              <a:avLst/>
              <a:gdLst>
                <a:gd name="connsiteX0" fmla="*/ 43930 w 71931"/>
                <a:gd name="connsiteY0" fmla="*/ 2131 h 48217"/>
                <a:gd name="connsiteX1" fmla="*/ 38823 w 71931"/>
                <a:gd name="connsiteY1" fmla="*/ 3783 h 48217"/>
                <a:gd name="connsiteX2" fmla="*/ 34392 w 71931"/>
                <a:gd name="connsiteY2" fmla="*/ 16998 h 48217"/>
                <a:gd name="connsiteX3" fmla="*/ 24028 w 71931"/>
                <a:gd name="connsiteY3" fmla="*/ 24506 h 48217"/>
                <a:gd name="connsiteX4" fmla="*/ 10811 w 71931"/>
                <a:gd name="connsiteY4" fmla="*/ 25708 h 48217"/>
                <a:gd name="connsiteX5" fmla="*/ 5103 w 71931"/>
                <a:gd name="connsiteY5" fmla="*/ 27285 h 48217"/>
                <a:gd name="connsiteX6" fmla="*/ -4 w 71931"/>
                <a:gd name="connsiteY6" fmla="*/ 42301 h 48217"/>
                <a:gd name="connsiteX7" fmla="*/ 597 w 71931"/>
                <a:gd name="connsiteY7" fmla="*/ 45155 h 48217"/>
                <a:gd name="connsiteX8" fmla="*/ 5404 w 71931"/>
                <a:gd name="connsiteY8" fmla="*/ 47257 h 48217"/>
                <a:gd name="connsiteX9" fmla="*/ 64882 w 71931"/>
                <a:gd name="connsiteY9" fmla="*/ 43878 h 48217"/>
                <a:gd name="connsiteX10" fmla="*/ 70665 w 71931"/>
                <a:gd name="connsiteY10" fmla="*/ 41025 h 48217"/>
                <a:gd name="connsiteX11" fmla="*/ 71717 w 71931"/>
                <a:gd name="connsiteY11" fmla="*/ 34418 h 48217"/>
                <a:gd name="connsiteX12" fmla="*/ 67511 w 71931"/>
                <a:gd name="connsiteY12" fmla="*/ 3558 h 48217"/>
                <a:gd name="connsiteX13" fmla="*/ 43930 w 71931"/>
                <a:gd name="connsiteY13" fmla="*/ 2131 h 48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1931" h="48217">
                  <a:moveTo>
                    <a:pt x="43930" y="2131"/>
                  </a:moveTo>
                  <a:cubicBezTo>
                    <a:pt x="42127" y="2304"/>
                    <a:pt x="40400" y="2867"/>
                    <a:pt x="38823" y="3783"/>
                  </a:cubicBezTo>
                  <a:cubicBezTo>
                    <a:pt x="34993" y="6561"/>
                    <a:pt x="36195" y="12568"/>
                    <a:pt x="34392" y="16998"/>
                  </a:cubicBezTo>
                  <a:cubicBezTo>
                    <a:pt x="32364" y="21030"/>
                    <a:pt x="28459" y="23823"/>
                    <a:pt x="24028" y="24506"/>
                  </a:cubicBezTo>
                  <a:cubicBezTo>
                    <a:pt x="19672" y="25175"/>
                    <a:pt x="15241" y="25572"/>
                    <a:pt x="10811" y="25708"/>
                  </a:cubicBezTo>
                  <a:cubicBezTo>
                    <a:pt x="8783" y="25813"/>
                    <a:pt x="6905" y="26353"/>
                    <a:pt x="5103" y="27285"/>
                  </a:cubicBezTo>
                  <a:cubicBezTo>
                    <a:pt x="221" y="30138"/>
                    <a:pt x="-154" y="36970"/>
                    <a:pt x="-4" y="42301"/>
                  </a:cubicBezTo>
                  <a:cubicBezTo>
                    <a:pt x="-4" y="43285"/>
                    <a:pt x="146" y="44269"/>
                    <a:pt x="597" y="45155"/>
                  </a:cubicBezTo>
                  <a:cubicBezTo>
                    <a:pt x="1798" y="46581"/>
                    <a:pt x="3526" y="47362"/>
                    <a:pt x="5404" y="47257"/>
                  </a:cubicBezTo>
                  <a:cubicBezTo>
                    <a:pt x="25305" y="49217"/>
                    <a:pt x="45357" y="48075"/>
                    <a:pt x="64882" y="43878"/>
                  </a:cubicBezTo>
                  <a:cubicBezTo>
                    <a:pt x="67061" y="43668"/>
                    <a:pt x="69164" y="42654"/>
                    <a:pt x="70665" y="41025"/>
                  </a:cubicBezTo>
                  <a:cubicBezTo>
                    <a:pt x="71792" y="39013"/>
                    <a:pt x="72167" y="36677"/>
                    <a:pt x="71717" y="34418"/>
                  </a:cubicBezTo>
                  <a:cubicBezTo>
                    <a:pt x="70966" y="26008"/>
                    <a:pt x="72693" y="10691"/>
                    <a:pt x="67511" y="3558"/>
                  </a:cubicBezTo>
                  <a:cubicBezTo>
                    <a:pt x="62329" y="-3575"/>
                    <a:pt x="51365" y="2131"/>
                    <a:pt x="43930" y="2131"/>
                  </a:cubicBezTo>
                  <a:close/>
                </a:path>
              </a:pathLst>
            </a:custGeom>
            <a:solidFill>
              <a:srgbClr val="3B3B3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1" name="Content Placeholder 4">
              <a:extLst>
                <a:ext uri="{FF2B5EF4-FFF2-40B4-BE49-F238E27FC236}">
                  <a16:creationId xmlns:a16="http://schemas.microsoft.com/office/drawing/2014/main" id="{CDD3280B-9FC0-BEA5-8F36-A683069D87F5}"/>
                </a:ext>
              </a:extLst>
            </p:cNvPr>
            <p:cNvSpPr/>
            <p:nvPr/>
          </p:nvSpPr>
          <p:spPr>
            <a:xfrm>
              <a:off x="11190718" y="5439036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  <a:gd name="connsiteX2" fmla="*/ -29 w 7509"/>
                <a:gd name="connsiteY2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cubicBezTo>
                    <a:pt x="-29" y="-30"/>
                    <a:pt x="-29" y="-30"/>
                    <a:pt x="-29" y="-30"/>
                  </a:cubicBezTo>
                  <a:lnTo>
                    <a:pt x="-29" y="-30"/>
                  </a:lnTo>
                  <a:close/>
                </a:path>
              </a:pathLst>
            </a:custGeom>
            <a:solidFill>
              <a:srgbClr val="3B3B3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2" name="Content Placeholder 4">
              <a:extLst>
                <a:ext uri="{FF2B5EF4-FFF2-40B4-BE49-F238E27FC236}">
                  <a16:creationId xmlns:a16="http://schemas.microsoft.com/office/drawing/2014/main" id="{B239A38C-5B5A-7147-2D13-EDB595A663DB}"/>
                </a:ext>
              </a:extLst>
            </p:cNvPr>
            <p:cNvSpPr/>
            <p:nvPr/>
          </p:nvSpPr>
          <p:spPr>
            <a:xfrm>
              <a:off x="11052808" y="5014144"/>
              <a:ext cx="175009" cy="268660"/>
            </a:xfrm>
            <a:custGeom>
              <a:avLst/>
              <a:gdLst>
                <a:gd name="connsiteX0" fmla="*/ 105062 w 175009"/>
                <a:gd name="connsiteY0" fmla="*/ 2813 h 268660"/>
                <a:gd name="connsiteX1" fmla="*/ 124513 w 175009"/>
                <a:gd name="connsiteY1" fmla="*/ 4239 h 268660"/>
                <a:gd name="connsiteX2" fmla="*/ 130146 w 175009"/>
                <a:gd name="connsiteY2" fmla="*/ 12574 h 268660"/>
                <a:gd name="connsiteX3" fmla="*/ 152676 w 175009"/>
                <a:gd name="connsiteY3" fmla="*/ 64682 h 268660"/>
                <a:gd name="connsiteX4" fmla="*/ 170849 w 175009"/>
                <a:gd name="connsiteY4" fmla="*/ 160941 h 268660"/>
                <a:gd name="connsiteX5" fmla="*/ 174980 w 175009"/>
                <a:gd name="connsiteY5" fmla="*/ 216653 h 268660"/>
                <a:gd name="connsiteX6" fmla="*/ 170925 w 175009"/>
                <a:gd name="connsiteY6" fmla="*/ 261704 h 268660"/>
                <a:gd name="connsiteX7" fmla="*/ 57674 w 175009"/>
                <a:gd name="connsiteY7" fmla="*/ 259977 h 268660"/>
                <a:gd name="connsiteX8" fmla="*/ 30112 w 175009"/>
                <a:gd name="connsiteY8" fmla="*/ 262755 h 268660"/>
                <a:gd name="connsiteX9" fmla="*/ 3978 w 175009"/>
                <a:gd name="connsiteY9" fmla="*/ 268086 h 268660"/>
                <a:gd name="connsiteX10" fmla="*/ 3302 w 175009"/>
                <a:gd name="connsiteY10" fmla="*/ 193002 h 268660"/>
                <a:gd name="connsiteX11" fmla="*/ 15918 w 175009"/>
                <a:gd name="connsiteY11" fmla="*/ 140442 h 268660"/>
                <a:gd name="connsiteX12" fmla="*/ 28986 w 175009"/>
                <a:gd name="connsiteY12" fmla="*/ 77747 h 268660"/>
                <a:gd name="connsiteX13" fmla="*/ 38749 w 175009"/>
                <a:gd name="connsiteY13" fmla="*/ 38853 h 268660"/>
                <a:gd name="connsiteX14" fmla="*/ 48212 w 175009"/>
                <a:gd name="connsiteY14" fmla="*/ 4990 h 268660"/>
                <a:gd name="connsiteX15" fmla="*/ 69991 w 175009"/>
                <a:gd name="connsiteY15" fmla="*/ 3188 h 268660"/>
                <a:gd name="connsiteX16" fmla="*/ 105062 w 175009"/>
                <a:gd name="connsiteY16" fmla="*/ 2813 h 268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5009" h="268660">
                  <a:moveTo>
                    <a:pt x="105062" y="2813"/>
                  </a:moveTo>
                  <a:cubicBezTo>
                    <a:pt x="111445" y="530"/>
                    <a:pt x="118505" y="1048"/>
                    <a:pt x="124513" y="4239"/>
                  </a:cubicBezTo>
                  <a:cubicBezTo>
                    <a:pt x="126991" y="6559"/>
                    <a:pt x="128944" y="9405"/>
                    <a:pt x="130146" y="12574"/>
                  </a:cubicBezTo>
                  <a:cubicBezTo>
                    <a:pt x="138632" y="29498"/>
                    <a:pt x="146142" y="46895"/>
                    <a:pt x="152676" y="64682"/>
                  </a:cubicBezTo>
                  <a:cubicBezTo>
                    <a:pt x="163114" y="95790"/>
                    <a:pt x="169197" y="128174"/>
                    <a:pt x="170849" y="160941"/>
                  </a:cubicBezTo>
                  <a:cubicBezTo>
                    <a:pt x="171901" y="179562"/>
                    <a:pt x="174379" y="198033"/>
                    <a:pt x="174980" y="216653"/>
                  </a:cubicBezTo>
                  <a:cubicBezTo>
                    <a:pt x="174454" y="231730"/>
                    <a:pt x="173103" y="246770"/>
                    <a:pt x="170925" y="261704"/>
                  </a:cubicBezTo>
                  <a:cubicBezTo>
                    <a:pt x="133375" y="262831"/>
                    <a:pt x="95299" y="259602"/>
                    <a:pt x="57674" y="259977"/>
                  </a:cubicBezTo>
                  <a:cubicBezTo>
                    <a:pt x="48437" y="259609"/>
                    <a:pt x="39125" y="260548"/>
                    <a:pt x="30112" y="262755"/>
                  </a:cubicBezTo>
                  <a:cubicBezTo>
                    <a:pt x="21476" y="265383"/>
                    <a:pt x="12689" y="270264"/>
                    <a:pt x="3978" y="268086"/>
                  </a:cubicBezTo>
                  <a:cubicBezTo>
                    <a:pt x="-1130" y="243339"/>
                    <a:pt x="-1354" y="217840"/>
                    <a:pt x="3302" y="193002"/>
                  </a:cubicBezTo>
                  <a:cubicBezTo>
                    <a:pt x="7132" y="175582"/>
                    <a:pt x="13666" y="158538"/>
                    <a:pt x="15918" y="140442"/>
                  </a:cubicBezTo>
                  <a:cubicBezTo>
                    <a:pt x="19073" y="119307"/>
                    <a:pt x="23428" y="98373"/>
                    <a:pt x="28986" y="77747"/>
                  </a:cubicBezTo>
                  <a:cubicBezTo>
                    <a:pt x="32290" y="64758"/>
                    <a:pt x="35519" y="51843"/>
                    <a:pt x="38749" y="38853"/>
                  </a:cubicBezTo>
                  <a:cubicBezTo>
                    <a:pt x="41302" y="28642"/>
                    <a:pt x="42203" y="13850"/>
                    <a:pt x="48212" y="4990"/>
                  </a:cubicBezTo>
                  <a:cubicBezTo>
                    <a:pt x="54219" y="-3870"/>
                    <a:pt x="61729" y="1311"/>
                    <a:pt x="69991" y="3188"/>
                  </a:cubicBezTo>
                  <a:cubicBezTo>
                    <a:pt x="81556" y="5523"/>
                    <a:pt x="93497" y="5396"/>
                    <a:pt x="105062" y="2813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3" name="Content Placeholder 4">
              <a:extLst>
                <a:ext uri="{FF2B5EF4-FFF2-40B4-BE49-F238E27FC236}">
                  <a16:creationId xmlns:a16="http://schemas.microsoft.com/office/drawing/2014/main" id="{30643075-E645-C05E-1BC3-7F216BA2243A}"/>
                </a:ext>
              </a:extLst>
            </p:cNvPr>
            <p:cNvSpPr/>
            <p:nvPr/>
          </p:nvSpPr>
          <p:spPr>
            <a:xfrm>
              <a:off x="11093255" y="4886719"/>
              <a:ext cx="83102" cy="127347"/>
            </a:xfrm>
            <a:custGeom>
              <a:avLst/>
              <a:gdLst>
                <a:gd name="connsiteX0" fmla="*/ 21958 w 83102"/>
                <a:gd name="connsiteY0" fmla="*/ 10929 h 127347"/>
                <a:gd name="connsiteX1" fmla="*/ 6938 w 83102"/>
                <a:gd name="connsiteY1" fmla="*/ 22642 h 127347"/>
                <a:gd name="connsiteX2" fmla="*/ 254 w 83102"/>
                <a:gd name="connsiteY2" fmla="*/ 45167 h 127347"/>
                <a:gd name="connsiteX3" fmla="*/ 1906 w 83102"/>
                <a:gd name="connsiteY3" fmla="*/ 77378 h 127347"/>
                <a:gd name="connsiteX4" fmla="*/ 19705 w 83102"/>
                <a:gd name="connsiteY4" fmla="*/ 116873 h 127347"/>
                <a:gd name="connsiteX5" fmla="*/ 60033 w 83102"/>
                <a:gd name="connsiteY5" fmla="*/ 123480 h 127347"/>
                <a:gd name="connsiteX6" fmla="*/ 77907 w 83102"/>
                <a:gd name="connsiteY6" fmla="*/ 88716 h 127347"/>
                <a:gd name="connsiteX7" fmla="*/ 82413 w 83102"/>
                <a:gd name="connsiteY7" fmla="*/ 55454 h 127347"/>
                <a:gd name="connsiteX8" fmla="*/ 81888 w 83102"/>
                <a:gd name="connsiteY8" fmla="*/ 31877 h 127347"/>
                <a:gd name="connsiteX9" fmla="*/ 70998 w 83102"/>
                <a:gd name="connsiteY9" fmla="*/ 9352 h 127347"/>
                <a:gd name="connsiteX10" fmla="*/ 21958 w 83102"/>
                <a:gd name="connsiteY10" fmla="*/ 10929 h 127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3102" h="127347">
                  <a:moveTo>
                    <a:pt x="21958" y="10929"/>
                  </a:moveTo>
                  <a:cubicBezTo>
                    <a:pt x="16175" y="13737"/>
                    <a:pt x="11068" y="17731"/>
                    <a:pt x="6938" y="22642"/>
                  </a:cubicBezTo>
                  <a:cubicBezTo>
                    <a:pt x="2582" y="29354"/>
                    <a:pt x="254" y="37171"/>
                    <a:pt x="254" y="45167"/>
                  </a:cubicBezTo>
                  <a:cubicBezTo>
                    <a:pt x="-421" y="55934"/>
                    <a:pt x="104" y="66739"/>
                    <a:pt x="1906" y="77378"/>
                  </a:cubicBezTo>
                  <a:cubicBezTo>
                    <a:pt x="3483" y="92095"/>
                    <a:pt x="9717" y="105918"/>
                    <a:pt x="19705" y="116873"/>
                  </a:cubicBezTo>
                  <a:cubicBezTo>
                    <a:pt x="30219" y="127753"/>
                    <a:pt x="46590" y="130441"/>
                    <a:pt x="60033" y="123480"/>
                  </a:cubicBezTo>
                  <a:cubicBezTo>
                    <a:pt x="71374" y="115972"/>
                    <a:pt x="75053" y="101931"/>
                    <a:pt x="77907" y="88716"/>
                  </a:cubicBezTo>
                  <a:cubicBezTo>
                    <a:pt x="79935" y="77754"/>
                    <a:pt x="81437" y="66641"/>
                    <a:pt x="82413" y="55454"/>
                  </a:cubicBezTo>
                  <a:cubicBezTo>
                    <a:pt x="83465" y="47615"/>
                    <a:pt x="83239" y="39664"/>
                    <a:pt x="81888" y="31877"/>
                  </a:cubicBezTo>
                  <a:cubicBezTo>
                    <a:pt x="79935" y="23663"/>
                    <a:pt x="76255" y="15967"/>
                    <a:pt x="70998" y="9352"/>
                  </a:cubicBezTo>
                  <a:cubicBezTo>
                    <a:pt x="58306" y="-7692"/>
                    <a:pt x="37503" y="1993"/>
                    <a:pt x="21958" y="10929"/>
                  </a:cubicBezTo>
                  <a:close/>
                </a:path>
              </a:pathLst>
            </a:custGeom>
            <a:solidFill>
              <a:srgbClr val="EDD5B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4" name="Content Placeholder 4">
              <a:extLst>
                <a:ext uri="{FF2B5EF4-FFF2-40B4-BE49-F238E27FC236}">
                  <a16:creationId xmlns:a16="http://schemas.microsoft.com/office/drawing/2014/main" id="{F2B74CC7-3F9C-320B-7442-B45963C352D3}"/>
                </a:ext>
              </a:extLst>
            </p:cNvPr>
            <p:cNvSpPr/>
            <p:nvPr/>
          </p:nvSpPr>
          <p:spPr>
            <a:xfrm>
              <a:off x="11134219" y="4909591"/>
              <a:ext cx="49590" cy="77287"/>
            </a:xfrm>
            <a:custGeom>
              <a:avLst/>
              <a:gdLst>
                <a:gd name="connsiteX0" fmla="*/ 7655 w 49590"/>
                <a:gd name="connsiteY0" fmla="*/ 23722 h 77287"/>
                <a:gd name="connsiteX1" fmla="*/ 18470 w 49590"/>
                <a:gd name="connsiteY1" fmla="*/ 29353 h 77287"/>
                <a:gd name="connsiteX2" fmla="*/ 26505 w 49590"/>
                <a:gd name="connsiteY2" fmla="*/ 41067 h 77287"/>
                <a:gd name="connsiteX3" fmla="*/ 28157 w 49590"/>
                <a:gd name="connsiteY3" fmla="*/ 43244 h 77287"/>
                <a:gd name="connsiteX4" fmla="*/ 30260 w 49590"/>
                <a:gd name="connsiteY4" fmla="*/ 41217 h 77287"/>
                <a:gd name="connsiteX5" fmla="*/ 34015 w 49590"/>
                <a:gd name="connsiteY5" fmla="*/ 42568 h 77287"/>
                <a:gd name="connsiteX6" fmla="*/ 34015 w 49590"/>
                <a:gd name="connsiteY6" fmla="*/ 47224 h 77287"/>
                <a:gd name="connsiteX7" fmla="*/ 26505 w 49590"/>
                <a:gd name="connsiteY7" fmla="*/ 77257 h 77287"/>
                <a:gd name="connsiteX8" fmla="*/ 47233 w 49590"/>
                <a:gd name="connsiteY8" fmla="*/ 42268 h 77287"/>
                <a:gd name="connsiteX9" fmla="*/ 49561 w 49590"/>
                <a:gd name="connsiteY9" fmla="*/ 33858 h 77287"/>
                <a:gd name="connsiteX10" fmla="*/ 43553 w 49590"/>
                <a:gd name="connsiteY10" fmla="*/ 16589 h 77287"/>
                <a:gd name="connsiteX11" fmla="*/ 28533 w 49590"/>
                <a:gd name="connsiteY11" fmla="*/ 1572 h 77287"/>
                <a:gd name="connsiteX12" fmla="*/ 16066 w 49590"/>
                <a:gd name="connsiteY12" fmla="*/ 145 h 77287"/>
                <a:gd name="connsiteX13" fmla="*/ 445 w 49590"/>
                <a:gd name="connsiteY13" fmla="*/ 8480 h 77287"/>
                <a:gd name="connsiteX14" fmla="*/ 7655 w 49590"/>
                <a:gd name="connsiteY14" fmla="*/ 23722 h 7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9590" h="77287">
                  <a:moveTo>
                    <a:pt x="7655" y="23722"/>
                  </a:moveTo>
                  <a:cubicBezTo>
                    <a:pt x="11035" y="25974"/>
                    <a:pt x="15165" y="27101"/>
                    <a:pt x="18470" y="29353"/>
                  </a:cubicBezTo>
                  <a:cubicBezTo>
                    <a:pt x="22524" y="32087"/>
                    <a:pt x="25453" y="36276"/>
                    <a:pt x="26505" y="41067"/>
                  </a:cubicBezTo>
                  <a:cubicBezTo>
                    <a:pt x="26505" y="42043"/>
                    <a:pt x="27181" y="43244"/>
                    <a:pt x="28157" y="43244"/>
                  </a:cubicBezTo>
                  <a:cubicBezTo>
                    <a:pt x="29133" y="43244"/>
                    <a:pt x="29509" y="41892"/>
                    <a:pt x="30260" y="41217"/>
                  </a:cubicBezTo>
                  <a:cubicBezTo>
                    <a:pt x="31011" y="40541"/>
                    <a:pt x="33490" y="41217"/>
                    <a:pt x="34015" y="42568"/>
                  </a:cubicBezTo>
                  <a:cubicBezTo>
                    <a:pt x="34541" y="44077"/>
                    <a:pt x="34541" y="45714"/>
                    <a:pt x="34015" y="47224"/>
                  </a:cubicBezTo>
                  <a:cubicBezTo>
                    <a:pt x="31462" y="57360"/>
                    <a:pt x="28909" y="67496"/>
                    <a:pt x="26505" y="77257"/>
                  </a:cubicBezTo>
                  <a:cubicBezTo>
                    <a:pt x="35066" y="66663"/>
                    <a:pt x="42051" y="54875"/>
                    <a:pt x="47233" y="42268"/>
                  </a:cubicBezTo>
                  <a:cubicBezTo>
                    <a:pt x="48434" y="39595"/>
                    <a:pt x="49185" y="36757"/>
                    <a:pt x="49561" y="33858"/>
                  </a:cubicBezTo>
                  <a:cubicBezTo>
                    <a:pt x="49486" y="27611"/>
                    <a:pt x="47383" y="21552"/>
                    <a:pt x="43553" y="16589"/>
                  </a:cubicBezTo>
                  <a:cubicBezTo>
                    <a:pt x="40249" y="10117"/>
                    <a:pt x="34991" y="4853"/>
                    <a:pt x="28533" y="1572"/>
                  </a:cubicBezTo>
                  <a:cubicBezTo>
                    <a:pt x="24552" y="161"/>
                    <a:pt x="20272" y="-328"/>
                    <a:pt x="16066" y="145"/>
                  </a:cubicBezTo>
                  <a:cubicBezTo>
                    <a:pt x="10734" y="521"/>
                    <a:pt x="2548" y="2698"/>
                    <a:pt x="445" y="8480"/>
                  </a:cubicBezTo>
                  <a:cubicBezTo>
                    <a:pt x="-1658" y="14261"/>
                    <a:pt x="3675" y="20644"/>
                    <a:pt x="7655" y="23722"/>
                  </a:cubicBezTo>
                  <a:close/>
                </a:path>
              </a:pathLst>
            </a:custGeom>
            <a:solidFill>
              <a:srgbClr val="D9AC7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5" name="Content Placeholder 4">
              <a:extLst>
                <a:ext uri="{FF2B5EF4-FFF2-40B4-BE49-F238E27FC236}">
                  <a16:creationId xmlns:a16="http://schemas.microsoft.com/office/drawing/2014/main" id="{E0F16E98-5651-A6C1-BDD9-9B46C2EADB0B}"/>
                </a:ext>
              </a:extLst>
            </p:cNvPr>
            <p:cNvSpPr/>
            <p:nvPr/>
          </p:nvSpPr>
          <p:spPr>
            <a:xfrm>
              <a:off x="11055763" y="4876259"/>
              <a:ext cx="129630" cy="76080"/>
            </a:xfrm>
            <a:custGeom>
              <a:avLst/>
              <a:gdLst>
                <a:gd name="connsiteX0" fmla="*/ 127716 w 129630"/>
                <a:gd name="connsiteY0" fmla="*/ 34529 h 76080"/>
                <a:gd name="connsiteX1" fmla="*/ 119380 w 129630"/>
                <a:gd name="connsiteY1" fmla="*/ 14031 h 76080"/>
                <a:gd name="connsiteX2" fmla="*/ 106913 w 129630"/>
                <a:gd name="connsiteY2" fmla="*/ 5171 h 76080"/>
                <a:gd name="connsiteX3" fmla="*/ 95198 w 129630"/>
                <a:gd name="connsiteY3" fmla="*/ 590 h 76080"/>
                <a:gd name="connsiteX4" fmla="*/ 70640 w 129630"/>
                <a:gd name="connsiteY4" fmla="*/ 2318 h 76080"/>
                <a:gd name="connsiteX5" fmla="*/ 36770 w 129630"/>
                <a:gd name="connsiteY5" fmla="*/ 19212 h 76080"/>
                <a:gd name="connsiteX6" fmla="*/ 30236 w 129630"/>
                <a:gd name="connsiteY6" fmla="*/ 45791 h 76080"/>
                <a:gd name="connsiteX7" fmla="*/ 30236 w 129630"/>
                <a:gd name="connsiteY7" fmla="*/ 46692 h 76080"/>
                <a:gd name="connsiteX8" fmla="*/ 23327 w 129630"/>
                <a:gd name="connsiteY8" fmla="*/ 50222 h 76080"/>
                <a:gd name="connsiteX9" fmla="*/ -29 w 129630"/>
                <a:gd name="connsiteY9" fmla="*/ 76051 h 76080"/>
                <a:gd name="connsiteX10" fmla="*/ 30011 w 129630"/>
                <a:gd name="connsiteY10" fmla="*/ 63737 h 76080"/>
                <a:gd name="connsiteX11" fmla="*/ 63130 w 129630"/>
                <a:gd name="connsiteY11" fmla="*/ 65689 h 76080"/>
                <a:gd name="connsiteX12" fmla="*/ 70640 w 129630"/>
                <a:gd name="connsiteY12" fmla="*/ 67566 h 76080"/>
                <a:gd name="connsiteX13" fmla="*/ 73719 w 129630"/>
                <a:gd name="connsiteY13" fmla="*/ 67566 h 76080"/>
                <a:gd name="connsiteX14" fmla="*/ 75897 w 129630"/>
                <a:gd name="connsiteY14" fmla="*/ 65539 h 76080"/>
                <a:gd name="connsiteX15" fmla="*/ 87912 w 129630"/>
                <a:gd name="connsiteY15" fmla="*/ 56679 h 76080"/>
                <a:gd name="connsiteX16" fmla="*/ 90091 w 129630"/>
                <a:gd name="connsiteY16" fmla="*/ 55552 h 76080"/>
                <a:gd name="connsiteX17" fmla="*/ 107364 w 129630"/>
                <a:gd name="connsiteY17" fmla="*/ 64112 h 76080"/>
                <a:gd name="connsiteX18" fmla="*/ 116902 w 129630"/>
                <a:gd name="connsiteY18" fmla="*/ 69143 h 76080"/>
                <a:gd name="connsiteX19" fmla="*/ 126965 w 129630"/>
                <a:gd name="connsiteY19" fmla="*/ 67116 h 76080"/>
                <a:gd name="connsiteX20" fmla="*/ 129518 w 129630"/>
                <a:gd name="connsiteY20" fmla="*/ 57354 h 76080"/>
                <a:gd name="connsiteX21" fmla="*/ 127716 w 129630"/>
                <a:gd name="connsiteY21" fmla="*/ 34529 h 76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29630" h="76080">
                  <a:moveTo>
                    <a:pt x="127716" y="34529"/>
                  </a:moveTo>
                  <a:cubicBezTo>
                    <a:pt x="126815" y="27073"/>
                    <a:pt x="123961" y="19985"/>
                    <a:pt x="119380" y="14031"/>
                  </a:cubicBezTo>
                  <a:cubicBezTo>
                    <a:pt x="115775" y="10359"/>
                    <a:pt x="111569" y="7363"/>
                    <a:pt x="106913" y="5171"/>
                  </a:cubicBezTo>
                  <a:cubicBezTo>
                    <a:pt x="103233" y="3151"/>
                    <a:pt x="99253" y="1612"/>
                    <a:pt x="95198" y="590"/>
                  </a:cubicBezTo>
                  <a:cubicBezTo>
                    <a:pt x="87011" y="-633"/>
                    <a:pt x="78600" y="-40"/>
                    <a:pt x="70640" y="2318"/>
                  </a:cubicBezTo>
                  <a:cubicBezTo>
                    <a:pt x="58023" y="5096"/>
                    <a:pt x="44355" y="8700"/>
                    <a:pt x="36770" y="19212"/>
                  </a:cubicBezTo>
                  <a:cubicBezTo>
                    <a:pt x="31663" y="27073"/>
                    <a:pt x="29335" y="36443"/>
                    <a:pt x="30236" y="45791"/>
                  </a:cubicBezTo>
                  <a:cubicBezTo>
                    <a:pt x="30236" y="46092"/>
                    <a:pt x="30236" y="46392"/>
                    <a:pt x="30236" y="46692"/>
                  </a:cubicBezTo>
                  <a:cubicBezTo>
                    <a:pt x="27833" y="47608"/>
                    <a:pt x="25505" y="48795"/>
                    <a:pt x="23327" y="50222"/>
                  </a:cubicBezTo>
                  <a:cubicBezTo>
                    <a:pt x="13188" y="56408"/>
                    <a:pt x="5078" y="65373"/>
                    <a:pt x="-29" y="76051"/>
                  </a:cubicBezTo>
                  <a:cubicBezTo>
                    <a:pt x="9283" y="70352"/>
                    <a:pt x="19421" y="66192"/>
                    <a:pt x="30011" y="63737"/>
                  </a:cubicBezTo>
                  <a:cubicBezTo>
                    <a:pt x="41050" y="61829"/>
                    <a:pt x="52390" y="62498"/>
                    <a:pt x="63130" y="65689"/>
                  </a:cubicBezTo>
                  <a:cubicBezTo>
                    <a:pt x="65608" y="66537"/>
                    <a:pt x="68087" y="67168"/>
                    <a:pt x="70640" y="67566"/>
                  </a:cubicBezTo>
                  <a:cubicBezTo>
                    <a:pt x="71616" y="67866"/>
                    <a:pt x="72743" y="67866"/>
                    <a:pt x="73719" y="67566"/>
                  </a:cubicBezTo>
                  <a:cubicBezTo>
                    <a:pt x="74545" y="67033"/>
                    <a:pt x="75296" y="66342"/>
                    <a:pt x="75897" y="65539"/>
                  </a:cubicBezTo>
                  <a:cubicBezTo>
                    <a:pt x="79202" y="61754"/>
                    <a:pt x="83332" y="58736"/>
                    <a:pt x="87912" y="56679"/>
                  </a:cubicBezTo>
                  <a:lnTo>
                    <a:pt x="90091" y="55552"/>
                  </a:lnTo>
                  <a:cubicBezTo>
                    <a:pt x="96099" y="57797"/>
                    <a:pt x="101956" y="60666"/>
                    <a:pt x="107364" y="64112"/>
                  </a:cubicBezTo>
                  <a:cubicBezTo>
                    <a:pt x="110293" y="66237"/>
                    <a:pt x="113522" y="67934"/>
                    <a:pt x="116902" y="69143"/>
                  </a:cubicBezTo>
                  <a:cubicBezTo>
                    <a:pt x="120356" y="70336"/>
                    <a:pt x="124262" y="69563"/>
                    <a:pt x="126965" y="67116"/>
                  </a:cubicBezTo>
                  <a:cubicBezTo>
                    <a:pt x="128993" y="64285"/>
                    <a:pt x="129894" y="60808"/>
                    <a:pt x="129518" y="57354"/>
                  </a:cubicBezTo>
                  <a:cubicBezTo>
                    <a:pt x="129593" y="49703"/>
                    <a:pt x="128993" y="42067"/>
                    <a:pt x="127716" y="3452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6" name="Content Placeholder 4">
              <a:extLst>
                <a:ext uri="{FF2B5EF4-FFF2-40B4-BE49-F238E27FC236}">
                  <a16:creationId xmlns:a16="http://schemas.microsoft.com/office/drawing/2014/main" id="{BF67CCE3-33A4-C4F6-54A9-F0089814B00C}"/>
                </a:ext>
              </a:extLst>
            </p:cNvPr>
            <p:cNvSpPr/>
            <p:nvPr/>
          </p:nvSpPr>
          <p:spPr>
            <a:xfrm>
              <a:off x="11177698" y="5452852"/>
              <a:ext cx="405641" cy="182335"/>
            </a:xfrm>
            <a:custGeom>
              <a:avLst/>
              <a:gdLst>
                <a:gd name="connsiteX0" fmla="*/ 9235 w 405641"/>
                <a:gd name="connsiteY0" fmla="*/ 90147 h 182335"/>
                <a:gd name="connsiteX1" fmla="*/ 12089 w 405641"/>
                <a:gd name="connsiteY1" fmla="*/ 111471 h 182335"/>
                <a:gd name="connsiteX2" fmla="*/ 14792 w 405641"/>
                <a:gd name="connsiteY2" fmla="*/ 121907 h 182335"/>
                <a:gd name="connsiteX3" fmla="*/ 22302 w 405641"/>
                <a:gd name="connsiteY3" fmla="*/ 118679 h 182335"/>
                <a:gd name="connsiteX4" fmla="*/ 30639 w 405641"/>
                <a:gd name="connsiteY4" fmla="*/ 131819 h 182335"/>
                <a:gd name="connsiteX5" fmla="*/ 31540 w 405641"/>
                <a:gd name="connsiteY5" fmla="*/ 129791 h 182335"/>
                <a:gd name="connsiteX6" fmla="*/ 33793 w 405641"/>
                <a:gd name="connsiteY6" fmla="*/ 132119 h 182335"/>
                <a:gd name="connsiteX7" fmla="*/ 39501 w 405641"/>
                <a:gd name="connsiteY7" fmla="*/ 144208 h 182335"/>
                <a:gd name="connsiteX8" fmla="*/ 69541 w 405641"/>
                <a:gd name="connsiteY8" fmla="*/ 155470 h 182335"/>
                <a:gd name="connsiteX9" fmla="*/ 105964 w 405641"/>
                <a:gd name="connsiteY9" fmla="*/ 173490 h 182335"/>
                <a:gd name="connsiteX10" fmla="*/ 160862 w 405641"/>
                <a:gd name="connsiteY10" fmla="*/ 180999 h 182335"/>
                <a:gd name="connsiteX11" fmla="*/ 264050 w 405641"/>
                <a:gd name="connsiteY11" fmla="*/ 172214 h 182335"/>
                <a:gd name="connsiteX12" fmla="*/ 324129 w 405641"/>
                <a:gd name="connsiteY12" fmla="*/ 149689 h 182335"/>
                <a:gd name="connsiteX13" fmla="*/ 375573 w 405641"/>
                <a:gd name="connsiteY13" fmla="*/ 133621 h 182335"/>
                <a:gd name="connsiteX14" fmla="*/ 405613 w 405641"/>
                <a:gd name="connsiteY14" fmla="*/ 92024 h 182335"/>
                <a:gd name="connsiteX15" fmla="*/ 400656 w 405641"/>
                <a:gd name="connsiteY15" fmla="*/ 72952 h 182335"/>
                <a:gd name="connsiteX16" fmla="*/ 300473 w 405641"/>
                <a:gd name="connsiteY16" fmla="*/ 14161 h 182335"/>
                <a:gd name="connsiteX17" fmla="*/ 179261 w 405641"/>
                <a:gd name="connsiteY17" fmla="*/ 24298 h 182335"/>
                <a:gd name="connsiteX18" fmla="*/ 140735 w 405641"/>
                <a:gd name="connsiteY18" fmla="*/ 18666 h 182335"/>
                <a:gd name="connsiteX19" fmla="*/ 126317 w 405641"/>
                <a:gd name="connsiteY19" fmla="*/ 8080 h 182335"/>
                <a:gd name="connsiteX20" fmla="*/ 110770 w 405641"/>
                <a:gd name="connsiteY20" fmla="*/ 11909 h 182335"/>
                <a:gd name="connsiteX21" fmla="*/ 101308 w 405641"/>
                <a:gd name="connsiteY21" fmla="*/ 3800 h 182335"/>
                <a:gd name="connsiteX22" fmla="*/ 86964 w 405641"/>
                <a:gd name="connsiteY22" fmla="*/ 3800 h 182335"/>
                <a:gd name="connsiteX23" fmla="*/ 80505 w 405641"/>
                <a:gd name="connsiteY23" fmla="*/ 571 h 182335"/>
                <a:gd name="connsiteX24" fmla="*/ 69015 w 405641"/>
                <a:gd name="connsiteY24" fmla="*/ 6578 h 182335"/>
                <a:gd name="connsiteX25" fmla="*/ 59703 w 405641"/>
                <a:gd name="connsiteY25" fmla="*/ 796 h 182335"/>
                <a:gd name="connsiteX26" fmla="*/ 54070 w 405641"/>
                <a:gd name="connsiteY26" fmla="*/ 2298 h 182335"/>
                <a:gd name="connsiteX27" fmla="*/ 24030 w 405641"/>
                <a:gd name="connsiteY27" fmla="*/ -30 h 182335"/>
                <a:gd name="connsiteX28" fmla="*/ 21627 w 405641"/>
                <a:gd name="connsiteY28" fmla="*/ 12209 h 182335"/>
                <a:gd name="connsiteX29" fmla="*/ 3228 w 405641"/>
                <a:gd name="connsiteY29" fmla="*/ 20318 h 182335"/>
                <a:gd name="connsiteX30" fmla="*/ 9235 w 405641"/>
                <a:gd name="connsiteY30" fmla="*/ 90147 h 182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405641" h="182335">
                  <a:moveTo>
                    <a:pt x="9235" y="90147"/>
                  </a:moveTo>
                  <a:cubicBezTo>
                    <a:pt x="10813" y="97152"/>
                    <a:pt x="11789" y="104293"/>
                    <a:pt x="12089" y="111471"/>
                  </a:cubicBezTo>
                  <a:cubicBezTo>
                    <a:pt x="11564" y="115173"/>
                    <a:pt x="12540" y="118941"/>
                    <a:pt x="14792" y="121907"/>
                  </a:cubicBezTo>
                  <a:cubicBezTo>
                    <a:pt x="17422" y="124461"/>
                    <a:pt x="23429" y="121907"/>
                    <a:pt x="22302" y="118679"/>
                  </a:cubicBezTo>
                  <a:lnTo>
                    <a:pt x="30639" y="131819"/>
                  </a:lnTo>
                  <a:cubicBezTo>
                    <a:pt x="29588" y="131819"/>
                    <a:pt x="30639" y="129641"/>
                    <a:pt x="31540" y="129791"/>
                  </a:cubicBezTo>
                  <a:cubicBezTo>
                    <a:pt x="32442" y="129942"/>
                    <a:pt x="33268" y="131068"/>
                    <a:pt x="33793" y="132119"/>
                  </a:cubicBezTo>
                  <a:cubicBezTo>
                    <a:pt x="35670" y="136099"/>
                    <a:pt x="37623" y="140153"/>
                    <a:pt x="39501" y="144208"/>
                  </a:cubicBezTo>
                  <a:lnTo>
                    <a:pt x="69541" y="155470"/>
                  </a:lnTo>
                  <a:cubicBezTo>
                    <a:pt x="83059" y="160501"/>
                    <a:pt x="90944" y="169586"/>
                    <a:pt x="105964" y="173490"/>
                  </a:cubicBezTo>
                  <a:cubicBezTo>
                    <a:pt x="123988" y="177680"/>
                    <a:pt x="142387" y="180196"/>
                    <a:pt x="160862" y="180999"/>
                  </a:cubicBezTo>
                  <a:cubicBezTo>
                    <a:pt x="195483" y="184303"/>
                    <a:pt x="230480" y="181329"/>
                    <a:pt x="264050" y="172214"/>
                  </a:cubicBezTo>
                  <a:cubicBezTo>
                    <a:pt x="284552" y="165907"/>
                    <a:pt x="303852" y="156071"/>
                    <a:pt x="324129" y="149689"/>
                  </a:cubicBezTo>
                  <a:cubicBezTo>
                    <a:pt x="341328" y="144508"/>
                    <a:pt x="359501" y="142180"/>
                    <a:pt x="375573" y="133621"/>
                  </a:cubicBezTo>
                  <a:cubicBezTo>
                    <a:pt x="391644" y="125061"/>
                    <a:pt x="405613" y="109969"/>
                    <a:pt x="405613" y="92024"/>
                  </a:cubicBezTo>
                  <a:cubicBezTo>
                    <a:pt x="405312" y="85386"/>
                    <a:pt x="403660" y="78892"/>
                    <a:pt x="400656" y="72952"/>
                  </a:cubicBezTo>
                  <a:cubicBezTo>
                    <a:pt x="383534" y="36161"/>
                    <a:pt x="340576" y="17240"/>
                    <a:pt x="300473" y="14161"/>
                  </a:cubicBezTo>
                  <a:cubicBezTo>
                    <a:pt x="260370" y="11083"/>
                    <a:pt x="219665" y="20393"/>
                    <a:pt x="179261" y="24298"/>
                  </a:cubicBezTo>
                  <a:cubicBezTo>
                    <a:pt x="166044" y="25574"/>
                    <a:pt x="151775" y="25950"/>
                    <a:pt x="140735" y="18666"/>
                  </a:cubicBezTo>
                  <a:cubicBezTo>
                    <a:pt x="136229" y="14792"/>
                    <a:pt x="131348" y="11255"/>
                    <a:pt x="126317" y="8080"/>
                  </a:cubicBezTo>
                  <a:cubicBezTo>
                    <a:pt x="120909" y="5023"/>
                    <a:pt x="114075" y="6705"/>
                    <a:pt x="110770" y="11909"/>
                  </a:cubicBezTo>
                  <a:cubicBezTo>
                    <a:pt x="112273" y="7253"/>
                    <a:pt x="106189" y="3649"/>
                    <a:pt x="101308" y="3800"/>
                  </a:cubicBezTo>
                  <a:cubicBezTo>
                    <a:pt x="96426" y="3950"/>
                    <a:pt x="91245" y="5752"/>
                    <a:pt x="86964" y="3800"/>
                  </a:cubicBezTo>
                  <a:cubicBezTo>
                    <a:pt x="84786" y="2748"/>
                    <a:pt x="82984" y="646"/>
                    <a:pt x="80505" y="571"/>
                  </a:cubicBezTo>
                  <a:cubicBezTo>
                    <a:pt x="76074" y="571"/>
                    <a:pt x="73446" y="6878"/>
                    <a:pt x="69015" y="6578"/>
                  </a:cubicBezTo>
                  <a:cubicBezTo>
                    <a:pt x="64584" y="6278"/>
                    <a:pt x="63383" y="1397"/>
                    <a:pt x="59703" y="796"/>
                  </a:cubicBezTo>
                  <a:cubicBezTo>
                    <a:pt x="57750" y="744"/>
                    <a:pt x="55798" y="1262"/>
                    <a:pt x="54070" y="2298"/>
                  </a:cubicBezTo>
                  <a:cubicBezTo>
                    <a:pt x="44307" y="6645"/>
                    <a:pt x="33042" y="5774"/>
                    <a:pt x="24030" y="-30"/>
                  </a:cubicBezTo>
                  <a:lnTo>
                    <a:pt x="21627" y="12209"/>
                  </a:lnTo>
                  <a:cubicBezTo>
                    <a:pt x="15319" y="7779"/>
                    <a:pt x="5931" y="13035"/>
                    <a:pt x="3228" y="20318"/>
                  </a:cubicBezTo>
                  <a:cubicBezTo>
                    <a:pt x="-4809" y="42693"/>
                    <a:pt x="3903" y="66870"/>
                    <a:pt x="9235" y="90147"/>
                  </a:cubicBezTo>
                  <a:close/>
                </a:path>
              </a:pathLst>
            </a:custGeom>
            <a:solidFill>
              <a:srgbClr val="BA9E8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7" name="Content Placeholder 4">
              <a:extLst>
                <a:ext uri="{FF2B5EF4-FFF2-40B4-BE49-F238E27FC236}">
                  <a16:creationId xmlns:a16="http://schemas.microsoft.com/office/drawing/2014/main" id="{CA555647-1238-2D8B-A556-78A64CA46508}"/>
                </a:ext>
              </a:extLst>
            </p:cNvPr>
            <p:cNvSpPr/>
            <p:nvPr/>
          </p:nvSpPr>
          <p:spPr>
            <a:xfrm>
              <a:off x="11087856" y="5452862"/>
              <a:ext cx="116459" cy="99450"/>
            </a:xfrm>
            <a:custGeom>
              <a:avLst/>
              <a:gdLst>
                <a:gd name="connsiteX0" fmla="*/ 35318 w 116459"/>
                <a:gd name="connsiteY0" fmla="*/ 16854 h 99450"/>
                <a:gd name="connsiteX1" fmla="*/ 25855 w 116459"/>
                <a:gd name="connsiteY1" fmla="*/ 35475 h 99450"/>
                <a:gd name="connsiteX2" fmla="*/ 2424 w 116459"/>
                <a:gd name="connsiteY2" fmla="*/ 54472 h 99450"/>
                <a:gd name="connsiteX3" fmla="*/ 5879 w 116459"/>
                <a:gd name="connsiteY3" fmla="*/ 78048 h 99450"/>
                <a:gd name="connsiteX4" fmla="*/ 29685 w 116459"/>
                <a:gd name="connsiteY4" fmla="*/ 84581 h 99450"/>
                <a:gd name="connsiteX5" fmla="*/ 41326 w 116459"/>
                <a:gd name="connsiteY5" fmla="*/ 82028 h 99450"/>
                <a:gd name="connsiteX6" fmla="*/ 95999 w 116459"/>
                <a:gd name="connsiteY6" fmla="*/ 98771 h 99450"/>
                <a:gd name="connsiteX7" fmla="*/ 113947 w 116459"/>
                <a:gd name="connsiteY7" fmla="*/ 78799 h 99450"/>
                <a:gd name="connsiteX8" fmla="*/ 116276 w 116459"/>
                <a:gd name="connsiteY8" fmla="*/ 51093 h 99450"/>
                <a:gd name="connsiteX9" fmla="*/ 111019 w 116459"/>
                <a:gd name="connsiteY9" fmla="*/ 16704 h 99450"/>
                <a:gd name="connsiteX10" fmla="*/ 84659 w 116459"/>
                <a:gd name="connsiteY10" fmla="*/ 336 h 99450"/>
                <a:gd name="connsiteX11" fmla="*/ 53267 w 116459"/>
                <a:gd name="connsiteY11" fmla="*/ 4916 h 99450"/>
                <a:gd name="connsiteX12" fmla="*/ 35318 w 116459"/>
                <a:gd name="connsiteY12" fmla="*/ 16854 h 99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6459" h="99450">
                  <a:moveTo>
                    <a:pt x="35318" y="16854"/>
                  </a:moveTo>
                  <a:cubicBezTo>
                    <a:pt x="31337" y="22561"/>
                    <a:pt x="30211" y="29994"/>
                    <a:pt x="25855" y="35475"/>
                  </a:cubicBezTo>
                  <a:cubicBezTo>
                    <a:pt x="19547" y="43434"/>
                    <a:pt x="7757" y="45837"/>
                    <a:pt x="2424" y="54472"/>
                  </a:cubicBezTo>
                  <a:cubicBezTo>
                    <a:pt x="-1856" y="62220"/>
                    <a:pt x="-430" y="71846"/>
                    <a:pt x="5879" y="78048"/>
                  </a:cubicBezTo>
                  <a:cubicBezTo>
                    <a:pt x="12262" y="83965"/>
                    <a:pt x="21124" y="86405"/>
                    <a:pt x="29685" y="84581"/>
                  </a:cubicBezTo>
                  <a:cubicBezTo>
                    <a:pt x="33591" y="83830"/>
                    <a:pt x="37195" y="82403"/>
                    <a:pt x="41326" y="82028"/>
                  </a:cubicBezTo>
                  <a:cubicBezTo>
                    <a:pt x="60702" y="80075"/>
                    <a:pt x="77074" y="103577"/>
                    <a:pt x="95999" y="98771"/>
                  </a:cubicBezTo>
                  <a:cubicBezTo>
                    <a:pt x="105086" y="95686"/>
                    <a:pt x="111845" y="88125"/>
                    <a:pt x="113947" y="78799"/>
                  </a:cubicBezTo>
                  <a:cubicBezTo>
                    <a:pt x="115975" y="69714"/>
                    <a:pt x="116801" y="60388"/>
                    <a:pt x="116276" y="51093"/>
                  </a:cubicBezTo>
                  <a:cubicBezTo>
                    <a:pt x="116276" y="39305"/>
                    <a:pt x="116951" y="26841"/>
                    <a:pt x="111019" y="16704"/>
                  </a:cubicBezTo>
                  <a:cubicBezTo>
                    <a:pt x="105086" y="7582"/>
                    <a:pt x="95473" y="1582"/>
                    <a:pt x="84659" y="336"/>
                  </a:cubicBezTo>
                  <a:cubicBezTo>
                    <a:pt x="73994" y="-813"/>
                    <a:pt x="63180" y="756"/>
                    <a:pt x="53267" y="4916"/>
                  </a:cubicBezTo>
                  <a:cubicBezTo>
                    <a:pt x="46208" y="6966"/>
                    <a:pt x="39899" y="11133"/>
                    <a:pt x="35318" y="16854"/>
                  </a:cubicBezTo>
                  <a:close/>
                </a:path>
              </a:pathLst>
            </a:custGeom>
            <a:solidFill>
              <a:srgbClr val="BA9E8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8" name="Content Placeholder 4">
              <a:extLst>
                <a:ext uri="{FF2B5EF4-FFF2-40B4-BE49-F238E27FC236}">
                  <a16:creationId xmlns:a16="http://schemas.microsoft.com/office/drawing/2014/main" id="{27D50728-AA3F-6D9A-6B9C-C151507D792B}"/>
                </a:ext>
              </a:extLst>
            </p:cNvPr>
            <p:cNvSpPr/>
            <p:nvPr/>
          </p:nvSpPr>
          <p:spPr>
            <a:xfrm>
              <a:off x="11304945" y="5587528"/>
              <a:ext cx="77716" cy="138573"/>
            </a:xfrm>
            <a:custGeom>
              <a:avLst/>
              <a:gdLst>
                <a:gd name="connsiteX0" fmla="*/ 75822 w 77716"/>
                <a:gd name="connsiteY0" fmla="*/ 72303 h 138573"/>
                <a:gd name="connsiteX1" fmla="*/ 65007 w 77716"/>
                <a:gd name="connsiteY1" fmla="*/ 57286 h 138573"/>
                <a:gd name="connsiteX2" fmla="*/ 74094 w 77716"/>
                <a:gd name="connsiteY2" fmla="*/ 53607 h 138573"/>
                <a:gd name="connsiteX3" fmla="*/ 48034 w 77716"/>
                <a:gd name="connsiteY3" fmla="*/ 22221 h 138573"/>
                <a:gd name="connsiteX4" fmla="*/ 26030 w 77716"/>
                <a:gd name="connsiteY4" fmla="*/ 3975 h 138573"/>
                <a:gd name="connsiteX5" fmla="*/ 19046 w 77716"/>
                <a:gd name="connsiteY5" fmla="*/ 372 h 138573"/>
                <a:gd name="connsiteX6" fmla="*/ -29 w 77716"/>
                <a:gd name="connsiteY6" fmla="*/ 18167 h 138573"/>
                <a:gd name="connsiteX7" fmla="*/ 10935 w 77716"/>
                <a:gd name="connsiteY7" fmla="*/ 45573 h 138573"/>
                <a:gd name="connsiteX8" fmla="*/ 41651 w 77716"/>
                <a:gd name="connsiteY8" fmla="*/ 92350 h 138573"/>
                <a:gd name="connsiteX9" fmla="*/ 52690 w 77716"/>
                <a:gd name="connsiteY9" fmla="*/ 120507 h 138573"/>
                <a:gd name="connsiteX10" fmla="*/ 40750 w 77716"/>
                <a:gd name="connsiteY10" fmla="*/ 122309 h 138573"/>
                <a:gd name="connsiteX11" fmla="*/ 40074 w 77716"/>
                <a:gd name="connsiteY11" fmla="*/ 131950 h 138573"/>
                <a:gd name="connsiteX12" fmla="*/ 40750 w 77716"/>
                <a:gd name="connsiteY12" fmla="*/ 132595 h 138573"/>
                <a:gd name="connsiteX13" fmla="*/ 51414 w 77716"/>
                <a:gd name="connsiteY13" fmla="*/ 137176 h 138573"/>
                <a:gd name="connsiteX14" fmla="*/ 71465 w 77716"/>
                <a:gd name="connsiteY14" fmla="*/ 135224 h 138573"/>
                <a:gd name="connsiteX15" fmla="*/ 77023 w 77716"/>
                <a:gd name="connsiteY15" fmla="*/ 122910 h 138573"/>
                <a:gd name="connsiteX16" fmla="*/ 68837 w 77716"/>
                <a:gd name="connsiteY16" fmla="*/ 82289 h 138573"/>
                <a:gd name="connsiteX17" fmla="*/ 75897 w 77716"/>
                <a:gd name="connsiteY17" fmla="*/ 82289 h 138573"/>
                <a:gd name="connsiteX18" fmla="*/ 77323 w 77716"/>
                <a:gd name="connsiteY18" fmla="*/ 75606 h 138573"/>
                <a:gd name="connsiteX19" fmla="*/ 70490 w 77716"/>
                <a:gd name="connsiteY19" fmla="*/ 72753 h 138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7716" h="138573">
                  <a:moveTo>
                    <a:pt x="75822" y="72303"/>
                  </a:moveTo>
                  <a:cubicBezTo>
                    <a:pt x="76572" y="65267"/>
                    <a:pt x="71916" y="58780"/>
                    <a:pt x="65007" y="57286"/>
                  </a:cubicBezTo>
                  <a:lnTo>
                    <a:pt x="74094" y="53607"/>
                  </a:lnTo>
                  <a:cubicBezTo>
                    <a:pt x="61027" y="48876"/>
                    <a:pt x="56595" y="33108"/>
                    <a:pt x="48034" y="22221"/>
                  </a:cubicBezTo>
                  <a:cubicBezTo>
                    <a:pt x="41726" y="14991"/>
                    <a:pt x="34291" y="8834"/>
                    <a:pt x="26030" y="3975"/>
                  </a:cubicBezTo>
                  <a:cubicBezTo>
                    <a:pt x="23927" y="2406"/>
                    <a:pt x="21524" y="1190"/>
                    <a:pt x="19046" y="372"/>
                  </a:cubicBezTo>
                  <a:cubicBezTo>
                    <a:pt x="9358" y="-2181"/>
                    <a:pt x="195" y="7880"/>
                    <a:pt x="-29" y="18167"/>
                  </a:cubicBezTo>
                  <a:cubicBezTo>
                    <a:pt x="797" y="28191"/>
                    <a:pt x="4627" y="37734"/>
                    <a:pt x="10935" y="45573"/>
                  </a:cubicBezTo>
                  <a:lnTo>
                    <a:pt x="41651" y="92350"/>
                  </a:lnTo>
                  <a:cubicBezTo>
                    <a:pt x="48184" y="100369"/>
                    <a:pt x="52015" y="110205"/>
                    <a:pt x="52690" y="120507"/>
                  </a:cubicBezTo>
                  <a:lnTo>
                    <a:pt x="40750" y="122309"/>
                  </a:lnTo>
                  <a:cubicBezTo>
                    <a:pt x="37896" y="124794"/>
                    <a:pt x="37596" y="129111"/>
                    <a:pt x="40074" y="131950"/>
                  </a:cubicBezTo>
                  <a:cubicBezTo>
                    <a:pt x="40299" y="132182"/>
                    <a:pt x="40524" y="132393"/>
                    <a:pt x="40750" y="132595"/>
                  </a:cubicBezTo>
                  <a:cubicBezTo>
                    <a:pt x="43754" y="135118"/>
                    <a:pt x="47509" y="136710"/>
                    <a:pt x="51414" y="137176"/>
                  </a:cubicBezTo>
                  <a:cubicBezTo>
                    <a:pt x="58023" y="139533"/>
                    <a:pt x="65383" y="138820"/>
                    <a:pt x="71465" y="135224"/>
                  </a:cubicBezTo>
                  <a:cubicBezTo>
                    <a:pt x="74695" y="131897"/>
                    <a:pt x="76647" y="127542"/>
                    <a:pt x="77023" y="122910"/>
                  </a:cubicBezTo>
                  <a:cubicBezTo>
                    <a:pt x="79125" y="108831"/>
                    <a:pt x="76196" y="94460"/>
                    <a:pt x="68837" y="82289"/>
                  </a:cubicBezTo>
                  <a:lnTo>
                    <a:pt x="75897" y="82289"/>
                  </a:lnTo>
                  <a:cubicBezTo>
                    <a:pt x="77023" y="80247"/>
                    <a:pt x="77473" y="77926"/>
                    <a:pt x="77323" y="75606"/>
                  </a:cubicBezTo>
                  <a:cubicBezTo>
                    <a:pt x="74845" y="75314"/>
                    <a:pt x="72441" y="74322"/>
                    <a:pt x="70490" y="72753"/>
                  </a:cubicBezTo>
                  <a:close/>
                </a:path>
              </a:pathLst>
            </a:custGeom>
            <a:solidFill>
              <a:srgbClr val="BA9E8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9" name="Content Placeholder 4">
              <a:extLst>
                <a:ext uri="{FF2B5EF4-FFF2-40B4-BE49-F238E27FC236}">
                  <a16:creationId xmlns:a16="http://schemas.microsoft.com/office/drawing/2014/main" id="{A15A7EA1-CC91-86B5-419A-310DEFA2774B}"/>
                </a:ext>
              </a:extLst>
            </p:cNvPr>
            <p:cNvSpPr/>
            <p:nvPr/>
          </p:nvSpPr>
          <p:spPr>
            <a:xfrm>
              <a:off x="11470611" y="5538012"/>
              <a:ext cx="133084" cy="177668"/>
            </a:xfrm>
            <a:custGeom>
              <a:avLst/>
              <a:gdLst>
                <a:gd name="connsiteX0" fmla="*/ 13418 w 133084"/>
                <a:gd name="connsiteY0" fmla="*/ 87205 h 177668"/>
                <a:gd name="connsiteX1" fmla="*/ 49616 w 133084"/>
                <a:gd name="connsiteY1" fmla="*/ 105450 h 177668"/>
                <a:gd name="connsiteX2" fmla="*/ 89344 w 133084"/>
                <a:gd name="connsiteY2" fmla="*/ 116338 h 177668"/>
                <a:gd name="connsiteX3" fmla="*/ 110222 w 133084"/>
                <a:gd name="connsiteY3" fmla="*/ 142242 h 177668"/>
                <a:gd name="connsiteX4" fmla="*/ 112925 w 133084"/>
                <a:gd name="connsiteY4" fmla="*/ 159361 h 177668"/>
                <a:gd name="connsiteX5" fmla="*/ 110297 w 133084"/>
                <a:gd name="connsiteY5" fmla="*/ 175880 h 177668"/>
                <a:gd name="connsiteX6" fmla="*/ 114277 w 133084"/>
                <a:gd name="connsiteY6" fmla="*/ 177381 h 177668"/>
                <a:gd name="connsiteX7" fmla="*/ 129823 w 133084"/>
                <a:gd name="connsiteY7" fmla="*/ 169873 h 177668"/>
                <a:gd name="connsiteX8" fmla="*/ 133052 w 133084"/>
                <a:gd name="connsiteY8" fmla="*/ 148999 h 177668"/>
                <a:gd name="connsiteX9" fmla="*/ 120210 w 133084"/>
                <a:gd name="connsiteY9" fmla="*/ 109354 h 177668"/>
                <a:gd name="connsiteX10" fmla="*/ 105790 w 133084"/>
                <a:gd name="connsiteY10" fmla="*/ 85853 h 177668"/>
                <a:gd name="connsiteX11" fmla="*/ 97755 w 133084"/>
                <a:gd name="connsiteY11" fmla="*/ 79471 h 177668"/>
                <a:gd name="connsiteX12" fmla="*/ 104439 w 133084"/>
                <a:gd name="connsiteY12" fmla="*/ 73464 h 177668"/>
                <a:gd name="connsiteX13" fmla="*/ 103538 w 133084"/>
                <a:gd name="connsiteY13" fmla="*/ 67683 h 177668"/>
                <a:gd name="connsiteX14" fmla="*/ 97454 w 133084"/>
                <a:gd name="connsiteY14" fmla="*/ 64680 h 177668"/>
                <a:gd name="connsiteX15" fmla="*/ 89419 w 133084"/>
                <a:gd name="connsiteY15" fmla="*/ 51915 h 177668"/>
                <a:gd name="connsiteX16" fmla="*/ 78079 w 133084"/>
                <a:gd name="connsiteY16" fmla="*/ 43581 h 177668"/>
                <a:gd name="connsiteX17" fmla="*/ 78380 w 133084"/>
                <a:gd name="connsiteY17" fmla="*/ 32325 h 177668"/>
                <a:gd name="connsiteX18" fmla="*/ 74999 w 133084"/>
                <a:gd name="connsiteY18" fmla="*/ 30216 h 177668"/>
                <a:gd name="connsiteX19" fmla="*/ 81233 w 133084"/>
                <a:gd name="connsiteY19" fmla="*/ 17601 h 177668"/>
                <a:gd name="connsiteX20" fmla="*/ 66213 w 133084"/>
                <a:gd name="connsiteY20" fmla="*/ 8817 h 177668"/>
                <a:gd name="connsiteX21" fmla="*/ 46312 w 133084"/>
                <a:gd name="connsiteY21" fmla="*/ 3035 h 177668"/>
                <a:gd name="connsiteX22" fmla="*/ 25734 w 133084"/>
                <a:gd name="connsiteY22" fmla="*/ 107 h 177668"/>
                <a:gd name="connsiteX23" fmla="*/ 876 w 133084"/>
                <a:gd name="connsiteY23" fmla="*/ 26461 h 177668"/>
                <a:gd name="connsiteX24" fmla="*/ 3955 w 133084"/>
                <a:gd name="connsiteY24" fmla="*/ 64604 h 177668"/>
                <a:gd name="connsiteX25" fmla="*/ 13418 w 133084"/>
                <a:gd name="connsiteY25" fmla="*/ 87205 h 177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084" h="177668">
                  <a:moveTo>
                    <a:pt x="13418" y="87205"/>
                  </a:moveTo>
                  <a:cubicBezTo>
                    <a:pt x="21679" y="98242"/>
                    <a:pt x="35948" y="102822"/>
                    <a:pt x="49616" y="105450"/>
                  </a:cubicBezTo>
                  <a:cubicBezTo>
                    <a:pt x="63360" y="106824"/>
                    <a:pt x="76802" y="110503"/>
                    <a:pt x="89344" y="116338"/>
                  </a:cubicBezTo>
                  <a:cubicBezTo>
                    <a:pt x="99181" y="122194"/>
                    <a:pt x="106617" y="131384"/>
                    <a:pt x="110222" y="142242"/>
                  </a:cubicBezTo>
                  <a:cubicBezTo>
                    <a:pt x="112099" y="147745"/>
                    <a:pt x="113076" y="153542"/>
                    <a:pt x="112925" y="159361"/>
                  </a:cubicBezTo>
                  <a:cubicBezTo>
                    <a:pt x="112925" y="162665"/>
                    <a:pt x="108644" y="174378"/>
                    <a:pt x="110297" y="175880"/>
                  </a:cubicBezTo>
                  <a:cubicBezTo>
                    <a:pt x="111423" y="176833"/>
                    <a:pt x="112850" y="177366"/>
                    <a:pt x="114277" y="177381"/>
                  </a:cubicBezTo>
                  <a:cubicBezTo>
                    <a:pt x="121787" y="178207"/>
                    <a:pt x="127419" y="177381"/>
                    <a:pt x="129823" y="169873"/>
                  </a:cubicBezTo>
                  <a:cubicBezTo>
                    <a:pt x="132075" y="163145"/>
                    <a:pt x="133127" y="156087"/>
                    <a:pt x="133052" y="148999"/>
                  </a:cubicBezTo>
                  <a:cubicBezTo>
                    <a:pt x="133127" y="134756"/>
                    <a:pt x="128621" y="120872"/>
                    <a:pt x="120210" y="109354"/>
                  </a:cubicBezTo>
                  <a:cubicBezTo>
                    <a:pt x="114652" y="101846"/>
                    <a:pt x="107218" y="95014"/>
                    <a:pt x="105790" y="85853"/>
                  </a:cubicBezTo>
                  <a:cubicBezTo>
                    <a:pt x="102035" y="85695"/>
                    <a:pt x="98731" y="83120"/>
                    <a:pt x="97755" y="79471"/>
                  </a:cubicBezTo>
                  <a:cubicBezTo>
                    <a:pt x="97154" y="75792"/>
                    <a:pt x="101134" y="71963"/>
                    <a:pt x="104439" y="73464"/>
                  </a:cubicBezTo>
                  <a:cubicBezTo>
                    <a:pt x="106241" y="72038"/>
                    <a:pt x="105340" y="69034"/>
                    <a:pt x="103538" y="67683"/>
                  </a:cubicBezTo>
                  <a:cubicBezTo>
                    <a:pt x="101585" y="66534"/>
                    <a:pt x="99557" y="65528"/>
                    <a:pt x="97454" y="64680"/>
                  </a:cubicBezTo>
                  <a:cubicBezTo>
                    <a:pt x="93024" y="62051"/>
                    <a:pt x="91522" y="56570"/>
                    <a:pt x="89419" y="51915"/>
                  </a:cubicBezTo>
                  <a:cubicBezTo>
                    <a:pt x="87316" y="47260"/>
                    <a:pt x="83036" y="42379"/>
                    <a:pt x="78079" y="43581"/>
                  </a:cubicBezTo>
                  <a:cubicBezTo>
                    <a:pt x="81233" y="40555"/>
                    <a:pt x="81383" y="35516"/>
                    <a:pt x="78380" y="32325"/>
                  </a:cubicBezTo>
                  <a:cubicBezTo>
                    <a:pt x="77478" y="31349"/>
                    <a:pt x="76276" y="30621"/>
                    <a:pt x="74999" y="30216"/>
                  </a:cubicBezTo>
                  <a:cubicBezTo>
                    <a:pt x="80782" y="31041"/>
                    <a:pt x="84161" y="22707"/>
                    <a:pt x="81233" y="17601"/>
                  </a:cubicBezTo>
                  <a:cubicBezTo>
                    <a:pt x="77478" y="12901"/>
                    <a:pt x="72146" y="9763"/>
                    <a:pt x="66213" y="8817"/>
                  </a:cubicBezTo>
                  <a:lnTo>
                    <a:pt x="46312" y="3035"/>
                  </a:lnTo>
                  <a:cubicBezTo>
                    <a:pt x="39778" y="580"/>
                    <a:pt x="32718" y="-419"/>
                    <a:pt x="25734" y="107"/>
                  </a:cubicBezTo>
                  <a:cubicBezTo>
                    <a:pt x="12892" y="3073"/>
                    <a:pt x="3054" y="13464"/>
                    <a:pt x="876" y="26461"/>
                  </a:cubicBezTo>
                  <a:cubicBezTo>
                    <a:pt x="-1002" y="39241"/>
                    <a:pt x="50" y="52290"/>
                    <a:pt x="3955" y="64604"/>
                  </a:cubicBezTo>
                  <a:cubicBezTo>
                    <a:pt x="5532" y="72713"/>
                    <a:pt x="8762" y="80410"/>
                    <a:pt x="13418" y="87205"/>
                  </a:cubicBezTo>
                  <a:close/>
                </a:path>
              </a:pathLst>
            </a:custGeom>
            <a:solidFill>
              <a:srgbClr val="BA9E8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0" name="Content Placeholder 4">
              <a:extLst>
                <a:ext uri="{FF2B5EF4-FFF2-40B4-BE49-F238E27FC236}">
                  <a16:creationId xmlns:a16="http://schemas.microsoft.com/office/drawing/2014/main" id="{C74DE3AC-95F0-5665-C568-5C4C67BFC0C0}"/>
                </a:ext>
              </a:extLst>
            </p:cNvPr>
            <p:cNvSpPr/>
            <p:nvPr/>
          </p:nvSpPr>
          <p:spPr>
            <a:xfrm>
              <a:off x="11184057" y="5572574"/>
              <a:ext cx="106528" cy="140536"/>
            </a:xfrm>
            <a:custGeom>
              <a:avLst/>
              <a:gdLst>
                <a:gd name="connsiteX0" fmla="*/ 59051 w 106528"/>
                <a:gd name="connsiteY0" fmla="*/ 14800 h 140536"/>
                <a:gd name="connsiteX1" fmla="*/ 54695 w 106528"/>
                <a:gd name="connsiteY1" fmla="*/ 13448 h 140536"/>
                <a:gd name="connsiteX2" fmla="*/ 51090 w 106528"/>
                <a:gd name="connsiteY2" fmla="*/ 56246 h 140536"/>
                <a:gd name="connsiteX3" fmla="*/ 30363 w 106528"/>
                <a:gd name="connsiteY3" fmla="*/ 104075 h 140536"/>
                <a:gd name="connsiteX4" fmla="*/ 12039 w 106528"/>
                <a:gd name="connsiteY4" fmla="*/ 121495 h 140536"/>
                <a:gd name="connsiteX5" fmla="*/ 1525 w 106528"/>
                <a:gd name="connsiteY5" fmla="*/ 125549 h 140536"/>
                <a:gd name="connsiteX6" fmla="*/ 3852 w 106528"/>
                <a:gd name="connsiteY6" fmla="*/ 137976 h 140536"/>
                <a:gd name="connsiteX7" fmla="*/ 4003 w 106528"/>
                <a:gd name="connsiteY7" fmla="*/ 138089 h 140536"/>
                <a:gd name="connsiteX8" fmla="*/ 17971 w 106528"/>
                <a:gd name="connsiteY8" fmla="*/ 139891 h 140536"/>
                <a:gd name="connsiteX9" fmla="*/ 50790 w 106528"/>
                <a:gd name="connsiteY9" fmla="*/ 121945 h 140536"/>
                <a:gd name="connsiteX10" fmla="*/ 59351 w 106528"/>
                <a:gd name="connsiteY10" fmla="*/ 114437 h 140536"/>
                <a:gd name="connsiteX11" fmla="*/ 72343 w 106528"/>
                <a:gd name="connsiteY11" fmla="*/ 93638 h 140536"/>
                <a:gd name="connsiteX12" fmla="*/ 78952 w 106528"/>
                <a:gd name="connsiteY12" fmla="*/ 80048 h 140536"/>
                <a:gd name="connsiteX13" fmla="*/ 89842 w 106528"/>
                <a:gd name="connsiteY13" fmla="*/ 73666 h 140536"/>
                <a:gd name="connsiteX14" fmla="*/ 90668 w 106528"/>
                <a:gd name="connsiteY14" fmla="*/ 69837 h 140536"/>
                <a:gd name="connsiteX15" fmla="*/ 95925 w 106528"/>
                <a:gd name="connsiteY15" fmla="*/ 67884 h 140536"/>
                <a:gd name="connsiteX16" fmla="*/ 90368 w 106528"/>
                <a:gd name="connsiteY16" fmla="*/ 58799 h 140536"/>
                <a:gd name="connsiteX17" fmla="*/ 102534 w 106528"/>
                <a:gd name="connsiteY17" fmla="*/ 51742 h 140536"/>
                <a:gd name="connsiteX18" fmla="*/ 106063 w 106528"/>
                <a:gd name="connsiteY18" fmla="*/ 37475 h 140536"/>
                <a:gd name="connsiteX19" fmla="*/ 100131 w 106528"/>
                <a:gd name="connsiteY19" fmla="*/ 9769 h 140536"/>
                <a:gd name="connsiteX20" fmla="*/ 64984 w 106528"/>
                <a:gd name="connsiteY20" fmla="*/ 3237 h 140536"/>
                <a:gd name="connsiteX21" fmla="*/ 59051 w 106528"/>
                <a:gd name="connsiteY21" fmla="*/ 14800 h 140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6528" h="140536">
                  <a:moveTo>
                    <a:pt x="59051" y="14800"/>
                  </a:moveTo>
                  <a:lnTo>
                    <a:pt x="54695" y="13448"/>
                  </a:lnTo>
                  <a:cubicBezTo>
                    <a:pt x="47185" y="25987"/>
                    <a:pt x="52142" y="41755"/>
                    <a:pt x="51090" y="56246"/>
                  </a:cubicBezTo>
                  <a:cubicBezTo>
                    <a:pt x="49889" y="73816"/>
                    <a:pt x="39976" y="89359"/>
                    <a:pt x="30363" y="104075"/>
                  </a:cubicBezTo>
                  <a:cubicBezTo>
                    <a:pt x="26457" y="111824"/>
                    <a:pt x="19999" y="117981"/>
                    <a:pt x="12039" y="121495"/>
                  </a:cubicBezTo>
                  <a:cubicBezTo>
                    <a:pt x="8433" y="122621"/>
                    <a:pt x="4078" y="122771"/>
                    <a:pt x="1525" y="125549"/>
                  </a:cubicBezTo>
                  <a:cubicBezTo>
                    <a:pt x="-1254" y="129619"/>
                    <a:pt x="-203" y="135183"/>
                    <a:pt x="3852" y="137976"/>
                  </a:cubicBezTo>
                  <a:cubicBezTo>
                    <a:pt x="3852" y="138014"/>
                    <a:pt x="3927" y="138051"/>
                    <a:pt x="4003" y="138089"/>
                  </a:cubicBezTo>
                  <a:cubicBezTo>
                    <a:pt x="8284" y="140484"/>
                    <a:pt x="13240" y="141129"/>
                    <a:pt x="17971" y="139891"/>
                  </a:cubicBezTo>
                  <a:cubicBezTo>
                    <a:pt x="30137" y="136497"/>
                    <a:pt x="41402" y="130355"/>
                    <a:pt x="50790" y="121945"/>
                  </a:cubicBezTo>
                  <a:cubicBezTo>
                    <a:pt x="53869" y="119693"/>
                    <a:pt x="56723" y="117177"/>
                    <a:pt x="59351" y="114437"/>
                  </a:cubicBezTo>
                  <a:cubicBezTo>
                    <a:pt x="64833" y="108280"/>
                    <a:pt x="69190" y="101252"/>
                    <a:pt x="72343" y="93638"/>
                  </a:cubicBezTo>
                  <a:cubicBezTo>
                    <a:pt x="74597" y="89134"/>
                    <a:pt x="76775" y="84553"/>
                    <a:pt x="78952" y="80048"/>
                  </a:cubicBezTo>
                  <a:cubicBezTo>
                    <a:pt x="81130" y="75543"/>
                    <a:pt x="86462" y="70513"/>
                    <a:pt x="89842" y="73666"/>
                  </a:cubicBezTo>
                  <a:cubicBezTo>
                    <a:pt x="87890" y="73666"/>
                    <a:pt x="88791" y="70362"/>
                    <a:pt x="90668" y="69837"/>
                  </a:cubicBezTo>
                  <a:cubicBezTo>
                    <a:pt x="92546" y="69311"/>
                    <a:pt x="95024" y="69837"/>
                    <a:pt x="95925" y="67884"/>
                  </a:cubicBezTo>
                  <a:cubicBezTo>
                    <a:pt x="95925" y="64048"/>
                    <a:pt x="93822" y="60534"/>
                    <a:pt x="90368" y="58799"/>
                  </a:cubicBezTo>
                  <a:cubicBezTo>
                    <a:pt x="95475" y="58980"/>
                    <a:pt x="100206" y="56231"/>
                    <a:pt x="102534" y="51742"/>
                  </a:cubicBezTo>
                  <a:cubicBezTo>
                    <a:pt x="104787" y="47311"/>
                    <a:pt x="105988" y="42438"/>
                    <a:pt x="106063" y="37475"/>
                  </a:cubicBezTo>
                  <a:cubicBezTo>
                    <a:pt x="107491" y="27827"/>
                    <a:pt x="105387" y="17991"/>
                    <a:pt x="100131" y="9769"/>
                  </a:cubicBezTo>
                  <a:cubicBezTo>
                    <a:pt x="91269" y="-209"/>
                    <a:pt x="76775" y="-2898"/>
                    <a:pt x="64984" y="3237"/>
                  </a:cubicBezTo>
                  <a:cubicBezTo>
                    <a:pt x="53418" y="9243"/>
                    <a:pt x="62205" y="2336"/>
                    <a:pt x="59051" y="14800"/>
                  </a:cubicBezTo>
                  <a:close/>
                </a:path>
              </a:pathLst>
            </a:custGeom>
            <a:solidFill>
              <a:srgbClr val="BA9E8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1" name="Content Placeholder 4">
              <a:extLst>
                <a:ext uri="{FF2B5EF4-FFF2-40B4-BE49-F238E27FC236}">
                  <a16:creationId xmlns:a16="http://schemas.microsoft.com/office/drawing/2014/main" id="{1CA8906A-009F-4942-9859-ABD32829D0B2}"/>
                </a:ext>
              </a:extLst>
            </p:cNvPr>
            <p:cNvSpPr/>
            <p:nvPr/>
          </p:nvSpPr>
          <p:spPr>
            <a:xfrm>
              <a:off x="11504185" y="5480871"/>
              <a:ext cx="149149" cy="141460"/>
            </a:xfrm>
            <a:custGeom>
              <a:avLst/>
              <a:gdLst>
                <a:gd name="connsiteX0" fmla="*/ 136352 w 149149"/>
                <a:gd name="connsiteY0" fmla="*/ 116640 h 141460"/>
                <a:gd name="connsiteX1" fmla="*/ 142361 w 149149"/>
                <a:gd name="connsiteY1" fmla="*/ 123172 h 141460"/>
                <a:gd name="connsiteX2" fmla="*/ 126440 w 149149"/>
                <a:gd name="connsiteY2" fmla="*/ 129780 h 141460"/>
                <a:gd name="connsiteX3" fmla="*/ 133348 w 149149"/>
                <a:gd name="connsiteY3" fmla="*/ 134360 h 141460"/>
                <a:gd name="connsiteX4" fmla="*/ 106388 w 149149"/>
                <a:gd name="connsiteY4" fmla="*/ 141343 h 141460"/>
                <a:gd name="connsiteX5" fmla="*/ 81755 w 149149"/>
                <a:gd name="connsiteY5" fmla="*/ 130681 h 141460"/>
                <a:gd name="connsiteX6" fmla="*/ 74245 w 149149"/>
                <a:gd name="connsiteY6" fmla="*/ 114312 h 141460"/>
                <a:gd name="connsiteX7" fmla="*/ 57422 w 149149"/>
                <a:gd name="connsiteY7" fmla="*/ 95165 h 141460"/>
                <a:gd name="connsiteX8" fmla="*/ 45557 w 149149"/>
                <a:gd name="connsiteY8" fmla="*/ 68961 h 141460"/>
                <a:gd name="connsiteX9" fmla="*/ -29 w 149149"/>
                <a:gd name="connsiteY9" fmla="*/ 6416 h 141460"/>
                <a:gd name="connsiteX10" fmla="*/ 75822 w 149149"/>
                <a:gd name="connsiteY10" fmla="*/ 30045 h 141460"/>
                <a:gd name="connsiteX11" fmla="*/ 80403 w 149149"/>
                <a:gd name="connsiteY11" fmla="*/ 41856 h 141460"/>
                <a:gd name="connsiteX12" fmla="*/ 84609 w 149149"/>
                <a:gd name="connsiteY12" fmla="*/ 71889 h 141460"/>
                <a:gd name="connsiteX13" fmla="*/ 99028 w 149149"/>
                <a:gd name="connsiteY13" fmla="*/ 97493 h 141460"/>
                <a:gd name="connsiteX14" fmla="*/ 132597 w 149149"/>
                <a:gd name="connsiteY14" fmla="*/ 88115 h 141460"/>
                <a:gd name="connsiteX15" fmla="*/ 133799 w 149149"/>
                <a:gd name="connsiteY15" fmla="*/ 85630 h 141460"/>
                <a:gd name="connsiteX16" fmla="*/ 148819 w 149149"/>
                <a:gd name="connsiteY16" fmla="*/ 102223 h 141460"/>
                <a:gd name="connsiteX17" fmla="*/ 136728 w 149149"/>
                <a:gd name="connsiteY17" fmla="*/ 103350 h 141460"/>
                <a:gd name="connsiteX18" fmla="*/ 149120 w 149149"/>
                <a:gd name="connsiteY18" fmla="*/ 112811 h 141460"/>
                <a:gd name="connsiteX19" fmla="*/ 136352 w 149149"/>
                <a:gd name="connsiteY19" fmla="*/ 116640 h 14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9149" h="141460">
                  <a:moveTo>
                    <a:pt x="136352" y="116640"/>
                  </a:moveTo>
                  <a:cubicBezTo>
                    <a:pt x="137780" y="119305"/>
                    <a:pt x="139807" y="121558"/>
                    <a:pt x="142361" y="123172"/>
                  </a:cubicBezTo>
                  <a:lnTo>
                    <a:pt x="126440" y="129780"/>
                  </a:lnTo>
                  <a:lnTo>
                    <a:pt x="133348" y="134360"/>
                  </a:lnTo>
                  <a:cubicBezTo>
                    <a:pt x="124787" y="138189"/>
                    <a:pt x="115700" y="140547"/>
                    <a:pt x="106388" y="141343"/>
                  </a:cubicBezTo>
                  <a:cubicBezTo>
                    <a:pt x="96925" y="142086"/>
                    <a:pt x="87688" y="138092"/>
                    <a:pt x="81755" y="130681"/>
                  </a:cubicBezTo>
                  <a:cubicBezTo>
                    <a:pt x="78976" y="125350"/>
                    <a:pt x="76498" y="119891"/>
                    <a:pt x="74245" y="114312"/>
                  </a:cubicBezTo>
                  <a:cubicBezTo>
                    <a:pt x="69063" y="107570"/>
                    <a:pt x="63431" y="101173"/>
                    <a:pt x="57422" y="95165"/>
                  </a:cubicBezTo>
                  <a:cubicBezTo>
                    <a:pt x="52241" y="87057"/>
                    <a:pt x="48185" y="78227"/>
                    <a:pt x="45557" y="68961"/>
                  </a:cubicBezTo>
                  <a:cubicBezTo>
                    <a:pt x="36245" y="44401"/>
                    <a:pt x="20474" y="22792"/>
                    <a:pt x="-29" y="6416"/>
                  </a:cubicBezTo>
                  <a:cubicBezTo>
                    <a:pt x="27458" y="-8001"/>
                    <a:pt x="61403" y="2579"/>
                    <a:pt x="75822" y="30045"/>
                  </a:cubicBezTo>
                  <a:cubicBezTo>
                    <a:pt x="77775" y="33799"/>
                    <a:pt x="79352" y="37756"/>
                    <a:pt x="80403" y="41856"/>
                  </a:cubicBezTo>
                  <a:cubicBezTo>
                    <a:pt x="82957" y="51617"/>
                    <a:pt x="82881" y="61828"/>
                    <a:pt x="84609" y="71889"/>
                  </a:cubicBezTo>
                  <a:cubicBezTo>
                    <a:pt x="85660" y="82049"/>
                    <a:pt x="90918" y="91314"/>
                    <a:pt x="99028" y="97493"/>
                  </a:cubicBezTo>
                  <a:cubicBezTo>
                    <a:pt x="110894" y="104168"/>
                    <a:pt x="125913" y="99971"/>
                    <a:pt x="132597" y="88115"/>
                  </a:cubicBezTo>
                  <a:cubicBezTo>
                    <a:pt x="133049" y="87312"/>
                    <a:pt x="133423" y="86478"/>
                    <a:pt x="133799" y="85630"/>
                  </a:cubicBezTo>
                  <a:cubicBezTo>
                    <a:pt x="142286" y="86606"/>
                    <a:pt x="148669" y="93709"/>
                    <a:pt x="148819" y="102223"/>
                  </a:cubicBezTo>
                  <a:lnTo>
                    <a:pt x="136728" y="103350"/>
                  </a:lnTo>
                  <a:lnTo>
                    <a:pt x="149120" y="112811"/>
                  </a:lnTo>
                  <a:cubicBezTo>
                    <a:pt x="145665" y="116009"/>
                    <a:pt x="141009" y="117428"/>
                    <a:pt x="136352" y="116640"/>
                  </a:cubicBezTo>
                  <a:close/>
                </a:path>
              </a:pathLst>
            </a:custGeom>
            <a:solidFill>
              <a:srgbClr val="BA9E8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2" name="Content Placeholder 4">
              <a:extLst>
                <a:ext uri="{FF2B5EF4-FFF2-40B4-BE49-F238E27FC236}">
                  <a16:creationId xmlns:a16="http://schemas.microsoft.com/office/drawing/2014/main" id="{CC5DD031-2D78-634B-B72C-FD6026E81D0E}"/>
                </a:ext>
              </a:extLst>
            </p:cNvPr>
            <p:cNvSpPr/>
            <p:nvPr/>
          </p:nvSpPr>
          <p:spPr>
            <a:xfrm>
              <a:off x="11451730" y="5590634"/>
              <a:ext cx="74175" cy="120065"/>
            </a:xfrm>
            <a:custGeom>
              <a:avLst/>
              <a:gdLst>
                <a:gd name="connsiteX0" fmla="*/ 232 w 74175"/>
                <a:gd name="connsiteY0" fmla="*/ 114473 h 120065"/>
                <a:gd name="connsiteX1" fmla="*/ 26592 w 74175"/>
                <a:gd name="connsiteY1" fmla="*/ 114473 h 120065"/>
                <a:gd name="connsiteX2" fmla="*/ 41612 w 74175"/>
                <a:gd name="connsiteY2" fmla="*/ 88719 h 120065"/>
                <a:gd name="connsiteX3" fmla="*/ 55355 w 74175"/>
                <a:gd name="connsiteY3" fmla="*/ 64992 h 120065"/>
                <a:gd name="connsiteX4" fmla="*/ 69624 w 74175"/>
                <a:gd name="connsiteY4" fmla="*/ 44945 h 120065"/>
                <a:gd name="connsiteX5" fmla="*/ 73304 w 74175"/>
                <a:gd name="connsiteY5" fmla="*/ 21218 h 120065"/>
                <a:gd name="connsiteX6" fmla="*/ 53552 w 74175"/>
                <a:gd name="connsiteY6" fmla="*/ 2897 h 120065"/>
                <a:gd name="connsiteX7" fmla="*/ 25766 w 74175"/>
                <a:gd name="connsiteY7" fmla="*/ 194 h 120065"/>
                <a:gd name="connsiteX8" fmla="*/ 14876 w 74175"/>
                <a:gd name="connsiteY8" fmla="*/ 2146 h 120065"/>
                <a:gd name="connsiteX9" fmla="*/ 9619 w 74175"/>
                <a:gd name="connsiteY9" fmla="*/ 11082 h 120065"/>
                <a:gd name="connsiteX10" fmla="*/ 22686 w 74175"/>
                <a:gd name="connsiteY10" fmla="*/ 41115 h 120065"/>
                <a:gd name="connsiteX11" fmla="*/ 28845 w 74175"/>
                <a:gd name="connsiteY11" fmla="*/ 60337 h 120065"/>
                <a:gd name="connsiteX12" fmla="*/ 10370 w 74175"/>
                <a:gd name="connsiteY12" fmla="*/ 98930 h 120065"/>
                <a:gd name="connsiteX13" fmla="*/ 232 w 74175"/>
                <a:gd name="connsiteY13" fmla="*/ 114473 h 120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4175" h="120065">
                  <a:moveTo>
                    <a:pt x="232" y="114473"/>
                  </a:moveTo>
                  <a:cubicBezTo>
                    <a:pt x="5939" y="122657"/>
                    <a:pt x="19232" y="121080"/>
                    <a:pt x="26592" y="114473"/>
                  </a:cubicBezTo>
                  <a:cubicBezTo>
                    <a:pt x="33276" y="107002"/>
                    <a:pt x="38382" y="98239"/>
                    <a:pt x="41612" y="88719"/>
                  </a:cubicBezTo>
                  <a:cubicBezTo>
                    <a:pt x="45367" y="80362"/>
                    <a:pt x="49948" y="72410"/>
                    <a:pt x="55355" y="64992"/>
                  </a:cubicBezTo>
                  <a:cubicBezTo>
                    <a:pt x="60537" y="58647"/>
                    <a:pt x="65343" y="51950"/>
                    <a:pt x="69624" y="44945"/>
                  </a:cubicBezTo>
                  <a:cubicBezTo>
                    <a:pt x="73905" y="37812"/>
                    <a:pt x="75181" y="29305"/>
                    <a:pt x="73304" y="21218"/>
                  </a:cubicBezTo>
                  <a:cubicBezTo>
                    <a:pt x="70000" y="12335"/>
                    <a:pt x="62640" y="5548"/>
                    <a:pt x="53552" y="2897"/>
                  </a:cubicBezTo>
                  <a:cubicBezTo>
                    <a:pt x="44541" y="412"/>
                    <a:pt x="35078" y="-496"/>
                    <a:pt x="25766" y="194"/>
                  </a:cubicBezTo>
                  <a:cubicBezTo>
                    <a:pt x="22011" y="14"/>
                    <a:pt x="18331" y="682"/>
                    <a:pt x="14876" y="2146"/>
                  </a:cubicBezTo>
                  <a:cubicBezTo>
                    <a:pt x="11346" y="3685"/>
                    <a:pt x="9243" y="7282"/>
                    <a:pt x="9619" y="11082"/>
                  </a:cubicBezTo>
                  <a:lnTo>
                    <a:pt x="22686" y="41115"/>
                  </a:lnTo>
                  <a:cubicBezTo>
                    <a:pt x="25690" y="47182"/>
                    <a:pt x="27794" y="53654"/>
                    <a:pt x="28845" y="60337"/>
                  </a:cubicBezTo>
                  <a:cubicBezTo>
                    <a:pt x="29596" y="75489"/>
                    <a:pt x="22611" y="89995"/>
                    <a:pt x="10370" y="98930"/>
                  </a:cubicBezTo>
                  <a:cubicBezTo>
                    <a:pt x="5113" y="103060"/>
                    <a:pt x="-1420" y="108541"/>
                    <a:pt x="232" y="114473"/>
                  </a:cubicBezTo>
                  <a:close/>
                </a:path>
              </a:pathLst>
            </a:custGeom>
            <a:solidFill>
              <a:srgbClr val="BA9E8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3" name="Content Placeholder 4">
              <a:extLst>
                <a:ext uri="{FF2B5EF4-FFF2-40B4-BE49-F238E27FC236}">
                  <a16:creationId xmlns:a16="http://schemas.microsoft.com/office/drawing/2014/main" id="{D718EC07-D915-AE55-7FBA-8B933D375F92}"/>
                </a:ext>
              </a:extLst>
            </p:cNvPr>
            <p:cNvSpPr/>
            <p:nvPr/>
          </p:nvSpPr>
          <p:spPr>
            <a:xfrm>
              <a:off x="11213186" y="5212766"/>
              <a:ext cx="22271" cy="134046"/>
            </a:xfrm>
            <a:custGeom>
              <a:avLst/>
              <a:gdLst>
                <a:gd name="connsiteX0" fmla="*/ 18882 w 22271"/>
                <a:gd name="connsiteY0" fmla="*/ 133512 h 134046"/>
                <a:gd name="connsiteX1" fmla="*/ 21510 w 22271"/>
                <a:gd name="connsiteY1" fmla="*/ 128556 h 134046"/>
                <a:gd name="connsiteX2" fmla="*/ 21510 w 22271"/>
                <a:gd name="connsiteY2" fmla="*/ 115717 h 134046"/>
                <a:gd name="connsiteX3" fmla="*/ 18582 w 22271"/>
                <a:gd name="connsiteY3" fmla="*/ 106631 h 134046"/>
                <a:gd name="connsiteX4" fmla="*/ 16329 w 22271"/>
                <a:gd name="connsiteY4" fmla="*/ 87335 h 134046"/>
                <a:gd name="connsiteX5" fmla="*/ 19559 w 22271"/>
                <a:gd name="connsiteY5" fmla="*/ 16755 h 134046"/>
                <a:gd name="connsiteX6" fmla="*/ 13099 w 22271"/>
                <a:gd name="connsiteY6" fmla="*/ 11 h 134046"/>
                <a:gd name="connsiteX7" fmla="*/ 3787 w 22271"/>
                <a:gd name="connsiteY7" fmla="*/ 5718 h 134046"/>
                <a:gd name="connsiteX8" fmla="*/ 2360 w 22271"/>
                <a:gd name="connsiteY8" fmla="*/ 17356 h 134046"/>
                <a:gd name="connsiteX9" fmla="*/ 1610 w 22271"/>
                <a:gd name="connsiteY9" fmla="*/ 101075 h 134046"/>
                <a:gd name="connsiteX10" fmla="*/ 633 w 22271"/>
                <a:gd name="connsiteY10" fmla="*/ 122249 h 134046"/>
                <a:gd name="connsiteX11" fmla="*/ 9946 w 22271"/>
                <a:gd name="connsiteY11" fmla="*/ 121348 h 134046"/>
                <a:gd name="connsiteX12" fmla="*/ 11147 w 22271"/>
                <a:gd name="connsiteY12" fmla="*/ 130659 h 134046"/>
                <a:gd name="connsiteX13" fmla="*/ 18882 w 22271"/>
                <a:gd name="connsiteY13" fmla="*/ 133512 h 134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271" h="134046">
                  <a:moveTo>
                    <a:pt x="18882" y="133512"/>
                  </a:moveTo>
                  <a:cubicBezTo>
                    <a:pt x="20385" y="132258"/>
                    <a:pt x="21286" y="130486"/>
                    <a:pt x="21510" y="128556"/>
                  </a:cubicBezTo>
                  <a:cubicBezTo>
                    <a:pt x="22487" y="124329"/>
                    <a:pt x="22487" y="119944"/>
                    <a:pt x="21510" y="115717"/>
                  </a:cubicBezTo>
                  <a:cubicBezTo>
                    <a:pt x="20760" y="112638"/>
                    <a:pt x="19483" y="109635"/>
                    <a:pt x="18582" y="106631"/>
                  </a:cubicBezTo>
                  <a:cubicBezTo>
                    <a:pt x="17005" y="100325"/>
                    <a:pt x="16254" y="93837"/>
                    <a:pt x="16329" y="87335"/>
                  </a:cubicBezTo>
                  <a:cubicBezTo>
                    <a:pt x="15804" y="63766"/>
                    <a:pt x="16929" y="40182"/>
                    <a:pt x="19559" y="16755"/>
                  </a:cubicBezTo>
                  <a:cubicBezTo>
                    <a:pt x="20234" y="10223"/>
                    <a:pt x="19559" y="1738"/>
                    <a:pt x="13099" y="11"/>
                  </a:cubicBezTo>
                  <a:cubicBezTo>
                    <a:pt x="9044" y="-371"/>
                    <a:pt x="5289" y="1956"/>
                    <a:pt x="3787" y="5718"/>
                  </a:cubicBezTo>
                  <a:cubicBezTo>
                    <a:pt x="2436" y="9434"/>
                    <a:pt x="1909" y="13421"/>
                    <a:pt x="2360" y="17356"/>
                  </a:cubicBezTo>
                  <a:cubicBezTo>
                    <a:pt x="3337" y="45287"/>
                    <a:pt x="6191" y="73519"/>
                    <a:pt x="1610" y="101075"/>
                  </a:cubicBezTo>
                  <a:cubicBezTo>
                    <a:pt x="-193" y="107991"/>
                    <a:pt x="-493" y="115198"/>
                    <a:pt x="633" y="122249"/>
                  </a:cubicBezTo>
                  <a:cubicBezTo>
                    <a:pt x="3787" y="122407"/>
                    <a:pt x="6866" y="122099"/>
                    <a:pt x="9946" y="121348"/>
                  </a:cubicBezTo>
                  <a:cubicBezTo>
                    <a:pt x="9495" y="124502"/>
                    <a:pt x="9946" y="127723"/>
                    <a:pt x="11147" y="130659"/>
                  </a:cubicBezTo>
                  <a:cubicBezTo>
                    <a:pt x="12499" y="133534"/>
                    <a:pt x="15953" y="134803"/>
                    <a:pt x="18882" y="133512"/>
                  </a:cubicBezTo>
                  <a:close/>
                </a:path>
              </a:pathLst>
            </a:custGeom>
            <a:solidFill>
              <a:srgbClr val="E0D0C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4" name="Content Placeholder 4">
              <a:extLst>
                <a:ext uri="{FF2B5EF4-FFF2-40B4-BE49-F238E27FC236}">
                  <a16:creationId xmlns:a16="http://schemas.microsoft.com/office/drawing/2014/main" id="{3C90DEF2-22D9-8BC6-8A36-CB35F16E5AE3}"/>
                </a:ext>
              </a:extLst>
            </p:cNvPr>
            <p:cNvSpPr/>
            <p:nvPr/>
          </p:nvSpPr>
          <p:spPr>
            <a:xfrm>
              <a:off x="11168099" y="5023905"/>
              <a:ext cx="71442" cy="205728"/>
            </a:xfrm>
            <a:custGeom>
              <a:avLst/>
              <a:gdLst>
                <a:gd name="connsiteX0" fmla="*/ 1862 w 71442"/>
                <a:gd name="connsiteY0" fmla="*/ 8444 h 205728"/>
                <a:gd name="connsiteX1" fmla="*/ 29123 w 71442"/>
                <a:gd name="connsiteY1" fmla="*/ 5816 h 205728"/>
                <a:gd name="connsiteX2" fmla="*/ 49476 w 71442"/>
                <a:gd name="connsiteY2" fmla="*/ 39228 h 205728"/>
                <a:gd name="connsiteX3" fmla="*/ 70879 w 71442"/>
                <a:gd name="connsiteY3" fmla="*/ 111760 h 205728"/>
                <a:gd name="connsiteX4" fmla="*/ 66524 w 71442"/>
                <a:gd name="connsiteY4" fmla="*/ 201486 h 205728"/>
                <a:gd name="connsiteX5" fmla="*/ 42942 w 71442"/>
                <a:gd name="connsiteY5" fmla="*/ 205391 h 205728"/>
                <a:gd name="connsiteX6" fmla="*/ 25144 w 71442"/>
                <a:gd name="connsiteY6" fmla="*/ 126402 h 205728"/>
                <a:gd name="connsiteX7" fmla="*/ 60 w 71442"/>
                <a:gd name="connsiteY7" fmla="*/ 16703 h 205728"/>
                <a:gd name="connsiteX8" fmla="*/ 1862 w 71442"/>
                <a:gd name="connsiteY8" fmla="*/ 8444 h 20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1442" h="205728">
                  <a:moveTo>
                    <a:pt x="1862" y="8444"/>
                  </a:moveTo>
                  <a:cubicBezTo>
                    <a:pt x="6369" y="-1843"/>
                    <a:pt x="18684" y="-2819"/>
                    <a:pt x="29123" y="5816"/>
                  </a:cubicBezTo>
                  <a:cubicBezTo>
                    <a:pt x="39562" y="14451"/>
                    <a:pt x="43543" y="28342"/>
                    <a:pt x="49476" y="39228"/>
                  </a:cubicBezTo>
                  <a:cubicBezTo>
                    <a:pt x="61642" y="61642"/>
                    <a:pt x="68926" y="86352"/>
                    <a:pt x="70879" y="111760"/>
                  </a:cubicBezTo>
                  <a:cubicBezTo>
                    <a:pt x="72306" y="141742"/>
                    <a:pt x="70879" y="171790"/>
                    <a:pt x="66524" y="201486"/>
                  </a:cubicBezTo>
                  <a:cubicBezTo>
                    <a:pt x="59163" y="205015"/>
                    <a:pt x="50977" y="206367"/>
                    <a:pt x="42942" y="205391"/>
                  </a:cubicBezTo>
                  <a:cubicBezTo>
                    <a:pt x="39037" y="178638"/>
                    <a:pt x="33104" y="152231"/>
                    <a:pt x="25144" y="126402"/>
                  </a:cubicBezTo>
                  <a:cubicBezTo>
                    <a:pt x="13052" y="90587"/>
                    <a:pt x="-1292" y="55297"/>
                    <a:pt x="60" y="16703"/>
                  </a:cubicBezTo>
                  <a:cubicBezTo>
                    <a:pt x="135" y="13858"/>
                    <a:pt x="736" y="11057"/>
                    <a:pt x="1862" y="8444"/>
                  </a:cubicBezTo>
                  <a:close/>
                </a:path>
              </a:pathLst>
            </a:custGeom>
            <a:solidFill>
              <a:srgbClr val="5B6C7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5" name="Content Placeholder 4">
              <a:extLst>
                <a:ext uri="{FF2B5EF4-FFF2-40B4-BE49-F238E27FC236}">
                  <a16:creationId xmlns:a16="http://schemas.microsoft.com/office/drawing/2014/main" id="{16B9769F-01F5-925D-ED40-238F888DE089}"/>
                </a:ext>
              </a:extLst>
            </p:cNvPr>
            <p:cNvSpPr/>
            <p:nvPr/>
          </p:nvSpPr>
          <p:spPr>
            <a:xfrm>
              <a:off x="11206189" y="5317245"/>
              <a:ext cx="49173" cy="157804"/>
            </a:xfrm>
            <a:custGeom>
              <a:avLst/>
              <a:gdLst>
                <a:gd name="connsiteX0" fmla="*/ 16568 w 49173"/>
                <a:gd name="connsiteY0" fmla="*/ 49531 h 157804"/>
                <a:gd name="connsiteX1" fmla="*/ 18520 w 49173"/>
                <a:gd name="connsiteY1" fmla="*/ 31736 h 157804"/>
                <a:gd name="connsiteX2" fmla="*/ 49086 w 49173"/>
                <a:gd name="connsiteY2" fmla="*/ 1702 h 157804"/>
                <a:gd name="connsiteX3" fmla="*/ 48184 w 49173"/>
                <a:gd name="connsiteY3" fmla="*/ 28 h 157804"/>
                <a:gd name="connsiteX4" fmla="*/ 47809 w 49173"/>
                <a:gd name="connsiteY4" fmla="*/ -25 h 157804"/>
                <a:gd name="connsiteX5" fmla="*/ 12737 w 49173"/>
                <a:gd name="connsiteY5" fmla="*/ 17169 h 157804"/>
                <a:gd name="connsiteX6" fmla="*/ 10860 w 49173"/>
                <a:gd name="connsiteY6" fmla="*/ 17695 h 157804"/>
                <a:gd name="connsiteX7" fmla="*/ 10335 w 49173"/>
                <a:gd name="connsiteY7" fmla="*/ 29153 h 157804"/>
                <a:gd name="connsiteX8" fmla="*/ 13939 w 49173"/>
                <a:gd name="connsiteY8" fmla="*/ 31436 h 157804"/>
                <a:gd name="connsiteX9" fmla="*/ 5227 w 49173"/>
                <a:gd name="connsiteY9" fmla="*/ 105169 h 157804"/>
                <a:gd name="connsiteX10" fmla="*/ 6504 w 49173"/>
                <a:gd name="connsiteY10" fmla="*/ 107624 h 157804"/>
                <a:gd name="connsiteX11" fmla="*/ 6580 w 49173"/>
                <a:gd name="connsiteY11" fmla="*/ 107646 h 157804"/>
                <a:gd name="connsiteX12" fmla="*/ 6580 w 49173"/>
                <a:gd name="connsiteY12" fmla="*/ 132574 h 157804"/>
                <a:gd name="connsiteX13" fmla="*/ -29 w 49173"/>
                <a:gd name="connsiteY13" fmla="*/ 155776 h 157804"/>
                <a:gd name="connsiteX14" fmla="*/ 4176 w 49173"/>
                <a:gd name="connsiteY14" fmla="*/ 155776 h 157804"/>
                <a:gd name="connsiteX15" fmla="*/ 16718 w 49173"/>
                <a:gd name="connsiteY15" fmla="*/ 123039 h 157804"/>
                <a:gd name="connsiteX16" fmla="*/ 18595 w 49173"/>
                <a:gd name="connsiteY16" fmla="*/ 105995 h 157804"/>
                <a:gd name="connsiteX17" fmla="*/ 16643 w 49173"/>
                <a:gd name="connsiteY17" fmla="*/ 104493 h 157804"/>
                <a:gd name="connsiteX18" fmla="*/ 13414 w 49173"/>
                <a:gd name="connsiteY18" fmla="*/ 80166 h 157804"/>
                <a:gd name="connsiteX19" fmla="*/ 16568 w 49173"/>
                <a:gd name="connsiteY19" fmla="*/ 49531 h 157804"/>
                <a:gd name="connsiteX20" fmla="*/ 25730 w 49173"/>
                <a:gd name="connsiteY20" fmla="*/ 8535 h 157804"/>
                <a:gd name="connsiteX21" fmla="*/ 45857 w 49173"/>
                <a:gd name="connsiteY21" fmla="*/ 4631 h 157804"/>
                <a:gd name="connsiteX22" fmla="*/ 35944 w 49173"/>
                <a:gd name="connsiteY22" fmla="*/ 18296 h 157804"/>
                <a:gd name="connsiteX23" fmla="*/ 18445 w 49173"/>
                <a:gd name="connsiteY23" fmla="*/ 28807 h 157804"/>
                <a:gd name="connsiteX24" fmla="*/ 14389 w 49173"/>
                <a:gd name="connsiteY24" fmla="*/ 18671 h 157804"/>
                <a:gd name="connsiteX25" fmla="*/ 25730 w 49173"/>
                <a:gd name="connsiteY25" fmla="*/ 8535 h 157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9173" h="157804">
                  <a:moveTo>
                    <a:pt x="16568" y="49531"/>
                  </a:moveTo>
                  <a:cubicBezTo>
                    <a:pt x="17019" y="44726"/>
                    <a:pt x="18445" y="37968"/>
                    <a:pt x="18520" y="31736"/>
                  </a:cubicBezTo>
                  <a:cubicBezTo>
                    <a:pt x="31813" y="27982"/>
                    <a:pt x="46683" y="15968"/>
                    <a:pt x="49086" y="1702"/>
                  </a:cubicBezTo>
                  <a:cubicBezTo>
                    <a:pt x="49311" y="981"/>
                    <a:pt x="48861" y="238"/>
                    <a:pt x="48184" y="28"/>
                  </a:cubicBezTo>
                  <a:cubicBezTo>
                    <a:pt x="48035" y="-2"/>
                    <a:pt x="47960" y="-25"/>
                    <a:pt x="47809" y="-25"/>
                  </a:cubicBezTo>
                  <a:cubicBezTo>
                    <a:pt x="34066" y="-235"/>
                    <a:pt x="20998" y="6155"/>
                    <a:pt x="12737" y="17169"/>
                  </a:cubicBezTo>
                  <a:cubicBezTo>
                    <a:pt x="12062" y="17049"/>
                    <a:pt x="11386" y="17245"/>
                    <a:pt x="10860" y="17695"/>
                  </a:cubicBezTo>
                  <a:cubicBezTo>
                    <a:pt x="7556" y="20714"/>
                    <a:pt x="7330" y="25842"/>
                    <a:pt x="10335" y="29153"/>
                  </a:cubicBezTo>
                  <a:cubicBezTo>
                    <a:pt x="11311" y="30219"/>
                    <a:pt x="12587" y="31008"/>
                    <a:pt x="13939" y="31436"/>
                  </a:cubicBezTo>
                  <a:cubicBezTo>
                    <a:pt x="13113" y="56214"/>
                    <a:pt x="10259" y="80886"/>
                    <a:pt x="5227" y="105169"/>
                  </a:cubicBezTo>
                  <a:cubicBezTo>
                    <a:pt x="4928" y="106197"/>
                    <a:pt x="5453" y="107293"/>
                    <a:pt x="6504" y="107624"/>
                  </a:cubicBezTo>
                  <a:cubicBezTo>
                    <a:pt x="6504" y="107632"/>
                    <a:pt x="6580" y="107639"/>
                    <a:pt x="6580" y="107646"/>
                  </a:cubicBezTo>
                  <a:cubicBezTo>
                    <a:pt x="20097" y="110875"/>
                    <a:pt x="10560" y="124766"/>
                    <a:pt x="6580" y="132574"/>
                  </a:cubicBezTo>
                  <a:cubicBezTo>
                    <a:pt x="2975" y="139835"/>
                    <a:pt x="722" y="147704"/>
                    <a:pt x="-29" y="155776"/>
                  </a:cubicBezTo>
                  <a:cubicBezTo>
                    <a:pt x="-29" y="158479"/>
                    <a:pt x="3876" y="158403"/>
                    <a:pt x="4176" y="155776"/>
                  </a:cubicBezTo>
                  <a:cubicBezTo>
                    <a:pt x="6129" y="144123"/>
                    <a:pt x="10335" y="132987"/>
                    <a:pt x="16718" y="123039"/>
                  </a:cubicBezTo>
                  <a:cubicBezTo>
                    <a:pt x="19872" y="117933"/>
                    <a:pt x="20623" y="111664"/>
                    <a:pt x="18595" y="105995"/>
                  </a:cubicBezTo>
                  <a:cubicBezTo>
                    <a:pt x="18370" y="105123"/>
                    <a:pt x="17544" y="104523"/>
                    <a:pt x="16643" y="104493"/>
                  </a:cubicBezTo>
                  <a:cubicBezTo>
                    <a:pt x="5603" y="105169"/>
                    <a:pt x="12662" y="85947"/>
                    <a:pt x="13414" y="80166"/>
                  </a:cubicBezTo>
                  <a:cubicBezTo>
                    <a:pt x="14615" y="70052"/>
                    <a:pt x="15666" y="59840"/>
                    <a:pt x="16568" y="49531"/>
                  </a:cubicBezTo>
                  <a:close/>
                  <a:moveTo>
                    <a:pt x="25730" y="8535"/>
                  </a:moveTo>
                  <a:cubicBezTo>
                    <a:pt x="26481" y="8009"/>
                    <a:pt x="46908" y="-1301"/>
                    <a:pt x="45857" y="4631"/>
                  </a:cubicBezTo>
                  <a:cubicBezTo>
                    <a:pt x="44130" y="10142"/>
                    <a:pt x="40674" y="14939"/>
                    <a:pt x="35944" y="18296"/>
                  </a:cubicBezTo>
                  <a:cubicBezTo>
                    <a:pt x="30386" y="22275"/>
                    <a:pt x="24529" y="25789"/>
                    <a:pt x="18445" y="28807"/>
                  </a:cubicBezTo>
                  <a:cubicBezTo>
                    <a:pt x="18445" y="25039"/>
                    <a:pt x="16943" y="21420"/>
                    <a:pt x="14389" y="18671"/>
                  </a:cubicBezTo>
                  <a:cubicBezTo>
                    <a:pt x="17544" y="14677"/>
                    <a:pt x="21374" y="11245"/>
                    <a:pt x="25730" y="8535"/>
                  </a:cubicBezTo>
                  <a:close/>
                </a:path>
              </a:pathLst>
            </a:custGeom>
            <a:solidFill>
              <a:srgbClr val="44444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6" name="Content Placeholder 4">
              <a:extLst>
                <a:ext uri="{FF2B5EF4-FFF2-40B4-BE49-F238E27FC236}">
                  <a16:creationId xmlns:a16="http://schemas.microsoft.com/office/drawing/2014/main" id="{16415FB8-A5C8-170D-D309-384DB218E631}"/>
                </a:ext>
              </a:extLst>
            </p:cNvPr>
            <p:cNvSpPr/>
            <p:nvPr/>
          </p:nvSpPr>
          <p:spPr>
            <a:xfrm>
              <a:off x="11178462" y="5454226"/>
              <a:ext cx="40568" cy="117260"/>
            </a:xfrm>
            <a:custGeom>
              <a:avLst/>
              <a:gdLst>
                <a:gd name="connsiteX0" fmla="*/ 18535 w 40568"/>
                <a:gd name="connsiteY0" fmla="*/ 28630 h 117260"/>
                <a:gd name="connsiteX1" fmla="*/ 21013 w 40568"/>
                <a:gd name="connsiteY1" fmla="*/ 323 h 117260"/>
                <a:gd name="connsiteX2" fmla="*/ 40539 w 40568"/>
                <a:gd name="connsiteY2" fmla="*/ 4753 h 117260"/>
                <a:gd name="connsiteX3" fmla="*/ 26345 w 40568"/>
                <a:gd name="connsiteY3" fmla="*/ 96206 h 117260"/>
                <a:gd name="connsiteX4" fmla="*/ 19361 w 40568"/>
                <a:gd name="connsiteY4" fmla="*/ 113401 h 117260"/>
                <a:gd name="connsiteX5" fmla="*/ 14404 w 40568"/>
                <a:gd name="connsiteY5" fmla="*/ 117230 h 117260"/>
                <a:gd name="connsiteX6" fmla="*/ 8171 w 40568"/>
                <a:gd name="connsiteY6" fmla="*/ 114902 h 117260"/>
                <a:gd name="connsiteX7" fmla="*/ 2238 w 40568"/>
                <a:gd name="connsiteY7" fmla="*/ 99435 h 117260"/>
                <a:gd name="connsiteX8" fmla="*/ 11475 w 40568"/>
                <a:gd name="connsiteY8" fmla="*/ 76309 h 117260"/>
                <a:gd name="connsiteX9" fmla="*/ 18535 w 40568"/>
                <a:gd name="connsiteY9" fmla="*/ 28630 h 117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568" h="117260">
                  <a:moveTo>
                    <a:pt x="18535" y="28630"/>
                  </a:moveTo>
                  <a:cubicBezTo>
                    <a:pt x="17484" y="19125"/>
                    <a:pt x="18310" y="9506"/>
                    <a:pt x="21013" y="323"/>
                  </a:cubicBezTo>
                  <a:cubicBezTo>
                    <a:pt x="27847" y="-803"/>
                    <a:pt x="34831" y="789"/>
                    <a:pt x="40539" y="4753"/>
                  </a:cubicBezTo>
                  <a:cubicBezTo>
                    <a:pt x="39263" y="35673"/>
                    <a:pt x="34531" y="66353"/>
                    <a:pt x="26345" y="96206"/>
                  </a:cubicBezTo>
                  <a:cubicBezTo>
                    <a:pt x="24994" y="102288"/>
                    <a:pt x="22665" y="108100"/>
                    <a:pt x="19361" y="113401"/>
                  </a:cubicBezTo>
                  <a:cubicBezTo>
                    <a:pt x="18234" y="115270"/>
                    <a:pt x="16507" y="116644"/>
                    <a:pt x="14404" y="117230"/>
                  </a:cubicBezTo>
                  <a:cubicBezTo>
                    <a:pt x="12076" y="117268"/>
                    <a:pt x="9899" y="116442"/>
                    <a:pt x="8171" y="114902"/>
                  </a:cubicBezTo>
                  <a:cubicBezTo>
                    <a:pt x="60" y="109346"/>
                    <a:pt x="-2268" y="108596"/>
                    <a:pt x="2238" y="99435"/>
                  </a:cubicBezTo>
                  <a:cubicBezTo>
                    <a:pt x="5918" y="91979"/>
                    <a:pt x="8997" y="84245"/>
                    <a:pt x="11475" y="76309"/>
                  </a:cubicBezTo>
                  <a:cubicBezTo>
                    <a:pt x="16207" y="60864"/>
                    <a:pt x="18610" y="44788"/>
                    <a:pt x="18535" y="28630"/>
                  </a:cubicBezTo>
                  <a:close/>
                </a:path>
              </a:pathLst>
            </a:custGeom>
            <a:solidFill>
              <a:srgbClr val="E2EC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7" name="Content Placeholder 4">
              <a:extLst>
                <a:ext uri="{FF2B5EF4-FFF2-40B4-BE49-F238E27FC236}">
                  <a16:creationId xmlns:a16="http://schemas.microsoft.com/office/drawing/2014/main" id="{5738C97D-B75E-9472-71F6-85C4A00C2711}"/>
                </a:ext>
              </a:extLst>
            </p:cNvPr>
            <p:cNvSpPr/>
            <p:nvPr/>
          </p:nvSpPr>
          <p:spPr>
            <a:xfrm>
              <a:off x="11183076" y="5532442"/>
              <a:ext cx="20934" cy="33863"/>
            </a:xfrm>
            <a:custGeom>
              <a:avLst/>
              <a:gdLst>
                <a:gd name="connsiteX0" fmla="*/ 11443 w 20934"/>
                <a:gd name="connsiteY0" fmla="*/ 28202 h 33863"/>
                <a:gd name="connsiteX1" fmla="*/ 14898 w 20934"/>
                <a:gd name="connsiteY1" fmla="*/ 17916 h 33863"/>
                <a:gd name="connsiteX2" fmla="*/ 16550 w 20934"/>
                <a:gd name="connsiteY2" fmla="*/ 11383 h 33863"/>
                <a:gd name="connsiteX3" fmla="*/ 20906 w 20934"/>
                <a:gd name="connsiteY3" fmla="*/ 2523 h 33863"/>
                <a:gd name="connsiteX4" fmla="*/ 11819 w 20934"/>
                <a:gd name="connsiteY4" fmla="*/ -30 h 33863"/>
                <a:gd name="connsiteX5" fmla="*/ 10092 w 20934"/>
                <a:gd name="connsiteY5" fmla="*/ 5301 h 33863"/>
                <a:gd name="connsiteX6" fmla="*/ 7688 w 20934"/>
                <a:gd name="connsiteY6" fmla="*/ 11759 h 33863"/>
                <a:gd name="connsiteX7" fmla="*/ 178 w 20934"/>
                <a:gd name="connsiteY7" fmla="*/ 25724 h 33863"/>
                <a:gd name="connsiteX8" fmla="*/ 7688 w 20934"/>
                <a:gd name="connsiteY8" fmla="*/ 33833 h 33863"/>
                <a:gd name="connsiteX9" fmla="*/ 11443 w 20934"/>
                <a:gd name="connsiteY9" fmla="*/ 28202 h 33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934" h="33863">
                  <a:moveTo>
                    <a:pt x="11443" y="28202"/>
                  </a:moveTo>
                  <a:cubicBezTo>
                    <a:pt x="12645" y="24749"/>
                    <a:pt x="13771" y="21370"/>
                    <a:pt x="14898" y="17916"/>
                  </a:cubicBezTo>
                  <a:cubicBezTo>
                    <a:pt x="15724" y="15813"/>
                    <a:pt x="16249" y="13621"/>
                    <a:pt x="16550" y="11383"/>
                  </a:cubicBezTo>
                  <a:cubicBezTo>
                    <a:pt x="17376" y="8155"/>
                    <a:pt x="18878" y="5136"/>
                    <a:pt x="20906" y="2523"/>
                  </a:cubicBezTo>
                  <a:cubicBezTo>
                    <a:pt x="17826" y="1900"/>
                    <a:pt x="14748" y="1052"/>
                    <a:pt x="11819" y="-30"/>
                  </a:cubicBezTo>
                  <a:cubicBezTo>
                    <a:pt x="11293" y="1773"/>
                    <a:pt x="10692" y="3499"/>
                    <a:pt x="10092" y="5301"/>
                  </a:cubicBezTo>
                  <a:cubicBezTo>
                    <a:pt x="9415" y="7502"/>
                    <a:pt x="8664" y="9664"/>
                    <a:pt x="7688" y="11759"/>
                  </a:cubicBezTo>
                  <a:cubicBezTo>
                    <a:pt x="4684" y="16106"/>
                    <a:pt x="2131" y="20791"/>
                    <a:pt x="178" y="25724"/>
                  </a:cubicBezTo>
                  <a:cubicBezTo>
                    <a:pt x="-1098" y="31881"/>
                    <a:pt x="3783" y="31281"/>
                    <a:pt x="7688" y="33833"/>
                  </a:cubicBezTo>
                  <a:cubicBezTo>
                    <a:pt x="9490" y="32399"/>
                    <a:pt x="10842" y="30425"/>
                    <a:pt x="11443" y="28202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8" name="Content Placeholder 4">
              <a:extLst>
                <a:ext uri="{FF2B5EF4-FFF2-40B4-BE49-F238E27FC236}">
                  <a16:creationId xmlns:a16="http://schemas.microsoft.com/office/drawing/2014/main" id="{F5A50906-025D-B67E-D872-5C58B4EC0B50}"/>
                </a:ext>
              </a:extLst>
            </p:cNvPr>
            <p:cNvSpPr/>
            <p:nvPr/>
          </p:nvSpPr>
          <p:spPr>
            <a:xfrm>
              <a:off x="11209417" y="5460886"/>
              <a:ext cx="1126" cy="750"/>
            </a:xfrm>
            <a:custGeom>
              <a:avLst/>
              <a:gdLst>
                <a:gd name="connsiteX0" fmla="*/ -29 w 1126"/>
                <a:gd name="connsiteY0" fmla="*/ -30 h 750"/>
                <a:gd name="connsiteX1" fmla="*/ 1097 w 1126"/>
                <a:gd name="connsiteY1" fmla="*/ 721 h 750"/>
                <a:gd name="connsiteX2" fmla="*/ -29 w 1126"/>
                <a:gd name="connsiteY2" fmla="*/ -30 h 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6" h="750">
                  <a:moveTo>
                    <a:pt x="-29" y="-30"/>
                  </a:moveTo>
                  <a:lnTo>
                    <a:pt x="1097" y="721"/>
                  </a:lnTo>
                  <a:cubicBezTo>
                    <a:pt x="798" y="361"/>
                    <a:pt x="422" y="105"/>
                    <a:pt x="-29" y="-30"/>
                  </a:cubicBezTo>
                  <a:close/>
                </a:path>
              </a:pathLst>
            </a:custGeom>
            <a:solidFill>
              <a:srgbClr val="BA808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9" name="Content Placeholder 4">
              <a:extLst>
                <a:ext uri="{FF2B5EF4-FFF2-40B4-BE49-F238E27FC236}">
                  <a16:creationId xmlns:a16="http://schemas.microsoft.com/office/drawing/2014/main" id="{8C40100A-185B-E266-64F8-FC6A411EA682}"/>
                </a:ext>
              </a:extLst>
            </p:cNvPr>
            <p:cNvSpPr/>
            <p:nvPr/>
          </p:nvSpPr>
          <p:spPr>
            <a:xfrm>
              <a:off x="11209418" y="5460886"/>
              <a:ext cx="7509" cy="7508"/>
            </a:xfrm>
            <a:custGeom>
              <a:avLst/>
              <a:gdLst>
                <a:gd name="connsiteX0" fmla="*/ 0 w 7509"/>
                <a:gd name="connsiteY0" fmla="*/ 0 h 7508"/>
                <a:gd name="connsiteX1" fmla="*/ 0 w 7509"/>
                <a:gd name="connsiteY1" fmla="*/ 0 h 7508"/>
                <a:gd name="connsiteX2" fmla="*/ 0 w 7509"/>
                <a:gd name="connsiteY2" fmla="*/ 0 h 7508"/>
                <a:gd name="connsiteX3" fmla="*/ 0 w 7509"/>
                <a:gd name="connsiteY3" fmla="*/ 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09" h="7508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A808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0" name="Content Placeholder 4">
              <a:extLst>
                <a:ext uri="{FF2B5EF4-FFF2-40B4-BE49-F238E27FC236}">
                  <a16:creationId xmlns:a16="http://schemas.microsoft.com/office/drawing/2014/main" id="{3C70F086-280E-07BA-4C1B-AF1F13A89193}"/>
                </a:ext>
              </a:extLst>
            </p:cNvPr>
            <p:cNvSpPr/>
            <p:nvPr/>
          </p:nvSpPr>
          <p:spPr>
            <a:xfrm>
              <a:off x="11205313" y="5460626"/>
              <a:ext cx="5677" cy="5761"/>
            </a:xfrm>
            <a:custGeom>
              <a:avLst/>
              <a:gdLst>
                <a:gd name="connsiteX0" fmla="*/ 4075 w 5677"/>
                <a:gd name="connsiteY0" fmla="*/ 231 h 5761"/>
                <a:gd name="connsiteX1" fmla="*/ 921 w 5677"/>
                <a:gd name="connsiteY1" fmla="*/ 756 h 5761"/>
                <a:gd name="connsiteX2" fmla="*/ 771 w 5677"/>
                <a:gd name="connsiteY2" fmla="*/ 4893 h 5761"/>
                <a:gd name="connsiteX3" fmla="*/ 921 w 5677"/>
                <a:gd name="connsiteY3" fmla="*/ 5036 h 5761"/>
                <a:gd name="connsiteX4" fmla="*/ 4976 w 5677"/>
                <a:gd name="connsiteY4" fmla="*/ 4751 h 5761"/>
                <a:gd name="connsiteX5" fmla="*/ 4676 w 5677"/>
                <a:gd name="connsiteY5" fmla="*/ 726 h 5761"/>
                <a:gd name="connsiteX6" fmla="*/ 3850 w 5677"/>
                <a:gd name="connsiteY6" fmla="*/ 231 h 5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77" h="5761">
                  <a:moveTo>
                    <a:pt x="4075" y="231"/>
                  </a:moveTo>
                  <a:cubicBezTo>
                    <a:pt x="3024" y="-257"/>
                    <a:pt x="1747" y="-47"/>
                    <a:pt x="921" y="756"/>
                  </a:cubicBezTo>
                  <a:cubicBezTo>
                    <a:pt x="-281" y="1860"/>
                    <a:pt x="-356" y="3715"/>
                    <a:pt x="771" y="4893"/>
                  </a:cubicBezTo>
                  <a:cubicBezTo>
                    <a:pt x="846" y="4946"/>
                    <a:pt x="846" y="4991"/>
                    <a:pt x="921" y="5036"/>
                  </a:cubicBezTo>
                  <a:cubicBezTo>
                    <a:pt x="2122" y="6065"/>
                    <a:pt x="3925" y="5937"/>
                    <a:pt x="4976" y="4751"/>
                  </a:cubicBezTo>
                  <a:cubicBezTo>
                    <a:pt x="5952" y="3557"/>
                    <a:pt x="5877" y="1755"/>
                    <a:pt x="4676" y="726"/>
                  </a:cubicBezTo>
                  <a:cubicBezTo>
                    <a:pt x="4451" y="516"/>
                    <a:pt x="4150" y="351"/>
                    <a:pt x="3850" y="231"/>
                  </a:cubicBezTo>
                  <a:close/>
                </a:path>
              </a:pathLst>
            </a:custGeom>
            <a:solidFill>
              <a:srgbClr val="BA808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1" name="Content Placeholder 4">
              <a:extLst>
                <a:ext uri="{FF2B5EF4-FFF2-40B4-BE49-F238E27FC236}">
                  <a16:creationId xmlns:a16="http://schemas.microsoft.com/office/drawing/2014/main" id="{F72AC733-881E-B2D0-77DC-452BF80C65CF}"/>
                </a:ext>
              </a:extLst>
            </p:cNvPr>
            <p:cNvSpPr/>
            <p:nvPr/>
          </p:nvSpPr>
          <p:spPr>
            <a:xfrm>
              <a:off x="11204686" y="5469746"/>
              <a:ext cx="5020" cy="4910"/>
            </a:xfrm>
            <a:custGeom>
              <a:avLst/>
              <a:gdLst>
                <a:gd name="connsiteX0" fmla="*/ 2675 w 5020"/>
                <a:gd name="connsiteY0" fmla="*/ -30 h 4910"/>
                <a:gd name="connsiteX1" fmla="*/ 3726 w 5020"/>
                <a:gd name="connsiteY1" fmla="*/ 646 h 4910"/>
                <a:gd name="connsiteX2" fmla="*/ 347 w 5020"/>
                <a:gd name="connsiteY2" fmla="*/ 1224 h 4910"/>
                <a:gd name="connsiteX3" fmla="*/ -29 w 5020"/>
                <a:gd name="connsiteY3" fmla="*/ 2223 h 4910"/>
                <a:gd name="connsiteX4" fmla="*/ 2600 w 5020"/>
                <a:gd name="connsiteY4" fmla="*/ 4881 h 4910"/>
                <a:gd name="connsiteX5" fmla="*/ 3876 w 5020"/>
                <a:gd name="connsiteY5" fmla="*/ 4550 h 4910"/>
                <a:gd name="connsiteX6" fmla="*/ 4928 w 5020"/>
                <a:gd name="connsiteY6" fmla="*/ 1847 h 4910"/>
                <a:gd name="connsiteX7" fmla="*/ 2675 w 5020"/>
                <a:gd name="connsiteY7" fmla="*/ -30 h 4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20" h="4910">
                  <a:moveTo>
                    <a:pt x="2675" y="-30"/>
                  </a:moveTo>
                  <a:lnTo>
                    <a:pt x="3726" y="646"/>
                  </a:lnTo>
                  <a:cubicBezTo>
                    <a:pt x="2675" y="-120"/>
                    <a:pt x="1173" y="143"/>
                    <a:pt x="347" y="1224"/>
                  </a:cubicBezTo>
                  <a:cubicBezTo>
                    <a:pt x="196" y="1524"/>
                    <a:pt x="46" y="1862"/>
                    <a:pt x="-29" y="2223"/>
                  </a:cubicBezTo>
                  <a:cubicBezTo>
                    <a:pt x="-29" y="3672"/>
                    <a:pt x="1097" y="4866"/>
                    <a:pt x="2600" y="4881"/>
                  </a:cubicBezTo>
                  <a:cubicBezTo>
                    <a:pt x="3050" y="4888"/>
                    <a:pt x="3501" y="4776"/>
                    <a:pt x="3876" y="4550"/>
                  </a:cubicBezTo>
                  <a:cubicBezTo>
                    <a:pt x="4777" y="3957"/>
                    <a:pt x="5153" y="2876"/>
                    <a:pt x="4928" y="1847"/>
                  </a:cubicBezTo>
                  <a:cubicBezTo>
                    <a:pt x="4627" y="811"/>
                    <a:pt x="3726" y="61"/>
                    <a:pt x="2675" y="-30"/>
                  </a:cubicBezTo>
                  <a:close/>
                </a:path>
              </a:pathLst>
            </a:custGeom>
            <a:solidFill>
              <a:srgbClr val="80BAB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2" name="Content Placeholder 4">
              <a:extLst>
                <a:ext uri="{FF2B5EF4-FFF2-40B4-BE49-F238E27FC236}">
                  <a16:creationId xmlns:a16="http://schemas.microsoft.com/office/drawing/2014/main" id="{3C24B350-86DC-2432-AA93-2F24E2E92579}"/>
                </a:ext>
              </a:extLst>
            </p:cNvPr>
            <p:cNvSpPr/>
            <p:nvPr/>
          </p:nvSpPr>
          <p:spPr>
            <a:xfrm>
              <a:off x="11190955" y="5517885"/>
              <a:ext cx="18238" cy="7236"/>
            </a:xfrm>
            <a:custGeom>
              <a:avLst/>
              <a:gdLst>
                <a:gd name="connsiteX0" fmla="*/ 15955 w 18238"/>
                <a:gd name="connsiteY0" fmla="*/ 7094 h 7236"/>
                <a:gd name="connsiteX1" fmla="*/ 17532 w 18238"/>
                <a:gd name="connsiteY1" fmla="*/ 7094 h 7236"/>
                <a:gd name="connsiteX2" fmla="*/ 18209 w 18238"/>
                <a:gd name="connsiteY2" fmla="*/ 4992 h 7236"/>
                <a:gd name="connsiteX3" fmla="*/ 17758 w 18238"/>
                <a:gd name="connsiteY3" fmla="*/ 3865 h 7236"/>
                <a:gd name="connsiteX4" fmla="*/ 17082 w 18238"/>
                <a:gd name="connsiteY4" fmla="*/ 3865 h 7236"/>
                <a:gd name="connsiteX5" fmla="*/ 10022 w 18238"/>
                <a:gd name="connsiteY5" fmla="*/ 3040 h 7236"/>
                <a:gd name="connsiteX6" fmla="*/ 7019 w 18238"/>
                <a:gd name="connsiteY6" fmla="*/ 2139 h 7236"/>
                <a:gd name="connsiteX7" fmla="*/ 185 w 18238"/>
                <a:gd name="connsiteY7" fmla="*/ 111 h 7236"/>
                <a:gd name="connsiteX8" fmla="*/ 1386 w 18238"/>
                <a:gd name="connsiteY8" fmla="*/ 3265 h 7236"/>
                <a:gd name="connsiteX9" fmla="*/ 8220 w 18238"/>
                <a:gd name="connsiteY9" fmla="*/ 5442 h 7236"/>
                <a:gd name="connsiteX10" fmla="*/ 15955 w 18238"/>
                <a:gd name="connsiteY10" fmla="*/ 7094 h 7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238" h="7236">
                  <a:moveTo>
                    <a:pt x="15955" y="7094"/>
                  </a:moveTo>
                  <a:cubicBezTo>
                    <a:pt x="16481" y="7244"/>
                    <a:pt x="17007" y="7244"/>
                    <a:pt x="17532" y="7094"/>
                  </a:cubicBezTo>
                  <a:cubicBezTo>
                    <a:pt x="18209" y="7094"/>
                    <a:pt x="18209" y="5743"/>
                    <a:pt x="18209" y="4992"/>
                  </a:cubicBezTo>
                  <a:cubicBezTo>
                    <a:pt x="18209" y="4241"/>
                    <a:pt x="18209" y="4091"/>
                    <a:pt x="17758" y="3865"/>
                  </a:cubicBezTo>
                  <a:cubicBezTo>
                    <a:pt x="17532" y="3798"/>
                    <a:pt x="17308" y="3798"/>
                    <a:pt x="17082" y="3865"/>
                  </a:cubicBezTo>
                  <a:cubicBezTo>
                    <a:pt x="14678" y="3858"/>
                    <a:pt x="12351" y="3580"/>
                    <a:pt x="10022" y="3040"/>
                  </a:cubicBezTo>
                  <a:cubicBezTo>
                    <a:pt x="8971" y="3040"/>
                    <a:pt x="7995" y="2439"/>
                    <a:pt x="7019" y="2139"/>
                  </a:cubicBezTo>
                  <a:cubicBezTo>
                    <a:pt x="6043" y="1838"/>
                    <a:pt x="935" y="-639"/>
                    <a:pt x="185" y="111"/>
                  </a:cubicBezTo>
                  <a:cubicBezTo>
                    <a:pt x="-566" y="862"/>
                    <a:pt x="860" y="2814"/>
                    <a:pt x="1386" y="3265"/>
                  </a:cubicBezTo>
                  <a:cubicBezTo>
                    <a:pt x="3489" y="4369"/>
                    <a:pt x="5817" y="5104"/>
                    <a:pt x="8220" y="5442"/>
                  </a:cubicBezTo>
                  <a:cubicBezTo>
                    <a:pt x="10699" y="6313"/>
                    <a:pt x="13327" y="6869"/>
                    <a:pt x="15955" y="7094"/>
                  </a:cubicBezTo>
                  <a:close/>
                </a:path>
              </a:pathLst>
            </a:custGeom>
            <a:solidFill>
              <a:srgbClr val="44444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3" name="Content Placeholder 4">
              <a:extLst>
                <a:ext uri="{FF2B5EF4-FFF2-40B4-BE49-F238E27FC236}">
                  <a16:creationId xmlns:a16="http://schemas.microsoft.com/office/drawing/2014/main" id="{12D721F4-5906-4EAB-7D48-C807350F7A82}"/>
                </a:ext>
              </a:extLst>
            </p:cNvPr>
            <p:cNvSpPr/>
            <p:nvPr/>
          </p:nvSpPr>
          <p:spPr>
            <a:xfrm>
              <a:off x="11003938" y="5127042"/>
              <a:ext cx="82297" cy="30780"/>
            </a:xfrm>
            <a:custGeom>
              <a:avLst/>
              <a:gdLst>
                <a:gd name="connsiteX0" fmla="*/ 6886 w 82297"/>
                <a:gd name="connsiteY0" fmla="*/ 24016 h 30780"/>
                <a:gd name="connsiteX1" fmla="*/ 18601 w 82297"/>
                <a:gd name="connsiteY1" fmla="*/ 25968 h 30780"/>
                <a:gd name="connsiteX2" fmla="*/ 72899 w 82297"/>
                <a:gd name="connsiteY2" fmla="*/ 30548 h 30780"/>
                <a:gd name="connsiteX3" fmla="*/ 75978 w 82297"/>
                <a:gd name="connsiteY3" fmla="*/ 30548 h 30780"/>
                <a:gd name="connsiteX4" fmla="*/ 77855 w 82297"/>
                <a:gd name="connsiteY4" fmla="*/ 28371 h 30780"/>
                <a:gd name="connsiteX5" fmla="*/ 81986 w 82297"/>
                <a:gd name="connsiteY5" fmla="*/ 19286 h 30780"/>
                <a:gd name="connsiteX6" fmla="*/ 81986 w 82297"/>
                <a:gd name="connsiteY6" fmla="*/ 16808 h 30780"/>
                <a:gd name="connsiteX7" fmla="*/ 79883 w 82297"/>
                <a:gd name="connsiteY7" fmla="*/ 15156 h 30780"/>
                <a:gd name="connsiteX8" fmla="*/ 49017 w 82297"/>
                <a:gd name="connsiteY8" fmla="*/ 2392 h 30780"/>
                <a:gd name="connsiteX9" fmla="*/ 15072 w 82297"/>
                <a:gd name="connsiteY9" fmla="*/ 2392 h 30780"/>
                <a:gd name="connsiteX10" fmla="*/ 6886 w 82297"/>
                <a:gd name="connsiteY10" fmla="*/ 24016 h 30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297" h="30780">
                  <a:moveTo>
                    <a:pt x="6886" y="24016"/>
                  </a:moveTo>
                  <a:cubicBezTo>
                    <a:pt x="10716" y="25090"/>
                    <a:pt x="14622" y="25743"/>
                    <a:pt x="18601" y="25968"/>
                  </a:cubicBezTo>
                  <a:lnTo>
                    <a:pt x="72899" y="30548"/>
                  </a:lnTo>
                  <a:cubicBezTo>
                    <a:pt x="73876" y="30819"/>
                    <a:pt x="75001" y="30819"/>
                    <a:pt x="75978" y="30548"/>
                  </a:cubicBezTo>
                  <a:cubicBezTo>
                    <a:pt x="76804" y="30053"/>
                    <a:pt x="77480" y="29287"/>
                    <a:pt x="77855" y="28371"/>
                  </a:cubicBezTo>
                  <a:cubicBezTo>
                    <a:pt x="79283" y="25368"/>
                    <a:pt x="80709" y="22364"/>
                    <a:pt x="81986" y="19286"/>
                  </a:cubicBezTo>
                  <a:cubicBezTo>
                    <a:pt x="82362" y="18497"/>
                    <a:pt x="82362" y="17596"/>
                    <a:pt x="81986" y="16808"/>
                  </a:cubicBezTo>
                  <a:cubicBezTo>
                    <a:pt x="81460" y="16050"/>
                    <a:pt x="80709" y="15471"/>
                    <a:pt x="79883" y="15156"/>
                  </a:cubicBezTo>
                  <a:cubicBezTo>
                    <a:pt x="70121" y="9773"/>
                    <a:pt x="59757" y="5493"/>
                    <a:pt x="49017" y="2392"/>
                  </a:cubicBezTo>
                  <a:cubicBezTo>
                    <a:pt x="37902" y="-837"/>
                    <a:pt x="26186" y="-837"/>
                    <a:pt x="15072" y="2392"/>
                  </a:cubicBezTo>
                  <a:cubicBezTo>
                    <a:pt x="5534" y="5395"/>
                    <a:pt x="-8660" y="18310"/>
                    <a:pt x="6886" y="24016"/>
                  </a:cubicBezTo>
                  <a:close/>
                </a:path>
              </a:pathLst>
            </a:custGeom>
            <a:solidFill>
              <a:srgbClr val="5B6C7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4" name="Content Placeholder 4">
              <a:extLst>
                <a:ext uri="{FF2B5EF4-FFF2-40B4-BE49-F238E27FC236}">
                  <a16:creationId xmlns:a16="http://schemas.microsoft.com/office/drawing/2014/main" id="{9FEC2036-C8B7-89D3-7CD7-0720E8795E2F}"/>
                </a:ext>
              </a:extLst>
            </p:cNvPr>
            <p:cNvSpPr/>
            <p:nvPr/>
          </p:nvSpPr>
          <p:spPr>
            <a:xfrm>
              <a:off x="11079192" y="5142726"/>
              <a:ext cx="67927" cy="24109"/>
            </a:xfrm>
            <a:custGeom>
              <a:avLst/>
              <a:gdLst>
                <a:gd name="connsiteX0" fmla="*/ 25207 w 67927"/>
                <a:gd name="connsiteY0" fmla="*/ 15840 h 24109"/>
                <a:gd name="connsiteX1" fmla="*/ 30389 w 67927"/>
                <a:gd name="connsiteY1" fmla="*/ 16891 h 24109"/>
                <a:gd name="connsiteX2" fmla="*/ 39476 w 67927"/>
                <a:gd name="connsiteY2" fmla="*/ 21922 h 24109"/>
                <a:gd name="connsiteX3" fmla="*/ 59528 w 67927"/>
                <a:gd name="connsiteY3" fmla="*/ 21021 h 24109"/>
                <a:gd name="connsiteX4" fmla="*/ 65986 w 67927"/>
                <a:gd name="connsiteY4" fmla="*/ 15089 h 24109"/>
                <a:gd name="connsiteX5" fmla="*/ 67789 w 67927"/>
                <a:gd name="connsiteY5" fmla="*/ 11936 h 24109"/>
                <a:gd name="connsiteX6" fmla="*/ 66212 w 67927"/>
                <a:gd name="connsiteY6" fmla="*/ 6530 h 24109"/>
                <a:gd name="connsiteX7" fmla="*/ 61556 w 67927"/>
                <a:gd name="connsiteY7" fmla="*/ 3151 h 24109"/>
                <a:gd name="connsiteX8" fmla="*/ 49089 w 67927"/>
                <a:gd name="connsiteY8" fmla="*/ -3 h 24109"/>
                <a:gd name="connsiteX9" fmla="*/ 42254 w 67927"/>
                <a:gd name="connsiteY9" fmla="*/ 2175 h 24109"/>
                <a:gd name="connsiteX10" fmla="*/ 6432 w 67927"/>
                <a:gd name="connsiteY10" fmla="*/ 1199 h 24109"/>
                <a:gd name="connsiteX11" fmla="*/ 4479 w 67927"/>
                <a:gd name="connsiteY11" fmla="*/ 673 h 24109"/>
                <a:gd name="connsiteX12" fmla="*/ 1476 w 67927"/>
                <a:gd name="connsiteY12" fmla="*/ 3977 h 24109"/>
                <a:gd name="connsiteX13" fmla="*/ 199 w 67927"/>
                <a:gd name="connsiteY13" fmla="*/ 11485 h 24109"/>
                <a:gd name="connsiteX14" fmla="*/ 6883 w 67927"/>
                <a:gd name="connsiteY14" fmla="*/ 13437 h 24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7927" h="24109">
                  <a:moveTo>
                    <a:pt x="25207" y="15840"/>
                  </a:moveTo>
                  <a:cubicBezTo>
                    <a:pt x="26934" y="16028"/>
                    <a:pt x="28662" y="16381"/>
                    <a:pt x="30389" y="16891"/>
                  </a:cubicBezTo>
                  <a:cubicBezTo>
                    <a:pt x="33543" y="18378"/>
                    <a:pt x="36547" y="20060"/>
                    <a:pt x="39476" y="21922"/>
                  </a:cubicBezTo>
                  <a:cubicBezTo>
                    <a:pt x="45859" y="25090"/>
                    <a:pt x="53444" y="24753"/>
                    <a:pt x="59528" y="21021"/>
                  </a:cubicBezTo>
                  <a:cubicBezTo>
                    <a:pt x="62006" y="19392"/>
                    <a:pt x="64184" y="17387"/>
                    <a:pt x="65986" y="15089"/>
                  </a:cubicBezTo>
                  <a:cubicBezTo>
                    <a:pt x="66812" y="14173"/>
                    <a:pt x="67413" y="13100"/>
                    <a:pt x="67789" y="11936"/>
                  </a:cubicBezTo>
                  <a:cubicBezTo>
                    <a:pt x="68163" y="9983"/>
                    <a:pt x="67563" y="7964"/>
                    <a:pt x="66212" y="6530"/>
                  </a:cubicBezTo>
                  <a:cubicBezTo>
                    <a:pt x="64860" y="5118"/>
                    <a:pt x="63283" y="3969"/>
                    <a:pt x="61556" y="3151"/>
                  </a:cubicBezTo>
                  <a:cubicBezTo>
                    <a:pt x="57801" y="876"/>
                    <a:pt x="53444" y="-220"/>
                    <a:pt x="49089" y="-3"/>
                  </a:cubicBezTo>
                  <a:cubicBezTo>
                    <a:pt x="46760" y="493"/>
                    <a:pt x="44433" y="1229"/>
                    <a:pt x="42254" y="2175"/>
                  </a:cubicBezTo>
                  <a:cubicBezTo>
                    <a:pt x="30613" y="6364"/>
                    <a:pt x="17847" y="6019"/>
                    <a:pt x="6432" y="1199"/>
                  </a:cubicBezTo>
                  <a:cubicBezTo>
                    <a:pt x="5831" y="838"/>
                    <a:pt x="5155" y="658"/>
                    <a:pt x="4479" y="673"/>
                  </a:cubicBezTo>
                  <a:cubicBezTo>
                    <a:pt x="2902" y="673"/>
                    <a:pt x="1926" y="2400"/>
                    <a:pt x="1476" y="3977"/>
                  </a:cubicBezTo>
                  <a:cubicBezTo>
                    <a:pt x="1025" y="5554"/>
                    <a:pt x="-627" y="9608"/>
                    <a:pt x="199" y="11485"/>
                  </a:cubicBezTo>
                  <a:cubicBezTo>
                    <a:pt x="1025" y="13362"/>
                    <a:pt x="4930" y="13212"/>
                    <a:pt x="6883" y="13437"/>
                  </a:cubicBezTo>
                  <a:close/>
                </a:path>
              </a:pathLst>
            </a:custGeom>
            <a:solidFill>
              <a:srgbClr val="E0D0C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5" name="Content Placeholder 4">
              <a:extLst>
                <a:ext uri="{FF2B5EF4-FFF2-40B4-BE49-F238E27FC236}">
                  <a16:creationId xmlns:a16="http://schemas.microsoft.com/office/drawing/2014/main" id="{9F4B9DF0-6FAC-7B2C-36E3-ED6A3B3FE3EC}"/>
                </a:ext>
              </a:extLst>
            </p:cNvPr>
            <p:cNvSpPr/>
            <p:nvPr/>
          </p:nvSpPr>
          <p:spPr>
            <a:xfrm>
              <a:off x="11095644" y="5151580"/>
              <a:ext cx="7882" cy="8179"/>
            </a:xfrm>
            <a:custGeom>
              <a:avLst/>
              <a:gdLst>
                <a:gd name="connsiteX0" fmla="*/ 1094 w 7882"/>
                <a:gd name="connsiteY0" fmla="*/ 6987 h 8179"/>
                <a:gd name="connsiteX1" fmla="*/ 1094 w 7882"/>
                <a:gd name="connsiteY1" fmla="*/ 7512 h 8179"/>
                <a:gd name="connsiteX2" fmla="*/ 1545 w 7882"/>
                <a:gd name="connsiteY2" fmla="*/ 7512 h 8179"/>
                <a:gd name="connsiteX3" fmla="*/ 4474 w 7882"/>
                <a:gd name="connsiteY3" fmla="*/ 8038 h 8179"/>
                <a:gd name="connsiteX4" fmla="*/ 7027 w 7882"/>
                <a:gd name="connsiteY4" fmla="*/ 8038 h 8179"/>
                <a:gd name="connsiteX5" fmla="*/ 7853 w 7882"/>
                <a:gd name="connsiteY5" fmla="*/ 8038 h 8179"/>
                <a:gd name="connsiteX6" fmla="*/ 7853 w 7882"/>
                <a:gd name="connsiteY6" fmla="*/ 6911 h 8179"/>
                <a:gd name="connsiteX7" fmla="*/ 7853 w 7882"/>
                <a:gd name="connsiteY7" fmla="*/ 1806 h 8179"/>
                <a:gd name="connsiteX8" fmla="*/ 7853 w 7882"/>
                <a:gd name="connsiteY8" fmla="*/ 1130 h 8179"/>
                <a:gd name="connsiteX9" fmla="*/ 7027 w 7882"/>
                <a:gd name="connsiteY9" fmla="*/ 304 h 8179"/>
                <a:gd name="connsiteX10" fmla="*/ 5900 w 7882"/>
                <a:gd name="connsiteY10" fmla="*/ 304 h 8179"/>
                <a:gd name="connsiteX11" fmla="*/ 117 w 7882"/>
                <a:gd name="connsiteY11" fmla="*/ 304 h 8179"/>
                <a:gd name="connsiteX12" fmla="*/ 1094 w 7882"/>
                <a:gd name="connsiteY12" fmla="*/ 6987 h 8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882" h="8179">
                  <a:moveTo>
                    <a:pt x="1094" y="6987"/>
                  </a:moveTo>
                  <a:cubicBezTo>
                    <a:pt x="1019" y="7159"/>
                    <a:pt x="1019" y="7339"/>
                    <a:pt x="1094" y="7512"/>
                  </a:cubicBezTo>
                  <a:lnTo>
                    <a:pt x="1545" y="7512"/>
                  </a:lnTo>
                  <a:cubicBezTo>
                    <a:pt x="2446" y="7910"/>
                    <a:pt x="3498" y="8090"/>
                    <a:pt x="4474" y="8038"/>
                  </a:cubicBezTo>
                  <a:lnTo>
                    <a:pt x="7027" y="8038"/>
                  </a:lnTo>
                  <a:cubicBezTo>
                    <a:pt x="7253" y="8188"/>
                    <a:pt x="7627" y="8188"/>
                    <a:pt x="7853" y="8038"/>
                  </a:cubicBezTo>
                  <a:cubicBezTo>
                    <a:pt x="7853" y="8038"/>
                    <a:pt x="7853" y="7362"/>
                    <a:pt x="7853" y="6911"/>
                  </a:cubicBezTo>
                  <a:cubicBezTo>
                    <a:pt x="7703" y="5214"/>
                    <a:pt x="7703" y="3503"/>
                    <a:pt x="7853" y="1806"/>
                  </a:cubicBezTo>
                  <a:cubicBezTo>
                    <a:pt x="7853" y="1581"/>
                    <a:pt x="7853" y="1355"/>
                    <a:pt x="7853" y="1130"/>
                  </a:cubicBezTo>
                  <a:cubicBezTo>
                    <a:pt x="7703" y="754"/>
                    <a:pt x="7403" y="454"/>
                    <a:pt x="7027" y="304"/>
                  </a:cubicBezTo>
                  <a:lnTo>
                    <a:pt x="5900" y="304"/>
                  </a:lnTo>
                  <a:cubicBezTo>
                    <a:pt x="4624" y="304"/>
                    <a:pt x="719" y="-447"/>
                    <a:pt x="117" y="304"/>
                  </a:cubicBezTo>
                  <a:cubicBezTo>
                    <a:pt x="-483" y="1055"/>
                    <a:pt x="944" y="5710"/>
                    <a:pt x="1094" y="6987"/>
                  </a:cubicBezTo>
                  <a:close/>
                </a:path>
              </a:pathLst>
            </a:custGeom>
            <a:solidFill>
              <a:srgbClr val="44444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6" name="Content Placeholder 4">
              <a:extLst>
                <a:ext uri="{FF2B5EF4-FFF2-40B4-BE49-F238E27FC236}">
                  <a16:creationId xmlns:a16="http://schemas.microsoft.com/office/drawing/2014/main" id="{CCC4EE37-80CC-79C8-201E-BEF696E6D427}"/>
                </a:ext>
              </a:extLst>
            </p:cNvPr>
            <p:cNvSpPr/>
            <p:nvPr/>
          </p:nvSpPr>
          <p:spPr>
            <a:xfrm>
              <a:off x="11094474" y="5140042"/>
              <a:ext cx="17356" cy="14714"/>
            </a:xfrm>
            <a:custGeom>
              <a:avLst/>
              <a:gdLst>
                <a:gd name="connsiteX0" fmla="*/ 4894 w 17356"/>
                <a:gd name="connsiteY0" fmla="*/ 1855 h 14714"/>
                <a:gd name="connsiteX1" fmla="*/ 6245 w 17356"/>
                <a:gd name="connsiteY1" fmla="*/ 429 h 14714"/>
                <a:gd name="connsiteX2" fmla="*/ 8273 w 17356"/>
                <a:gd name="connsiteY2" fmla="*/ -22 h 14714"/>
                <a:gd name="connsiteX3" fmla="*/ 15783 w 17356"/>
                <a:gd name="connsiteY3" fmla="*/ 954 h 14714"/>
                <a:gd name="connsiteX4" fmla="*/ 17060 w 17356"/>
                <a:gd name="connsiteY4" fmla="*/ 1555 h 14714"/>
                <a:gd name="connsiteX5" fmla="*/ 17060 w 17356"/>
                <a:gd name="connsiteY5" fmla="*/ 4183 h 14714"/>
                <a:gd name="connsiteX6" fmla="*/ 12629 w 17356"/>
                <a:gd name="connsiteY6" fmla="*/ 12442 h 14714"/>
                <a:gd name="connsiteX7" fmla="*/ 11503 w 17356"/>
                <a:gd name="connsiteY7" fmla="*/ 13869 h 14714"/>
                <a:gd name="connsiteX8" fmla="*/ 8724 w 17356"/>
                <a:gd name="connsiteY8" fmla="*/ 14544 h 14714"/>
                <a:gd name="connsiteX9" fmla="*/ 4293 w 17356"/>
                <a:gd name="connsiteY9" fmla="*/ 14544 h 14714"/>
                <a:gd name="connsiteX10" fmla="*/ 4894 w 17356"/>
                <a:gd name="connsiteY10" fmla="*/ 1855 h 1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356" h="14714">
                  <a:moveTo>
                    <a:pt x="4894" y="1855"/>
                  </a:moveTo>
                  <a:cubicBezTo>
                    <a:pt x="5194" y="1277"/>
                    <a:pt x="5720" y="789"/>
                    <a:pt x="6245" y="429"/>
                  </a:cubicBezTo>
                  <a:cubicBezTo>
                    <a:pt x="6847" y="83"/>
                    <a:pt x="7597" y="-67"/>
                    <a:pt x="8273" y="-22"/>
                  </a:cubicBezTo>
                  <a:cubicBezTo>
                    <a:pt x="10826" y="-30"/>
                    <a:pt x="13305" y="301"/>
                    <a:pt x="15783" y="954"/>
                  </a:cubicBezTo>
                  <a:cubicBezTo>
                    <a:pt x="16234" y="1074"/>
                    <a:pt x="16684" y="1277"/>
                    <a:pt x="17060" y="1555"/>
                  </a:cubicBezTo>
                  <a:cubicBezTo>
                    <a:pt x="17661" y="2231"/>
                    <a:pt x="17060" y="3281"/>
                    <a:pt x="17060" y="4183"/>
                  </a:cubicBezTo>
                  <a:cubicBezTo>
                    <a:pt x="15783" y="7043"/>
                    <a:pt x="14281" y="9806"/>
                    <a:pt x="12629" y="12442"/>
                  </a:cubicBezTo>
                  <a:cubicBezTo>
                    <a:pt x="12329" y="12983"/>
                    <a:pt x="11953" y="13463"/>
                    <a:pt x="11503" y="13869"/>
                  </a:cubicBezTo>
                  <a:cubicBezTo>
                    <a:pt x="10676" y="14394"/>
                    <a:pt x="9700" y="14634"/>
                    <a:pt x="8724" y="14544"/>
                  </a:cubicBezTo>
                  <a:cubicBezTo>
                    <a:pt x="7222" y="14732"/>
                    <a:pt x="5795" y="14732"/>
                    <a:pt x="4293" y="14544"/>
                  </a:cubicBezTo>
                  <a:cubicBezTo>
                    <a:pt x="-4569" y="12892"/>
                    <a:pt x="2565" y="5534"/>
                    <a:pt x="4894" y="1855"/>
                  </a:cubicBezTo>
                  <a:close/>
                </a:path>
              </a:pathLst>
            </a:custGeom>
            <a:solidFill>
              <a:srgbClr val="44444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7" name="Content Placeholder 4">
              <a:extLst>
                <a:ext uri="{FF2B5EF4-FFF2-40B4-BE49-F238E27FC236}">
                  <a16:creationId xmlns:a16="http://schemas.microsoft.com/office/drawing/2014/main" id="{A5636F11-0430-02F5-3B51-6541646F7F58}"/>
                </a:ext>
              </a:extLst>
            </p:cNvPr>
            <p:cNvSpPr/>
            <p:nvPr/>
          </p:nvSpPr>
          <p:spPr>
            <a:xfrm>
              <a:off x="11095064" y="5140688"/>
              <a:ext cx="15784" cy="13487"/>
            </a:xfrm>
            <a:custGeom>
              <a:avLst/>
              <a:gdLst>
                <a:gd name="connsiteX0" fmla="*/ 4603 w 15784"/>
                <a:gd name="connsiteY0" fmla="*/ 1434 h 13487"/>
                <a:gd name="connsiteX1" fmla="*/ 5805 w 15784"/>
                <a:gd name="connsiteY1" fmla="*/ 83 h 13487"/>
                <a:gd name="connsiteX2" fmla="*/ 7682 w 15784"/>
                <a:gd name="connsiteY2" fmla="*/ 83 h 13487"/>
                <a:gd name="connsiteX3" fmla="*/ 14216 w 15784"/>
                <a:gd name="connsiteY3" fmla="*/ 909 h 13487"/>
                <a:gd name="connsiteX4" fmla="*/ 15418 w 15784"/>
                <a:gd name="connsiteY4" fmla="*/ 1510 h 13487"/>
                <a:gd name="connsiteX5" fmla="*/ 15418 w 15784"/>
                <a:gd name="connsiteY5" fmla="*/ 3837 h 13487"/>
                <a:gd name="connsiteX6" fmla="*/ 11362 w 15784"/>
                <a:gd name="connsiteY6" fmla="*/ 11346 h 13487"/>
                <a:gd name="connsiteX7" fmla="*/ 10311 w 15784"/>
                <a:gd name="connsiteY7" fmla="*/ 12697 h 13487"/>
                <a:gd name="connsiteX8" fmla="*/ 7758 w 15784"/>
                <a:gd name="connsiteY8" fmla="*/ 13373 h 13487"/>
                <a:gd name="connsiteX9" fmla="*/ 3702 w 15784"/>
                <a:gd name="connsiteY9" fmla="*/ 13373 h 13487"/>
                <a:gd name="connsiteX10" fmla="*/ 4603 w 15784"/>
                <a:gd name="connsiteY10" fmla="*/ 1434 h 13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84" h="13487">
                  <a:moveTo>
                    <a:pt x="4603" y="1434"/>
                  </a:moveTo>
                  <a:cubicBezTo>
                    <a:pt x="4904" y="901"/>
                    <a:pt x="5280" y="443"/>
                    <a:pt x="5805" y="83"/>
                  </a:cubicBezTo>
                  <a:cubicBezTo>
                    <a:pt x="6405" y="-67"/>
                    <a:pt x="7082" y="-67"/>
                    <a:pt x="7682" y="83"/>
                  </a:cubicBezTo>
                  <a:cubicBezTo>
                    <a:pt x="9861" y="53"/>
                    <a:pt x="12113" y="331"/>
                    <a:pt x="14216" y="909"/>
                  </a:cubicBezTo>
                  <a:cubicBezTo>
                    <a:pt x="14667" y="984"/>
                    <a:pt x="15117" y="1194"/>
                    <a:pt x="15418" y="1510"/>
                  </a:cubicBezTo>
                  <a:cubicBezTo>
                    <a:pt x="15868" y="2230"/>
                    <a:pt x="15868" y="3116"/>
                    <a:pt x="15418" y="3837"/>
                  </a:cubicBezTo>
                  <a:cubicBezTo>
                    <a:pt x="14291" y="6443"/>
                    <a:pt x="12939" y="8958"/>
                    <a:pt x="11362" y="11346"/>
                  </a:cubicBezTo>
                  <a:cubicBezTo>
                    <a:pt x="11062" y="11856"/>
                    <a:pt x="10762" y="12314"/>
                    <a:pt x="10311" y="12697"/>
                  </a:cubicBezTo>
                  <a:cubicBezTo>
                    <a:pt x="9560" y="13155"/>
                    <a:pt x="8659" y="13388"/>
                    <a:pt x="7758" y="13373"/>
                  </a:cubicBezTo>
                  <a:cubicBezTo>
                    <a:pt x="6405" y="13485"/>
                    <a:pt x="5054" y="13485"/>
                    <a:pt x="3702" y="13373"/>
                  </a:cubicBezTo>
                  <a:cubicBezTo>
                    <a:pt x="-4108" y="11571"/>
                    <a:pt x="2426" y="4813"/>
                    <a:pt x="4603" y="1434"/>
                  </a:cubicBezTo>
                  <a:close/>
                </a:path>
              </a:pathLst>
            </a:custGeom>
            <a:solidFill>
              <a:srgbClr val="E2EC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168" name="Group 1167">
            <a:extLst>
              <a:ext uri="{FF2B5EF4-FFF2-40B4-BE49-F238E27FC236}">
                <a16:creationId xmlns:a16="http://schemas.microsoft.com/office/drawing/2014/main" id="{BCE180B9-55BB-3B66-F16B-356ABBD21E2D}"/>
              </a:ext>
            </a:extLst>
          </p:cNvPr>
          <p:cNvGrpSpPr/>
          <p:nvPr userDrawn="1"/>
        </p:nvGrpSpPr>
        <p:grpSpPr>
          <a:xfrm>
            <a:off x="3623739" y="3022915"/>
            <a:ext cx="755561" cy="882078"/>
            <a:chOff x="3409125" y="441325"/>
            <a:chExt cx="755561" cy="882078"/>
          </a:xfrm>
        </p:grpSpPr>
        <p:sp>
          <p:nvSpPr>
            <p:cNvPr id="1169" name="Content Placeholder 4">
              <a:extLst>
                <a:ext uri="{FF2B5EF4-FFF2-40B4-BE49-F238E27FC236}">
                  <a16:creationId xmlns:a16="http://schemas.microsoft.com/office/drawing/2014/main" id="{B7A4C22C-8353-0AC1-F311-C4FE09085B63}"/>
                </a:ext>
              </a:extLst>
            </p:cNvPr>
            <p:cNvSpPr/>
            <p:nvPr/>
          </p:nvSpPr>
          <p:spPr>
            <a:xfrm>
              <a:off x="3477881" y="1307576"/>
              <a:ext cx="236228" cy="15827"/>
            </a:xfrm>
            <a:custGeom>
              <a:avLst/>
              <a:gdLst>
                <a:gd name="connsiteX0" fmla="*/ 231879 w 236228"/>
                <a:gd name="connsiteY0" fmla="*/ 7563 h 15827"/>
                <a:gd name="connsiteX1" fmla="*/ 233907 w 236228"/>
                <a:gd name="connsiteY1" fmla="*/ 1707 h 15827"/>
                <a:gd name="connsiteX2" fmla="*/ 217535 w 236228"/>
                <a:gd name="connsiteY2" fmla="*/ 731 h 15827"/>
                <a:gd name="connsiteX3" fmla="*/ 159183 w 236228"/>
                <a:gd name="connsiteY3" fmla="*/ -20 h 15827"/>
                <a:gd name="connsiteX4" fmla="*/ 41651 w 236228"/>
                <a:gd name="connsiteY4" fmla="*/ 4485 h 15827"/>
                <a:gd name="connsiteX5" fmla="*/ 722 w 236228"/>
                <a:gd name="connsiteY5" fmla="*/ 13720 h 15827"/>
                <a:gd name="connsiteX6" fmla="*/ 27082 w 236228"/>
                <a:gd name="connsiteY6" fmla="*/ 15072 h 15827"/>
                <a:gd name="connsiteX7" fmla="*/ 67410 w 236228"/>
                <a:gd name="connsiteY7" fmla="*/ 15072 h 15827"/>
                <a:gd name="connsiteX8" fmla="*/ 148218 w 236228"/>
                <a:gd name="connsiteY8" fmla="*/ 15072 h 15827"/>
                <a:gd name="connsiteX9" fmla="*/ 231879 w 236228"/>
                <a:gd name="connsiteY9" fmla="*/ 7563 h 15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228" h="15827">
                  <a:moveTo>
                    <a:pt x="231879" y="7563"/>
                  </a:moveTo>
                  <a:cubicBezTo>
                    <a:pt x="236460" y="5987"/>
                    <a:pt x="237812" y="4034"/>
                    <a:pt x="233907" y="1707"/>
                  </a:cubicBezTo>
                  <a:cubicBezTo>
                    <a:pt x="228545" y="453"/>
                    <a:pt x="223009" y="123"/>
                    <a:pt x="217535" y="731"/>
                  </a:cubicBezTo>
                  <a:cubicBezTo>
                    <a:pt x="198084" y="280"/>
                    <a:pt x="178633" y="-95"/>
                    <a:pt x="159183" y="-20"/>
                  </a:cubicBezTo>
                  <a:cubicBezTo>
                    <a:pt x="119905" y="-20"/>
                    <a:pt x="80628" y="1632"/>
                    <a:pt x="41651" y="4485"/>
                  </a:cubicBezTo>
                  <a:cubicBezTo>
                    <a:pt x="35793" y="4935"/>
                    <a:pt x="-6112" y="6587"/>
                    <a:pt x="722" y="13720"/>
                  </a:cubicBezTo>
                  <a:cubicBezTo>
                    <a:pt x="4251" y="17399"/>
                    <a:pt x="20924" y="15072"/>
                    <a:pt x="27082" y="15072"/>
                  </a:cubicBezTo>
                  <a:lnTo>
                    <a:pt x="67410" y="15072"/>
                  </a:lnTo>
                  <a:lnTo>
                    <a:pt x="148218" y="15072"/>
                  </a:lnTo>
                  <a:cubicBezTo>
                    <a:pt x="154226" y="14546"/>
                    <a:pt x="215057" y="13420"/>
                    <a:pt x="231879" y="7563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0" name="Content Placeholder 4">
              <a:extLst>
                <a:ext uri="{FF2B5EF4-FFF2-40B4-BE49-F238E27FC236}">
                  <a16:creationId xmlns:a16="http://schemas.microsoft.com/office/drawing/2014/main" id="{1391D58C-8B3E-8581-EA6E-56AD4714D63D}"/>
                </a:ext>
              </a:extLst>
            </p:cNvPr>
            <p:cNvSpPr/>
            <p:nvPr/>
          </p:nvSpPr>
          <p:spPr>
            <a:xfrm>
              <a:off x="3816355" y="1297816"/>
              <a:ext cx="304114" cy="20357"/>
            </a:xfrm>
            <a:custGeom>
              <a:avLst/>
              <a:gdLst>
                <a:gd name="connsiteX0" fmla="*/ 5454 w 304114"/>
                <a:gd name="connsiteY0" fmla="*/ 9664 h 20357"/>
                <a:gd name="connsiteX1" fmla="*/ 2901 w 304114"/>
                <a:gd name="connsiteY1" fmla="*/ 2156 h 20357"/>
                <a:gd name="connsiteX2" fmla="*/ 24004 w 304114"/>
                <a:gd name="connsiteY2" fmla="*/ 955 h 20357"/>
                <a:gd name="connsiteX3" fmla="*/ 99104 w 304114"/>
                <a:gd name="connsiteY3" fmla="*/ -22 h 20357"/>
                <a:gd name="connsiteX4" fmla="*/ 250505 w 304114"/>
                <a:gd name="connsiteY4" fmla="*/ 5760 h 20357"/>
                <a:gd name="connsiteX5" fmla="*/ 303075 w 304114"/>
                <a:gd name="connsiteY5" fmla="*/ 17698 h 20357"/>
                <a:gd name="connsiteX6" fmla="*/ 269130 w 304114"/>
                <a:gd name="connsiteY6" fmla="*/ 19350 h 20357"/>
                <a:gd name="connsiteX7" fmla="*/ 217161 w 304114"/>
                <a:gd name="connsiteY7" fmla="*/ 19350 h 20357"/>
                <a:gd name="connsiteX8" fmla="*/ 113072 w 304114"/>
                <a:gd name="connsiteY8" fmla="*/ 18900 h 20357"/>
                <a:gd name="connsiteX9" fmla="*/ 5454 w 304114"/>
                <a:gd name="connsiteY9" fmla="*/ 9664 h 2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4114" h="20357">
                  <a:moveTo>
                    <a:pt x="5454" y="9664"/>
                  </a:moveTo>
                  <a:cubicBezTo>
                    <a:pt x="-404" y="7637"/>
                    <a:pt x="-2056" y="5159"/>
                    <a:pt x="2901" y="2156"/>
                  </a:cubicBezTo>
                  <a:cubicBezTo>
                    <a:pt x="7857" y="-847"/>
                    <a:pt x="18672" y="1030"/>
                    <a:pt x="24004" y="955"/>
                  </a:cubicBezTo>
                  <a:cubicBezTo>
                    <a:pt x="49012" y="354"/>
                    <a:pt x="74095" y="-97"/>
                    <a:pt x="99104" y="-22"/>
                  </a:cubicBezTo>
                  <a:cubicBezTo>
                    <a:pt x="149646" y="-22"/>
                    <a:pt x="200263" y="2081"/>
                    <a:pt x="250505" y="5760"/>
                  </a:cubicBezTo>
                  <a:cubicBezTo>
                    <a:pt x="258015" y="6286"/>
                    <a:pt x="312087" y="8463"/>
                    <a:pt x="303075" y="17698"/>
                  </a:cubicBezTo>
                  <a:cubicBezTo>
                    <a:pt x="298569" y="22354"/>
                    <a:pt x="277090" y="19425"/>
                    <a:pt x="269130" y="19350"/>
                  </a:cubicBezTo>
                  <a:lnTo>
                    <a:pt x="217161" y="19350"/>
                  </a:lnTo>
                  <a:lnTo>
                    <a:pt x="113072" y="18900"/>
                  </a:lnTo>
                  <a:cubicBezTo>
                    <a:pt x="105788" y="18675"/>
                    <a:pt x="27383" y="17173"/>
                    <a:pt x="5454" y="9664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1" name="Content Placeholder 4">
              <a:extLst>
                <a:ext uri="{FF2B5EF4-FFF2-40B4-BE49-F238E27FC236}">
                  <a16:creationId xmlns:a16="http://schemas.microsoft.com/office/drawing/2014/main" id="{5751F3BD-3049-8E59-688A-2674869760FD}"/>
                </a:ext>
              </a:extLst>
            </p:cNvPr>
            <p:cNvSpPr/>
            <p:nvPr/>
          </p:nvSpPr>
          <p:spPr>
            <a:xfrm>
              <a:off x="3469395" y="865670"/>
              <a:ext cx="116309" cy="413628"/>
            </a:xfrm>
            <a:custGeom>
              <a:avLst/>
              <a:gdLst>
                <a:gd name="connsiteX0" fmla="*/ 22501 w 116309"/>
                <a:gd name="connsiteY0" fmla="*/ 413429 h 413628"/>
                <a:gd name="connsiteX1" fmla="*/ -29 w 116309"/>
                <a:gd name="connsiteY1" fmla="*/ 407272 h 413628"/>
                <a:gd name="connsiteX2" fmla="*/ 23252 w 116309"/>
                <a:gd name="connsiteY2" fmla="*/ 340222 h 413628"/>
                <a:gd name="connsiteX3" fmla="*/ 31438 w 116309"/>
                <a:gd name="connsiteY3" fmla="*/ 311915 h 413628"/>
                <a:gd name="connsiteX4" fmla="*/ 33390 w 116309"/>
                <a:gd name="connsiteY4" fmla="*/ 274973 h 413628"/>
                <a:gd name="connsiteX5" fmla="*/ 33991 w 116309"/>
                <a:gd name="connsiteY5" fmla="*/ 20361 h 413628"/>
                <a:gd name="connsiteX6" fmla="*/ 35343 w 116309"/>
                <a:gd name="connsiteY6" fmla="*/ 8573 h 413628"/>
                <a:gd name="connsiteX7" fmla="*/ 77173 w 116309"/>
                <a:gd name="connsiteY7" fmla="*/ 389 h 413628"/>
                <a:gd name="connsiteX8" fmla="*/ 97526 w 116309"/>
                <a:gd name="connsiteY8" fmla="*/ 4293 h 413628"/>
                <a:gd name="connsiteX9" fmla="*/ 116150 w 116309"/>
                <a:gd name="connsiteY9" fmla="*/ 7972 h 413628"/>
                <a:gd name="connsiteX10" fmla="*/ 90992 w 116309"/>
                <a:gd name="connsiteY10" fmla="*/ 161445 h 413628"/>
                <a:gd name="connsiteX11" fmla="*/ 77023 w 116309"/>
                <a:gd name="connsiteY11" fmla="*/ 271820 h 413628"/>
                <a:gd name="connsiteX12" fmla="*/ 55470 w 116309"/>
                <a:gd name="connsiteY12" fmla="*/ 338720 h 413628"/>
                <a:gd name="connsiteX13" fmla="*/ 22501 w 116309"/>
                <a:gd name="connsiteY13" fmla="*/ 413429 h 413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309" h="413628">
                  <a:moveTo>
                    <a:pt x="22501" y="413429"/>
                  </a:moveTo>
                  <a:cubicBezTo>
                    <a:pt x="14486" y="414255"/>
                    <a:pt x="6453" y="412055"/>
                    <a:pt x="-29" y="407272"/>
                  </a:cubicBezTo>
                  <a:cubicBezTo>
                    <a:pt x="10109" y="378064"/>
                    <a:pt x="13113" y="369730"/>
                    <a:pt x="23252" y="340222"/>
                  </a:cubicBezTo>
                  <a:cubicBezTo>
                    <a:pt x="26739" y="331024"/>
                    <a:pt x="29477" y="321556"/>
                    <a:pt x="31438" y="311915"/>
                  </a:cubicBezTo>
                  <a:cubicBezTo>
                    <a:pt x="33257" y="299691"/>
                    <a:pt x="33911" y="287325"/>
                    <a:pt x="33390" y="274973"/>
                  </a:cubicBezTo>
                  <a:cubicBezTo>
                    <a:pt x="32940" y="226994"/>
                    <a:pt x="34442" y="68416"/>
                    <a:pt x="33991" y="20361"/>
                  </a:cubicBezTo>
                  <a:cubicBezTo>
                    <a:pt x="33716" y="16383"/>
                    <a:pt x="34174" y="12387"/>
                    <a:pt x="35343" y="8573"/>
                  </a:cubicBezTo>
                  <a:cubicBezTo>
                    <a:pt x="39248" y="-1939"/>
                    <a:pt x="67035" y="-62"/>
                    <a:pt x="77173" y="389"/>
                  </a:cubicBezTo>
                  <a:cubicBezTo>
                    <a:pt x="84093" y="839"/>
                    <a:pt x="90930" y="2151"/>
                    <a:pt x="97526" y="4293"/>
                  </a:cubicBezTo>
                  <a:cubicBezTo>
                    <a:pt x="99478" y="6246"/>
                    <a:pt x="116000" y="5044"/>
                    <a:pt x="116150" y="7972"/>
                  </a:cubicBezTo>
                  <a:cubicBezTo>
                    <a:pt x="118253" y="45515"/>
                    <a:pt x="94221" y="121575"/>
                    <a:pt x="90992" y="161445"/>
                  </a:cubicBezTo>
                  <a:cubicBezTo>
                    <a:pt x="89941" y="174585"/>
                    <a:pt x="78901" y="259055"/>
                    <a:pt x="77023" y="271820"/>
                  </a:cubicBezTo>
                  <a:cubicBezTo>
                    <a:pt x="73372" y="295103"/>
                    <a:pt x="66100" y="317681"/>
                    <a:pt x="55470" y="338720"/>
                  </a:cubicBezTo>
                  <a:cubicBezTo>
                    <a:pt x="39924" y="369655"/>
                    <a:pt x="37596" y="376938"/>
                    <a:pt x="22501" y="413429"/>
                  </a:cubicBezTo>
                  <a:close/>
                </a:path>
              </a:pathLst>
            </a:custGeom>
            <a:solidFill>
              <a:srgbClr val="F0E5D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2" name="Content Placeholder 4">
              <a:extLst>
                <a:ext uri="{FF2B5EF4-FFF2-40B4-BE49-F238E27FC236}">
                  <a16:creationId xmlns:a16="http://schemas.microsoft.com/office/drawing/2014/main" id="{9466C9E4-316C-99E1-1C9A-5F58D89A4527}"/>
                </a:ext>
              </a:extLst>
            </p:cNvPr>
            <p:cNvSpPr/>
            <p:nvPr/>
          </p:nvSpPr>
          <p:spPr>
            <a:xfrm>
              <a:off x="3559504" y="689045"/>
              <a:ext cx="168669" cy="123959"/>
            </a:xfrm>
            <a:custGeom>
              <a:avLst/>
              <a:gdLst>
                <a:gd name="connsiteX0" fmla="*/ 24539 w 168669"/>
                <a:gd name="connsiteY0" fmla="*/ 2743 h 123959"/>
                <a:gd name="connsiteX1" fmla="*/ 46318 w 168669"/>
                <a:gd name="connsiteY1" fmla="*/ 23692 h 123959"/>
                <a:gd name="connsiteX2" fmla="*/ 91378 w 168669"/>
                <a:gd name="connsiteY2" fmla="*/ 82257 h 123959"/>
                <a:gd name="connsiteX3" fmla="*/ 106398 w 168669"/>
                <a:gd name="connsiteY3" fmla="*/ 96223 h 123959"/>
                <a:gd name="connsiteX4" fmla="*/ 131256 w 168669"/>
                <a:gd name="connsiteY4" fmla="*/ 94947 h 123959"/>
                <a:gd name="connsiteX5" fmla="*/ 160545 w 168669"/>
                <a:gd name="connsiteY5" fmla="*/ 84961 h 123959"/>
                <a:gd name="connsiteX6" fmla="*/ 164150 w 168669"/>
                <a:gd name="connsiteY6" fmla="*/ 84961 h 123959"/>
                <a:gd name="connsiteX7" fmla="*/ 165352 w 168669"/>
                <a:gd name="connsiteY7" fmla="*/ 87063 h 123959"/>
                <a:gd name="connsiteX8" fmla="*/ 167455 w 168669"/>
                <a:gd name="connsiteY8" fmla="*/ 106810 h 123959"/>
                <a:gd name="connsiteX9" fmla="*/ 157842 w 168669"/>
                <a:gd name="connsiteY9" fmla="*/ 111691 h 123959"/>
                <a:gd name="connsiteX10" fmla="*/ 93406 w 168669"/>
                <a:gd name="connsiteY10" fmla="*/ 123929 h 123959"/>
                <a:gd name="connsiteX11" fmla="*/ 79062 w 168669"/>
                <a:gd name="connsiteY11" fmla="*/ 117622 h 123959"/>
                <a:gd name="connsiteX12" fmla="*/ 70350 w 168669"/>
                <a:gd name="connsiteY12" fmla="*/ 111090 h 123959"/>
                <a:gd name="connsiteX13" fmla="*/ 27393 w 168669"/>
                <a:gd name="connsiteY13" fmla="*/ 60483 h 123959"/>
                <a:gd name="connsiteX14" fmla="*/ 9519 w 168669"/>
                <a:gd name="connsiteY14" fmla="*/ 33077 h 123959"/>
                <a:gd name="connsiteX15" fmla="*/ 282 w 168669"/>
                <a:gd name="connsiteY15" fmla="*/ 7623 h 123959"/>
                <a:gd name="connsiteX16" fmla="*/ 24539 w 168669"/>
                <a:gd name="connsiteY16" fmla="*/ 2743 h 123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8669" h="123959">
                  <a:moveTo>
                    <a:pt x="24539" y="2743"/>
                  </a:moveTo>
                  <a:cubicBezTo>
                    <a:pt x="33323" y="7946"/>
                    <a:pt x="40779" y="15117"/>
                    <a:pt x="46318" y="23692"/>
                  </a:cubicBezTo>
                  <a:lnTo>
                    <a:pt x="91378" y="82257"/>
                  </a:lnTo>
                  <a:cubicBezTo>
                    <a:pt x="95078" y="88145"/>
                    <a:pt x="100257" y="92960"/>
                    <a:pt x="106398" y="96223"/>
                  </a:cubicBezTo>
                  <a:cubicBezTo>
                    <a:pt x="114605" y="98498"/>
                    <a:pt x="123327" y="98050"/>
                    <a:pt x="131256" y="94947"/>
                  </a:cubicBezTo>
                  <a:cubicBezTo>
                    <a:pt x="147478" y="90517"/>
                    <a:pt x="144324" y="89390"/>
                    <a:pt x="160545" y="84961"/>
                  </a:cubicBezTo>
                  <a:cubicBezTo>
                    <a:pt x="161681" y="84397"/>
                    <a:pt x="163015" y="84397"/>
                    <a:pt x="164150" y="84961"/>
                  </a:cubicBezTo>
                  <a:cubicBezTo>
                    <a:pt x="164707" y="85560"/>
                    <a:pt x="165118" y="86279"/>
                    <a:pt x="165352" y="87063"/>
                  </a:cubicBezTo>
                  <a:cubicBezTo>
                    <a:pt x="167004" y="91793"/>
                    <a:pt x="170459" y="102680"/>
                    <a:pt x="167455" y="106810"/>
                  </a:cubicBezTo>
                  <a:cubicBezTo>
                    <a:pt x="164900" y="109485"/>
                    <a:pt x="161509" y="111207"/>
                    <a:pt x="157842" y="111691"/>
                  </a:cubicBezTo>
                  <a:cubicBezTo>
                    <a:pt x="130205" y="118373"/>
                    <a:pt x="121794" y="121827"/>
                    <a:pt x="93406" y="123929"/>
                  </a:cubicBezTo>
                  <a:cubicBezTo>
                    <a:pt x="89200" y="123929"/>
                    <a:pt x="86647" y="121752"/>
                    <a:pt x="79062" y="117622"/>
                  </a:cubicBezTo>
                  <a:cubicBezTo>
                    <a:pt x="75882" y="115839"/>
                    <a:pt x="72953" y="113642"/>
                    <a:pt x="70350" y="111090"/>
                  </a:cubicBezTo>
                  <a:cubicBezTo>
                    <a:pt x="54613" y="95477"/>
                    <a:pt x="40242" y="78546"/>
                    <a:pt x="27393" y="60483"/>
                  </a:cubicBezTo>
                  <a:cubicBezTo>
                    <a:pt x="21085" y="51548"/>
                    <a:pt x="15152" y="42463"/>
                    <a:pt x="9519" y="33077"/>
                  </a:cubicBezTo>
                  <a:cubicBezTo>
                    <a:pt x="5464" y="26244"/>
                    <a:pt x="-1595" y="16183"/>
                    <a:pt x="282" y="7623"/>
                  </a:cubicBezTo>
                  <a:cubicBezTo>
                    <a:pt x="2685" y="-2663"/>
                    <a:pt x="17405" y="-711"/>
                    <a:pt x="24539" y="2743"/>
                  </a:cubicBezTo>
                  <a:close/>
                </a:path>
              </a:pathLst>
            </a:custGeom>
            <a:solidFill>
              <a:srgbClr val="6D849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3" name="Content Placeholder 4">
              <a:extLst>
                <a:ext uri="{FF2B5EF4-FFF2-40B4-BE49-F238E27FC236}">
                  <a16:creationId xmlns:a16="http://schemas.microsoft.com/office/drawing/2014/main" id="{3059EFF3-66AF-F894-6D07-C45AD793BC82}"/>
                </a:ext>
              </a:extLst>
            </p:cNvPr>
            <p:cNvSpPr/>
            <p:nvPr/>
          </p:nvSpPr>
          <p:spPr>
            <a:xfrm>
              <a:off x="3473630" y="561540"/>
              <a:ext cx="91538" cy="111806"/>
            </a:xfrm>
            <a:custGeom>
              <a:avLst/>
              <a:gdLst>
                <a:gd name="connsiteX0" fmla="*/ 91488 w 91538"/>
                <a:gd name="connsiteY0" fmla="*/ 65900 h 111806"/>
                <a:gd name="connsiteX1" fmla="*/ 79097 w 91538"/>
                <a:gd name="connsiteY1" fmla="*/ 28358 h 111806"/>
                <a:gd name="connsiteX2" fmla="*/ 60848 w 91538"/>
                <a:gd name="connsiteY2" fmla="*/ 2604 h 111806"/>
                <a:gd name="connsiteX3" fmla="*/ 55215 w 91538"/>
                <a:gd name="connsiteY3" fmla="*/ -24 h 111806"/>
                <a:gd name="connsiteX4" fmla="*/ 49958 w 91538"/>
                <a:gd name="connsiteY4" fmla="*/ 952 h 111806"/>
                <a:gd name="connsiteX5" fmla="*/ 2720 w 91538"/>
                <a:gd name="connsiteY5" fmla="*/ 21300 h 111806"/>
                <a:gd name="connsiteX6" fmla="*/ 167 w 91538"/>
                <a:gd name="connsiteY6" fmla="*/ 23928 h 111806"/>
                <a:gd name="connsiteX7" fmla="*/ 167 w 91538"/>
                <a:gd name="connsiteY7" fmla="*/ 27232 h 111806"/>
                <a:gd name="connsiteX8" fmla="*/ 54013 w 91538"/>
                <a:gd name="connsiteY8" fmla="*/ 111777 h 111806"/>
                <a:gd name="connsiteX9" fmla="*/ 84053 w 91538"/>
                <a:gd name="connsiteY9" fmla="*/ 103593 h 111806"/>
                <a:gd name="connsiteX10" fmla="*/ 91488 w 91538"/>
                <a:gd name="connsiteY10" fmla="*/ 65900 h 111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538" h="111806">
                  <a:moveTo>
                    <a:pt x="91488" y="65900"/>
                  </a:moveTo>
                  <a:cubicBezTo>
                    <a:pt x="89859" y="52695"/>
                    <a:pt x="85649" y="39939"/>
                    <a:pt x="79097" y="28358"/>
                  </a:cubicBezTo>
                  <a:cubicBezTo>
                    <a:pt x="75098" y="18472"/>
                    <a:pt x="68849" y="9654"/>
                    <a:pt x="60848" y="2604"/>
                  </a:cubicBezTo>
                  <a:cubicBezTo>
                    <a:pt x="59265" y="1199"/>
                    <a:pt x="57308" y="286"/>
                    <a:pt x="55215" y="-24"/>
                  </a:cubicBezTo>
                  <a:cubicBezTo>
                    <a:pt x="53413" y="-78"/>
                    <a:pt x="51621" y="255"/>
                    <a:pt x="49958" y="952"/>
                  </a:cubicBezTo>
                  <a:cubicBezTo>
                    <a:pt x="33364" y="5567"/>
                    <a:pt x="17473" y="12412"/>
                    <a:pt x="2720" y="21300"/>
                  </a:cubicBezTo>
                  <a:cubicBezTo>
                    <a:pt x="1622" y="21897"/>
                    <a:pt x="732" y="22813"/>
                    <a:pt x="167" y="23928"/>
                  </a:cubicBezTo>
                  <a:cubicBezTo>
                    <a:pt x="-95" y="25014"/>
                    <a:pt x="-95" y="26146"/>
                    <a:pt x="167" y="27232"/>
                  </a:cubicBezTo>
                  <a:cubicBezTo>
                    <a:pt x="6776" y="60194"/>
                    <a:pt x="20969" y="103593"/>
                    <a:pt x="54013" y="111777"/>
                  </a:cubicBezTo>
                  <a:cubicBezTo>
                    <a:pt x="70010" y="104268"/>
                    <a:pt x="67156" y="109975"/>
                    <a:pt x="84053" y="103593"/>
                  </a:cubicBezTo>
                  <a:cubicBezTo>
                    <a:pt x="79547" y="94958"/>
                    <a:pt x="92089" y="75661"/>
                    <a:pt x="91488" y="65900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4" name="Content Placeholder 4">
              <a:extLst>
                <a:ext uri="{FF2B5EF4-FFF2-40B4-BE49-F238E27FC236}">
                  <a16:creationId xmlns:a16="http://schemas.microsoft.com/office/drawing/2014/main" id="{A155A93C-1865-CE59-2723-3D311AC264CA}"/>
                </a:ext>
              </a:extLst>
            </p:cNvPr>
            <p:cNvSpPr/>
            <p:nvPr/>
          </p:nvSpPr>
          <p:spPr>
            <a:xfrm>
              <a:off x="3574098" y="1291267"/>
              <a:ext cx="58469" cy="25234"/>
            </a:xfrm>
            <a:custGeom>
              <a:avLst/>
              <a:gdLst>
                <a:gd name="connsiteX0" fmla="*/ 56882 w 58469"/>
                <a:gd name="connsiteY0" fmla="*/ 16890 h 25234"/>
                <a:gd name="connsiteX1" fmla="*/ 50724 w 58469"/>
                <a:gd name="connsiteY1" fmla="*/ 13436 h 25234"/>
                <a:gd name="connsiteX2" fmla="*/ 29320 w 58469"/>
                <a:gd name="connsiteY2" fmla="*/ 1422 h 25234"/>
                <a:gd name="connsiteX3" fmla="*/ 3486 w 58469"/>
                <a:gd name="connsiteY3" fmla="*/ 296 h 25234"/>
                <a:gd name="connsiteX4" fmla="*/ 707 w 58469"/>
                <a:gd name="connsiteY4" fmla="*/ 18091 h 25234"/>
                <a:gd name="connsiteX5" fmla="*/ 1759 w 58469"/>
                <a:gd name="connsiteY5" fmla="*/ 20118 h 25234"/>
                <a:gd name="connsiteX6" fmla="*/ 4387 w 58469"/>
                <a:gd name="connsiteY6" fmla="*/ 21170 h 25234"/>
                <a:gd name="connsiteX7" fmla="*/ 51850 w 58469"/>
                <a:gd name="connsiteY7" fmla="*/ 25149 h 25234"/>
                <a:gd name="connsiteX8" fmla="*/ 57633 w 58469"/>
                <a:gd name="connsiteY8" fmla="*/ 23422 h 25234"/>
                <a:gd name="connsiteX9" fmla="*/ 56882 w 58469"/>
                <a:gd name="connsiteY9" fmla="*/ 16890 h 25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69" h="25234">
                  <a:moveTo>
                    <a:pt x="56882" y="16890"/>
                  </a:moveTo>
                  <a:cubicBezTo>
                    <a:pt x="55090" y="15328"/>
                    <a:pt x="52993" y="14149"/>
                    <a:pt x="50724" y="13436"/>
                  </a:cubicBezTo>
                  <a:cubicBezTo>
                    <a:pt x="43116" y="10342"/>
                    <a:pt x="35925" y="6303"/>
                    <a:pt x="29320" y="1422"/>
                  </a:cubicBezTo>
                  <a:cubicBezTo>
                    <a:pt x="20787" y="-4"/>
                    <a:pt x="12111" y="-380"/>
                    <a:pt x="3486" y="296"/>
                  </a:cubicBezTo>
                  <a:cubicBezTo>
                    <a:pt x="125" y="5582"/>
                    <a:pt x="-882" y="12032"/>
                    <a:pt x="707" y="18091"/>
                  </a:cubicBezTo>
                  <a:cubicBezTo>
                    <a:pt x="905" y="18834"/>
                    <a:pt x="1264" y="19525"/>
                    <a:pt x="1759" y="20118"/>
                  </a:cubicBezTo>
                  <a:cubicBezTo>
                    <a:pt x="2518" y="20712"/>
                    <a:pt x="3430" y="21072"/>
                    <a:pt x="4387" y="21170"/>
                  </a:cubicBezTo>
                  <a:cubicBezTo>
                    <a:pt x="20041" y="24030"/>
                    <a:pt x="35938" y="25367"/>
                    <a:pt x="51850" y="25149"/>
                  </a:cubicBezTo>
                  <a:cubicBezTo>
                    <a:pt x="53934" y="25404"/>
                    <a:pt x="56032" y="24781"/>
                    <a:pt x="57633" y="23422"/>
                  </a:cubicBezTo>
                  <a:cubicBezTo>
                    <a:pt x="58944" y="21335"/>
                    <a:pt x="58632" y="18624"/>
                    <a:pt x="56882" y="1689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5" name="Content Placeholder 4">
              <a:extLst>
                <a:ext uri="{FF2B5EF4-FFF2-40B4-BE49-F238E27FC236}">
                  <a16:creationId xmlns:a16="http://schemas.microsoft.com/office/drawing/2014/main" id="{7AD191A4-BBE8-809F-132E-96FFC00D1C29}"/>
                </a:ext>
              </a:extLst>
            </p:cNvPr>
            <p:cNvSpPr/>
            <p:nvPr/>
          </p:nvSpPr>
          <p:spPr>
            <a:xfrm>
              <a:off x="3457538" y="1271395"/>
              <a:ext cx="51891" cy="40688"/>
            </a:xfrm>
            <a:custGeom>
              <a:avLst/>
              <a:gdLst>
                <a:gd name="connsiteX0" fmla="*/ 51405 w 51891"/>
                <a:gd name="connsiteY0" fmla="*/ 34134 h 40688"/>
                <a:gd name="connsiteX1" fmla="*/ 47124 w 51891"/>
                <a:gd name="connsiteY1" fmla="*/ 28728 h 40688"/>
                <a:gd name="connsiteX2" fmla="*/ 32104 w 51891"/>
                <a:gd name="connsiteY2" fmla="*/ 10182 h 40688"/>
                <a:gd name="connsiteX3" fmla="*/ 8973 w 51891"/>
                <a:gd name="connsiteY3" fmla="*/ -30 h 40688"/>
                <a:gd name="connsiteX4" fmla="*/ 112 w 51891"/>
                <a:gd name="connsiteY4" fmla="*/ 14987 h 40688"/>
                <a:gd name="connsiteX5" fmla="*/ 112 w 51891"/>
                <a:gd name="connsiteY5" fmla="*/ 17240 h 40688"/>
                <a:gd name="connsiteX6" fmla="*/ 2139 w 51891"/>
                <a:gd name="connsiteY6" fmla="*/ 19117 h 40688"/>
                <a:gd name="connsiteX7" fmla="*/ 43970 w 51891"/>
                <a:gd name="connsiteY7" fmla="*/ 39765 h 40688"/>
                <a:gd name="connsiteX8" fmla="*/ 49828 w 51891"/>
                <a:gd name="connsiteY8" fmla="*/ 40216 h 40688"/>
                <a:gd name="connsiteX9" fmla="*/ 51405 w 51891"/>
                <a:gd name="connsiteY9" fmla="*/ 34134 h 40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891" h="40688">
                  <a:moveTo>
                    <a:pt x="51405" y="34134"/>
                  </a:moveTo>
                  <a:cubicBezTo>
                    <a:pt x="50396" y="32039"/>
                    <a:pt x="48934" y="30192"/>
                    <a:pt x="47124" y="28728"/>
                  </a:cubicBezTo>
                  <a:cubicBezTo>
                    <a:pt x="41334" y="23224"/>
                    <a:pt x="36285" y="16992"/>
                    <a:pt x="32104" y="10182"/>
                  </a:cubicBezTo>
                  <a:cubicBezTo>
                    <a:pt x="24853" y="5819"/>
                    <a:pt x="17081" y="2388"/>
                    <a:pt x="8973" y="-30"/>
                  </a:cubicBezTo>
                  <a:cubicBezTo>
                    <a:pt x="4077" y="3544"/>
                    <a:pt x="871" y="8973"/>
                    <a:pt x="112" y="14987"/>
                  </a:cubicBezTo>
                  <a:cubicBezTo>
                    <a:pt x="-76" y="15723"/>
                    <a:pt x="-76" y="16504"/>
                    <a:pt x="112" y="17240"/>
                  </a:cubicBezTo>
                  <a:cubicBezTo>
                    <a:pt x="613" y="18028"/>
                    <a:pt x="1312" y="18674"/>
                    <a:pt x="2139" y="19117"/>
                  </a:cubicBezTo>
                  <a:cubicBezTo>
                    <a:pt x="15397" y="27309"/>
                    <a:pt x="29404" y="34224"/>
                    <a:pt x="43970" y="39765"/>
                  </a:cubicBezTo>
                  <a:cubicBezTo>
                    <a:pt x="45761" y="40771"/>
                    <a:pt x="47904" y="40936"/>
                    <a:pt x="49828" y="40216"/>
                  </a:cubicBezTo>
                  <a:cubicBezTo>
                    <a:pt x="51736" y="38827"/>
                    <a:pt x="52396" y="36281"/>
                    <a:pt x="51405" y="34134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6" name="Content Placeholder 4">
              <a:extLst>
                <a:ext uri="{FF2B5EF4-FFF2-40B4-BE49-F238E27FC236}">
                  <a16:creationId xmlns:a16="http://schemas.microsoft.com/office/drawing/2014/main" id="{5C007EF5-B822-829A-776F-440650FADE09}"/>
                </a:ext>
              </a:extLst>
            </p:cNvPr>
            <p:cNvSpPr/>
            <p:nvPr/>
          </p:nvSpPr>
          <p:spPr>
            <a:xfrm>
              <a:off x="3562894" y="859181"/>
              <a:ext cx="66688" cy="435821"/>
            </a:xfrm>
            <a:custGeom>
              <a:avLst/>
              <a:gdLst>
                <a:gd name="connsiteX0" fmla="*/ 66660 w 66688"/>
                <a:gd name="connsiteY0" fmla="*/ 97880 h 435821"/>
                <a:gd name="connsiteX1" fmla="*/ 66660 w 66688"/>
                <a:gd name="connsiteY1" fmla="*/ 86167 h 435821"/>
                <a:gd name="connsiteX2" fmla="*/ 66660 w 66688"/>
                <a:gd name="connsiteY2" fmla="*/ 86167 h 435821"/>
                <a:gd name="connsiteX3" fmla="*/ 61327 w 66688"/>
                <a:gd name="connsiteY3" fmla="*/ 32031 h 435821"/>
                <a:gd name="connsiteX4" fmla="*/ 52691 w 66688"/>
                <a:gd name="connsiteY4" fmla="*/ -30 h 435821"/>
                <a:gd name="connsiteX5" fmla="*/ 8682 w 66688"/>
                <a:gd name="connsiteY5" fmla="*/ 16939 h 435821"/>
                <a:gd name="connsiteX6" fmla="*/ 8682 w 66688"/>
                <a:gd name="connsiteY6" fmla="*/ 17840 h 435821"/>
                <a:gd name="connsiteX7" fmla="*/ 6805 w 66688"/>
                <a:gd name="connsiteY7" fmla="*/ 25349 h 435821"/>
                <a:gd name="connsiteX8" fmla="*/ 3425 w 66688"/>
                <a:gd name="connsiteY8" fmla="*/ 120181 h 435821"/>
                <a:gd name="connsiteX9" fmla="*/ -29 w 66688"/>
                <a:gd name="connsiteY9" fmla="*/ 170863 h 435821"/>
                <a:gd name="connsiteX10" fmla="*/ 1248 w 66688"/>
                <a:gd name="connsiteY10" fmla="*/ 170863 h 435821"/>
                <a:gd name="connsiteX11" fmla="*/ 8758 w 66688"/>
                <a:gd name="connsiteY11" fmla="*/ 247824 h 435821"/>
                <a:gd name="connsiteX12" fmla="*/ 14090 w 66688"/>
                <a:gd name="connsiteY12" fmla="*/ 432833 h 435821"/>
                <a:gd name="connsiteX13" fmla="*/ 37896 w 66688"/>
                <a:gd name="connsiteY13" fmla="*/ 432833 h 435821"/>
                <a:gd name="connsiteX14" fmla="*/ 37896 w 66688"/>
                <a:gd name="connsiteY14" fmla="*/ 429078 h 435821"/>
                <a:gd name="connsiteX15" fmla="*/ 42853 w 66688"/>
                <a:gd name="connsiteY15" fmla="*/ 333120 h 435821"/>
                <a:gd name="connsiteX16" fmla="*/ 52466 w 66688"/>
                <a:gd name="connsiteY16" fmla="*/ 242493 h 435821"/>
                <a:gd name="connsiteX17" fmla="*/ 55244 w 66688"/>
                <a:gd name="connsiteY17" fmla="*/ 208855 h 435821"/>
                <a:gd name="connsiteX18" fmla="*/ 59225 w 66688"/>
                <a:gd name="connsiteY18" fmla="*/ 165081 h 435821"/>
                <a:gd name="connsiteX19" fmla="*/ 66660 w 66688"/>
                <a:gd name="connsiteY19" fmla="*/ 97880 h 435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6688" h="435821">
                  <a:moveTo>
                    <a:pt x="66660" y="97880"/>
                  </a:moveTo>
                  <a:cubicBezTo>
                    <a:pt x="66660" y="93976"/>
                    <a:pt x="66660" y="90372"/>
                    <a:pt x="66660" y="86167"/>
                  </a:cubicBezTo>
                  <a:lnTo>
                    <a:pt x="66660" y="86167"/>
                  </a:lnTo>
                  <a:cubicBezTo>
                    <a:pt x="66059" y="68072"/>
                    <a:pt x="63580" y="50052"/>
                    <a:pt x="61327" y="32031"/>
                  </a:cubicBezTo>
                  <a:cubicBezTo>
                    <a:pt x="60691" y="20863"/>
                    <a:pt x="57751" y="9948"/>
                    <a:pt x="52691" y="-30"/>
                  </a:cubicBezTo>
                  <a:cubicBezTo>
                    <a:pt x="39605" y="9092"/>
                    <a:pt x="24506" y="14914"/>
                    <a:pt x="8682" y="16939"/>
                  </a:cubicBezTo>
                  <a:cubicBezTo>
                    <a:pt x="8650" y="17239"/>
                    <a:pt x="8650" y="17541"/>
                    <a:pt x="8682" y="17840"/>
                  </a:cubicBezTo>
                  <a:cubicBezTo>
                    <a:pt x="7790" y="20269"/>
                    <a:pt x="7161" y="22786"/>
                    <a:pt x="6805" y="25349"/>
                  </a:cubicBezTo>
                  <a:cubicBezTo>
                    <a:pt x="9734" y="56884"/>
                    <a:pt x="3500" y="92925"/>
                    <a:pt x="3425" y="120181"/>
                  </a:cubicBezTo>
                  <a:cubicBezTo>
                    <a:pt x="3299" y="137127"/>
                    <a:pt x="2146" y="154051"/>
                    <a:pt x="-29" y="170863"/>
                  </a:cubicBezTo>
                  <a:lnTo>
                    <a:pt x="1248" y="170863"/>
                  </a:lnTo>
                  <a:cubicBezTo>
                    <a:pt x="6410" y="196189"/>
                    <a:pt x="8926" y="221980"/>
                    <a:pt x="8758" y="247824"/>
                  </a:cubicBezTo>
                  <a:cubicBezTo>
                    <a:pt x="10560" y="309446"/>
                    <a:pt x="12338" y="371113"/>
                    <a:pt x="14090" y="432833"/>
                  </a:cubicBezTo>
                  <a:cubicBezTo>
                    <a:pt x="14090" y="439140"/>
                    <a:pt x="36620" y="433508"/>
                    <a:pt x="37896" y="432833"/>
                  </a:cubicBezTo>
                  <a:cubicBezTo>
                    <a:pt x="37896" y="431631"/>
                    <a:pt x="37896" y="430355"/>
                    <a:pt x="37896" y="429078"/>
                  </a:cubicBezTo>
                  <a:cubicBezTo>
                    <a:pt x="40149" y="397318"/>
                    <a:pt x="40149" y="364806"/>
                    <a:pt x="42853" y="333120"/>
                  </a:cubicBezTo>
                  <a:cubicBezTo>
                    <a:pt x="44315" y="302749"/>
                    <a:pt x="47525" y="272490"/>
                    <a:pt x="52466" y="242493"/>
                  </a:cubicBezTo>
                  <a:cubicBezTo>
                    <a:pt x="54555" y="231411"/>
                    <a:pt x="55486" y="220133"/>
                    <a:pt x="55244" y="208855"/>
                  </a:cubicBezTo>
                  <a:cubicBezTo>
                    <a:pt x="55632" y="194191"/>
                    <a:pt x="56962" y="179572"/>
                    <a:pt x="59225" y="165081"/>
                  </a:cubicBezTo>
                  <a:cubicBezTo>
                    <a:pt x="63024" y="142849"/>
                    <a:pt x="65507" y="120406"/>
                    <a:pt x="66660" y="97880"/>
                  </a:cubicBezTo>
                  <a:close/>
                </a:path>
              </a:pathLst>
            </a:custGeom>
            <a:solidFill>
              <a:srgbClr val="F0E5D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7" name="Content Placeholder 4">
              <a:extLst>
                <a:ext uri="{FF2B5EF4-FFF2-40B4-BE49-F238E27FC236}">
                  <a16:creationId xmlns:a16="http://schemas.microsoft.com/office/drawing/2014/main" id="{B3E17086-336F-AD0C-B0A4-C9174905B0B3}"/>
                </a:ext>
              </a:extLst>
            </p:cNvPr>
            <p:cNvSpPr/>
            <p:nvPr/>
          </p:nvSpPr>
          <p:spPr>
            <a:xfrm>
              <a:off x="3457206" y="683408"/>
              <a:ext cx="185701" cy="441987"/>
            </a:xfrm>
            <a:custGeom>
              <a:avLst/>
              <a:gdLst>
                <a:gd name="connsiteX0" fmla="*/ 185640 w 185701"/>
                <a:gd name="connsiteY0" fmla="*/ 400096 h 441987"/>
                <a:gd name="connsiteX1" fmla="*/ 181885 w 185701"/>
                <a:gd name="connsiteY1" fmla="*/ 341680 h 441987"/>
                <a:gd name="connsiteX2" fmla="*/ 181885 w 185701"/>
                <a:gd name="connsiteY2" fmla="*/ 254131 h 441987"/>
                <a:gd name="connsiteX3" fmla="*/ 168442 w 185701"/>
                <a:gd name="connsiteY3" fmla="*/ 189409 h 441987"/>
                <a:gd name="connsiteX4" fmla="*/ 100853 w 185701"/>
                <a:gd name="connsiteY4" fmla="*/ -30 h 441987"/>
                <a:gd name="connsiteX5" fmla="*/ 64730 w 185701"/>
                <a:gd name="connsiteY5" fmla="*/ 4025 h 441987"/>
                <a:gd name="connsiteX6" fmla="*/ 63979 w 185701"/>
                <a:gd name="connsiteY6" fmla="*/ 6728 h 441987"/>
                <a:gd name="connsiteX7" fmla="*/ 46856 w 185701"/>
                <a:gd name="connsiteY7" fmla="*/ 195716 h 441987"/>
                <a:gd name="connsiteX8" fmla="*/ 23274 w 185701"/>
                <a:gd name="connsiteY8" fmla="*/ 305639 h 441987"/>
                <a:gd name="connsiteX9" fmla="*/ 16816 w 185701"/>
                <a:gd name="connsiteY9" fmla="*/ 344608 h 441987"/>
                <a:gd name="connsiteX10" fmla="*/ 5325 w 185701"/>
                <a:gd name="connsiteY10" fmla="*/ 388533 h 441987"/>
                <a:gd name="connsiteX11" fmla="*/ 3148 w 185701"/>
                <a:gd name="connsiteY11" fmla="*/ 395065 h 441987"/>
                <a:gd name="connsiteX12" fmla="*/ 7278 w 185701"/>
                <a:gd name="connsiteY12" fmla="*/ 419768 h 441987"/>
                <a:gd name="connsiteX13" fmla="*/ 12685 w 185701"/>
                <a:gd name="connsiteY13" fmla="*/ 420819 h 441987"/>
                <a:gd name="connsiteX14" fmla="*/ 13511 w 185701"/>
                <a:gd name="connsiteY14" fmla="*/ 421270 h 441987"/>
                <a:gd name="connsiteX15" fmla="*/ 105584 w 185701"/>
                <a:gd name="connsiteY15" fmla="*/ 440792 h 441987"/>
                <a:gd name="connsiteX16" fmla="*/ 110841 w 185701"/>
                <a:gd name="connsiteY16" fmla="*/ 439590 h 441987"/>
                <a:gd name="connsiteX17" fmla="*/ 137952 w 185701"/>
                <a:gd name="connsiteY17" fmla="*/ 440942 h 441987"/>
                <a:gd name="connsiteX18" fmla="*/ 174976 w 185701"/>
                <a:gd name="connsiteY18" fmla="*/ 437338 h 441987"/>
                <a:gd name="connsiteX19" fmla="*/ 182036 w 185701"/>
                <a:gd name="connsiteY19" fmla="*/ 415638 h 441987"/>
                <a:gd name="connsiteX20" fmla="*/ 185640 w 185701"/>
                <a:gd name="connsiteY20" fmla="*/ 400096 h 441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5701" h="441987">
                  <a:moveTo>
                    <a:pt x="185640" y="400096"/>
                  </a:moveTo>
                  <a:cubicBezTo>
                    <a:pt x="185640" y="380649"/>
                    <a:pt x="183237" y="361052"/>
                    <a:pt x="181885" y="341680"/>
                  </a:cubicBezTo>
                  <a:cubicBezTo>
                    <a:pt x="180534" y="322308"/>
                    <a:pt x="185115" y="273278"/>
                    <a:pt x="181885" y="254131"/>
                  </a:cubicBezTo>
                  <a:cubicBezTo>
                    <a:pt x="173399" y="208180"/>
                    <a:pt x="163486" y="211634"/>
                    <a:pt x="168442" y="189409"/>
                  </a:cubicBezTo>
                  <a:cubicBezTo>
                    <a:pt x="182561" y="126488"/>
                    <a:pt x="140656" y="41192"/>
                    <a:pt x="100853" y="-30"/>
                  </a:cubicBezTo>
                  <a:cubicBezTo>
                    <a:pt x="89064" y="3025"/>
                    <a:pt x="76902" y="4390"/>
                    <a:pt x="64730" y="4025"/>
                  </a:cubicBezTo>
                  <a:cubicBezTo>
                    <a:pt x="64425" y="4910"/>
                    <a:pt x="64175" y="5813"/>
                    <a:pt x="63979" y="6728"/>
                  </a:cubicBezTo>
                  <a:cubicBezTo>
                    <a:pt x="52714" y="65444"/>
                    <a:pt x="48358" y="173791"/>
                    <a:pt x="46856" y="195716"/>
                  </a:cubicBezTo>
                  <a:cubicBezTo>
                    <a:pt x="43927" y="238739"/>
                    <a:pt x="28982" y="265319"/>
                    <a:pt x="23274" y="305639"/>
                  </a:cubicBezTo>
                  <a:cubicBezTo>
                    <a:pt x="21472" y="318254"/>
                    <a:pt x="18919" y="331468"/>
                    <a:pt x="16816" y="344608"/>
                  </a:cubicBezTo>
                  <a:cubicBezTo>
                    <a:pt x="11539" y="358829"/>
                    <a:pt x="7690" y="373546"/>
                    <a:pt x="5325" y="388533"/>
                  </a:cubicBezTo>
                  <a:cubicBezTo>
                    <a:pt x="4309" y="390605"/>
                    <a:pt x="3577" y="392797"/>
                    <a:pt x="3148" y="395065"/>
                  </a:cubicBezTo>
                  <a:cubicBezTo>
                    <a:pt x="-2359" y="403069"/>
                    <a:pt x="-532" y="413994"/>
                    <a:pt x="7278" y="419768"/>
                  </a:cubicBezTo>
                  <a:cubicBezTo>
                    <a:pt x="8923" y="420684"/>
                    <a:pt x="10817" y="421052"/>
                    <a:pt x="12685" y="420819"/>
                  </a:cubicBezTo>
                  <a:cubicBezTo>
                    <a:pt x="12944" y="420999"/>
                    <a:pt x="13221" y="421149"/>
                    <a:pt x="13511" y="421270"/>
                  </a:cubicBezTo>
                  <a:cubicBezTo>
                    <a:pt x="42317" y="434695"/>
                    <a:pt x="73808" y="441370"/>
                    <a:pt x="105584" y="440792"/>
                  </a:cubicBezTo>
                  <a:cubicBezTo>
                    <a:pt x="107395" y="440709"/>
                    <a:pt x="109175" y="440303"/>
                    <a:pt x="110841" y="439590"/>
                  </a:cubicBezTo>
                  <a:cubicBezTo>
                    <a:pt x="119853" y="440266"/>
                    <a:pt x="128790" y="440716"/>
                    <a:pt x="137952" y="440942"/>
                  </a:cubicBezTo>
                  <a:cubicBezTo>
                    <a:pt x="149292" y="441317"/>
                    <a:pt x="164687" y="444471"/>
                    <a:pt x="174976" y="437338"/>
                  </a:cubicBezTo>
                  <a:cubicBezTo>
                    <a:pt x="180970" y="431841"/>
                    <a:pt x="183649" y="423612"/>
                    <a:pt x="182036" y="415638"/>
                  </a:cubicBezTo>
                  <a:cubicBezTo>
                    <a:pt x="184645" y="410885"/>
                    <a:pt x="185893" y="405509"/>
                    <a:pt x="185640" y="400096"/>
                  </a:cubicBezTo>
                  <a:close/>
                </a:path>
              </a:pathLst>
            </a:custGeom>
            <a:solidFill>
              <a:srgbClr val="6D849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8" name="Content Placeholder 4">
              <a:extLst>
                <a:ext uri="{FF2B5EF4-FFF2-40B4-BE49-F238E27FC236}">
                  <a16:creationId xmlns:a16="http://schemas.microsoft.com/office/drawing/2014/main" id="{9A2B23D9-90AD-2D4B-0DAA-900B91509B77}"/>
                </a:ext>
              </a:extLst>
            </p:cNvPr>
            <p:cNvSpPr/>
            <p:nvPr/>
          </p:nvSpPr>
          <p:spPr>
            <a:xfrm>
              <a:off x="3434610" y="688364"/>
              <a:ext cx="137765" cy="161889"/>
            </a:xfrm>
            <a:custGeom>
              <a:avLst/>
              <a:gdLst>
                <a:gd name="connsiteX0" fmla="*/ 123899 w 137765"/>
                <a:gd name="connsiteY0" fmla="*/ 86993 h 161889"/>
                <a:gd name="connsiteX1" fmla="*/ 41289 w 137765"/>
                <a:gd name="connsiteY1" fmla="*/ 119579 h 161889"/>
                <a:gd name="connsiteX2" fmla="*/ 90404 w 137765"/>
                <a:gd name="connsiteY2" fmla="*/ 63416 h 161889"/>
                <a:gd name="connsiteX3" fmla="*/ 94835 w 137765"/>
                <a:gd name="connsiteY3" fmla="*/ 8680 h 161889"/>
                <a:gd name="connsiteX4" fmla="*/ 81578 w 137765"/>
                <a:gd name="connsiteY4" fmla="*/ 236 h 161889"/>
                <a:gd name="connsiteX5" fmla="*/ 74784 w 137765"/>
                <a:gd name="connsiteY5" fmla="*/ 4850 h 161889"/>
                <a:gd name="connsiteX6" fmla="*/ 66072 w 137765"/>
                <a:gd name="connsiteY6" fmla="*/ 11683 h 161889"/>
                <a:gd name="connsiteX7" fmla="*/ 435 w 137765"/>
                <a:gd name="connsiteY7" fmla="*/ 144132 h 161889"/>
                <a:gd name="connsiteX8" fmla="*/ 10047 w 137765"/>
                <a:gd name="connsiteY8" fmla="*/ 161101 h 161889"/>
                <a:gd name="connsiteX9" fmla="*/ 131259 w 137765"/>
                <a:gd name="connsiteY9" fmla="*/ 100283 h 161889"/>
                <a:gd name="connsiteX10" fmla="*/ 123899 w 137765"/>
                <a:gd name="connsiteY10" fmla="*/ 86993 h 161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765" h="161889">
                  <a:moveTo>
                    <a:pt x="123899" y="86993"/>
                  </a:moveTo>
                  <a:cubicBezTo>
                    <a:pt x="106551" y="96679"/>
                    <a:pt x="61791" y="121757"/>
                    <a:pt x="41289" y="119579"/>
                  </a:cubicBezTo>
                  <a:cubicBezTo>
                    <a:pt x="58804" y="101889"/>
                    <a:pt x="75207" y="83132"/>
                    <a:pt x="90404" y="63416"/>
                  </a:cubicBezTo>
                  <a:cubicBezTo>
                    <a:pt x="101669" y="48399"/>
                    <a:pt x="97914" y="25423"/>
                    <a:pt x="94835" y="8680"/>
                  </a:cubicBezTo>
                  <a:cubicBezTo>
                    <a:pt x="93507" y="2688"/>
                    <a:pt x="87571" y="-1093"/>
                    <a:pt x="81578" y="236"/>
                  </a:cubicBezTo>
                  <a:cubicBezTo>
                    <a:pt x="78807" y="850"/>
                    <a:pt x="76376" y="2502"/>
                    <a:pt x="74784" y="4850"/>
                  </a:cubicBezTo>
                  <a:cubicBezTo>
                    <a:pt x="70818" y="5291"/>
                    <a:pt x="67444" y="7937"/>
                    <a:pt x="66072" y="11683"/>
                  </a:cubicBezTo>
                  <a:cubicBezTo>
                    <a:pt x="46546" y="56734"/>
                    <a:pt x="9296" y="95102"/>
                    <a:pt x="435" y="144132"/>
                  </a:cubicBezTo>
                  <a:cubicBezTo>
                    <a:pt x="-1495" y="151459"/>
                    <a:pt x="2769" y="158988"/>
                    <a:pt x="10047" y="161101"/>
                  </a:cubicBezTo>
                  <a:cubicBezTo>
                    <a:pt x="58262" y="168610"/>
                    <a:pt x="91606" y="118378"/>
                    <a:pt x="131259" y="100283"/>
                  </a:cubicBezTo>
                  <a:cubicBezTo>
                    <a:pt x="146879" y="92774"/>
                    <a:pt x="130132" y="83464"/>
                    <a:pt x="123899" y="86993"/>
                  </a:cubicBezTo>
                  <a:close/>
                </a:path>
              </a:pathLst>
            </a:custGeom>
            <a:solidFill>
              <a:srgbClr val="73879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9" name="Content Placeholder 4">
              <a:extLst>
                <a:ext uri="{FF2B5EF4-FFF2-40B4-BE49-F238E27FC236}">
                  <a16:creationId xmlns:a16="http://schemas.microsoft.com/office/drawing/2014/main" id="{2F40A0C4-47B4-D984-B218-3385BA6E80EC}"/>
                </a:ext>
              </a:extLst>
            </p:cNvPr>
            <p:cNvSpPr/>
            <p:nvPr/>
          </p:nvSpPr>
          <p:spPr>
            <a:xfrm>
              <a:off x="3554975" y="738597"/>
              <a:ext cx="21921" cy="38407"/>
            </a:xfrm>
            <a:custGeom>
              <a:avLst/>
              <a:gdLst>
                <a:gd name="connsiteX0" fmla="*/ 19456 w 21921"/>
                <a:gd name="connsiteY0" fmla="*/ 9128 h 38407"/>
                <a:gd name="connsiteX1" fmla="*/ 12847 w 21921"/>
                <a:gd name="connsiteY1" fmla="*/ 268 h 38407"/>
                <a:gd name="connsiteX2" fmla="*/ 7925 w 21921"/>
                <a:gd name="connsiteY2" fmla="*/ 2261 h 38407"/>
                <a:gd name="connsiteX3" fmla="*/ 7665 w 21921"/>
                <a:gd name="connsiteY3" fmla="*/ 3197 h 38407"/>
                <a:gd name="connsiteX4" fmla="*/ 6839 w 21921"/>
                <a:gd name="connsiteY4" fmla="*/ 20241 h 38407"/>
                <a:gd name="connsiteX5" fmla="*/ 5262 w 21921"/>
                <a:gd name="connsiteY5" fmla="*/ 19340 h 38407"/>
                <a:gd name="connsiteX6" fmla="*/ 155 w 21921"/>
                <a:gd name="connsiteY6" fmla="*/ 24220 h 38407"/>
                <a:gd name="connsiteX7" fmla="*/ 7665 w 21921"/>
                <a:gd name="connsiteY7" fmla="*/ 35708 h 38407"/>
                <a:gd name="connsiteX8" fmla="*/ 12235 w 21921"/>
                <a:gd name="connsiteY8" fmla="*/ 37107 h 38407"/>
                <a:gd name="connsiteX9" fmla="*/ 12321 w 21921"/>
                <a:gd name="connsiteY9" fmla="*/ 37060 h 38407"/>
                <a:gd name="connsiteX10" fmla="*/ 17725 w 21921"/>
                <a:gd name="connsiteY10" fmla="*/ 37439 h 38407"/>
                <a:gd name="connsiteX11" fmla="*/ 18104 w 21921"/>
                <a:gd name="connsiteY11" fmla="*/ 37060 h 38407"/>
                <a:gd name="connsiteX12" fmla="*/ 18930 w 21921"/>
                <a:gd name="connsiteY12" fmla="*/ 33981 h 38407"/>
                <a:gd name="connsiteX13" fmla="*/ 19456 w 21921"/>
                <a:gd name="connsiteY13" fmla="*/ 9128 h 38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921" h="38407">
                  <a:moveTo>
                    <a:pt x="19456" y="9128"/>
                  </a:moveTo>
                  <a:cubicBezTo>
                    <a:pt x="18835" y="5272"/>
                    <a:pt x="16367" y="1963"/>
                    <a:pt x="12847" y="268"/>
                  </a:cubicBezTo>
                  <a:cubicBezTo>
                    <a:pt x="10937" y="-540"/>
                    <a:pt x="8734" y="353"/>
                    <a:pt x="7925" y="2261"/>
                  </a:cubicBezTo>
                  <a:cubicBezTo>
                    <a:pt x="7798" y="2561"/>
                    <a:pt x="7711" y="2875"/>
                    <a:pt x="7665" y="3197"/>
                  </a:cubicBezTo>
                  <a:cubicBezTo>
                    <a:pt x="7665" y="8903"/>
                    <a:pt x="7064" y="14534"/>
                    <a:pt x="6839" y="20241"/>
                  </a:cubicBezTo>
                  <a:lnTo>
                    <a:pt x="5262" y="19340"/>
                  </a:lnTo>
                  <a:cubicBezTo>
                    <a:pt x="2258" y="17538"/>
                    <a:pt x="-821" y="21442"/>
                    <a:pt x="155" y="24220"/>
                  </a:cubicBezTo>
                  <a:cubicBezTo>
                    <a:pt x="1999" y="28442"/>
                    <a:pt x="4537" y="32326"/>
                    <a:pt x="7665" y="35708"/>
                  </a:cubicBezTo>
                  <a:cubicBezTo>
                    <a:pt x="8541" y="37356"/>
                    <a:pt x="10586" y="37983"/>
                    <a:pt x="12235" y="37107"/>
                  </a:cubicBezTo>
                  <a:cubicBezTo>
                    <a:pt x="12264" y="37092"/>
                    <a:pt x="12293" y="37076"/>
                    <a:pt x="12321" y="37060"/>
                  </a:cubicBezTo>
                  <a:cubicBezTo>
                    <a:pt x="13708" y="38656"/>
                    <a:pt x="16128" y="38826"/>
                    <a:pt x="17725" y="37439"/>
                  </a:cubicBezTo>
                  <a:cubicBezTo>
                    <a:pt x="17860" y="37322"/>
                    <a:pt x="17987" y="37195"/>
                    <a:pt x="18104" y="37060"/>
                  </a:cubicBezTo>
                  <a:cubicBezTo>
                    <a:pt x="18853" y="36223"/>
                    <a:pt x="19161" y="35081"/>
                    <a:pt x="18930" y="33981"/>
                  </a:cubicBezTo>
                  <a:cubicBezTo>
                    <a:pt x="22687" y="26162"/>
                    <a:pt x="22879" y="17100"/>
                    <a:pt x="19456" y="9128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0" name="Content Placeholder 4">
              <a:extLst>
                <a:ext uri="{FF2B5EF4-FFF2-40B4-BE49-F238E27FC236}">
                  <a16:creationId xmlns:a16="http://schemas.microsoft.com/office/drawing/2014/main" id="{CED39D7D-8A41-23CE-CC91-1F627CA21587}"/>
                </a:ext>
              </a:extLst>
            </p:cNvPr>
            <p:cNvSpPr/>
            <p:nvPr/>
          </p:nvSpPr>
          <p:spPr>
            <a:xfrm>
              <a:off x="3601472" y="497797"/>
              <a:ext cx="20418" cy="9183"/>
            </a:xfrm>
            <a:custGeom>
              <a:avLst/>
              <a:gdLst>
                <a:gd name="connsiteX0" fmla="*/ 16591 w 20418"/>
                <a:gd name="connsiteY0" fmla="*/ 198 h 9183"/>
                <a:gd name="connsiteX1" fmla="*/ 1196 w 20418"/>
                <a:gd name="connsiteY1" fmla="*/ 5754 h 9183"/>
                <a:gd name="connsiteX2" fmla="*/ 2172 w 20418"/>
                <a:gd name="connsiteY2" fmla="*/ 9133 h 9183"/>
                <a:gd name="connsiteX3" fmla="*/ 18243 w 20418"/>
                <a:gd name="connsiteY3" fmla="*/ 6055 h 9183"/>
                <a:gd name="connsiteX4" fmla="*/ 16591 w 20418"/>
                <a:gd name="connsiteY4" fmla="*/ 198 h 9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418" h="9183">
                  <a:moveTo>
                    <a:pt x="16591" y="198"/>
                  </a:moveTo>
                  <a:cubicBezTo>
                    <a:pt x="11577" y="2362"/>
                    <a:pt x="6436" y="4217"/>
                    <a:pt x="1196" y="5754"/>
                  </a:cubicBezTo>
                  <a:cubicBezTo>
                    <a:pt x="-982" y="6355"/>
                    <a:pt x="-6" y="9433"/>
                    <a:pt x="2172" y="9133"/>
                  </a:cubicBezTo>
                  <a:cubicBezTo>
                    <a:pt x="7504" y="8157"/>
                    <a:pt x="12986" y="7331"/>
                    <a:pt x="18243" y="6055"/>
                  </a:cubicBezTo>
                  <a:cubicBezTo>
                    <a:pt x="22148" y="5078"/>
                    <a:pt x="20196" y="-1304"/>
                    <a:pt x="16591" y="198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1" name="Content Placeholder 4">
              <a:extLst>
                <a:ext uri="{FF2B5EF4-FFF2-40B4-BE49-F238E27FC236}">
                  <a16:creationId xmlns:a16="http://schemas.microsoft.com/office/drawing/2014/main" id="{17726675-5A91-FCB9-C00F-A2B35B870424}"/>
                </a:ext>
              </a:extLst>
            </p:cNvPr>
            <p:cNvSpPr/>
            <p:nvPr/>
          </p:nvSpPr>
          <p:spPr>
            <a:xfrm>
              <a:off x="3572507" y="470955"/>
              <a:ext cx="8051" cy="17919"/>
            </a:xfrm>
            <a:custGeom>
              <a:avLst/>
              <a:gdLst>
                <a:gd name="connsiteX0" fmla="*/ 5228 w 8051"/>
                <a:gd name="connsiteY0" fmla="*/ 1285 h 17919"/>
                <a:gd name="connsiteX1" fmla="*/ 1286 w 8051"/>
                <a:gd name="connsiteY1" fmla="*/ 421 h 17919"/>
                <a:gd name="connsiteX2" fmla="*/ -29 w 8051"/>
                <a:gd name="connsiteY2" fmla="*/ 2787 h 17919"/>
                <a:gd name="connsiteX3" fmla="*/ 1923 w 8051"/>
                <a:gd name="connsiteY3" fmla="*/ 9620 h 17919"/>
                <a:gd name="connsiteX4" fmla="*/ 5002 w 8051"/>
                <a:gd name="connsiteY4" fmla="*/ 17128 h 17919"/>
                <a:gd name="connsiteX5" fmla="*/ 8006 w 8051"/>
                <a:gd name="connsiteY5" fmla="*/ 16678 h 17919"/>
                <a:gd name="connsiteX6" fmla="*/ 7180 w 8051"/>
                <a:gd name="connsiteY6" fmla="*/ 9169 h 17919"/>
                <a:gd name="connsiteX7" fmla="*/ 5228 w 8051"/>
                <a:gd name="connsiteY7" fmla="*/ 1285 h 17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51" h="17919">
                  <a:moveTo>
                    <a:pt x="5228" y="1285"/>
                  </a:moveTo>
                  <a:cubicBezTo>
                    <a:pt x="4378" y="-41"/>
                    <a:pt x="2613" y="-429"/>
                    <a:pt x="1286" y="421"/>
                  </a:cubicBezTo>
                  <a:cubicBezTo>
                    <a:pt x="477" y="938"/>
                    <a:pt x="-17" y="1827"/>
                    <a:pt x="-29" y="2787"/>
                  </a:cubicBezTo>
                  <a:cubicBezTo>
                    <a:pt x="331" y="5138"/>
                    <a:pt x="988" y="7433"/>
                    <a:pt x="1923" y="9620"/>
                  </a:cubicBezTo>
                  <a:cubicBezTo>
                    <a:pt x="2555" y="12266"/>
                    <a:pt x="3594" y="14800"/>
                    <a:pt x="5002" y="17128"/>
                  </a:cubicBezTo>
                  <a:cubicBezTo>
                    <a:pt x="5753" y="18104"/>
                    <a:pt x="7781" y="18329"/>
                    <a:pt x="8006" y="16678"/>
                  </a:cubicBezTo>
                  <a:cubicBezTo>
                    <a:pt x="8094" y="14148"/>
                    <a:pt x="7816" y="11619"/>
                    <a:pt x="7180" y="9169"/>
                  </a:cubicBezTo>
                  <a:cubicBezTo>
                    <a:pt x="6847" y="6473"/>
                    <a:pt x="6191" y="3826"/>
                    <a:pt x="5228" y="1285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2" name="Content Placeholder 4">
              <a:extLst>
                <a:ext uri="{FF2B5EF4-FFF2-40B4-BE49-F238E27FC236}">
                  <a16:creationId xmlns:a16="http://schemas.microsoft.com/office/drawing/2014/main" id="{3CA0579A-383B-2F0E-E70A-A8B86E032D21}"/>
                </a:ext>
              </a:extLst>
            </p:cNvPr>
            <p:cNvSpPr/>
            <p:nvPr/>
          </p:nvSpPr>
          <p:spPr>
            <a:xfrm>
              <a:off x="3592183" y="473818"/>
              <a:ext cx="12108" cy="17670"/>
            </a:xfrm>
            <a:custGeom>
              <a:avLst/>
              <a:gdLst>
                <a:gd name="connsiteX0" fmla="*/ 7255 w 12108"/>
                <a:gd name="connsiteY0" fmla="*/ 975 h 17670"/>
                <a:gd name="connsiteX1" fmla="*/ 2749 w 12108"/>
                <a:gd name="connsiteY1" fmla="*/ 8484 h 17670"/>
                <a:gd name="connsiteX2" fmla="*/ -29 w 12108"/>
                <a:gd name="connsiteY2" fmla="*/ 15992 h 17670"/>
                <a:gd name="connsiteX3" fmla="*/ 1627 w 12108"/>
                <a:gd name="connsiteY3" fmla="*/ 17640 h 17670"/>
                <a:gd name="connsiteX4" fmla="*/ 2449 w 12108"/>
                <a:gd name="connsiteY4" fmla="*/ 17419 h 17670"/>
                <a:gd name="connsiteX5" fmla="*/ 6955 w 12108"/>
                <a:gd name="connsiteY5" fmla="*/ 12238 h 17670"/>
                <a:gd name="connsiteX6" fmla="*/ 11837 w 12108"/>
                <a:gd name="connsiteY6" fmla="*/ 4354 h 17670"/>
                <a:gd name="connsiteX7" fmla="*/ 7255 w 12108"/>
                <a:gd name="connsiteY7" fmla="*/ 975 h 1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08" h="17670">
                  <a:moveTo>
                    <a:pt x="7255" y="975"/>
                  </a:moveTo>
                  <a:cubicBezTo>
                    <a:pt x="5506" y="3321"/>
                    <a:pt x="3996" y="5836"/>
                    <a:pt x="2749" y="8484"/>
                  </a:cubicBezTo>
                  <a:cubicBezTo>
                    <a:pt x="1349" y="10784"/>
                    <a:pt x="406" y="13334"/>
                    <a:pt x="-29" y="15992"/>
                  </a:cubicBezTo>
                  <a:cubicBezTo>
                    <a:pt x="-27" y="16905"/>
                    <a:pt x="714" y="17643"/>
                    <a:pt x="1627" y="17640"/>
                  </a:cubicBezTo>
                  <a:cubicBezTo>
                    <a:pt x="1916" y="17640"/>
                    <a:pt x="2199" y="17563"/>
                    <a:pt x="2449" y="17419"/>
                  </a:cubicBezTo>
                  <a:cubicBezTo>
                    <a:pt x="4275" y="16002"/>
                    <a:pt x="5805" y="14242"/>
                    <a:pt x="6955" y="12238"/>
                  </a:cubicBezTo>
                  <a:cubicBezTo>
                    <a:pt x="8849" y="9785"/>
                    <a:pt x="10485" y="7143"/>
                    <a:pt x="11837" y="4354"/>
                  </a:cubicBezTo>
                  <a:cubicBezTo>
                    <a:pt x="13038" y="1576"/>
                    <a:pt x="9508" y="-1728"/>
                    <a:pt x="7255" y="975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3" name="Content Placeholder 4">
              <a:extLst>
                <a:ext uri="{FF2B5EF4-FFF2-40B4-BE49-F238E27FC236}">
                  <a16:creationId xmlns:a16="http://schemas.microsoft.com/office/drawing/2014/main" id="{91751C54-5D0E-F60D-C87C-7EEE60280851}"/>
                </a:ext>
              </a:extLst>
            </p:cNvPr>
            <p:cNvSpPr/>
            <p:nvPr/>
          </p:nvSpPr>
          <p:spPr>
            <a:xfrm>
              <a:off x="3861493" y="1280981"/>
              <a:ext cx="62489" cy="22246"/>
            </a:xfrm>
            <a:custGeom>
              <a:avLst/>
              <a:gdLst>
                <a:gd name="connsiteX0" fmla="*/ 44 w 62489"/>
                <a:gd name="connsiteY0" fmla="*/ 15537 h 22246"/>
                <a:gd name="connsiteX1" fmla="*/ 795 w 62489"/>
                <a:gd name="connsiteY1" fmla="*/ 12684 h 22246"/>
                <a:gd name="connsiteX2" fmla="*/ 9281 w 62489"/>
                <a:gd name="connsiteY2" fmla="*/ 11107 h 22246"/>
                <a:gd name="connsiteX3" fmla="*/ 18669 w 62489"/>
                <a:gd name="connsiteY3" fmla="*/ 9756 h 22246"/>
                <a:gd name="connsiteX4" fmla="*/ 37369 w 62489"/>
                <a:gd name="connsiteY4" fmla="*/ 6452 h 22246"/>
                <a:gd name="connsiteX5" fmla="*/ 38796 w 62489"/>
                <a:gd name="connsiteY5" fmla="*/ 370 h 22246"/>
                <a:gd name="connsiteX6" fmla="*/ 57496 w 62489"/>
                <a:gd name="connsiteY6" fmla="*/ 370 h 22246"/>
                <a:gd name="connsiteX7" fmla="*/ 61251 w 62489"/>
                <a:gd name="connsiteY7" fmla="*/ 9305 h 22246"/>
                <a:gd name="connsiteX8" fmla="*/ 62452 w 62489"/>
                <a:gd name="connsiteY8" fmla="*/ 13360 h 22246"/>
                <a:gd name="connsiteX9" fmla="*/ 58697 w 62489"/>
                <a:gd name="connsiteY9" fmla="*/ 18991 h 22246"/>
                <a:gd name="connsiteX10" fmla="*/ 57496 w 62489"/>
                <a:gd name="connsiteY10" fmla="*/ 20493 h 22246"/>
                <a:gd name="connsiteX11" fmla="*/ 55243 w 62489"/>
                <a:gd name="connsiteY11" fmla="*/ 21394 h 22246"/>
                <a:gd name="connsiteX12" fmla="*/ 45855 w 62489"/>
                <a:gd name="connsiteY12" fmla="*/ 22070 h 22246"/>
                <a:gd name="connsiteX13" fmla="*/ 43227 w 62489"/>
                <a:gd name="connsiteY13" fmla="*/ 17940 h 22246"/>
                <a:gd name="connsiteX14" fmla="*/ 3048 w 62489"/>
                <a:gd name="connsiteY14" fmla="*/ 20568 h 22246"/>
                <a:gd name="connsiteX15" fmla="*/ 194 w 62489"/>
                <a:gd name="connsiteY15" fmla="*/ 18015 h 22246"/>
                <a:gd name="connsiteX16" fmla="*/ 44 w 62489"/>
                <a:gd name="connsiteY16" fmla="*/ 15537 h 22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2489" h="22246">
                  <a:moveTo>
                    <a:pt x="44" y="15537"/>
                  </a:moveTo>
                  <a:cubicBezTo>
                    <a:pt x="59" y="14539"/>
                    <a:pt x="322" y="13562"/>
                    <a:pt x="795" y="12684"/>
                  </a:cubicBezTo>
                  <a:cubicBezTo>
                    <a:pt x="2147" y="10206"/>
                    <a:pt x="6803" y="11332"/>
                    <a:pt x="9281" y="11107"/>
                  </a:cubicBezTo>
                  <a:cubicBezTo>
                    <a:pt x="12436" y="10844"/>
                    <a:pt x="15567" y="10394"/>
                    <a:pt x="18669" y="9756"/>
                  </a:cubicBezTo>
                  <a:cubicBezTo>
                    <a:pt x="24767" y="8006"/>
                    <a:pt x="31038" y="6903"/>
                    <a:pt x="37369" y="6452"/>
                  </a:cubicBezTo>
                  <a:cubicBezTo>
                    <a:pt x="36543" y="4650"/>
                    <a:pt x="38270" y="2698"/>
                    <a:pt x="38796" y="370"/>
                  </a:cubicBezTo>
                  <a:cubicBezTo>
                    <a:pt x="45014" y="-163"/>
                    <a:pt x="51277" y="-163"/>
                    <a:pt x="57496" y="370"/>
                  </a:cubicBezTo>
                  <a:cubicBezTo>
                    <a:pt x="57999" y="3614"/>
                    <a:pt x="59290" y="6677"/>
                    <a:pt x="61251" y="9305"/>
                  </a:cubicBezTo>
                  <a:cubicBezTo>
                    <a:pt x="62107" y="10477"/>
                    <a:pt x="62527" y="11911"/>
                    <a:pt x="62452" y="13360"/>
                  </a:cubicBezTo>
                  <a:cubicBezTo>
                    <a:pt x="61513" y="15425"/>
                    <a:pt x="60244" y="17332"/>
                    <a:pt x="58697" y="18991"/>
                  </a:cubicBezTo>
                  <a:cubicBezTo>
                    <a:pt x="58389" y="19554"/>
                    <a:pt x="57984" y="20065"/>
                    <a:pt x="57496" y="20493"/>
                  </a:cubicBezTo>
                  <a:cubicBezTo>
                    <a:pt x="56827" y="20966"/>
                    <a:pt x="56054" y="21274"/>
                    <a:pt x="55243" y="21394"/>
                  </a:cubicBezTo>
                  <a:cubicBezTo>
                    <a:pt x="52171" y="22137"/>
                    <a:pt x="49002" y="22370"/>
                    <a:pt x="45855" y="22070"/>
                  </a:cubicBezTo>
                  <a:cubicBezTo>
                    <a:pt x="44128" y="22070"/>
                    <a:pt x="40598" y="20117"/>
                    <a:pt x="43227" y="17940"/>
                  </a:cubicBezTo>
                  <a:cubicBezTo>
                    <a:pt x="29634" y="17940"/>
                    <a:pt x="16341" y="25448"/>
                    <a:pt x="3048" y="20568"/>
                  </a:cubicBezTo>
                  <a:cubicBezTo>
                    <a:pt x="1771" y="20177"/>
                    <a:pt x="727" y="19239"/>
                    <a:pt x="194" y="18015"/>
                  </a:cubicBezTo>
                  <a:cubicBezTo>
                    <a:pt x="-39" y="17212"/>
                    <a:pt x="-91" y="16363"/>
                    <a:pt x="44" y="15537"/>
                  </a:cubicBezTo>
                  <a:close/>
                </a:path>
              </a:pathLst>
            </a:custGeom>
            <a:solidFill>
              <a:srgbClr val="662E2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4" name="Content Placeholder 4">
              <a:extLst>
                <a:ext uri="{FF2B5EF4-FFF2-40B4-BE49-F238E27FC236}">
                  <a16:creationId xmlns:a16="http://schemas.microsoft.com/office/drawing/2014/main" id="{B9DD5877-BEBC-F3CB-9419-BF2759D99C3C}"/>
                </a:ext>
              </a:extLst>
            </p:cNvPr>
            <p:cNvSpPr/>
            <p:nvPr/>
          </p:nvSpPr>
          <p:spPr>
            <a:xfrm>
              <a:off x="3844956" y="986292"/>
              <a:ext cx="99296" cy="299143"/>
            </a:xfrm>
            <a:custGeom>
              <a:avLst/>
              <a:gdLst>
                <a:gd name="connsiteX0" fmla="*/ -16 w 99296"/>
                <a:gd name="connsiteY0" fmla="*/ 1178 h 299143"/>
                <a:gd name="connsiteX1" fmla="*/ 20036 w 99296"/>
                <a:gd name="connsiteY1" fmla="*/ 2079 h 299143"/>
                <a:gd name="connsiteX2" fmla="*/ 65997 w 99296"/>
                <a:gd name="connsiteY2" fmla="*/ 3281 h 299143"/>
                <a:gd name="connsiteX3" fmla="*/ 75910 w 99296"/>
                <a:gd name="connsiteY3" fmla="*/ 5758 h 299143"/>
                <a:gd name="connsiteX4" fmla="*/ 99267 w 99296"/>
                <a:gd name="connsiteY4" fmla="*/ 19349 h 299143"/>
                <a:gd name="connsiteX5" fmla="*/ 73207 w 99296"/>
                <a:gd name="connsiteY5" fmla="*/ 299114 h 299143"/>
                <a:gd name="connsiteX6" fmla="*/ 54357 w 99296"/>
                <a:gd name="connsiteY6" fmla="*/ 299114 h 299143"/>
                <a:gd name="connsiteX7" fmla="*/ 31827 w 99296"/>
                <a:gd name="connsiteY7" fmla="*/ 210739 h 299143"/>
                <a:gd name="connsiteX8" fmla="*/ -16 w 99296"/>
                <a:gd name="connsiteY8" fmla="*/ 1178 h 299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296" h="299143">
                  <a:moveTo>
                    <a:pt x="-16" y="1178"/>
                  </a:moveTo>
                  <a:cubicBezTo>
                    <a:pt x="-16" y="-999"/>
                    <a:pt x="19135" y="52"/>
                    <a:pt x="20036" y="2079"/>
                  </a:cubicBezTo>
                  <a:lnTo>
                    <a:pt x="65997" y="3281"/>
                  </a:lnTo>
                  <a:cubicBezTo>
                    <a:pt x="69482" y="3003"/>
                    <a:pt x="72967" y="3874"/>
                    <a:pt x="75910" y="5758"/>
                  </a:cubicBezTo>
                  <a:cubicBezTo>
                    <a:pt x="79515" y="8762"/>
                    <a:pt x="99342" y="14618"/>
                    <a:pt x="99267" y="19349"/>
                  </a:cubicBezTo>
                  <a:cubicBezTo>
                    <a:pt x="97089" y="112754"/>
                    <a:pt x="75310" y="205709"/>
                    <a:pt x="73207" y="299114"/>
                  </a:cubicBezTo>
                  <a:lnTo>
                    <a:pt x="54357" y="299114"/>
                  </a:lnTo>
                  <a:cubicBezTo>
                    <a:pt x="54357" y="269080"/>
                    <a:pt x="37685" y="240097"/>
                    <a:pt x="31827" y="210739"/>
                  </a:cubicBezTo>
                  <a:cubicBezTo>
                    <a:pt x="18684" y="142788"/>
                    <a:pt x="-616" y="70481"/>
                    <a:pt x="-16" y="117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5" name="Content Placeholder 4">
              <a:extLst>
                <a:ext uri="{FF2B5EF4-FFF2-40B4-BE49-F238E27FC236}">
                  <a16:creationId xmlns:a16="http://schemas.microsoft.com/office/drawing/2014/main" id="{3E9291A4-2FD3-2677-5DEF-AECB41B4CA2D}"/>
                </a:ext>
              </a:extLst>
            </p:cNvPr>
            <p:cNvSpPr/>
            <p:nvPr/>
          </p:nvSpPr>
          <p:spPr>
            <a:xfrm>
              <a:off x="3941992" y="974008"/>
              <a:ext cx="146676" cy="302792"/>
            </a:xfrm>
            <a:custGeom>
              <a:avLst/>
              <a:gdLst>
                <a:gd name="connsiteX0" fmla="*/ 24159 w 146676"/>
                <a:gd name="connsiteY0" fmla="*/ 3476 h 302792"/>
                <a:gd name="connsiteX1" fmla="*/ 30693 w 146676"/>
                <a:gd name="connsiteY1" fmla="*/ 848 h 302792"/>
                <a:gd name="connsiteX2" fmla="*/ 60733 w 146676"/>
                <a:gd name="connsiteY2" fmla="*/ 8357 h 302792"/>
                <a:gd name="connsiteX3" fmla="*/ 63812 w 146676"/>
                <a:gd name="connsiteY3" fmla="*/ 19319 h 302792"/>
                <a:gd name="connsiteX4" fmla="*/ 81836 w 146676"/>
                <a:gd name="connsiteY4" fmla="*/ 155072 h 302792"/>
                <a:gd name="connsiteX5" fmla="*/ 88896 w 146676"/>
                <a:gd name="connsiteY5" fmla="*/ 189611 h 302792"/>
                <a:gd name="connsiteX6" fmla="*/ 101587 w 146676"/>
                <a:gd name="connsiteY6" fmla="*/ 215290 h 302792"/>
                <a:gd name="connsiteX7" fmla="*/ 146647 w 146676"/>
                <a:gd name="connsiteY7" fmla="*/ 294354 h 302792"/>
                <a:gd name="connsiteX8" fmla="*/ 123066 w 146676"/>
                <a:gd name="connsiteY8" fmla="*/ 302763 h 302792"/>
                <a:gd name="connsiteX9" fmla="*/ 55476 w 146676"/>
                <a:gd name="connsiteY9" fmla="*/ 239242 h 302792"/>
                <a:gd name="connsiteX10" fmla="*/ 15223 w 146676"/>
                <a:gd name="connsiteY10" fmla="*/ 166860 h 302792"/>
                <a:gd name="connsiteX11" fmla="*/ 6736 w 146676"/>
                <a:gd name="connsiteY11" fmla="*/ 52206 h 302792"/>
                <a:gd name="connsiteX12" fmla="*/ -23 w 146676"/>
                <a:gd name="connsiteY12" fmla="*/ 4227 h 302792"/>
                <a:gd name="connsiteX13" fmla="*/ 24159 w 146676"/>
                <a:gd name="connsiteY13" fmla="*/ 3476 h 302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6676" h="302792">
                  <a:moveTo>
                    <a:pt x="24159" y="3476"/>
                  </a:moveTo>
                  <a:cubicBezTo>
                    <a:pt x="25977" y="1877"/>
                    <a:pt x="28282" y="953"/>
                    <a:pt x="30693" y="848"/>
                  </a:cubicBezTo>
                  <a:cubicBezTo>
                    <a:pt x="41583" y="-729"/>
                    <a:pt x="55176" y="-1179"/>
                    <a:pt x="60733" y="8357"/>
                  </a:cubicBezTo>
                  <a:cubicBezTo>
                    <a:pt x="62761" y="11585"/>
                    <a:pt x="60733" y="21121"/>
                    <a:pt x="63812" y="19319"/>
                  </a:cubicBezTo>
                  <a:cubicBezTo>
                    <a:pt x="162268" y="-33240"/>
                    <a:pt x="75828" y="109420"/>
                    <a:pt x="81836" y="155072"/>
                  </a:cubicBezTo>
                  <a:cubicBezTo>
                    <a:pt x="82940" y="166807"/>
                    <a:pt x="85306" y="178386"/>
                    <a:pt x="88896" y="189611"/>
                  </a:cubicBezTo>
                  <a:cubicBezTo>
                    <a:pt x="92380" y="198516"/>
                    <a:pt x="96623" y="207113"/>
                    <a:pt x="101587" y="215290"/>
                  </a:cubicBezTo>
                  <a:lnTo>
                    <a:pt x="146647" y="294354"/>
                  </a:lnTo>
                  <a:cubicBezTo>
                    <a:pt x="139949" y="299707"/>
                    <a:pt x="131642" y="302665"/>
                    <a:pt x="123066" y="302763"/>
                  </a:cubicBezTo>
                  <a:cubicBezTo>
                    <a:pt x="115181" y="288197"/>
                    <a:pt x="104141" y="285043"/>
                    <a:pt x="55476" y="239242"/>
                  </a:cubicBezTo>
                  <a:cubicBezTo>
                    <a:pt x="39104" y="224225"/>
                    <a:pt x="21906" y="188184"/>
                    <a:pt x="15223" y="166860"/>
                  </a:cubicBezTo>
                  <a:cubicBezTo>
                    <a:pt x="11392" y="154771"/>
                    <a:pt x="7713" y="64820"/>
                    <a:pt x="6736" y="52206"/>
                  </a:cubicBezTo>
                  <a:cubicBezTo>
                    <a:pt x="3807" y="16391"/>
                    <a:pt x="2906" y="40117"/>
                    <a:pt x="-23" y="4227"/>
                  </a:cubicBezTo>
                  <a:cubicBezTo>
                    <a:pt x="-473" y="1449"/>
                    <a:pt x="22507" y="5578"/>
                    <a:pt x="24159" y="3476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6" name="Content Placeholder 4">
              <a:extLst>
                <a:ext uri="{FF2B5EF4-FFF2-40B4-BE49-F238E27FC236}">
                  <a16:creationId xmlns:a16="http://schemas.microsoft.com/office/drawing/2014/main" id="{F53003F8-07B3-C771-5225-038A86D3CD89}"/>
                </a:ext>
              </a:extLst>
            </p:cNvPr>
            <p:cNvSpPr/>
            <p:nvPr/>
          </p:nvSpPr>
          <p:spPr>
            <a:xfrm>
              <a:off x="4123832" y="441325"/>
              <a:ext cx="20805" cy="51000"/>
            </a:xfrm>
            <a:custGeom>
              <a:avLst/>
              <a:gdLst>
                <a:gd name="connsiteX0" fmla="*/ 3109 w 20805"/>
                <a:gd name="connsiteY0" fmla="*/ 31066 h 51000"/>
                <a:gd name="connsiteX1" fmla="*/ 255 w 20805"/>
                <a:gd name="connsiteY1" fmla="*/ 11994 h 51000"/>
                <a:gd name="connsiteX2" fmla="*/ 2883 w 20805"/>
                <a:gd name="connsiteY2" fmla="*/ 12445 h 51000"/>
                <a:gd name="connsiteX3" fmla="*/ 4535 w 20805"/>
                <a:gd name="connsiteY3" fmla="*/ 16124 h 51000"/>
                <a:gd name="connsiteX4" fmla="*/ 6037 w 20805"/>
                <a:gd name="connsiteY4" fmla="*/ 6288 h 51000"/>
                <a:gd name="connsiteX5" fmla="*/ 12646 w 20805"/>
                <a:gd name="connsiteY5" fmla="*/ -19 h 51000"/>
                <a:gd name="connsiteX6" fmla="*/ 18579 w 20805"/>
                <a:gd name="connsiteY6" fmla="*/ 6813 h 51000"/>
                <a:gd name="connsiteX7" fmla="*/ 18579 w 20805"/>
                <a:gd name="connsiteY7" fmla="*/ 50888 h 51000"/>
                <a:gd name="connsiteX8" fmla="*/ 2883 w 20805"/>
                <a:gd name="connsiteY8" fmla="*/ 49311 h 51000"/>
                <a:gd name="connsiteX9" fmla="*/ 3109 w 20805"/>
                <a:gd name="connsiteY9" fmla="*/ 31066 h 5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805" h="51000">
                  <a:moveTo>
                    <a:pt x="3109" y="31066"/>
                  </a:moveTo>
                  <a:cubicBezTo>
                    <a:pt x="412" y="25093"/>
                    <a:pt x="-571" y="18493"/>
                    <a:pt x="255" y="11994"/>
                  </a:cubicBezTo>
                  <a:lnTo>
                    <a:pt x="2883" y="12445"/>
                  </a:lnTo>
                  <a:cubicBezTo>
                    <a:pt x="3409" y="13646"/>
                    <a:pt x="3935" y="14923"/>
                    <a:pt x="4535" y="16124"/>
                  </a:cubicBezTo>
                  <a:cubicBezTo>
                    <a:pt x="4543" y="12789"/>
                    <a:pt x="5054" y="9474"/>
                    <a:pt x="6037" y="6288"/>
                  </a:cubicBezTo>
                  <a:cubicBezTo>
                    <a:pt x="7089" y="3209"/>
                    <a:pt x="9342" y="-245"/>
                    <a:pt x="12646" y="-19"/>
                  </a:cubicBezTo>
                  <a:cubicBezTo>
                    <a:pt x="15951" y="206"/>
                    <a:pt x="17753" y="3735"/>
                    <a:pt x="18579" y="6813"/>
                  </a:cubicBezTo>
                  <a:cubicBezTo>
                    <a:pt x="21508" y="21359"/>
                    <a:pt x="21508" y="36343"/>
                    <a:pt x="18579" y="50888"/>
                  </a:cubicBezTo>
                  <a:cubicBezTo>
                    <a:pt x="13300" y="51191"/>
                    <a:pt x="7998" y="50659"/>
                    <a:pt x="2883" y="49311"/>
                  </a:cubicBezTo>
                  <a:cubicBezTo>
                    <a:pt x="4460" y="43341"/>
                    <a:pt x="4535" y="37073"/>
                    <a:pt x="3109" y="31066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7" name="Content Placeholder 4">
              <a:extLst>
                <a:ext uri="{FF2B5EF4-FFF2-40B4-BE49-F238E27FC236}">
                  <a16:creationId xmlns:a16="http://schemas.microsoft.com/office/drawing/2014/main" id="{C1C3FBAB-3A67-713D-0E72-D32AAEFCFBA1}"/>
                </a:ext>
              </a:extLst>
            </p:cNvPr>
            <p:cNvSpPr/>
            <p:nvPr/>
          </p:nvSpPr>
          <p:spPr>
            <a:xfrm>
              <a:off x="3992664" y="486687"/>
              <a:ext cx="165892" cy="236786"/>
            </a:xfrm>
            <a:custGeom>
              <a:avLst/>
              <a:gdLst>
                <a:gd name="connsiteX0" fmla="*/ 37322 w 165892"/>
                <a:gd name="connsiteY0" fmla="*/ 235435 h 236786"/>
                <a:gd name="connsiteX1" fmla="*/ 12089 w 165892"/>
                <a:gd name="connsiteY1" fmla="*/ 166433 h 236786"/>
                <a:gd name="connsiteX2" fmla="*/ 108292 w 165892"/>
                <a:gd name="connsiteY2" fmla="*/ 133471 h 236786"/>
                <a:gd name="connsiteX3" fmla="*/ 128268 w 165892"/>
                <a:gd name="connsiteY3" fmla="*/ 95328 h 236786"/>
                <a:gd name="connsiteX4" fmla="*/ 133676 w 165892"/>
                <a:gd name="connsiteY4" fmla="*/ 871 h 236786"/>
                <a:gd name="connsiteX5" fmla="*/ 153877 w 165892"/>
                <a:gd name="connsiteY5" fmla="*/ -30 h 236786"/>
                <a:gd name="connsiteX6" fmla="*/ 165142 w 165892"/>
                <a:gd name="connsiteY6" fmla="*/ 117252 h 236786"/>
                <a:gd name="connsiteX7" fmla="*/ 164466 w 165892"/>
                <a:gd name="connsiteY7" fmla="*/ 139778 h 236786"/>
                <a:gd name="connsiteX8" fmla="*/ 153352 w 165892"/>
                <a:gd name="connsiteY8" fmla="*/ 158324 h 236786"/>
                <a:gd name="connsiteX9" fmla="*/ 37322 w 165892"/>
                <a:gd name="connsiteY9" fmla="*/ 235435 h 236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5892" h="236786">
                  <a:moveTo>
                    <a:pt x="37322" y="235435"/>
                  </a:moveTo>
                  <a:cubicBezTo>
                    <a:pt x="13816" y="246923"/>
                    <a:pt x="-17651" y="180098"/>
                    <a:pt x="12089" y="166433"/>
                  </a:cubicBezTo>
                  <a:cubicBezTo>
                    <a:pt x="39050" y="154044"/>
                    <a:pt x="84185" y="152617"/>
                    <a:pt x="108292" y="133471"/>
                  </a:cubicBezTo>
                  <a:cubicBezTo>
                    <a:pt x="120090" y="124192"/>
                    <a:pt x="127360" y="110311"/>
                    <a:pt x="128268" y="95328"/>
                  </a:cubicBezTo>
                  <a:cubicBezTo>
                    <a:pt x="130822" y="63892"/>
                    <a:pt x="132624" y="32407"/>
                    <a:pt x="133676" y="871"/>
                  </a:cubicBezTo>
                  <a:lnTo>
                    <a:pt x="153877" y="-30"/>
                  </a:lnTo>
                  <a:lnTo>
                    <a:pt x="165142" y="117252"/>
                  </a:lnTo>
                  <a:cubicBezTo>
                    <a:pt x="166291" y="124739"/>
                    <a:pt x="166066" y="132373"/>
                    <a:pt x="164466" y="139778"/>
                  </a:cubicBezTo>
                  <a:cubicBezTo>
                    <a:pt x="162108" y="146673"/>
                    <a:pt x="158323" y="152992"/>
                    <a:pt x="153352" y="158324"/>
                  </a:cubicBezTo>
                  <a:cubicBezTo>
                    <a:pt x="122861" y="194364"/>
                    <a:pt x="74722" y="217115"/>
                    <a:pt x="37322" y="235435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8" name="Content Placeholder 4">
              <a:extLst>
                <a:ext uri="{FF2B5EF4-FFF2-40B4-BE49-F238E27FC236}">
                  <a16:creationId xmlns:a16="http://schemas.microsoft.com/office/drawing/2014/main" id="{F70AB9AB-C172-AFF6-F6C7-3AE7FDDCAAC5}"/>
                </a:ext>
              </a:extLst>
            </p:cNvPr>
            <p:cNvSpPr/>
            <p:nvPr/>
          </p:nvSpPr>
          <p:spPr>
            <a:xfrm>
              <a:off x="4035688" y="1263511"/>
              <a:ext cx="61016" cy="46276"/>
            </a:xfrm>
            <a:custGeom>
              <a:avLst/>
              <a:gdLst>
                <a:gd name="connsiteX0" fmla="*/ 82 w 61016"/>
                <a:gd name="connsiteY0" fmla="*/ 39239 h 46276"/>
                <a:gd name="connsiteX1" fmla="*/ 7592 w 61016"/>
                <a:gd name="connsiteY1" fmla="*/ 33984 h 46276"/>
                <a:gd name="connsiteX2" fmla="*/ 16228 w 61016"/>
                <a:gd name="connsiteY2" fmla="*/ 28502 h 46276"/>
                <a:gd name="connsiteX3" fmla="*/ 33276 w 61016"/>
                <a:gd name="connsiteY3" fmla="*/ 17165 h 46276"/>
                <a:gd name="connsiteX4" fmla="*/ 28845 w 61016"/>
                <a:gd name="connsiteY4" fmla="*/ 12134 h 46276"/>
                <a:gd name="connsiteX5" fmla="*/ 49422 w 61016"/>
                <a:gd name="connsiteY5" fmla="*/ -30 h 46276"/>
                <a:gd name="connsiteX6" fmla="*/ 57984 w 61016"/>
                <a:gd name="connsiteY6" fmla="*/ 9281 h 46276"/>
                <a:gd name="connsiteX7" fmla="*/ 60988 w 61016"/>
                <a:gd name="connsiteY7" fmla="*/ 12810 h 46276"/>
                <a:gd name="connsiteX8" fmla="*/ 59711 w 61016"/>
                <a:gd name="connsiteY8" fmla="*/ 20318 h 46276"/>
                <a:gd name="connsiteX9" fmla="*/ 59110 w 61016"/>
                <a:gd name="connsiteY9" fmla="*/ 22345 h 46276"/>
                <a:gd name="connsiteX10" fmla="*/ 57308 w 61016"/>
                <a:gd name="connsiteY10" fmla="*/ 24223 h 46276"/>
                <a:gd name="connsiteX11" fmla="*/ 48371 w 61016"/>
                <a:gd name="connsiteY11" fmla="*/ 28953 h 46276"/>
                <a:gd name="connsiteX12" fmla="*/ 43940 w 61016"/>
                <a:gd name="connsiteY12" fmla="*/ 26025 h 46276"/>
                <a:gd name="connsiteX13" fmla="*/ 5414 w 61016"/>
                <a:gd name="connsiteY13" fmla="*/ 46222 h 46276"/>
                <a:gd name="connsiteX14" fmla="*/ 1508 w 61016"/>
                <a:gd name="connsiteY14" fmla="*/ 44871 h 46276"/>
                <a:gd name="connsiteX15" fmla="*/ 382 w 61016"/>
                <a:gd name="connsiteY15" fmla="*/ 42768 h 46276"/>
                <a:gd name="connsiteX16" fmla="*/ 82 w 61016"/>
                <a:gd name="connsiteY16" fmla="*/ 39239 h 46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1016" h="46276">
                  <a:moveTo>
                    <a:pt x="82" y="39239"/>
                  </a:moveTo>
                  <a:cubicBezTo>
                    <a:pt x="82" y="36161"/>
                    <a:pt x="5489" y="35260"/>
                    <a:pt x="7592" y="33984"/>
                  </a:cubicBezTo>
                  <a:cubicBezTo>
                    <a:pt x="9694" y="32707"/>
                    <a:pt x="13374" y="30455"/>
                    <a:pt x="16228" y="28502"/>
                  </a:cubicBezTo>
                  <a:cubicBezTo>
                    <a:pt x="19082" y="26550"/>
                    <a:pt x="32149" y="16188"/>
                    <a:pt x="33276" y="17165"/>
                  </a:cubicBezTo>
                  <a:cubicBezTo>
                    <a:pt x="31623" y="15663"/>
                    <a:pt x="31398" y="14011"/>
                    <a:pt x="28845" y="12134"/>
                  </a:cubicBezTo>
                  <a:cubicBezTo>
                    <a:pt x="35363" y="7531"/>
                    <a:pt x="42243" y="3462"/>
                    <a:pt x="49422" y="-30"/>
                  </a:cubicBezTo>
                  <a:cubicBezTo>
                    <a:pt x="51623" y="3619"/>
                    <a:pt x="54529" y="6788"/>
                    <a:pt x="57984" y="9281"/>
                  </a:cubicBezTo>
                  <a:cubicBezTo>
                    <a:pt x="59335" y="10114"/>
                    <a:pt x="60387" y="11346"/>
                    <a:pt x="60988" y="12810"/>
                  </a:cubicBezTo>
                  <a:cubicBezTo>
                    <a:pt x="60920" y="15362"/>
                    <a:pt x="60492" y="17885"/>
                    <a:pt x="59711" y="20318"/>
                  </a:cubicBezTo>
                  <a:cubicBezTo>
                    <a:pt x="59613" y="21024"/>
                    <a:pt x="59410" y="21707"/>
                    <a:pt x="59110" y="22345"/>
                  </a:cubicBezTo>
                  <a:cubicBezTo>
                    <a:pt x="58652" y="23096"/>
                    <a:pt x="58036" y="23734"/>
                    <a:pt x="57308" y="24223"/>
                  </a:cubicBezTo>
                  <a:cubicBezTo>
                    <a:pt x="54619" y="26295"/>
                    <a:pt x="51593" y="27894"/>
                    <a:pt x="48371" y="28953"/>
                  </a:cubicBezTo>
                  <a:cubicBezTo>
                    <a:pt x="46568" y="29553"/>
                    <a:pt x="42288" y="28953"/>
                    <a:pt x="43940" y="26025"/>
                  </a:cubicBezTo>
                  <a:cubicBezTo>
                    <a:pt x="30497" y="31806"/>
                    <a:pt x="20734" y="45246"/>
                    <a:pt x="5414" y="46222"/>
                  </a:cubicBezTo>
                  <a:cubicBezTo>
                    <a:pt x="3979" y="46365"/>
                    <a:pt x="2552" y="45869"/>
                    <a:pt x="1508" y="44871"/>
                  </a:cubicBezTo>
                  <a:cubicBezTo>
                    <a:pt x="990" y="44255"/>
                    <a:pt x="607" y="43542"/>
                    <a:pt x="382" y="42768"/>
                  </a:cubicBezTo>
                  <a:cubicBezTo>
                    <a:pt x="-31" y="41642"/>
                    <a:pt x="-136" y="40418"/>
                    <a:pt x="82" y="39239"/>
                  </a:cubicBezTo>
                  <a:close/>
                </a:path>
              </a:pathLst>
            </a:custGeom>
            <a:solidFill>
              <a:srgbClr val="662E2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9" name="Content Placeholder 4">
              <a:extLst>
                <a:ext uri="{FF2B5EF4-FFF2-40B4-BE49-F238E27FC236}">
                  <a16:creationId xmlns:a16="http://schemas.microsoft.com/office/drawing/2014/main" id="{00E9C135-78BD-1190-8CB2-054E35A01516}"/>
                </a:ext>
              </a:extLst>
            </p:cNvPr>
            <p:cNvSpPr/>
            <p:nvPr/>
          </p:nvSpPr>
          <p:spPr>
            <a:xfrm>
              <a:off x="3749104" y="489163"/>
              <a:ext cx="28501" cy="43234"/>
            </a:xfrm>
            <a:custGeom>
              <a:avLst/>
              <a:gdLst>
                <a:gd name="connsiteX0" fmla="*/ 234 w 28501"/>
                <a:gd name="connsiteY0" fmla="*/ 5078 h 43234"/>
                <a:gd name="connsiteX1" fmla="*/ 2412 w 28501"/>
                <a:gd name="connsiteY1" fmla="*/ 5078 h 43234"/>
                <a:gd name="connsiteX2" fmla="*/ 7061 w 28501"/>
                <a:gd name="connsiteY2" fmla="*/ -25 h 43234"/>
                <a:gd name="connsiteX3" fmla="*/ 7143 w 28501"/>
                <a:gd name="connsiteY3" fmla="*/ -28 h 43234"/>
                <a:gd name="connsiteX4" fmla="*/ 13677 w 28501"/>
                <a:gd name="connsiteY4" fmla="*/ 3501 h 43234"/>
                <a:gd name="connsiteX5" fmla="*/ 16831 w 28501"/>
                <a:gd name="connsiteY5" fmla="*/ 10559 h 43234"/>
                <a:gd name="connsiteX6" fmla="*/ 19910 w 28501"/>
                <a:gd name="connsiteY6" fmla="*/ 20020 h 43234"/>
                <a:gd name="connsiteX7" fmla="*/ 21863 w 28501"/>
                <a:gd name="connsiteY7" fmla="*/ 16491 h 43234"/>
                <a:gd name="connsiteX8" fmla="*/ 24642 w 28501"/>
                <a:gd name="connsiteY8" fmla="*/ 17317 h 43234"/>
                <a:gd name="connsiteX9" fmla="*/ 25618 w 28501"/>
                <a:gd name="connsiteY9" fmla="*/ 20320 h 43234"/>
                <a:gd name="connsiteX10" fmla="*/ 28472 w 28501"/>
                <a:gd name="connsiteY10" fmla="*/ 39467 h 43234"/>
                <a:gd name="connsiteX11" fmla="*/ 20962 w 28501"/>
                <a:gd name="connsiteY11" fmla="*/ 42695 h 43234"/>
                <a:gd name="connsiteX12" fmla="*/ 13452 w 28501"/>
                <a:gd name="connsiteY12" fmla="*/ 42094 h 43234"/>
                <a:gd name="connsiteX13" fmla="*/ 8495 w 28501"/>
                <a:gd name="connsiteY13" fmla="*/ 32859 h 43234"/>
                <a:gd name="connsiteX14" fmla="*/ 3914 w 28501"/>
                <a:gd name="connsiteY14" fmla="*/ 20921 h 43234"/>
                <a:gd name="connsiteX15" fmla="*/ 234 w 28501"/>
                <a:gd name="connsiteY15" fmla="*/ 5078 h 43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8501" h="43234">
                  <a:moveTo>
                    <a:pt x="234" y="5078"/>
                  </a:moveTo>
                  <a:cubicBezTo>
                    <a:pt x="921" y="4742"/>
                    <a:pt x="1725" y="4742"/>
                    <a:pt x="2412" y="5078"/>
                  </a:cubicBezTo>
                  <a:cubicBezTo>
                    <a:pt x="2287" y="2385"/>
                    <a:pt x="4368" y="100"/>
                    <a:pt x="7061" y="-25"/>
                  </a:cubicBezTo>
                  <a:cubicBezTo>
                    <a:pt x="7089" y="-26"/>
                    <a:pt x="7116" y="-27"/>
                    <a:pt x="7143" y="-28"/>
                  </a:cubicBezTo>
                  <a:cubicBezTo>
                    <a:pt x="9791" y="-86"/>
                    <a:pt x="12274" y="1255"/>
                    <a:pt x="13677" y="3501"/>
                  </a:cubicBezTo>
                  <a:cubicBezTo>
                    <a:pt x="15127" y="5654"/>
                    <a:pt x="16195" y="8042"/>
                    <a:pt x="16831" y="10559"/>
                  </a:cubicBezTo>
                  <a:cubicBezTo>
                    <a:pt x="17883" y="13713"/>
                    <a:pt x="18859" y="16866"/>
                    <a:pt x="19910" y="20020"/>
                  </a:cubicBezTo>
                  <a:cubicBezTo>
                    <a:pt x="20954" y="19107"/>
                    <a:pt x="21645" y="17859"/>
                    <a:pt x="21863" y="16491"/>
                  </a:cubicBezTo>
                  <a:cubicBezTo>
                    <a:pt x="22869" y="16085"/>
                    <a:pt x="24021" y="16428"/>
                    <a:pt x="24642" y="17317"/>
                  </a:cubicBezTo>
                  <a:cubicBezTo>
                    <a:pt x="25177" y="18237"/>
                    <a:pt x="25509" y="19261"/>
                    <a:pt x="25618" y="20320"/>
                  </a:cubicBezTo>
                  <a:cubicBezTo>
                    <a:pt x="26594" y="26702"/>
                    <a:pt x="27496" y="33084"/>
                    <a:pt x="28472" y="39467"/>
                  </a:cubicBezTo>
                  <a:cubicBezTo>
                    <a:pt x="26060" y="40743"/>
                    <a:pt x="23548" y="41823"/>
                    <a:pt x="20962" y="42695"/>
                  </a:cubicBezTo>
                  <a:cubicBezTo>
                    <a:pt x="18484" y="43543"/>
                    <a:pt x="15764" y="43325"/>
                    <a:pt x="13452" y="42094"/>
                  </a:cubicBezTo>
                  <a:cubicBezTo>
                    <a:pt x="10744" y="39711"/>
                    <a:pt x="8984" y="36433"/>
                    <a:pt x="8495" y="32859"/>
                  </a:cubicBezTo>
                  <a:cubicBezTo>
                    <a:pt x="7315" y="28755"/>
                    <a:pt x="5783" y="24760"/>
                    <a:pt x="3914" y="20921"/>
                  </a:cubicBezTo>
                  <a:cubicBezTo>
                    <a:pt x="680" y="16316"/>
                    <a:pt x="-640" y="10636"/>
                    <a:pt x="234" y="5078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0" name="Content Placeholder 4">
              <a:extLst>
                <a:ext uri="{FF2B5EF4-FFF2-40B4-BE49-F238E27FC236}">
                  <a16:creationId xmlns:a16="http://schemas.microsoft.com/office/drawing/2014/main" id="{0DBE9D84-B160-4A17-F088-BC282F099557}"/>
                </a:ext>
              </a:extLst>
            </p:cNvPr>
            <p:cNvSpPr/>
            <p:nvPr/>
          </p:nvSpPr>
          <p:spPr>
            <a:xfrm>
              <a:off x="3760933" y="526556"/>
              <a:ext cx="158469" cy="173748"/>
            </a:xfrm>
            <a:custGeom>
              <a:avLst/>
              <a:gdLst>
                <a:gd name="connsiteX0" fmla="*/ 17018 w 158469"/>
                <a:gd name="connsiteY0" fmla="*/ -30 h 173748"/>
                <a:gd name="connsiteX1" fmla="*/ 39548 w 158469"/>
                <a:gd name="connsiteY1" fmla="*/ 81737 h 173748"/>
                <a:gd name="connsiteX2" fmla="*/ 63806 w 158469"/>
                <a:gd name="connsiteY2" fmla="*/ 111771 h 173748"/>
                <a:gd name="connsiteX3" fmla="*/ 139431 w 158469"/>
                <a:gd name="connsiteY3" fmla="*/ 132570 h 173748"/>
                <a:gd name="connsiteX4" fmla="*/ 139431 w 158469"/>
                <a:gd name="connsiteY4" fmla="*/ 172064 h 173748"/>
                <a:gd name="connsiteX5" fmla="*/ 30086 w 158469"/>
                <a:gd name="connsiteY5" fmla="*/ 142030 h 173748"/>
                <a:gd name="connsiteX6" fmla="*/ 17169 w 158469"/>
                <a:gd name="connsiteY6" fmla="*/ 127839 h 173748"/>
                <a:gd name="connsiteX7" fmla="*/ 12287 w 158469"/>
                <a:gd name="connsiteY7" fmla="*/ 108092 h 173748"/>
                <a:gd name="connsiteX8" fmla="*/ -29 w 158469"/>
                <a:gd name="connsiteY8" fmla="*/ 2974 h 173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8469" h="173748">
                  <a:moveTo>
                    <a:pt x="17018" y="-30"/>
                  </a:moveTo>
                  <a:cubicBezTo>
                    <a:pt x="23777" y="27351"/>
                    <a:pt x="31287" y="54607"/>
                    <a:pt x="39548" y="81737"/>
                  </a:cubicBezTo>
                  <a:cubicBezTo>
                    <a:pt x="43029" y="94724"/>
                    <a:pt x="51841" y="105634"/>
                    <a:pt x="63806" y="111771"/>
                  </a:cubicBezTo>
                  <a:cubicBezTo>
                    <a:pt x="88063" y="124085"/>
                    <a:pt x="114048" y="126788"/>
                    <a:pt x="139431" y="132570"/>
                  </a:cubicBezTo>
                  <a:cubicBezTo>
                    <a:pt x="167444" y="139102"/>
                    <a:pt x="161961" y="167709"/>
                    <a:pt x="139431" y="172064"/>
                  </a:cubicBezTo>
                  <a:cubicBezTo>
                    <a:pt x="100364" y="178165"/>
                    <a:pt x="60554" y="167230"/>
                    <a:pt x="30086" y="142030"/>
                  </a:cubicBezTo>
                  <a:cubicBezTo>
                    <a:pt x="24811" y="138282"/>
                    <a:pt x="20405" y="133442"/>
                    <a:pt x="17169" y="127839"/>
                  </a:cubicBezTo>
                  <a:cubicBezTo>
                    <a:pt x="14335" y="121615"/>
                    <a:pt x="12680" y="114919"/>
                    <a:pt x="12287" y="108092"/>
                  </a:cubicBezTo>
                  <a:cubicBezTo>
                    <a:pt x="8181" y="73052"/>
                    <a:pt x="4076" y="38013"/>
                    <a:pt x="-29" y="2974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1" name="Content Placeholder 4">
              <a:extLst>
                <a:ext uri="{FF2B5EF4-FFF2-40B4-BE49-F238E27FC236}">
                  <a16:creationId xmlns:a16="http://schemas.microsoft.com/office/drawing/2014/main" id="{3C6A0424-2C1D-A9FE-9ABE-DFC4241A210C}"/>
                </a:ext>
              </a:extLst>
            </p:cNvPr>
            <p:cNvSpPr/>
            <p:nvPr/>
          </p:nvSpPr>
          <p:spPr>
            <a:xfrm>
              <a:off x="3755976" y="483082"/>
              <a:ext cx="408710" cy="545869"/>
            </a:xfrm>
            <a:custGeom>
              <a:avLst/>
              <a:gdLst>
                <a:gd name="connsiteX0" fmla="*/ 79652 w 408710"/>
                <a:gd name="connsiteY0" fmla="*/ 219893 h 545869"/>
                <a:gd name="connsiteX1" fmla="*/ 113522 w 408710"/>
                <a:gd name="connsiteY1" fmla="*/ 246248 h 545869"/>
                <a:gd name="connsiteX2" fmla="*/ 84683 w 408710"/>
                <a:gd name="connsiteY2" fmla="*/ 517528 h 545869"/>
                <a:gd name="connsiteX3" fmla="*/ 112170 w 408710"/>
                <a:gd name="connsiteY3" fmla="*/ 545009 h 545869"/>
                <a:gd name="connsiteX4" fmla="*/ 192452 w 408710"/>
                <a:gd name="connsiteY4" fmla="*/ 543057 h 545869"/>
                <a:gd name="connsiteX5" fmla="*/ 233381 w 408710"/>
                <a:gd name="connsiteY5" fmla="*/ 537200 h 545869"/>
                <a:gd name="connsiteX6" fmla="*/ 246449 w 408710"/>
                <a:gd name="connsiteY6" fmla="*/ 534197 h 545869"/>
                <a:gd name="connsiteX7" fmla="*/ 247801 w 408710"/>
                <a:gd name="connsiteY7" fmla="*/ 534197 h 545869"/>
                <a:gd name="connsiteX8" fmla="*/ 312236 w 408710"/>
                <a:gd name="connsiteY8" fmla="*/ 525787 h 545869"/>
                <a:gd name="connsiteX9" fmla="*/ 316367 w 408710"/>
                <a:gd name="connsiteY9" fmla="*/ 490798 h 545869"/>
                <a:gd name="connsiteX10" fmla="*/ 312687 w 408710"/>
                <a:gd name="connsiteY10" fmla="*/ 475781 h 545869"/>
                <a:gd name="connsiteX11" fmla="*/ 308631 w 408710"/>
                <a:gd name="connsiteY11" fmla="*/ 321332 h 545869"/>
                <a:gd name="connsiteX12" fmla="*/ 307280 w 408710"/>
                <a:gd name="connsiteY12" fmla="*/ 303237 h 545869"/>
                <a:gd name="connsiteX13" fmla="*/ 297066 w 408710"/>
                <a:gd name="connsiteY13" fmla="*/ 252329 h 545869"/>
                <a:gd name="connsiteX14" fmla="*/ 314865 w 408710"/>
                <a:gd name="connsiteY14" fmla="*/ 234835 h 545869"/>
                <a:gd name="connsiteX15" fmla="*/ 335893 w 408710"/>
                <a:gd name="connsiteY15" fmla="*/ 217415 h 545869"/>
                <a:gd name="connsiteX16" fmla="*/ 339648 w 408710"/>
                <a:gd name="connsiteY16" fmla="*/ 213060 h 545869"/>
                <a:gd name="connsiteX17" fmla="*/ 404834 w 408710"/>
                <a:gd name="connsiteY17" fmla="*/ 145935 h 545869"/>
                <a:gd name="connsiteX18" fmla="*/ 392969 w 408710"/>
                <a:gd name="connsiteY18" fmla="*/ -30 h 545869"/>
                <a:gd name="connsiteX19" fmla="*/ 366834 w 408710"/>
                <a:gd name="connsiteY19" fmla="*/ 1697 h 545869"/>
                <a:gd name="connsiteX20" fmla="*/ 363454 w 408710"/>
                <a:gd name="connsiteY20" fmla="*/ 21595 h 545869"/>
                <a:gd name="connsiteX21" fmla="*/ 350312 w 408710"/>
                <a:gd name="connsiteY21" fmla="*/ 114249 h 545869"/>
                <a:gd name="connsiteX22" fmla="*/ 292260 w 408710"/>
                <a:gd name="connsiteY22" fmla="*/ 151791 h 545869"/>
                <a:gd name="connsiteX23" fmla="*/ 282422 w 408710"/>
                <a:gd name="connsiteY23" fmla="*/ 153443 h 545869"/>
                <a:gd name="connsiteX24" fmla="*/ 262821 w 408710"/>
                <a:gd name="connsiteY24" fmla="*/ 155320 h 545869"/>
                <a:gd name="connsiteX25" fmla="*/ 256888 w 408710"/>
                <a:gd name="connsiteY25" fmla="*/ 155320 h 545869"/>
                <a:gd name="connsiteX26" fmla="*/ 163914 w 408710"/>
                <a:gd name="connsiteY26" fmla="*/ 160351 h 545869"/>
                <a:gd name="connsiteX27" fmla="*/ 161210 w 408710"/>
                <a:gd name="connsiteY27" fmla="*/ 163579 h 545869"/>
                <a:gd name="connsiteX28" fmla="*/ 153700 w 408710"/>
                <a:gd name="connsiteY28" fmla="*/ 162904 h 545869"/>
                <a:gd name="connsiteX29" fmla="*/ 126514 w 408710"/>
                <a:gd name="connsiteY29" fmla="*/ 163279 h 545869"/>
                <a:gd name="connsiteX30" fmla="*/ 111494 w 408710"/>
                <a:gd name="connsiteY30" fmla="*/ 159825 h 545869"/>
                <a:gd name="connsiteX31" fmla="*/ 92344 w 408710"/>
                <a:gd name="connsiteY31" fmla="*/ 156071 h 545869"/>
                <a:gd name="connsiteX32" fmla="*/ 51865 w 408710"/>
                <a:gd name="connsiteY32" fmla="*/ 126037 h 545869"/>
                <a:gd name="connsiteX33" fmla="*/ 25054 w 408710"/>
                <a:gd name="connsiteY33" fmla="*/ 42919 h 545869"/>
                <a:gd name="connsiteX34" fmla="*/ -29 w 408710"/>
                <a:gd name="connsiteY34" fmla="*/ 46448 h 545869"/>
                <a:gd name="connsiteX35" fmla="*/ 13639 w 408710"/>
                <a:gd name="connsiteY35" fmla="*/ 159074 h 545869"/>
                <a:gd name="connsiteX36" fmla="*/ 79652 w 408710"/>
                <a:gd name="connsiteY36" fmla="*/ 219893 h 545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08710" h="545869">
                  <a:moveTo>
                    <a:pt x="79652" y="219893"/>
                  </a:moveTo>
                  <a:cubicBezTo>
                    <a:pt x="90691" y="228903"/>
                    <a:pt x="102182" y="237838"/>
                    <a:pt x="113522" y="246248"/>
                  </a:cubicBezTo>
                  <a:cubicBezTo>
                    <a:pt x="98066" y="335957"/>
                    <a:pt x="88431" y="426574"/>
                    <a:pt x="84683" y="517528"/>
                  </a:cubicBezTo>
                  <a:cubicBezTo>
                    <a:pt x="84886" y="532620"/>
                    <a:pt x="97075" y="544806"/>
                    <a:pt x="112170" y="545009"/>
                  </a:cubicBezTo>
                  <a:cubicBezTo>
                    <a:pt x="138936" y="546578"/>
                    <a:pt x="165791" y="545925"/>
                    <a:pt x="192452" y="543057"/>
                  </a:cubicBezTo>
                  <a:cubicBezTo>
                    <a:pt x="206120" y="541555"/>
                    <a:pt x="219863" y="539678"/>
                    <a:pt x="233381" y="537200"/>
                  </a:cubicBezTo>
                  <a:cubicBezTo>
                    <a:pt x="237790" y="536457"/>
                    <a:pt x="242153" y="535458"/>
                    <a:pt x="246449" y="534197"/>
                  </a:cubicBezTo>
                  <a:lnTo>
                    <a:pt x="247801" y="534197"/>
                  </a:lnTo>
                  <a:cubicBezTo>
                    <a:pt x="269452" y="532905"/>
                    <a:pt x="290983" y="530097"/>
                    <a:pt x="312236" y="525787"/>
                  </a:cubicBezTo>
                  <a:cubicBezTo>
                    <a:pt x="330861" y="522108"/>
                    <a:pt x="329209" y="498832"/>
                    <a:pt x="316367" y="490798"/>
                  </a:cubicBezTo>
                  <a:cubicBezTo>
                    <a:pt x="316194" y="485591"/>
                    <a:pt x="314940" y="480477"/>
                    <a:pt x="312687" y="475781"/>
                  </a:cubicBezTo>
                  <a:cubicBezTo>
                    <a:pt x="316224" y="424286"/>
                    <a:pt x="314865" y="372571"/>
                    <a:pt x="308631" y="321332"/>
                  </a:cubicBezTo>
                  <a:cubicBezTo>
                    <a:pt x="308631" y="315250"/>
                    <a:pt x="307956" y="309243"/>
                    <a:pt x="307280" y="303237"/>
                  </a:cubicBezTo>
                  <a:cubicBezTo>
                    <a:pt x="305274" y="286017"/>
                    <a:pt x="301857" y="268991"/>
                    <a:pt x="297066" y="252329"/>
                  </a:cubicBezTo>
                  <a:cubicBezTo>
                    <a:pt x="302849" y="246323"/>
                    <a:pt x="309007" y="240841"/>
                    <a:pt x="314865" y="234835"/>
                  </a:cubicBezTo>
                  <a:cubicBezTo>
                    <a:pt x="321549" y="228644"/>
                    <a:pt x="328563" y="222829"/>
                    <a:pt x="335893" y="217415"/>
                  </a:cubicBezTo>
                  <a:cubicBezTo>
                    <a:pt x="337402" y="216211"/>
                    <a:pt x="338679" y="214734"/>
                    <a:pt x="339648" y="213060"/>
                  </a:cubicBezTo>
                  <a:cubicBezTo>
                    <a:pt x="339648" y="213060"/>
                    <a:pt x="391617" y="164856"/>
                    <a:pt x="404834" y="145935"/>
                  </a:cubicBezTo>
                  <a:cubicBezTo>
                    <a:pt x="418052" y="127013"/>
                    <a:pt x="392969" y="-30"/>
                    <a:pt x="392969" y="-30"/>
                  </a:cubicBezTo>
                  <a:lnTo>
                    <a:pt x="366834" y="1697"/>
                  </a:lnTo>
                  <a:lnTo>
                    <a:pt x="363454" y="21595"/>
                  </a:lnTo>
                  <a:cubicBezTo>
                    <a:pt x="363454" y="21595"/>
                    <a:pt x="357521" y="84215"/>
                    <a:pt x="350312" y="114249"/>
                  </a:cubicBezTo>
                  <a:cubicBezTo>
                    <a:pt x="343102" y="144283"/>
                    <a:pt x="292260" y="151791"/>
                    <a:pt x="292260" y="151791"/>
                  </a:cubicBezTo>
                  <a:lnTo>
                    <a:pt x="282422" y="153443"/>
                  </a:lnTo>
                  <a:cubicBezTo>
                    <a:pt x="275933" y="154444"/>
                    <a:pt x="269384" y="155071"/>
                    <a:pt x="262821" y="155320"/>
                  </a:cubicBezTo>
                  <a:lnTo>
                    <a:pt x="256888" y="155320"/>
                  </a:lnTo>
                  <a:cubicBezTo>
                    <a:pt x="226855" y="165030"/>
                    <a:pt x="194818" y="166764"/>
                    <a:pt x="163914" y="160351"/>
                  </a:cubicBezTo>
                  <a:cubicBezTo>
                    <a:pt x="163013" y="161402"/>
                    <a:pt x="162036" y="162453"/>
                    <a:pt x="161210" y="163579"/>
                  </a:cubicBezTo>
                  <a:cubicBezTo>
                    <a:pt x="158792" y="162789"/>
                    <a:pt x="156224" y="162558"/>
                    <a:pt x="153700" y="162904"/>
                  </a:cubicBezTo>
                  <a:cubicBezTo>
                    <a:pt x="144658" y="163706"/>
                    <a:pt x="135571" y="163832"/>
                    <a:pt x="126514" y="163279"/>
                  </a:cubicBezTo>
                  <a:lnTo>
                    <a:pt x="111494" y="159825"/>
                  </a:lnTo>
                  <a:cubicBezTo>
                    <a:pt x="104990" y="159285"/>
                    <a:pt x="98569" y="158026"/>
                    <a:pt x="92344" y="156071"/>
                  </a:cubicBezTo>
                  <a:cubicBezTo>
                    <a:pt x="92344" y="156071"/>
                    <a:pt x="61553" y="149163"/>
                    <a:pt x="51865" y="126037"/>
                  </a:cubicBezTo>
                  <a:cubicBezTo>
                    <a:pt x="42177" y="102911"/>
                    <a:pt x="25054" y="42919"/>
                    <a:pt x="25054" y="42919"/>
                  </a:cubicBezTo>
                  <a:lnTo>
                    <a:pt x="-29" y="46448"/>
                  </a:lnTo>
                  <a:lnTo>
                    <a:pt x="13639" y="159074"/>
                  </a:lnTo>
                  <a:cubicBezTo>
                    <a:pt x="13639" y="159074"/>
                    <a:pt x="6580" y="171989"/>
                    <a:pt x="79652" y="219893"/>
                  </a:cubicBezTo>
                  <a:close/>
                </a:path>
              </a:pathLst>
            </a:custGeom>
            <a:solidFill>
              <a:srgbClr val="C0CCC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2" name="Content Placeholder 4">
              <a:extLst>
                <a:ext uri="{FF2B5EF4-FFF2-40B4-BE49-F238E27FC236}">
                  <a16:creationId xmlns:a16="http://schemas.microsoft.com/office/drawing/2014/main" id="{492FDE93-3CFB-7C88-8D60-85C087A44AE5}"/>
                </a:ext>
              </a:extLst>
            </p:cNvPr>
            <p:cNvSpPr/>
            <p:nvPr/>
          </p:nvSpPr>
          <p:spPr>
            <a:xfrm>
              <a:off x="3831219" y="642437"/>
              <a:ext cx="245326" cy="375928"/>
            </a:xfrm>
            <a:custGeom>
              <a:avLst/>
              <a:gdLst>
                <a:gd name="connsiteX0" fmla="*/ 41658 w 245326"/>
                <a:gd name="connsiteY0" fmla="*/ 89070 h 375928"/>
                <a:gd name="connsiteX1" fmla="*/ 31745 w 245326"/>
                <a:gd name="connsiteY1" fmla="*/ 102135 h 375928"/>
                <a:gd name="connsiteX2" fmla="*/ 28290 w 245326"/>
                <a:gd name="connsiteY2" fmla="*/ 113398 h 375928"/>
                <a:gd name="connsiteX3" fmla="*/ 18527 w 245326"/>
                <a:gd name="connsiteY3" fmla="*/ 174967 h 375928"/>
                <a:gd name="connsiteX4" fmla="*/ 4183 w 245326"/>
                <a:gd name="connsiteY4" fmla="*/ 286693 h 375928"/>
                <a:gd name="connsiteX5" fmla="*/ 3357 w 245326"/>
                <a:gd name="connsiteY5" fmla="*/ 368385 h 375928"/>
                <a:gd name="connsiteX6" fmla="*/ 6211 w 245326"/>
                <a:gd name="connsiteY6" fmla="*/ 374316 h 375928"/>
                <a:gd name="connsiteX7" fmla="*/ 13721 w 245326"/>
                <a:gd name="connsiteY7" fmla="*/ 375743 h 375928"/>
                <a:gd name="connsiteX8" fmla="*/ 133205 w 245326"/>
                <a:gd name="connsiteY8" fmla="*/ 369811 h 375928"/>
                <a:gd name="connsiteX9" fmla="*/ 208305 w 245326"/>
                <a:gd name="connsiteY9" fmla="*/ 360951 h 375928"/>
                <a:gd name="connsiteX10" fmla="*/ 237669 w 245326"/>
                <a:gd name="connsiteY10" fmla="*/ 342030 h 375928"/>
                <a:gd name="connsiteX11" fmla="*/ 240973 w 245326"/>
                <a:gd name="connsiteY11" fmla="*/ 323859 h 375928"/>
                <a:gd name="connsiteX12" fmla="*/ 243827 w 245326"/>
                <a:gd name="connsiteY12" fmla="*/ 261990 h 375928"/>
                <a:gd name="connsiteX13" fmla="*/ 242400 w 245326"/>
                <a:gd name="connsiteY13" fmla="*/ 168735 h 375928"/>
                <a:gd name="connsiteX14" fmla="*/ 228056 w 245326"/>
                <a:gd name="connsiteY14" fmla="*/ 105589 h 375928"/>
                <a:gd name="connsiteX15" fmla="*/ 224000 w 245326"/>
                <a:gd name="connsiteY15" fmla="*/ 95903 h 375928"/>
                <a:gd name="connsiteX16" fmla="*/ 216490 w 245326"/>
                <a:gd name="connsiteY16" fmla="*/ 89671 h 375928"/>
                <a:gd name="connsiteX17" fmla="*/ 159189 w 245326"/>
                <a:gd name="connsiteY17" fmla="*/ 11883 h 375928"/>
                <a:gd name="connsiteX18" fmla="*/ 156110 w 245326"/>
                <a:gd name="connsiteY18" fmla="*/ 4375 h 375928"/>
                <a:gd name="connsiteX19" fmla="*/ 132604 w 245326"/>
                <a:gd name="connsiteY19" fmla="*/ 2723 h 375928"/>
                <a:gd name="connsiteX20" fmla="*/ 111876 w 245326"/>
                <a:gd name="connsiteY20" fmla="*/ 27200 h 375928"/>
                <a:gd name="connsiteX21" fmla="*/ 84390 w 245326"/>
                <a:gd name="connsiteY21" fmla="*/ 11057 h 375928"/>
                <a:gd name="connsiteX22" fmla="*/ 67793 w 245326"/>
                <a:gd name="connsiteY22" fmla="*/ 15187 h 375928"/>
                <a:gd name="connsiteX23" fmla="*/ 41658 w 245326"/>
                <a:gd name="connsiteY23" fmla="*/ 89070 h 375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45326" h="375928">
                  <a:moveTo>
                    <a:pt x="41658" y="89070"/>
                  </a:moveTo>
                  <a:cubicBezTo>
                    <a:pt x="37865" y="93035"/>
                    <a:pt x="34538" y="97417"/>
                    <a:pt x="31745" y="102135"/>
                  </a:cubicBezTo>
                  <a:cubicBezTo>
                    <a:pt x="30145" y="105736"/>
                    <a:pt x="28981" y="109518"/>
                    <a:pt x="28290" y="113398"/>
                  </a:cubicBezTo>
                  <a:cubicBezTo>
                    <a:pt x="23859" y="133745"/>
                    <a:pt x="20780" y="154394"/>
                    <a:pt x="18527" y="174967"/>
                  </a:cubicBezTo>
                  <a:cubicBezTo>
                    <a:pt x="13518" y="212209"/>
                    <a:pt x="8742" y="249451"/>
                    <a:pt x="4183" y="286693"/>
                  </a:cubicBezTo>
                  <a:cubicBezTo>
                    <a:pt x="653" y="313798"/>
                    <a:pt x="-2801" y="341654"/>
                    <a:pt x="3357" y="368385"/>
                  </a:cubicBezTo>
                  <a:cubicBezTo>
                    <a:pt x="3620" y="370622"/>
                    <a:pt x="4619" y="372717"/>
                    <a:pt x="6211" y="374316"/>
                  </a:cubicBezTo>
                  <a:cubicBezTo>
                    <a:pt x="8464" y="375675"/>
                    <a:pt x="11130" y="376186"/>
                    <a:pt x="13721" y="375743"/>
                  </a:cubicBezTo>
                  <a:lnTo>
                    <a:pt x="133205" y="369811"/>
                  </a:lnTo>
                  <a:cubicBezTo>
                    <a:pt x="158468" y="369383"/>
                    <a:pt x="183634" y="366417"/>
                    <a:pt x="208305" y="360951"/>
                  </a:cubicBezTo>
                  <a:cubicBezTo>
                    <a:pt x="219945" y="358023"/>
                    <a:pt x="232487" y="352917"/>
                    <a:pt x="237669" y="342030"/>
                  </a:cubicBezTo>
                  <a:cubicBezTo>
                    <a:pt x="239974" y="336256"/>
                    <a:pt x="241101" y="330076"/>
                    <a:pt x="240973" y="323859"/>
                  </a:cubicBezTo>
                  <a:cubicBezTo>
                    <a:pt x="241949" y="303211"/>
                    <a:pt x="242926" y="282638"/>
                    <a:pt x="243827" y="261990"/>
                  </a:cubicBezTo>
                  <a:cubicBezTo>
                    <a:pt x="246185" y="230926"/>
                    <a:pt x="245704" y="199712"/>
                    <a:pt x="242400" y="168735"/>
                  </a:cubicBezTo>
                  <a:cubicBezTo>
                    <a:pt x="238968" y="147403"/>
                    <a:pt x="234176" y="126311"/>
                    <a:pt x="228056" y="105589"/>
                  </a:cubicBezTo>
                  <a:cubicBezTo>
                    <a:pt x="227365" y="102121"/>
                    <a:pt x="225991" y="98827"/>
                    <a:pt x="224000" y="95903"/>
                  </a:cubicBezTo>
                  <a:cubicBezTo>
                    <a:pt x="221875" y="93412"/>
                    <a:pt x="219329" y="91304"/>
                    <a:pt x="216490" y="89671"/>
                  </a:cubicBezTo>
                  <a:cubicBezTo>
                    <a:pt x="189102" y="71005"/>
                    <a:pt x="168892" y="43569"/>
                    <a:pt x="159189" y="11883"/>
                  </a:cubicBezTo>
                  <a:cubicBezTo>
                    <a:pt x="158649" y="9209"/>
                    <a:pt x="157605" y="6661"/>
                    <a:pt x="156110" y="4375"/>
                  </a:cubicBezTo>
                  <a:cubicBezTo>
                    <a:pt x="150928" y="-2308"/>
                    <a:pt x="140489" y="-130"/>
                    <a:pt x="132604" y="2723"/>
                  </a:cubicBezTo>
                  <a:cubicBezTo>
                    <a:pt x="132296" y="14733"/>
                    <a:pt x="123674" y="24914"/>
                    <a:pt x="111876" y="27200"/>
                  </a:cubicBezTo>
                  <a:cubicBezTo>
                    <a:pt x="100101" y="28731"/>
                    <a:pt x="88783" y="22085"/>
                    <a:pt x="84390" y="11057"/>
                  </a:cubicBezTo>
                  <a:cubicBezTo>
                    <a:pt x="78382" y="-1632"/>
                    <a:pt x="70722" y="1822"/>
                    <a:pt x="67793" y="15187"/>
                  </a:cubicBezTo>
                  <a:cubicBezTo>
                    <a:pt x="62085" y="41917"/>
                    <a:pt x="60057" y="66770"/>
                    <a:pt x="41658" y="89070"/>
                  </a:cubicBezTo>
                  <a:close/>
                </a:path>
              </a:pathLst>
            </a:custGeom>
            <a:solidFill>
              <a:srgbClr val="9986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3" name="Content Placeholder 4">
              <a:extLst>
                <a:ext uri="{FF2B5EF4-FFF2-40B4-BE49-F238E27FC236}">
                  <a16:creationId xmlns:a16="http://schemas.microsoft.com/office/drawing/2014/main" id="{2E70ACAC-824F-93DD-0C0C-8DA90948AC75}"/>
                </a:ext>
              </a:extLst>
            </p:cNvPr>
            <p:cNvSpPr/>
            <p:nvPr/>
          </p:nvSpPr>
          <p:spPr>
            <a:xfrm>
              <a:off x="3523241" y="682657"/>
              <a:ext cx="23323" cy="22377"/>
            </a:xfrm>
            <a:custGeom>
              <a:avLst/>
              <a:gdLst>
                <a:gd name="connsiteX0" fmla="*/ 19196 w 23323"/>
                <a:gd name="connsiteY0" fmla="*/ 14537 h 22377"/>
                <a:gd name="connsiteX1" fmla="*/ 16418 w 23323"/>
                <a:gd name="connsiteY1" fmla="*/ 15738 h 22377"/>
                <a:gd name="connsiteX2" fmla="*/ 14260 w 23323"/>
                <a:gd name="connsiteY2" fmla="*/ 12977 h 22377"/>
                <a:gd name="connsiteX3" fmla="*/ 13864 w 23323"/>
                <a:gd name="connsiteY3" fmla="*/ 12960 h 22377"/>
                <a:gd name="connsiteX4" fmla="*/ 13864 w 23323"/>
                <a:gd name="connsiteY4" fmla="*/ 12960 h 22377"/>
                <a:gd name="connsiteX5" fmla="*/ 11807 w 23323"/>
                <a:gd name="connsiteY5" fmla="*/ 8647 h 22377"/>
                <a:gd name="connsiteX6" fmla="*/ 10560 w 23323"/>
                <a:gd name="connsiteY6" fmla="*/ 8455 h 22377"/>
                <a:gd name="connsiteX7" fmla="*/ 9884 w 23323"/>
                <a:gd name="connsiteY7" fmla="*/ 8455 h 22377"/>
                <a:gd name="connsiteX8" fmla="*/ 8029 w 23323"/>
                <a:gd name="connsiteY8" fmla="*/ 4634 h 22377"/>
                <a:gd name="connsiteX9" fmla="*/ 7255 w 23323"/>
                <a:gd name="connsiteY9" fmla="*/ 4476 h 22377"/>
                <a:gd name="connsiteX10" fmla="*/ 7255 w 23323"/>
                <a:gd name="connsiteY10" fmla="*/ 4476 h 22377"/>
                <a:gd name="connsiteX11" fmla="*/ 4667 w 23323"/>
                <a:gd name="connsiteY11" fmla="*/ 85 h 22377"/>
                <a:gd name="connsiteX12" fmla="*/ 3726 w 23323"/>
                <a:gd name="connsiteY12" fmla="*/ -29 h 22377"/>
                <a:gd name="connsiteX13" fmla="*/ -29 w 23323"/>
                <a:gd name="connsiteY13" fmla="*/ 3725 h 22377"/>
                <a:gd name="connsiteX14" fmla="*/ 3726 w 23323"/>
                <a:gd name="connsiteY14" fmla="*/ 7479 h 22377"/>
                <a:gd name="connsiteX15" fmla="*/ 4477 w 23323"/>
                <a:gd name="connsiteY15" fmla="*/ 7479 h 22377"/>
                <a:gd name="connsiteX16" fmla="*/ 7255 w 23323"/>
                <a:gd name="connsiteY16" fmla="*/ 10557 h 22377"/>
                <a:gd name="connsiteX17" fmla="*/ 7706 w 23323"/>
                <a:gd name="connsiteY17" fmla="*/ 10557 h 22377"/>
                <a:gd name="connsiteX18" fmla="*/ 9173 w 23323"/>
                <a:gd name="connsiteY18" fmla="*/ 15328 h 22377"/>
                <a:gd name="connsiteX19" fmla="*/ 10785 w 23323"/>
                <a:gd name="connsiteY19" fmla="*/ 15738 h 22377"/>
                <a:gd name="connsiteX20" fmla="*/ 11686 w 23323"/>
                <a:gd name="connsiteY20" fmla="*/ 15738 h 22377"/>
                <a:gd name="connsiteX21" fmla="*/ 13921 w 23323"/>
                <a:gd name="connsiteY21" fmla="*/ 18573 h 22377"/>
                <a:gd name="connsiteX22" fmla="*/ 14240 w 23323"/>
                <a:gd name="connsiteY22" fmla="*/ 18591 h 22377"/>
                <a:gd name="connsiteX23" fmla="*/ 16042 w 23323"/>
                <a:gd name="connsiteY23" fmla="*/ 17916 h 22377"/>
                <a:gd name="connsiteX24" fmla="*/ 18551 w 23323"/>
                <a:gd name="connsiteY24" fmla="*/ 22230 h 22377"/>
                <a:gd name="connsiteX25" fmla="*/ 19572 w 23323"/>
                <a:gd name="connsiteY25" fmla="*/ 22346 h 22377"/>
                <a:gd name="connsiteX26" fmla="*/ 23289 w 23323"/>
                <a:gd name="connsiteY26" fmla="*/ 18254 h 22377"/>
                <a:gd name="connsiteX27" fmla="*/ 19196 w 23323"/>
                <a:gd name="connsiteY27" fmla="*/ 14537 h 22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3323" h="22377">
                  <a:moveTo>
                    <a:pt x="19196" y="14537"/>
                  </a:moveTo>
                  <a:cubicBezTo>
                    <a:pt x="18139" y="14511"/>
                    <a:pt x="17123" y="14950"/>
                    <a:pt x="16418" y="15738"/>
                  </a:cubicBezTo>
                  <a:cubicBezTo>
                    <a:pt x="16584" y="14380"/>
                    <a:pt x="15619" y="13143"/>
                    <a:pt x="14260" y="12977"/>
                  </a:cubicBezTo>
                  <a:cubicBezTo>
                    <a:pt x="14129" y="12961"/>
                    <a:pt x="13996" y="12955"/>
                    <a:pt x="13864" y="12960"/>
                  </a:cubicBezTo>
                  <a:lnTo>
                    <a:pt x="13864" y="12960"/>
                  </a:lnTo>
                  <a:cubicBezTo>
                    <a:pt x="14488" y="11201"/>
                    <a:pt x="13567" y="9270"/>
                    <a:pt x="11807" y="8647"/>
                  </a:cubicBezTo>
                  <a:cubicBezTo>
                    <a:pt x="11407" y="8505"/>
                    <a:pt x="10984" y="8440"/>
                    <a:pt x="10560" y="8455"/>
                  </a:cubicBezTo>
                  <a:lnTo>
                    <a:pt x="9884" y="8455"/>
                  </a:lnTo>
                  <a:cubicBezTo>
                    <a:pt x="10427" y="6888"/>
                    <a:pt x="9597" y="5177"/>
                    <a:pt x="8029" y="4634"/>
                  </a:cubicBezTo>
                  <a:cubicBezTo>
                    <a:pt x="7780" y="4547"/>
                    <a:pt x="7519" y="4494"/>
                    <a:pt x="7255" y="4476"/>
                  </a:cubicBezTo>
                  <a:lnTo>
                    <a:pt x="7255" y="4476"/>
                  </a:lnTo>
                  <a:cubicBezTo>
                    <a:pt x="7753" y="2548"/>
                    <a:pt x="6595" y="582"/>
                    <a:pt x="4667" y="85"/>
                  </a:cubicBezTo>
                  <a:cubicBezTo>
                    <a:pt x="4360" y="6"/>
                    <a:pt x="4043" y="-33"/>
                    <a:pt x="3726" y="-29"/>
                  </a:cubicBezTo>
                  <a:cubicBezTo>
                    <a:pt x="1652" y="-29"/>
                    <a:pt x="-29" y="1652"/>
                    <a:pt x="-29" y="3725"/>
                  </a:cubicBezTo>
                  <a:cubicBezTo>
                    <a:pt x="-29" y="5798"/>
                    <a:pt x="1652" y="7479"/>
                    <a:pt x="3726" y="7479"/>
                  </a:cubicBezTo>
                  <a:lnTo>
                    <a:pt x="4477" y="7479"/>
                  </a:lnTo>
                  <a:cubicBezTo>
                    <a:pt x="4477" y="9131"/>
                    <a:pt x="5303" y="10858"/>
                    <a:pt x="7255" y="10557"/>
                  </a:cubicBezTo>
                  <a:lnTo>
                    <a:pt x="7706" y="10557"/>
                  </a:lnTo>
                  <a:cubicBezTo>
                    <a:pt x="6794" y="12280"/>
                    <a:pt x="7450" y="14415"/>
                    <a:pt x="9173" y="15328"/>
                  </a:cubicBezTo>
                  <a:cubicBezTo>
                    <a:pt x="9670" y="15591"/>
                    <a:pt x="10223" y="15732"/>
                    <a:pt x="10785" y="15738"/>
                  </a:cubicBezTo>
                  <a:cubicBezTo>
                    <a:pt x="11083" y="15790"/>
                    <a:pt x="11388" y="15790"/>
                    <a:pt x="11686" y="15738"/>
                  </a:cubicBezTo>
                  <a:cubicBezTo>
                    <a:pt x="11520" y="17139"/>
                    <a:pt x="12521" y="18408"/>
                    <a:pt x="13921" y="18573"/>
                  </a:cubicBezTo>
                  <a:cubicBezTo>
                    <a:pt x="14027" y="18586"/>
                    <a:pt x="14133" y="18592"/>
                    <a:pt x="14240" y="18591"/>
                  </a:cubicBezTo>
                  <a:cubicBezTo>
                    <a:pt x="14904" y="18602"/>
                    <a:pt x="15549" y="18361"/>
                    <a:pt x="16042" y="17916"/>
                  </a:cubicBezTo>
                  <a:cubicBezTo>
                    <a:pt x="15543" y="19800"/>
                    <a:pt x="16667" y="21731"/>
                    <a:pt x="18551" y="22230"/>
                  </a:cubicBezTo>
                  <a:cubicBezTo>
                    <a:pt x="18884" y="22318"/>
                    <a:pt x="19228" y="22357"/>
                    <a:pt x="19572" y="22346"/>
                  </a:cubicBezTo>
                  <a:cubicBezTo>
                    <a:pt x="21729" y="22242"/>
                    <a:pt x="23393" y="20410"/>
                    <a:pt x="23289" y="18254"/>
                  </a:cubicBezTo>
                  <a:cubicBezTo>
                    <a:pt x="23186" y="16097"/>
                    <a:pt x="21353" y="14433"/>
                    <a:pt x="19196" y="14537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4" name="Content Placeholder 4">
              <a:extLst>
                <a:ext uri="{FF2B5EF4-FFF2-40B4-BE49-F238E27FC236}">
                  <a16:creationId xmlns:a16="http://schemas.microsoft.com/office/drawing/2014/main" id="{0B8EE181-45C4-D0DD-1E56-893A76A49C41}"/>
                </a:ext>
              </a:extLst>
            </p:cNvPr>
            <p:cNvSpPr/>
            <p:nvPr/>
          </p:nvSpPr>
          <p:spPr>
            <a:xfrm>
              <a:off x="3546993" y="695947"/>
              <a:ext cx="16074" cy="11343"/>
            </a:xfrm>
            <a:custGeom>
              <a:avLst/>
              <a:gdLst>
                <a:gd name="connsiteX0" fmla="*/ 13544 w 16074"/>
                <a:gd name="connsiteY0" fmla="*/ -30 h 11343"/>
                <a:gd name="connsiteX1" fmla="*/ 10390 w 16074"/>
                <a:gd name="connsiteY1" fmla="*/ 3124 h 11343"/>
                <a:gd name="connsiteX2" fmla="*/ 9338 w 16074"/>
                <a:gd name="connsiteY2" fmla="*/ 3124 h 11343"/>
                <a:gd name="connsiteX3" fmla="*/ 5884 w 16074"/>
                <a:gd name="connsiteY3" fmla="*/ 5076 h 11343"/>
                <a:gd name="connsiteX4" fmla="*/ 2805 w 16074"/>
                <a:gd name="connsiteY4" fmla="*/ 3499 h 11343"/>
                <a:gd name="connsiteX5" fmla="*/ 122 w 16074"/>
                <a:gd name="connsiteY5" fmla="*/ 8326 h 11343"/>
                <a:gd name="connsiteX6" fmla="*/ 2805 w 16074"/>
                <a:gd name="connsiteY6" fmla="*/ 11008 h 11343"/>
                <a:gd name="connsiteX7" fmla="*/ 5884 w 16074"/>
                <a:gd name="connsiteY7" fmla="*/ 9356 h 11343"/>
                <a:gd name="connsiteX8" fmla="*/ 9338 w 16074"/>
                <a:gd name="connsiteY8" fmla="*/ 11308 h 11343"/>
                <a:gd name="connsiteX9" fmla="*/ 13403 w 16074"/>
                <a:gd name="connsiteY9" fmla="*/ 7263 h 11343"/>
                <a:gd name="connsiteX10" fmla="*/ 13319 w 16074"/>
                <a:gd name="connsiteY10" fmla="*/ 6428 h 11343"/>
                <a:gd name="connsiteX11" fmla="*/ 13319 w 16074"/>
                <a:gd name="connsiteY11" fmla="*/ 6428 h 11343"/>
                <a:gd name="connsiteX12" fmla="*/ 15994 w 16074"/>
                <a:gd name="connsiteY12" fmla="*/ 2597 h 11343"/>
                <a:gd name="connsiteX13" fmla="*/ 13544 w 16074"/>
                <a:gd name="connsiteY13" fmla="*/ -30 h 11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074" h="11343">
                  <a:moveTo>
                    <a:pt x="13544" y="-30"/>
                  </a:moveTo>
                  <a:cubicBezTo>
                    <a:pt x="11802" y="-30"/>
                    <a:pt x="10390" y="1382"/>
                    <a:pt x="10390" y="3124"/>
                  </a:cubicBezTo>
                  <a:cubicBezTo>
                    <a:pt x="10040" y="3081"/>
                    <a:pt x="9687" y="3081"/>
                    <a:pt x="9338" y="3124"/>
                  </a:cubicBezTo>
                  <a:cubicBezTo>
                    <a:pt x="7905" y="3045"/>
                    <a:pt x="6556" y="3807"/>
                    <a:pt x="5884" y="5076"/>
                  </a:cubicBezTo>
                  <a:cubicBezTo>
                    <a:pt x="5203" y="4049"/>
                    <a:pt x="4036" y="3451"/>
                    <a:pt x="2805" y="3499"/>
                  </a:cubicBezTo>
                  <a:cubicBezTo>
                    <a:pt x="731" y="4092"/>
                    <a:pt x="-471" y="6253"/>
                    <a:pt x="122" y="8326"/>
                  </a:cubicBezTo>
                  <a:cubicBezTo>
                    <a:pt x="493" y="9623"/>
                    <a:pt x="1507" y="10637"/>
                    <a:pt x="2805" y="11008"/>
                  </a:cubicBezTo>
                  <a:cubicBezTo>
                    <a:pt x="4050" y="11039"/>
                    <a:pt x="5221" y="10412"/>
                    <a:pt x="5884" y="9356"/>
                  </a:cubicBezTo>
                  <a:cubicBezTo>
                    <a:pt x="6556" y="10625"/>
                    <a:pt x="7905" y="11387"/>
                    <a:pt x="9338" y="11308"/>
                  </a:cubicBezTo>
                  <a:cubicBezTo>
                    <a:pt x="11578" y="11313"/>
                    <a:pt x="13398" y="9503"/>
                    <a:pt x="13403" y="7263"/>
                  </a:cubicBezTo>
                  <a:cubicBezTo>
                    <a:pt x="13404" y="6982"/>
                    <a:pt x="13376" y="6702"/>
                    <a:pt x="13319" y="6428"/>
                  </a:cubicBezTo>
                  <a:lnTo>
                    <a:pt x="13319" y="6428"/>
                  </a:lnTo>
                  <a:cubicBezTo>
                    <a:pt x="15116" y="6108"/>
                    <a:pt x="16313" y="4393"/>
                    <a:pt x="15994" y="2597"/>
                  </a:cubicBezTo>
                  <a:cubicBezTo>
                    <a:pt x="15766" y="1315"/>
                    <a:pt x="14807" y="287"/>
                    <a:pt x="13544" y="-30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5" name="Content Placeholder 4">
              <a:extLst>
                <a:ext uri="{FF2B5EF4-FFF2-40B4-BE49-F238E27FC236}">
                  <a16:creationId xmlns:a16="http://schemas.microsoft.com/office/drawing/2014/main" id="{DC5FD9AC-C374-9855-C155-96A728F452A6}"/>
                </a:ext>
              </a:extLst>
            </p:cNvPr>
            <p:cNvSpPr/>
            <p:nvPr/>
          </p:nvSpPr>
          <p:spPr>
            <a:xfrm>
              <a:off x="3558654" y="691067"/>
              <a:ext cx="3824" cy="4580"/>
            </a:xfrm>
            <a:custGeom>
              <a:avLst/>
              <a:gdLst>
                <a:gd name="connsiteX0" fmla="*/ 1883 w 3824"/>
                <a:gd name="connsiteY0" fmla="*/ 4550 h 4580"/>
                <a:gd name="connsiteX1" fmla="*/ 3757 w 3824"/>
                <a:gd name="connsiteY1" fmla="*/ 1844 h 4580"/>
                <a:gd name="connsiteX2" fmla="*/ 1883 w 3824"/>
                <a:gd name="connsiteY2" fmla="*/ -30 h 4580"/>
                <a:gd name="connsiteX3" fmla="*/ 9 w 3824"/>
                <a:gd name="connsiteY3" fmla="*/ 2677 h 4580"/>
                <a:gd name="connsiteX4" fmla="*/ 1883 w 3824"/>
                <a:gd name="connsiteY4" fmla="*/ 4550 h 4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24" h="4580">
                  <a:moveTo>
                    <a:pt x="1883" y="4550"/>
                  </a:moveTo>
                  <a:cubicBezTo>
                    <a:pt x="3148" y="4321"/>
                    <a:pt x="3987" y="3109"/>
                    <a:pt x="3757" y="1844"/>
                  </a:cubicBezTo>
                  <a:cubicBezTo>
                    <a:pt x="3584" y="890"/>
                    <a:pt x="2837" y="144"/>
                    <a:pt x="1883" y="-30"/>
                  </a:cubicBezTo>
                  <a:cubicBezTo>
                    <a:pt x="618" y="200"/>
                    <a:pt x="-221" y="1412"/>
                    <a:pt x="9" y="2677"/>
                  </a:cubicBezTo>
                  <a:cubicBezTo>
                    <a:pt x="182" y="3631"/>
                    <a:pt x="929" y="4377"/>
                    <a:pt x="1883" y="4550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6" name="Content Placeholder 4">
              <a:extLst>
                <a:ext uri="{FF2B5EF4-FFF2-40B4-BE49-F238E27FC236}">
                  <a16:creationId xmlns:a16="http://schemas.microsoft.com/office/drawing/2014/main" id="{533C0C2B-2B5E-47F4-5AB2-E9F7D8671DE2}"/>
                </a:ext>
              </a:extLst>
            </p:cNvPr>
            <p:cNvSpPr/>
            <p:nvPr/>
          </p:nvSpPr>
          <p:spPr>
            <a:xfrm>
              <a:off x="3554920" y="677413"/>
              <a:ext cx="8212" cy="13417"/>
            </a:xfrm>
            <a:custGeom>
              <a:avLst/>
              <a:gdLst>
                <a:gd name="connsiteX0" fmla="*/ 3138 w 8212"/>
                <a:gd name="connsiteY0" fmla="*/ 6867 h 13417"/>
                <a:gd name="connsiteX1" fmla="*/ 1661 w 8212"/>
                <a:gd name="connsiteY1" fmla="*/ 11523 h 13417"/>
                <a:gd name="connsiteX2" fmla="*/ 6318 w 8212"/>
                <a:gd name="connsiteY2" fmla="*/ 13000 h 13417"/>
                <a:gd name="connsiteX3" fmla="*/ 7795 w 8212"/>
                <a:gd name="connsiteY3" fmla="*/ 8344 h 13417"/>
                <a:gd name="connsiteX4" fmla="*/ 5016 w 8212"/>
                <a:gd name="connsiteY4" fmla="*/ 6491 h 13417"/>
                <a:gd name="connsiteX5" fmla="*/ 6493 w 8212"/>
                <a:gd name="connsiteY5" fmla="*/ 1835 h 13417"/>
                <a:gd name="connsiteX6" fmla="*/ 1836 w 8212"/>
                <a:gd name="connsiteY6" fmla="*/ 358 h 13417"/>
                <a:gd name="connsiteX7" fmla="*/ 359 w 8212"/>
                <a:gd name="connsiteY7" fmla="*/ 5014 h 13417"/>
                <a:gd name="connsiteX8" fmla="*/ 3138 w 8212"/>
                <a:gd name="connsiteY8" fmla="*/ 6867 h 13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12" h="13417">
                  <a:moveTo>
                    <a:pt x="3138" y="6867"/>
                  </a:moveTo>
                  <a:cubicBezTo>
                    <a:pt x="1444" y="7744"/>
                    <a:pt x="783" y="9829"/>
                    <a:pt x="1661" y="11523"/>
                  </a:cubicBezTo>
                  <a:cubicBezTo>
                    <a:pt x="2539" y="13216"/>
                    <a:pt x="4624" y="13877"/>
                    <a:pt x="6318" y="13000"/>
                  </a:cubicBezTo>
                  <a:cubicBezTo>
                    <a:pt x="8012" y="12122"/>
                    <a:pt x="8673" y="10037"/>
                    <a:pt x="7795" y="8344"/>
                  </a:cubicBezTo>
                  <a:cubicBezTo>
                    <a:pt x="7249" y="7289"/>
                    <a:pt x="6199" y="6590"/>
                    <a:pt x="5016" y="6491"/>
                  </a:cubicBezTo>
                  <a:cubicBezTo>
                    <a:pt x="6710" y="5614"/>
                    <a:pt x="7371" y="3529"/>
                    <a:pt x="6493" y="1835"/>
                  </a:cubicBezTo>
                  <a:cubicBezTo>
                    <a:pt x="5615" y="142"/>
                    <a:pt x="3530" y="-519"/>
                    <a:pt x="1836" y="358"/>
                  </a:cubicBezTo>
                  <a:cubicBezTo>
                    <a:pt x="143" y="1236"/>
                    <a:pt x="-519" y="3320"/>
                    <a:pt x="359" y="5014"/>
                  </a:cubicBezTo>
                  <a:cubicBezTo>
                    <a:pt x="906" y="6069"/>
                    <a:pt x="1955" y="6768"/>
                    <a:pt x="3138" y="6867"/>
                  </a:cubicBezTo>
                  <a:close/>
                </a:path>
              </a:pathLst>
            </a:custGeom>
            <a:solidFill>
              <a:srgbClr val="F0F0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7" name="Content Placeholder 4">
              <a:extLst>
                <a:ext uri="{FF2B5EF4-FFF2-40B4-BE49-F238E27FC236}">
                  <a16:creationId xmlns:a16="http://schemas.microsoft.com/office/drawing/2014/main" id="{11CE0CA8-E2FC-8B4A-7C06-589CBC1CB83E}"/>
                </a:ext>
              </a:extLst>
            </p:cNvPr>
            <p:cNvSpPr/>
            <p:nvPr/>
          </p:nvSpPr>
          <p:spPr>
            <a:xfrm>
              <a:off x="3723715" y="769854"/>
              <a:ext cx="39590" cy="23131"/>
            </a:xfrm>
            <a:custGeom>
              <a:avLst/>
              <a:gdLst>
                <a:gd name="connsiteX0" fmla="*/ 15484 w 39590"/>
                <a:gd name="connsiteY0" fmla="*/ 397 h 23131"/>
                <a:gd name="connsiteX1" fmla="*/ 18488 w 39590"/>
                <a:gd name="connsiteY1" fmla="*/ 397 h 23131"/>
                <a:gd name="connsiteX2" fmla="*/ 19314 w 39590"/>
                <a:gd name="connsiteY2" fmla="*/ 1448 h 23131"/>
                <a:gd name="connsiteX3" fmla="*/ 24046 w 39590"/>
                <a:gd name="connsiteY3" fmla="*/ 1448 h 23131"/>
                <a:gd name="connsiteX4" fmla="*/ 32006 w 39590"/>
                <a:gd name="connsiteY4" fmla="*/ 172 h 23131"/>
                <a:gd name="connsiteX5" fmla="*/ 35235 w 39590"/>
                <a:gd name="connsiteY5" fmla="*/ 622 h 23131"/>
                <a:gd name="connsiteX6" fmla="*/ 38690 w 39590"/>
                <a:gd name="connsiteY6" fmla="*/ 6028 h 23131"/>
                <a:gd name="connsiteX7" fmla="*/ 38690 w 39590"/>
                <a:gd name="connsiteY7" fmla="*/ 14438 h 23131"/>
                <a:gd name="connsiteX8" fmla="*/ 32607 w 39590"/>
                <a:gd name="connsiteY8" fmla="*/ 18192 h 23131"/>
                <a:gd name="connsiteX9" fmla="*/ 7073 w 39590"/>
                <a:gd name="connsiteY9" fmla="*/ 22998 h 23131"/>
                <a:gd name="connsiteX10" fmla="*/ 3919 w 39590"/>
                <a:gd name="connsiteY10" fmla="*/ 22547 h 23131"/>
                <a:gd name="connsiteX11" fmla="*/ 2792 w 39590"/>
                <a:gd name="connsiteY11" fmla="*/ 20970 h 23131"/>
                <a:gd name="connsiteX12" fmla="*/ 1440 w 39590"/>
                <a:gd name="connsiteY12" fmla="*/ 7906 h 23131"/>
                <a:gd name="connsiteX13" fmla="*/ 15484 w 39590"/>
                <a:gd name="connsiteY13" fmla="*/ 397 h 23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590" h="23131">
                  <a:moveTo>
                    <a:pt x="15484" y="397"/>
                  </a:moveTo>
                  <a:cubicBezTo>
                    <a:pt x="16404" y="-172"/>
                    <a:pt x="17568" y="-172"/>
                    <a:pt x="18488" y="397"/>
                  </a:cubicBezTo>
                  <a:cubicBezTo>
                    <a:pt x="18782" y="733"/>
                    <a:pt x="19057" y="1084"/>
                    <a:pt x="19314" y="1448"/>
                  </a:cubicBezTo>
                  <a:cubicBezTo>
                    <a:pt x="20441" y="2650"/>
                    <a:pt x="22393" y="2124"/>
                    <a:pt x="24046" y="1448"/>
                  </a:cubicBezTo>
                  <a:cubicBezTo>
                    <a:pt x="26625" y="647"/>
                    <a:pt x="29306" y="218"/>
                    <a:pt x="32006" y="172"/>
                  </a:cubicBezTo>
                  <a:cubicBezTo>
                    <a:pt x="33103" y="84"/>
                    <a:pt x="34205" y="238"/>
                    <a:pt x="35235" y="622"/>
                  </a:cubicBezTo>
                  <a:cubicBezTo>
                    <a:pt x="37051" y="1903"/>
                    <a:pt x="38291" y="3844"/>
                    <a:pt x="38690" y="6028"/>
                  </a:cubicBezTo>
                  <a:cubicBezTo>
                    <a:pt x="39851" y="8711"/>
                    <a:pt x="39851" y="11755"/>
                    <a:pt x="38690" y="14438"/>
                  </a:cubicBezTo>
                  <a:cubicBezTo>
                    <a:pt x="37195" y="16397"/>
                    <a:pt x="35028" y="17734"/>
                    <a:pt x="32607" y="18192"/>
                  </a:cubicBezTo>
                  <a:cubicBezTo>
                    <a:pt x="24247" y="20514"/>
                    <a:pt x="15705" y="22121"/>
                    <a:pt x="7073" y="22998"/>
                  </a:cubicBezTo>
                  <a:cubicBezTo>
                    <a:pt x="6001" y="23230"/>
                    <a:pt x="4882" y="23070"/>
                    <a:pt x="3919" y="22547"/>
                  </a:cubicBezTo>
                  <a:cubicBezTo>
                    <a:pt x="3422" y="22121"/>
                    <a:pt x="3035" y="21579"/>
                    <a:pt x="2792" y="20970"/>
                  </a:cubicBezTo>
                  <a:cubicBezTo>
                    <a:pt x="1215" y="17591"/>
                    <a:pt x="-1864" y="10834"/>
                    <a:pt x="1440" y="7906"/>
                  </a:cubicBezTo>
                  <a:cubicBezTo>
                    <a:pt x="5639" y="4589"/>
                    <a:pt x="10394" y="2047"/>
                    <a:pt x="15484" y="397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8" name="Content Placeholder 4">
              <a:extLst>
                <a:ext uri="{FF2B5EF4-FFF2-40B4-BE49-F238E27FC236}">
                  <a16:creationId xmlns:a16="http://schemas.microsoft.com/office/drawing/2014/main" id="{ED9B40C8-43B4-114E-0539-E6BD89909BC3}"/>
                </a:ext>
              </a:extLst>
            </p:cNvPr>
            <p:cNvSpPr/>
            <p:nvPr/>
          </p:nvSpPr>
          <p:spPr>
            <a:xfrm>
              <a:off x="3722674" y="646395"/>
              <a:ext cx="168476" cy="89793"/>
            </a:xfrm>
            <a:custGeom>
              <a:avLst/>
              <a:gdLst>
                <a:gd name="connsiteX0" fmla="*/ 164772 w 168476"/>
                <a:gd name="connsiteY0" fmla="*/ 1018 h 89793"/>
                <a:gd name="connsiteX1" fmla="*/ 77131 w 168476"/>
                <a:gd name="connsiteY1" fmla="*/ 55229 h 89793"/>
                <a:gd name="connsiteX2" fmla="*/ 30944 w 168476"/>
                <a:gd name="connsiteY2" fmla="*/ 65065 h 89793"/>
                <a:gd name="connsiteX3" fmla="*/ 229 w 168476"/>
                <a:gd name="connsiteY3" fmla="*/ 88041 h 89793"/>
                <a:gd name="connsiteX4" fmla="*/ 1580 w 168476"/>
                <a:gd name="connsiteY4" fmla="*/ 89467 h 89793"/>
                <a:gd name="connsiteX5" fmla="*/ 52648 w 168476"/>
                <a:gd name="connsiteY5" fmla="*/ 62587 h 89793"/>
                <a:gd name="connsiteX6" fmla="*/ 100637 w 168476"/>
                <a:gd name="connsiteY6" fmla="*/ 51324 h 89793"/>
                <a:gd name="connsiteX7" fmla="*/ 168227 w 168476"/>
                <a:gd name="connsiteY7" fmla="*/ 2820 h 89793"/>
                <a:gd name="connsiteX8" fmla="*/ 167401 w 168476"/>
                <a:gd name="connsiteY8" fmla="*/ 192 h 89793"/>
                <a:gd name="connsiteX9" fmla="*/ 164772 w 168476"/>
                <a:gd name="connsiteY9" fmla="*/ 1018 h 89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8476" h="89793">
                  <a:moveTo>
                    <a:pt x="164772" y="1018"/>
                  </a:moveTo>
                  <a:cubicBezTo>
                    <a:pt x="147274" y="28724"/>
                    <a:pt x="107997" y="47570"/>
                    <a:pt x="77131" y="55229"/>
                  </a:cubicBezTo>
                  <a:cubicBezTo>
                    <a:pt x="62111" y="59058"/>
                    <a:pt x="45664" y="58983"/>
                    <a:pt x="30944" y="65065"/>
                  </a:cubicBezTo>
                  <a:cubicBezTo>
                    <a:pt x="18983" y="70100"/>
                    <a:pt x="8436" y="77989"/>
                    <a:pt x="229" y="88041"/>
                  </a:cubicBezTo>
                  <a:cubicBezTo>
                    <a:pt x="-598" y="89017"/>
                    <a:pt x="754" y="90368"/>
                    <a:pt x="1580" y="89467"/>
                  </a:cubicBezTo>
                  <a:cubicBezTo>
                    <a:pt x="14817" y="74660"/>
                    <a:pt x="32947" y="65117"/>
                    <a:pt x="52648" y="62587"/>
                  </a:cubicBezTo>
                  <a:cubicBezTo>
                    <a:pt x="69035" y="60753"/>
                    <a:pt x="85146" y="56971"/>
                    <a:pt x="100637" y="51324"/>
                  </a:cubicBezTo>
                  <a:cubicBezTo>
                    <a:pt x="125345" y="41263"/>
                    <a:pt x="153808" y="26471"/>
                    <a:pt x="168227" y="2820"/>
                  </a:cubicBezTo>
                  <a:cubicBezTo>
                    <a:pt x="168723" y="1866"/>
                    <a:pt x="168355" y="689"/>
                    <a:pt x="167401" y="192"/>
                  </a:cubicBezTo>
                  <a:cubicBezTo>
                    <a:pt x="166447" y="-306"/>
                    <a:pt x="165268" y="64"/>
                    <a:pt x="164772" y="1018"/>
                  </a:cubicBezTo>
                  <a:close/>
                </a:path>
              </a:pathLst>
            </a:custGeom>
            <a:solidFill>
              <a:srgbClr val="F4F4F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9" name="Content Placeholder 4">
              <a:extLst>
                <a:ext uri="{FF2B5EF4-FFF2-40B4-BE49-F238E27FC236}">
                  <a16:creationId xmlns:a16="http://schemas.microsoft.com/office/drawing/2014/main" id="{3DA42B52-DAE0-8D46-0A3B-C53FCE8EBB13}"/>
                </a:ext>
              </a:extLst>
            </p:cNvPr>
            <p:cNvSpPr/>
            <p:nvPr/>
          </p:nvSpPr>
          <p:spPr>
            <a:xfrm>
              <a:off x="3562902" y="628680"/>
              <a:ext cx="162797" cy="110845"/>
            </a:xfrm>
            <a:custGeom>
              <a:avLst/>
              <a:gdLst>
                <a:gd name="connsiteX0" fmla="*/ 161277 w 162797"/>
                <a:gd name="connsiteY0" fmla="*/ 103579 h 110845"/>
                <a:gd name="connsiteX1" fmla="*/ 68754 w 162797"/>
                <a:gd name="connsiteY1" fmla="*/ 49668 h 110845"/>
                <a:gd name="connsiteX2" fmla="*/ 2291 w 162797"/>
                <a:gd name="connsiteY2" fmla="*/ 37 h 110845"/>
                <a:gd name="connsiteX3" fmla="*/ 38 w 162797"/>
                <a:gd name="connsiteY3" fmla="*/ 1313 h 110845"/>
                <a:gd name="connsiteX4" fmla="*/ 1314 w 162797"/>
                <a:gd name="connsiteY4" fmla="*/ 3566 h 110845"/>
                <a:gd name="connsiteX5" fmla="*/ 87754 w 162797"/>
                <a:gd name="connsiteY5" fmla="*/ 76773 h 110845"/>
                <a:gd name="connsiteX6" fmla="*/ 162253 w 162797"/>
                <a:gd name="connsiteY6" fmla="*/ 105306 h 110845"/>
                <a:gd name="connsiteX7" fmla="*/ 161277 w 162797"/>
                <a:gd name="connsiteY7" fmla="*/ 103579 h 11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2797" h="110845">
                  <a:moveTo>
                    <a:pt x="161277" y="103579"/>
                  </a:moveTo>
                  <a:cubicBezTo>
                    <a:pt x="127332" y="123701"/>
                    <a:pt x="87754" y="71517"/>
                    <a:pt x="68754" y="49668"/>
                  </a:cubicBezTo>
                  <a:cubicBezTo>
                    <a:pt x="49754" y="27818"/>
                    <a:pt x="30153" y="7771"/>
                    <a:pt x="2291" y="37"/>
                  </a:cubicBezTo>
                  <a:cubicBezTo>
                    <a:pt x="1316" y="-233"/>
                    <a:pt x="307" y="339"/>
                    <a:pt x="38" y="1313"/>
                  </a:cubicBezTo>
                  <a:cubicBezTo>
                    <a:pt x="-232" y="2288"/>
                    <a:pt x="339" y="3296"/>
                    <a:pt x="1314" y="3566"/>
                  </a:cubicBezTo>
                  <a:cubicBezTo>
                    <a:pt x="39690" y="15129"/>
                    <a:pt x="61394" y="49443"/>
                    <a:pt x="87754" y="76773"/>
                  </a:cubicBezTo>
                  <a:cubicBezTo>
                    <a:pt x="104276" y="93818"/>
                    <a:pt x="137320" y="123025"/>
                    <a:pt x="162253" y="105306"/>
                  </a:cubicBezTo>
                  <a:cubicBezTo>
                    <a:pt x="163380" y="104555"/>
                    <a:pt x="162479" y="102978"/>
                    <a:pt x="161277" y="103579"/>
                  </a:cubicBezTo>
                  <a:close/>
                </a:path>
              </a:pathLst>
            </a:custGeom>
            <a:solidFill>
              <a:srgbClr val="F4F4F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0" name="Content Placeholder 4">
              <a:extLst>
                <a:ext uri="{FF2B5EF4-FFF2-40B4-BE49-F238E27FC236}">
                  <a16:creationId xmlns:a16="http://schemas.microsoft.com/office/drawing/2014/main" id="{7E97F798-5063-F7D4-F470-E9308DB7AD28}"/>
                </a:ext>
              </a:extLst>
            </p:cNvPr>
            <p:cNvSpPr/>
            <p:nvPr/>
          </p:nvSpPr>
          <p:spPr>
            <a:xfrm>
              <a:off x="3409125" y="538467"/>
              <a:ext cx="205627" cy="236840"/>
            </a:xfrm>
            <a:custGeom>
              <a:avLst/>
              <a:gdLst>
                <a:gd name="connsiteX0" fmla="*/ 194894 w 205627"/>
                <a:gd name="connsiteY0" fmla="*/ 116229 h 236840"/>
                <a:gd name="connsiteX1" fmla="*/ 183329 w 205627"/>
                <a:gd name="connsiteY1" fmla="*/ 104066 h 236840"/>
                <a:gd name="connsiteX2" fmla="*/ 178147 w 205627"/>
                <a:gd name="connsiteY2" fmla="*/ 84319 h 236840"/>
                <a:gd name="connsiteX3" fmla="*/ 162451 w 205627"/>
                <a:gd name="connsiteY3" fmla="*/ 34012 h 236840"/>
                <a:gd name="connsiteX4" fmla="*/ 161550 w 205627"/>
                <a:gd name="connsiteY4" fmla="*/ 32210 h 236840"/>
                <a:gd name="connsiteX5" fmla="*/ 154040 w 205627"/>
                <a:gd name="connsiteY5" fmla="*/ 7657 h 236840"/>
                <a:gd name="connsiteX6" fmla="*/ 143901 w 205627"/>
                <a:gd name="connsiteY6" fmla="*/ 3452 h 236840"/>
                <a:gd name="connsiteX7" fmla="*/ 131285 w 205627"/>
                <a:gd name="connsiteY7" fmla="*/ 825 h 236840"/>
                <a:gd name="connsiteX8" fmla="*/ 129933 w 205627"/>
                <a:gd name="connsiteY8" fmla="*/ 825 h 236840"/>
                <a:gd name="connsiteX9" fmla="*/ 46196 w 205627"/>
                <a:gd name="connsiteY9" fmla="*/ 31985 h 236840"/>
                <a:gd name="connsiteX10" fmla="*/ 46857 w 205627"/>
                <a:gd name="connsiteY10" fmla="*/ 44284 h 236840"/>
                <a:gd name="connsiteX11" fmla="*/ 46872 w 205627"/>
                <a:gd name="connsiteY11" fmla="*/ 44298 h 236840"/>
                <a:gd name="connsiteX12" fmla="*/ 44694 w 205627"/>
                <a:gd name="connsiteY12" fmla="*/ 53759 h 236840"/>
                <a:gd name="connsiteX13" fmla="*/ 40639 w 205627"/>
                <a:gd name="connsiteY13" fmla="*/ 61268 h 236840"/>
                <a:gd name="connsiteX14" fmla="*/ 42366 w 205627"/>
                <a:gd name="connsiteY14" fmla="*/ 96632 h 236840"/>
                <a:gd name="connsiteX15" fmla="*/ 51453 w 205627"/>
                <a:gd name="connsiteY15" fmla="*/ 127567 h 236840"/>
                <a:gd name="connsiteX16" fmla="*/ 32829 w 205627"/>
                <a:gd name="connsiteY16" fmla="*/ 144086 h 236840"/>
                <a:gd name="connsiteX17" fmla="*/ 10 w 205627"/>
                <a:gd name="connsiteY17" fmla="*/ 183580 h 236840"/>
                <a:gd name="connsiteX18" fmla="*/ 9022 w 205627"/>
                <a:gd name="connsiteY18" fmla="*/ 213614 h 236840"/>
                <a:gd name="connsiteX19" fmla="*/ 35082 w 205627"/>
                <a:gd name="connsiteY19" fmla="*/ 235313 h 236840"/>
                <a:gd name="connsiteX20" fmla="*/ 47323 w 205627"/>
                <a:gd name="connsiteY20" fmla="*/ 235764 h 236840"/>
                <a:gd name="connsiteX21" fmla="*/ 95011 w 205627"/>
                <a:gd name="connsiteY21" fmla="*/ 220747 h 236840"/>
                <a:gd name="connsiteX22" fmla="*/ 98841 w 205627"/>
                <a:gd name="connsiteY22" fmla="*/ 214515 h 236840"/>
                <a:gd name="connsiteX23" fmla="*/ 108304 w 205627"/>
                <a:gd name="connsiteY23" fmla="*/ 197396 h 236840"/>
                <a:gd name="connsiteX24" fmla="*/ 87744 w 205627"/>
                <a:gd name="connsiteY24" fmla="*/ 166689 h 236840"/>
                <a:gd name="connsiteX25" fmla="*/ 85173 w 205627"/>
                <a:gd name="connsiteY25" fmla="*/ 166311 h 236840"/>
                <a:gd name="connsiteX26" fmla="*/ 78339 w 205627"/>
                <a:gd name="connsiteY26" fmla="*/ 160229 h 236840"/>
                <a:gd name="connsiteX27" fmla="*/ 99067 w 205627"/>
                <a:gd name="connsiteY27" fmla="*/ 136127 h 236840"/>
                <a:gd name="connsiteX28" fmla="*/ 74584 w 205627"/>
                <a:gd name="connsiteY28" fmla="*/ 72680 h 236840"/>
                <a:gd name="connsiteX29" fmla="*/ 71054 w 205627"/>
                <a:gd name="connsiteY29" fmla="*/ 69377 h 236840"/>
                <a:gd name="connsiteX30" fmla="*/ 71054 w 205627"/>
                <a:gd name="connsiteY30" fmla="*/ 67650 h 236840"/>
                <a:gd name="connsiteX31" fmla="*/ 73157 w 205627"/>
                <a:gd name="connsiteY31" fmla="*/ 46626 h 236840"/>
                <a:gd name="connsiteX32" fmla="*/ 81493 w 205627"/>
                <a:gd name="connsiteY32" fmla="*/ 40319 h 236840"/>
                <a:gd name="connsiteX33" fmla="*/ 91106 w 205627"/>
                <a:gd name="connsiteY33" fmla="*/ 41370 h 236840"/>
                <a:gd name="connsiteX34" fmla="*/ 110782 w 205627"/>
                <a:gd name="connsiteY34" fmla="*/ 43623 h 236840"/>
                <a:gd name="connsiteX35" fmla="*/ 137142 w 205627"/>
                <a:gd name="connsiteY35" fmla="*/ 46776 h 236840"/>
                <a:gd name="connsiteX36" fmla="*/ 137743 w 205627"/>
                <a:gd name="connsiteY36" fmla="*/ 47602 h 236840"/>
                <a:gd name="connsiteX37" fmla="*/ 139245 w 205627"/>
                <a:gd name="connsiteY37" fmla="*/ 48954 h 236840"/>
                <a:gd name="connsiteX38" fmla="*/ 148933 w 205627"/>
                <a:gd name="connsiteY38" fmla="*/ 77486 h 236840"/>
                <a:gd name="connsiteX39" fmla="*/ 152688 w 205627"/>
                <a:gd name="connsiteY39" fmla="*/ 98885 h 236840"/>
                <a:gd name="connsiteX40" fmla="*/ 146079 w 205627"/>
                <a:gd name="connsiteY40" fmla="*/ 109772 h 236840"/>
                <a:gd name="connsiteX41" fmla="*/ 153589 w 205627"/>
                <a:gd name="connsiteY41" fmla="*/ 147314 h 236840"/>
                <a:gd name="connsiteX42" fmla="*/ 159372 w 205627"/>
                <a:gd name="connsiteY42" fmla="*/ 155574 h 236840"/>
                <a:gd name="connsiteX43" fmla="*/ 160498 w 205627"/>
                <a:gd name="connsiteY43" fmla="*/ 156475 h 236840"/>
                <a:gd name="connsiteX44" fmla="*/ 158246 w 205627"/>
                <a:gd name="connsiteY44" fmla="*/ 158352 h 236840"/>
                <a:gd name="connsiteX45" fmla="*/ 149834 w 205627"/>
                <a:gd name="connsiteY45" fmla="*/ 171492 h 236840"/>
                <a:gd name="connsiteX46" fmla="*/ 194218 w 205627"/>
                <a:gd name="connsiteY46" fmla="*/ 187785 h 236840"/>
                <a:gd name="connsiteX47" fmla="*/ 194894 w 205627"/>
                <a:gd name="connsiteY47" fmla="*/ 116229 h 236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205627" h="236840">
                  <a:moveTo>
                    <a:pt x="194894" y="116229"/>
                  </a:moveTo>
                  <a:cubicBezTo>
                    <a:pt x="191214" y="111799"/>
                    <a:pt x="185657" y="109397"/>
                    <a:pt x="183329" y="104066"/>
                  </a:cubicBezTo>
                  <a:cubicBezTo>
                    <a:pt x="180971" y="97665"/>
                    <a:pt x="179236" y="91052"/>
                    <a:pt x="178147" y="84319"/>
                  </a:cubicBezTo>
                  <a:cubicBezTo>
                    <a:pt x="174457" y="67107"/>
                    <a:pt x="169203" y="50268"/>
                    <a:pt x="162451" y="34012"/>
                  </a:cubicBezTo>
                  <a:cubicBezTo>
                    <a:pt x="162451" y="33411"/>
                    <a:pt x="161925" y="32811"/>
                    <a:pt x="161550" y="32210"/>
                  </a:cubicBezTo>
                  <a:cubicBezTo>
                    <a:pt x="165646" y="23306"/>
                    <a:pt x="162416" y="12747"/>
                    <a:pt x="154040" y="7657"/>
                  </a:cubicBezTo>
                  <a:cubicBezTo>
                    <a:pt x="150925" y="5689"/>
                    <a:pt x="147496" y="4267"/>
                    <a:pt x="143901" y="3452"/>
                  </a:cubicBezTo>
                  <a:cubicBezTo>
                    <a:pt x="140057" y="1324"/>
                    <a:pt x="135659" y="408"/>
                    <a:pt x="131285" y="825"/>
                  </a:cubicBezTo>
                  <a:lnTo>
                    <a:pt x="129933" y="825"/>
                  </a:lnTo>
                  <a:cubicBezTo>
                    <a:pt x="96138" y="-2855"/>
                    <a:pt x="43643" y="4954"/>
                    <a:pt x="46196" y="31985"/>
                  </a:cubicBezTo>
                  <a:cubicBezTo>
                    <a:pt x="42981" y="35563"/>
                    <a:pt x="43277" y="41070"/>
                    <a:pt x="46857" y="44284"/>
                  </a:cubicBezTo>
                  <a:cubicBezTo>
                    <a:pt x="46862" y="44289"/>
                    <a:pt x="46867" y="44294"/>
                    <a:pt x="46872" y="44298"/>
                  </a:cubicBezTo>
                  <a:cubicBezTo>
                    <a:pt x="45548" y="47284"/>
                    <a:pt x="44809" y="50495"/>
                    <a:pt x="44694" y="53759"/>
                  </a:cubicBezTo>
                  <a:cubicBezTo>
                    <a:pt x="42940" y="56023"/>
                    <a:pt x="41570" y="58559"/>
                    <a:pt x="40639" y="61268"/>
                  </a:cubicBezTo>
                  <a:cubicBezTo>
                    <a:pt x="37486" y="72945"/>
                    <a:pt x="38090" y="85318"/>
                    <a:pt x="42366" y="96632"/>
                  </a:cubicBezTo>
                  <a:cubicBezTo>
                    <a:pt x="45596" y="106919"/>
                    <a:pt x="51303" y="116455"/>
                    <a:pt x="51453" y="127567"/>
                  </a:cubicBezTo>
                  <a:cubicBezTo>
                    <a:pt x="51453" y="139881"/>
                    <a:pt x="43343" y="141458"/>
                    <a:pt x="32829" y="144086"/>
                  </a:cubicBezTo>
                  <a:cubicBezTo>
                    <a:pt x="12101" y="149342"/>
                    <a:pt x="385" y="161280"/>
                    <a:pt x="10" y="183580"/>
                  </a:cubicBezTo>
                  <a:cubicBezTo>
                    <a:pt x="-423" y="194317"/>
                    <a:pt x="2749" y="204889"/>
                    <a:pt x="9022" y="213614"/>
                  </a:cubicBezTo>
                  <a:cubicBezTo>
                    <a:pt x="15954" y="222726"/>
                    <a:pt x="24864" y="230146"/>
                    <a:pt x="35082" y="235313"/>
                  </a:cubicBezTo>
                  <a:cubicBezTo>
                    <a:pt x="38970" y="236954"/>
                    <a:pt x="43325" y="237114"/>
                    <a:pt x="47323" y="235764"/>
                  </a:cubicBezTo>
                  <a:cubicBezTo>
                    <a:pt x="64896" y="238767"/>
                    <a:pt x="83296" y="235764"/>
                    <a:pt x="95011" y="220747"/>
                  </a:cubicBezTo>
                  <a:cubicBezTo>
                    <a:pt x="96498" y="218806"/>
                    <a:pt x="97782" y="216718"/>
                    <a:pt x="98841" y="214515"/>
                  </a:cubicBezTo>
                  <a:cubicBezTo>
                    <a:pt x="103818" y="210024"/>
                    <a:pt x="107149" y="203998"/>
                    <a:pt x="108304" y="197396"/>
                  </a:cubicBezTo>
                  <a:cubicBezTo>
                    <a:pt x="111108" y="183240"/>
                    <a:pt x="101903" y="169491"/>
                    <a:pt x="87744" y="166689"/>
                  </a:cubicBezTo>
                  <a:cubicBezTo>
                    <a:pt x="86894" y="166520"/>
                    <a:pt x="86036" y="166394"/>
                    <a:pt x="85173" y="166311"/>
                  </a:cubicBezTo>
                  <a:cubicBezTo>
                    <a:pt x="83336" y="163838"/>
                    <a:pt x="81009" y="161767"/>
                    <a:pt x="78339" y="160229"/>
                  </a:cubicBezTo>
                  <a:cubicBezTo>
                    <a:pt x="87775" y="154769"/>
                    <a:pt x="95082" y="146273"/>
                    <a:pt x="99067" y="136127"/>
                  </a:cubicBezTo>
                  <a:cubicBezTo>
                    <a:pt x="106577" y="112776"/>
                    <a:pt x="92909" y="86796"/>
                    <a:pt x="74584" y="72680"/>
                  </a:cubicBezTo>
                  <a:cubicBezTo>
                    <a:pt x="72632" y="71104"/>
                    <a:pt x="73232" y="69677"/>
                    <a:pt x="71054" y="69377"/>
                  </a:cubicBezTo>
                  <a:cubicBezTo>
                    <a:pt x="71019" y="68802"/>
                    <a:pt x="71019" y="68225"/>
                    <a:pt x="71054" y="67650"/>
                  </a:cubicBezTo>
                  <a:cubicBezTo>
                    <a:pt x="79916" y="65848"/>
                    <a:pt x="77663" y="53909"/>
                    <a:pt x="73157" y="46626"/>
                  </a:cubicBezTo>
                  <a:cubicBezTo>
                    <a:pt x="75403" y="43899"/>
                    <a:pt x="78259" y="41739"/>
                    <a:pt x="81493" y="40319"/>
                  </a:cubicBezTo>
                  <a:cubicBezTo>
                    <a:pt x="85098" y="40319"/>
                    <a:pt x="89003" y="40995"/>
                    <a:pt x="91106" y="41370"/>
                  </a:cubicBezTo>
                  <a:cubicBezTo>
                    <a:pt x="97715" y="42346"/>
                    <a:pt x="104098" y="43097"/>
                    <a:pt x="110782" y="43623"/>
                  </a:cubicBezTo>
                  <a:cubicBezTo>
                    <a:pt x="119344" y="44223"/>
                    <a:pt x="128356" y="46551"/>
                    <a:pt x="137142" y="46776"/>
                  </a:cubicBezTo>
                  <a:cubicBezTo>
                    <a:pt x="137367" y="47033"/>
                    <a:pt x="137568" y="47309"/>
                    <a:pt x="137743" y="47602"/>
                  </a:cubicBezTo>
                  <a:cubicBezTo>
                    <a:pt x="138147" y="48150"/>
                    <a:pt x="138658" y="48609"/>
                    <a:pt x="139245" y="48954"/>
                  </a:cubicBezTo>
                  <a:cubicBezTo>
                    <a:pt x="143153" y="58221"/>
                    <a:pt x="146390" y="67756"/>
                    <a:pt x="148933" y="77486"/>
                  </a:cubicBezTo>
                  <a:cubicBezTo>
                    <a:pt x="150651" y="84530"/>
                    <a:pt x="151905" y="91678"/>
                    <a:pt x="152688" y="98885"/>
                  </a:cubicBezTo>
                  <a:cubicBezTo>
                    <a:pt x="148621" y="100992"/>
                    <a:pt x="146072" y="105193"/>
                    <a:pt x="146079" y="109772"/>
                  </a:cubicBezTo>
                  <a:cubicBezTo>
                    <a:pt x="144854" y="122751"/>
                    <a:pt x="147465" y="135805"/>
                    <a:pt x="153589" y="147314"/>
                  </a:cubicBezTo>
                  <a:cubicBezTo>
                    <a:pt x="155676" y="149952"/>
                    <a:pt x="157607" y="152710"/>
                    <a:pt x="159372" y="155574"/>
                  </a:cubicBezTo>
                  <a:cubicBezTo>
                    <a:pt x="159372" y="156325"/>
                    <a:pt x="160123" y="156475"/>
                    <a:pt x="160498" y="156475"/>
                  </a:cubicBezTo>
                  <a:cubicBezTo>
                    <a:pt x="159680" y="157015"/>
                    <a:pt x="158924" y="157645"/>
                    <a:pt x="158246" y="158352"/>
                  </a:cubicBezTo>
                  <a:cubicBezTo>
                    <a:pt x="153966" y="161590"/>
                    <a:pt x="150983" y="166250"/>
                    <a:pt x="149834" y="171492"/>
                  </a:cubicBezTo>
                  <a:cubicBezTo>
                    <a:pt x="144803" y="198522"/>
                    <a:pt x="179273" y="205205"/>
                    <a:pt x="194218" y="187785"/>
                  </a:cubicBezTo>
                  <a:cubicBezTo>
                    <a:pt x="209163" y="170365"/>
                    <a:pt x="209389" y="133349"/>
                    <a:pt x="194894" y="116229"/>
                  </a:cubicBezTo>
                  <a:close/>
                </a:path>
              </a:pathLst>
            </a:custGeom>
            <a:solidFill>
              <a:srgbClr val="EDEAE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1" name="Content Placeholder 4">
              <a:extLst>
                <a:ext uri="{FF2B5EF4-FFF2-40B4-BE49-F238E27FC236}">
                  <a16:creationId xmlns:a16="http://schemas.microsoft.com/office/drawing/2014/main" id="{67AE2FF5-A5F5-DDBE-1896-E3A62F9F2E14}"/>
                </a:ext>
              </a:extLst>
            </p:cNvPr>
            <p:cNvSpPr/>
            <p:nvPr/>
          </p:nvSpPr>
          <p:spPr>
            <a:xfrm>
              <a:off x="3491981" y="600209"/>
              <a:ext cx="72746" cy="36616"/>
            </a:xfrm>
            <a:custGeom>
              <a:avLst/>
              <a:gdLst>
                <a:gd name="connsiteX0" fmla="*/ 63524 w 72746"/>
                <a:gd name="connsiteY0" fmla="*/ 727 h 36616"/>
                <a:gd name="connsiteX1" fmla="*/ 42796 w 72746"/>
                <a:gd name="connsiteY1" fmla="*/ 8235 h 36616"/>
                <a:gd name="connsiteX2" fmla="*/ 42796 w 72746"/>
                <a:gd name="connsiteY2" fmla="*/ 8610 h 36616"/>
                <a:gd name="connsiteX3" fmla="*/ 32507 w 72746"/>
                <a:gd name="connsiteY3" fmla="*/ 11238 h 36616"/>
                <a:gd name="connsiteX4" fmla="*/ 16436 w 72746"/>
                <a:gd name="connsiteY4" fmla="*/ 7409 h 36616"/>
                <a:gd name="connsiteX5" fmla="*/ 64 w 72746"/>
                <a:gd name="connsiteY5" fmla="*/ 24228 h 36616"/>
                <a:gd name="connsiteX6" fmla="*/ 21843 w 72746"/>
                <a:gd name="connsiteY6" fmla="*/ 36016 h 36616"/>
                <a:gd name="connsiteX7" fmla="*/ 34681 w 72746"/>
                <a:gd name="connsiteY7" fmla="*/ 15739 h 36616"/>
                <a:gd name="connsiteX8" fmla="*/ 34009 w 72746"/>
                <a:gd name="connsiteY8" fmla="*/ 13491 h 36616"/>
                <a:gd name="connsiteX9" fmla="*/ 34009 w 72746"/>
                <a:gd name="connsiteY9" fmla="*/ 13491 h 36616"/>
                <a:gd name="connsiteX10" fmla="*/ 44223 w 72746"/>
                <a:gd name="connsiteY10" fmla="*/ 10713 h 36616"/>
                <a:gd name="connsiteX11" fmla="*/ 72310 w 72746"/>
                <a:gd name="connsiteY11" fmla="*/ 15143 h 36616"/>
                <a:gd name="connsiteX12" fmla="*/ 64113 w 72746"/>
                <a:gd name="connsiteY12" fmla="*/ 870 h 36616"/>
                <a:gd name="connsiteX13" fmla="*/ 63524 w 72746"/>
                <a:gd name="connsiteY13" fmla="*/ 727 h 36616"/>
                <a:gd name="connsiteX14" fmla="*/ 18464 w 72746"/>
                <a:gd name="connsiteY14" fmla="*/ 33614 h 36616"/>
                <a:gd name="connsiteX15" fmla="*/ 3894 w 72746"/>
                <a:gd name="connsiteY15" fmla="*/ 20023 h 36616"/>
                <a:gd name="connsiteX16" fmla="*/ 12756 w 72746"/>
                <a:gd name="connsiteY16" fmla="*/ 10938 h 36616"/>
                <a:gd name="connsiteX17" fmla="*/ 14363 w 72746"/>
                <a:gd name="connsiteY17" fmla="*/ 11761 h 36616"/>
                <a:gd name="connsiteX18" fmla="*/ 14859 w 72746"/>
                <a:gd name="connsiteY18" fmla="*/ 11464 h 36616"/>
                <a:gd name="connsiteX19" fmla="*/ 29881 w 72746"/>
                <a:gd name="connsiteY19" fmla="*/ 12798 h 36616"/>
                <a:gd name="connsiteX20" fmla="*/ 32282 w 72746"/>
                <a:gd name="connsiteY20" fmla="*/ 18296 h 36616"/>
                <a:gd name="connsiteX21" fmla="*/ 18464 w 72746"/>
                <a:gd name="connsiteY21" fmla="*/ 33914 h 36616"/>
                <a:gd name="connsiteX22" fmla="*/ 69457 w 72746"/>
                <a:gd name="connsiteY22" fmla="*/ 13416 h 36616"/>
                <a:gd name="connsiteX23" fmla="*/ 46025 w 72746"/>
                <a:gd name="connsiteY23" fmla="*/ 8235 h 36616"/>
                <a:gd name="connsiteX24" fmla="*/ 46025 w 72746"/>
                <a:gd name="connsiteY24" fmla="*/ 8235 h 36616"/>
                <a:gd name="connsiteX25" fmla="*/ 57816 w 72746"/>
                <a:gd name="connsiteY25" fmla="*/ 2904 h 36616"/>
                <a:gd name="connsiteX26" fmla="*/ 69457 w 72746"/>
                <a:gd name="connsiteY26" fmla="*/ 13716 h 36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72746" h="36616">
                  <a:moveTo>
                    <a:pt x="63524" y="727"/>
                  </a:moveTo>
                  <a:cubicBezTo>
                    <a:pt x="55716" y="-1567"/>
                    <a:pt x="47322" y="1474"/>
                    <a:pt x="42796" y="8235"/>
                  </a:cubicBezTo>
                  <a:cubicBezTo>
                    <a:pt x="42777" y="8360"/>
                    <a:pt x="42777" y="8486"/>
                    <a:pt x="42796" y="8610"/>
                  </a:cubicBezTo>
                  <a:cubicBezTo>
                    <a:pt x="39417" y="9671"/>
                    <a:pt x="35982" y="10548"/>
                    <a:pt x="32507" y="11238"/>
                  </a:cubicBezTo>
                  <a:cubicBezTo>
                    <a:pt x="28616" y="6503"/>
                    <a:pt x="22046" y="4938"/>
                    <a:pt x="16436" y="7409"/>
                  </a:cubicBezTo>
                  <a:cubicBezTo>
                    <a:pt x="8044" y="9127"/>
                    <a:pt x="1554" y="15795"/>
                    <a:pt x="64" y="24228"/>
                  </a:cubicBezTo>
                  <a:cubicBezTo>
                    <a:pt x="-1363" y="35115"/>
                    <a:pt x="13883" y="37968"/>
                    <a:pt x="21843" y="36016"/>
                  </a:cubicBezTo>
                  <a:cubicBezTo>
                    <a:pt x="30989" y="33961"/>
                    <a:pt x="36736" y="24883"/>
                    <a:pt x="34681" y="15739"/>
                  </a:cubicBezTo>
                  <a:cubicBezTo>
                    <a:pt x="34510" y="14975"/>
                    <a:pt x="34285" y="14224"/>
                    <a:pt x="34009" y="13491"/>
                  </a:cubicBezTo>
                  <a:lnTo>
                    <a:pt x="34009" y="13491"/>
                  </a:lnTo>
                  <a:cubicBezTo>
                    <a:pt x="37314" y="12365"/>
                    <a:pt x="40844" y="11614"/>
                    <a:pt x="44223" y="10713"/>
                  </a:cubicBezTo>
                  <a:cubicBezTo>
                    <a:pt x="47302" y="21525"/>
                    <a:pt x="68105" y="27382"/>
                    <a:pt x="72310" y="15143"/>
                  </a:cubicBezTo>
                  <a:cubicBezTo>
                    <a:pt x="73989" y="8939"/>
                    <a:pt x="70319" y="2548"/>
                    <a:pt x="64113" y="870"/>
                  </a:cubicBezTo>
                  <a:cubicBezTo>
                    <a:pt x="63918" y="817"/>
                    <a:pt x="63721" y="769"/>
                    <a:pt x="63524" y="727"/>
                  </a:cubicBezTo>
                  <a:close/>
                  <a:moveTo>
                    <a:pt x="18464" y="33614"/>
                  </a:moveTo>
                  <a:cubicBezTo>
                    <a:pt x="9978" y="34440"/>
                    <a:pt x="-687" y="30010"/>
                    <a:pt x="3894" y="20023"/>
                  </a:cubicBezTo>
                  <a:cubicBezTo>
                    <a:pt x="5758" y="16096"/>
                    <a:pt x="8876" y="12900"/>
                    <a:pt x="12756" y="10938"/>
                  </a:cubicBezTo>
                  <a:cubicBezTo>
                    <a:pt x="12973" y="11609"/>
                    <a:pt x="13692" y="11977"/>
                    <a:pt x="14363" y="11761"/>
                  </a:cubicBezTo>
                  <a:cubicBezTo>
                    <a:pt x="14549" y="11701"/>
                    <a:pt x="14719" y="11600"/>
                    <a:pt x="14859" y="11464"/>
                  </a:cubicBezTo>
                  <a:cubicBezTo>
                    <a:pt x="19376" y="7685"/>
                    <a:pt x="26101" y="8282"/>
                    <a:pt x="29881" y="12798"/>
                  </a:cubicBezTo>
                  <a:cubicBezTo>
                    <a:pt x="31192" y="14363"/>
                    <a:pt x="32025" y="16271"/>
                    <a:pt x="32282" y="18296"/>
                  </a:cubicBezTo>
                  <a:cubicBezTo>
                    <a:pt x="32631" y="26372"/>
                    <a:pt x="26524" y="33275"/>
                    <a:pt x="18464" y="33914"/>
                  </a:cubicBezTo>
                  <a:close/>
                  <a:moveTo>
                    <a:pt x="69457" y="13416"/>
                  </a:moveTo>
                  <a:cubicBezTo>
                    <a:pt x="66978" y="24003"/>
                    <a:pt x="44448" y="18447"/>
                    <a:pt x="46025" y="8235"/>
                  </a:cubicBezTo>
                  <a:lnTo>
                    <a:pt x="46025" y="8235"/>
                  </a:lnTo>
                  <a:cubicBezTo>
                    <a:pt x="49184" y="5095"/>
                    <a:pt x="53372" y="3202"/>
                    <a:pt x="57816" y="2904"/>
                  </a:cubicBezTo>
                  <a:cubicBezTo>
                    <a:pt x="63749" y="2904"/>
                    <a:pt x="71259" y="6808"/>
                    <a:pt x="69457" y="13716"/>
                  </a:cubicBezTo>
                  <a:close/>
                </a:path>
              </a:pathLst>
            </a:custGeom>
            <a:solidFill>
              <a:srgbClr val="4141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2" name="Content Placeholder 4">
              <a:extLst>
                <a:ext uri="{FF2B5EF4-FFF2-40B4-BE49-F238E27FC236}">
                  <a16:creationId xmlns:a16="http://schemas.microsoft.com/office/drawing/2014/main" id="{02456554-6791-F12C-9F45-CF0F03B2FE77}"/>
                </a:ext>
              </a:extLst>
            </p:cNvPr>
            <p:cNvSpPr/>
            <p:nvPr/>
          </p:nvSpPr>
          <p:spPr>
            <a:xfrm>
              <a:off x="3880358" y="557628"/>
              <a:ext cx="96711" cy="107984"/>
            </a:xfrm>
            <a:custGeom>
              <a:avLst/>
              <a:gdLst>
                <a:gd name="connsiteX0" fmla="*/ 86545 w 96711"/>
                <a:gd name="connsiteY0" fmla="*/ 7266 h 107984"/>
                <a:gd name="connsiteX1" fmla="*/ 95407 w 96711"/>
                <a:gd name="connsiteY1" fmla="*/ 42406 h 107984"/>
                <a:gd name="connsiteX2" fmla="*/ 93229 w 96711"/>
                <a:gd name="connsiteY2" fmla="*/ 87457 h 107984"/>
                <a:gd name="connsiteX3" fmla="*/ 69572 w 96711"/>
                <a:gd name="connsiteY3" fmla="*/ 107955 h 107984"/>
                <a:gd name="connsiteX4" fmla="*/ 49220 w 96711"/>
                <a:gd name="connsiteY4" fmla="*/ 107955 h 107984"/>
                <a:gd name="connsiteX5" fmla="*/ 11670 w 96711"/>
                <a:gd name="connsiteY5" fmla="*/ 8468 h 107984"/>
                <a:gd name="connsiteX6" fmla="*/ 12947 w 96711"/>
                <a:gd name="connsiteY6" fmla="*/ 4939 h 107984"/>
                <a:gd name="connsiteX7" fmla="*/ 16777 w 96711"/>
                <a:gd name="connsiteY7" fmla="*/ 3137 h 107984"/>
                <a:gd name="connsiteX8" fmla="*/ 75430 w 96711"/>
                <a:gd name="connsiteY8" fmla="*/ 1034 h 107984"/>
                <a:gd name="connsiteX9" fmla="*/ 81438 w 96711"/>
                <a:gd name="connsiteY9" fmla="*/ 2161 h 107984"/>
                <a:gd name="connsiteX10" fmla="*/ 86545 w 96711"/>
                <a:gd name="connsiteY10" fmla="*/ 7266 h 107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6711" h="107984">
                  <a:moveTo>
                    <a:pt x="86545" y="7266"/>
                  </a:moveTo>
                  <a:cubicBezTo>
                    <a:pt x="92170" y="18139"/>
                    <a:pt x="95204" y="30167"/>
                    <a:pt x="95407" y="42406"/>
                  </a:cubicBezTo>
                  <a:cubicBezTo>
                    <a:pt x="97660" y="57419"/>
                    <a:pt x="96924" y="72730"/>
                    <a:pt x="93229" y="87457"/>
                  </a:cubicBezTo>
                  <a:cubicBezTo>
                    <a:pt x="89924" y="98119"/>
                    <a:pt x="91126" y="94965"/>
                    <a:pt x="69572" y="107955"/>
                  </a:cubicBezTo>
                  <a:cubicBezTo>
                    <a:pt x="49220" y="107955"/>
                    <a:pt x="69572" y="106228"/>
                    <a:pt x="49220" y="107955"/>
                  </a:cubicBezTo>
                  <a:cubicBezTo>
                    <a:pt x="-25354" y="93388"/>
                    <a:pt x="5137" y="46461"/>
                    <a:pt x="11670" y="8468"/>
                  </a:cubicBezTo>
                  <a:cubicBezTo>
                    <a:pt x="11730" y="7189"/>
                    <a:pt x="12173" y="5958"/>
                    <a:pt x="12947" y="4939"/>
                  </a:cubicBezTo>
                  <a:cubicBezTo>
                    <a:pt x="13998" y="3944"/>
                    <a:pt x="15343" y="3312"/>
                    <a:pt x="16777" y="3137"/>
                  </a:cubicBezTo>
                  <a:cubicBezTo>
                    <a:pt x="36145" y="-194"/>
                    <a:pt x="55874" y="-901"/>
                    <a:pt x="75430" y="1034"/>
                  </a:cubicBezTo>
                  <a:cubicBezTo>
                    <a:pt x="77488" y="994"/>
                    <a:pt x="79531" y="1378"/>
                    <a:pt x="81438" y="2161"/>
                  </a:cubicBezTo>
                  <a:cubicBezTo>
                    <a:pt x="83563" y="3383"/>
                    <a:pt x="85321" y="5145"/>
                    <a:pt x="86545" y="7266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3" name="Content Placeholder 4">
              <a:extLst>
                <a:ext uri="{FF2B5EF4-FFF2-40B4-BE49-F238E27FC236}">
                  <a16:creationId xmlns:a16="http://schemas.microsoft.com/office/drawing/2014/main" id="{540D9863-D424-631A-1214-12CCA8CC666D}"/>
                </a:ext>
              </a:extLst>
            </p:cNvPr>
            <p:cNvSpPr/>
            <p:nvPr/>
          </p:nvSpPr>
          <p:spPr>
            <a:xfrm>
              <a:off x="3876677" y="528038"/>
              <a:ext cx="115711" cy="95769"/>
            </a:xfrm>
            <a:custGeom>
              <a:avLst/>
              <a:gdLst>
                <a:gd name="connsiteX0" fmla="*/ 3185 w 115711"/>
                <a:gd name="connsiteY0" fmla="*/ 11629 h 95769"/>
                <a:gd name="connsiteX1" fmla="*/ 12873 w 115711"/>
                <a:gd name="connsiteY1" fmla="*/ 12680 h 95769"/>
                <a:gd name="connsiteX2" fmla="*/ 14299 w 115711"/>
                <a:gd name="connsiteY2" fmla="*/ 12680 h 95769"/>
                <a:gd name="connsiteX3" fmla="*/ 19256 w 115711"/>
                <a:gd name="connsiteY3" fmla="*/ 14106 h 95769"/>
                <a:gd name="connsiteX4" fmla="*/ 40209 w 115711"/>
                <a:gd name="connsiteY4" fmla="*/ 9977 h 95769"/>
                <a:gd name="connsiteX5" fmla="*/ 49747 w 115711"/>
                <a:gd name="connsiteY5" fmla="*/ 4045 h 95769"/>
                <a:gd name="connsiteX6" fmla="*/ 60711 w 115711"/>
                <a:gd name="connsiteY6" fmla="*/ 8175 h 95769"/>
                <a:gd name="connsiteX7" fmla="*/ 76174 w 115711"/>
                <a:gd name="connsiteY7" fmla="*/ 637 h 95769"/>
                <a:gd name="connsiteX8" fmla="*/ 80237 w 115711"/>
                <a:gd name="connsiteY8" fmla="*/ 2994 h 95769"/>
                <a:gd name="connsiteX9" fmla="*/ 84293 w 115711"/>
                <a:gd name="connsiteY9" fmla="*/ 7274 h 95769"/>
                <a:gd name="connsiteX10" fmla="*/ 87297 w 115711"/>
                <a:gd name="connsiteY10" fmla="*/ 9226 h 95769"/>
                <a:gd name="connsiteX11" fmla="*/ 93530 w 115711"/>
                <a:gd name="connsiteY11" fmla="*/ 10052 h 95769"/>
                <a:gd name="connsiteX12" fmla="*/ 101040 w 115711"/>
                <a:gd name="connsiteY12" fmla="*/ 23717 h 95769"/>
                <a:gd name="connsiteX13" fmla="*/ 102317 w 115711"/>
                <a:gd name="connsiteY13" fmla="*/ 29424 h 95769"/>
                <a:gd name="connsiteX14" fmla="*/ 104194 w 115711"/>
                <a:gd name="connsiteY14" fmla="*/ 34079 h 95769"/>
                <a:gd name="connsiteX15" fmla="*/ 105621 w 115711"/>
                <a:gd name="connsiteY15" fmla="*/ 35430 h 95769"/>
                <a:gd name="connsiteX16" fmla="*/ 109601 w 115711"/>
                <a:gd name="connsiteY16" fmla="*/ 37157 h 95769"/>
                <a:gd name="connsiteX17" fmla="*/ 115534 w 115711"/>
                <a:gd name="connsiteY17" fmla="*/ 49471 h 95769"/>
                <a:gd name="connsiteX18" fmla="*/ 114558 w 115711"/>
                <a:gd name="connsiteY18" fmla="*/ 55178 h 95769"/>
                <a:gd name="connsiteX19" fmla="*/ 113206 w 115711"/>
                <a:gd name="connsiteY19" fmla="*/ 56754 h 95769"/>
                <a:gd name="connsiteX20" fmla="*/ 107273 w 115711"/>
                <a:gd name="connsiteY20" fmla="*/ 60959 h 95769"/>
                <a:gd name="connsiteX21" fmla="*/ 106372 w 115711"/>
                <a:gd name="connsiteY21" fmla="*/ 65389 h 95769"/>
                <a:gd name="connsiteX22" fmla="*/ 102016 w 115711"/>
                <a:gd name="connsiteY22" fmla="*/ 92269 h 95769"/>
                <a:gd name="connsiteX23" fmla="*/ 102016 w 115711"/>
                <a:gd name="connsiteY23" fmla="*/ 92945 h 95769"/>
                <a:gd name="connsiteX24" fmla="*/ 102016 w 115711"/>
                <a:gd name="connsiteY24" fmla="*/ 92945 h 95769"/>
                <a:gd name="connsiteX25" fmla="*/ 101490 w 115711"/>
                <a:gd name="connsiteY25" fmla="*/ 93996 h 95769"/>
                <a:gd name="connsiteX26" fmla="*/ 93980 w 115711"/>
                <a:gd name="connsiteY26" fmla="*/ 89867 h 95769"/>
                <a:gd name="connsiteX27" fmla="*/ 88573 w 115711"/>
                <a:gd name="connsiteY27" fmla="*/ 70495 h 95769"/>
                <a:gd name="connsiteX28" fmla="*/ 78810 w 115711"/>
                <a:gd name="connsiteY28" fmla="*/ 83935 h 95769"/>
                <a:gd name="connsiteX29" fmla="*/ 73155 w 115711"/>
                <a:gd name="connsiteY29" fmla="*/ 86103 h 95769"/>
                <a:gd name="connsiteX30" fmla="*/ 70624 w 115711"/>
                <a:gd name="connsiteY30" fmla="*/ 81983 h 95769"/>
                <a:gd name="connsiteX31" fmla="*/ 74079 w 115711"/>
                <a:gd name="connsiteY31" fmla="*/ 62836 h 95769"/>
                <a:gd name="connsiteX32" fmla="*/ 75506 w 115711"/>
                <a:gd name="connsiteY32" fmla="*/ 58782 h 95769"/>
                <a:gd name="connsiteX33" fmla="*/ 74229 w 115711"/>
                <a:gd name="connsiteY33" fmla="*/ 58331 h 95769"/>
                <a:gd name="connsiteX34" fmla="*/ 64541 w 115711"/>
                <a:gd name="connsiteY34" fmla="*/ 44591 h 95769"/>
                <a:gd name="connsiteX35" fmla="*/ 64541 w 115711"/>
                <a:gd name="connsiteY35" fmla="*/ 44591 h 95769"/>
                <a:gd name="connsiteX36" fmla="*/ 63790 w 115711"/>
                <a:gd name="connsiteY36" fmla="*/ 46393 h 95769"/>
                <a:gd name="connsiteX37" fmla="*/ 58608 w 115711"/>
                <a:gd name="connsiteY37" fmla="*/ 48599 h 95769"/>
                <a:gd name="connsiteX38" fmla="*/ 57031 w 115711"/>
                <a:gd name="connsiteY38" fmla="*/ 47444 h 95769"/>
                <a:gd name="connsiteX39" fmla="*/ 52375 w 115711"/>
                <a:gd name="connsiteY39" fmla="*/ 39935 h 95769"/>
                <a:gd name="connsiteX40" fmla="*/ 42710 w 115711"/>
                <a:gd name="connsiteY40" fmla="*/ 39703 h 95769"/>
                <a:gd name="connsiteX41" fmla="*/ 42387 w 115711"/>
                <a:gd name="connsiteY41" fmla="*/ 39335 h 95769"/>
                <a:gd name="connsiteX42" fmla="*/ 28719 w 115711"/>
                <a:gd name="connsiteY42" fmla="*/ 38809 h 95769"/>
                <a:gd name="connsiteX43" fmla="*/ 19707 w 115711"/>
                <a:gd name="connsiteY43" fmla="*/ 36632 h 95769"/>
                <a:gd name="connsiteX44" fmla="*/ 17078 w 115711"/>
                <a:gd name="connsiteY44" fmla="*/ 37458 h 95769"/>
                <a:gd name="connsiteX45" fmla="*/ 9275 w 115711"/>
                <a:gd name="connsiteY45" fmla="*/ 32921 h 95769"/>
                <a:gd name="connsiteX46" fmla="*/ 9193 w 115711"/>
                <a:gd name="connsiteY46" fmla="*/ 32577 h 95769"/>
                <a:gd name="connsiteX47" fmla="*/ 2058 w 115711"/>
                <a:gd name="connsiteY47" fmla="*/ 25820 h 95769"/>
                <a:gd name="connsiteX48" fmla="*/ 3185 w 115711"/>
                <a:gd name="connsiteY48" fmla="*/ 11629 h 95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115711" h="95769">
                  <a:moveTo>
                    <a:pt x="3185" y="11629"/>
                  </a:moveTo>
                  <a:cubicBezTo>
                    <a:pt x="6940" y="9001"/>
                    <a:pt x="9944" y="10728"/>
                    <a:pt x="12873" y="12680"/>
                  </a:cubicBezTo>
                  <a:cubicBezTo>
                    <a:pt x="13346" y="12638"/>
                    <a:pt x="13826" y="12638"/>
                    <a:pt x="14299" y="12680"/>
                  </a:cubicBezTo>
                  <a:cubicBezTo>
                    <a:pt x="16057" y="12644"/>
                    <a:pt x="17784" y="13141"/>
                    <a:pt x="19256" y="14106"/>
                  </a:cubicBezTo>
                  <a:cubicBezTo>
                    <a:pt x="25970" y="11605"/>
                    <a:pt x="33044" y="10209"/>
                    <a:pt x="40209" y="9977"/>
                  </a:cubicBezTo>
                  <a:cubicBezTo>
                    <a:pt x="42650" y="7001"/>
                    <a:pt x="45999" y="4915"/>
                    <a:pt x="49747" y="4045"/>
                  </a:cubicBezTo>
                  <a:cubicBezTo>
                    <a:pt x="53825" y="3789"/>
                    <a:pt x="57820" y="5292"/>
                    <a:pt x="60711" y="8175"/>
                  </a:cubicBezTo>
                  <a:cubicBezTo>
                    <a:pt x="62897" y="1823"/>
                    <a:pt x="69828" y="-1551"/>
                    <a:pt x="76174" y="637"/>
                  </a:cubicBezTo>
                  <a:cubicBezTo>
                    <a:pt x="77669" y="1152"/>
                    <a:pt x="79051" y="1952"/>
                    <a:pt x="80237" y="2994"/>
                  </a:cubicBezTo>
                  <a:cubicBezTo>
                    <a:pt x="81874" y="4121"/>
                    <a:pt x="83256" y="5579"/>
                    <a:pt x="84293" y="7274"/>
                  </a:cubicBezTo>
                  <a:cubicBezTo>
                    <a:pt x="85344" y="7874"/>
                    <a:pt x="86320" y="8550"/>
                    <a:pt x="87297" y="9226"/>
                  </a:cubicBezTo>
                  <a:cubicBezTo>
                    <a:pt x="89407" y="9058"/>
                    <a:pt x="91532" y="9340"/>
                    <a:pt x="93530" y="10052"/>
                  </a:cubicBezTo>
                  <a:cubicBezTo>
                    <a:pt x="99117" y="12065"/>
                    <a:pt x="102339" y="17921"/>
                    <a:pt x="101040" y="23717"/>
                  </a:cubicBezTo>
                  <a:cubicBezTo>
                    <a:pt x="101858" y="25511"/>
                    <a:pt x="102287" y="27453"/>
                    <a:pt x="102317" y="29424"/>
                  </a:cubicBezTo>
                  <a:cubicBezTo>
                    <a:pt x="102992" y="30925"/>
                    <a:pt x="103593" y="32502"/>
                    <a:pt x="104194" y="34079"/>
                  </a:cubicBezTo>
                  <a:lnTo>
                    <a:pt x="105621" y="35430"/>
                  </a:lnTo>
                  <a:cubicBezTo>
                    <a:pt x="107048" y="35752"/>
                    <a:pt x="108392" y="36337"/>
                    <a:pt x="109601" y="37157"/>
                  </a:cubicBezTo>
                  <a:cubicBezTo>
                    <a:pt x="113949" y="39628"/>
                    <a:pt x="116315" y="44532"/>
                    <a:pt x="115534" y="49471"/>
                  </a:cubicBezTo>
                  <a:cubicBezTo>
                    <a:pt x="115782" y="51428"/>
                    <a:pt x="115444" y="53415"/>
                    <a:pt x="114558" y="55178"/>
                  </a:cubicBezTo>
                  <a:cubicBezTo>
                    <a:pt x="114205" y="55781"/>
                    <a:pt x="113747" y="56316"/>
                    <a:pt x="113206" y="56754"/>
                  </a:cubicBezTo>
                  <a:cubicBezTo>
                    <a:pt x="111884" y="58908"/>
                    <a:pt x="109744" y="60427"/>
                    <a:pt x="107273" y="60959"/>
                  </a:cubicBezTo>
                  <a:cubicBezTo>
                    <a:pt x="107055" y="62451"/>
                    <a:pt x="106755" y="63929"/>
                    <a:pt x="106372" y="65389"/>
                  </a:cubicBezTo>
                  <a:cubicBezTo>
                    <a:pt x="107972" y="74584"/>
                    <a:pt x="106440" y="84050"/>
                    <a:pt x="102016" y="92269"/>
                  </a:cubicBezTo>
                  <a:cubicBezTo>
                    <a:pt x="101986" y="92494"/>
                    <a:pt x="101986" y="92721"/>
                    <a:pt x="102016" y="92945"/>
                  </a:cubicBezTo>
                  <a:lnTo>
                    <a:pt x="102016" y="92945"/>
                  </a:lnTo>
                  <a:lnTo>
                    <a:pt x="101490" y="93996"/>
                  </a:lnTo>
                  <a:cubicBezTo>
                    <a:pt x="99162" y="98201"/>
                    <a:pt x="91953" y="93996"/>
                    <a:pt x="93980" y="89867"/>
                  </a:cubicBezTo>
                  <a:cubicBezTo>
                    <a:pt x="96909" y="83559"/>
                    <a:pt x="99688" y="67341"/>
                    <a:pt x="88573" y="70495"/>
                  </a:cubicBezTo>
                  <a:cubicBezTo>
                    <a:pt x="82040" y="72522"/>
                    <a:pt x="81664" y="77553"/>
                    <a:pt x="78810" y="83935"/>
                  </a:cubicBezTo>
                  <a:cubicBezTo>
                    <a:pt x="77849" y="86094"/>
                    <a:pt x="75318" y="87065"/>
                    <a:pt x="73155" y="86103"/>
                  </a:cubicBezTo>
                  <a:cubicBezTo>
                    <a:pt x="71541" y="85385"/>
                    <a:pt x="70534" y="83747"/>
                    <a:pt x="70624" y="81983"/>
                  </a:cubicBezTo>
                  <a:cubicBezTo>
                    <a:pt x="70985" y="75483"/>
                    <a:pt x="72149" y="69053"/>
                    <a:pt x="74079" y="62836"/>
                  </a:cubicBezTo>
                  <a:cubicBezTo>
                    <a:pt x="74530" y="61410"/>
                    <a:pt x="75055" y="60058"/>
                    <a:pt x="75506" y="58782"/>
                  </a:cubicBezTo>
                  <a:cubicBezTo>
                    <a:pt x="75055" y="58712"/>
                    <a:pt x="74620" y="58559"/>
                    <a:pt x="74229" y="58331"/>
                  </a:cubicBezTo>
                  <a:cubicBezTo>
                    <a:pt x="69468" y="55052"/>
                    <a:pt x="66028" y="50179"/>
                    <a:pt x="64541" y="44591"/>
                  </a:cubicBezTo>
                  <a:lnTo>
                    <a:pt x="64541" y="44591"/>
                  </a:lnTo>
                  <a:lnTo>
                    <a:pt x="63790" y="46393"/>
                  </a:lnTo>
                  <a:cubicBezTo>
                    <a:pt x="62972" y="48431"/>
                    <a:pt x="60651" y="49419"/>
                    <a:pt x="58608" y="48599"/>
                  </a:cubicBezTo>
                  <a:cubicBezTo>
                    <a:pt x="58000" y="48351"/>
                    <a:pt x="57452" y="47954"/>
                    <a:pt x="57031" y="47444"/>
                  </a:cubicBezTo>
                  <a:cubicBezTo>
                    <a:pt x="55229" y="45107"/>
                    <a:pt x="53667" y="42591"/>
                    <a:pt x="52375" y="39935"/>
                  </a:cubicBezTo>
                  <a:cubicBezTo>
                    <a:pt x="49641" y="42539"/>
                    <a:pt x="45316" y="42434"/>
                    <a:pt x="42710" y="39703"/>
                  </a:cubicBezTo>
                  <a:cubicBezTo>
                    <a:pt x="42597" y="39584"/>
                    <a:pt x="42492" y="39461"/>
                    <a:pt x="42387" y="39335"/>
                  </a:cubicBezTo>
                  <a:cubicBezTo>
                    <a:pt x="37873" y="40425"/>
                    <a:pt x="33142" y="40243"/>
                    <a:pt x="28719" y="38809"/>
                  </a:cubicBezTo>
                  <a:cubicBezTo>
                    <a:pt x="26165" y="38208"/>
                    <a:pt x="22936" y="37533"/>
                    <a:pt x="19707" y="36632"/>
                  </a:cubicBezTo>
                  <a:lnTo>
                    <a:pt x="17078" y="37458"/>
                  </a:lnTo>
                  <a:cubicBezTo>
                    <a:pt x="13669" y="38359"/>
                    <a:pt x="10176" y="36328"/>
                    <a:pt x="9275" y="32921"/>
                  </a:cubicBezTo>
                  <a:cubicBezTo>
                    <a:pt x="9245" y="32808"/>
                    <a:pt x="9215" y="32693"/>
                    <a:pt x="9193" y="32577"/>
                  </a:cubicBezTo>
                  <a:cubicBezTo>
                    <a:pt x="6211" y="31063"/>
                    <a:pt x="3733" y="28716"/>
                    <a:pt x="2058" y="25820"/>
                  </a:cubicBezTo>
                  <a:cubicBezTo>
                    <a:pt x="-1104" y="21456"/>
                    <a:pt x="-630" y="15438"/>
                    <a:pt x="3185" y="11629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4" name="Content Placeholder 4">
              <a:extLst>
                <a:ext uri="{FF2B5EF4-FFF2-40B4-BE49-F238E27FC236}">
                  <a16:creationId xmlns:a16="http://schemas.microsoft.com/office/drawing/2014/main" id="{AA905E0F-D6AB-0C16-82BB-D555D375BDEF}"/>
                </a:ext>
              </a:extLst>
            </p:cNvPr>
            <p:cNvSpPr/>
            <p:nvPr/>
          </p:nvSpPr>
          <p:spPr>
            <a:xfrm>
              <a:off x="3692875" y="733602"/>
              <a:ext cx="62878" cy="168277"/>
            </a:xfrm>
            <a:custGeom>
              <a:avLst/>
              <a:gdLst>
                <a:gd name="connsiteX0" fmla="*/ 58866 w 62878"/>
                <a:gd name="connsiteY0" fmla="*/ 85980 h 168277"/>
                <a:gd name="connsiteX1" fmla="*/ 57590 w 62878"/>
                <a:gd name="connsiteY1" fmla="*/ 85980 h 168277"/>
                <a:gd name="connsiteX2" fmla="*/ 56388 w 62878"/>
                <a:gd name="connsiteY2" fmla="*/ 147999 h 168277"/>
                <a:gd name="connsiteX3" fmla="*/ 18838 w 62878"/>
                <a:gd name="connsiteY3" fmla="*/ 153931 h 168277"/>
                <a:gd name="connsiteX4" fmla="*/ 3818 w 62878"/>
                <a:gd name="connsiteY4" fmla="*/ 118266 h 168277"/>
                <a:gd name="connsiteX5" fmla="*/ 32431 w 62878"/>
                <a:gd name="connsiteY5" fmla="*/ 984 h 168277"/>
                <a:gd name="connsiteX6" fmla="*/ 30328 w 62878"/>
                <a:gd name="connsiteY6" fmla="*/ 984 h 168277"/>
                <a:gd name="connsiteX7" fmla="*/ 15308 w 62878"/>
                <a:gd name="connsiteY7" fmla="*/ 53017 h 168277"/>
                <a:gd name="connsiteX8" fmla="*/ 1941 w 62878"/>
                <a:gd name="connsiteY8" fmla="*/ 94840 h 168277"/>
                <a:gd name="connsiteX9" fmla="*/ 17486 w 62878"/>
                <a:gd name="connsiteY9" fmla="*/ 158061 h 168277"/>
                <a:gd name="connsiteX10" fmla="*/ 55036 w 62878"/>
                <a:gd name="connsiteY10" fmla="*/ 159637 h 168277"/>
                <a:gd name="connsiteX11" fmla="*/ 58866 w 62878"/>
                <a:gd name="connsiteY11" fmla="*/ 85980 h 168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78" h="168277">
                  <a:moveTo>
                    <a:pt x="58866" y="85980"/>
                  </a:moveTo>
                  <a:cubicBezTo>
                    <a:pt x="58866" y="85304"/>
                    <a:pt x="57514" y="85454"/>
                    <a:pt x="57590" y="85980"/>
                  </a:cubicBezTo>
                  <a:cubicBezTo>
                    <a:pt x="59768" y="106327"/>
                    <a:pt x="62246" y="127952"/>
                    <a:pt x="56388" y="147999"/>
                  </a:cubicBezTo>
                  <a:cubicBezTo>
                    <a:pt x="50530" y="168047"/>
                    <a:pt x="31154" y="166395"/>
                    <a:pt x="18838" y="153931"/>
                  </a:cubicBezTo>
                  <a:cubicBezTo>
                    <a:pt x="9746" y="144208"/>
                    <a:pt x="4421" y="131562"/>
                    <a:pt x="3818" y="118266"/>
                  </a:cubicBezTo>
                  <a:cubicBezTo>
                    <a:pt x="889" y="76744"/>
                    <a:pt x="28826" y="41079"/>
                    <a:pt x="32431" y="984"/>
                  </a:cubicBezTo>
                  <a:cubicBezTo>
                    <a:pt x="32431" y="-368"/>
                    <a:pt x="30403" y="-368"/>
                    <a:pt x="30328" y="984"/>
                  </a:cubicBezTo>
                  <a:cubicBezTo>
                    <a:pt x="29502" y="18028"/>
                    <a:pt x="21166" y="37175"/>
                    <a:pt x="15308" y="53017"/>
                  </a:cubicBezTo>
                  <a:cubicBezTo>
                    <a:pt x="9785" y="66594"/>
                    <a:pt x="5316" y="80576"/>
                    <a:pt x="1941" y="94840"/>
                  </a:cubicBezTo>
                  <a:cubicBezTo>
                    <a:pt x="-2490" y="116839"/>
                    <a:pt x="-312" y="142218"/>
                    <a:pt x="17486" y="158061"/>
                  </a:cubicBezTo>
                  <a:cubicBezTo>
                    <a:pt x="27775" y="167221"/>
                    <a:pt x="46775" y="174729"/>
                    <a:pt x="55036" y="159637"/>
                  </a:cubicBezTo>
                  <a:cubicBezTo>
                    <a:pt x="67428" y="138464"/>
                    <a:pt x="62171" y="108880"/>
                    <a:pt x="58866" y="85980"/>
                  </a:cubicBezTo>
                  <a:close/>
                </a:path>
              </a:pathLst>
            </a:custGeom>
            <a:solidFill>
              <a:srgbClr val="F4F4F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5" name="Content Placeholder 4">
              <a:extLst>
                <a:ext uri="{FF2B5EF4-FFF2-40B4-BE49-F238E27FC236}">
                  <a16:creationId xmlns:a16="http://schemas.microsoft.com/office/drawing/2014/main" id="{6AE56A37-94B6-2E78-26DA-2BE07C836356}"/>
                </a:ext>
              </a:extLst>
            </p:cNvPr>
            <p:cNvSpPr/>
            <p:nvPr/>
          </p:nvSpPr>
          <p:spPr>
            <a:xfrm>
              <a:off x="3747790" y="814835"/>
              <a:ext cx="6736" cy="14279"/>
            </a:xfrm>
            <a:custGeom>
              <a:avLst/>
              <a:gdLst>
                <a:gd name="connsiteX0" fmla="*/ 6430 w 6736"/>
                <a:gd name="connsiteY0" fmla="*/ 6699 h 14279"/>
                <a:gd name="connsiteX1" fmla="*/ 6430 w 6736"/>
                <a:gd name="connsiteY1" fmla="*/ 5948 h 14279"/>
                <a:gd name="connsiteX2" fmla="*/ 5904 w 6736"/>
                <a:gd name="connsiteY2" fmla="*/ 3546 h 14279"/>
                <a:gd name="connsiteX3" fmla="*/ 5904 w 6736"/>
                <a:gd name="connsiteY3" fmla="*/ 2044 h 14279"/>
                <a:gd name="connsiteX4" fmla="*/ 4910 w 6736"/>
                <a:gd name="connsiteY4" fmla="*/ 665 h 14279"/>
                <a:gd name="connsiteX5" fmla="*/ 4402 w 6736"/>
                <a:gd name="connsiteY5" fmla="*/ 693 h 14279"/>
                <a:gd name="connsiteX6" fmla="*/ 4027 w 6736"/>
                <a:gd name="connsiteY6" fmla="*/ 693 h 14279"/>
                <a:gd name="connsiteX7" fmla="*/ 121 w 6736"/>
                <a:gd name="connsiteY7" fmla="*/ 4672 h 14279"/>
                <a:gd name="connsiteX8" fmla="*/ 121 w 6736"/>
                <a:gd name="connsiteY8" fmla="*/ 4672 h 14279"/>
                <a:gd name="connsiteX9" fmla="*/ 121 w 6736"/>
                <a:gd name="connsiteY9" fmla="*/ 8501 h 14279"/>
                <a:gd name="connsiteX10" fmla="*/ 1323 w 6736"/>
                <a:gd name="connsiteY10" fmla="*/ 13532 h 14279"/>
                <a:gd name="connsiteX11" fmla="*/ 5864 w 6736"/>
                <a:gd name="connsiteY11" fmla="*/ 13050 h 14279"/>
                <a:gd name="connsiteX12" fmla="*/ 6580 w 6736"/>
                <a:gd name="connsiteY12" fmla="*/ 11129 h 14279"/>
                <a:gd name="connsiteX13" fmla="*/ 6580 w 6736"/>
                <a:gd name="connsiteY13" fmla="*/ 8051 h 14279"/>
                <a:gd name="connsiteX14" fmla="*/ 6430 w 6736"/>
                <a:gd name="connsiteY14" fmla="*/ 6699 h 14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736" h="14279">
                  <a:moveTo>
                    <a:pt x="6430" y="6699"/>
                  </a:moveTo>
                  <a:cubicBezTo>
                    <a:pt x="6442" y="6449"/>
                    <a:pt x="6442" y="6198"/>
                    <a:pt x="6430" y="5948"/>
                  </a:cubicBezTo>
                  <a:cubicBezTo>
                    <a:pt x="6371" y="5126"/>
                    <a:pt x="6194" y="4317"/>
                    <a:pt x="5904" y="3546"/>
                  </a:cubicBezTo>
                  <a:cubicBezTo>
                    <a:pt x="5866" y="3046"/>
                    <a:pt x="5866" y="2544"/>
                    <a:pt x="5904" y="2044"/>
                  </a:cubicBezTo>
                  <a:cubicBezTo>
                    <a:pt x="6011" y="1389"/>
                    <a:pt x="5565" y="772"/>
                    <a:pt x="4910" y="665"/>
                  </a:cubicBezTo>
                  <a:cubicBezTo>
                    <a:pt x="4741" y="638"/>
                    <a:pt x="4567" y="647"/>
                    <a:pt x="4402" y="693"/>
                  </a:cubicBezTo>
                  <a:lnTo>
                    <a:pt x="4027" y="693"/>
                  </a:lnTo>
                  <a:cubicBezTo>
                    <a:pt x="1098" y="-1635"/>
                    <a:pt x="-555" y="2194"/>
                    <a:pt x="121" y="4672"/>
                  </a:cubicBezTo>
                  <a:lnTo>
                    <a:pt x="121" y="4672"/>
                  </a:lnTo>
                  <a:cubicBezTo>
                    <a:pt x="9" y="5946"/>
                    <a:pt x="9" y="7227"/>
                    <a:pt x="121" y="8501"/>
                  </a:cubicBezTo>
                  <a:cubicBezTo>
                    <a:pt x="121" y="10003"/>
                    <a:pt x="121" y="12406"/>
                    <a:pt x="1323" y="13532"/>
                  </a:cubicBezTo>
                  <a:cubicBezTo>
                    <a:pt x="2710" y="14653"/>
                    <a:pt x="4744" y="14437"/>
                    <a:pt x="5864" y="13050"/>
                  </a:cubicBezTo>
                  <a:cubicBezTo>
                    <a:pt x="6305" y="12504"/>
                    <a:pt x="6557" y="11830"/>
                    <a:pt x="6580" y="11129"/>
                  </a:cubicBezTo>
                  <a:cubicBezTo>
                    <a:pt x="6656" y="10104"/>
                    <a:pt x="6656" y="9076"/>
                    <a:pt x="6580" y="8051"/>
                  </a:cubicBezTo>
                  <a:cubicBezTo>
                    <a:pt x="6794" y="7609"/>
                    <a:pt x="6735" y="7084"/>
                    <a:pt x="6430" y="6699"/>
                  </a:cubicBezTo>
                  <a:close/>
                </a:path>
              </a:pathLst>
            </a:custGeom>
            <a:solidFill>
              <a:srgbClr val="F4F4F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6" name="Content Placeholder 4">
              <a:extLst>
                <a:ext uri="{FF2B5EF4-FFF2-40B4-BE49-F238E27FC236}">
                  <a16:creationId xmlns:a16="http://schemas.microsoft.com/office/drawing/2014/main" id="{BCDFCDCA-F006-8BFE-C5AE-AEADD59DA34A}"/>
                </a:ext>
              </a:extLst>
            </p:cNvPr>
            <p:cNvSpPr/>
            <p:nvPr/>
          </p:nvSpPr>
          <p:spPr>
            <a:xfrm>
              <a:off x="3738444" y="741327"/>
              <a:ext cx="36469" cy="74687"/>
            </a:xfrm>
            <a:custGeom>
              <a:avLst/>
              <a:gdLst>
                <a:gd name="connsiteX0" fmla="*/ 756 w 36469"/>
                <a:gd name="connsiteY0" fmla="*/ 18638 h 74687"/>
                <a:gd name="connsiteX1" fmla="*/ 756 w 36469"/>
                <a:gd name="connsiteY1" fmla="*/ 6850 h 74687"/>
                <a:gd name="connsiteX2" fmla="*/ 10068 w 36469"/>
                <a:gd name="connsiteY2" fmla="*/ 918 h 74687"/>
                <a:gd name="connsiteX3" fmla="*/ 22610 w 36469"/>
                <a:gd name="connsiteY3" fmla="*/ 17 h 74687"/>
                <a:gd name="connsiteX4" fmla="*/ 30120 w 36469"/>
                <a:gd name="connsiteY4" fmla="*/ 1368 h 74687"/>
                <a:gd name="connsiteX5" fmla="*/ 32373 w 36469"/>
                <a:gd name="connsiteY5" fmla="*/ 10078 h 74687"/>
                <a:gd name="connsiteX6" fmla="*/ 36353 w 36469"/>
                <a:gd name="connsiteY6" fmla="*/ 63989 h 74687"/>
                <a:gd name="connsiteX7" fmla="*/ 34926 w 36469"/>
                <a:gd name="connsiteY7" fmla="*/ 70897 h 74687"/>
                <a:gd name="connsiteX8" fmla="*/ 31547 w 36469"/>
                <a:gd name="connsiteY8" fmla="*/ 72624 h 74687"/>
                <a:gd name="connsiteX9" fmla="*/ 3835 w 36469"/>
                <a:gd name="connsiteY9" fmla="*/ 65941 h 74687"/>
                <a:gd name="connsiteX10" fmla="*/ 756 w 36469"/>
                <a:gd name="connsiteY10" fmla="*/ 18638 h 7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469" h="74687">
                  <a:moveTo>
                    <a:pt x="756" y="18638"/>
                  </a:moveTo>
                  <a:cubicBezTo>
                    <a:pt x="-291" y="14778"/>
                    <a:pt x="-291" y="10710"/>
                    <a:pt x="756" y="6850"/>
                  </a:cubicBezTo>
                  <a:cubicBezTo>
                    <a:pt x="2623" y="3393"/>
                    <a:pt x="6146" y="1148"/>
                    <a:pt x="10068" y="918"/>
                  </a:cubicBezTo>
                  <a:cubicBezTo>
                    <a:pt x="14204" y="167"/>
                    <a:pt x="18409" y="-135"/>
                    <a:pt x="22610" y="17"/>
                  </a:cubicBezTo>
                  <a:cubicBezTo>
                    <a:pt x="25188" y="-187"/>
                    <a:pt x="27775" y="279"/>
                    <a:pt x="30120" y="1368"/>
                  </a:cubicBezTo>
                  <a:cubicBezTo>
                    <a:pt x="32223" y="3245"/>
                    <a:pt x="32148" y="6850"/>
                    <a:pt x="32373" y="10078"/>
                  </a:cubicBezTo>
                  <a:cubicBezTo>
                    <a:pt x="33875" y="29750"/>
                    <a:pt x="35903" y="45969"/>
                    <a:pt x="36353" y="63989"/>
                  </a:cubicBezTo>
                  <a:cubicBezTo>
                    <a:pt x="36657" y="66386"/>
                    <a:pt x="36156" y="68816"/>
                    <a:pt x="34926" y="70897"/>
                  </a:cubicBezTo>
                  <a:cubicBezTo>
                    <a:pt x="34013" y="71818"/>
                    <a:pt x="32829" y="72423"/>
                    <a:pt x="31547" y="72624"/>
                  </a:cubicBezTo>
                  <a:cubicBezTo>
                    <a:pt x="24863" y="74050"/>
                    <a:pt x="4961" y="78781"/>
                    <a:pt x="3835" y="65941"/>
                  </a:cubicBezTo>
                  <a:cubicBezTo>
                    <a:pt x="2483" y="50098"/>
                    <a:pt x="2784" y="34481"/>
                    <a:pt x="756" y="18638"/>
                  </a:cubicBezTo>
                  <a:close/>
                </a:path>
              </a:pathLst>
            </a:custGeom>
            <a:solidFill>
              <a:srgbClr val="3D3D3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7" name="Content Placeholder 4">
              <a:extLst>
                <a:ext uri="{FF2B5EF4-FFF2-40B4-BE49-F238E27FC236}">
                  <a16:creationId xmlns:a16="http://schemas.microsoft.com/office/drawing/2014/main" id="{1F2A99FE-1A2C-5DD0-0981-D509A6969566}"/>
                </a:ext>
              </a:extLst>
            </p:cNvPr>
            <p:cNvSpPr/>
            <p:nvPr/>
          </p:nvSpPr>
          <p:spPr>
            <a:xfrm>
              <a:off x="3740632" y="747380"/>
              <a:ext cx="32138" cy="51633"/>
            </a:xfrm>
            <a:custGeom>
              <a:avLst/>
              <a:gdLst>
                <a:gd name="connsiteX0" fmla="*/ -6 w 32138"/>
                <a:gd name="connsiteY0" fmla="*/ 8605 h 51633"/>
                <a:gd name="connsiteX1" fmla="*/ 745 w 32138"/>
                <a:gd name="connsiteY1" fmla="*/ 4325 h 51633"/>
                <a:gd name="connsiteX2" fmla="*/ 4425 w 32138"/>
                <a:gd name="connsiteY2" fmla="*/ 2223 h 51633"/>
                <a:gd name="connsiteX3" fmla="*/ 21548 w 32138"/>
                <a:gd name="connsiteY3" fmla="*/ 196 h 51633"/>
                <a:gd name="connsiteX4" fmla="*/ 25603 w 32138"/>
                <a:gd name="connsiteY4" fmla="*/ 196 h 51633"/>
                <a:gd name="connsiteX5" fmla="*/ 27556 w 32138"/>
                <a:gd name="connsiteY5" fmla="*/ 1622 h 51633"/>
                <a:gd name="connsiteX6" fmla="*/ 28832 w 32138"/>
                <a:gd name="connsiteY6" fmla="*/ 9131 h 51633"/>
                <a:gd name="connsiteX7" fmla="*/ 29283 w 32138"/>
                <a:gd name="connsiteY7" fmla="*/ 16189 h 51633"/>
                <a:gd name="connsiteX8" fmla="*/ 29809 w 32138"/>
                <a:gd name="connsiteY8" fmla="*/ 23697 h 51633"/>
                <a:gd name="connsiteX9" fmla="*/ 30860 w 32138"/>
                <a:gd name="connsiteY9" fmla="*/ 35110 h 51633"/>
                <a:gd name="connsiteX10" fmla="*/ 31911 w 32138"/>
                <a:gd name="connsiteY10" fmla="*/ 43294 h 51633"/>
                <a:gd name="connsiteX11" fmla="*/ 31911 w 32138"/>
                <a:gd name="connsiteY11" fmla="*/ 47048 h 51633"/>
                <a:gd name="connsiteX12" fmla="*/ 28757 w 32138"/>
                <a:gd name="connsiteY12" fmla="*/ 49751 h 51633"/>
                <a:gd name="connsiteX13" fmla="*/ 20571 w 32138"/>
                <a:gd name="connsiteY13" fmla="*/ 50727 h 51633"/>
                <a:gd name="connsiteX14" fmla="*/ 8330 w 32138"/>
                <a:gd name="connsiteY14" fmla="*/ 51478 h 51633"/>
                <a:gd name="connsiteX15" fmla="*/ 3073 w 32138"/>
                <a:gd name="connsiteY15" fmla="*/ 50052 h 51633"/>
                <a:gd name="connsiteX16" fmla="*/ 3073 w 32138"/>
                <a:gd name="connsiteY16" fmla="*/ 45697 h 51633"/>
                <a:gd name="connsiteX17" fmla="*/ 2698 w 32138"/>
                <a:gd name="connsiteY17" fmla="*/ 40441 h 51633"/>
                <a:gd name="connsiteX18" fmla="*/ 895 w 32138"/>
                <a:gd name="connsiteY18" fmla="*/ 19642 h 51633"/>
                <a:gd name="connsiteX19" fmla="*/ -6 w 32138"/>
                <a:gd name="connsiteY19" fmla="*/ 8605 h 51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2138" h="51633">
                  <a:moveTo>
                    <a:pt x="-6" y="8605"/>
                  </a:moveTo>
                  <a:cubicBezTo>
                    <a:pt x="-112" y="7139"/>
                    <a:pt x="146" y="5668"/>
                    <a:pt x="745" y="4325"/>
                  </a:cubicBezTo>
                  <a:cubicBezTo>
                    <a:pt x="1602" y="3117"/>
                    <a:pt x="2948" y="2347"/>
                    <a:pt x="4425" y="2223"/>
                  </a:cubicBezTo>
                  <a:cubicBezTo>
                    <a:pt x="10087" y="1210"/>
                    <a:pt x="15805" y="533"/>
                    <a:pt x="21548" y="196"/>
                  </a:cubicBezTo>
                  <a:cubicBezTo>
                    <a:pt x="22883" y="-105"/>
                    <a:pt x="24268" y="-105"/>
                    <a:pt x="25603" y="196"/>
                  </a:cubicBezTo>
                  <a:cubicBezTo>
                    <a:pt x="26345" y="532"/>
                    <a:pt x="27010" y="1018"/>
                    <a:pt x="27556" y="1622"/>
                  </a:cubicBezTo>
                  <a:cubicBezTo>
                    <a:pt x="28907" y="3725"/>
                    <a:pt x="28307" y="6428"/>
                    <a:pt x="28832" y="9131"/>
                  </a:cubicBezTo>
                  <a:cubicBezTo>
                    <a:pt x="29358" y="11834"/>
                    <a:pt x="28832" y="13861"/>
                    <a:pt x="29283" y="16189"/>
                  </a:cubicBezTo>
                  <a:cubicBezTo>
                    <a:pt x="29733" y="18516"/>
                    <a:pt x="29283" y="21369"/>
                    <a:pt x="29809" y="23697"/>
                  </a:cubicBezTo>
                  <a:cubicBezTo>
                    <a:pt x="29809" y="27526"/>
                    <a:pt x="30409" y="31205"/>
                    <a:pt x="30860" y="35110"/>
                  </a:cubicBezTo>
                  <a:cubicBezTo>
                    <a:pt x="31311" y="39014"/>
                    <a:pt x="31386" y="40516"/>
                    <a:pt x="31911" y="43294"/>
                  </a:cubicBezTo>
                  <a:cubicBezTo>
                    <a:pt x="32175" y="44531"/>
                    <a:pt x="32175" y="45811"/>
                    <a:pt x="31911" y="47048"/>
                  </a:cubicBezTo>
                  <a:cubicBezTo>
                    <a:pt x="31422" y="48451"/>
                    <a:pt x="30219" y="49483"/>
                    <a:pt x="28757" y="49751"/>
                  </a:cubicBezTo>
                  <a:cubicBezTo>
                    <a:pt x="26060" y="50299"/>
                    <a:pt x="23322" y="50625"/>
                    <a:pt x="20571" y="50727"/>
                  </a:cubicBezTo>
                  <a:lnTo>
                    <a:pt x="8330" y="51478"/>
                  </a:lnTo>
                  <a:cubicBezTo>
                    <a:pt x="6828" y="51478"/>
                    <a:pt x="3899" y="52229"/>
                    <a:pt x="3073" y="50052"/>
                  </a:cubicBezTo>
                  <a:cubicBezTo>
                    <a:pt x="2887" y="48606"/>
                    <a:pt x="2887" y="47142"/>
                    <a:pt x="3073" y="45697"/>
                  </a:cubicBezTo>
                  <a:cubicBezTo>
                    <a:pt x="3073" y="43895"/>
                    <a:pt x="3073" y="42168"/>
                    <a:pt x="2698" y="40441"/>
                  </a:cubicBezTo>
                  <a:cubicBezTo>
                    <a:pt x="2172" y="33533"/>
                    <a:pt x="1421" y="26625"/>
                    <a:pt x="895" y="19642"/>
                  </a:cubicBezTo>
                  <a:cubicBezTo>
                    <a:pt x="294" y="16089"/>
                    <a:pt x="-6" y="12410"/>
                    <a:pt x="-6" y="8605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8" name="Content Placeholder 4">
              <a:extLst>
                <a:ext uri="{FF2B5EF4-FFF2-40B4-BE49-F238E27FC236}">
                  <a16:creationId xmlns:a16="http://schemas.microsoft.com/office/drawing/2014/main" id="{321330B8-EDBB-B6CE-8240-E51614E0CA39}"/>
                </a:ext>
              </a:extLst>
            </p:cNvPr>
            <p:cNvSpPr/>
            <p:nvPr/>
          </p:nvSpPr>
          <p:spPr>
            <a:xfrm>
              <a:off x="3751860" y="744514"/>
              <a:ext cx="6832" cy="1508"/>
            </a:xfrm>
            <a:custGeom>
              <a:avLst/>
              <a:gdLst>
                <a:gd name="connsiteX0" fmla="*/ 6264 w 6832"/>
                <a:gd name="connsiteY0" fmla="*/ 208 h 1508"/>
                <a:gd name="connsiteX1" fmla="*/ 4837 w 6832"/>
                <a:gd name="connsiteY1" fmla="*/ 208 h 1508"/>
                <a:gd name="connsiteX2" fmla="*/ 1533 w 6832"/>
                <a:gd name="connsiteY2" fmla="*/ 208 h 1508"/>
                <a:gd name="connsiteX3" fmla="*/ 31 w 6832"/>
                <a:gd name="connsiteY3" fmla="*/ 734 h 1508"/>
                <a:gd name="connsiteX4" fmla="*/ 31 w 6832"/>
                <a:gd name="connsiteY4" fmla="*/ 1184 h 1508"/>
                <a:gd name="connsiteX5" fmla="*/ 6715 w 6832"/>
                <a:gd name="connsiteY5" fmla="*/ 508 h 1508"/>
                <a:gd name="connsiteX6" fmla="*/ 6264 w 6832"/>
                <a:gd name="connsiteY6" fmla="*/ 208 h 1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832" h="1508">
                  <a:moveTo>
                    <a:pt x="6264" y="208"/>
                  </a:moveTo>
                  <a:cubicBezTo>
                    <a:pt x="5790" y="171"/>
                    <a:pt x="5312" y="171"/>
                    <a:pt x="4837" y="208"/>
                  </a:cubicBezTo>
                  <a:lnTo>
                    <a:pt x="1533" y="208"/>
                  </a:lnTo>
                  <a:cubicBezTo>
                    <a:pt x="932" y="208"/>
                    <a:pt x="106" y="208"/>
                    <a:pt x="31" y="734"/>
                  </a:cubicBezTo>
                  <a:cubicBezTo>
                    <a:pt x="-49" y="873"/>
                    <a:pt x="-49" y="1045"/>
                    <a:pt x="31" y="1184"/>
                  </a:cubicBezTo>
                  <a:cubicBezTo>
                    <a:pt x="1007" y="1710"/>
                    <a:pt x="6490" y="1560"/>
                    <a:pt x="6715" y="508"/>
                  </a:cubicBezTo>
                  <a:cubicBezTo>
                    <a:pt x="6940" y="-543"/>
                    <a:pt x="6715" y="283"/>
                    <a:pt x="6264" y="208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9" name="Content Placeholder 4">
              <a:extLst>
                <a:ext uri="{FF2B5EF4-FFF2-40B4-BE49-F238E27FC236}">
                  <a16:creationId xmlns:a16="http://schemas.microsoft.com/office/drawing/2014/main" id="{6167C568-C72D-1E69-B3E0-5AF1C2E04084}"/>
                </a:ext>
              </a:extLst>
            </p:cNvPr>
            <p:cNvSpPr/>
            <p:nvPr/>
          </p:nvSpPr>
          <p:spPr>
            <a:xfrm>
              <a:off x="3750553" y="745200"/>
              <a:ext cx="1132" cy="1608"/>
            </a:xfrm>
            <a:custGeom>
              <a:avLst/>
              <a:gdLst>
                <a:gd name="connsiteX0" fmla="*/ 737 w 1132"/>
                <a:gd name="connsiteY0" fmla="*/ 123 h 1608"/>
                <a:gd name="connsiteX1" fmla="*/ 101 w 1132"/>
                <a:gd name="connsiteY1" fmla="*/ 83 h 1608"/>
                <a:gd name="connsiteX2" fmla="*/ 61 w 1132"/>
                <a:gd name="connsiteY2" fmla="*/ 123 h 1608"/>
                <a:gd name="connsiteX3" fmla="*/ 61 w 1132"/>
                <a:gd name="connsiteY3" fmla="*/ 799 h 1608"/>
                <a:gd name="connsiteX4" fmla="*/ 61 w 1132"/>
                <a:gd name="connsiteY4" fmla="*/ 1324 h 1608"/>
                <a:gd name="connsiteX5" fmla="*/ 783 w 1132"/>
                <a:gd name="connsiteY5" fmla="*/ 1504 h 1608"/>
                <a:gd name="connsiteX6" fmla="*/ 963 w 1132"/>
                <a:gd name="connsiteY6" fmla="*/ 1324 h 1608"/>
                <a:gd name="connsiteX7" fmla="*/ 963 w 1132"/>
                <a:gd name="connsiteY7" fmla="*/ 273 h 1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2" h="1608">
                  <a:moveTo>
                    <a:pt x="737" y="123"/>
                  </a:moveTo>
                  <a:cubicBezTo>
                    <a:pt x="573" y="-64"/>
                    <a:pt x="288" y="-81"/>
                    <a:pt x="101" y="83"/>
                  </a:cubicBezTo>
                  <a:cubicBezTo>
                    <a:pt x="87" y="95"/>
                    <a:pt x="74" y="109"/>
                    <a:pt x="61" y="123"/>
                  </a:cubicBezTo>
                  <a:cubicBezTo>
                    <a:pt x="-59" y="332"/>
                    <a:pt x="-59" y="590"/>
                    <a:pt x="61" y="799"/>
                  </a:cubicBezTo>
                  <a:cubicBezTo>
                    <a:pt x="25" y="972"/>
                    <a:pt x="25" y="1151"/>
                    <a:pt x="61" y="1324"/>
                  </a:cubicBezTo>
                  <a:cubicBezTo>
                    <a:pt x="211" y="1573"/>
                    <a:pt x="534" y="1654"/>
                    <a:pt x="783" y="1504"/>
                  </a:cubicBezTo>
                  <a:cubicBezTo>
                    <a:pt x="857" y="1459"/>
                    <a:pt x="918" y="1398"/>
                    <a:pt x="963" y="1324"/>
                  </a:cubicBezTo>
                  <a:cubicBezTo>
                    <a:pt x="1150" y="999"/>
                    <a:pt x="1150" y="598"/>
                    <a:pt x="963" y="273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0" name="Content Placeholder 4">
              <a:extLst>
                <a:ext uri="{FF2B5EF4-FFF2-40B4-BE49-F238E27FC236}">
                  <a16:creationId xmlns:a16="http://schemas.microsoft.com/office/drawing/2014/main" id="{27D1EDB9-21B6-CE95-BE3E-C5CD0F6E409E}"/>
                </a:ext>
              </a:extLst>
            </p:cNvPr>
            <p:cNvSpPr/>
            <p:nvPr/>
          </p:nvSpPr>
          <p:spPr>
            <a:xfrm>
              <a:off x="3756070" y="803782"/>
              <a:ext cx="5401" cy="6143"/>
            </a:xfrm>
            <a:custGeom>
              <a:avLst/>
              <a:gdLst>
                <a:gd name="connsiteX0" fmla="*/ 853 w 5401"/>
                <a:gd name="connsiteY0" fmla="*/ 633 h 6143"/>
                <a:gd name="connsiteX1" fmla="*/ 27 w 5401"/>
                <a:gd name="connsiteY1" fmla="*/ 2735 h 6143"/>
                <a:gd name="connsiteX2" fmla="*/ 27 w 5401"/>
                <a:gd name="connsiteY2" fmla="*/ 3786 h 6143"/>
                <a:gd name="connsiteX3" fmla="*/ 1529 w 5401"/>
                <a:gd name="connsiteY3" fmla="*/ 5889 h 6143"/>
                <a:gd name="connsiteX4" fmla="*/ 4007 w 5401"/>
                <a:gd name="connsiteY4" fmla="*/ 5889 h 6143"/>
                <a:gd name="connsiteX5" fmla="*/ 4608 w 5401"/>
                <a:gd name="connsiteY5" fmla="*/ 5889 h 6143"/>
                <a:gd name="connsiteX6" fmla="*/ 5059 w 5401"/>
                <a:gd name="connsiteY6" fmla="*/ 5288 h 6143"/>
                <a:gd name="connsiteX7" fmla="*/ 5059 w 5401"/>
                <a:gd name="connsiteY7" fmla="*/ 2134 h 6143"/>
                <a:gd name="connsiteX8" fmla="*/ 853 w 5401"/>
                <a:gd name="connsiteY8" fmla="*/ 633 h 6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401" h="6143">
                  <a:moveTo>
                    <a:pt x="853" y="633"/>
                  </a:moveTo>
                  <a:cubicBezTo>
                    <a:pt x="369" y="1232"/>
                    <a:pt x="80" y="1966"/>
                    <a:pt x="27" y="2735"/>
                  </a:cubicBezTo>
                  <a:cubicBezTo>
                    <a:pt x="-48" y="3081"/>
                    <a:pt x="-48" y="3440"/>
                    <a:pt x="27" y="3786"/>
                  </a:cubicBezTo>
                  <a:cubicBezTo>
                    <a:pt x="152" y="4691"/>
                    <a:pt x="713" y="5477"/>
                    <a:pt x="1529" y="5889"/>
                  </a:cubicBezTo>
                  <a:cubicBezTo>
                    <a:pt x="2328" y="6188"/>
                    <a:pt x="3208" y="6188"/>
                    <a:pt x="4007" y="5889"/>
                  </a:cubicBezTo>
                  <a:lnTo>
                    <a:pt x="4608" y="5889"/>
                  </a:lnTo>
                  <a:lnTo>
                    <a:pt x="5059" y="5288"/>
                  </a:lnTo>
                  <a:cubicBezTo>
                    <a:pt x="5476" y="4278"/>
                    <a:pt x="5476" y="3144"/>
                    <a:pt x="5059" y="2134"/>
                  </a:cubicBezTo>
                  <a:cubicBezTo>
                    <a:pt x="4533" y="257"/>
                    <a:pt x="2205" y="-794"/>
                    <a:pt x="853" y="633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1" name="Content Placeholder 4">
              <a:extLst>
                <a:ext uri="{FF2B5EF4-FFF2-40B4-BE49-F238E27FC236}">
                  <a16:creationId xmlns:a16="http://schemas.microsoft.com/office/drawing/2014/main" id="{E0279DE1-D73C-8111-A979-21B456A6C79D}"/>
                </a:ext>
              </a:extLst>
            </p:cNvPr>
            <p:cNvSpPr/>
            <p:nvPr/>
          </p:nvSpPr>
          <p:spPr>
            <a:xfrm>
              <a:off x="3749208" y="764216"/>
              <a:ext cx="14650" cy="14220"/>
            </a:xfrm>
            <a:custGeom>
              <a:avLst/>
              <a:gdLst>
                <a:gd name="connsiteX0" fmla="*/ 14549 w 14650"/>
                <a:gd name="connsiteY0" fmla="*/ 7987 h 14220"/>
                <a:gd name="connsiteX1" fmla="*/ 13122 w 14650"/>
                <a:gd name="connsiteY1" fmla="*/ 1079 h 14220"/>
                <a:gd name="connsiteX2" fmla="*/ 10719 w 14650"/>
                <a:gd name="connsiteY2" fmla="*/ 28 h 14220"/>
                <a:gd name="connsiteX3" fmla="*/ 3209 w 14650"/>
                <a:gd name="connsiteY3" fmla="*/ 1380 h 14220"/>
                <a:gd name="connsiteX4" fmla="*/ 2383 w 14650"/>
                <a:gd name="connsiteY4" fmla="*/ 2881 h 14220"/>
                <a:gd name="connsiteX5" fmla="*/ 2908 w 14650"/>
                <a:gd name="connsiteY5" fmla="*/ 7236 h 14220"/>
                <a:gd name="connsiteX6" fmla="*/ 2908 w 14650"/>
                <a:gd name="connsiteY6" fmla="*/ 9864 h 14220"/>
                <a:gd name="connsiteX7" fmla="*/ 2308 w 14650"/>
                <a:gd name="connsiteY7" fmla="*/ 9864 h 14220"/>
                <a:gd name="connsiteX8" fmla="*/ -24 w 14650"/>
                <a:gd name="connsiteY8" fmla="*/ 11877 h 14220"/>
                <a:gd name="connsiteX9" fmla="*/ 205 w 14650"/>
                <a:gd name="connsiteY9" fmla="*/ 13018 h 14220"/>
                <a:gd name="connsiteX10" fmla="*/ 2898 w 14650"/>
                <a:gd name="connsiteY10" fmla="*/ 14002 h 14220"/>
                <a:gd name="connsiteX11" fmla="*/ 3059 w 14650"/>
                <a:gd name="connsiteY11" fmla="*/ 13919 h 14220"/>
                <a:gd name="connsiteX12" fmla="*/ 5312 w 14650"/>
                <a:gd name="connsiteY12" fmla="*/ 6410 h 14220"/>
                <a:gd name="connsiteX13" fmla="*/ 11320 w 14650"/>
                <a:gd name="connsiteY13" fmla="*/ 5810 h 14220"/>
                <a:gd name="connsiteX14" fmla="*/ 11320 w 14650"/>
                <a:gd name="connsiteY14" fmla="*/ 5810 h 14220"/>
                <a:gd name="connsiteX15" fmla="*/ 11320 w 14650"/>
                <a:gd name="connsiteY15" fmla="*/ 6786 h 14220"/>
                <a:gd name="connsiteX16" fmla="*/ 11320 w 14650"/>
                <a:gd name="connsiteY16" fmla="*/ 8588 h 14220"/>
                <a:gd name="connsiteX17" fmla="*/ 11320 w 14650"/>
                <a:gd name="connsiteY17" fmla="*/ 8588 h 14220"/>
                <a:gd name="connsiteX18" fmla="*/ 8991 w 14650"/>
                <a:gd name="connsiteY18" fmla="*/ 10615 h 14220"/>
                <a:gd name="connsiteX19" fmla="*/ 11407 w 14650"/>
                <a:gd name="connsiteY19" fmla="*/ 13298 h 14220"/>
                <a:gd name="connsiteX20" fmla="*/ 13648 w 14650"/>
                <a:gd name="connsiteY20" fmla="*/ 12192 h 14220"/>
                <a:gd name="connsiteX21" fmla="*/ 14549 w 14650"/>
                <a:gd name="connsiteY21" fmla="*/ 7987 h 14220"/>
                <a:gd name="connsiteX22" fmla="*/ 5011 w 14650"/>
                <a:gd name="connsiteY22" fmla="*/ 4608 h 14220"/>
                <a:gd name="connsiteX23" fmla="*/ 5011 w 14650"/>
                <a:gd name="connsiteY23" fmla="*/ 3482 h 14220"/>
                <a:gd name="connsiteX24" fmla="*/ 7490 w 14650"/>
                <a:gd name="connsiteY24" fmla="*/ 3031 h 14220"/>
                <a:gd name="connsiteX25" fmla="*/ 9217 w 14650"/>
                <a:gd name="connsiteY25" fmla="*/ 3031 h 14220"/>
                <a:gd name="connsiteX26" fmla="*/ 11019 w 14650"/>
                <a:gd name="connsiteY26" fmla="*/ 3031 h 14220"/>
                <a:gd name="connsiteX27" fmla="*/ 11019 w 14650"/>
                <a:gd name="connsiteY27" fmla="*/ 3031 h 14220"/>
                <a:gd name="connsiteX28" fmla="*/ 5011 w 14650"/>
                <a:gd name="connsiteY28" fmla="*/ 4608 h 1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4650" h="14220">
                  <a:moveTo>
                    <a:pt x="14549" y="7987"/>
                  </a:moveTo>
                  <a:cubicBezTo>
                    <a:pt x="14334" y="5638"/>
                    <a:pt x="13856" y="3321"/>
                    <a:pt x="13122" y="1079"/>
                  </a:cubicBezTo>
                  <a:cubicBezTo>
                    <a:pt x="12596" y="-47"/>
                    <a:pt x="11845" y="-122"/>
                    <a:pt x="10719" y="28"/>
                  </a:cubicBezTo>
                  <a:cubicBezTo>
                    <a:pt x="8189" y="320"/>
                    <a:pt x="5681" y="771"/>
                    <a:pt x="3209" y="1380"/>
                  </a:cubicBezTo>
                  <a:cubicBezTo>
                    <a:pt x="2611" y="1619"/>
                    <a:pt x="2265" y="2248"/>
                    <a:pt x="2383" y="2881"/>
                  </a:cubicBezTo>
                  <a:cubicBezTo>
                    <a:pt x="2383" y="4308"/>
                    <a:pt x="2383" y="5810"/>
                    <a:pt x="2908" y="7236"/>
                  </a:cubicBezTo>
                  <a:cubicBezTo>
                    <a:pt x="3434" y="8663"/>
                    <a:pt x="2908" y="8813"/>
                    <a:pt x="2908" y="9864"/>
                  </a:cubicBezTo>
                  <a:cubicBezTo>
                    <a:pt x="2715" y="9789"/>
                    <a:pt x="2501" y="9789"/>
                    <a:pt x="2308" y="9864"/>
                  </a:cubicBezTo>
                  <a:cubicBezTo>
                    <a:pt x="1108" y="9776"/>
                    <a:pt x="64" y="10677"/>
                    <a:pt x="-24" y="11877"/>
                  </a:cubicBezTo>
                  <a:cubicBezTo>
                    <a:pt x="-52" y="12271"/>
                    <a:pt x="27" y="12665"/>
                    <a:pt x="205" y="13018"/>
                  </a:cubicBezTo>
                  <a:cubicBezTo>
                    <a:pt x="676" y="14033"/>
                    <a:pt x="1883" y="14474"/>
                    <a:pt x="2898" y="14002"/>
                  </a:cubicBezTo>
                  <a:cubicBezTo>
                    <a:pt x="2953" y="13977"/>
                    <a:pt x="3006" y="13949"/>
                    <a:pt x="3059" y="13919"/>
                  </a:cubicBezTo>
                  <a:cubicBezTo>
                    <a:pt x="5687" y="13919"/>
                    <a:pt x="5687" y="9489"/>
                    <a:pt x="5312" y="6410"/>
                  </a:cubicBezTo>
                  <a:cubicBezTo>
                    <a:pt x="7264" y="6410"/>
                    <a:pt x="9367" y="5960"/>
                    <a:pt x="11320" y="5810"/>
                  </a:cubicBezTo>
                  <a:lnTo>
                    <a:pt x="11320" y="5810"/>
                  </a:lnTo>
                  <a:cubicBezTo>
                    <a:pt x="11272" y="6133"/>
                    <a:pt x="11272" y="6462"/>
                    <a:pt x="11320" y="6786"/>
                  </a:cubicBezTo>
                  <a:cubicBezTo>
                    <a:pt x="11284" y="7386"/>
                    <a:pt x="11284" y="7988"/>
                    <a:pt x="11320" y="8588"/>
                  </a:cubicBezTo>
                  <a:lnTo>
                    <a:pt x="11320" y="8588"/>
                  </a:lnTo>
                  <a:cubicBezTo>
                    <a:pt x="10129" y="8542"/>
                    <a:pt x="9109" y="9430"/>
                    <a:pt x="8991" y="10615"/>
                  </a:cubicBezTo>
                  <a:cubicBezTo>
                    <a:pt x="8918" y="12023"/>
                    <a:pt x="9999" y="13224"/>
                    <a:pt x="11407" y="13298"/>
                  </a:cubicBezTo>
                  <a:cubicBezTo>
                    <a:pt x="12296" y="13344"/>
                    <a:pt x="13145" y="12925"/>
                    <a:pt x="13648" y="12192"/>
                  </a:cubicBezTo>
                  <a:cubicBezTo>
                    <a:pt x="14456" y="10949"/>
                    <a:pt x="14778" y="9452"/>
                    <a:pt x="14549" y="7987"/>
                  </a:cubicBezTo>
                  <a:close/>
                  <a:moveTo>
                    <a:pt x="5011" y="4608"/>
                  </a:moveTo>
                  <a:lnTo>
                    <a:pt x="5011" y="3482"/>
                  </a:lnTo>
                  <a:lnTo>
                    <a:pt x="7490" y="3031"/>
                  </a:lnTo>
                  <a:lnTo>
                    <a:pt x="9217" y="3031"/>
                  </a:lnTo>
                  <a:cubicBezTo>
                    <a:pt x="10043" y="3031"/>
                    <a:pt x="10569" y="3031"/>
                    <a:pt x="11019" y="3031"/>
                  </a:cubicBezTo>
                  <a:lnTo>
                    <a:pt x="11019" y="3031"/>
                  </a:lnTo>
                  <a:cubicBezTo>
                    <a:pt x="8975" y="3385"/>
                    <a:pt x="6965" y="3912"/>
                    <a:pt x="5011" y="4608"/>
                  </a:cubicBezTo>
                  <a:close/>
                </a:path>
              </a:pathLst>
            </a:custGeom>
            <a:solidFill>
              <a:srgbClr val="D992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2" name="Content Placeholder 4">
              <a:extLst>
                <a:ext uri="{FF2B5EF4-FFF2-40B4-BE49-F238E27FC236}">
                  <a16:creationId xmlns:a16="http://schemas.microsoft.com/office/drawing/2014/main" id="{B39F4797-89A4-68BB-E51F-AF213D3DB00E}"/>
                </a:ext>
              </a:extLst>
            </p:cNvPr>
            <p:cNvSpPr/>
            <p:nvPr/>
          </p:nvSpPr>
          <p:spPr>
            <a:xfrm>
              <a:off x="3755567" y="789578"/>
              <a:ext cx="4742" cy="4835"/>
            </a:xfrm>
            <a:custGeom>
              <a:avLst/>
              <a:gdLst>
                <a:gd name="connsiteX0" fmla="*/ 680 w 4742"/>
                <a:gd name="connsiteY0" fmla="*/ -30 h 4835"/>
                <a:gd name="connsiteX1" fmla="*/ 4 w 4742"/>
                <a:gd name="connsiteY1" fmla="*/ 496 h 4835"/>
                <a:gd name="connsiteX2" fmla="*/ 4 w 4742"/>
                <a:gd name="connsiteY2" fmla="*/ 496 h 4835"/>
                <a:gd name="connsiteX3" fmla="*/ 530 w 4742"/>
                <a:gd name="connsiteY3" fmla="*/ 4550 h 4835"/>
                <a:gd name="connsiteX4" fmla="*/ 1252 w 4742"/>
                <a:gd name="connsiteY4" fmla="*/ 4730 h 4835"/>
                <a:gd name="connsiteX5" fmla="*/ 1431 w 4742"/>
                <a:gd name="connsiteY5" fmla="*/ 4550 h 4835"/>
                <a:gd name="connsiteX6" fmla="*/ 3158 w 4742"/>
                <a:gd name="connsiteY6" fmla="*/ 3199 h 4835"/>
                <a:gd name="connsiteX7" fmla="*/ 4510 w 4742"/>
                <a:gd name="connsiteY7" fmla="*/ 2073 h 4835"/>
                <a:gd name="connsiteX8" fmla="*/ 4563 w 4742"/>
                <a:gd name="connsiteY8" fmla="*/ 1225 h 4835"/>
                <a:gd name="connsiteX9" fmla="*/ 4510 w 4742"/>
                <a:gd name="connsiteY9" fmla="*/ 1172 h 4835"/>
                <a:gd name="connsiteX10" fmla="*/ 680 w 4742"/>
                <a:gd name="connsiteY10" fmla="*/ -30 h 4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42" h="4835">
                  <a:moveTo>
                    <a:pt x="680" y="-30"/>
                  </a:moveTo>
                  <a:cubicBezTo>
                    <a:pt x="680" y="-30"/>
                    <a:pt x="79" y="-30"/>
                    <a:pt x="4" y="496"/>
                  </a:cubicBezTo>
                  <a:cubicBezTo>
                    <a:pt x="-71" y="1021"/>
                    <a:pt x="4" y="496"/>
                    <a:pt x="4" y="496"/>
                  </a:cubicBezTo>
                  <a:cubicBezTo>
                    <a:pt x="31" y="1862"/>
                    <a:pt x="208" y="3222"/>
                    <a:pt x="530" y="4550"/>
                  </a:cubicBezTo>
                  <a:cubicBezTo>
                    <a:pt x="679" y="4799"/>
                    <a:pt x="1002" y="4880"/>
                    <a:pt x="1252" y="4730"/>
                  </a:cubicBezTo>
                  <a:cubicBezTo>
                    <a:pt x="1325" y="4686"/>
                    <a:pt x="1387" y="4624"/>
                    <a:pt x="1431" y="4550"/>
                  </a:cubicBezTo>
                  <a:cubicBezTo>
                    <a:pt x="1937" y="4018"/>
                    <a:pt x="2519" y="3562"/>
                    <a:pt x="3158" y="3199"/>
                  </a:cubicBezTo>
                  <a:cubicBezTo>
                    <a:pt x="3642" y="2865"/>
                    <a:pt x="4094" y="2488"/>
                    <a:pt x="4510" y="2073"/>
                  </a:cubicBezTo>
                  <a:cubicBezTo>
                    <a:pt x="4759" y="1853"/>
                    <a:pt x="4783" y="1473"/>
                    <a:pt x="4563" y="1225"/>
                  </a:cubicBezTo>
                  <a:cubicBezTo>
                    <a:pt x="4547" y="1206"/>
                    <a:pt x="4529" y="1188"/>
                    <a:pt x="4510" y="1172"/>
                  </a:cubicBezTo>
                  <a:cubicBezTo>
                    <a:pt x="3293" y="602"/>
                    <a:pt x="2005" y="198"/>
                    <a:pt x="680" y="-30"/>
                  </a:cubicBezTo>
                  <a:close/>
                </a:path>
              </a:pathLst>
            </a:custGeom>
            <a:solidFill>
              <a:srgbClr val="8282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3" name="Content Placeholder 4">
              <a:extLst>
                <a:ext uri="{FF2B5EF4-FFF2-40B4-BE49-F238E27FC236}">
                  <a16:creationId xmlns:a16="http://schemas.microsoft.com/office/drawing/2014/main" id="{9150D107-1BE3-3658-B100-20975E7B4153}"/>
                </a:ext>
              </a:extLst>
            </p:cNvPr>
            <p:cNvSpPr/>
            <p:nvPr/>
          </p:nvSpPr>
          <p:spPr>
            <a:xfrm>
              <a:off x="3750128" y="790461"/>
              <a:ext cx="1191" cy="4898"/>
            </a:xfrm>
            <a:custGeom>
              <a:avLst/>
              <a:gdLst>
                <a:gd name="connsiteX0" fmla="*/ 111 w 1191"/>
                <a:gd name="connsiteY0" fmla="*/ 63 h 4898"/>
                <a:gd name="connsiteX1" fmla="*/ 111 w 1191"/>
                <a:gd name="connsiteY1" fmla="*/ 4343 h 4898"/>
                <a:gd name="connsiteX2" fmla="*/ 637 w 1191"/>
                <a:gd name="connsiteY2" fmla="*/ 4868 h 4898"/>
                <a:gd name="connsiteX3" fmla="*/ 1162 w 1191"/>
                <a:gd name="connsiteY3" fmla="*/ 4343 h 4898"/>
                <a:gd name="connsiteX4" fmla="*/ 486 w 1191"/>
                <a:gd name="connsiteY4" fmla="*/ 288 h 4898"/>
                <a:gd name="connsiteX5" fmla="*/ 111 w 1191"/>
                <a:gd name="connsiteY5" fmla="*/ 63 h 4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91" h="4898">
                  <a:moveTo>
                    <a:pt x="111" y="63"/>
                  </a:moveTo>
                  <a:cubicBezTo>
                    <a:pt x="-76" y="1484"/>
                    <a:pt x="-76" y="2922"/>
                    <a:pt x="111" y="4343"/>
                  </a:cubicBezTo>
                  <a:cubicBezTo>
                    <a:pt x="111" y="4633"/>
                    <a:pt x="346" y="4868"/>
                    <a:pt x="637" y="4868"/>
                  </a:cubicBezTo>
                  <a:cubicBezTo>
                    <a:pt x="927" y="4868"/>
                    <a:pt x="1162" y="4633"/>
                    <a:pt x="1162" y="4343"/>
                  </a:cubicBezTo>
                  <a:cubicBezTo>
                    <a:pt x="791" y="3020"/>
                    <a:pt x="565" y="1660"/>
                    <a:pt x="486" y="288"/>
                  </a:cubicBezTo>
                  <a:cubicBezTo>
                    <a:pt x="486" y="288"/>
                    <a:pt x="111" y="-237"/>
                    <a:pt x="111" y="63"/>
                  </a:cubicBezTo>
                  <a:close/>
                </a:path>
              </a:pathLst>
            </a:custGeom>
            <a:solidFill>
              <a:srgbClr val="8282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4" name="Content Placeholder 4">
              <a:extLst>
                <a:ext uri="{FF2B5EF4-FFF2-40B4-BE49-F238E27FC236}">
                  <a16:creationId xmlns:a16="http://schemas.microsoft.com/office/drawing/2014/main" id="{B9968A34-A5D6-7F29-50AD-D3FF7C17A6E0}"/>
                </a:ext>
              </a:extLst>
            </p:cNvPr>
            <p:cNvSpPr/>
            <p:nvPr/>
          </p:nvSpPr>
          <p:spPr>
            <a:xfrm>
              <a:off x="3748166" y="790122"/>
              <a:ext cx="1583" cy="5537"/>
            </a:xfrm>
            <a:custGeom>
              <a:avLst/>
              <a:gdLst>
                <a:gd name="connsiteX0" fmla="*/ -29 w 1583"/>
                <a:gd name="connsiteY0" fmla="*/ 552 h 5537"/>
                <a:gd name="connsiteX1" fmla="*/ 1022 w 1583"/>
                <a:gd name="connsiteY1" fmla="*/ 5508 h 5537"/>
                <a:gd name="connsiteX2" fmla="*/ 1548 w 1583"/>
                <a:gd name="connsiteY2" fmla="*/ 5508 h 5537"/>
                <a:gd name="connsiteX3" fmla="*/ 1097 w 1583"/>
                <a:gd name="connsiteY3" fmla="*/ 627 h 5537"/>
                <a:gd name="connsiteX4" fmla="*/ -29 w 1583"/>
                <a:gd name="connsiteY4" fmla="*/ 552 h 5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83" h="5537">
                  <a:moveTo>
                    <a:pt x="-29" y="552"/>
                  </a:moveTo>
                  <a:cubicBezTo>
                    <a:pt x="177" y="2231"/>
                    <a:pt x="529" y="3890"/>
                    <a:pt x="1022" y="5508"/>
                  </a:cubicBezTo>
                  <a:cubicBezTo>
                    <a:pt x="1022" y="5508"/>
                    <a:pt x="1623" y="5508"/>
                    <a:pt x="1548" y="5508"/>
                  </a:cubicBezTo>
                  <a:cubicBezTo>
                    <a:pt x="1212" y="3903"/>
                    <a:pt x="1060" y="2266"/>
                    <a:pt x="1097" y="627"/>
                  </a:cubicBezTo>
                  <a:cubicBezTo>
                    <a:pt x="1097" y="-274"/>
                    <a:pt x="-29" y="-199"/>
                    <a:pt x="-29" y="552"/>
                  </a:cubicBezTo>
                  <a:close/>
                </a:path>
              </a:pathLst>
            </a:custGeom>
            <a:solidFill>
              <a:srgbClr val="8282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5" name="Content Placeholder 4">
              <a:extLst>
                <a:ext uri="{FF2B5EF4-FFF2-40B4-BE49-F238E27FC236}">
                  <a16:creationId xmlns:a16="http://schemas.microsoft.com/office/drawing/2014/main" id="{615A7F60-94D2-9504-3625-03FB9CECF183}"/>
                </a:ext>
              </a:extLst>
            </p:cNvPr>
            <p:cNvSpPr/>
            <p:nvPr/>
          </p:nvSpPr>
          <p:spPr>
            <a:xfrm>
              <a:off x="3763636" y="788950"/>
              <a:ext cx="4009" cy="4499"/>
            </a:xfrm>
            <a:custGeom>
              <a:avLst/>
              <a:gdLst>
                <a:gd name="connsiteX0" fmla="*/ 3876 w 4009"/>
                <a:gd name="connsiteY0" fmla="*/ 1423 h 4499"/>
                <a:gd name="connsiteX1" fmla="*/ 2900 w 4009"/>
                <a:gd name="connsiteY1" fmla="*/ -3 h 4499"/>
                <a:gd name="connsiteX2" fmla="*/ 1323 w 4009"/>
                <a:gd name="connsiteY2" fmla="*/ -3 h 4499"/>
                <a:gd name="connsiteX3" fmla="*/ 271 w 4009"/>
                <a:gd name="connsiteY3" fmla="*/ -3 h 4499"/>
                <a:gd name="connsiteX4" fmla="*/ 271 w 4009"/>
                <a:gd name="connsiteY4" fmla="*/ 2174 h 4499"/>
                <a:gd name="connsiteX5" fmla="*/ 271 w 4009"/>
                <a:gd name="connsiteY5" fmla="*/ 2174 h 4499"/>
                <a:gd name="connsiteX6" fmla="*/ 271 w 4009"/>
                <a:gd name="connsiteY6" fmla="*/ 3526 h 4499"/>
                <a:gd name="connsiteX7" fmla="*/ 1698 w 4009"/>
                <a:gd name="connsiteY7" fmla="*/ 4427 h 4499"/>
                <a:gd name="connsiteX8" fmla="*/ 3801 w 4009"/>
                <a:gd name="connsiteY8" fmla="*/ 3601 h 4499"/>
                <a:gd name="connsiteX9" fmla="*/ 3876 w 4009"/>
                <a:gd name="connsiteY9" fmla="*/ 1423 h 4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09" h="4499">
                  <a:moveTo>
                    <a:pt x="3876" y="1423"/>
                  </a:moveTo>
                  <a:cubicBezTo>
                    <a:pt x="3876" y="748"/>
                    <a:pt x="3876" y="-3"/>
                    <a:pt x="2900" y="-3"/>
                  </a:cubicBezTo>
                  <a:lnTo>
                    <a:pt x="1323" y="-3"/>
                  </a:lnTo>
                  <a:cubicBezTo>
                    <a:pt x="973" y="-39"/>
                    <a:pt x="620" y="-39"/>
                    <a:pt x="271" y="-3"/>
                  </a:cubicBezTo>
                  <a:cubicBezTo>
                    <a:pt x="-405" y="522"/>
                    <a:pt x="271" y="1498"/>
                    <a:pt x="271" y="2174"/>
                  </a:cubicBezTo>
                  <a:lnTo>
                    <a:pt x="271" y="2174"/>
                  </a:lnTo>
                  <a:cubicBezTo>
                    <a:pt x="197" y="2622"/>
                    <a:pt x="197" y="3078"/>
                    <a:pt x="271" y="3526"/>
                  </a:cubicBezTo>
                  <a:cubicBezTo>
                    <a:pt x="271" y="4352"/>
                    <a:pt x="797" y="4577"/>
                    <a:pt x="1698" y="4427"/>
                  </a:cubicBezTo>
                  <a:cubicBezTo>
                    <a:pt x="2599" y="4277"/>
                    <a:pt x="3500" y="4427"/>
                    <a:pt x="3801" y="3601"/>
                  </a:cubicBezTo>
                  <a:cubicBezTo>
                    <a:pt x="4101" y="2775"/>
                    <a:pt x="3951" y="2099"/>
                    <a:pt x="3876" y="1423"/>
                  </a:cubicBezTo>
                  <a:close/>
                </a:path>
              </a:pathLst>
            </a:custGeom>
            <a:solidFill>
              <a:srgbClr val="8282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6" name="Content Placeholder 4">
              <a:extLst>
                <a:ext uri="{FF2B5EF4-FFF2-40B4-BE49-F238E27FC236}">
                  <a16:creationId xmlns:a16="http://schemas.microsoft.com/office/drawing/2014/main" id="{96D83C0F-2024-0AE5-B279-7110FF567B29}"/>
                </a:ext>
              </a:extLst>
            </p:cNvPr>
            <p:cNvSpPr/>
            <p:nvPr/>
          </p:nvSpPr>
          <p:spPr>
            <a:xfrm>
              <a:off x="3499498" y="871046"/>
              <a:ext cx="125915" cy="26768"/>
            </a:xfrm>
            <a:custGeom>
              <a:avLst/>
              <a:gdLst>
                <a:gd name="connsiteX0" fmla="*/ 117664 w 125915"/>
                <a:gd name="connsiteY0" fmla="*/ 6126 h 26768"/>
                <a:gd name="connsiteX1" fmla="*/ 121344 w 125915"/>
                <a:gd name="connsiteY1" fmla="*/ 6126 h 26768"/>
                <a:gd name="connsiteX2" fmla="*/ 125549 w 125915"/>
                <a:gd name="connsiteY2" fmla="*/ 21143 h 26768"/>
                <a:gd name="connsiteX3" fmla="*/ 13951 w 125915"/>
                <a:gd name="connsiteY3" fmla="*/ 19716 h 26768"/>
                <a:gd name="connsiteX4" fmla="*/ 4789 w 125915"/>
                <a:gd name="connsiteY4" fmla="*/ 2372 h 26768"/>
                <a:gd name="connsiteX5" fmla="*/ 38584 w 125915"/>
                <a:gd name="connsiteY5" fmla="*/ 4549 h 26768"/>
                <a:gd name="connsiteX6" fmla="*/ 117664 w 125915"/>
                <a:gd name="connsiteY6" fmla="*/ 6126 h 26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5915" h="26768">
                  <a:moveTo>
                    <a:pt x="117664" y="6126"/>
                  </a:moveTo>
                  <a:cubicBezTo>
                    <a:pt x="118880" y="5900"/>
                    <a:pt x="120128" y="5900"/>
                    <a:pt x="121344" y="6126"/>
                  </a:cubicBezTo>
                  <a:cubicBezTo>
                    <a:pt x="126150" y="7627"/>
                    <a:pt x="126300" y="15211"/>
                    <a:pt x="125549" y="21143"/>
                  </a:cubicBezTo>
                  <a:cubicBezTo>
                    <a:pt x="88901" y="31354"/>
                    <a:pt x="50900" y="25573"/>
                    <a:pt x="13951" y="19716"/>
                  </a:cubicBezTo>
                  <a:cubicBezTo>
                    <a:pt x="6441" y="18515"/>
                    <a:pt x="-7378" y="10180"/>
                    <a:pt x="4789" y="2372"/>
                  </a:cubicBezTo>
                  <a:cubicBezTo>
                    <a:pt x="14026" y="-3560"/>
                    <a:pt x="28971" y="3197"/>
                    <a:pt x="38584" y="4549"/>
                  </a:cubicBezTo>
                  <a:cubicBezTo>
                    <a:pt x="64789" y="8190"/>
                    <a:pt x="91334" y="8719"/>
                    <a:pt x="117664" y="6126"/>
                  </a:cubicBezTo>
                  <a:close/>
                </a:path>
              </a:pathLst>
            </a:custGeom>
            <a:solidFill>
              <a:srgbClr val="8EAC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217" name="Group 1216">
            <a:extLst>
              <a:ext uri="{FF2B5EF4-FFF2-40B4-BE49-F238E27FC236}">
                <a16:creationId xmlns:a16="http://schemas.microsoft.com/office/drawing/2014/main" id="{737E0E29-EBF2-40E2-B2EB-F6494657E52D}"/>
              </a:ext>
            </a:extLst>
          </p:cNvPr>
          <p:cNvGrpSpPr/>
          <p:nvPr userDrawn="1"/>
        </p:nvGrpSpPr>
        <p:grpSpPr>
          <a:xfrm>
            <a:off x="7533769" y="776888"/>
            <a:ext cx="823364" cy="833279"/>
            <a:chOff x="10628795" y="499905"/>
            <a:chExt cx="823364" cy="833279"/>
          </a:xfrm>
        </p:grpSpPr>
        <p:sp>
          <p:nvSpPr>
            <p:cNvPr id="1218" name="Content Placeholder 4">
              <a:extLst>
                <a:ext uri="{FF2B5EF4-FFF2-40B4-BE49-F238E27FC236}">
                  <a16:creationId xmlns:a16="http://schemas.microsoft.com/office/drawing/2014/main" id="{223203D2-743C-8E38-657B-2C6728AA58D6}"/>
                </a:ext>
              </a:extLst>
            </p:cNvPr>
            <p:cNvSpPr/>
            <p:nvPr/>
          </p:nvSpPr>
          <p:spPr>
            <a:xfrm>
              <a:off x="10646960" y="1305855"/>
              <a:ext cx="260275" cy="27329"/>
            </a:xfrm>
            <a:custGeom>
              <a:avLst/>
              <a:gdLst>
                <a:gd name="connsiteX0" fmla="*/ 56406 w 260275"/>
                <a:gd name="connsiteY0" fmla="*/ 26929 h 27329"/>
                <a:gd name="connsiteX1" fmla="*/ 105746 w 260275"/>
                <a:gd name="connsiteY1" fmla="*/ 26929 h 27329"/>
                <a:gd name="connsiteX2" fmla="*/ 243404 w 260275"/>
                <a:gd name="connsiteY2" fmla="*/ 25428 h 27329"/>
                <a:gd name="connsiteX3" fmla="*/ 260227 w 260275"/>
                <a:gd name="connsiteY3" fmla="*/ 19121 h 27329"/>
                <a:gd name="connsiteX4" fmla="*/ 247234 w 260275"/>
                <a:gd name="connsiteY4" fmla="*/ 10636 h 27329"/>
                <a:gd name="connsiteX5" fmla="*/ 179645 w 260275"/>
                <a:gd name="connsiteY5" fmla="*/ 3954 h 27329"/>
                <a:gd name="connsiteX6" fmla="*/ 78861 w 260275"/>
                <a:gd name="connsiteY6" fmla="*/ 575 h 27329"/>
                <a:gd name="connsiteX7" fmla="*/ 16828 w 260275"/>
                <a:gd name="connsiteY7" fmla="*/ 4254 h 27329"/>
                <a:gd name="connsiteX8" fmla="*/ 7516 w 260275"/>
                <a:gd name="connsiteY8" fmla="*/ 23475 h 27329"/>
                <a:gd name="connsiteX9" fmla="*/ 26741 w 260275"/>
                <a:gd name="connsiteY9" fmla="*/ 24752 h 27329"/>
                <a:gd name="connsiteX10" fmla="*/ 56406 w 260275"/>
                <a:gd name="connsiteY10" fmla="*/ 26929 h 27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0275" h="27329">
                  <a:moveTo>
                    <a:pt x="56406" y="26929"/>
                  </a:moveTo>
                  <a:cubicBezTo>
                    <a:pt x="72928" y="27530"/>
                    <a:pt x="89375" y="27305"/>
                    <a:pt x="105746" y="26929"/>
                  </a:cubicBezTo>
                  <a:lnTo>
                    <a:pt x="243404" y="25428"/>
                  </a:lnTo>
                  <a:cubicBezTo>
                    <a:pt x="250914" y="25428"/>
                    <a:pt x="259776" y="24001"/>
                    <a:pt x="260227" y="19121"/>
                  </a:cubicBezTo>
                  <a:cubicBezTo>
                    <a:pt x="260678" y="14240"/>
                    <a:pt x="253393" y="11612"/>
                    <a:pt x="247234" y="10636"/>
                  </a:cubicBezTo>
                  <a:cubicBezTo>
                    <a:pt x="224930" y="6491"/>
                    <a:pt x="202325" y="4254"/>
                    <a:pt x="179645" y="3954"/>
                  </a:cubicBezTo>
                  <a:cubicBezTo>
                    <a:pt x="146075" y="2602"/>
                    <a:pt x="112506" y="1476"/>
                    <a:pt x="78861" y="575"/>
                  </a:cubicBezTo>
                  <a:cubicBezTo>
                    <a:pt x="58133" y="-904"/>
                    <a:pt x="37255" y="334"/>
                    <a:pt x="16828" y="4254"/>
                  </a:cubicBezTo>
                  <a:cubicBezTo>
                    <a:pt x="6164" y="6807"/>
                    <a:pt x="-9532" y="17919"/>
                    <a:pt x="7516" y="23475"/>
                  </a:cubicBezTo>
                  <a:cubicBezTo>
                    <a:pt x="13899" y="24474"/>
                    <a:pt x="20283" y="24902"/>
                    <a:pt x="26741" y="24752"/>
                  </a:cubicBezTo>
                  <a:cubicBezTo>
                    <a:pt x="36429" y="25803"/>
                    <a:pt x="46493" y="26554"/>
                    <a:pt x="56406" y="26929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9" name="Content Placeholder 4">
              <a:extLst>
                <a:ext uri="{FF2B5EF4-FFF2-40B4-BE49-F238E27FC236}">
                  <a16:creationId xmlns:a16="http://schemas.microsoft.com/office/drawing/2014/main" id="{85BD81C6-0452-A357-6DB5-9A4059021822}"/>
                </a:ext>
              </a:extLst>
            </p:cNvPr>
            <p:cNvSpPr/>
            <p:nvPr/>
          </p:nvSpPr>
          <p:spPr>
            <a:xfrm>
              <a:off x="10776970" y="667104"/>
              <a:ext cx="146625" cy="147659"/>
            </a:xfrm>
            <a:custGeom>
              <a:avLst/>
              <a:gdLst>
                <a:gd name="connsiteX0" fmla="*/ 11033 w 146625"/>
                <a:gd name="connsiteY0" fmla="*/ 90007 h 147659"/>
                <a:gd name="connsiteX1" fmla="*/ 21321 w 146625"/>
                <a:gd name="connsiteY1" fmla="*/ 130853 h 147659"/>
                <a:gd name="connsiteX2" fmla="*/ 26504 w 146625"/>
                <a:gd name="connsiteY2" fmla="*/ 142491 h 147659"/>
                <a:gd name="connsiteX3" fmla="*/ 44677 w 146625"/>
                <a:gd name="connsiteY3" fmla="*/ 147372 h 147659"/>
                <a:gd name="connsiteX4" fmla="*/ 137651 w 146625"/>
                <a:gd name="connsiteY4" fmla="*/ 125447 h 147659"/>
                <a:gd name="connsiteX5" fmla="*/ 143434 w 146625"/>
                <a:gd name="connsiteY5" fmla="*/ 122594 h 147659"/>
                <a:gd name="connsiteX6" fmla="*/ 146438 w 146625"/>
                <a:gd name="connsiteY6" fmla="*/ 112908 h 147659"/>
                <a:gd name="connsiteX7" fmla="*/ 142758 w 146625"/>
                <a:gd name="connsiteY7" fmla="*/ 102997 h 147659"/>
                <a:gd name="connsiteX8" fmla="*/ 137576 w 146625"/>
                <a:gd name="connsiteY8" fmla="*/ 96990 h 147659"/>
                <a:gd name="connsiteX9" fmla="*/ 131794 w 146625"/>
                <a:gd name="connsiteY9" fmla="*/ 96990 h 147659"/>
                <a:gd name="connsiteX10" fmla="*/ 75844 w 146625"/>
                <a:gd name="connsiteY10" fmla="*/ 99543 h 147659"/>
                <a:gd name="connsiteX11" fmla="*/ 61275 w 146625"/>
                <a:gd name="connsiteY11" fmla="*/ 94212 h 147659"/>
                <a:gd name="connsiteX12" fmla="*/ 57820 w 146625"/>
                <a:gd name="connsiteY12" fmla="*/ 86703 h 147659"/>
                <a:gd name="connsiteX13" fmla="*/ 42199 w 146625"/>
                <a:gd name="connsiteY13" fmla="*/ 35045 h 147659"/>
                <a:gd name="connsiteX14" fmla="*/ 21171 w 146625"/>
                <a:gd name="connsiteY14" fmla="*/ 1407 h 147659"/>
                <a:gd name="connsiteX15" fmla="*/ 11859 w 146625"/>
                <a:gd name="connsiteY15" fmla="*/ 1407 h 147659"/>
                <a:gd name="connsiteX16" fmla="*/ 969 w 146625"/>
                <a:gd name="connsiteY16" fmla="*/ 39475 h 147659"/>
                <a:gd name="connsiteX17" fmla="*/ 11033 w 146625"/>
                <a:gd name="connsiteY17" fmla="*/ 90007 h 147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6625" h="147659">
                  <a:moveTo>
                    <a:pt x="11033" y="90007"/>
                  </a:moveTo>
                  <a:cubicBezTo>
                    <a:pt x="14488" y="103597"/>
                    <a:pt x="17867" y="117263"/>
                    <a:pt x="21321" y="130853"/>
                  </a:cubicBezTo>
                  <a:cubicBezTo>
                    <a:pt x="21998" y="135116"/>
                    <a:pt x="23800" y="139128"/>
                    <a:pt x="26504" y="142491"/>
                  </a:cubicBezTo>
                  <a:cubicBezTo>
                    <a:pt x="31610" y="146569"/>
                    <a:pt x="38219" y="148337"/>
                    <a:pt x="44677" y="147372"/>
                  </a:cubicBezTo>
                  <a:cubicBezTo>
                    <a:pt x="76595" y="146170"/>
                    <a:pt x="107386" y="135809"/>
                    <a:pt x="137651" y="125447"/>
                  </a:cubicBezTo>
                  <a:cubicBezTo>
                    <a:pt x="139754" y="124881"/>
                    <a:pt x="141707" y="123912"/>
                    <a:pt x="143434" y="122594"/>
                  </a:cubicBezTo>
                  <a:cubicBezTo>
                    <a:pt x="145913" y="120043"/>
                    <a:pt x="147038" y="116432"/>
                    <a:pt x="146438" y="112908"/>
                  </a:cubicBezTo>
                  <a:cubicBezTo>
                    <a:pt x="145762" y="109431"/>
                    <a:pt x="144485" y="106086"/>
                    <a:pt x="142758" y="102997"/>
                  </a:cubicBezTo>
                  <a:cubicBezTo>
                    <a:pt x="141857" y="100425"/>
                    <a:pt x="139980" y="98287"/>
                    <a:pt x="137576" y="96990"/>
                  </a:cubicBezTo>
                  <a:cubicBezTo>
                    <a:pt x="135698" y="96500"/>
                    <a:pt x="133671" y="96500"/>
                    <a:pt x="131794" y="96990"/>
                  </a:cubicBezTo>
                  <a:cubicBezTo>
                    <a:pt x="113319" y="100014"/>
                    <a:pt x="94544" y="100871"/>
                    <a:pt x="75844" y="99543"/>
                  </a:cubicBezTo>
                  <a:cubicBezTo>
                    <a:pt x="70437" y="99809"/>
                    <a:pt x="65180" y="97886"/>
                    <a:pt x="61275" y="94212"/>
                  </a:cubicBezTo>
                  <a:cubicBezTo>
                    <a:pt x="59623" y="91974"/>
                    <a:pt x="58421" y="89418"/>
                    <a:pt x="57820" y="86703"/>
                  </a:cubicBezTo>
                  <a:lnTo>
                    <a:pt x="42199" y="35045"/>
                  </a:lnTo>
                  <a:cubicBezTo>
                    <a:pt x="38294" y="21981"/>
                    <a:pt x="33263" y="7639"/>
                    <a:pt x="21171" y="1407"/>
                  </a:cubicBezTo>
                  <a:cubicBezTo>
                    <a:pt x="18392" y="-509"/>
                    <a:pt x="14637" y="-509"/>
                    <a:pt x="11859" y="1407"/>
                  </a:cubicBezTo>
                  <a:cubicBezTo>
                    <a:pt x="-2635" y="9441"/>
                    <a:pt x="-383" y="25510"/>
                    <a:pt x="969" y="39475"/>
                  </a:cubicBezTo>
                  <a:cubicBezTo>
                    <a:pt x="3073" y="56543"/>
                    <a:pt x="6452" y="73432"/>
                    <a:pt x="11033" y="90007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0" name="Content Placeholder 4">
              <a:extLst>
                <a:ext uri="{FF2B5EF4-FFF2-40B4-BE49-F238E27FC236}">
                  <a16:creationId xmlns:a16="http://schemas.microsoft.com/office/drawing/2014/main" id="{C89F873B-1F74-B908-5743-7DEA8B8631B0}"/>
                </a:ext>
              </a:extLst>
            </p:cNvPr>
            <p:cNvSpPr/>
            <p:nvPr/>
          </p:nvSpPr>
          <p:spPr>
            <a:xfrm>
              <a:off x="10913318" y="742067"/>
              <a:ext cx="50378" cy="43083"/>
            </a:xfrm>
            <a:custGeom>
              <a:avLst/>
              <a:gdLst>
                <a:gd name="connsiteX0" fmla="*/ 253 w 50378"/>
                <a:gd name="connsiteY0" fmla="*/ 28184 h 43083"/>
                <a:gd name="connsiteX1" fmla="*/ 253 w 50378"/>
                <a:gd name="connsiteY1" fmla="*/ 23754 h 43083"/>
                <a:gd name="connsiteX2" fmla="*/ 10766 w 50378"/>
                <a:gd name="connsiteY2" fmla="*/ 18198 h 43083"/>
                <a:gd name="connsiteX3" fmla="*/ 19703 w 50378"/>
                <a:gd name="connsiteY3" fmla="*/ 10690 h 43083"/>
                <a:gd name="connsiteX4" fmla="*/ 30367 w 50378"/>
                <a:gd name="connsiteY4" fmla="*/ 8662 h 43083"/>
                <a:gd name="connsiteX5" fmla="*/ 37877 w 50378"/>
                <a:gd name="connsiteY5" fmla="*/ 1980 h 43083"/>
                <a:gd name="connsiteX6" fmla="*/ 47490 w 50378"/>
                <a:gd name="connsiteY6" fmla="*/ 1154 h 43083"/>
                <a:gd name="connsiteX7" fmla="*/ 50193 w 50378"/>
                <a:gd name="connsiteY7" fmla="*/ 9488 h 43083"/>
                <a:gd name="connsiteX8" fmla="*/ 48617 w 50378"/>
                <a:gd name="connsiteY8" fmla="*/ 18949 h 43083"/>
                <a:gd name="connsiteX9" fmla="*/ 44711 w 50378"/>
                <a:gd name="connsiteY9" fmla="*/ 22628 h 43083"/>
                <a:gd name="connsiteX10" fmla="*/ 31945 w 50378"/>
                <a:gd name="connsiteY10" fmla="*/ 32539 h 43083"/>
                <a:gd name="connsiteX11" fmla="*/ 11817 w 50378"/>
                <a:gd name="connsiteY11" fmla="*/ 43051 h 43083"/>
                <a:gd name="connsiteX12" fmla="*/ 253 w 50378"/>
                <a:gd name="connsiteY12" fmla="*/ 28184 h 43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0378" h="43083">
                  <a:moveTo>
                    <a:pt x="253" y="28184"/>
                  </a:moveTo>
                  <a:cubicBezTo>
                    <a:pt x="-123" y="26731"/>
                    <a:pt x="-123" y="25207"/>
                    <a:pt x="253" y="23754"/>
                  </a:cubicBezTo>
                  <a:cubicBezTo>
                    <a:pt x="1454" y="19850"/>
                    <a:pt x="6936" y="19850"/>
                    <a:pt x="10766" y="18198"/>
                  </a:cubicBezTo>
                  <a:cubicBezTo>
                    <a:pt x="14146" y="16186"/>
                    <a:pt x="17150" y="13651"/>
                    <a:pt x="19703" y="10690"/>
                  </a:cubicBezTo>
                  <a:cubicBezTo>
                    <a:pt x="22407" y="7685"/>
                    <a:pt x="26762" y="6855"/>
                    <a:pt x="30367" y="8662"/>
                  </a:cubicBezTo>
                  <a:cubicBezTo>
                    <a:pt x="33296" y="6785"/>
                    <a:pt x="35474" y="3932"/>
                    <a:pt x="37877" y="1980"/>
                  </a:cubicBezTo>
                  <a:cubicBezTo>
                    <a:pt x="40581" y="-355"/>
                    <a:pt x="44411" y="-689"/>
                    <a:pt x="47490" y="1154"/>
                  </a:cubicBezTo>
                  <a:cubicBezTo>
                    <a:pt x="49518" y="3416"/>
                    <a:pt x="50494" y="6451"/>
                    <a:pt x="50193" y="9488"/>
                  </a:cubicBezTo>
                  <a:cubicBezTo>
                    <a:pt x="50644" y="12729"/>
                    <a:pt x="50118" y="16027"/>
                    <a:pt x="48617" y="18949"/>
                  </a:cubicBezTo>
                  <a:cubicBezTo>
                    <a:pt x="47565" y="20399"/>
                    <a:pt x="46214" y="21646"/>
                    <a:pt x="44711" y="22628"/>
                  </a:cubicBezTo>
                  <a:lnTo>
                    <a:pt x="31945" y="32539"/>
                  </a:lnTo>
                  <a:cubicBezTo>
                    <a:pt x="26612" y="36669"/>
                    <a:pt x="19028" y="43201"/>
                    <a:pt x="11817" y="43051"/>
                  </a:cubicBezTo>
                  <a:cubicBezTo>
                    <a:pt x="4608" y="42901"/>
                    <a:pt x="2055" y="34191"/>
                    <a:pt x="253" y="28184"/>
                  </a:cubicBezTo>
                  <a:close/>
                </a:path>
              </a:pathLst>
            </a:custGeom>
            <a:solidFill>
              <a:srgbClr val="89796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1" name="Content Placeholder 4">
              <a:extLst>
                <a:ext uri="{FF2B5EF4-FFF2-40B4-BE49-F238E27FC236}">
                  <a16:creationId xmlns:a16="http://schemas.microsoft.com/office/drawing/2014/main" id="{A040E790-0745-DE32-463B-8F4B89605FFC}"/>
                </a:ext>
              </a:extLst>
            </p:cNvPr>
            <p:cNvSpPr/>
            <p:nvPr/>
          </p:nvSpPr>
          <p:spPr>
            <a:xfrm>
              <a:off x="10639733" y="650963"/>
              <a:ext cx="68477" cy="152345"/>
            </a:xfrm>
            <a:custGeom>
              <a:avLst/>
              <a:gdLst>
                <a:gd name="connsiteX0" fmla="*/ 62055 w 68477"/>
                <a:gd name="connsiteY0" fmla="*/ 63575 h 152345"/>
                <a:gd name="connsiteX1" fmla="*/ 51016 w 68477"/>
                <a:gd name="connsiteY1" fmla="*/ 74838 h 152345"/>
                <a:gd name="connsiteX2" fmla="*/ 36671 w 68477"/>
                <a:gd name="connsiteY2" fmla="*/ 93008 h 152345"/>
                <a:gd name="connsiteX3" fmla="*/ 33668 w 68477"/>
                <a:gd name="connsiteY3" fmla="*/ 125445 h 152345"/>
                <a:gd name="connsiteX4" fmla="*/ 34494 w 68477"/>
                <a:gd name="connsiteY4" fmla="*/ 137233 h 152345"/>
                <a:gd name="connsiteX5" fmla="*/ 19023 w 68477"/>
                <a:gd name="connsiteY5" fmla="*/ 150598 h 152345"/>
                <a:gd name="connsiteX6" fmla="*/ 2651 w 68477"/>
                <a:gd name="connsiteY6" fmla="*/ 145192 h 152345"/>
                <a:gd name="connsiteX7" fmla="*/ 999 w 68477"/>
                <a:gd name="connsiteY7" fmla="*/ 142714 h 152345"/>
                <a:gd name="connsiteX8" fmla="*/ 13015 w 68477"/>
                <a:gd name="connsiteY8" fmla="*/ 48784 h 152345"/>
                <a:gd name="connsiteX9" fmla="*/ 23679 w 68477"/>
                <a:gd name="connsiteY9" fmla="*/ 22053 h 152345"/>
                <a:gd name="connsiteX10" fmla="*/ 32466 w 68477"/>
                <a:gd name="connsiteY10" fmla="*/ 5009 h 152345"/>
                <a:gd name="connsiteX11" fmla="*/ 63182 w 68477"/>
                <a:gd name="connsiteY11" fmla="*/ 4183 h 152345"/>
                <a:gd name="connsiteX12" fmla="*/ 67237 w 68477"/>
                <a:gd name="connsiteY12" fmla="*/ 38872 h 152345"/>
                <a:gd name="connsiteX13" fmla="*/ 62055 w 68477"/>
                <a:gd name="connsiteY13" fmla="*/ 63575 h 152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477" h="152345">
                  <a:moveTo>
                    <a:pt x="62055" y="63575"/>
                  </a:moveTo>
                  <a:cubicBezTo>
                    <a:pt x="58901" y="67798"/>
                    <a:pt x="55146" y="71585"/>
                    <a:pt x="51016" y="74838"/>
                  </a:cubicBezTo>
                  <a:cubicBezTo>
                    <a:pt x="44933" y="79771"/>
                    <a:pt x="40051" y="85974"/>
                    <a:pt x="36671" y="93008"/>
                  </a:cubicBezTo>
                  <a:cubicBezTo>
                    <a:pt x="33067" y="103422"/>
                    <a:pt x="32015" y="114549"/>
                    <a:pt x="33668" y="125445"/>
                  </a:cubicBezTo>
                  <a:cubicBezTo>
                    <a:pt x="33668" y="129349"/>
                    <a:pt x="34193" y="132953"/>
                    <a:pt x="34494" y="137233"/>
                  </a:cubicBezTo>
                  <a:cubicBezTo>
                    <a:pt x="32166" y="147895"/>
                    <a:pt x="25406" y="148871"/>
                    <a:pt x="19023" y="150598"/>
                  </a:cubicBezTo>
                  <a:cubicBezTo>
                    <a:pt x="15043" y="151124"/>
                    <a:pt x="4979" y="156455"/>
                    <a:pt x="2651" y="145192"/>
                  </a:cubicBezTo>
                  <a:cubicBezTo>
                    <a:pt x="1900" y="145192"/>
                    <a:pt x="1750" y="142489"/>
                    <a:pt x="999" y="142714"/>
                  </a:cubicBezTo>
                  <a:cubicBezTo>
                    <a:pt x="-2155" y="110899"/>
                    <a:pt x="1975" y="78782"/>
                    <a:pt x="13015" y="48784"/>
                  </a:cubicBezTo>
                  <a:cubicBezTo>
                    <a:pt x="16395" y="39849"/>
                    <a:pt x="20525" y="31139"/>
                    <a:pt x="23679" y="22053"/>
                  </a:cubicBezTo>
                  <a:cubicBezTo>
                    <a:pt x="25106" y="15716"/>
                    <a:pt x="28110" y="9850"/>
                    <a:pt x="32466" y="5009"/>
                  </a:cubicBezTo>
                  <a:cubicBezTo>
                    <a:pt x="41628" y="-1396"/>
                    <a:pt x="53719" y="-1721"/>
                    <a:pt x="63182" y="4183"/>
                  </a:cubicBezTo>
                  <a:cubicBezTo>
                    <a:pt x="71593" y="11241"/>
                    <a:pt x="67463" y="29412"/>
                    <a:pt x="67237" y="38872"/>
                  </a:cubicBezTo>
                  <a:cubicBezTo>
                    <a:pt x="67763" y="47422"/>
                    <a:pt x="65960" y="55955"/>
                    <a:pt x="62055" y="63575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2" name="Content Placeholder 4">
              <a:extLst>
                <a:ext uri="{FF2B5EF4-FFF2-40B4-BE49-F238E27FC236}">
                  <a16:creationId xmlns:a16="http://schemas.microsoft.com/office/drawing/2014/main" id="{CC1F6CF7-E710-5A0F-7C1F-01CDB4D71C83}"/>
                </a:ext>
              </a:extLst>
            </p:cNvPr>
            <p:cNvSpPr/>
            <p:nvPr/>
          </p:nvSpPr>
          <p:spPr>
            <a:xfrm>
              <a:off x="10659422" y="869721"/>
              <a:ext cx="173219" cy="458260"/>
            </a:xfrm>
            <a:custGeom>
              <a:avLst/>
              <a:gdLst>
                <a:gd name="connsiteX0" fmla="*/ 6243 w 173219"/>
                <a:gd name="connsiteY0" fmla="*/ 419214 h 458260"/>
                <a:gd name="connsiteX1" fmla="*/ 8571 w 173219"/>
                <a:gd name="connsiteY1" fmla="*/ 413583 h 458260"/>
                <a:gd name="connsiteX2" fmla="*/ 7069 w 173219"/>
                <a:gd name="connsiteY2" fmla="*/ 413583 h 458260"/>
                <a:gd name="connsiteX3" fmla="*/ 7069 w 173219"/>
                <a:gd name="connsiteY3" fmla="*/ 359597 h 458260"/>
                <a:gd name="connsiteX4" fmla="*/ 10524 w 173219"/>
                <a:gd name="connsiteY4" fmla="*/ 289994 h 458260"/>
                <a:gd name="connsiteX5" fmla="*/ 1061 w 173219"/>
                <a:gd name="connsiteY5" fmla="*/ 75027 h 458260"/>
                <a:gd name="connsiteX6" fmla="*/ 8571 w 173219"/>
                <a:gd name="connsiteY6" fmla="*/ 26222 h 458260"/>
                <a:gd name="connsiteX7" fmla="*/ 47924 w 173219"/>
                <a:gd name="connsiteY7" fmla="*/ 4598 h 458260"/>
                <a:gd name="connsiteX8" fmla="*/ 173191 w 173219"/>
                <a:gd name="connsiteY8" fmla="*/ 5649 h 458260"/>
                <a:gd name="connsiteX9" fmla="*/ 132036 w 173219"/>
                <a:gd name="connsiteY9" fmla="*/ 422593 h 458260"/>
                <a:gd name="connsiteX10" fmla="*/ 129332 w 173219"/>
                <a:gd name="connsiteY10" fmla="*/ 422593 h 458260"/>
                <a:gd name="connsiteX11" fmla="*/ 154190 w 173219"/>
                <a:gd name="connsiteY11" fmla="*/ 437009 h 458260"/>
                <a:gd name="connsiteX12" fmla="*/ 160573 w 173219"/>
                <a:gd name="connsiteY12" fmla="*/ 440313 h 458260"/>
                <a:gd name="connsiteX13" fmla="*/ 160649 w 173219"/>
                <a:gd name="connsiteY13" fmla="*/ 451568 h 458260"/>
                <a:gd name="connsiteX14" fmla="*/ 159447 w 173219"/>
                <a:gd name="connsiteY14" fmla="*/ 452552 h 458260"/>
                <a:gd name="connsiteX15" fmla="*/ 145704 w 173219"/>
                <a:gd name="connsiteY15" fmla="*/ 453303 h 458260"/>
                <a:gd name="connsiteX16" fmla="*/ 106276 w 173219"/>
                <a:gd name="connsiteY16" fmla="*/ 445269 h 458260"/>
                <a:gd name="connsiteX17" fmla="*/ 99668 w 173219"/>
                <a:gd name="connsiteY17" fmla="*/ 442566 h 458260"/>
                <a:gd name="connsiteX18" fmla="*/ 97414 w 173219"/>
                <a:gd name="connsiteY18" fmla="*/ 435057 h 458260"/>
                <a:gd name="connsiteX19" fmla="*/ 97414 w 173219"/>
                <a:gd name="connsiteY19" fmla="*/ 426423 h 458260"/>
                <a:gd name="connsiteX20" fmla="*/ 96213 w 173219"/>
                <a:gd name="connsiteY20" fmla="*/ 426423 h 458260"/>
                <a:gd name="connsiteX21" fmla="*/ 91106 w 173219"/>
                <a:gd name="connsiteY21" fmla="*/ 117149 h 458260"/>
                <a:gd name="connsiteX22" fmla="*/ 65347 w 173219"/>
                <a:gd name="connsiteY22" fmla="*/ 304861 h 458260"/>
                <a:gd name="connsiteX23" fmla="*/ 53181 w 173219"/>
                <a:gd name="connsiteY23" fmla="*/ 363051 h 458260"/>
                <a:gd name="connsiteX24" fmla="*/ 47398 w 173219"/>
                <a:gd name="connsiteY24" fmla="*/ 393085 h 458260"/>
                <a:gd name="connsiteX25" fmla="*/ 42592 w 173219"/>
                <a:gd name="connsiteY25" fmla="*/ 419440 h 458260"/>
                <a:gd name="connsiteX26" fmla="*/ 40639 w 173219"/>
                <a:gd name="connsiteY26" fmla="*/ 419440 h 458260"/>
                <a:gd name="connsiteX27" fmla="*/ 58212 w 173219"/>
                <a:gd name="connsiteY27" fmla="*/ 441965 h 458260"/>
                <a:gd name="connsiteX28" fmla="*/ 62794 w 173219"/>
                <a:gd name="connsiteY28" fmla="*/ 447146 h 458260"/>
                <a:gd name="connsiteX29" fmla="*/ 58062 w 173219"/>
                <a:gd name="connsiteY29" fmla="*/ 457815 h 458260"/>
                <a:gd name="connsiteX30" fmla="*/ 56786 w 173219"/>
                <a:gd name="connsiteY30" fmla="*/ 458183 h 458260"/>
                <a:gd name="connsiteX31" fmla="*/ 43793 w 173219"/>
                <a:gd name="connsiteY31" fmla="*/ 454054 h 458260"/>
                <a:gd name="connsiteX32" fmla="*/ 10449 w 173219"/>
                <a:gd name="connsiteY32" fmla="*/ 432955 h 458260"/>
                <a:gd name="connsiteX33" fmla="*/ 5417 w 173219"/>
                <a:gd name="connsiteY33" fmla="*/ 428074 h 458260"/>
                <a:gd name="connsiteX34" fmla="*/ 6243 w 173219"/>
                <a:gd name="connsiteY34" fmla="*/ 419214 h 458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73219" h="458260">
                  <a:moveTo>
                    <a:pt x="6243" y="419214"/>
                  </a:moveTo>
                  <a:lnTo>
                    <a:pt x="8571" y="413583"/>
                  </a:lnTo>
                  <a:lnTo>
                    <a:pt x="7069" y="413583"/>
                  </a:lnTo>
                  <a:lnTo>
                    <a:pt x="7069" y="359597"/>
                  </a:lnTo>
                  <a:cubicBezTo>
                    <a:pt x="7069" y="336351"/>
                    <a:pt x="8196" y="313120"/>
                    <a:pt x="10524" y="289994"/>
                  </a:cubicBezTo>
                  <a:cubicBezTo>
                    <a:pt x="17133" y="220841"/>
                    <a:pt x="-5097" y="145456"/>
                    <a:pt x="1061" y="75027"/>
                  </a:cubicBezTo>
                  <a:cubicBezTo>
                    <a:pt x="2113" y="58570"/>
                    <a:pt x="4666" y="42239"/>
                    <a:pt x="8571" y="26222"/>
                  </a:cubicBezTo>
                  <a:cubicBezTo>
                    <a:pt x="14129" y="5424"/>
                    <a:pt x="27872" y="8202"/>
                    <a:pt x="47924" y="4598"/>
                  </a:cubicBezTo>
                  <a:cubicBezTo>
                    <a:pt x="78940" y="-1109"/>
                    <a:pt x="142700" y="-2385"/>
                    <a:pt x="173191" y="5649"/>
                  </a:cubicBezTo>
                  <a:cubicBezTo>
                    <a:pt x="173191" y="139900"/>
                    <a:pt x="144652" y="289619"/>
                    <a:pt x="132036" y="422593"/>
                  </a:cubicBezTo>
                  <a:lnTo>
                    <a:pt x="129332" y="422593"/>
                  </a:lnTo>
                  <a:cubicBezTo>
                    <a:pt x="136767" y="428758"/>
                    <a:pt x="145178" y="433631"/>
                    <a:pt x="154190" y="437009"/>
                  </a:cubicBezTo>
                  <a:cubicBezTo>
                    <a:pt x="156519" y="437745"/>
                    <a:pt x="158621" y="438864"/>
                    <a:pt x="160573" y="440313"/>
                  </a:cubicBezTo>
                  <a:cubicBezTo>
                    <a:pt x="163728" y="443407"/>
                    <a:pt x="163728" y="448445"/>
                    <a:pt x="160649" y="451568"/>
                  </a:cubicBezTo>
                  <a:cubicBezTo>
                    <a:pt x="160274" y="451936"/>
                    <a:pt x="159898" y="452267"/>
                    <a:pt x="159447" y="452552"/>
                  </a:cubicBezTo>
                  <a:cubicBezTo>
                    <a:pt x="155166" y="454572"/>
                    <a:pt x="150210" y="454842"/>
                    <a:pt x="145704" y="453303"/>
                  </a:cubicBezTo>
                  <a:lnTo>
                    <a:pt x="106276" y="445269"/>
                  </a:lnTo>
                  <a:cubicBezTo>
                    <a:pt x="103874" y="444998"/>
                    <a:pt x="101545" y="444060"/>
                    <a:pt x="99668" y="442566"/>
                  </a:cubicBezTo>
                  <a:cubicBezTo>
                    <a:pt x="98016" y="440426"/>
                    <a:pt x="97190" y="437753"/>
                    <a:pt x="97414" y="435057"/>
                  </a:cubicBezTo>
                  <a:cubicBezTo>
                    <a:pt x="97414" y="431003"/>
                    <a:pt x="97414" y="427023"/>
                    <a:pt x="97414" y="426423"/>
                  </a:cubicBezTo>
                  <a:lnTo>
                    <a:pt x="96213" y="426423"/>
                  </a:lnTo>
                  <a:cubicBezTo>
                    <a:pt x="86375" y="350587"/>
                    <a:pt x="93509" y="189831"/>
                    <a:pt x="91106" y="117149"/>
                  </a:cubicBezTo>
                  <a:cubicBezTo>
                    <a:pt x="86751" y="150937"/>
                    <a:pt x="74134" y="262513"/>
                    <a:pt x="65347" y="304861"/>
                  </a:cubicBezTo>
                  <a:cubicBezTo>
                    <a:pt x="61367" y="324308"/>
                    <a:pt x="56560" y="343379"/>
                    <a:pt x="53181" y="363051"/>
                  </a:cubicBezTo>
                  <a:cubicBezTo>
                    <a:pt x="51378" y="373037"/>
                    <a:pt x="49501" y="383024"/>
                    <a:pt x="47398" y="393085"/>
                  </a:cubicBezTo>
                  <a:cubicBezTo>
                    <a:pt x="44769" y="401645"/>
                    <a:pt x="43117" y="410497"/>
                    <a:pt x="42592" y="419440"/>
                  </a:cubicBezTo>
                  <a:lnTo>
                    <a:pt x="40639" y="419440"/>
                  </a:lnTo>
                  <a:cubicBezTo>
                    <a:pt x="45220" y="427842"/>
                    <a:pt x="51153" y="435448"/>
                    <a:pt x="58212" y="441965"/>
                  </a:cubicBezTo>
                  <a:cubicBezTo>
                    <a:pt x="60015" y="443392"/>
                    <a:pt x="61592" y="445149"/>
                    <a:pt x="62794" y="447146"/>
                  </a:cubicBezTo>
                  <a:cubicBezTo>
                    <a:pt x="64446" y="451403"/>
                    <a:pt x="62268" y="456179"/>
                    <a:pt x="58062" y="457815"/>
                  </a:cubicBezTo>
                  <a:cubicBezTo>
                    <a:pt x="57612" y="457973"/>
                    <a:pt x="57236" y="458093"/>
                    <a:pt x="56786" y="458183"/>
                  </a:cubicBezTo>
                  <a:cubicBezTo>
                    <a:pt x="52054" y="458521"/>
                    <a:pt x="47398" y="457042"/>
                    <a:pt x="43793" y="454054"/>
                  </a:cubicBezTo>
                  <a:lnTo>
                    <a:pt x="10449" y="432955"/>
                  </a:lnTo>
                  <a:cubicBezTo>
                    <a:pt x="8346" y="431836"/>
                    <a:pt x="6619" y="430147"/>
                    <a:pt x="5417" y="428074"/>
                  </a:cubicBezTo>
                  <a:cubicBezTo>
                    <a:pt x="4441" y="425139"/>
                    <a:pt x="4741" y="421918"/>
                    <a:pt x="6243" y="419214"/>
                  </a:cubicBezTo>
                  <a:close/>
                </a:path>
              </a:pathLst>
            </a:custGeom>
            <a:solidFill>
              <a:srgbClr val="3B3B3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3" name="Content Placeholder 4">
              <a:extLst>
                <a:ext uri="{FF2B5EF4-FFF2-40B4-BE49-F238E27FC236}">
                  <a16:creationId xmlns:a16="http://schemas.microsoft.com/office/drawing/2014/main" id="{54D4C5BE-5A30-3193-D12F-6670FC71C304}"/>
                </a:ext>
              </a:extLst>
            </p:cNvPr>
            <p:cNvSpPr/>
            <p:nvPr/>
          </p:nvSpPr>
          <p:spPr>
            <a:xfrm>
              <a:off x="10655853" y="651497"/>
              <a:ext cx="195051" cy="317510"/>
            </a:xfrm>
            <a:custGeom>
              <a:avLst/>
              <a:gdLst>
                <a:gd name="connsiteX0" fmla="*/ 145141 w 195051"/>
                <a:gd name="connsiteY0" fmla="*/ 15363 h 317510"/>
                <a:gd name="connsiteX1" fmla="*/ 150774 w 195051"/>
                <a:gd name="connsiteY1" fmla="*/ 48024 h 317510"/>
                <a:gd name="connsiteX2" fmla="*/ 195008 w 195051"/>
                <a:gd name="connsiteY2" fmla="*/ 268623 h 317510"/>
                <a:gd name="connsiteX3" fmla="*/ 179988 w 195051"/>
                <a:gd name="connsiteY3" fmla="*/ 292274 h 317510"/>
                <a:gd name="connsiteX4" fmla="*/ 169475 w 195051"/>
                <a:gd name="connsiteY4" fmla="*/ 303462 h 317510"/>
                <a:gd name="connsiteX5" fmla="*/ 111122 w 195051"/>
                <a:gd name="connsiteY5" fmla="*/ 317277 h 317510"/>
                <a:gd name="connsiteX6" fmla="*/ 17472 w 195051"/>
                <a:gd name="connsiteY6" fmla="*/ 301435 h 317510"/>
                <a:gd name="connsiteX7" fmla="*/ 11314 w 195051"/>
                <a:gd name="connsiteY7" fmla="*/ 297230 h 317510"/>
                <a:gd name="connsiteX8" fmla="*/ 2152 w 195051"/>
                <a:gd name="connsiteY8" fmla="*/ 288971 h 317510"/>
                <a:gd name="connsiteX9" fmla="*/ 3503 w 195051"/>
                <a:gd name="connsiteY9" fmla="*/ 234534 h 317510"/>
                <a:gd name="connsiteX10" fmla="*/ 29788 w 195051"/>
                <a:gd name="connsiteY10" fmla="*/ 61014 h 317510"/>
                <a:gd name="connsiteX11" fmla="*/ 46836 w 195051"/>
                <a:gd name="connsiteY11" fmla="*/ 8455 h 317510"/>
                <a:gd name="connsiteX12" fmla="*/ 48788 w 195051"/>
                <a:gd name="connsiteY12" fmla="*/ 4325 h 317510"/>
                <a:gd name="connsiteX13" fmla="*/ 54196 w 195051"/>
                <a:gd name="connsiteY13" fmla="*/ 2523 h 317510"/>
                <a:gd name="connsiteX14" fmla="*/ 100833 w 195051"/>
                <a:gd name="connsiteY14" fmla="*/ 11233 h 317510"/>
                <a:gd name="connsiteX15" fmla="*/ 124114 w 195051"/>
                <a:gd name="connsiteY15" fmla="*/ -30 h 317510"/>
                <a:gd name="connsiteX16" fmla="*/ 145141 w 195051"/>
                <a:gd name="connsiteY16" fmla="*/ 15363 h 317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5051" h="317510">
                  <a:moveTo>
                    <a:pt x="145141" y="15363"/>
                  </a:moveTo>
                  <a:cubicBezTo>
                    <a:pt x="149648" y="25274"/>
                    <a:pt x="148070" y="37212"/>
                    <a:pt x="150774" y="48024"/>
                  </a:cubicBezTo>
                  <a:cubicBezTo>
                    <a:pt x="171953" y="131894"/>
                    <a:pt x="186071" y="191361"/>
                    <a:pt x="195008" y="268623"/>
                  </a:cubicBezTo>
                  <a:cubicBezTo>
                    <a:pt x="195534" y="272978"/>
                    <a:pt x="181490" y="288145"/>
                    <a:pt x="179988" y="292274"/>
                  </a:cubicBezTo>
                  <a:cubicBezTo>
                    <a:pt x="177960" y="297179"/>
                    <a:pt x="174280" y="301167"/>
                    <a:pt x="169475" y="303462"/>
                  </a:cubicBezTo>
                  <a:cubicBezTo>
                    <a:pt x="151526" y="312955"/>
                    <a:pt x="131398" y="317713"/>
                    <a:pt x="111122" y="317277"/>
                  </a:cubicBezTo>
                  <a:cubicBezTo>
                    <a:pt x="79129" y="318629"/>
                    <a:pt x="47212" y="313230"/>
                    <a:pt x="17472" y="301435"/>
                  </a:cubicBezTo>
                  <a:cubicBezTo>
                    <a:pt x="15069" y="300627"/>
                    <a:pt x="12966" y="299172"/>
                    <a:pt x="11314" y="297230"/>
                  </a:cubicBezTo>
                  <a:cubicBezTo>
                    <a:pt x="10187" y="295578"/>
                    <a:pt x="2602" y="291073"/>
                    <a:pt x="2152" y="288971"/>
                  </a:cubicBezTo>
                  <a:cubicBezTo>
                    <a:pt x="-1153" y="270926"/>
                    <a:pt x="-702" y="252392"/>
                    <a:pt x="3503" y="234534"/>
                  </a:cubicBezTo>
                  <a:cubicBezTo>
                    <a:pt x="16045" y="177020"/>
                    <a:pt x="11013" y="125061"/>
                    <a:pt x="29788" y="61014"/>
                  </a:cubicBezTo>
                  <a:cubicBezTo>
                    <a:pt x="34745" y="44270"/>
                    <a:pt x="41955" y="25349"/>
                    <a:pt x="46836" y="8455"/>
                  </a:cubicBezTo>
                  <a:cubicBezTo>
                    <a:pt x="47212" y="6952"/>
                    <a:pt x="47812" y="5542"/>
                    <a:pt x="48788" y="4325"/>
                  </a:cubicBezTo>
                  <a:cubicBezTo>
                    <a:pt x="50291" y="3037"/>
                    <a:pt x="52243" y="2390"/>
                    <a:pt x="54196" y="2523"/>
                  </a:cubicBezTo>
                  <a:cubicBezTo>
                    <a:pt x="70192" y="2523"/>
                    <a:pt x="85888" y="18066"/>
                    <a:pt x="100833" y="11233"/>
                  </a:cubicBezTo>
                  <a:cubicBezTo>
                    <a:pt x="108343" y="7704"/>
                    <a:pt x="115402" y="871"/>
                    <a:pt x="124114" y="-30"/>
                  </a:cubicBezTo>
                  <a:cubicBezTo>
                    <a:pt x="133652" y="226"/>
                    <a:pt x="141988" y="6357"/>
                    <a:pt x="145141" y="15363"/>
                  </a:cubicBezTo>
                  <a:close/>
                </a:path>
              </a:pathLst>
            </a:custGeom>
            <a:solidFill>
              <a:srgbClr val="3B3B3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4" name="Content Placeholder 4">
              <a:extLst>
                <a:ext uri="{FF2B5EF4-FFF2-40B4-BE49-F238E27FC236}">
                  <a16:creationId xmlns:a16="http://schemas.microsoft.com/office/drawing/2014/main" id="{5162FAE2-275F-B51B-6F38-86E8F567023C}"/>
                </a:ext>
              </a:extLst>
            </p:cNvPr>
            <p:cNvSpPr/>
            <p:nvPr/>
          </p:nvSpPr>
          <p:spPr>
            <a:xfrm>
              <a:off x="10782756" y="528659"/>
              <a:ext cx="20352" cy="63596"/>
            </a:xfrm>
            <a:custGeom>
              <a:avLst/>
              <a:gdLst>
                <a:gd name="connsiteX0" fmla="*/ 18689 w 20352"/>
                <a:gd name="connsiteY0" fmla="*/ 54857 h 63596"/>
                <a:gd name="connsiteX1" fmla="*/ 14334 w 20352"/>
                <a:gd name="connsiteY1" fmla="*/ 63567 h 63596"/>
                <a:gd name="connsiteX2" fmla="*/ 4119 w 20352"/>
                <a:gd name="connsiteY2" fmla="*/ 19642 h 63596"/>
                <a:gd name="connsiteX3" fmla="*/ 65 w 20352"/>
                <a:gd name="connsiteY3" fmla="*/ 11458 h 63596"/>
                <a:gd name="connsiteX4" fmla="*/ 8701 w 20352"/>
                <a:gd name="connsiteY4" fmla="*/ 15 h 63596"/>
                <a:gd name="connsiteX5" fmla="*/ 9076 w 20352"/>
                <a:gd name="connsiteY5" fmla="*/ -30 h 63596"/>
                <a:gd name="connsiteX6" fmla="*/ 17412 w 20352"/>
                <a:gd name="connsiteY6" fmla="*/ 11383 h 63596"/>
                <a:gd name="connsiteX7" fmla="*/ 18689 w 20352"/>
                <a:gd name="connsiteY7" fmla="*/ 54857 h 63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352" h="63596">
                  <a:moveTo>
                    <a:pt x="18689" y="54857"/>
                  </a:moveTo>
                  <a:cubicBezTo>
                    <a:pt x="18464" y="58228"/>
                    <a:pt x="16887" y="61369"/>
                    <a:pt x="14334" y="63567"/>
                  </a:cubicBezTo>
                  <a:cubicBezTo>
                    <a:pt x="7950" y="49826"/>
                    <a:pt x="11629" y="32782"/>
                    <a:pt x="4119" y="19642"/>
                  </a:cubicBezTo>
                  <a:cubicBezTo>
                    <a:pt x="2317" y="17183"/>
                    <a:pt x="891" y="14410"/>
                    <a:pt x="65" y="11458"/>
                  </a:cubicBezTo>
                  <a:cubicBezTo>
                    <a:pt x="-686" y="5914"/>
                    <a:pt x="3144" y="791"/>
                    <a:pt x="8701" y="15"/>
                  </a:cubicBezTo>
                  <a:cubicBezTo>
                    <a:pt x="8851" y="-2"/>
                    <a:pt x="8926" y="-17"/>
                    <a:pt x="9076" y="-30"/>
                  </a:cubicBezTo>
                  <a:cubicBezTo>
                    <a:pt x="15235" y="-30"/>
                    <a:pt x="16586" y="6578"/>
                    <a:pt x="17412" y="11383"/>
                  </a:cubicBezTo>
                  <a:cubicBezTo>
                    <a:pt x="20792" y="25636"/>
                    <a:pt x="21242" y="40430"/>
                    <a:pt x="18689" y="54857"/>
                  </a:cubicBezTo>
                  <a:close/>
                </a:path>
              </a:pathLst>
            </a:custGeom>
            <a:solidFill>
              <a:srgbClr val="3B3B3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5" name="Content Placeholder 4">
              <a:extLst>
                <a:ext uri="{FF2B5EF4-FFF2-40B4-BE49-F238E27FC236}">
                  <a16:creationId xmlns:a16="http://schemas.microsoft.com/office/drawing/2014/main" id="{0D71BB0C-8D21-2837-A928-2E7E5C58D0F0}"/>
                </a:ext>
              </a:extLst>
            </p:cNvPr>
            <p:cNvSpPr/>
            <p:nvPr/>
          </p:nvSpPr>
          <p:spPr>
            <a:xfrm>
              <a:off x="10717337" y="514726"/>
              <a:ext cx="82462" cy="127840"/>
            </a:xfrm>
            <a:custGeom>
              <a:avLst/>
              <a:gdLst>
                <a:gd name="connsiteX0" fmla="*/ 69538 w 82462"/>
                <a:gd name="connsiteY0" fmla="*/ 13302 h 127840"/>
                <a:gd name="connsiteX1" fmla="*/ 82306 w 82462"/>
                <a:gd name="connsiteY1" fmla="*/ 52947 h 127840"/>
                <a:gd name="connsiteX2" fmla="*/ 80128 w 82462"/>
                <a:gd name="connsiteY2" fmla="*/ 86059 h 127840"/>
                <a:gd name="connsiteX3" fmla="*/ 67361 w 82462"/>
                <a:gd name="connsiteY3" fmla="*/ 116468 h 127840"/>
                <a:gd name="connsiteX4" fmla="*/ 35293 w 82462"/>
                <a:gd name="connsiteY4" fmla="*/ 126980 h 127840"/>
                <a:gd name="connsiteX5" fmla="*/ 10736 w 82462"/>
                <a:gd name="connsiteY5" fmla="*/ 98448 h 127840"/>
                <a:gd name="connsiteX6" fmla="*/ 147 w 82462"/>
                <a:gd name="connsiteY6" fmla="*/ 45438 h 127840"/>
                <a:gd name="connsiteX7" fmla="*/ 27182 w 82462"/>
                <a:gd name="connsiteY7" fmla="*/ 4968 h 127840"/>
                <a:gd name="connsiteX8" fmla="*/ 69538 w 82462"/>
                <a:gd name="connsiteY8" fmla="*/ 13302 h 127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462" h="127840">
                  <a:moveTo>
                    <a:pt x="69538" y="13302"/>
                  </a:moveTo>
                  <a:cubicBezTo>
                    <a:pt x="78175" y="24677"/>
                    <a:pt x="82681" y="38664"/>
                    <a:pt x="82306" y="52947"/>
                  </a:cubicBezTo>
                  <a:cubicBezTo>
                    <a:pt x="82756" y="64030"/>
                    <a:pt x="82005" y="75128"/>
                    <a:pt x="80128" y="86059"/>
                  </a:cubicBezTo>
                  <a:cubicBezTo>
                    <a:pt x="78852" y="97194"/>
                    <a:pt x="74420" y="107734"/>
                    <a:pt x="67361" y="116468"/>
                  </a:cubicBezTo>
                  <a:cubicBezTo>
                    <a:pt x="59475" y="125648"/>
                    <a:pt x="47084" y="129695"/>
                    <a:pt x="35293" y="126980"/>
                  </a:cubicBezTo>
                  <a:cubicBezTo>
                    <a:pt x="22151" y="123226"/>
                    <a:pt x="15467" y="110236"/>
                    <a:pt x="10736" y="98448"/>
                  </a:cubicBezTo>
                  <a:cubicBezTo>
                    <a:pt x="2775" y="81963"/>
                    <a:pt x="-905" y="63721"/>
                    <a:pt x="147" y="45438"/>
                  </a:cubicBezTo>
                  <a:cubicBezTo>
                    <a:pt x="2324" y="28319"/>
                    <a:pt x="13139" y="15405"/>
                    <a:pt x="27182" y="4968"/>
                  </a:cubicBezTo>
                  <a:cubicBezTo>
                    <a:pt x="41227" y="-5469"/>
                    <a:pt x="59776" y="1964"/>
                    <a:pt x="69538" y="13302"/>
                  </a:cubicBezTo>
                  <a:close/>
                </a:path>
              </a:pathLst>
            </a:custGeom>
            <a:solidFill>
              <a:srgbClr val="89796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6" name="Content Placeholder 4">
              <a:extLst>
                <a:ext uri="{FF2B5EF4-FFF2-40B4-BE49-F238E27FC236}">
                  <a16:creationId xmlns:a16="http://schemas.microsoft.com/office/drawing/2014/main" id="{2FC82DC7-05F3-9C6B-A6F7-54A84CD013C5}"/>
                </a:ext>
              </a:extLst>
            </p:cNvPr>
            <p:cNvSpPr/>
            <p:nvPr/>
          </p:nvSpPr>
          <p:spPr>
            <a:xfrm>
              <a:off x="10704096" y="501507"/>
              <a:ext cx="92910" cy="108467"/>
            </a:xfrm>
            <a:custGeom>
              <a:avLst/>
              <a:gdLst>
                <a:gd name="connsiteX0" fmla="*/ 5127 w 92910"/>
                <a:gd name="connsiteY0" fmla="*/ 28323 h 108467"/>
                <a:gd name="connsiteX1" fmla="*/ 21649 w 92910"/>
                <a:gd name="connsiteY1" fmla="*/ 18187 h 108467"/>
                <a:gd name="connsiteX2" fmla="*/ 33364 w 92910"/>
                <a:gd name="connsiteY2" fmla="*/ 6699 h 108467"/>
                <a:gd name="connsiteX3" fmla="*/ 55894 w 92910"/>
                <a:gd name="connsiteY3" fmla="*/ 16 h 108467"/>
                <a:gd name="connsiteX4" fmla="*/ 74144 w 92910"/>
                <a:gd name="connsiteY4" fmla="*/ 3921 h 108467"/>
                <a:gd name="connsiteX5" fmla="*/ 84282 w 92910"/>
                <a:gd name="connsiteY5" fmla="*/ 16835 h 108467"/>
                <a:gd name="connsiteX6" fmla="*/ 92844 w 92910"/>
                <a:gd name="connsiteY6" fmla="*/ 27347 h 108467"/>
                <a:gd name="connsiteX7" fmla="*/ 53942 w 92910"/>
                <a:gd name="connsiteY7" fmla="*/ 43190 h 108467"/>
                <a:gd name="connsiteX8" fmla="*/ 51539 w 92910"/>
                <a:gd name="connsiteY8" fmla="*/ 35681 h 108467"/>
                <a:gd name="connsiteX9" fmla="*/ 31787 w 92910"/>
                <a:gd name="connsiteY9" fmla="*/ 47770 h 108467"/>
                <a:gd name="connsiteX10" fmla="*/ 22099 w 92910"/>
                <a:gd name="connsiteY10" fmla="*/ 47770 h 108467"/>
                <a:gd name="connsiteX11" fmla="*/ 21048 w 92910"/>
                <a:gd name="connsiteY11" fmla="*/ 91094 h 108467"/>
                <a:gd name="connsiteX12" fmla="*/ 18945 w 92910"/>
                <a:gd name="connsiteY12" fmla="*/ 83585 h 108467"/>
                <a:gd name="connsiteX13" fmla="*/ 16692 w 92910"/>
                <a:gd name="connsiteY13" fmla="*/ 85913 h 108467"/>
                <a:gd name="connsiteX14" fmla="*/ 21949 w 92910"/>
                <a:gd name="connsiteY14" fmla="*/ 108438 h 108467"/>
                <a:gd name="connsiteX15" fmla="*/ 6929 w 92910"/>
                <a:gd name="connsiteY15" fmla="*/ 79606 h 108467"/>
                <a:gd name="connsiteX16" fmla="*/ 470 w 92910"/>
                <a:gd name="connsiteY16" fmla="*/ 50398 h 108467"/>
                <a:gd name="connsiteX17" fmla="*/ 5127 w 92910"/>
                <a:gd name="connsiteY17" fmla="*/ 28323 h 108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2910" h="108467">
                  <a:moveTo>
                    <a:pt x="5127" y="28323"/>
                  </a:moveTo>
                  <a:cubicBezTo>
                    <a:pt x="9558" y="23518"/>
                    <a:pt x="16392" y="22016"/>
                    <a:pt x="21649" y="18187"/>
                  </a:cubicBezTo>
                  <a:cubicBezTo>
                    <a:pt x="26906" y="14357"/>
                    <a:pt x="29159" y="10153"/>
                    <a:pt x="33364" y="6699"/>
                  </a:cubicBezTo>
                  <a:cubicBezTo>
                    <a:pt x="39898" y="1964"/>
                    <a:pt x="47859" y="-395"/>
                    <a:pt x="55894" y="16"/>
                  </a:cubicBezTo>
                  <a:cubicBezTo>
                    <a:pt x="62202" y="-296"/>
                    <a:pt x="68511" y="1050"/>
                    <a:pt x="74144" y="3921"/>
                  </a:cubicBezTo>
                  <a:cubicBezTo>
                    <a:pt x="79175" y="6646"/>
                    <a:pt x="82855" y="11319"/>
                    <a:pt x="84282" y="16835"/>
                  </a:cubicBezTo>
                  <a:cubicBezTo>
                    <a:pt x="89314" y="17728"/>
                    <a:pt x="92994" y="22204"/>
                    <a:pt x="92844" y="27347"/>
                  </a:cubicBezTo>
                  <a:cubicBezTo>
                    <a:pt x="94120" y="41238"/>
                    <a:pt x="62804" y="52650"/>
                    <a:pt x="53942" y="43190"/>
                  </a:cubicBezTo>
                  <a:cubicBezTo>
                    <a:pt x="52214" y="41068"/>
                    <a:pt x="51388" y="38395"/>
                    <a:pt x="51539" y="35681"/>
                  </a:cubicBezTo>
                  <a:cubicBezTo>
                    <a:pt x="45906" y="41062"/>
                    <a:pt x="39147" y="45182"/>
                    <a:pt x="31787" y="47770"/>
                  </a:cubicBezTo>
                  <a:cubicBezTo>
                    <a:pt x="28633" y="48635"/>
                    <a:pt x="25254" y="48635"/>
                    <a:pt x="22099" y="47770"/>
                  </a:cubicBezTo>
                  <a:cubicBezTo>
                    <a:pt x="16467" y="61135"/>
                    <a:pt x="18945" y="77278"/>
                    <a:pt x="21048" y="91094"/>
                  </a:cubicBezTo>
                  <a:lnTo>
                    <a:pt x="18945" y="83585"/>
                  </a:lnTo>
                  <a:cubicBezTo>
                    <a:pt x="17744" y="83585"/>
                    <a:pt x="16917" y="84711"/>
                    <a:pt x="16692" y="85913"/>
                  </a:cubicBezTo>
                  <a:cubicBezTo>
                    <a:pt x="15190" y="93797"/>
                    <a:pt x="25103" y="101305"/>
                    <a:pt x="21949" y="108438"/>
                  </a:cubicBezTo>
                  <a:cubicBezTo>
                    <a:pt x="20823" y="97476"/>
                    <a:pt x="11735" y="89367"/>
                    <a:pt x="6929" y="79606"/>
                  </a:cubicBezTo>
                  <a:cubicBezTo>
                    <a:pt x="2799" y="70406"/>
                    <a:pt x="621" y="60470"/>
                    <a:pt x="470" y="50398"/>
                  </a:cubicBezTo>
                  <a:cubicBezTo>
                    <a:pt x="-956" y="42714"/>
                    <a:pt x="696" y="34771"/>
                    <a:pt x="5127" y="28323"/>
                  </a:cubicBezTo>
                  <a:close/>
                </a:path>
              </a:pathLst>
            </a:custGeom>
            <a:solidFill>
              <a:srgbClr val="3B3B3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7" name="Content Placeholder 4">
              <a:extLst>
                <a:ext uri="{FF2B5EF4-FFF2-40B4-BE49-F238E27FC236}">
                  <a16:creationId xmlns:a16="http://schemas.microsoft.com/office/drawing/2014/main" id="{DF1BB93F-3ACC-C905-8A15-F1BD9C693D28}"/>
                </a:ext>
              </a:extLst>
            </p:cNvPr>
            <p:cNvSpPr/>
            <p:nvPr/>
          </p:nvSpPr>
          <p:spPr>
            <a:xfrm>
              <a:off x="10628795" y="746780"/>
              <a:ext cx="156382" cy="161138"/>
            </a:xfrm>
            <a:custGeom>
              <a:avLst/>
              <a:gdLst>
                <a:gd name="connsiteX0" fmla="*/ 7956 w 156382"/>
                <a:gd name="connsiteY0" fmla="*/ 91422 h 161138"/>
                <a:gd name="connsiteX1" fmla="*/ 40775 w 156382"/>
                <a:gd name="connsiteY1" fmla="*/ 46372 h 161138"/>
                <a:gd name="connsiteX2" fmla="*/ 60451 w 156382"/>
                <a:gd name="connsiteY2" fmla="*/ 20167 h 161138"/>
                <a:gd name="connsiteX3" fmla="*/ 70890 w 156382"/>
                <a:gd name="connsiteY3" fmla="*/ 6277 h 161138"/>
                <a:gd name="connsiteX4" fmla="*/ 79677 w 156382"/>
                <a:gd name="connsiteY4" fmla="*/ 946 h 161138"/>
                <a:gd name="connsiteX5" fmla="*/ 154776 w 156382"/>
                <a:gd name="connsiteY5" fmla="*/ 57409 h 161138"/>
                <a:gd name="connsiteX6" fmla="*/ 156353 w 156382"/>
                <a:gd name="connsiteY6" fmla="*/ 59662 h 161138"/>
                <a:gd name="connsiteX7" fmla="*/ 155678 w 156382"/>
                <a:gd name="connsiteY7" fmla="*/ 61764 h 161138"/>
                <a:gd name="connsiteX8" fmla="*/ 148168 w 156382"/>
                <a:gd name="connsiteY8" fmla="*/ 73703 h 161138"/>
                <a:gd name="connsiteX9" fmla="*/ 148168 w 156382"/>
                <a:gd name="connsiteY9" fmla="*/ 73703 h 161138"/>
                <a:gd name="connsiteX10" fmla="*/ 136077 w 156382"/>
                <a:gd name="connsiteY10" fmla="*/ 87893 h 161138"/>
                <a:gd name="connsiteX11" fmla="*/ 111969 w 156382"/>
                <a:gd name="connsiteY11" fmla="*/ 120105 h 161138"/>
                <a:gd name="connsiteX12" fmla="*/ 98977 w 156382"/>
                <a:gd name="connsiteY12" fmla="*/ 140303 h 161138"/>
                <a:gd name="connsiteX13" fmla="*/ 81554 w 156382"/>
                <a:gd name="connsiteY13" fmla="*/ 159824 h 161138"/>
                <a:gd name="connsiteX14" fmla="*/ 79752 w 156382"/>
                <a:gd name="connsiteY14" fmla="*/ 161101 h 161138"/>
                <a:gd name="connsiteX15" fmla="*/ 77273 w 156382"/>
                <a:gd name="connsiteY15" fmla="*/ 160500 h 161138"/>
                <a:gd name="connsiteX16" fmla="*/ 5928 w 156382"/>
                <a:gd name="connsiteY16" fmla="*/ 112671 h 161138"/>
                <a:gd name="connsiteX17" fmla="*/ -4 w 156382"/>
                <a:gd name="connsiteY17" fmla="*/ 103436 h 161138"/>
                <a:gd name="connsiteX18" fmla="*/ 7956 w 156382"/>
                <a:gd name="connsiteY18" fmla="*/ 91422 h 16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56382" h="161138">
                  <a:moveTo>
                    <a:pt x="7956" y="91422"/>
                  </a:moveTo>
                  <a:cubicBezTo>
                    <a:pt x="16818" y="74999"/>
                    <a:pt x="27857" y="59846"/>
                    <a:pt x="40775" y="46372"/>
                  </a:cubicBezTo>
                  <a:cubicBezTo>
                    <a:pt x="47309" y="37587"/>
                    <a:pt x="53917" y="28877"/>
                    <a:pt x="60451" y="20167"/>
                  </a:cubicBezTo>
                  <a:lnTo>
                    <a:pt x="70890" y="6277"/>
                  </a:lnTo>
                  <a:cubicBezTo>
                    <a:pt x="73518" y="2748"/>
                    <a:pt x="74795" y="-2133"/>
                    <a:pt x="79677" y="946"/>
                  </a:cubicBezTo>
                  <a:cubicBezTo>
                    <a:pt x="106187" y="17726"/>
                    <a:pt x="131270" y="36608"/>
                    <a:pt x="154776" y="57409"/>
                  </a:cubicBezTo>
                  <a:cubicBezTo>
                    <a:pt x="155602" y="57922"/>
                    <a:pt x="156129" y="58732"/>
                    <a:pt x="156353" y="59662"/>
                  </a:cubicBezTo>
                  <a:cubicBezTo>
                    <a:pt x="156353" y="60416"/>
                    <a:pt x="156129" y="61149"/>
                    <a:pt x="155678" y="61764"/>
                  </a:cubicBezTo>
                  <a:cubicBezTo>
                    <a:pt x="153499" y="65924"/>
                    <a:pt x="150946" y="69914"/>
                    <a:pt x="148168" y="73703"/>
                  </a:cubicBezTo>
                  <a:lnTo>
                    <a:pt x="148168" y="73703"/>
                  </a:lnTo>
                  <a:cubicBezTo>
                    <a:pt x="144563" y="78753"/>
                    <a:pt x="140507" y="83499"/>
                    <a:pt x="136077" y="87893"/>
                  </a:cubicBezTo>
                  <a:cubicBezTo>
                    <a:pt x="127365" y="98102"/>
                    <a:pt x="119330" y="108862"/>
                    <a:pt x="111969" y="120105"/>
                  </a:cubicBezTo>
                  <a:cubicBezTo>
                    <a:pt x="107614" y="126862"/>
                    <a:pt x="103709" y="133845"/>
                    <a:pt x="98977" y="140303"/>
                  </a:cubicBezTo>
                  <a:cubicBezTo>
                    <a:pt x="93645" y="147209"/>
                    <a:pt x="87787" y="153732"/>
                    <a:pt x="81554" y="159824"/>
                  </a:cubicBezTo>
                  <a:cubicBezTo>
                    <a:pt x="81103" y="160395"/>
                    <a:pt x="80427" y="160834"/>
                    <a:pt x="79752" y="161101"/>
                  </a:cubicBezTo>
                  <a:cubicBezTo>
                    <a:pt x="78851" y="161152"/>
                    <a:pt x="78025" y="160943"/>
                    <a:pt x="77273" y="160500"/>
                  </a:cubicBezTo>
                  <a:cubicBezTo>
                    <a:pt x="51214" y="148201"/>
                    <a:pt x="27182" y="132080"/>
                    <a:pt x="5928" y="112671"/>
                  </a:cubicBezTo>
                  <a:cubicBezTo>
                    <a:pt x="2849" y="110452"/>
                    <a:pt x="746" y="107153"/>
                    <a:pt x="-4" y="103436"/>
                  </a:cubicBezTo>
                  <a:cubicBezTo>
                    <a:pt x="-455" y="98631"/>
                    <a:pt x="5327" y="95852"/>
                    <a:pt x="7956" y="91422"/>
                  </a:cubicBezTo>
                  <a:close/>
                </a:path>
              </a:pathLst>
            </a:custGeom>
            <a:solidFill>
              <a:srgbClr val="755A4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8" name="Content Placeholder 4">
              <a:extLst>
                <a:ext uri="{FF2B5EF4-FFF2-40B4-BE49-F238E27FC236}">
                  <a16:creationId xmlns:a16="http://schemas.microsoft.com/office/drawing/2014/main" id="{1AE22C11-440E-73C3-BF97-4BA845E226CD}"/>
                </a:ext>
              </a:extLst>
            </p:cNvPr>
            <p:cNvSpPr/>
            <p:nvPr/>
          </p:nvSpPr>
          <p:spPr>
            <a:xfrm>
              <a:off x="10715035" y="653363"/>
              <a:ext cx="44083" cy="92815"/>
            </a:xfrm>
            <a:custGeom>
              <a:avLst/>
              <a:gdLst>
                <a:gd name="connsiteX0" fmla="*/ 44054 w 44083"/>
                <a:gd name="connsiteY0" fmla="*/ 92786 h 92815"/>
                <a:gd name="connsiteX1" fmla="*/ 29786 w 44083"/>
                <a:gd name="connsiteY1" fmla="*/ 70861 h 92815"/>
                <a:gd name="connsiteX2" fmla="*/ 5979 w 44083"/>
                <a:gd name="connsiteY2" fmla="*/ 48336 h 92815"/>
                <a:gd name="connsiteX3" fmla="*/ 3726 w 44083"/>
                <a:gd name="connsiteY3" fmla="*/ 45107 h 92815"/>
                <a:gd name="connsiteX4" fmla="*/ 4928 w 44083"/>
                <a:gd name="connsiteY4" fmla="*/ 41954 h 92815"/>
                <a:gd name="connsiteX5" fmla="*/ 15967 w 44083"/>
                <a:gd name="connsiteY5" fmla="*/ 30916 h 92815"/>
                <a:gd name="connsiteX6" fmla="*/ 17319 w 44083"/>
                <a:gd name="connsiteY6" fmla="*/ 28814 h 92815"/>
                <a:gd name="connsiteX7" fmla="*/ 16643 w 44083"/>
                <a:gd name="connsiteY7" fmla="*/ 27763 h 92815"/>
                <a:gd name="connsiteX8" fmla="*/ -29 w 44083"/>
                <a:gd name="connsiteY8" fmla="*/ 8616 h 92815"/>
                <a:gd name="connsiteX9" fmla="*/ 9358 w 44083"/>
                <a:gd name="connsiteY9" fmla="*/ 2459 h 92815"/>
                <a:gd name="connsiteX10" fmla="*/ 15967 w 44083"/>
                <a:gd name="connsiteY10" fmla="*/ 2985 h 92815"/>
                <a:gd name="connsiteX11" fmla="*/ 23477 w 44083"/>
                <a:gd name="connsiteY11" fmla="*/ 24534 h 92815"/>
                <a:gd name="connsiteX12" fmla="*/ 37296 w 44083"/>
                <a:gd name="connsiteY12" fmla="*/ 67933 h 92815"/>
                <a:gd name="connsiteX13" fmla="*/ 44054 w 44083"/>
                <a:gd name="connsiteY13" fmla="*/ 92786 h 92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083" h="92815">
                  <a:moveTo>
                    <a:pt x="44054" y="92786"/>
                  </a:moveTo>
                  <a:cubicBezTo>
                    <a:pt x="39999" y="85051"/>
                    <a:pt x="35193" y="77710"/>
                    <a:pt x="29786" y="70861"/>
                  </a:cubicBezTo>
                  <a:cubicBezTo>
                    <a:pt x="22651" y="62561"/>
                    <a:pt x="14691" y="55012"/>
                    <a:pt x="5979" y="48336"/>
                  </a:cubicBezTo>
                  <a:cubicBezTo>
                    <a:pt x="4852" y="47604"/>
                    <a:pt x="4026" y="46441"/>
                    <a:pt x="3726" y="45107"/>
                  </a:cubicBezTo>
                  <a:cubicBezTo>
                    <a:pt x="3726" y="43944"/>
                    <a:pt x="4176" y="42822"/>
                    <a:pt x="4928" y="41954"/>
                  </a:cubicBezTo>
                  <a:cubicBezTo>
                    <a:pt x="8007" y="37718"/>
                    <a:pt x="11762" y="33993"/>
                    <a:pt x="15967" y="30916"/>
                  </a:cubicBezTo>
                  <a:cubicBezTo>
                    <a:pt x="16643" y="30391"/>
                    <a:pt x="17469" y="29715"/>
                    <a:pt x="17319" y="28814"/>
                  </a:cubicBezTo>
                  <a:cubicBezTo>
                    <a:pt x="17244" y="28399"/>
                    <a:pt x="16943" y="28029"/>
                    <a:pt x="16643" y="27763"/>
                  </a:cubicBezTo>
                  <a:lnTo>
                    <a:pt x="-29" y="8616"/>
                  </a:lnTo>
                  <a:lnTo>
                    <a:pt x="9358" y="2459"/>
                  </a:lnTo>
                  <a:cubicBezTo>
                    <a:pt x="13113" y="-19"/>
                    <a:pt x="14165" y="-1821"/>
                    <a:pt x="15967" y="2985"/>
                  </a:cubicBezTo>
                  <a:cubicBezTo>
                    <a:pt x="18671" y="10043"/>
                    <a:pt x="20999" y="17326"/>
                    <a:pt x="23477" y="24534"/>
                  </a:cubicBezTo>
                  <a:cubicBezTo>
                    <a:pt x="28509" y="38850"/>
                    <a:pt x="33090" y="53316"/>
                    <a:pt x="37296" y="67933"/>
                  </a:cubicBezTo>
                  <a:cubicBezTo>
                    <a:pt x="39323" y="76192"/>
                    <a:pt x="41727" y="84451"/>
                    <a:pt x="44054" y="92786"/>
                  </a:cubicBezTo>
                  <a:close/>
                </a:path>
              </a:pathLst>
            </a:custGeom>
            <a:solidFill>
              <a:srgbClr val="38383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9" name="Content Placeholder 4">
              <a:extLst>
                <a:ext uri="{FF2B5EF4-FFF2-40B4-BE49-F238E27FC236}">
                  <a16:creationId xmlns:a16="http://schemas.microsoft.com/office/drawing/2014/main" id="{900E9B74-DC7A-485B-0147-B6016EABC1A3}"/>
                </a:ext>
              </a:extLst>
            </p:cNvPr>
            <p:cNvSpPr/>
            <p:nvPr/>
          </p:nvSpPr>
          <p:spPr>
            <a:xfrm>
              <a:off x="10759119" y="654425"/>
              <a:ext cx="35409" cy="87323"/>
            </a:xfrm>
            <a:custGeom>
              <a:avLst/>
              <a:gdLst>
                <a:gd name="connsiteX0" fmla="*/ 17920 w 35409"/>
                <a:gd name="connsiteY0" fmla="*/ 14762 h 87323"/>
                <a:gd name="connsiteX1" fmla="*/ 13564 w 35409"/>
                <a:gd name="connsiteY1" fmla="*/ 29779 h 87323"/>
                <a:gd name="connsiteX2" fmla="*/ 10485 w 35409"/>
                <a:gd name="connsiteY2" fmla="*/ 46373 h 87323"/>
                <a:gd name="connsiteX3" fmla="*/ 5227 w 35409"/>
                <a:gd name="connsiteY3" fmla="*/ 67922 h 87323"/>
                <a:gd name="connsiteX4" fmla="*/ -29 w 35409"/>
                <a:gd name="connsiteY4" fmla="*/ 87294 h 87323"/>
                <a:gd name="connsiteX5" fmla="*/ 27458 w 35409"/>
                <a:gd name="connsiteY5" fmla="*/ 53581 h 87323"/>
                <a:gd name="connsiteX6" fmla="*/ 28584 w 35409"/>
                <a:gd name="connsiteY6" fmla="*/ 43660 h 87323"/>
                <a:gd name="connsiteX7" fmla="*/ 28509 w 35409"/>
                <a:gd name="connsiteY7" fmla="*/ 43594 h 87323"/>
                <a:gd name="connsiteX8" fmla="*/ 23252 w 35409"/>
                <a:gd name="connsiteY8" fmla="*/ 33908 h 87323"/>
                <a:gd name="connsiteX9" fmla="*/ 22576 w 35409"/>
                <a:gd name="connsiteY9" fmla="*/ 31731 h 87323"/>
                <a:gd name="connsiteX10" fmla="*/ 23627 w 35409"/>
                <a:gd name="connsiteY10" fmla="*/ 29554 h 87323"/>
                <a:gd name="connsiteX11" fmla="*/ 35267 w 35409"/>
                <a:gd name="connsiteY11" fmla="*/ 14537 h 87323"/>
                <a:gd name="connsiteX12" fmla="*/ 35267 w 35409"/>
                <a:gd name="connsiteY12" fmla="*/ 13485 h 87323"/>
                <a:gd name="connsiteX13" fmla="*/ 35267 w 35409"/>
                <a:gd name="connsiteY13" fmla="*/ 12960 h 87323"/>
                <a:gd name="connsiteX14" fmla="*/ 28359 w 35409"/>
                <a:gd name="connsiteY14" fmla="*/ 5977 h 87323"/>
                <a:gd name="connsiteX15" fmla="*/ 21900 w 35409"/>
                <a:gd name="connsiteY15" fmla="*/ -30 h 87323"/>
                <a:gd name="connsiteX16" fmla="*/ 17920 w 35409"/>
                <a:gd name="connsiteY16" fmla="*/ 14762 h 87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5409" h="87323">
                  <a:moveTo>
                    <a:pt x="17920" y="14762"/>
                  </a:moveTo>
                  <a:cubicBezTo>
                    <a:pt x="16643" y="19793"/>
                    <a:pt x="14840" y="24748"/>
                    <a:pt x="13564" y="29779"/>
                  </a:cubicBezTo>
                  <a:cubicBezTo>
                    <a:pt x="12287" y="34809"/>
                    <a:pt x="11536" y="40816"/>
                    <a:pt x="10485" y="46373"/>
                  </a:cubicBezTo>
                  <a:cubicBezTo>
                    <a:pt x="9133" y="53881"/>
                    <a:pt x="7180" y="60789"/>
                    <a:pt x="5227" y="67922"/>
                  </a:cubicBezTo>
                  <a:cubicBezTo>
                    <a:pt x="3276" y="75055"/>
                    <a:pt x="1698" y="80836"/>
                    <a:pt x="-29" y="87294"/>
                  </a:cubicBezTo>
                  <a:lnTo>
                    <a:pt x="27458" y="53581"/>
                  </a:lnTo>
                  <a:cubicBezTo>
                    <a:pt x="30537" y="51146"/>
                    <a:pt x="30987" y="46705"/>
                    <a:pt x="28584" y="43660"/>
                  </a:cubicBezTo>
                  <a:cubicBezTo>
                    <a:pt x="28509" y="43639"/>
                    <a:pt x="28509" y="43616"/>
                    <a:pt x="28509" y="43594"/>
                  </a:cubicBezTo>
                  <a:lnTo>
                    <a:pt x="23252" y="33908"/>
                  </a:lnTo>
                  <a:cubicBezTo>
                    <a:pt x="22801" y="33266"/>
                    <a:pt x="22576" y="32508"/>
                    <a:pt x="22576" y="31731"/>
                  </a:cubicBezTo>
                  <a:cubicBezTo>
                    <a:pt x="22726" y="30924"/>
                    <a:pt x="23101" y="30172"/>
                    <a:pt x="23627" y="29554"/>
                  </a:cubicBezTo>
                  <a:lnTo>
                    <a:pt x="35267" y="14537"/>
                  </a:lnTo>
                  <a:cubicBezTo>
                    <a:pt x="35418" y="14199"/>
                    <a:pt x="35418" y="13823"/>
                    <a:pt x="35267" y="13485"/>
                  </a:cubicBezTo>
                  <a:cubicBezTo>
                    <a:pt x="35267" y="13312"/>
                    <a:pt x="35267" y="13133"/>
                    <a:pt x="35267" y="12960"/>
                  </a:cubicBezTo>
                  <a:lnTo>
                    <a:pt x="28359" y="5977"/>
                  </a:lnTo>
                  <a:cubicBezTo>
                    <a:pt x="27007" y="4626"/>
                    <a:pt x="23853" y="196"/>
                    <a:pt x="21900" y="-30"/>
                  </a:cubicBezTo>
                  <a:cubicBezTo>
                    <a:pt x="18821" y="-30"/>
                    <a:pt x="18671" y="11834"/>
                    <a:pt x="17920" y="14762"/>
                  </a:cubicBezTo>
                  <a:close/>
                </a:path>
              </a:pathLst>
            </a:custGeom>
            <a:solidFill>
              <a:srgbClr val="38383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0" name="Content Placeholder 4">
              <a:extLst>
                <a:ext uri="{FF2B5EF4-FFF2-40B4-BE49-F238E27FC236}">
                  <a16:creationId xmlns:a16="http://schemas.microsoft.com/office/drawing/2014/main" id="{B5C3B771-C7F8-1CFF-321E-AD96B978AAD2}"/>
                </a:ext>
              </a:extLst>
            </p:cNvPr>
            <p:cNvSpPr/>
            <p:nvPr/>
          </p:nvSpPr>
          <p:spPr>
            <a:xfrm>
              <a:off x="10728234" y="650036"/>
              <a:ext cx="53579" cy="90269"/>
            </a:xfrm>
            <a:custGeom>
              <a:avLst/>
              <a:gdLst>
                <a:gd name="connsiteX0" fmla="*/ 48204 w 53579"/>
                <a:gd name="connsiteY0" fmla="*/ 31015 h 90269"/>
                <a:gd name="connsiteX1" fmla="*/ 47077 w 53579"/>
                <a:gd name="connsiteY1" fmla="*/ 39875 h 90269"/>
                <a:gd name="connsiteX2" fmla="*/ 45050 w 53579"/>
                <a:gd name="connsiteY2" fmla="*/ 47383 h 90269"/>
                <a:gd name="connsiteX3" fmla="*/ 36864 w 53579"/>
                <a:gd name="connsiteY3" fmla="*/ 74789 h 90269"/>
                <a:gd name="connsiteX4" fmla="*/ 30856 w 53579"/>
                <a:gd name="connsiteY4" fmla="*/ 89806 h 90269"/>
                <a:gd name="connsiteX5" fmla="*/ 29204 w 53579"/>
                <a:gd name="connsiteY5" fmla="*/ 89806 h 90269"/>
                <a:gd name="connsiteX6" fmla="*/ 23796 w 53579"/>
                <a:gd name="connsiteY6" fmla="*/ 75840 h 90269"/>
                <a:gd name="connsiteX7" fmla="*/ 5772 w 53579"/>
                <a:gd name="connsiteY7" fmla="*/ 25083 h 90269"/>
                <a:gd name="connsiteX8" fmla="*/ 140 w 53579"/>
                <a:gd name="connsiteY8" fmla="*/ 6913 h 90269"/>
                <a:gd name="connsiteX9" fmla="*/ 140 w 53579"/>
                <a:gd name="connsiteY9" fmla="*/ 4660 h 90269"/>
                <a:gd name="connsiteX10" fmla="*/ 5472 w 53579"/>
                <a:gd name="connsiteY10" fmla="*/ 3834 h 90269"/>
                <a:gd name="connsiteX11" fmla="*/ 38591 w 53579"/>
                <a:gd name="connsiteY11" fmla="*/ 1957 h 90269"/>
                <a:gd name="connsiteX12" fmla="*/ 52184 w 53579"/>
                <a:gd name="connsiteY12" fmla="*/ 1131 h 90269"/>
                <a:gd name="connsiteX13" fmla="*/ 52184 w 53579"/>
                <a:gd name="connsiteY13" fmla="*/ 12769 h 90269"/>
                <a:gd name="connsiteX14" fmla="*/ 48204 w 53579"/>
                <a:gd name="connsiteY14" fmla="*/ 31015 h 90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579" h="90269">
                  <a:moveTo>
                    <a:pt x="48204" y="31015"/>
                  </a:moveTo>
                  <a:cubicBezTo>
                    <a:pt x="48204" y="33943"/>
                    <a:pt x="47603" y="36946"/>
                    <a:pt x="47077" y="39875"/>
                  </a:cubicBezTo>
                  <a:cubicBezTo>
                    <a:pt x="46551" y="42414"/>
                    <a:pt x="45876" y="44921"/>
                    <a:pt x="45050" y="47383"/>
                  </a:cubicBezTo>
                  <a:cubicBezTo>
                    <a:pt x="42346" y="56543"/>
                    <a:pt x="39567" y="65704"/>
                    <a:pt x="36864" y="74789"/>
                  </a:cubicBezTo>
                  <a:cubicBezTo>
                    <a:pt x="35512" y="80023"/>
                    <a:pt x="33484" y="85067"/>
                    <a:pt x="30856" y="89806"/>
                  </a:cubicBezTo>
                  <a:cubicBezTo>
                    <a:pt x="30255" y="90782"/>
                    <a:pt x="30330" y="89806"/>
                    <a:pt x="29204" y="89806"/>
                  </a:cubicBezTo>
                  <a:cubicBezTo>
                    <a:pt x="30630" y="84400"/>
                    <a:pt x="26425" y="80871"/>
                    <a:pt x="23796" y="75840"/>
                  </a:cubicBezTo>
                  <a:cubicBezTo>
                    <a:pt x="15460" y="59922"/>
                    <a:pt x="12156" y="41902"/>
                    <a:pt x="5772" y="25083"/>
                  </a:cubicBezTo>
                  <a:cubicBezTo>
                    <a:pt x="3144" y="19277"/>
                    <a:pt x="1266" y="13175"/>
                    <a:pt x="140" y="6913"/>
                  </a:cubicBezTo>
                  <a:cubicBezTo>
                    <a:pt x="-86" y="6179"/>
                    <a:pt x="-86" y="5394"/>
                    <a:pt x="140" y="4660"/>
                  </a:cubicBezTo>
                  <a:cubicBezTo>
                    <a:pt x="1116" y="2933"/>
                    <a:pt x="3594" y="3384"/>
                    <a:pt x="5472" y="3834"/>
                  </a:cubicBezTo>
                  <a:cubicBezTo>
                    <a:pt x="16512" y="5684"/>
                    <a:pt x="27851" y="5043"/>
                    <a:pt x="38591" y="1957"/>
                  </a:cubicBezTo>
                  <a:cubicBezTo>
                    <a:pt x="41895" y="1356"/>
                    <a:pt x="49480" y="-1647"/>
                    <a:pt x="52184" y="1131"/>
                  </a:cubicBezTo>
                  <a:cubicBezTo>
                    <a:pt x="54887" y="3909"/>
                    <a:pt x="52860" y="9766"/>
                    <a:pt x="52184" y="12769"/>
                  </a:cubicBezTo>
                  <a:cubicBezTo>
                    <a:pt x="51132" y="19076"/>
                    <a:pt x="49105" y="24933"/>
                    <a:pt x="48204" y="31015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1" name="Content Placeholder 4">
              <a:extLst>
                <a:ext uri="{FF2B5EF4-FFF2-40B4-BE49-F238E27FC236}">
                  <a16:creationId xmlns:a16="http://schemas.microsoft.com/office/drawing/2014/main" id="{BF0BB548-C0B7-EDD1-689A-F98BE5A5BA9E}"/>
                </a:ext>
              </a:extLst>
            </p:cNvPr>
            <p:cNvSpPr/>
            <p:nvPr/>
          </p:nvSpPr>
          <p:spPr>
            <a:xfrm>
              <a:off x="10745192" y="659054"/>
              <a:ext cx="26656" cy="83518"/>
            </a:xfrm>
            <a:custGeom>
              <a:avLst/>
              <a:gdLst>
                <a:gd name="connsiteX0" fmla="*/ 7064 w 26656"/>
                <a:gd name="connsiteY0" fmla="*/ 72 h 83518"/>
                <a:gd name="connsiteX1" fmla="*/ 1506 w 26656"/>
                <a:gd name="connsiteY1" fmla="*/ 1348 h 83518"/>
                <a:gd name="connsiteX2" fmla="*/ 380 w 26656"/>
                <a:gd name="connsiteY2" fmla="*/ 7205 h 83518"/>
                <a:gd name="connsiteX3" fmla="*/ 3909 w 26656"/>
                <a:gd name="connsiteY3" fmla="*/ 12461 h 83518"/>
                <a:gd name="connsiteX4" fmla="*/ 7139 w 26656"/>
                <a:gd name="connsiteY4" fmla="*/ 17867 h 83518"/>
                <a:gd name="connsiteX5" fmla="*/ 7139 w 26656"/>
                <a:gd name="connsiteY5" fmla="*/ 22822 h 83518"/>
                <a:gd name="connsiteX6" fmla="*/ 3609 w 26656"/>
                <a:gd name="connsiteY6" fmla="*/ 53757 h 83518"/>
                <a:gd name="connsiteX7" fmla="*/ 3609 w 26656"/>
                <a:gd name="connsiteY7" fmla="*/ 61266 h 83518"/>
                <a:gd name="connsiteX8" fmla="*/ 5186 w 26656"/>
                <a:gd name="connsiteY8" fmla="*/ 66071 h 83518"/>
                <a:gd name="connsiteX9" fmla="*/ 11719 w 26656"/>
                <a:gd name="connsiteY9" fmla="*/ 81539 h 83518"/>
                <a:gd name="connsiteX10" fmla="*/ 14273 w 26656"/>
                <a:gd name="connsiteY10" fmla="*/ 83341 h 83518"/>
                <a:gd name="connsiteX11" fmla="*/ 24712 w 26656"/>
                <a:gd name="connsiteY11" fmla="*/ 60815 h 83518"/>
                <a:gd name="connsiteX12" fmla="*/ 26590 w 26656"/>
                <a:gd name="connsiteY12" fmla="*/ 56610 h 83518"/>
                <a:gd name="connsiteX13" fmla="*/ 25689 w 26656"/>
                <a:gd name="connsiteY13" fmla="*/ 51129 h 83518"/>
                <a:gd name="connsiteX14" fmla="*/ 14949 w 26656"/>
                <a:gd name="connsiteY14" fmla="*/ 20044 h 83518"/>
                <a:gd name="connsiteX15" fmla="*/ 14198 w 26656"/>
                <a:gd name="connsiteY15" fmla="*/ 16365 h 83518"/>
                <a:gd name="connsiteX16" fmla="*/ 17728 w 26656"/>
                <a:gd name="connsiteY16" fmla="*/ 9532 h 83518"/>
                <a:gd name="connsiteX17" fmla="*/ 16676 w 26656"/>
                <a:gd name="connsiteY17" fmla="*/ 372 h 83518"/>
                <a:gd name="connsiteX18" fmla="*/ 13447 w 26656"/>
                <a:gd name="connsiteY18" fmla="*/ 372 h 83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6656" h="83518">
                  <a:moveTo>
                    <a:pt x="7064" y="72"/>
                  </a:moveTo>
                  <a:cubicBezTo>
                    <a:pt x="5111" y="-183"/>
                    <a:pt x="3158" y="271"/>
                    <a:pt x="1506" y="1348"/>
                  </a:cubicBezTo>
                  <a:cubicBezTo>
                    <a:pt x="4" y="2898"/>
                    <a:pt x="-446" y="5203"/>
                    <a:pt x="380" y="7205"/>
                  </a:cubicBezTo>
                  <a:cubicBezTo>
                    <a:pt x="1206" y="9152"/>
                    <a:pt x="2407" y="10932"/>
                    <a:pt x="3909" y="12461"/>
                  </a:cubicBezTo>
                  <a:cubicBezTo>
                    <a:pt x="5411" y="13971"/>
                    <a:pt x="6538" y="15828"/>
                    <a:pt x="7139" y="17867"/>
                  </a:cubicBezTo>
                  <a:cubicBezTo>
                    <a:pt x="7439" y="19505"/>
                    <a:pt x="7439" y="21184"/>
                    <a:pt x="7139" y="22822"/>
                  </a:cubicBezTo>
                  <a:cubicBezTo>
                    <a:pt x="6012" y="33109"/>
                    <a:pt x="4811" y="43471"/>
                    <a:pt x="3609" y="53757"/>
                  </a:cubicBezTo>
                  <a:cubicBezTo>
                    <a:pt x="3158" y="56243"/>
                    <a:pt x="3158" y="58780"/>
                    <a:pt x="3609" y="61266"/>
                  </a:cubicBezTo>
                  <a:cubicBezTo>
                    <a:pt x="3984" y="62912"/>
                    <a:pt x="4510" y="64521"/>
                    <a:pt x="5186" y="66071"/>
                  </a:cubicBezTo>
                  <a:lnTo>
                    <a:pt x="11719" y="81539"/>
                  </a:lnTo>
                  <a:cubicBezTo>
                    <a:pt x="12170" y="82590"/>
                    <a:pt x="13222" y="83941"/>
                    <a:pt x="14273" y="83341"/>
                  </a:cubicBezTo>
                  <a:cubicBezTo>
                    <a:pt x="17127" y="75558"/>
                    <a:pt x="20657" y="68024"/>
                    <a:pt x="24712" y="60815"/>
                  </a:cubicBezTo>
                  <a:cubicBezTo>
                    <a:pt x="25613" y="59535"/>
                    <a:pt x="26214" y="58111"/>
                    <a:pt x="26590" y="56610"/>
                  </a:cubicBezTo>
                  <a:cubicBezTo>
                    <a:pt x="26739" y="54737"/>
                    <a:pt x="26439" y="52854"/>
                    <a:pt x="25689" y="51129"/>
                  </a:cubicBezTo>
                  <a:cubicBezTo>
                    <a:pt x="22083" y="40768"/>
                    <a:pt x="18179" y="30406"/>
                    <a:pt x="14949" y="20044"/>
                  </a:cubicBezTo>
                  <a:cubicBezTo>
                    <a:pt x="14424" y="18885"/>
                    <a:pt x="14198" y="17631"/>
                    <a:pt x="14198" y="16365"/>
                  </a:cubicBezTo>
                  <a:cubicBezTo>
                    <a:pt x="14198" y="13737"/>
                    <a:pt x="16601" y="11860"/>
                    <a:pt x="17728" y="9532"/>
                  </a:cubicBezTo>
                  <a:cubicBezTo>
                    <a:pt x="18854" y="7205"/>
                    <a:pt x="19229" y="2024"/>
                    <a:pt x="16676" y="372"/>
                  </a:cubicBezTo>
                  <a:cubicBezTo>
                    <a:pt x="15775" y="-304"/>
                    <a:pt x="14573" y="-3"/>
                    <a:pt x="13447" y="372"/>
                  </a:cubicBezTo>
                  <a:close/>
                </a:path>
              </a:pathLst>
            </a:custGeom>
            <a:solidFill>
              <a:srgbClr val="38383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2" name="Content Placeholder 4">
              <a:extLst>
                <a:ext uri="{FF2B5EF4-FFF2-40B4-BE49-F238E27FC236}">
                  <a16:creationId xmlns:a16="http://schemas.microsoft.com/office/drawing/2014/main" id="{C860E664-AC31-35AD-5896-BD4DFE076CF6}"/>
                </a:ext>
              </a:extLst>
            </p:cNvPr>
            <p:cNvSpPr/>
            <p:nvPr/>
          </p:nvSpPr>
          <p:spPr>
            <a:xfrm>
              <a:off x="10643390" y="782865"/>
              <a:ext cx="76190" cy="84527"/>
            </a:xfrm>
            <a:custGeom>
              <a:avLst/>
              <a:gdLst>
                <a:gd name="connsiteX0" fmla="*/ 33916 w 76190"/>
                <a:gd name="connsiteY0" fmla="*/ 13290 h 84527"/>
                <a:gd name="connsiteX1" fmla="*/ 26030 w 76190"/>
                <a:gd name="connsiteY1" fmla="*/ 1952 h 84527"/>
                <a:gd name="connsiteX2" fmla="*/ 19947 w 76190"/>
                <a:gd name="connsiteY2" fmla="*/ 0 h 84527"/>
                <a:gd name="connsiteX3" fmla="*/ -29 w 76190"/>
                <a:gd name="connsiteY3" fmla="*/ 17840 h 84527"/>
                <a:gd name="connsiteX4" fmla="*/ -29 w 76190"/>
                <a:gd name="connsiteY4" fmla="*/ 19071 h 84527"/>
                <a:gd name="connsiteX5" fmla="*/ 4927 w 76190"/>
                <a:gd name="connsiteY5" fmla="*/ 32962 h 84527"/>
                <a:gd name="connsiteX6" fmla="*/ 47434 w 76190"/>
                <a:gd name="connsiteY6" fmla="*/ 79364 h 84527"/>
                <a:gd name="connsiteX7" fmla="*/ 55845 w 76190"/>
                <a:gd name="connsiteY7" fmla="*/ 83869 h 84527"/>
                <a:gd name="connsiteX8" fmla="*/ 75972 w 76190"/>
                <a:gd name="connsiteY8" fmla="*/ 77337 h 84527"/>
                <a:gd name="connsiteX9" fmla="*/ 62829 w 76190"/>
                <a:gd name="connsiteY9" fmla="*/ 57890 h 84527"/>
                <a:gd name="connsiteX10" fmla="*/ 33916 w 76190"/>
                <a:gd name="connsiteY10" fmla="*/ 13290 h 8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6190" h="84527">
                  <a:moveTo>
                    <a:pt x="33916" y="13290"/>
                  </a:moveTo>
                  <a:cubicBezTo>
                    <a:pt x="32414" y="8846"/>
                    <a:pt x="29635" y="4917"/>
                    <a:pt x="26030" y="1952"/>
                  </a:cubicBezTo>
                  <a:cubicBezTo>
                    <a:pt x="24153" y="858"/>
                    <a:pt x="22125" y="190"/>
                    <a:pt x="19947" y="0"/>
                  </a:cubicBezTo>
                  <a:cubicBezTo>
                    <a:pt x="9508" y="-581"/>
                    <a:pt x="571" y="7406"/>
                    <a:pt x="-29" y="17840"/>
                  </a:cubicBezTo>
                  <a:cubicBezTo>
                    <a:pt x="-29" y="18250"/>
                    <a:pt x="-29" y="18661"/>
                    <a:pt x="-29" y="19071"/>
                  </a:cubicBezTo>
                  <a:cubicBezTo>
                    <a:pt x="497" y="24022"/>
                    <a:pt x="2224" y="28776"/>
                    <a:pt x="4927" y="32962"/>
                  </a:cubicBezTo>
                  <a:cubicBezTo>
                    <a:pt x="15441" y="51427"/>
                    <a:pt x="29936" y="67288"/>
                    <a:pt x="47434" y="79364"/>
                  </a:cubicBezTo>
                  <a:cubicBezTo>
                    <a:pt x="49987" y="81257"/>
                    <a:pt x="52841" y="82774"/>
                    <a:pt x="55845" y="83869"/>
                  </a:cubicBezTo>
                  <a:cubicBezTo>
                    <a:pt x="61402" y="85596"/>
                    <a:pt x="73794" y="83869"/>
                    <a:pt x="75972" y="77337"/>
                  </a:cubicBezTo>
                  <a:cubicBezTo>
                    <a:pt x="77774" y="71856"/>
                    <a:pt x="66209" y="62320"/>
                    <a:pt x="62829" y="57890"/>
                  </a:cubicBezTo>
                  <a:cubicBezTo>
                    <a:pt x="51489" y="44214"/>
                    <a:pt x="41726" y="29243"/>
                    <a:pt x="33916" y="13290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3" name="Content Placeholder 4">
              <a:extLst>
                <a:ext uri="{FF2B5EF4-FFF2-40B4-BE49-F238E27FC236}">
                  <a16:creationId xmlns:a16="http://schemas.microsoft.com/office/drawing/2014/main" id="{02C26ED2-9E58-6C83-D13F-58C5F21A6FCC}"/>
                </a:ext>
              </a:extLst>
            </p:cNvPr>
            <p:cNvSpPr/>
            <p:nvPr/>
          </p:nvSpPr>
          <p:spPr>
            <a:xfrm>
              <a:off x="10700494" y="857818"/>
              <a:ext cx="42415" cy="38515"/>
            </a:xfrm>
            <a:custGeom>
              <a:avLst/>
              <a:gdLst>
                <a:gd name="connsiteX0" fmla="*/ 24199 w 42415"/>
                <a:gd name="connsiteY0" fmla="*/ 6364 h 38515"/>
                <a:gd name="connsiteX1" fmla="*/ 29156 w 42415"/>
                <a:gd name="connsiteY1" fmla="*/ 10343 h 38515"/>
                <a:gd name="connsiteX2" fmla="*/ 41022 w 42415"/>
                <a:gd name="connsiteY2" fmla="*/ 20104 h 38515"/>
                <a:gd name="connsiteX3" fmla="*/ 42073 w 42415"/>
                <a:gd name="connsiteY3" fmla="*/ 23556 h 38515"/>
                <a:gd name="connsiteX4" fmla="*/ 41773 w 42415"/>
                <a:gd name="connsiteY4" fmla="*/ 24009 h 38515"/>
                <a:gd name="connsiteX5" fmla="*/ 25101 w 42415"/>
                <a:gd name="connsiteY5" fmla="*/ 37974 h 38515"/>
                <a:gd name="connsiteX6" fmla="*/ 21421 w 42415"/>
                <a:gd name="connsiteY6" fmla="*/ 38425 h 38515"/>
                <a:gd name="connsiteX7" fmla="*/ 14587 w 42415"/>
                <a:gd name="connsiteY7" fmla="*/ 30916 h 38515"/>
                <a:gd name="connsiteX8" fmla="*/ 3547 w 42415"/>
                <a:gd name="connsiteY8" fmla="*/ 14022 h 38515"/>
                <a:gd name="connsiteX9" fmla="*/ 393 w 42415"/>
                <a:gd name="connsiteY9" fmla="*/ 5613 h 38515"/>
                <a:gd name="connsiteX10" fmla="*/ 2195 w 42415"/>
                <a:gd name="connsiteY10" fmla="*/ 3510 h 38515"/>
                <a:gd name="connsiteX11" fmla="*/ 24199 w 42415"/>
                <a:gd name="connsiteY11" fmla="*/ 6364 h 38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415" h="38515">
                  <a:moveTo>
                    <a:pt x="24199" y="6364"/>
                  </a:moveTo>
                  <a:lnTo>
                    <a:pt x="29156" y="10343"/>
                  </a:lnTo>
                  <a:lnTo>
                    <a:pt x="41022" y="20104"/>
                  </a:lnTo>
                  <a:cubicBezTo>
                    <a:pt x="42299" y="20766"/>
                    <a:pt x="42749" y="22311"/>
                    <a:pt x="42073" y="23556"/>
                  </a:cubicBezTo>
                  <a:cubicBezTo>
                    <a:pt x="41998" y="23717"/>
                    <a:pt x="41923" y="23869"/>
                    <a:pt x="41773" y="24009"/>
                  </a:cubicBezTo>
                  <a:cubicBezTo>
                    <a:pt x="38318" y="30687"/>
                    <a:pt x="32310" y="35709"/>
                    <a:pt x="25101" y="37974"/>
                  </a:cubicBezTo>
                  <a:cubicBezTo>
                    <a:pt x="23899" y="38429"/>
                    <a:pt x="22698" y="38585"/>
                    <a:pt x="21421" y="38425"/>
                  </a:cubicBezTo>
                  <a:cubicBezTo>
                    <a:pt x="17891" y="37899"/>
                    <a:pt x="16089" y="34145"/>
                    <a:pt x="14587" y="30916"/>
                  </a:cubicBezTo>
                  <a:cubicBezTo>
                    <a:pt x="11733" y="24769"/>
                    <a:pt x="8053" y="19075"/>
                    <a:pt x="3547" y="14022"/>
                  </a:cubicBezTo>
                  <a:cubicBezTo>
                    <a:pt x="1444" y="11620"/>
                    <a:pt x="-1034" y="8466"/>
                    <a:pt x="393" y="5613"/>
                  </a:cubicBezTo>
                  <a:cubicBezTo>
                    <a:pt x="843" y="4797"/>
                    <a:pt x="1444" y="4083"/>
                    <a:pt x="2195" y="3510"/>
                  </a:cubicBezTo>
                  <a:cubicBezTo>
                    <a:pt x="9856" y="-3397"/>
                    <a:pt x="16840" y="1033"/>
                    <a:pt x="24199" y="6364"/>
                  </a:cubicBezTo>
                  <a:close/>
                </a:path>
              </a:pathLst>
            </a:custGeom>
            <a:solidFill>
              <a:srgbClr val="89796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4" name="Content Placeholder 4">
              <a:extLst>
                <a:ext uri="{FF2B5EF4-FFF2-40B4-BE49-F238E27FC236}">
                  <a16:creationId xmlns:a16="http://schemas.microsoft.com/office/drawing/2014/main" id="{48054D41-3960-C28A-8CEA-6B5379DDECB1}"/>
                </a:ext>
              </a:extLst>
            </p:cNvPr>
            <p:cNvSpPr/>
            <p:nvPr/>
          </p:nvSpPr>
          <p:spPr>
            <a:xfrm>
              <a:off x="10918897" y="724054"/>
              <a:ext cx="70126" cy="78069"/>
            </a:xfrm>
            <a:custGeom>
              <a:avLst/>
              <a:gdLst>
                <a:gd name="connsiteX0" fmla="*/ 33199 w 70126"/>
                <a:gd name="connsiteY0" fmla="*/ 10156 h 78069"/>
                <a:gd name="connsiteX1" fmla="*/ 41911 w 70126"/>
                <a:gd name="connsiteY1" fmla="*/ 771 h 78069"/>
                <a:gd name="connsiteX2" fmla="*/ 53851 w 70126"/>
                <a:gd name="connsiteY2" fmla="*/ 2573 h 78069"/>
                <a:gd name="connsiteX3" fmla="*/ 64816 w 70126"/>
                <a:gd name="connsiteY3" fmla="*/ 10832 h 78069"/>
                <a:gd name="connsiteX4" fmla="*/ 70073 w 70126"/>
                <a:gd name="connsiteY4" fmla="*/ 17364 h 78069"/>
                <a:gd name="connsiteX5" fmla="*/ 65642 w 70126"/>
                <a:gd name="connsiteY5" fmla="*/ 26224 h 78069"/>
                <a:gd name="connsiteX6" fmla="*/ 30120 w 70126"/>
                <a:gd name="connsiteY6" fmla="*/ 73302 h 78069"/>
                <a:gd name="connsiteX7" fmla="*/ 23962 w 70126"/>
                <a:gd name="connsiteY7" fmla="*/ 78033 h 78069"/>
                <a:gd name="connsiteX8" fmla="*/ 19982 w 70126"/>
                <a:gd name="connsiteY8" fmla="*/ 76906 h 78069"/>
                <a:gd name="connsiteX9" fmla="*/ 1958 w 70126"/>
                <a:gd name="connsiteY9" fmla="*/ 51528 h 78069"/>
                <a:gd name="connsiteX10" fmla="*/ 33199 w 70126"/>
                <a:gd name="connsiteY10" fmla="*/ 10156 h 78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0126" h="78069">
                  <a:moveTo>
                    <a:pt x="33199" y="10156"/>
                  </a:moveTo>
                  <a:cubicBezTo>
                    <a:pt x="35227" y="6313"/>
                    <a:pt x="38231" y="3074"/>
                    <a:pt x="41911" y="771"/>
                  </a:cubicBezTo>
                  <a:cubicBezTo>
                    <a:pt x="45966" y="-754"/>
                    <a:pt x="50472" y="-72"/>
                    <a:pt x="53851" y="2573"/>
                  </a:cubicBezTo>
                  <a:cubicBezTo>
                    <a:pt x="57757" y="4953"/>
                    <a:pt x="61436" y="7720"/>
                    <a:pt x="64816" y="10832"/>
                  </a:cubicBezTo>
                  <a:cubicBezTo>
                    <a:pt x="66318" y="12184"/>
                    <a:pt x="69773" y="15187"/>
                    <a:pt x="70073" y="17364"/>
                  </a:cubicBezTo>
                  <a:cubicBezTo>
                    <a:pt x="70374" y="19542"/>
                    <a:pt x="67821" y="23371"/>
                    <a:pt x="65642" y="26224"/>
                  </a:cubicBezTo>
                  <a:cubicBezTo>
                    <a:pt x="52725" y="43419"/>
                    <a:pt x="43112" y="58210"/>
                    <a:pt x="30120" y="73302"/>
                  </a:cubicBezTo>
                  <a:cubicBezTo>
                    <a:pt x="28693" y="75525"/>
                    <a:pt x="26516" y="77191"/>
                    <a:pt x="23962" y="78033"/>
                  </a:cubicBezTo>
                  <a:cubicBezTo>
                    <a:pt x="22535" y="78098"/>
                    <a:pt x="21183" y="77703"/>
                    <a:pt x="19982" y="76906"/>
                  </a:cubicBezTo>
                  <a:cubicBezTo>
                    <a:pt x="13448" y="73378"/>
                    <a:pt x="-6303" y="62941"/>
                    <a:pt x="1958" y="51528"/>
                  </a:cubicBezTo>
                  <a:cubicBezTo>
                    <a:pt x="12247" y="37562"/>
                    <a:pt x="23662" y="24873"/>
                    <a:pt x="33199" y="10156"/>
                  </a:cubicBezTo>
                  <a:close/>
                </a:path>
              </a:pathLst>
            </a:custGeom>
            <a:solidFill>
              <a:srgbClr val="3D3D3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5" name="Content Placeholder 4">
              <a:extLst>
                <a:ext uri="{FF2B5EF4-FFF2-40B4-BE49-F238E27FC236}">
                  <a16:creationId xmlns:a16="http://schemas.microsoft.com/office/drawing/2014/main" id="{77D1164B-2FF3-F1E2-060F-6F04EAB88091}"/>
                </a:ext>
              </a:extLst>
            </p:cNvPr>
            <p:cNvSpPr/>
            <p:nvPr/>
          </p:nvSpPr>
          <p:spPr>
            <a:xfrm>
              <a:off x="10928498" y="729141"/>
              <a:ext cx="55319" cy="58573"/>
            </a:xfrm>
            <a:custGeom>
              <a:avLst/>
              <a:gdLst>
                <a:gd name="connsiteX0" fmla="*/ 27804 w 55319"/>
                <a:gd name="connsiteY0" fmla="*/ 3117 h 58573"/>
                <a:gd name="connsiteX1" fmla="*/ 31559 w 55319"/>
                <a:gd name="connsiteY1" fmla="*/ 114 h 58573"/>
                <a:gd name="connsiteX2" fmla="*/ 35989 w 55319"/>
                <a:gd name="connsiteY2" fmla="*/ 1015 h 58573"/>
                <a:gd name="connsiteX3" fmla="*/ 51611 w 55319"/>
                <a:gd name="connsiteY3" fmla="*/ 11677 h 58573"/>
                <a:gd name="connsiteX4" fmla="*/ 54689 w 55319"/>
                <a:gd name="connsiteY4" fmla="*/ 14830 h 58573"/>
                <a:gd name="connsiteX5" fmla="*/ 55290 w 55319"/>
                <a:gd name="connsiteY5" fmla="*/ 17458 h 58573"/>
                <a:gd name="connsiteX6" fmla="*/ 50934 w 55319"/>
                <a:gd name="connsiteY6" fmla="*/ 24441 h 58573"/>
                <a:gd name="connsiteX7" fmla="*/ 46203 w 55319"/>
                <a:gd name="connsiteY7" fmla="*/ 30598 h 58573"/>
                <a:gd name="connsiteX8" fmla="*/ 41172 w 55319"/>
                <a:gd name="connsiteY8" fmla="*/ 37280 h 58573"/>
                <a:gd name="connsiteX9" fmla="*/ 33662 w 55319"/>
                <a:gd name="connsiteY9" fmla="*/ 47417 h 58573"/>
                <a:gd name="connsiteX10" fmla="*/ 28554 w 55319"/>
                <a:gd name="connsiteY10" fmla="*/ 54925 h 58573"/>
                <a:gd name="connsiteX11" fmla="*/ 25776 w 55319"/>
                <a:gd name="connsiteY11" fmla="*/ 57929 h 58573"/>
                <a:gd name="connsiteX12" fmla="*/ 21270 w 55319"/>
                <a:gd name="connsiteY12" fmla="*/ 57929 h 58573"/>
                <a:gd name="connsiteX13" fmla="*/ 13760 w 55319"/>
                <a:gd name="connsiteY13" fmla="*/ 52823 h 58573"/>
                <a:gd name="connsiteX14" fmla="*/ 3396 w 55319"/>
                <a:gd name="connsiteY14" fmla="*/ 44489 h 58573"/>
                <a:gd name="connsiteX15" fmla="*/ 166 w 55319"/>
                <a:gd name="connsiteY15" fmla="*/ 39533 h 58573"/>
                <a:gd name="connsiteX16" fmla="*/ 3020 w 55319"/>
                <a:gd name="connsiteY16" fmla="*/ 35704 h 58573"/>
                <a:gd name="connsiteX17" fmla="*/ 6551 w 55319"/>
                <a:gd name="connsiteY17" fmla="*/ 31199 h 58573"/>
                <a:gd name="connsiteX18" fmla="*/ 19993 w 55319"/>
                <a:gd name="connsiteY18" fmla="*/ 12803 h 58573"/>
                <a:gd name="connsiteX19" fmla="*/ 27804 w 55319"/>
                <a:gd name="connsiteY19" fmla="*/ 3117 h 58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5319" h="58573">
                  <a:moveTo>
                    <a:pt x="27804" y="3117"/>
                  </a:moveTo>
                  <a:cubicBezTo>
                    <a:pt x="28780" y="1792"/>
                    <a:pt x="30057" y="753"/>
                    <a:pt x="31559" y="114"/>
                  </a:cubicBezTo>
                  <a:cubicBezTo>
                    <a:pt x="33060" y="-248"/>
                    <a:pt x="34713" y="81"/>
                    <a:pt x="35989" y="1015"/>
                  </a:cubicBezTo>
                  <a:cubicBezTo>
                    <a:pt x="41397" y="4273"/>
                    <a:pt x="46579" y="7833"/>
                    <a:pt x="51611" y="11677"/>
                  </a:cubicBezTo>
                  <a:cubicBezTo>
                    <a:pt x="52361" y="12277"/>
                    <a:pt x="54389" y="13779"/>
                    <a:pt x="54689" y="14830"/>
                  </a:cubicBezTo>
                  <a:cubicBezTo>
                    <a:pt x="55065" y="15663"/>
                    <a:pt x="55215" y="16553"/>
                    <a:pt x="55290" y="17458"/>
                  </a:cubicBezTo>
                  <a:cubicBezTo>
                    <a:pt x="54839" y="20086"/>
                    <a:pt x="52437" y="21963"/>
                    <a:pt x="50934" y="24441"/>
                  </a:cubicBezTo>
                  <a:cubicBezTo>
                    <a:pt x="49432" y="26919"/>
                    <a:pt x="47705" y="28420"/>
                    <a:pt x="46203" y="30598"/>
                  </a:cubicBezTo>
                  <a:cubicBezTo>
                    <a:pt x="44701" y="32775"/>
                    <a:pt x="42824" y="35103"/>
                    <a:pt x="41172" y="37280"/>
                  </a:cubicBezTo>
                  <a:cubicBezTo>
                    <a:pt x="39520" y="39458"/>
                    <a:pt x="36140" y="43963"/>
                    <a:pt x="33662" y="47417"/>
                  </a:cubicBezTo>
                  <a:cubicBezTo>
                    <a:pt x="31183" y="50871"/>
                    <a:pt x="30132" y="52297"/>
                    <a:pt x="28554" y="54925"/>
                  </a:cubicBezTo>
                  <a:cubicBezTo>
                    <a:pt x="27879" y="56144"/>
                    <a:pt x="26902" y="57176"/>
                    <a:pt x="25776" y="57929"/>
                  </a:cubicBezTo>
                  <a:cubicBezTo>
                    <a:pt x="24349" y="58749"/>
                    <a:pt x="22696" y="58749"/>
                    <a:pt x="21270" y="57929"/>
                  </a:cubicBezTo>
                  <a:cubicBezTo>
                    <a:pt x="18642" y="56454"/>
                    <a:pt x="16088" y="54745"/>
                    <a:pt x="13760" y="52823"/>
                  </a:cubicBezTo>
                  <a:lnTo>
                    <a:pt x="3396" y="44489"/>
                  </a:lnTo>
                  <a:cubicBezTo>
                    <a:pt x="2119" y="43512"/>
                    <a:pt x="-810" y="41936"/>
                    <a:pt x="166" y="39533"/>
                  </a:cubicBezTo>
                  <a:cubicBezTo>
                    <a:pt x="993" y="38145"/>
                    <a:pt x="1895" y="36858"/>
                    <a:pt x="3020" y="35704"/>
                  </a:cubicBezTo>
                  <a:lnTo>
                    <a:pt x="6551" y="31199"/>
                  </a:lnTo>
                  <a:cubicBezTo>
                    <a:pt x="11057" y="25117"/>
                    <a:pt x="15412" y="18885"/>
                    <a:pt x="19993" y="12803"/>
                  </a:cubicBezTo>
                  <a:cubicBezTo>
                    <a:pt x="22472" y="9574"/>
                    <a:pt x="25100" y="6271"/>
                    <a:pt x="27804" y="311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6" name="Content Placeholder 4">
              <a:extLst>
                <a:ext uri="{FF2B5EF4-FFF2-40B4-BE49-F238E27FC236}">
                  <a16:creationId xmlns:a16="http://schemas.microsoft.com/office/drawing/2014/main" id="{00AEADEF-4248-9B60-EC91-558A8F61D39E}"/>
                </a:ext>
              </a:extLst>
            </p:cNvPr>
            <p:cNvSpPr/>
            <p:nvPr/>
          </p:nvSpPr>
          <p:spPr>
            <a:xfrm>
              <a:off x="10972945" y="731777"/>
              <a:ext cx="6514" cy="4952"/>
            </a:xfrm>
            <a:custGeom>
              <a:avLst/>
              <a:gdLst>
                <a:gd name="connsiteX0" fmla="*/ 5887 w 6514"/>
                <a:gd name="connsiteY0" fmla="*/ 3785 h 4952"/>
                <a:gd name="connsiteX1" fmla="*/ 4685 w 6514"/>
                <a:gd name="connsiteY1" fmla="*/ 2734 h 4952"/>
                <a:gd name="connsiteX2" fmla="*/ 1756 w 6514"/>
                <a:gd name="connsiteY2" fmla="*/ 631 h 4952"/>
                <a:gd name="connsiteX3" fmla="*/ 104 w 6514"/>
                <a:gd name="connsiteY3" fmla="*/ 31 h 4952"/>
                <a:gd name="connsiteX4" fmla="*/ 104 w 6514"/>
                <a:gd name="connsiteY4" fmla="*/ 631 h 4952"/>
                <a:gd name="connsiteX5" fmla="*/ 6038 w 6514"/>
                <a:gd name="connsiteY5" fmla="*/ 4836 h 4952"/>
                <a:gd name="connsiteX6" fmla="*/ 5887 w 6514"/>
                <a:gd name="connsiteY6" fmla="*/ 3785 h 4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514" h="4952">
                  <a:moveTo>
                    <a:pt x="5887" y="3785"/>
                  </a:moveTo>
                  <a:lnTo>
                    <a:pt x="4685" y="2734"/>
                  </a:lnTo>
                  <a:lnTo>
                    <a:pt x="1756" y="631"/>
                  </a:lnTo>
                  <a:cubicBezTo>
                    <a:pt x="1156" y="256"/>
                    <a:pt x="405" y="-195"/>
                    <a:pt x="104" y="31"/>
                  </a:cubicBezTo>
                  <a:cubicBezTo>
                    <a:pt x="-196" y="256"/>
                    <a:pt x="104" y="31"/>
                    <a:pt x="104" y="631"/>
                  </a:cubicBezTo>
                  <a:cubicBezTo>
                    <a:pt x="104" y="1232"/>
                    <a:pt x="5136" y="5587"/>
                    <a:pt x="6038" y="4836"/>
                  </a:cubicBezTo>
                  <a:cubicBezTo>
                    <a:pt x="6939" y="4085"/>
                    <a:pt x="6263" y="4310"/>
                    <a:pt x="5887" y="3785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7" name="Content Placeholder 4">
              <a:extLst>
                <a:ext uri="{FF2B5EF4-FFF2-40B4-BE49-F238E27FC236}">
                  <a16:creationId xmlns:a16="http://schemas.microsoft.com/office/drawing/2014/main" id="{323F19B5-B9B0-346B-835A-3CA67CFE168B}"/>
                </a:ext>
              </a:extLst>
            </p:cNvPr>
            <p:cNvSpPr/>
            <p:nvPr/>
          </p:nvSpPr>
          <p:spPr>
            <a:xfrm>
              <a:off x="10971520" y="730515"/>
              <a:ext cx="1633" cy="1322"/>
            </a:xfrm>
            <a:custGeom>
              <a:avLst/>
              <a:gdLst>
                <a:gd name="connsiteX0" fmla="*/ 1303 w 1633"/>
                <a:gd name="connsiteY0" fmla="*/ 617 h 1322"/>
                <a:gd name="connsiteX1" fmla="*/ 778 w 1633"/>
                <a:gd name="connsiteY1" fmla="*/ 16 h 1322"/>
                <a:gd name="connsiteX2" fmla="*/ 27 w 1633"/>
                <a:gd name="connsiteY2" fmla="*/ 16 h 1322"/>
                <a:gd name="connsiteX3" fmla="*/ 27 w 1633"/>
                <a:gd name="connsiteY3" fmla="*/ 541 h 1322"/>
                <a:gd name="connsiteX4" fmla="*/ 628 w 1633"/>
                <a:gd name="connsiteY4" fmla="*/ 1288 h 1322"/>
                <a:gd name="connsiteX5" fmla="*/ 703 w 1633"/>
                <a:gd name="connsiteY5" fmla="*/ 1292 h 1322"/>
                <a:gd name="connsiteX6" fmla="*/ 1604 w 1633"/>
                <a:gd name="connsiteY6" fmla="*/ 466 h 1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3" h="1322">
                  <a:moveTo>
                    <a:pt x="1303" y="617"/>
                  </a:moveTo>
                  <a:cubicBezTo>
                    <a:pt x="1303" y="312"/>
                    <a:pt x="1079" y="54"/>
                    <a:pt x="778" y="16"/>
                  </a:cubicBezTo>
                  <a:cubicBezTo>
                    <a:pt x="552" y="-45"/>
                    <a:pt x="253" y="-45"/>
                    <a:pt x="27" y="16"/>
                  </a:cubicBezTo>
                  <a:cubicBezTo>
                    <a:pt x="-48" y="189"/>
                    <a:pt x="-48" y="369"/>
                    <a:pt x="27" y="541"/>
                  </a:cubicBezTo>
                  <a:cubicBezTo>
                    <a:pt x="-48" y="912"/>
                    <a:pt x="253" y="1246"/>
                    <a:pt x="628" y="1288"/>
                  </a:cubicBezTo>
                  <a:cubicBezTo>
                    <a:pt x="628" y="1291"/>
                    <a:pt x="703" y="1292"/>
                    <a:pt x="703" y="1292"/>
                  </a:cubicBezTo>
                  <a:cubicBezTo>
                    <a:pt x="1154" y="1218"/>
                    <a:pt x="1529" y="895"/>
                    <a:pt x="1604" y="466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8" name="Content Placeholder 4">
              <a:extLst>
                <a:ext uri="{FF2B5EF4-FFF2-40B4-BE49-F238E27FC236}">
                  <a16:creationId xmlns:a16="http://schemas.microsoft.com/office/drawing/2014/main" id="{A6501BAA-4FCE-F070-41D8-0023E8C394C2}"/>
                </a:ext>
              </a:extLst>
            </p:cNvPr>
            <p:cNvSpPr/>
            <p:nvPr/>
          </p:nvSpPr>
          <p:spPr>
            <a:xfrm>
              <a:off x="10931642" y="783782"/>
              <a:ext cx="6192" cy="6754"/>
            </a:xfrm>
            <a:custGeom>
              <a:avLst/>
              <a:gdLst>
                <a:gd name="connsiteX0" fmla="*/ 3257 w 6192"/>
                <a:gd name="connsiteY0" fmla="*/ -16 h 6754"/>
                <a:gd name="connsiteX1" fmla="*/ 1079 w 6192"/>
                <a:gd name="connsiteY1" fmla="*/ 1035 h 6754"/>
                <a:gd name="connsiteX2" fmla="*/ 253 w 6192"/>
                <a:gd name="connsiteY2" fmla="*/ 1936 h 6754"/>
                <a:gd name="connsiteX3" fmla="*/ 253 w 6192"/>
                <a:gd name="connsiteY3" fmla="*/ 4790 h 6754"/>
                <a:gd name="connsiteX4" fmla="*/ 2130 w 6192"/>
                <a:gd name="connsiteY4" fmla="*/ 6667 h 6754"/>
                <a:gd name="connsiteX5" fmla="*/ 2806 w 6192"/>
                <a:gd name="connsiteY5" fmla="*/ 6667 h 6754"/>
                <a:gd name="connsiteX6" fmla="*/ 3632 w 6192"/>
                <a:gd name="connsiteY6" fmla="*/ 6667 h 6754"/>
                <a:gd name="connsiteX7" fmla="*/ 6036 w 6192"/>
                <a:gd name="connsiteY7" fmla="*/ 4189 h 6754"/>
                <a:gd name="connsiteX8" fmla="*/ 3257 w 6192"/>
                <a:gd name="connsiteY8" fmla="*/ -16 h 6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92" h="6754">
                  <a:moveTo>
                    <a:pt x="3257" y="-16"/>
                  </a:moveTo>
                  <a:cubicBezTo>
                    <a:pt x="2431" y="130"/>
                    <a:pt x="1679" y="493"/>
                    <a:pt x="1079" y="1035"/>
                  </a:cubicBezTo>
                  <a:lnTo>
                    <a:pt x="253" y="1936"/>
                  </a:lnTo>
                  <a:cubicBezTo>
                    <a:pt x="-123" y="2843"/>
                    <a:pt x="-123" y="3883"/>
                    <a:pt x="253" y="4790"/>
                  </a:cubicBezTo>
                  <a:cubicBezTo>
                    <a:pt x="629" y="5619"/>
                    <a:pt x="1304" y="6285"/>
                    <a:pt x="2130" y="6667"/>
                  </a:cubicBezTo>
                  <a:cubicBezTo>
                    <a:pt x="2356" y="6731"/>
                    <a:pt x="2581" y="6731"/>
                    <a:pt x="2806" y="6667"/>
                  </a:cubicBezTo>
                  <a:cubicBezTo>
                    <a:pt x="3107" y="6744"/>
                    <a:pt x="3332" y="6744"/>
                    <a:pt x="3632" y="6667"/>
                  </a:cubicBezTo>
                  <a:cubicBezTo>
                    <a:pt x="4758" y="6185"/>
                    <a:pt x="5584" y="5296"/>
                    <a:pt x="6036" y="4189"/>
                  </a:cubicBezTo>
                  <a:cubicBezTo>
                    <a:pt x="6561" y="2312"/>
                    <a:pt x="5434" y="-241"/>
                    <a:pt x="3257" y="-16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9" name="Content Placeholder 4">
              <a:extLst>
                <a:ext uri="{FF2B5EF4-FFF2-40B4-BE49-F238E27FC236}">
                  <a16:creationId xmlns:a16="http://schemas.microsoft.com/office/drawing/2014/main" id="{81049535-BB58-BE69-28E7-97666E1CD26D}"/>
                </a:ext>
              </a:extLst>
            </p:cNvPr>
            <p:cNvSpPr/>
            <p:nvPr/>
          </p:nvSpPr>
          <p:spPr>
            <a:xfrm>
              <a:off x="11167791" y="1297181"/>
              <a:ext cx="284368" cy="26673"/>
            </a:xfrm>
            <a:custGeom>
              <a:avLst/>
              <a:gdLst>
                <a:gd name="connsiteX0" fmla="*/ 62025 w 284368"/>
                <a:gd name="connsiteY0" fmla="*/ 26443 h 26673"/>
                <a:gd name="connsiteX1" fmla="*/ 115871 w 284368"/>
                <a:gd name="connsiteY1" fmla="*/ 26443 h 26673"/>
                <a:gd name="connsiteX2" fmla="*/ 266071 w 284368"/>
                <a:gd name="connsiteY2" fmla="*/ 23215 h 26673"/>
                <a:gd name="connsiteX3" fmla="*/ 284321 w 284368"/>
                <a:gd name="connsiteY3" fmla="*/ 16758 h 26673"/>
                <a:gd name="connsiteX4" fmla="*/ 269977 w 284368"/>
                <a:gd name="connsiteY4" fmla="*/ 8423 h 26673"/>
                <a:gd name="connsiteX5" fmla="*/ 195703 w 284368"/>
                <a:gd name="connsiteY5" fmla="*/ 2567 h 26673"/>
                <a:gd name="connsiteX6" fmla="*/ 85681 w 284368"/>
                <a:gd name="connsiteY6" fmla="*/ 389 h 26673"/>
                <a:gd name="connsiteX7" fmla="*/ 18091 w 284368"/>
                <a:gd name="connsiteY7" fmla="*/ 4819 h 26673"/>
                <a:gd name="connsiteX8" fmla="*/ 8329 w 284368"/>
                <a:gd name="connsiteY8" fmla="*/ 24116 h 26673"/>
                <a:gd name="connsiteX9" fmla="*/ 29356 w 284368"/>
                <a:gd name="connsiteY9" fmla="*/ 25242 h 26673"/>
                <a:gd name="connsiteX10" fmla="*/ 62025 w 284368"/>
                <a:gd name="connsiteY10" fmla="*/ 26443 h 26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4368" h="26673">
                  <a:moveTo>
                    <a:pt x="62025" y="26443"/>
                  </a:moveTo>
                  <a:cubicBezTo>
                    <a:pt x="80049" y="26894"/>
                    <a:pt x="97922" y="26443"/>
                    <a:pt x="115871" y="26443"/>
                  </a:cubicBezTo>
                  <a:lnTo>
                    <a:pt x="266071" y="23215"/>
                  </a:lnTo>
                  <a:cubicBezTo>
                    <a:pt x="273581" y="23215"/>
                    <a:pt x="283870" y="21638"/>
                    <a:pt x="284321" y="16758"/>
                  </a:cubicBezTo>
                  <a:cubicBezTo>
                    <a:pt x="284771" y="11877"/>
                    <a:pt x="276811" y="9700"/>
                    <a:pt x="269977" y="8423"/>
                  </a:cubicBezTo>
                  <a:cubicBezTo>
                    <a:pt x="245419" y="4504"/>
                    <a:pt x="220561" y="2544"/>
                    <a:pt x="195703" y="2567"/>
                  </a:cubicBezTo>
                  <a:cubicBezTo>
                    <a:pt x="159054" y="1665"/>
                    <a:pt x="122405" y="937"/>
                    <a:pt x="85681" y="389"/>
                  </a:cubicBezTo>
                  <a:cubicBezTo>
                    <a:pt x="63077" y="-842"/>
                    <a:pt x="40397" y="644"/>
                    <a:pt x="18091" y="4819"/>
                  </a:cubicBezTo>
                  <a:cubicBezTo>
                    <a:pt x="6526" y="7522"/>
                    <a:pt x="-10371" y="18785"/>
                    <a:pt x="8329" y="24116"/>
                  </a:cubicBezTo>
                  <a:cubicBezTo>
                    <a:pt x="15312" y="25062"/>
                    <a:pt x="22297" y="25437"/>
                    <a:pt x="29356" y="25242"/>
                  </a:cubicBezTo>
                  <a:cubicBezTo>
                    <a:pt x="40171" y="25617"/>
                    <a:pt x="51361" y="26218"/>
                    <a:pt x="62025" y="26443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0" name="Content Placeholder 4">
              <a:extLst>
                <a:ext uri="{FF2B5EF4-FFF2-40B4-BE49-F238E27FC236}">
                  <a16:creationId xmlns:a16="http://schemas.microsoft.com/office/drawing/2014/main" id="{DDDCD749-0D2E-1D94-0B14-F92DC91BD603}"/>
                </a:ext>
              </a:extLst>
            </p:cNvPr>
            <p:cNvSpPr/>
            <p:nvPr/>
          </p:nvSpPr>
          <p:spPr>
            <a:xfrm>
              <a:off x="11010881" y="759059"/>
              <a:ext cx="41465" cy="23126"/>
            </a:xfrm>
            <a:custGeom>
              <a:avLst/>
              <a:gdLst>
                <a:gd name="connsiteX0" fmla="*/ 13536 w 41465"/>
                <a:gd name="connsiteY0" fmla="*/ 3458 h 23126"/>
                <a:gd name="connsiteX1" fmla="*/ 6026 w 41465"/>
                <a:gd name="connsiteY1" fmla="*/ 3008 h 23126"/>
                <a:gd name="connsiteX2" fmla="*/ 393 w 41465"/>
                <a:gd name="connsiteY2" fmla="*/ 7438 h 23126"/>
                <a:gd name="connsiteX3" fmla="*/ 2571 w 41465"/>
                <a:gd name="connsiteY3" fmla="*/ 14346 h 23126"/>
                <a:gd name="connsiteX4" fmla="*/ 1971 w 41465"/>
                <a:gd name="connsiteY4" fmla="*/ 16523 h 23126"/>
                <a:gd name="connsiteX5" fmla="*/ 16240 w 41465"/>
                <a:gd name="connsiteY5" fmla="*/ 20353 h 23126"/>
                <a:gd name="connsiteX6" fmla="*/ 28030 w 41465"/>
                <a:gd name="connsiteY6" fmla="*/ 22079 h 23126"/>
                <a:gd name="connsiteX7" fmla="*/ 37643 w 41465"/>
                <a:gd name="connsiteY7" fmla="*/ 22079 h 23126"/>
                <a:gd name="connsiteX8" fmla="*/ 41323 w 41465"/>
                <a:gd name="connsiteY8" fmla="*/ 15247 h 23126"/>
                <a:gd name="connsiteX9" fmla="*/ 41323 w 41465"/>
                <a:gd name="connsiteY9" fmla="*/ 7063 h 23126"/>
                <a:gd name="connsiteX10" fmla="*/ 24501 w 41465"/>
                <a:gd name="connsiteY10" fmla="*/ 530 h 23126"/>
                <a:gd name="connsiteX11" fmla="*/ 21722 w 41465"/>
                <a:gd name="connsiteY11" fmla="*/ 5 h 23126"/>
                <a:gd name="connsiteX12" fmla="*/ 19845 w 41465"/>
                <a:gd name="connsiteY12" fmla="*/ 2182 h 23126"/>
                <a:gd name="connsiteX13" fmla="*/ 21947 w 41465"/>
                <a:gd name="connsiteY13" fmla="*/ 5711 h 23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465" h="23126">
                  <a:moveTo>
                    <a:pt x="13536" y="3458"/>
                  </a:moveTo>
                  <a:cubicBezTo>
                    <a:pt x="11058" y="2811"/>
                    <a:pt x="8505" y="2658"/>
                    <a:pt x="6026" y="3008"/>
                  </a:cubicBezTo>
                  <a:cubicBezTo>
                    <a:pt x="3548" y="3436"/>
                    <a:pt x="1370" y="5103"/>
                    <a:pt x="393" y="7438"/>
                  </a:cubicBezTo>
                  <a:cubicBezTo>
                    <a:pt x="-657" y="9965"/>
                    <a:pt x="319" y="12858"/>
                    <a:pt x="2571" y="14346"/>
                  </a:cubicBezTo>
                  <a:cubicBezTo>
                    <a:pt x="2121" y="14966"/>
                    <a:pt x="1896" y="15747"/>
                    <a:pt x="1971" y="16523"/>
                  </a:cubicBezTo>
                  <a:cubicBezTo>
                    <a:pt x="5952" y="19745"/>
                    <a:pt x="11133" y="21135"/>
                    <a:pt x="16240" y="20353"/>
                  </a:cubicBezTo>
                  <a:cubicBezTo>
                    <a:pt x="20220" y="20458"/>
                    <a:pt x="24200" y="21038"/>
                    <a:pt x="28030" y="22079"/>
                  </a:cubicBezTo>
                  <a:cubicBezTo>
                    <a:pt x="31110" y="23436"/>
                    <a:pt x="34564" y="23436"/>
                    <a:pt x="37643" y="22079"/>
                  </a:cubicBezTo>
                  <a:cubicBezTo>
                    <a:pt x="39671" y="20341"/>
                    <a:pt x="41023" y="17903"/>
                    <a:pt x="41323" y="15247"/>
                  </a:cubicBezTo>
                  <a:cubicBezTo>
                    <a:pt x="41474" y="12522"/>
                    <a:pt x="41474" y="9787"/>
                    <a:pt x="41323" y="7063"/>
                  </a:cubicBezTo>
                  <a:lnTo>
                    <a:pt x="24501" y="530"/>
                  </a:lnTo>
                  <a:cubicBezTo>
                    <a:pt x="23675" y="71"/>
                    <a:pt x="22699" y="-112"/>
                    <a:pt x="21722" y="5"/>
                  </a:cubicBezTo>
                  <a:cubicBezTo>
                    <a:pt x="20671" y="185"/>
                    <a:pt x="19845" y="1099"/>
                    <a:pt x="19845" y="2182"/>
                  </a:cubicBezTo>
                  <a:cubicBezTo>
                    <a:pt x="20972" y="3079"/>
                    <a:pt x="21647" y="4326"/>
                    <a:pt x="21947" y="5711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1" name="Content Placeholder 4">
              <a:extLst>
                <a:ext uri="{FF2B5EF4-FFF2-40B4-BE49-F238E27FC236}">
                  <a16:creationId xmlns:a16="http://schemas.microsoft.com/office/drawing/2014/main" id="{3370CE1C-888B-A270-D02E-CBA804E8CC19}"/>
                </a:ext>
              </a:extLst>
            </p:cNvPr>
            <p:cNvSpPr/>
            <p:nvPr/>
          </p:nvSpPr>
          <p:spPr>
            <a:xfrm>
              <a:off x="11047202" y="701729"/>
              <a:ext cx="196438" cy="122612"/>
            </a:xfrm>
            <a:custGeom>
              <a:avLst/>
              <a:gdLst>
                <a:gd name="connsiteX0" fmla="*/ 195381 w 196438"/>
                <a:gd name="connsiteY0" fmla="*/ 29553 h 122612"/>
                <a:gd name="connsiteX1" fmla="*/ 163388 w 196438"/>
                <a:gd name="connsiteY1" fmla="*/ 10407 h 122612"/>
                <a:gd name="connsiteX2" fmla="*/ 114949 w 196438"/>
                <a:gd name="connsiteY2" fmla="*/ 71075 h 122612"/>
                <a:gd name="connsiteX3" fmla="*/ 80628 w 196438"/>
                <a:gd name="connsiteY3" fmla="*/ 79484 h 122612"/>
                <a:gd name="connsiteX4" fmla="*/ 4928 w 196438"/>
                <a:gd name="connsiteY4" fmla="*/ 60938 h 122612"/>
                <a:gd name="connsiteX5" fmla="*/ -29 w 196438"/>
                <a:gd name="connsiteY5" fmla="*/ 78658 h 122612"/>
                <a:gd name="connsiteX6" fmla="*/ 90091 w 196438"/>
                <a:gd name="connsiteY6" fmla="*/ 117552 h 122612"/>
                <a:gd name="connsiteX7" fmla="*/ 108115 w 196438"/>
                <a:gd name="connsiteY7" fmla="*/ 122583 h 122612"/>
                <a:gd name="connsiteX8" fmla="*/ 125087 w 196438"/>
                <a:gd name="connsiteY8" fmla="*/ 117327 h 122612"/>
                <a:gd name="connsiteX9" fmla="*/ 195381 w 196438"/>
                <a:gd name="connsiteY9" fmla="*/ 29553 h 12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438" h="122612">
                  <a:moveTo>
                    <a:pt x="195381" y="29553"/>
                  </a:moveTo>
                  <a:cubicBezTo>
                    <a:pt x="201314" y="6427"/>
                    <a:pt x="180361" y="-12644"/>
                    <a:pt x="163388" y="10407"/>
                  </a:cubicBezTo>
                  <a:cubicBezTo>
                    <a:pt x="148368" y="31280"/>
                    <a:pt x="135075" y="54331"/>
                    <a:pt x="114949" y="71075"/>
                  </a:cubicBezTo>
                  <a:cubicBezTo>
                    <a:pt x="105487" y="79177"/>
                    <a:pt x="92719" y="82300"/>
                    <a:pt x="80628" y="79484"/>
                  </a:cubicBezTo>
                  <a:cubicBezTo>
                    <a:pt x="55244" y="73978"/>
                    <a:pt x="30011" y="67796"/>
                    <a:pt x="4928" y="60938"/>
                  </a:cubicBezTo>
                  <a:lnTo>
                    <a:pt x="-29" y="78658"/>
                  </a:lnTo>
                  <a:lnTo>
                    <a:pt x="90091" y="117552"/>
                  </a:lnTo>
                  <a:cubicBezTo>
                    <a:pt x="95648" y="120489"/>
                    <a:pt x="101807" y="122204"/>
                    <a:pt x="108115" y="122583"/>
                  </a:cubicBezTo>
                  <a:cubicBezTo>
                    <a:pt x="114123" y="122171"/>
                    <a:pt x="119905" y="120372"/>
                    <a:pt x="125087" y="117327"/>
                  </a:cubicBezTo>
                  <a:cubicBezTo>
                    <a:pt x="159784" y="99194"/>
                    <a:pt x="185243" y="67357"/>
                    <a:pt x="195381" y="29553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2" name="Content Placeholder 4">
              <a:extLst>
                <a:ext uri="{FF2B5EF4-FFF2-40B4-BE49-F238E27FC236}">
                  <a16:creationId xmlns:a16="http://schemas.microsoft.com/office/drawing/2014/main" id="{6695EB4B-3262-97E5-7401-D6EC43D32ADF}"/>
                </a:ext>
              </a:extLst>
            </p:cNvPr>
            <p:cNvSpPr/>
            <p:nvPr/>
          </p:nvSpPr>
          <p:spPr>
            <a:xfrm>
              <a:off x="11177166" y="543658"/>
              <a:ext cx="79471" cy="185021"/>
            </a:xfrm>
            <a:custGeom>
              <a:avLst/>
              <a:gdLst>
                <a:gd name="connsiteX0" fmla="*/ 55128 w 79471"/>
                <a:gd name="connsiteY0" fmla="*/ 42261 h 185021"/>
                <a:gd name="connsiteX1" fmla="*/ 57006 w 79471"/>
                <a:gd name="connsiteY1" fmla="*/ 46616 h 185021"/>
                <a:gd name="connsiteX2" fmla="*/ 78484 w 79471"/>
                <a:gd name="connsiteY2" fmla="*/ 102479 h 185021"/>
                <a:gd name="connsiteX3" fmla="*/ 78484 w 79471"/>
                <a:gd name="connsiteY3" fmla="*/ 113591 h 185021"/>
                <a:gd name="connsiteX4" fmla="*/ 73152 w 79471"/>
                <a:gd name="connsiteY4" fmla="*/ 119298 h 185021"/>
                <a:gd name="connsiteX5" fmla="*/ 33800 w 79471"/>
                <a:gd name="connsiteY5" fmla="*/ 149332 h 185021"/>
                <a:gd name="connsiteX6" fmla="*/ 26290 w 79471"/>
                <a:gd name="connsiteY6" fmla="*/ 164348 h 185021"/>
                <a:gd name="connsiteX7" fmla="*/ 12546 w 79471"/>
                <a:gd name="connsiteY7" fmla="*/ 180642 h 185021"/>
                <a:gd name="connsiteX8" fmla="*/ 7214 w 79471"/>
                <a:gd name="connsiteY8" fmla="*/ 184546 h 185021"/>
                <a:gd name="connsiteX9" fmla="*/ 1132 w 79471"/>
                <a:gd name="connsiteY9" fmla="*/ 183345 h 185021"/>
                <a:gd name="connsiteX10" fmla="*/ 380 w 79471"/>
                <a:gd name="connsiteY10" fmla="*/ 176662 h 185021"/>
                <a:gd name="connsiteX11" fmla="*/ 22009 w 79471"/>
                <a:gd name="connsiteY11" fmla="*/ 98274 h 185021"/>
                <a:gd name="connsiteX12" fmla="*/ 25989 w 79471"/>
                <a:gd name="connsiteY12" fmla="*/ 68691 h 185021"/>
                <a:gd name="connsiteX13" fmla="*/ 35677 w 79471"/>
                <a:gd name="connsiteY13" fmla="*/ 44664 h 185021"/>
                <a:gd name="connsiteX14" fmla="*/ 58207 w 79471"/>
                <a:gd name="connsiteY14" fmla="*/ 664 h 185021"/>
                <a:gd name="connsiteX15" fmla="*/ 55128 w 79471"/>
                <a:gd name="connsiteY15" fmla="*/ 42261 h 18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9471" h="185021">
                  <a:moveTo>
                    <a:pt x="55128" y="42261"/>
                  </a:moveTo>
                  <a:cubicBezTo>
                    <a:pt x="55504" y="43803"/>
                    <a:pt x="56180" y="45273"/>
                    <a:pt x="57006" y="46616"/>
                  </a:cubicBezTo>
                  <a:cubicBezTo>
                    <a:pt x="66769" y="64117"/>
                    <a:pt x="74053" y="82929"/>
                    <a:pt x="78484" y="102479"/>
                  </a:cubicBezTo>
                  <a:cubicBezTo>
                    <a:pt x="79761" y="106073"/>
                    <a:pt x="79761" y="109997"/>
                    <a:pt x="78484" y="113591"/>
                  </a:cubicBezTo>
                  <a:cubicBezTo>
                    <a:pt x="77207" y="115901"/>
                    <a:pt x="75405" y="117861"/>
                    <a:pt x="73152" y="119298"/>
                  </a:cubicBezTo>
                  <a:cubicBezTo>
                    <a:pt x="59784" y="129134"/>
                    <a:pt x="42586" y="134915"/>
                    <a:pt x="33800" y="149332"/>
                  </a:cubicBezTo>
                  <a:cubicBezTo>
                    <a:pt x="30796" y="154062"/>
                    <a:pt x="28993" y="159543"/>
                    <a:pt x="26290" y="164348"/>
                  </a:cubicBezTo>
                  <a:cubicBezTo>
                    <a:pt x="22535" y="170406"/>
                    <a:pt x="17879" y="175892"/>
                    <a:pt x="12546" y="180642"/>
                  </a:cubicBezTo>
                  <a:cubicBezTo>
                    <a:pt x="11120" y="182323"/>
                    <a:pt x="9242" y="183656"/>
                    <a:pt x="7214" y="184546"/>
                  </a:cubicBezTo>
                  <a:cubicBezTo>
                    <a:pt x="5111" y="185440"/>
                    <a:pt x="2709" y="184964"/>
                    <a:pt x="1132" y="183345"/>
                  </a:cubicBezTo>
                  <a:cubicBezTo>
                    <a:pt x="-70" y="181341"/>
                    <a:pt x="-371" y="178890"/>
                    <a:pt x="380" y="176662"/>
                  </a:cubicBezTo>
                  <a:cubicBezTo>
                    <a:pt x="5562" y="150007"/>
                    <a:pt x="18630" y="125229"/>
                    <a:pt x="22009" y="98274"/>
                  </a:cubicBezTo>
                  <a:cubicBezTo>
                    <a:pt x="22535" y="88325"/>
                    <a:pt x="23886" y="78434"/>
                    <a:pt x="25989" y="68691"/>
                  </a:cubicBezTo>
                  <a:cubicBezTo>
                    <a:pt x="28392" y="60431"/>
                    <a:pt x="32899" y="52848"/>
                    <a:pt x="35677" y="44664"/>
                  </a:cubicBezTo>
                  <a:cubicBezTo>
                    <a:pt x="37705" y="38582"/>
                    <a:pt x="44839" y="-6093"/>
                    <a:pt x="58207" y="664"/>
                  </a:cubicBezTo>
                  <a:cubicBezTo>
                    <a:pt x="66769" y="5244"/>
                    <a:pt x="53851" y="35804"/>
                    <a:pt x="55128" y="42261"/>
                  </a:cubicBezTo>
                  <a:close/>
                </a:path>
              </a:pathLst>
            </a:custGeom>
            <a:solidFill>
              <a:srgbClr val="2E2E2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3" name="Content Placeholder 4">
              <a:extLst>
                <a:ext uri="{FF2B5EF4-FFF2-40B4-BE49-F238E27FC236}">
                  <a16:creationId xmlns:a16="http://schemas.microsoft.com/office/drawing/2014/main" id="{0875336B-9C5A-D5A8-237D-7D16DF0161F7}"/>
                </a:ext>
              </a:extLst>
            </p:cNvPr>
            <p:cNvSpPr/>
            <p:nvPr/>
          </p:nvSpPr>
          <p:spPr>
            <a:xfrm>
              <a:off x="11174510" y="656740"/>
              <a:ext cx="205409" cy="660295"/>
            </a:xfrm>
            <a:custGeom>
              <a:avLst/>
              <a:gdLst>
                <a:gd name="connsiteX0" fmla="*/ 180273 w 205409"/>
                <a:gd name="connsiteY0" fmla="*/ 326076 h 660295"/>
                <a:gd name="connsiteX1" fmla="*/ 164651 w 205409"/>
                <a:gd name="connsiteY1" fmla="*/ 79273 h 660295"/>
                <a:gd name="connsiteX2" fmla="*/ 79789 w 205409"/>
                <a:gd name="connsiteY2" fmla="*/ 21308 h 660295"/>
                <a:gd name="connsiteX3" fmla="*/ 50425 w 205409"/>
                <a:gd name="connsiteY3" fmla="*/ 13799 h 660295"/>
                <a:gd name="connsiteX4" fmla="*/ 34353 w 205409"/>
                <a:gd name="connsiteY4" fmla="*/ 25663 h 660295"/>
                <a:gd name="connsiteX5" fmla="*/ 14752 w 205409"/>
                <a:gd name="connsiteY5" fmla="*/ 153306 h 660295"/>
                <a:gd name="connsiteX6" fmla="*/ 3111 w 205409"/>
                <a:gd name="connsiteY6" fmla="*/ 307455 h 660295"/>
                <a:gd name="connsiteX7" fmla="*/ 2135 w 205409"/>
                <a:gd name="connsiteY7" fmla="*/ 378860 h 660295"/>
                <a:gd name="connsiteX8" fmla="*/ 7918 w 205409"/>
                <a:gd name="connsiteY8" fmla="*/ 570326 h 660295"/>
                <a:gd name="connsiteX9" fmla="*/ 9645 w 205409"/>
                <a:gd name="connsiteY9" fmla="*/ 578660 h 660295"/>
                <a:gd name="connsiteX10" fmla="*/ 10171 w 205409"/>
                <a:gd name="connsiteY10" fmla="*/ 626864 h 660295"/>
                <a:gd name="connsiteX11" fmla="*/ 21286 w 205409"/>
                <a:gd name="connsiteY11" fmla="*/ 652168 h 660295"/>
                <a:gd name="connsiteX12" fmla="*/ 194016 w 205409"/>
                <a:gd name="connsiteY12" fmla="*/ 640079 h 660295"/>
                <a:gd name="connsiteX13" fmla="*/ 205130 w 205409"/>
                <a:gd name="connsiteY13" fmla="*/ 614701 h 660295"/>
                <a:gd name="connsiteX14" fmla="*/ 180273 w 205409"/>
                <a:gd name="connsiteY14" fmla="*/ 326076 h 660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5409" h="660295">
                  <a:moveTo>
                    <a:pt x="180273" y="326076"/>
                  </a:moveTo>
                  <a:cubicBezTo>
                    <a:pt x="176818" y="241305"/>
                    <a:pt x="192063" y="151504"/>
                    <a:pt x="164651" y="79273"/>
                  </a:cubicBezTo>
                  <a:cubicBezTo>
                    <a:pt x="144975" y="27390"/>
                    <a:pt x="117864" y="-32978"/>
                    <a:pt x="79789" y="21308"/>
                  </a:cubicBezTo>
                  <a:cubicBezTo>
                    <a:pt x="76334" y="26188"/>
                    <a:pt x="52752" y="7717"/>
                    <a:pt x="50425" y="13799"/>
                  </a:cubicBezTo>
                  <a:cubicBezTo>
                    <a:pt x="44642" y="11096"/>
                    <a:pt x="38183" y="13799"/>
                    <a:pt x="34353" y="25663"/>
                  </a:cubicBezTo>
                  <a:cubicBezTo>
                    <a:pt x="22112" y="67135"/>
                    <a:pt x="15503" y="110070"/>
                    <a:pt x="14752" y="153306"/>
                  </a:cubicBezTo>
                  <a:cubicBezTo>
                    <a:pt x="12349" y="204514"/>
                    <a:pt x="4013" y="256172"/>
                    <a:pt x="3111" y="307455"/>
                  </a:cubicBezTo>
                  <a:cubicBezTo>
                    <a:pt x="2661" y="331279"/>
                    <a:pt x="2361" y="355081"/>
                    <a:pt x="2135" y="378860"/>
                  </a:cubicBezTo>
                  <a:cubicBezTo>
                    <a:pt x="-3122" y="442457"/>
                    <a:pt x="2135" y="506504"/>
                    <a:pt x="7918" y="570326"/>
                  </a:cubicBezTo>
                  <a:cubicBezTo>
                    <a:pt x="8143" y="573164"/>
                    <a:pt x="8744" y="575965"/>
                    <a:pt x="9645" y="578660"/>
                  </a:cubicBezTo>
                  <a:cubicBezTo>
                    <a:pt x="9645" y="594728"/>
                    <a:pt x="9795" y="610796"/>
                    <a:pt x="10171" y="626864"/>
                  </a:cubicBezTo>
                  <a:cubicBezTo>
                    <a:pt x="10171" y="637151"/>
                    <a:pt x="14677" y="650666"/>
                    <a:pt x="21286" y="652168"/>
                  </a:cubicBezTo>
                  <a:cubicBezTo>
                    <a:pt x="78738" y="666164"/>
                    <a:pt x="139117" y="661944"/>
                    <a:pt x="194016" y="640079"/>
                  </a:cubicBezTo>
                  <a:cubicBezTo>
                    <a:pt x="200775" y="637451"/>
                    <a:pt x="204830" y="625888"/>
                    <a:pt x="205130" y="614701"/>
                  </a:cubicBezTo>
                  <a:cubicBezTo>
                    <a:pt x="208059" y="517842"/>
                    <a:pt x="184328" y="422710"/>
                    <a:pt x="180273" y="326076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4" name="Content Placeholder 4">
              <a:extLst>
                <a:ext uri="{FF2B5EF4-FFF2-40B4-BE49-F238E27FC236}">
                  <a16:creationId xmlns:a16="http://schemas.microsoft.com/office/drawing/2014/main" id="{3EB8811B-A924-1761-66FE-86B924D7212B}"/>
                </a:ext>
              </a:extLst>
            </p:cNvPr>
            <p:cNvSpPr/>
            <p:nvPr/>
          </p:nvSpPr>
          <p:spPr>
            <a:xfrm>
              <a:off x="11223778" y="535493"/>
              <a:ext cx="74497" cy="118143"/>
            </a:xfrm>
            <a:custGeom>
              <a:avLst/>
              <a:gdLst>
                <a:gd name="connsiteX0" fmla="*/ 62963 w 74497"/>
                <a:gd name="connsiteY0" fmla="*/ 107414 h 118143"/>
                <a:gd name="connsiteX1" fmla="*/ 72275 w 74497"/>
                <a:gd name="connsiteY1" fmla="*/ 85339 h 118143"/>
                <a:gd name="connsiteX2" fmla="*/ 70698 w 74497"/>
                <a:gd name="connsiteY2" fmla="*/ 34883 h 118143"/>
                <a:gd name="connsiteX3" fmla="*/ 26314 w 74497"/>
                <a:gd name="connsiteY3" fmla="*/ 269 h 118143"/>
                <a:gd name="connsiteX4" fmla="*/ 104 w 74497"/>
                <a:gd name="connsiteY4" fmla="*/ 57258 h 118143"/>
                <a:gd name="connsiteX5" fmla="*/ 14673 w 74497"/>
                <a:gd name="connsiteY5" fmla="*/ 104111 h 118143"/>
                <a:gd name="connsiteX6" fmla="*/ 62963 w 74497"/>
                <a:gd name="connsiteY6" fmla="*/ 107414 h 118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4497" h="118143">
                  <a:moveTo>
                    <a:pt x="62963" y="107414"/>
                  </a:moveTo>
                  <a:cubicBezTo>
                    <a:pt x="67995" y="101022"/>
                    <a:pt x="71224" y="93398"/>
                    <a:pt x="72275" y="85339"/>
                  </a:cubicBezTo>
                  <a:cubicBezTo>
                    <a:pt x="75654" y="68626"/>
                    <a:pt x="75129" y="51352"/>
                    <a:pt x="70698" y="34883"/>
                  </a:cubicBezTo>
                  <a:cubicBezTo>
                    <a:pt x="64765" y="16487"/>
                    <a:pt x="46967" y="-2660"/>
                    <a:pt x="26314" y="269"/>
                  </a:cubicBezTo>
                  <a:cubicBezTo>
                    <a:pt x="2132" y="3873"/>
                    <a:pt x="555" y="35934"/>
                    <a:pt x="104" y="57258"/>
                  </a:cubicBezTo>
                  <a:cubicBezTo>
                    <a:pt x="-947" y="74135"/>
                    <a:pt x="4235" y="90815"/>
                    <a:pt x="14673" y="104111"/>
                  </a:cubicBezTo>
                  <a:cubicBezTo>
                    <a:pt x="30670" y="122581"/>
                    <a:pt x="50872" y="121830"/>
                    <a:pt x="62963" y="107414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5" name="Content Placeholder 4">
              <a:extLst>
                <a:ext uri="{FF2B5EF4-FFF2-40B4-BE49-F238E27FC236}">
                  <a16:creationId xmlns:a16="http://schemas.microsoft.com/office/drawing/2014/main" id="{8F6BDF40-84ED-A674-98F0-BD61F5666DB4}"/>
                </a:ext>
              </a:extLst>
            </p:cNvPr>
            <p:cNvSpPr/>
            <p:nvPr/>
          </p:nvSpPr>
          <p:spPr>
            <a:xfrm>
              <a:off x="11218890" y="873747"/>
              <a:ext cx="35812" cy="44299"/>
            </a:xfrm>
            <a:custGeom>
              <a:avLst/>
              <a:gdLst>
                <a:gd name="connsiteX0" fmla="*/ 5293 w 35812"/>
                <a:gd name="connsiteY0" fmla="*/ 26851 h 44299"/>
                <a:gd name="connsiteX1" fmla="*/ 637 w 35812"/>
                <a:gd name="connsiteY1" fmla="*/ 33533 h 44299"/>
                <a:gd name="connsiteX2" fmla="*/ 1087 w 35812"/>
                <a:gd name="connsiteY2" fmla="*/ 41042 h 44299"/>
                <a:gd name="connsiteX3" fmla="*/ 8297 w 35812"/>
                <a:gd name="connsiteY3" fmla="*/ 42722 h 44299"/>
                <a:gd name="connsiteX4" fmla="*/ 8597 w 35812"/>
                <a:gd name="connsiteY4" fmla="*/ 42543 h 44299"/>
                <a:gd name="connsiteX5" fmla="*/ 10100 w 35812"/>
                <a:gd name="connsiteY5" fmla="*/ 44270 h 44299"/>
                <a:gd name="connsiteX6" fmla="*/ 21965 w 35812"/>
                <a:gd name="connsiteY6" fmla="*/ 32257 h 44299"/>
                <a:gd name="connsiteX7" fmla="*/ 30151 w 35812"/>
                <a:gd name="connsiteY7" fmla="*/ 21670 h 44299"/>
                <a:gd name="connsiteX8" fmla="*/ 35783 w 35812"/>
                <a:gd name="connsiteY8" fmla="*/ 12134 h 44299"/>
                <a:gd name="connsiteX9" fmla="*/ 32179 w 35812"/>
                <a:gd name="connsiteY9" fmla="*/ 4625 h 44299"/>
                <a:gd name="connsiteX10" fmla="*/ 25420 w 35812"/>
                <a:gd name="connsiteY10" fmla="*/ -30 h 44299"/>
                <a:gd name="connsiteX11" fmla="*/ 9724 w 35812"/>
                <a:gd name="connsiteY11" fmla="*/ 13035 h 44299"/>
                <a:gd name="connsiteX12" fmla="*/ 7546 w 35812"/>
                <a:gd name="connsiteY12" fmla="*/ 15513 h 44299"/>
                <a:gd name="connsiteX13" fmla="*/ 8297 w 35812"/>
                <a:gd name="connsiteY13" fmla="*/ 18441 h 44299"/>
                <a:gd name="connsiteX14" fmla="*/ 12578 w 35812"/>
                <a:gd name="connsiteY14" fmla="*/ 18441 h 44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5812" h="44299">
                  <a:moveTo>
                    <a:pt x="5293" y="26851"/>
                  </a:moveTo>
                  <a:cubicBezTo>
                    <a:pt x="3416" y="28828"/>
                    <a:pt x="1838" y="31082"/>
                    <a:pt x="637" y="33533"/>
                  </a:cubicBezTo>
                  <a:cubicBezTo>
                    <a:pt x="-414" y="35971"/>
                    <a:pt x="-190" y="38742"/>
                    <a:pt x="1087" y="41042"/>
                  </a:cubicBezTo>
                  <a:cubicBezTo>
                    <a:pt x="2590" y="43505"/>
                    <a:pt x="5894" y="44257"/>
                    <a:pt x="8297" y="42722"/>
                  </a:cubicBezTo>
                  <a:cubicBezTo>
                    <a:pt x="8447" y="42665"/>
                    <a:pt x="8522" y="42606"/>
                    <a:pt x="8597" y="42543"/>
                  </a:cubicBezTo>
                  <a:cubicBezTo>
                    <a:pt x="8823" y="43303"/>
                    <a:pt x="9348" y="43929"/>
                    <a:pt x="10100" y="44270"/>
                  </a:cubicBezTo>
                  <a:cubicBezTo>
                    <a:pt x="15732" y="42919"/>
                    <a:pt x="18811" y="36762"/>
                    <a:pt x="21965" y="32257"/>
                  </a:cubicBezTo>
                  <a:cubicBezTo>
                    <a:pt x="24293" y="28461"/>
                    <a:pt x="27072" y="24914"/>
                    <a:pt x="30151" y="21670"/>
                  </a:cubicBezTo>
                  <a:cubicBezTo>
                    <a:pt x="33080" y="19263"/>
                    <a:pt x="35108" y="15881"/>
                    <a:pt x="35783" y="12134"/>
                  </a:cubicBezTo>
                  <a:cubicBezTo>
                    <a:pt x="35708" y="9233"/>
                    <a:pt x="34357" y="6503"/>
                    <a:pt x="32179" y="4625"/>
                  </a:cubicBezTo>
                  <a:cubicBezTo>
                    <a:pt x="30001" y="2922"/>
                    <a:pt x="27748" y="1366"/>
                    <a:pt x="25420" y="-30"/>
                  </a:cubicBezTo>
                  <a:lnTo>
                    <a:pt x="9724" y="13035"/>
                  </a:lnTo>
                  <a:cubicBezTo>
                    <a:pt x="8823" y="13689"/>
                    <a:pt x="8072" y="14536"/>
                    <a:pt x="7546" y="15513"/>
                  </a:cubicBezTo>
                  <a:cubicBezTo>
                    <a:pt x="7020" y="16541"/>
                    <a:pt x="7395" y="17783"/>
                    <a:pt x="8297" y="18441"/>
                  </a:cubicBezTo>
                  <a:cubicBezTo>
                    <a:pt x="9649" y="17954"/>
                    <a:pt x="11226" y="17954"/>
                    <a:pt x="12578" y="18441"/>
                  </a:cubicBezTo>
                  <a:close/>
                </a:path>
              </a:pathLst>
            </a:custGeom>
            <a:solidFill>
              <a:srgbClr val="E8DBC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6" name="Content Placeholder 4">
              <a:extLst>
                <a:ext uri="{FF2B5EF4-FFF2-40B4-BE49-F238E27FC236}">
                  <a16:creationId xmlns:a16="http://schemas.microsoft.com/office/drawing/2014/main" id="{DC9035BA-6AAC-0BE0-042D-377AFF36F6AF}"/>
                </a:ext>
              </a:extLst>
            </p:cNvPr>
            <p:cNvSpPr/>
            <p:nvPr/>
          </p:nvSpPr>
          <p:spPr>
            <a:xfrm>
              <a:off x="11241110" y="661191"/>
              <a:ext cx="122092" cy="226371"/>
            </a:xfrm>
            <a:custGeom>
              <a:avLst/>
              <a:gdLst>
                <a:gd name="connsiteX0" fmla="*/ 88063 w 122092"/>
                <a:gd name="connsiteY0" fmla="*/ 8822 h 226371"/>
                <a:gd name="connsiteX1" fmla="*/ 52466 w 122092"/>
                <a:gd name="connsiteY1" fmla="*/ 30221 h 226371"/>
                <a:gd name="connsiteX2" fmla="*/ 74996 w 122092"/>
                <a:gd name="connsiteY2" fmla="*/ 109586 h 226371"/>
                <a:gd name="connsiteX3" fmla="*/ 61402 w 122092"/>
                <a:gd name="connsiteY3" fmla="*/ 147579 h 226371"/>
                <a:gd name="connsiteX4" fmla="*/ -29 w 122092"/>
                <a:gd name="connsiteY4" fmla="*/ 212226 h 226371"/>
                <a:gd name="connsiteX5" fmla="*/ 12137 w 122092"/>
                <a:gd name="connsiteY5" fmla="*/ 226342 h 226371"/>
                <a:gd name="connsiteX6" fmla="*/ 99703 w 122092"/>
                <a:gd name="connsiteY6" fmla="*/ 158165 h 226371"/>
                <a:gd name="connsiteX7" fmla="*/ 114723 w 122092"/>
                <a:gd name="connsiteY7" fmla="*/ 143149 h 226371"/>
                <a:gd name="connsiteX8" fmla="*/ 120430 w 122092"/>
                <a:gd name="connsiteY8" fmla="*/ 123777 h 226371"/>
                <a:gd name="connsiteX9" fmla="*/ 88063 w 122092"/>
                <a:gd name="connsiteY9" fmla="*/ 8822 h 226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2092" h="226371">
                  <a:moveTo>
                    <a:pt x="88063" y="8822"/>
                  </a:moveTo>
                  <a:cubicBezTo>
                    <a:pt x="71916" y="-9123"/>
                    <a:pt x="43003" y="1314"/>
                    <a:pt x="52466" y="30221"/>
                  </a:cubicBezTo>
                  <a:cubicBezTo>
                    <a:pt x="60952" y="56201"/>
                    <a:pt x="72893" y="81054"/>
                    <a:pt x="74996" y="109586"/>
                  </a:cubicBezTo>
                  <a:cubicBezTo>
                    <a:pt x="75972" y="123593"/>
                    <a:pt x="71015" y="137370"/>
                    <a:pt x="61402" y="147579"/>
                  </a:cubicBezTo>
                  <a:cubicBezTo>
                    <a:pt x="41351" y="169653"/>
                    <a:pt x="20923" y="191203"/>
                    <a:pt x="-29" y="212226"/>
                  </a:cubicBezTo>
                  <a:lnTo>
                    <a:pt x="12137" y="226342"/>
                  </a:lnTo>
                  <a:lnTo>
                    <a:pt x="99703" y="158165"/>
                  </a:lnTo>
                  <a:cubicBezTo>
                    <a:pt x="105561" y="154082"/>
                    <a:pt x="110668" y="148998"/>
                    <a:pt x="114723" y="143149"/>
                  </a:cubicBezTo>
                  <a:cubicBezTo>
                    <a:pt x="117952" y="137167"/>
                    <a:pt x="119905" y="130565"/>
                    <a:pt x="120430" y="123777"/>
                  </a:cubicBezTo>
                  <a:cubicBezTo>
                    <a:pt x="126664" y="82590"/>
                    <a:pt x="114873" y="40718"/>
                    <a:pt x="88063" y="8822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7" name="Content Placeholder 4">
              <a:extLst>
                <a:ext uri="{FF2B5EF4-FFF2-40B4-BE49-F238E27FC236}">
                  <a16:creationId xmlns:a16="http://schemas.microsoft.com/office/drawing/2014/main" id="{9AB82F4D-30F4-DAAE-50A8-C7DEED069FC2}"/>
                </a:ext>
              </a:extLst>
            </p:cNvPr>
            <p:cNvSpPr/>
            <p:nvPr/>
          </p:nvSpPr>
          <p:spPr>
            <a:xfrm>
              <a:off x="11215554" y="499905"/>
              <a:ext cx="108559" cy="84673"/>
            </a:xfrm>
            <a:custGeom>
              <a:avLst/>
              <a:gdLst>
                <a:gd name="connsiteX0" fmla="*/ 65781 w 108559"/>
                <a:gd name="connsiteY0" fmla="*/ 84437 h 84673"/>
                <a:gd name="connsiteX1" fmla="*/ 92366 w 108559"/>
                <a:gd name="connsiteY1" fmla="*/ 82109 h 84673"/>
                <a:gd name="connsiteX2" fmla="*/ 103256 w 108559"/>
                <a:gd name="connsiteY2" fmla="*/ 76102 h 84673"/>
                <a:gd name="connsiteX3" fmla="*/ 108512 w 108559"/>
                <a:gd name="connsiteY3" fmla="*/ 61085 h 84673"/>
                <a:gd name="connsiteX4" fmla="*/ 105133 w 108559"/>
                <a:gd name="connsiteY4" fmla="*/ 45092 h 84673"/>
                <a:gd name="connsiteX5" fmla="*/ 94393 w 108559"/>
                <a:gd name="connsiteY5" fmla="*/ 20464 h 84673"/>
                <a:gd name="connsiteX6" fmla="*/ 86057 w 108559"/>
                <a:gd name="connsiteY6" fmla="*/ 8826 h 84673"/>
                <a:gd name="connsiteX7" fmla="*/ 75919 w 108559"/>
                <a:gd name="connsiteY7" fmla="*/ 2895 h 84673"/>
                <a:gd name="connsiteX8" fmla="*/ 24926 w 108559"/>
                <a:gd name="connsiteY8" fmla="*/ 11680 h 84673"/>
                <a:gd name="connsiteX9" fmla="*/ -7 w 108559"/>
                <a:gd name="connsiteY9" fmla="*/ 54177 h 84673"/>
                <a:gd name="connsiteX10" fmla="*/ 33788 w 108559"/>
                <a:gd name="connsiteY10" fmla="*/ 81433 h 84673"/>
                <a:gd name="connsiteX11" fmla="*/ 65781 w 108559"/>
                <a:gd name="connsiteY11" fmla="*/ 84437 h 8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8559" h="84673">
                  <a:moveTo>
                    <a:pt x="65781" y="84437"/>
                  </a:moveTo>
                  <a:cubicBezTo>
                    <a:pt x="74717" y="85060"/>
                    <a:pt x="83655" y="84274"/>
                    <a:pt x="92366" y="82109"/>
                  </a:cubicBezTo>
                  <a:cubicBezTo>
                    <a:pt x="96421" y="81052"/>
                    <a:pt x="100176" y="78987"/>
                    <a:pt x="103256" y="76102"/>
                  </a:cubicBezTo>
                  <a:cubicBezTo>
                    <a:pt x="106860" y="71954"/>
                    <a:pt x="108738" y="66579"/>
                    <a:pt x="108512" y="61085"/>
                  </a:cubicBezTo>
                  <a:cubicBezTo>
                    <a:pt x="108287" y="55603"/>
                    <a:pt x="107161" y="50197"/>
                    <a:pt x="105133" y="45092"/>
                  </a:cubicBezTo>
                  <a:cubicBezTo>
                    <a:pt x="102204" y="36620"/>
                    <a:pt x="98599" y="28386"/>
                    <a:pt x="94393" y="20464"/>
                  </a:cubicBezTo>
                  <a:cubicBezTo>
                    <a:pt x="92291" y="16161"/>
                    <a:pt x="89437" y="12231"/>
                    <a:pt x="86057" y="8826"/>
                  </a:cubicBezTo>
                  <a:cubicBezTo>
                    <a:pt x="83053" y="6228"/>
                    <a:pt x="79674" y="4215"/>
                    <a:pt x="75919" y="2895"/>
                  </a:cubicBezTo>
                  <a:cubicBezTo>
                    <a:pt x="58571" y="-3084"/>
                    <a:pt x="39270" y="230"/>
                    <a:pt x="24926" y="11680"/>
                  </a:cubicBezTo>
                  <a:cubicBezTo>
                    <a:pt x="11409" y="22044"/>
                    <a:pt x="2396" y="37298"/>
                    <a:pt x="-7" y="54177"/>
                  </a:cubicBezTo>
                  <a:cubicBezTo>
                    <a:pt x="-833" y="70170"/>
                    <a:pt x="21321" y="78580"/>
                    <a:pt x="33788" y="81433"/>
                  </a:cubicBezTo>
                  <a:cubicBezTo>
                    <a:pt x="44302" y="83517"/>
                    <a:pt x="55041" y="84524"/>
                    <a:pt x="65781" y="84437"/>
                  </a:cubicBezTo>
                  <a:close/>
                </a:path>
              </a:pathLst>
            </a:custGeom>
            <a:solidFill>
              <a:srgbClr val="2E2E2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8" name="Content Placeholder 4">
              <a:extLst>
                <a:ext uri="{FF2B5EF4-FFF2-40B4-BE49-F238E27FC236}">
                  <a16:creationId xmlns:a16="http://schemas.microsoft.com/office/drawing/2014/main" id="{D09ECA54-665B-E583-D046-7A7EEA62A531}"/>
                </a:ext>
              </a:extLst>
            </p:cNvPr>
            <p:cNvSpPr/>
            <p:nvPr/>
          </p:nvSpPr>
          <p:spPr>
            <a:xfrm>
              <a:off x="11226540" y="558051"/>
              <a:ext cx="121077" cy="138955"/>
            </a:xfrm>
            <a:custGeom>
              <a:avLst/>
              <a:gdLst>
                <a:gd name="connsiteX0" fmla="*/ 60201 w 121077"/>
                <a:gd name="connsiteY0" fmla="*/ 64284 h 138955"/>
                <a:gd name="connsiteX1" fmla="*/ 41877 w 121077"/>
                <a:gd name="connsiteY1" fmla="*/ 92666 h 138955"/>
                <a:gd name="connsiteX2" fmla="*/ 9058 w 121077"/>
                <a:gd name="connsiteY2" fmla="*/ 96195 h 138955"/>
                <a:gd name="connsiteX3" fmla="*/ 196 w 121077"/>
                <a:gd name="connsiteY3" fmla="*/ 116993 h 138955"/>
                <a:gd name="connsiteX4" fmla="*/ 196 w 121077"/>
                <a:gd name="connsiteY4" fmla="*/ 120372 h 138955"/>
                <a:gd name="connsiteX5" fmla="*/ 2149 w 121077"/>
                <a:gd name="connsiteY5" fmla="*/ 123000 h 138955"/>
                <a:gd name="connsiteX6" fmla="*/ 47209 w 121077"/>
                <a:gd name="connsiteY6" fmla="*/ 138768 h 138955"/>
                <a:gd name="connsiteX7" fmla="*/ 96024 w 121077"/>
                <a:gd name="connsiteY7" fmla="*/ 137641 h 138955"/>
                <a:gd name="connsiteX8" fmla="*/ 115100 w 121077"/>
                <a:gd name="connsiteY8" fmla="*/ 133887 h 138955"/>
                <a:gd name="connsiteX9" fmla="*/ 120957 w 121077"/>
                <a:gd name="connsiteY9" fmla="*/ 121723 h 138955"/>
                <a:gd name="connsiteX10" fmla="*/ 119830 w 121077"/>
                <a:gd name="connsiteY10" fmla="*/ 107983 h 138955"/>
                <a:gd name="connsiteX11" fmla="*/ 111119 w 121077"/>
                <a:gd name="connsiteY11" fmla="*/ 60154 h 138955"/>
                <a:gd name="connsiteX12" fmla="*/ 104661 w 121077"/>
                <a:gd name="connsiteY12" fmla="*/ 25840 h 138955"/>
                <a:gd name="connsiteX13" fmla="*/ 97151 w 121077"/>
                <a:gd name="connsiteY13" fmla="*/ 8196 h 138955"/>
                <a:gd name="connsiteX14" fmla="*/ 86185 w 121077"/>
                <a:gd name="connsiteY14" fmla="*/ 3015 h 138955"/>
                <a:gd name="connsiteX15" fmla="*/ 67186 w 121077"/>
                <a:gd name="connsiteY15" fmla="*/ 11 h 138955"/>
                <a:gd name="connsiteX16" fmla="*/ 44656 w 121077"/>
                <a:gd name="connsiteY16" fmla="*/ 20510 h 138955"/>
                <a:gd name="connsiteX17" fmla="*/ 60201 w 121077"/>
                <a:gd name="connsiteY17" fmla="*/ 64284 h 138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1077" h="138955">
                  <a:moveTo>
                    <a:pt x="60201" y="64284"/>
                  </a:moveTo>
                  <a:cubicBezTo>
                    <a:pt x="61027" y="76744"/>
                    <a:pt x="53592" y="88265"/>
                    <a:pt x="41877" y="92666"/>
                  </a:cubicBezTo>
                  <a:cubicBezTo>
                    <a:pt x="31062" y="95519"/>
                    <a:pt x="18145" y="89662"/>
                    <a:pt x="9058" y="96195"/>
                  </a:cubicBezTo>
                  <a:cubicBezTo>
                    <a:pt x="3425" y="101647"/>
                    <a:pt x="196" y="109148"/>
                    <a:pt x="196" y="116993"/>
                  </a:cubicBezTo>
                  <a:cubicBezTo>
                    <a:pt x="-104" y="118099"/>
                    <a:pt x="-104" y="119266"/>
                    <a:pt x="196" y="120372"/>
                  </a:cubicBezTo>
                  <a:cubicBezTo>
                    <a:pt x="646" y="121381"/>
                    <a:pt x="1323" y="122278"/>
                    <a:pt x="2149" y="123000"/>
                  </a:cubicBezTo>
                  <a:cubicBezTo>
                    <a:pt x="14916" y="133279"/>
                    <a:pt x="30837" y="138847"/>
                    <a:pt x="47209" y="138768"/>
                  </a:cubicBezTo>
                  <a:cubicBezTo>
                    <a:pt x="63505" y="139518"/>
                    <a:pt x="79727" y="137341"/>
                    <a:pt x="96024" y="137641"/>
                  </a:cubicBezTo>
                  <a:cubicBezTo>
                    <a:pt x="102633" y="138586"/>
                    <a:pt x="109317" y="137262"/>
                    <a:pt x="115100" y="133887"/>
                  </a:cubicBezTo>
                  <a:cubicBezTo>
                    <a:pt x="118554" y="130764"/>
                    <a:pt x="120657" y="126392"/>
                    <a:pt x="120957" y="121723"/>
                  </a:cubicBezTo>
                  <a:cubicBezTo>
                    <a:pt x="121257" y="117113"/>
                    <a:pt x="120806" y="112489"/>
                    <a:pt x="119830" y="107983"/>
                  </a:cubicBezTo>
                  <a:cubicBezTo>
                    <a:pt x="117051" y="91990"/>
                    <a:pt x="114048" y="76072"/>
                    <a:pt x="111119" y="60154"/>
                  </a:cubicBezTo>
                  <a:cubicBezTo>
                    <a:pt x="108941" y="48666"/>
                    <a:pt x="106763" y="37629"/>
                    <a:pt x="104661" y="25840"/>
                  </a:cubicBezTo>
                  <a:cubicBezTo>
                    <a:pt x="104134" y="19296"/>
                    <a:pt x="101506" y="13099"/>
                    <a:pt x="97151" y="8196"/>
                  </a:cubicBezTo>
                  <a:cubicBezTo>
                    <a:pt x="93996" y="5601"/>
                    <a:pt x="90241" y="3822"/>
                    <a:pt x="86185" y="3015"/>
                  </a:cubicBezTo>
                  <a:cubicBezTo>
                    <a:pt x="79952" y="1334"/>
                    <a:pt x="73644" y="328"/>
                    <a:pt x="67186" y="11"/>
                  </a:cubicBezTo>
                  <a:cubicBezTo>
                    <a:pt x="54493" y="-589"/>
                    <a:pt x="39173" y="5342"/>
                    <a:pt x="44656" y="20510"/>
                  </a:cubicBezTo>
                  <a:cubicBezTo>
                    <a:pt x="50138" y="35677"/>
                    <a:pt x="59601" y="47765"/>
                    <a:pt x="60201" y="64284"/>
                  </a:cubicBezTo>
                  <a:close/>
                </a:path>
              </a:pathLst>
            </a:custGeom>
            <a:solidFill>
              <a:srgbClr val="2E2E2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9" name="Content Placeholder 4">
              <a:extLst>
                <a:ext uri="{FF2B5EF4-FFF2-40B4-BE49-F238E27FC236}">
                  <a16:creationId xmlns:a16="http://schemas.microsoft.com/office/drawing/2014/main" id="{A61AD3FF-EB59-3D75-A632-5BD6AF43D974}"/>
                </a:ext>
              </a:extLst>
            </p:cNvPr>
            <p:cNvSpPr/>
            <p:nvPr/>
          </p:nvSpPr>
          <p:spPr>
            <a:xfrm>
              <a:off x="10996224" y="728600"/>
              <a:ext cx="50471" cy="82057"/>
            </a:xfrm>
            <a:custGeom>
              <a:avLst/>
              <a:gdLst>
                <a:gd name="connsiteX0" fmla="*/ 2134 w 50471"/>
                <a:gd name="connsiteY0" fmla="*/ 24982 h 82057"/>
                <a:gd name="connsiteX1" fmla="*/ 106 w 50471"/>
                <a:gd name="connsiteY1" fmla="*/ 12368 h 82057"/>
                <a:gd name="connsiteX2" fmla="*/ 8893 w 50471"/>
                <a:gd name="connsiteY2" fmla="*/ 4034 h 82057"/>
                <a:gd name="connsiteX3" fmla="*/ 22186 w 50471"/>
                <a:gd name="connsiteY3" fmla="*/ 505 h 82057"/>
                <a:gd name="connsiteX4" fmla="*/ 30522 w 50471"/>
                <a:gd name="connsiteY4" fmla="*/ 505 h 82057"/>
                <a:gd name="connsiteX5" fmla="*/ 34802 w 50471"/>
                <a:gd name="connsiteY5" fmla="*/ 9365 h 82057"/>
                <a:gd name="connsiteX6" fmla="*/ 49822 w 50471"/>
                <a:gd name="connsiteY6" fmla="*/ 66354 h 82057"/>
                <a:gd name="connsiteX7" fmla="*/ 49822 w 50471"/>
                <a:gd name="connsiteY7" fmla="*/ 73862 h 82057"/>
                <a:gd name="connsiteX8" fmla="*/ 46518 w 50471"/>
                <a:gd name="connsiteY8" fmla="*/ 76340 h 82057"/>
                <a:gd name="connsiteX9" fmla="*/ 15426 w 50471"/>
                <a:gd name="connsiteY9" fmla="*/ 74838 h 82057"/>
                <a:gd name="connsiteX10" fmla="*/ 2134 w 50471"/>
                <a:gd name="connsiteY10" fmla="*/ 24982 h 82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471" h="82057">
                  <a:moveTo>
                    <a:pt x="2134" y="24982"/>
                  </a:moveTo>
                  <a:cubicBezTo>
                    <a:pt x="331" y="21034"/>
                    <a:pt x="-344" y="16679"/>
                    <a:pt x="106" y="12368"/>
                  </a:cubicBezTo>
                  <a:cubicBezTo>
                    <a:pt x="1383" y="8250"/>
                    <a:pt x="4687" y="5094"/>
                    <a:pt x="8893" y="4034"/>
                  </a:cubicBezTo>
                  <a:cubicBezTo>
                    <a:pt x="13173" y="2437"/>
                    <a:pt x="17680" y="1256"/>
                    <a:pt x="22186" y="505"/>
                  </a:cubicBezTo>
                  <a:cubicBezTo>
                    <a:pt x="24889" y="-208"/>
                    <a:pt x="27818" y="-208"/>
                    <a:pt x="30522" y="505"/>
                  </a:cubicBezTo>
                  <a:cubicBezTo>
                    <a:pt x="33225" y="2006"/>
                    <a:pt x="33826" y="5911"/>
                    <a:pt x="34802" y="9365"/>
                  </a:cubicBezTo>
                  <a:cubicBezTo>
                    <a:pt x="40359" y="30163"/>
                    <a:pt x="45767" y="46907"/>
                    <a:pt x="49822" y="66354"/>
                  </a:cubicBezTo>
                  <a:cubicBezTo>
                    <a:pt x="50649" y="68787"/>
                    <a:pt x="50649" y="71429"/>
                    <a:pt x="49822" y="73862"/>
                  </a:cubicBezTo>
                  <a:cubicBezTo>
                    <a:pt x="48996" y="75031"/>
                    <a:pt x="47869" y="75903"/>
                    <a:pt x="46518" y="76340"/>
                  </a:cubicBezTo>
                  <a:cubicBezTo>
                    <a:pt x="39684" y="79193"/>
                    <a:pt x="19257" y="88354"/>
                    <a:pt x="15426" y="74838"/>
                  </a:cubicBezTo>
                  <a:cubicBezTo>
                    <a:pt x="10770" y="58395"/>
                    <a:pt x="7841" y="41576"/>
                    <a:pt x="2134" y="24982"/>
                  </a:cubicBezTo>
                  <a:close/>
                </a:path>
              </a:pathLst>
            </a:custGeom>
            <a:solidFill>
              <a:srgbClr val="3D3D3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0" name="Content Placeholder 4">
              <a:extLst>
                <a:ext uri="{FF2B5EF4-FFF2-40B4-BE49-F238E27FC236}">
                  <a16:creationId xmlns:a16="http://schemas.microsoft.com/office/drawing/2014/main" id="{CCBBA735-558C-9E9C-49DE-DF772F3B031C}"/>
                </a:ext>
              </a:extLst>
            </p:cNvPr>
            <p:cNvSpPr/>
            <p:nvPr/>
          </p:nvSpPr>
          <p:spPr>
            <a:xfrm>
              <a:off x="10999101" y="735081"/>
              <a:ext cx="42336" cy="59333"/>
            </a:xfrm>
            <a:custGeom>
              <a:avLst/>
              <a:gdLst>
                <a:gd name="connsiteX0" fmla="*/ 308 w 42336"/>
                <a:gd name="connsiteY0" fmla="*/ 13996 h 59333"/>
                <a:gd name="connsiteX1" fmla="*/ 308 w 42336"/>
                <a:gd name="connsiteY1" fmla="*/ 9190 h 59333"/>
                <a:gd name="connsiteX2" fmla="*/ 3763 w 42336"/>
                <a:gd name="connsiteY2" fmla="*/ 6187 h 59333"/>
                <a:gd name="connsiteX3" fmla="*/ 21787 w 42336"/>
                <a:gd name="connsiteY3" fmla="*/ 556 h 59333"/>
                <a:gd name="connsiteX4" fmla="*/ 26143 w 42336"/>
                <a:gd name="connsiteY4" fmla="*/ 30 h 59333"/>
                <a:gd name="connsiteX5" fmla="*/ 28546 w 42336"/>
                <a:gd name="connsiteY5" fmla="*/ 1156 h 59333"/>
                <a:gd name="connsiteX6" fmla="*/ 31475 w 42336"/>
                <a:gd name="connsiteY6" fmla="*/ 8665 h 59333"/>
                <a:gd name="connsiteX7" fmla="*/ 33353 w 42336"/>
                <a:gd name="connsiteY7" fmla="*/ 16173 h 59333"/>
                <a:gd name="connsiteX8" fmla="*/ 35531 w 42336"/>
                <a:gd name="connsiteY8" fmla="*/ 24358 h 59333"/>
                <a:gd name="connsiteX9" fmla="*/ 38910 w 42336"/>
                <a:gd name="connsiteY9" fmla="*/ 36371 h 59333"/>
                <a:gd name="connsiteX10" fmla="*/ 41688 w 42336"/>
                <a:gd name="connsiteY10" fmla="*/ 44931 h 59333"/>
                <a:gd name="connsiteX11" fmla="*/ 42289 w 42336"/>
                <a:gd name="connsiteY11" fmla="*/ 48985 h 59333"/>
                <a:gd name="connsiteX12" fmla="*/ 39510 w 42336"/>
                <a:gd name="connsiteY12" fmla="*/ 52514 h 59333"/>
                <a:gd name="connsiteX13" fmla="*/ 30875 w 42336"/>
                <a:gd name="connsiteY13" fmla="*/ 55292 h 59333"/>
                <a:gd name="connsiteX14" fmla="*/ 17881 w 42336"/>
                <a:gd name="connsiteY14" fmla="*/ 58521 h 59333"/>
                <a:gd name="connsiteX15" fmla="*/ 11949 w 42336"/>
                <a:gd name="connsiteY15" fmla="*/ 58070 h 59333"/>
                <a:gd name="connsiteX16" fmla="*/ 10747 w 42336"/>
                <a:gd name="connsiteY16" fmla="*/ 53415 h 59333"/>
                <a:gd name="connsiteX17" fmla="*/ 9320 w 42336"/>
                <a:gd name="connsiteY17" fmla="*/ 47859 h 59333"/>
                <a:gd name="connsiteX18" fmla="*/ 3162 w 42336"/>
                <a:gd name="connsiteY18" fmla="*/ 26009 h 59333"/>
                <a:gd name="connsiteX19" fmla="*/ 308 w 42336"/>
                <a:gd name="connsiteY19" fmla="*/ 13996 h 5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336" h="59333">
                  <a:moveTo>
                    <a:pt x="308" y="13996"/>
                  </a:moveTo>
                  <a:cubicBezTo>
                    <a:pt x="-142" y="12421"/>
                    <a:pt x="-142" y="10766"/>
                    <a:pt x="308" y="9190"/>
                  </a:cubicBezTo>
                  <a:cubicBezTo>
                    <a:pt x="984" y="7751"/>
                    <a:pt x="2261" y="6662"/>
                    <a:pt x="3763" y="6187"/>
                  </a:cubicBezTo>
                  <a:cubicBezTo>
                    <a:pt x="9696" y="3971"/>
                    <a:pt x="15704" y="2091"/>
                    <a:pt x="21787" y="556"/>
                  </a:cubicBezTo>
                  <a:cubicBezTo>
                    <a:pt x="23214" y="44"/>
                    <a:pt x="24641" y="-136"/>
                    <a:pt x="26143" y="30"/>
                  </a:cubicBezTo>
                  <a:cubicBezTo>
                    <a:pt x="27044" y="250"/>
                    <a:pt x="27795" y="632"/>
                    <a:pt x="28546" y="1156"/>
                  </a:cubicBezTo>
                  <a:cubicBezTo>
                    <a:pt x="30424" y="3184"/>
                    <a:pt x="30348" y="6187"/>
                    <a:pt x="31475" y="8665"/>
                  </a:cubicBezTo>
                  <a:cubicBezTo>
                    <a:pt x="32602" y="11143"/>
                    <a:pt x="32527" y="13696"/>
                    <a:pt x="33353" y="16173"/>
                  </a:cubicBezTo>
                  <a:cubicBezTo>
                    <a:pt x="34179" y="18651"/>
                    <a:pt x="34779" y="21579"/>
                    <a:pt x="35531" y="24358"/>
                  </a:cubicBezTo>
                  <a:cubicBezTo>
                    <a:pt x="36507" y="28337"/>
                    <a:pt x="37708" y="32392"/>
                    <a:pt x="38910" y="36371"/>
                  </a:cubicBezTo>
                  <a:cubicBezTo>
                    <a:pt x="40112" y="40350"/>
                    <a:pt x="40637" y="42077"/>
                    <a:pt x="41688" y="44931"/>
                  </a:cubicBezTo>
                  <a:cubicBezTo>
                    <a:pt x="42214" y="46223"/>
                    <a:pt x="42364" y="47606"/>
                    <a:pt x="42289" y="48985"/>
                  </a:cubicBezTo>
                  <a:cubicBezTo>
                    <a:pt x="42140" y="50599"/>
                    <a:pt x="41013" y="51972"/>
                    <a:pt x="39510" y="52514"/>
                  </a:cubicBezTo>
                  <a:cubicBezTo>
                    <a:pt x="36732" y="53698"/>
                    <a:pt x="33803" y="54628"/>
                    <a:pt x="30875" y="55292"/>
                  </a:cubicBezTo>
                  <a:lnTo>
                    <a:pt x="17881" y="58521"/>
                  </a:lnTo>
                  <a:cubicBezTo>
                    <a:pt x="16380" y="58971"/>
                    <a:pt x="13301" y="60248"/>
                    <a:pt x="11949" y="58070"/>
                  </a:cubicBezTo>
                  <a:cubicBezTo>
                    <a:pt x="11423" y="56564"/>
                    <a:pt x="10973" y="55004"/>
                    <a:pt x="10747" y="53415"/>
                  </a:cubicBezTo>
                  <a:cubicBezTo>
                    <a:pt x="10296" y="51538"/>
                    <a:pt x="9846" y="49736"/>
                    <a:pt x="9320" y="47859"/>
                  </a:cubicBezTo>
                  <a:cubicBezTo>
                    <a:pt x="7368" y="40350"/>
                    <a:pt x="5115" y="33293"/>
                    <a:pt x="3162" y="26009"/>
                  </a:cubicBezTo>
                  <a:cubicBezTo>
                    <a:pt x="2261" y="22180"/>
                    <a:pt x="1134" y="18050"/>
                    <a:pt x="308" y="13996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1" name="Content Placeholder 4">
              <a:extLst>
                <a:ext uri="{FF2B5EF4-FFF2-40B4-BE49-F238E27FC236}">
                  <a16:creationId xmlns:a16="http://schemas.microsoft.com/office/drawing/2014/main" id="{7075C8F9-2DFA-55E3-5B1F-E398F26EBEE5}"/>
                </a:ext>
              </a:extLst>
            </p:cNvPr>
            <p:cNvSpPr/>
            <p:nvPr/>
          </p:nvSpPr>
          <p:spPr>
            <a:xfrm>
              <a:off x="11009426" y="732989"/>
              <a:ext cx="7509" cy="2838"/>
            </a:xfrm>
            <a:custGeom>
              <a:avLst/>
              <a:gdLst>
                <a:gd name="connsiteX0" fmla="*/ 6504 w 7509"/>
                <a:gd name="connsiteY0" fmla="*/ 396 h 2838"/>
                <a:gd name="connsiteX1" fmla="*/ 5003 w 7509"/>
                <a:gd name="connsiteY1" fmla="*/ 396 h 2838"/>
                <a:gd name="connsiteX2" fmla="*/ 1473 w 7509"/>
                <a:gd name="connsiteY2" fmla="*/ 1372 h 2838"/>
                <a:gd name="connsiteX3" fmla="*/ -29 w 7509"/>
                <a:gd name="connsiteY3" fmla="*/ 2273 h 2838"/>
                <a:gd name="connsiteX4" fmla="*/ 497 w 7509"/>
                <a:gd name="connsiteY4" fmla="*/ 2724 h 2838"/>
                <a:gd name="connsiteX5" fmla="*/ 7481 w 7509"/>
                <a:gd name="connsiteY5" fmla="*/ 546 h 2838"/>
                <a:gd name="connsiteX6" fmla="*/ 6504 w 7509"/>
                <a:gd name="connsiteY6" fmla="*/ 396 h 2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509" h="2838">
                  <a:moveTo>
                    <a:pt x="6504" y="396"/>
                  </a:moveTo>
                  <a:cubicBezTo>
                    <a:pt x="5979" y="319"/>
                    <a:pt x="5529" y="319"/>
                    <a:pt x="5003" y="396"/>
                  </a:cubicBezTo>
                  <a:lnTo>
                    <a:pt x="1473" y="1372"/>
                  </a:lnTo>
                  <a:cubicBezTo>
                    <a:pt x="798" y="1372"/>
                    <a:pt x="-29" y="1898"/>
                    <a:pt x="-29" y="2273"/>
                  </a:cubicBezTo>
                  <a:cubicBezTo>
                    <a:pt x="-29" y="2648"/>
                    <a:pt x="-29" y="2273"/>
                    <a:pt x="497" y="2724"/>
                  </a:cubicBezTo>
                  <a:cubicBezTo>
                    <a:pt x="1022" y="3174"/>
                    <a:pt x="7481" y="1747"/>
                    <a:pt x="7481" y="546"/>
                  </a:cubicBezTo>
                  <a:cubicBezTo>
                    <a:pt x="7481" y="-655"/>
                    <a:pt x="6955" y="396"/>
                    <a:pt x="6504" y="396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2" name="Content Placeholder 4">
              <a:extLst>
                <a:ext uri="{FF2B5EF4-FFF2-40B4-BE49-F238E27FC236}">
                  <a16:creationId xmlns:a16="http://schemas.microsoft.com/office/drawing/2014/main" id="{71206E6C-36D6-5B1A-003A-B2CBDD2D0ACF}"/>
                </a:ext>
              </a:extLst>
            </p:cNvPr>
            <p:cNvSpPr/>
            <p:nvPr/>
          </p:nvSpPr>
          <p:spPr>
            <a:xfrm>
              <a:off x="11008094" y="735328"/>
              <a:ext cx="1201" cy="1748"/>
            </a:xfrm>
            <a:custGeom>
              <a:avLst/>
              <a:gdLst>
                <a:gd name="connsiteX0" fmla="*/ 778 w 1201"/>
                <a:gd name="connsiteY0" fmla="*/ 84 h 1748"/>
                <a:gd name="connsiteX1" fmla="*/ 27 w 1201"/>
                <a:gd name="connsiteY1" fmla="*/ 84 h 1748"/>
                <a:gd name="connsiteX2" fmla="*/ 27 w 1201"/>
                <a:gd name="connsiteY2" fmla="*/ 910 h 1748"/>
                <a:gd name="connsiteX3" fmla="*/ 27 w 1201"/>
                <a:gd name="connsiteY3" fmla="*/ 1511 h 1748"/>
                <a:gd name="connsiteX4" fmla="*/ 1003 w 1201"/>
                <a:gd name="connsiteY4" fmla="*/ 1532 h 1748"/>
                <a:gd name="connsiteX5" fmla="*/ 1003 w 1201"/>
                <a:gd name="connsiteY5" fmla="*/ 1511 h 1748"/>
                <a:gd name="connsiteX6" fmla="*/ 1003 w 1201"/>
                <a:gd name="connsiteY6" fmla="*/ 309 h 1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01" h="1748">
                  <a:moveTo>
                    <a:pt x="778" y="84"/>
                  </a:moveTo>
                  <a:cubicBezTo>
                    <a:pt x="552" y="-68"/>
                    <a:pt x="253" y="-68"/>
                    <a:pt x="27" y="84"/>
                  </a:cubicBezTo>
                  <a:cubicBezTo>
                    <a:pt x="-48" y="350"/>
                    <a:pt x="-48" y="645"/>
                    <a:pt x="27" y="910"/>
                  </a:cubicBezTo>
                  <a:cubicBezTo>
                    <a:pt x="27" y="910"/>
                    <a:pt x="27" y="1360"/>
                    <a:pt x="27" y="1511"/>
                  </a:cubicBezTo>
                  <a:cubicBezTo>
                    <a:pt x="253" y="1780"/>
                    <a:pt x="703" y="1789"/>
                    <a:pt x="1003" y="1532"/>
                  </a:cubicBezTo>
                  <a:cubicBezTo>
                    <a:pt x="1003" y="1525"/>
                    <a:pt x="1003" y="1517"/>
                    <a:pt x="1003" y="1511"/>
                  </a:cubicBezTo>
                  <a:cubicBezTo>
                    <a:pt x="1229" y="1143"/>
                    <a:pt x="1229" y="676"/>
                    <a:pt x="1003" y="309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3" name="Content Placeholder 4">
              <a:extLst>
                <a:ext uri="{FF2B5EF4-FFF2-40B4-BE49-F238E27FC236}">
                  <a16:creationId xmlns:a16="http://schemas.microsoft.com/office/drawing/2014/main" id="{BC37A00F-5492-2380-6213-FC1F754F6DBC}"/>
                </a:ext>
              </a:extLst>
            </p:cNvPr>
            <p:cNvSpPr/>
            <p:nvPr/>
          </p:nvSpPr>
          <p:spPr>
            <a:xfrm>
              <a:off x="11026249" y="797149"/>
              <a:ext cx="5482" cy="6316"/>
            </a:xfrm>
            <a:custGeom>
              <a:avLst/>
              <a:gdLst>
                <a:gd name="connsiteX0" fmla="*/ 496 w 5482"/>
                <a:gd name="connsiteY0" fmla="*/ 583 h 6316"/>
                <a:gd name="connsiteX1" fmla="*/ -29 w 5482"/>
                <a:gd name="connsiteY1" fmla="*/ 2910 h 6316"/>
                <a:gd name="connsiteX2" fmla="*/ -29 w 5482"/>
                <a:gd name="connsiteY2" fmla="*/ 4112 h 6316"/>
                <a:gd name="connsiteX3" fmla="*/ 2073 w 5482"/>
                <a:gd name="connsiteY3" fmla="*/ 6064 h 6316"/>
                <a:gd name="connsiteX4" fmla="*/ 4776 w 5482"/>
                <a:gd name="connsiteY4" fmla="*/ 6064 h 6316"/>
                <a:gd name="connsiteX5" fmla="*/ 5303 w 5482"/>
                <a:gd name="connsiteY5" fmla="*/ 5688 h 6316"/>
                <a:gd name="connsiteX6" fmla="*/ 5303 w 5482"/>
                <a:gd name="connsiteY6" fmla="*/ 4862 h 6316"/>
                <a:gd name="connsiteX7" fmla="*/ 4852 w 5482"/>
                <a:gd name="connsiteY7" fmla="*/ 1484 h 6316"/>
                <a:gd name="connsiteX8" fmla="*/ 872 w 5482"/>
                <a:gd name="connsiteY8" fmla="*/ 336 h 6316"/>
                <a:gd name="connsiteX9" fmla="*/ 496 w 5482"/>
                <a:gd name="connsiteY9" fmla="*/ 583 h 6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82" h="6316">
                  <a:moveTo>
                    <a:pt x="496" y="583"/>
                  </a:moveTo>
                  <a:cubicBezTo>
                    <a:pt x="120" y="1300"/>
                    <a:pt x="-29" y="2102"/>
                    <a:pt x="-29" y="2910"/>
                  </a:cubicBezTo>
                  <a:lnTo>
                    <a:pt x="-29" y="4112"/>
                  </a:lnTo>
                  <a:cubicBezTo>
                    <a:pt x="346" y="5043"/>
                    <a:pt x="1097" y="5757"/>
                    <a:pt x="2073" y="6064"/>
                  </a:cubicBezTo>
                  <a:cubicBezTo>
                    <a:pt x="2974" y="6361"/>
                    <a:pt x="3875" y="6361"/>
                    <a:pt x="4776" y="6064"/>
                  </a:cubicBezTo>
                  <a:lnTo>
                    <a:pt x="5303" y="5688"/>
                  </a:lnTo>
                  <a:cubicBezTo>
                    <a:pt x="5378" y="5417"/>
                    <a:pt x="5378" y="5134"/>
                    <a:pt x="5303" y="4862"/>
                  </a:cubicBezTo>
                  <a:cubicBezTo>
                    <a:pt x="5603" y="3720"/>
                    <a:pt x="5453" y="2508"/>
                    <a:pt x="4852" y="1484"/>
                  </a:cubicBezTo>
                  <a:cubicBezTo>
                    <a:pt x="4101" y="68"/>
                    <a:pt x="2298" y="-446"/>
                    <a:pt x="872" y="336"/>
                  </a:cubicBezTo>
                  <a:cubicBezTo>
                    <a:pt x="722" y="408"/>
                    <a:pt x="646" y="491"/>
                    <a:pt x="496" y="583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254" name="Group 1253">
            <a:extLst>
              <a:ext uri="{FF2B5EF4-FFF2-40B4-BE49-F238E27FC236}">
                <a16:creationId xmlns:a16="http://schemas.microsoft.com/office/drawing/2014/main" id="{EB051690-E9AA-75AD-5924-3B09959B97D5}"/>
              </a:ext>
            </a:extLst>
          </p:cNvPr>
          <p:cNvGrpSpPr/>
          <p:nvPr userDrawn="1"/>
        </p:nvGrpSpPr>
        <p:grpSpPr>
          <a:xfrm>
            <a:off x="1080520" y="5102021"/>
            <a:ext cx="734976" cy="910650"/>
            <a:chOff x="3918389" y="4821141"/>
            <a:chExt cx="734976" cy="910650"/>
          </a:xfrm>
        </p:grpSpPr>
        <p:sp>
          <p:nvSpPr>
            <p:cNvPr id="1255" name="Content Placeholder 4">
              <a:extLst>
                <a:ext uri="{FF2B5EF4-FFF2-40B4-BE49-F238E27FC236}">
                  <a16:creationId xmlns:a16="http://schemas.microsoft.com/office/drawing/2014/main" id="{9B3F6A27-82B9-89CF-112F-4F96801133E0}"/>
                </a:ext>
              </a:extLst>
            </p:cNvPr>
            <p:cNvSpPr/>
            <p:nvPr/>
          </p:nvSpPr>
          <p:spPr>
            <a:xfrm>
              <a:off x="4066332" y="5679131"/>
              <a:ext cx="511912" cy="52660"/>
            </a:xfrm>
            <a:custGeom>
              <a:avLst/>
              <a:gdLst>
                <a:gd name="connsiteX0" fmla="*/ 52648 w 511912"/>
                <a:gd name="connsiteY0" fmla="*/ 15990 h 52660"/>
                <a:gd name="connsiteX1" fmla="*/ 10967 w 511912"/>
                <a:gd name="connsiteY1" fmla="*/ 24699 h 52660"/>
                <a:gd name="connsiteX2" fmla="*/ 603 w 511912"/>
                <a:gd name="connsiteY2" fmla="*/ 39716 h 52660"/>
                <a:gd name="connsiteX3" fmla="*/ 6461 w 511912"/>
                <a:gd name="connsiteY3" fmla="*/ 44822 h 52660"/>
                <a:gd name="connsiteX4" fmla="*/ 26738 w 511912"/>
                <a:gd name="connsiteY4" fmla="*/ 47900 h 52660"/>
                <a:gd name="connsiteX5" fmla="*/ 145471 w 511912"/>
                <a:gd name="connsiteY5" fmla="*/ 49177 h 52660"/>
                <a:gd name="connsiteX6" fmla="*/ 453005 w 511912"/>
                <a:gd name="connsiteY6" fmla="*/ 52631 h 52660"/>
                <a:gd name="connsiteX7" fmla="*/ 511884 w 511912"/>
                <a:gd name="connsiteY7" fmla="*/ 38740 h 52660"/>
                <a:gd name="connsiteX8" fmla="*/ 501520 w 511912"/>
                <a:gd name="connsiteY8" fmla="*/ 32884 h 52660"/>
                <a:gd name="connsiteX9" fmla="*/ 316248 w 511912"/>
                <a:gd name="connsiteY9" fmla="*/ 21471 h 52660"/>
                <a:gd name="connsiteX10" fmla="*/ 339229 w 511912"/>
                <a:gd name="connsiteY10" fmla="*/ 13962 h 52660"/>
                <a:gd name="connsiteX11" fmla="*/ 292667 w 511912"/>
                <a:gd name="connsiteY11" fmla="*/ 3075 h 52660"/>
                <a:gd name="connsiteX12" fmla="*/ 200444 w 511912"/>
                <a:gd name="connsiteY12" fmla="*/ 297 h 52660"/>
                <a:gd name="connsiteX13" fmla="*/ 161768 w 511912"/>
                <a:gd name="connsiteY13" fmla="*/ 3751 h 52660"/>
                <a:gd name="connsiteX14" fmla="*/ 135858 w 511912"/>
                <a:gd name="connsiteY14" fmla="*/ 9833 h 52660"/>
                <a:gd name="connsiteX15" fmla="*/ 52648 w 511912"/>
                <a:gd name="connsiteY15" fmla="*/ 15990 h 52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11912" h="52660">
                  <a:moveTo>
                    <a:pt x="52648" y="15990"/>
                  </a:moveTo>
                  <a:cubicBezTo>
                    <a:pt x="38394" y="16793"/>
                    <a:pt x="24350" y="19729"/>
                    <a:pt x="10967" y="24699"/>
                  </a:cubicBezTo>
                  <a:cubicBezTo>
                    <a:pt x="4734" y="27402"/>
                    <a:pt x="-2175" y="33559"/>
                    <a:pt x="603" y="39716"/>
                  </a:cubicBezTo>
                  <a:cubicBezTo>
                    <a:pt x="1903" y="42044"/>
                    <a:pt x="3975" y="43853"/>
                    <a:pt x="6461" y="44822"/>
                  </a:cubicBezTo>
                  <a:cubicBezTo>
                    <a:pt x="12942" y="47209"/>
                    <a:pt x="19844" y="48253"/>
                    <a:pt x="26738" y="47900"/>
                  </a:cubicBezTo>
                  <a:lnTo>
                    <a:pt x="145471" y="49177"/>
                  </a:lnTo>
                  <a:lnTo>
                    <a:pt x="453005" y="52631"/>
                  </a:lnTo>
                  <a:cubicBezTo>
                    <a:pt x="473658" y="52631"/>
                    <a:pt x="496338" y="52631"/>
                    <a:pt x="511884" y="38740"/>
                  </a:cubicBezTo>
                  <a:cubicBezTo>
                    <a:pt x="509488" y="35323"/>
                    <a:pt x="505680" y="33169"/>
                    <a:pt x="501520" y="32884"/>
                  </a:cubicBezTo>
                  <a:cubicBezTo>
                    <a:pt x="440764" y="20720"/>
                    <a:pt x="376629" y="35587"/>
                    <a:pt x="316248" y="21471"/>
                  </a:cubicBezTo>
                  <a:lnTo>
                    <a:pt x="339229" y="13962"/>
                  </a:lnTo>
                  <a:cubicBezTo>
                    <a:pt x="324780" y="6716"/>
                    <a:pt x="308828" y="2985"/>
                    <a:pt x="292667" y="3075"/>
                  </a:cubicBezTo>
                  <a:cubicBezTo>
                    <a:pt x="261951" y="1198"/>
                    <a:pt x="231160" y="747"/>
                    <a:pt x="200444" y="297"/>
                  </a:cubicBezTo>
                  <a:cubicBezTo>
                    <a:pt x="187452" y="-664"/>
                    <a:pt x="174384" y="499"/>
                    <a:pt x="161768" y="3751"/>
                  </a:cubicBezTo>
                  <a:cubicBezTo>
                    <a:pt x="153469" y="7024"/>
                    <a:pt x="144742" y="9074"/>
                    <a:pt x="135858" y="9833"/>
                  </a:cubicBezTo>
                  <a:cubicBezTo>
                    <a:pt x="108447" y="11559"/>
                    <a:pt x="80359" y="13211"/>
                    <a:pt x="52648" y="15990"/>
                  </a:cubicBezTo>
                  <a:close/>
                </a:path>
              </a:pathLst>
            </a:custGeom>
            <a:solidFill>
              <a:srgbClr val="000000">
                <a:alpha val="5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6" name="Content Placeholder 4">
              <a:extLst>
                <a:ext uri="{FF2B5EF4-FFF2-40B4-BE49-F238E27FC236}">
                  <a16:creationId xmlns:a16="http://schemas.microsoft.com/office/drawing/2014/main" id="{F499D36C-BC1F-6A20-9BFF-8E53D874DD3F}"/>
                </a:ext>
              </a:extLst>
            </p:cNvPr>
            <p:cNvSpPr/>
            <p:nvPr/>
          </p:nvSpPr>
          <p:spPr>
            <a:xfrm>
              <a:off x="3927054" y="5243216"/>
              <a:ext cx="724563" cy="409961"/>
            </a:xfrm>
            <a:custGeom>
              <a:avLst/>
              <a:gdLst>
                <a:gd name="connsiteX0" fmla="*/ 375199 w 724563"/>
                <a:gd name="connsiteY0" fmla="*/ 409961 h 409961"/>
                <a:gd name="connsiteX1" fmla="*/ 724564 w 724563"/>
                <a:gd name="connsiteY1" fmla="*/ 6232 h 409961"/>
                <a:gd name="connsiteX2" fmla="*/ 0 w 724563"/>
                <a:gd name="connsiteY2" fmla="*/ 0 h 409961"/>
                <a:gd name="connsiteX3" fmla="*/ 350116 w 724563"/>
                <a:gd name="connsiteY3" fmla="*/ 409586 h 409961"/>
                <a:gd name="connsiteX4" fmla="*/ 375199 w 724563"/>
                <a:gd name="connsiteY4" fmla="*/ 409961 h 409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4563" h="409961">
                  <a:moveTo>
                    <a:pt x="375199" y="409961"/>
                  </a:moveTo>
                  <a:lnTo>
                    <a:pt x="724564" y="6232"/>
                  </a:lnTo>
                  <a:lnTo>
                    <a:pt x="0" y="0"/>
                  </a:lnTo>
                  <a:lnTo>
                    <a:pt x="350116" y="409586"/>
                  </a:lnTo>
                  <a:lnTo>
                    <a:pt x="375199" y="409961"/>
                  </a:lnTo>
                  <a:close/>
                </a:path>
              </a:pathLst>
            </a:custGeom>
            <a:solidFill>
              <a:srgbClr val="E8EDEF">
                <a:alpha val="33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257" name="Content Placeholder 4">
              <a:extLst>
                <a:ext uri="{FF2B5EF4-FFF2-40B4-BE49-F238E27FC236}">
                  <a16:creationId xmlns:a16="http://schemas.microsoft.com/office/drawing/2014/main" id="{3B796257-2DFE-FE1F-6328-2D00CC0C83EE}"/>
                </a:ext>
              </a:extLst>
            </p:cNvPr>
            <p:cNvGrpSpPr/>
            <p:nvPr/>
          </p:nvGrpSpPr>
          <p:grpSpPr>
            <a:xfrm>
              <a:off x="3918389" y="4821141"/>
              <a:ext cx="734976" cy="432381"/>
              <a:chOff x="2944028" y="4973322"/>
              <a:chExt cx="734976" cy="432381"/>
            </a:xfrm>
          </p:grpSpPr>
          <p:sp>
            <p:nvSpPr>
              <p:cNvPr id="1294" name="Content Placeholder 4">
                <a:extLst>
                  <a:ext uri="{FF2B5EF4-FFF2-40B4-BE49-F238E27FC236}">
                    <a16:creationId xmlns:a16="http://schemas.microsoft.com/office/drawing/2014/main" id="{471178C4-DD47-D0C3-EF2F-BF5C17066A5C}"/>
                  </a:ext>
                </a:extLst>
              </p:cNvPr>
              <p:cNvSpPr/>
              <p:nvPr/>
            </p:nvSpPr>
            <p:spPr>
              <a:xfrm>
                <a:off x="2944028" y="4973322"/>
                <a:ext cx="734976" cy="432381"/>
              </a:xfrm>
              <a:custGeom>
                <a:avLst/>
                <a:gdLst>
                  <a:gd name="connsiteX0" fmla="*/ 724188 w 734976"/>
                  <a:gd name="connsiteY0" fmla="*/ 10883 h 432381"/>
                  <a:gd name="connsiteX1" fmla="*/ 724188 w 734976"/>
                  <a:gd name="connsiteY1" fmla="*/ 38213 h 432381"/>
                  <a:gd name="connsiteX2" fmla="*/ 729670 w 734976"/>
                  <a:gd name="connsiteY2" fmla="*/ 294402 h 432381"/>
                  <a:gd name="connsiteX3" fmla="*/ 734702 w 734976"/>
                  <a:gd name="connsiteY3" fmla="*/ 368660 h 432381"/>
                  <a:gd name="connsiteX4" fmla="*/ 733425 w 734976"/>
                  <a:gd name="connsiteY4" fmla="*/ 428203 h 432381"/>
                  <a:gd name="connsiteX5" fmla="*/ 639550 w 734976"/>
                  <a:gd name="connsiteY5" fmla="*/ 429028 h 432381"/>
                  <a:gd name="connsiteX6" fmla="*/ 544699 w 734976"/>
                  <a:gd name="connsiteY6" fmla="*/ 428503 h 432381"/>
                  <a:gd name="connsiteX7" fmla="*/ 105364 w 734976"/>
                  <a:gd name="connsiteY7" fmla="*/ 426025 h 432381"/>
                  <a:gd name="connsiteX8" fmla="*/ 37024 w 734976"/>
                  <a:gd name="connsiteY8" fmla="*/ 426025 h 432381"/>
                  <a:gd name="connsiteX9" fmla="*/ 8861 w 734976"/>
                  <a:gd name="connsiteY9" fmla="*/ 422421 h 432381"/>
                  <a:gd name="connsiteX10" fmla="*/ 1351 w 734976"/>
                  <a:gd name="connsiteY10" fmla="*/ 358899 h 432381"/>
                  <a:gd name="connsiteX11" fmla="*/ 3454 w 734976"/>
                  <a:gd name="connsiteY11" fmla="*/ 71626 h 432381"/>
                  <a:gd name="connsiteX12" fmla="*/ 750 w 734976"/>
                  <a:gd name="connsiteY12" fmla="*/ 1272 h 432381"/>
                  <a:gd name="connsiteX13" fmla="*/ 54146 w 734976"/>
                  <a:gd name="connsiteY13" fmla="*/ 1272 h 432381"/>
                  <a:gd name="connsiteX14" fmla="*/ 438958 w 734976"/>
                  <a:gd name="connsiteY14" fmla="*/ 6828 h 432381"/>
                  <a:gd name="connsiteX15" fmla="*/ 612589 w 734976"/>
                  <a:gd name="connsiteY15" fmla="*/ 9306 h 432381"/>
                  <a:gd name="connsiteX16" fmla="*/ 699855 w 734976"/>
                  <a:gd name="connsiteY16" fmla="*/ 10507 h 432381"/>
                  <a:gd name="connsiteX17" fmla="*/ 724188 w 734976"/>
                  <a:gd name="connsiteY17" fmla="*/ 10883 h 432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734976" h="432381">
                    <a:moveTo>
                      <a:pt x="724188" y="10883"/>
                    </a:moveTo>
                    <a:cubicBezTo>
                      <a:pt x="724188" y="10883"/>
                      <a:pt x="724188" y="25374"/>
                      <a:pt x="724188" y="38213"/>
                    </a:cubicBezTo>
                    <a:cubicBezTo>
                      <a:pt x="722934" y="123306"/>
                      <a:pt x="724766" y="208708"/>
                      <a:pt x="729670" y="294402"/>
                    </a:cubicBezTo>
                    <a:cubicBezTo>
                      <a:pt x="731097" y="319180"/>
                      <a:pt x="732749" y="343882"/>
                      <a:pt x="734702" y="368660"/>
                    </a:cubicBezTo>
                    <a:cubicBezTo>
                      <a:pt x="735678" y="381800"/>
                      <a:pt x="733425" y="428203"/>
                      <a:pt x="733425" y="428203"/>
                    </a:cubicBezTo>
                    <a:cubicBezTo>
                      <a:pt x="718405" y="436987"/>
                      <a:pt x="659151" y="429104"/>
                      <a:pt x="639550" y="429028"/>
                    </a:cubicBezTo>
                    <a:lnTo>
                      <a:pt x="544699" y="428503"/>
                    </a:lnTo>
                    <a:lnTo>
                      <a:pt x="105364" y="426025"/>
                    </a:lnTo>
                    <a:lnTo>
                      <a:pt x="37024" y="426025"/>
                    </a:lnTo>
                    <a:cubicBezTo>
                      <a:pt x="29063" y="426025"/>
                      <a:pt x="14494" y="427977"/>
                      <a:pt x="8861" y="422421"/>
                    </a:cubicBezTo>
                    <a:cubicBezTo>
                      <a:pt x="1351" y="414912"/>
                      <a:pt x="1351" y="368285"/>
                      <a:pt x="1351" y="358899"/>
                    </a:cubicBezTo>
                    <a:cubicBezTo>
                      <a:pt x="1351" y="258436"/>
                      <a:pt x="7960" y="171638"/>
                      <a:pt x="3454" y="71626"/>
                    </a:cubicBezTo>
                    <a:cubicBezTo>
                      <a:pt x="2402" y="48575"/>
                      <a:pt x="-1728" y="24173"/>
                      <a:pt x="750" y="1272"/>
                    </a:cubicBezTo>
                    <a:cubicBezTo>
                      <a:pt x="17122" y="-1656"/>
                      <a:pt x="37249" y="1272"/>
                      <a:pt x="54146" y="1272"/>
                    </a:cubicBezTo>
                    <a:lnTo>
                      <a:pt x="438958" y="6828"/>
                    </a:lnTo>
                    <a:lnTo>
                      <a:pt x="612589" y="9306"/>
                    </a:lnTo>
                    <a:cubicBezTo>
                      <a:pt x="641127" y="9306"/>
                      <a:pt x="671092" y="8480"/>
                      <a:pt x="699855" y="10507"/>
                    </a:cubicBezTo>
                    <a:cubicBezTo>
                      <a:pt x="708567" y="10657"/>
                      <a:pt x="720508" y="8855"/>
                      <a:pt x="724188" y="10883"/>
                    </a:cubicBezTo>
                    <a:close/>
                  </a:path>
                </a:pathLst>
              </a:custGeom>
              <a:solidFill>
                <a:srgbClr val="EDF3F4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5" name="Content Placeholder 4">
                <a:extLst>
                  <a:ext uri="{FF2B5EF4-FFF2-40B4-BE49-F238E27FC236}">
                    <a16:creationId xmlns:a16="http://schemas.microsoft.com/office/drawing/2014/main" id="{2DE4BD97-BE12-31E1-78E9-07FE0FA49C95}"/>
                  </a:ext>
                </a:extLst>
              </p:cNvPr>
              <p:cNvSpPr/>
              <p:nvPr/>
            </p:nvSpPr>
            <p:spPr>
              <a:xfrm>
                <a:off x="2953571" y="4982432"/>
                <a:ext cx="464249" cy="408737"/>
              </a:xfrm>
              <a:custGeom>
                <a:avLst/>
                <a:gdLst>
                  <a:gd name="connsiteX0" fmla="*/ 454349 w 464249"/>
                  <a:gd name="connsiteY0" fmla="*/ 5451 h 408737"/>
                  <a:gd name="connsiteX1" fmla="*/ 454349 w 464249"/>
                  <a:gd name="connsiteY1" fmla="*/ 31205 h 408737"/>
                  <a:gd name="connsiteX2" fmla="*/ 459981 w 464249"/>
                  <a:gd name="connsiteY2" fmla="*/ 275380 h 408737"/>
                  <a:gd name="connsiteX3" fmla="*/ 463886 w 464249"/>
                  <a:gd name="connsiteY3" fmla="*/ 347086 h 408737"/>
                  <a:gd name="connsiteX4" fmla="*/ 463886 w 464249"/>
                  <a:gd name="connsiteY4" fmla="*/ 404901 h 408737"/>
                  <a:gd name="connsiteX5" fmla="*/ 403130 w 464249"/>
                  <a:gd name="connsiteY5" fmla="*/ 404901 h 408737"/>
                  <a:gd name="connsiteX6" fmla="*/ 342074 w 464249"/>
                  <a:gd name="connsiteY6" fmla="*/ 403850 h 408737"/>
                  <a:gd name="connsiteX7" fmla="*/ 64204 w 464249"/>
                  <a:gd name="connsiteY7" fmla="*/ 399195 h 408737"/>
                  <a:gd name="connsiteX8" fmla="*/ 21698 w 464249"/>
                  <a:gd name="connsiteY8" fmla="*/ 398519 h 408737"/>
                  <a:gd name="connsiteX9" fmla="*/ 4200 w 464249"/>
                  <a:gd name="connsiteY9" fmla="*/ 394915 h 408737"/>
                  <a:gd name="connsiteX10" fmla="*/ -6 w 464249"/>
                  <a:gd name="connsiteY10" fmla="*/ 334847 h 408737"/>
                  <a:gd name="connsiteX11" fmla="*/ 3674 w 464249"/>
                  <a:gd name="connsiteY11" fmla="*/ 66195 h 408737"/>
                  <a:gd name="connsiteX12" fmla="*/ 2623 w 464249"/>
                  <a:gd name="connsiteY12" fmla="*/ 1322 h 408737"/>
                  <a:gd name="connsiteX13" fmla="*/ 35291 w 464249"/>
                  <a:gd name="connsiteY13" fmla="*/ 796 h 408737"/>
                  <a:gd name="connsiteX14" fmla="*/ 273658 w 464249"/>
                  <a:gd name="connsiteY14" fmla="*/ 3124 h 408737"/>
                  <a:gd name="connsiteX15" fmla="*/ 383154 w 464249"/>
                  <a:gd name="connsiteY15" fmla="*/ 4100 h 408737"/>
                  <a:gd name="connsiteX16" fmla="*/ 438653 w 464249"/>
                  <a:gd name="connsiteY16" fmla="*/ 4626 h 408737"/>
                  <a:gd name="connsiteX17" fmla="*/ 454349 w 464249"/>
                  <a:gd name="connsiteY17" fmla="*/ 5451 h 4087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464249" h="408737">
                    <a:moveTo>
                      <a:pt x="454349" y="5451"/>
                    </a:moveTo>
                    <a:cubicBezTo>
                      <a:pt x="454349" y="5451"/>
                      <a:pt x="454349" y="19042"/>
                      <a:pt x="454349" y="31205"/>
                    </a:cubicBezTo>
                    <a:cubicBezTo>
                      <a:pt x="454349" y="111996"/>
                      <a:pt x="456226" y="193388"/>
                      <a:pt x="459981" y="275380"/>
                    </a:cubicBezTo>
                    <a:cubicBezTo>
                      <a:pt x="461085" y="299257"/>
                      <a:pt x="462384" y="323156"/>
                      <a:pt x="463886" y="347086"/>
                    </a:cubicBezTo>
                    <a:cubicBezTo>
                      <a:pt x="464637" y="359775"/>
                      <a:pt x="463886" y="404901"/>
                      <a:pt x="463886" y="404901"/>
                    </a:cubicBezTo>
                    <a:cubicBezTo>
                      <a:pt x="453973" y="413235"/>
                      <a:pt x="415747" y="405352"/>
                      <a:pt x="403130" y="404901"/>
                    </a:cubicBezTo>
                    <a:lnTo>
                      <a:pt x="342074" y="403850"/>
                    </a:lnTo>
                    <a:lnTo>
                      <a:pt x="64204" y="399195"/>
                    </a:lnTo>
                    <a:lnTo>
                      <a:pt x="21698" y="398519"/>
                    </a:lnTo>
                    <a:cubicBezTo>
                      <a:pt x="16741" y="398519"/>
                      <a:pt x="7504" y="400171"/>
                      <a:pt x="4200" y="394915"/>
                    </a:cubicBezTo>
                    <a:cubicBezTo>
                      <a:pt x="-231" y="387406"/>
                      <a:pt x="-81" y="343632"/>
                      <a:pt x="-6" y="334847"/>
                    </a:cubicBezTo>
                    <a:cubicBezTo>
                      <a:pt x="670" y="240241"/>
                      <a:pt x="5626" y="159149"/>
                      <a:pt x="3674" y="66195"/>
                    </a:cubicBezTo>
                    <a:cubicBezTo>
                      <a:pt x="2232" y="44600"/>
                      <a:pt x="1887" y="22954"/>
                      <a:pt x="2623" y="1322"/>
                    </a:cubicBezTo>
                    <a:cubicBezTo>
                      <a:pt x="13444" y="-285"/>
                      <a:pt x="24424" y="-458"/>
                      <a:pt x="35291" y="796"/>
                    </a:cubicBezTo>
                    <a:lnTo>
                      <a:pt x="273658" y="3124"/>
                    </a:lnTo>
                    <a:lnTo>
                      <a:pt x="383154" y="4100"/>
                    </a:lnTo>
                    <a:cubicBezTo>
                      <a:pt x="401253" y="4100"/>
                      <a:pt x="420704" y="2898"/>
                      <a:pt x="438653" y="4626"/>
                    </a:cubicBezTo>
                    <a:cubicBezTo>
                      <a:pt x="444435" y="5001"/>
                      <a:pt x="452020" y="3124"/>
                      <a:pt x="454349" y="5451"/>
                    </a:cubicBezTo>
                    <a:close/>
                  </a:path>
                </a:pathLst>
              </a:custGeom>
              <a:solidFill>
                <a:srgbClr val="E0DCD3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6" name="Content Placeholder 4">
                <a:extLst>
                  <a:ext uri="{FF2B5EF4-FFF2-40B4-BE49-F238E27FC236}">
                    <a16:creationId xmlns:a16="http://schemas.microsoft.com/office/drawing/2014/main" id="{869A197A-742F-4C39-34A9-76DE8CA96D5B}"/>
                  </a:ext>
                </a:extLst>
              </p:cNvPr>
              <p:cNvSpPr/>
              <p:nvPr/>
            </p:nvSpPr>
            <p:spPr>
              <a:xfrm>
                <a:off x="2964451" y="5015408"/>
                <a:ext cx="366081" cy="367295"/>
              </a:xfrm>
              <a:custGeom>
                <a:avLst/>
                <a:gdLst>
                  <a:gd name="connsiteX0" fmla="*/ 13446 w 366081"/>
                  <a:gd name="connsiteY0" fmla="*/ 33294 h 367295"/>
                  <a:gd name="connsiteX1" fmla="*/ 95680 w 366081"/>
                  <a:gd name="connsiteY1" fmla="*/ 123020 h 367295"/>
                  <a:gd name="connsiteX2" fmla="*/ 134657 w 366081"/>
                  <a:gd name="connsiteY2" fmla="*/ 158761 h 367295"/>
                  <a:gd name="connsiteX3" fmla="*/ 136084 w 366081"/>
                  <a:gd name="connsiteY3" fmla="*/ 158235 h 367295"/>
                  <a:gd name="connsiteX4" fmla="*/ 300553 w 366081"/>
                  <a:gd name="connsiteY4" fmla="*/ 124973 h 367295"/>
                  <a:gd name="connsiteX5" fmla="*/ 334198 w 366081"/>
                  <a:gd name="connsiteY5" fmla="*/ 115512 h 367295"/>
                  <a:gd name="connsiteX6" fmla="*/ 335324 w 366081"/>
                  <a:gd name="connsiteY6" fmla="*/ 74215 h 367295"/>
                  <a:gd name="connsiteX7" fmla="*/ 284632 w 366081"/>
                  <a:gd name="connsiteY7" fmla="*/ 2210 h 367295"/>
                  <a:gd name="connsiteX8" fmla="*/ 286359 w 366081"/>
                  <a:gd name="connsiteY8" fmla="*/ 407 h 367295"/>
                  <a:gd name="connsiteX9" fmla="*/ 341783 w 366081"/>
                  <a:gd name="connsiteY9" fmla="*/ 73540 h 367295"/>
                  <a:gd name="connsiteX10" fmla="*/ 347716 w 366081"/>
                  <a:gd name="connsiteY10" fmla="*/ 106577 h 367295"/>
                  <a:gd name="connsiteX11" fmla="*/ 326838 w 366081"/>
                  <a:gd name="connsiteY11" fmla="*/ 127826 h 367295"/>
                  <a:gd name="connsiteX12" fmla="*/ 284482 w 366081"/>
                  <a:gd name="connsiteY12" fmla="*/ 137287 h 367295"/>
                  <a:gd name="connsiteX13" fmla="*/ 235967 w 366081"/>
                  <a:gd name="connsiteY13" fmla="*/ 147648 h 367295"/>
                  <a:gd name="connsiteX14" fmla="*/ 144120 w 366081"/>
                  <a:gd name="connsiteY14" fmla="*/ 166945 h 367295"/>
                  <a:gd name="connsiteX15" fmla="*/ 188279 w 366081"/>
                  <a:gd name="connsiteY15" fmla="*/ 203886 h 367295"/>
                  <a:gd name="connsiteX16" fmla="*/ 284482 w 366081"/>
                  <a:gd name="connsiteY16" fmla="*/ 280097 h 367295"/>
                  <a:gd name="connsiteX17" fmla="*/ 365740 w 366081"/>
                  <a:gd name="connsiteY17" fmla="*/ 363591 h 367295"/>
                  <a:gd name="connsiteX18" fmla="*/ 362285 w 366081"/>
                  <a:gd name="connsiteY18" fmla="*/ 366519 h 367295"/>
                  <a:gd name="connsiteX19" fmla="*/ 273517 w 366081"/>
                  <a:gd name="connsiteY19" fmla="*/ 287831 h 367295"/>
                  <a:gd name="connsiteX20" fmla="*/ 176413 w 366081"/>
                  <a:gd name="connsiteY20" fmla="*/ 213272 h 367295"/>
                  <a:gd name="connsiteX21" fmla="*/ 1806 w 366081"/>
                  <a:gd name="connsiteY21" fmla="*/ 45158 h 367295"/>
                  <a:gd name="connsiteX22" fmla="*/ 13446 w 366081"/>
                  <a:gd name="connsiteY22" fmla="*/ 33294 h 367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66081" h="367295">
                    <a:moveTo>
                      <a:pt x="13446" y="33294"/>
                    </a:moveTo>
                    <a:cubicBezTo>
                      <a:pt x="39093" y="64770"/>
                      <a:pt x="66549" y="94728"/>
                      <a:pt x="95680" y="123020"/>
                    </a:cubicBezTo>
                    <a:cubicBezTo>
                      <a:pt x="108372" y="135259"/>
                      <a:pt x="121440" y="147123"/>
                      <a:pt x="134657" y="158761"/>
                    </a:cubicBezTo>
                    <a:cubicBezTo>
                      <a:pt x="135085" y="158483"/>
                      <a:pt x="135574" y="158303"/>
                      <a:pt x="136084" y="158235"/>
                    </a:cubicBezTo>
                    <a:cubicBezTo>
                      <a:pt x="191155" y="146972"/>
                      <a:pt x="245978" y="135882"/>
                      <a:pt x="300553" y="124973"/>
                    </a:cubicBezTo>
                    <a:cubicBezTo>
                      <a:pt x="311668" y="122720"/>
                      <a:pt x="324435" y="122044"/>
                      <a:pt x="334198" y="115512"/>
                    </a:cubicBezTo>
                    <a:cubicBezTo>
                      <a:pt x="347265" y="106727"/>
                      <a:pt x="341332" y="86004"/>
                      <a:pt x="335324" y="74215"/>
                    </a:cubicBezTo>
                    <a:cubicBezTo>
                      <a:pt x="321040" y="48477"/>
                      <a:pt x="304045" y="24337"/>
                      <a:pt x="284632" y="2210"/>
                    </a:cubicBezTo>
                    <a:cubicBezTo>
                      <a:pt x="283580" y="933"/>
                      <a:pt x="285233" y="-869"/>
                      <a:pt x="286359" y="407"/>
                    </a:cubicBezTo>
                    <a:cubicBezTo>
                      <a:pt x="308040" y="22182"/>
                      <a:pt x="326688" y="46780"/>
                      <a:pt x="341783" y="73540"/>
                    </a:cubicBezTo>
                    <a:cubicBezTo>
                      <a:pt x="347521" y="83534"/>
                      <a:pt x="349616" y="95209"/>
                      <a:pt x="347716" y="106577"/>
                    </a:cubicBezTo>
                    <a:cubicBezTo>
                      <a:pt x="345253" y="116991"/>
                      <a:pt x="337209" y="125175"/>
                      <a:pt x="326838" y="127826"/>
                    </a:cubicBezTo>
                    <a:cubicBezTo>
                      <a:pt x="312937" y="131880"/>
                      <a:pt x="298788" y="135041"/>
                      <a:pt x="284482" y="137287"/>
                    </a:cubicBezTo>
                    <a:lnTo>
                      <a:pt x="235967" y="147648"/>
                    </a:lnTo>
                    <a:cubicBezTo>
                      <a:pt x="205379" y="154158"/>
                      <a:pt x="174761" y="160585"/>
                      <a:pt x="144120" y="166945"/>
                    </a:cubicBezTo>
                    <a:cubicBezTo>
                      <a:pt x="158689" y="179506"/>
                      <a:pt x="173409" y="191820"/>
                      <a:pt x="188279" y="203886"/>
                    </a:cubicBezTo>
                    <a:cubicBezTo>
                      <a:pt x="220046" y="229640"/>
                      <a:pt x="252264" y="254719"/>
                      <a:pt x="284482" y="280097"/>
                    </a:cubicBezTo>
                    <a:cubicBezTo>
                      <a:pt x="314522" y="303524"/>
                      <a:pt x="347040" y="327626"/>
                      <a:pt x="365740" y="363591"/>
                    </a:cubicBezTo>
                    <a:cubicBezTo>
                      <a:pt x="367016" y="366069"/>
                      <a:pt x="364088" y="368547"/>
                      <a:pt x="362285" y="366519"/>
                    </a:cubicBezTo>
                    <a:cubicBezTo>
                      <a:pt x="335437" y="337357"/>
                      <a:pt x="305697" y="310987"/>
                      <a:pt x="273517" y="287831"/>
                    </a:cubicBezTo>
                    <a:cubicBezTo>
                      <a:pt x="240849" y="263278"/>
                      <a:pt x="208255" y="238726"/>
                      <a:pt x="176413" y="213272"/>
                    </a:cubicBezTo>
                    <a:cubicBezTo>
                      <a:pt x="113930" y="163341"/>
                      <a:pt x="51296" y="109655"/>
                      <a:pt x="1806" y="45158"/>
                    </a:cubicBezTo>
                    <a:cubicBezTo>
                      <a:pt x="-4353" y="36748"/>
                      <a:pt x="6387" y="25035"/>
                      <a:pt x="13446" y="33294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7" name="Content Placeholder 4">
                <a:extLst>
                  <a:ext uri="{FF2B5EF4-FFF2-40B4-BE49-F238E27FC236}">
                    <a16:creationId xmlns:a16="http://schemas.microsoft.com/office/drawing/2014/main" id="{44F22259-00FA-A0A5-4826-3A0AFB9245F9}"/>
                  </a:ext>
                </a:extLst>
              </p:cNvPr>
              <p:cNvSpPr/>
              <p:nvPr/>
            </p:nvSpPr>
            <p:spPr>
              <a:xfrm>
                <a:off x="2965020" y="5220927"/>
                <a:ext cx="179740" cy="20703"/>
              </a:xfrm>
              <a:custGeom>
                <a:avLst/>
                <a:gdLst>
                  <a:gd name="connsiteX0" fmla="*/ 3715 w 179740"/>
                  <a:gd name="connsiteY0" fmla="*/ 9705 h 20703"/>
                  <a:gd name="connsiteX1" fmla="*/ 47949 w 179740"/>
                  <a:gd name="connsiteY1" fmla="*/ 5800 h 20703"/>
                  <a:gd name="connsiteX2" fmla="*/ 93985 w 179740"/>
                  <a:gd name="connsiteY2" fmla="*/ 4974 h 20703"/>
                  <a:gd name="connsiteX3" fmla="*/ 139496 w 179740"/>
                  <a:gd name="connsiteY3" fmla="*/ 4974 h 20703"/>
                  <a:gd name="connsiteX4" fmla="*/ 178398 w 179740"/>
                  <a:gd name="connsiteY4" fmla="*/ 1070 h 20703"/>
                  <a:gd name="connsiteX5" fmla="*/ 177947 w 179740"/>
                  <a:gd name="connsiteY5" fmla="*/ 4899 h 20703"/>
                  <a:gd name="connsiteX6" fmla="*/ 137393 w 179740"/>
                  <a:gd name="connsiteY6" fmla="*/ 12408 h 20703"/>
                  <a:gd name="connsiteX7" fmla="*/ 93985 w 179740"/>
                  <a:gd name="connsiteY7" fmla="*/ 14735 h 20703"/>
                  <a:gd name="connsiteX8" fmla="*/ 50953 w 179740"/>
                  <a:gd name="connsiteY8" fmla="*/ 16988 h 20703"/>
                  <a:gd name="connsiteX9" fmla="*/ 5067 w 179740"/>
                  <a:gd name="connsiteY9" fmla="*/ 20667 h 20703"/>
                  <a:gd name="connsiteX10" fmla="*/ 3715 w 179740"/>
                  <a:gd name="connsiteY10" fmla="*/ 9705 h 20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79740" h="20703">
                    <a:moveTo>
                      <a:pt x="3715" y="9705"/>
                    </a:moveTo>
                    <a:cubicBezTo>
                      <a:pt x="18345" y="7355"/>
                      <a:pt x="33132" y="6048"/>
                      <a:pt x="47949" y="5800"/>
                    </a:cubicBezTo>
                    <a:cubicBezTo>
                      <a:pt x="63270" y="4997"/>
                      <a:pt x="78612" y="4726"/>
                      <a:pt x="93985" y="4974"/>
                    </a:cubicBezTo>
                    <a:cubicBezTo>
                      <a:pt x="109141" y="5875"/>
                      <a:pt x="124341" y="5875"/>
                      <a:pt x="139496" y="4974"/>
                    </a:cubicBezTo>
                    <a:cubicBezTo>
                      <a:pt x="152714" y="3773"/>
                      <a:pt x="165030" y="-2534"/>
                      <a:pt x="178398" y="1070"/>
                    </a:cubicBezTo>
                    <a:cubicBezTo>
                      <a:pt x="180425" y="1520"/>
                      <a:pt x="179975" y="5049"/>
                      <a:pt x="177947" y="4899"/>
                    </a:cubicBezTo>
                    <a:cubicBezTo>
                      <a:pt x="164129" y="3848"/>
                      <a:pt x="150986" y="10681"/>
                      <a:pt x="137393" y="12408"/>
                    </a:cubicBezTo>
                    <a:cubicBezTo>
                      <a:pt x="122974" y="13932"/>
                      <a:pt x="108487" y="14713"/>
                      <a:pt x="93985" y="14735"/>
                    </a:cubicBezTo>
                    <a:cubicBezTo>
                      <a:pt x="79664" y="15336"/>
                      <a:pt x="65320" y="16087"/>
                      <a:pt x="50953" y="16988"/>
                    </a:cubicBezTo>
                    <a:cubicBezTo>
                      <a:pt x="35933" y="17964"/>
                      <a:pt x="20312" y="20517"/>
                      <a:pt x="5067" y="20667"/>
                    </a:cubicBezTo>
                    <a:cubicBezTo>
                      <a:pt x="-791" y="20967"/>
                      <a:pt x="-2067" y="10906"/>
                      <a:pt x="3715" y="9705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8" name="Content Placeholder 4">
                <a:extLst>
                  <a:ext uri="{FF2B5EF4-FFF2-40B4-BE49-F238E27FC236}">
                    <a16:creationId xmlns:a16="http://schemas.microsoft.com/office/drawing/2014/main" id="{A3B29400-6B67-D71D-A21E-1D3FA1B621EB}"/>
                  </a:ext>
                </a:extLst>
              </p:cNvPr>
              <p:cNvSpPr/>
              <p:nvPr/>
            </p:nvSpPr>
            <p:spPr>
              <a:xfrm>
                <a:off x="2960609" y="5282893"/>
                <a:ext cx="188845" cy="92968"/>
              </a:xfrm>
              <a:custGeom>
                <a:avLst/>
                <a:gdLst>
                  <a:gd name="connsiteX0" fmla="*/ 103878 w 188845"/>
                  <a:gd name="connsiteY0" fmla="*/ 4202 h 92968"/>
                  <a:gd name="connsiteX1" fmla="*/ 122578 w 188845"/>
                  <a:gd name="connsiteY1" fmla="*/ 148 h 92968"/>
                  <a:gd name="connsiteX2" fmla="*/ 172144 w 188845"/>
                  <a:gd name="connsiteY2" fmla="*/ 27779 h 92968"/>
                  <a:gd name="connsiteX3" fmla="*/ 188817 w 188845"/>
                  <a:gd name="connsiteY3" fmla="*/ 87847 h 92968"/>
                  <a:gd name="connsiteX4" fmla="*/ 136247 w 188845"/>
                  <a:gd name="connsiteY4" fmla="*/ 91226 h 92968"/>
                  <a:gd name="connsiteX5" fmla="*/ 45075 w 188845"/>
                  <a:gd name="connsiteY5" fmla="*/ 87847 h 92968"/>
                  <a:gd name="connsiteX6" fmla="*/ 14059 w 188845"/>
                  <a:gd name="connsiteY6" fmla="*/ 72004 h 92968"/>
                  <a:gd name="connsiteX7" fmla="*/ 691 w 188845"/>
                  <a:gd name="connsiteY7" fmla="*/ 5479 h 92968"/>
                  <a:gd name="connsiteX8" fmla="*/ 54688 w 188845"/>
                  <a:gd name="connsiteY8" fmla="*/ 6755 h 92968"/>
                  <a:gd name="connsiteX9" fmla="*/ 103878 w 188845"/>
                  <a:gd name="connsiteY9" fmla="*/ 4202 h 92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8845" h="92968">
                    <a:moveTo>
                      <a:pt x="103878" y="4202"/>
                    </a:moveTo>
                    <a:cubicBezTo>
                      <a:pt x="110007" y="2416"/>
                      <a:pt x="116255" y="1057"/>
                      <a:pt x="122578" y="148"/>
                    </a:cubicBezTo>
                    <a:cubicBezTo>
                      <a:pt x="141654" y="-1654"/>
                      <a:pt x="160654" y="10435"/>
                      <a:pt x="172144" y="27779"/>
                    </a:cubicBezTo>
                    <a:cubicBezTo>
                      <a:pt x="183056" y="45912"/>
                      <a:pt x="188824" y="66681"/>
                      <a:pt x="188817" y="87847"/>
                    </a:cubicBezTo>
                    <a:lnTo>
                      <a:pt x="136247" y="91226"/>
                    </a:lnTo>
                    <a:cubicBezTo>
                      <a:pt x="106207" y="93103"/>
                      <a:pt x="74965" y="94980"/>
                      <a:pt x="45075" y="87847"/>
                    </a:cubicBezTo>
                    <a:cubicBezTo>
                      <a:pt x="33367" y="85827"/>
                      <a:pt x="22553" y="80301"/>
                      <a:pt x="14059" y="72004"/>
                    </a:cubicBezTo>
                    <a:cubicBezTo>
                      <a:pt x="-961" y="55410"/>
                      <a:pt x="-961" y="28755"/>
                      <a:pt x="691" y="5479"/>
                    </a:cubicBezTo>
                    <a:lnTo>
                      <a:pt x="54688" y="6755"/>
                    </a:lnTo>
                    <a:cubicBezTo>
                      <a:pt x="71127" y="7919"/>
                      <a:pt x="87649" y="7056"/>
                      <a:pt x="103878" y="4202"/>
                    </a:cubicBezTo>
                    <a:close/>
                  </a:path>
                </a:pathLst>
              </a:custGeom>
              <a:solidFill>
                <a:srgbClr val="9FB18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9" name="Content Placeholder 4">
                <a:extLst>
                  <a:ext uri="{FF2B5EF4-FFF2-40B4-BE49-F238E27FC236}">
                    <a16:creationId xmlns:a16="http://schemas.microsoft.com/office/drawing/2014/main" id="{D54E2B0D-CC1E-5AC4-FCA9-E72A8D91F747}"/>
                  </a:ext>
                </a:extLst>
              </p:cNvPr>
              <p:cNvSpPr/>
              <p:nvPr/>
            </p:nvSpPr>
            <p:spPr>
              <a:xfrm>
                <a:off x="3130970" y="4994349"/>
                <a:ext cx="254673" cy="91698"/>
              </a:xfrm>
              <a:custGeom>
                <a:avLst/>
                <a:gdLst>
                  <a:gd name="connsiteX0" fmla="*/ 5388 w 254673"/>
                  <a:gd name="connsiteY0" fmla="*/ 1043 h 91698"/>
                  <a:gd name="connsiteX1" fmla="*/ 53302 w 254673"/>
                  <a:gd name="connsiteY1" fmla="*/ 50298 h 91698"/>
                  <a:gd name="connsiteX2" fmla="*/ 81840 w 254673"/>
                  <a:gd name="connsiteY2" fmla="*/ 75076 h 91698"/>
                  <a:gd name="connsiteX3" fmla="*/ 96034 w 254673"/>
                  <a:gd name="connsiteY3" fmla="*/ 84912 h 91698"/>
                  <a:gd name="connsiteX4" fmla="*/ 116160 w 254673"/>
                  <a:gd name="connsiteY4" fmla="*/ 80332 h 91698"/>
                  <a:gd name="connsiteX5" fmla="*/ 253368 w 254673"/>
                  <a:gd name="connsiteY5" fmla="*/ 27773 h 91698"/>
                  <a:gd name="connsiteX6" fmla="*/ 253969 w 254673"/>
                  <a:gd name="connsiteY6" fmla="*/ 29950 h 91698"/>
                  <a:gd name="connsiteX7" fmla="*/ 109476 w 254673"/>
                  <a:gd name="connsiteY7" fmla="*/ 90018 h 91698"/>
                  <a:gd name="connsiteX8" fmla="*/ 83342 w 254673"/>
                  <a:gd name="connsiteY8" fmla="*/ 84462 h 91698"/>
                  <a:gd name="connsiteX9" fmla="*/ 55480 w 254673"/>
                  <a:gd name="connsiteY9" fmla="*/ 60810 h 91698"/>
                  <a:gd name="connsiteX10" fmla="*/ 882 w 254673"/>
                  <a:gd name="connsiteY10" fmla="*/ 5623 h 91698"/>
                  <a:gd name="connsiteX11" fmla="*/ 5388 w 254673"/>
                  <a:gd name="connsiteY11" fmla="*/ 1043 h 91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4673" h="91698">
                    <a:moveTo>
                      <a:pt x="5388" y="1043"/>
                    </a:moveTo>
                    <a:cubicBezTo>
                      <a:pt x="20513" y="18267"/>
                      <a:pt x="36502" y="34703"/>
                      <a:pt x="53302" y="50298"/>
                    </a:cubicBezTo>
                    <a:cubicBezTo>
                      <a:pt x="62561" y="58858"/>
                      <a:pt x="72077" y="67117"/>
                      <a:pt x="81840" y="75076"/>
                    </a:cubicBezTo>
                    <a:cubicBezTo>
                      <a:pt x="86075" y="79018"/>
                      <a:pt x="90852" y="82337"/>
                      <a:pt x="96034" y="84912"/>
                    </a:cubicBezTo>
                    <a:cubicBezTo>
                      <a:pt x="102342" y="87390"/>
                      <a:pt x="110453" y="82585"/>
                      <a:pt x="116160" y="80332"/>
                    </a:cubicBezTo>
                    <a:cubicBezTo>
                      <a:pt x="161821" y="62312"/>
                      <a:pt x="207707" y="45118"/>
                      <a:pt x="253368" y="27773"/>
                    </a:cubicBezTo>
                    <a:cubicBezTo>
                      <a:pt x="254645" y="27247"/>
                      <a:pt x="255170" y="29425"/>
                      <a:pt x="253969" y="29950"/>
                    </a:cubicBezTo>
                    <a:cubicBezTo>
                      <a:pt x="205980" y="50148"/>
                      <a:pt x="158066" y="71022"/>
                      <a:pt x="109476" y="90018"/>
                    </a:cubicBezTo>
                    <a:cubicBezTo>
                      <a:pt x="100434" y="93525"/>
                      <a:pt x="90176" y="91340"/>
                      <a:pt x="83342" y="84462"/>
                    </a:cubicBezTo>
                    <a:cubicBezTo>
                      <a:pt x="73804" y="76953"/>
                      <a:pt x="64567" y="68919"/>
                      <a:pt x="55480" y="60810"/>
                    </a:cubicBezTo>
                    <a:cubicBezTo>
                      <a:pt x="36164" y="43548"/>
                      <a:pt x="17930" y="25122"/>
                      <a:pt x="882" y="5623"/>
                    </a:cubicBezTo>
                    <a:cubicBezTo>
                      <a:pt x="-1972" y="2620"/>
                      <a:pt x="2534" y="-2186"/>
                      <a:pt x="5388" y="104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0" name="Content Placeholder 4">
                <a:extLst>
                  <a:ext uri="{FF2B5EF4-FFF2-40B4-BE49-F238E27FC236}">
                    <a16:creationId xmlns:a16="http://schemas.microsoft.com/office/drawing/2014/main" id="{940F807E-0490-0A81-B449-23730DCE1FB2}"/>
                  </a:ext>
                </a:extLst>
              </p:cNvPr>
              <p:cNvSpPr/>
              <p:nvPr/>
            </p:nvSpPr>
            <p:spPr>
              <a:xfrm>
                <a:off x="3040553" y="4990683"/>
                <a:ext cx="201201" cy="118398"/>
              </a:xfrm>
              <a:custGeom>
                <a:avLst/>
                <a:gdLst>
                  <a:gd name="connsiteX0" fmla="*/ 4558 w 201201"/>
                  <a:gd name="connsiteY0" fmla="*/ 655 h 118398"/>
                  <a:gd name="connsiteX1" fmla="*/ 45187 w 201201"/>
                  <a:gd name="connsiteY1" fmla="*/ 39323 h 118398"/>
                  <a:gd name="connsiteX2" fmla="*/ 90247 w 201201"/>
                  <a:gd name="connsiteY2" fmla="*/ 82347 h 118398"/>
                  <a:gd name="connsiteX3" fmla="*/ 111425 w 201201"/>
                  <a:gd name="connsiteY3" fmla="*/ 102845 h 118398"/>
                  <a:gd name="connsiteX4" fmla="*/ 128623 w 201201"/>
                  <a:gd name="connsiteY4" fmla="*/ 110353 h 118398"/>
                  <a:gd name="connsiteX5" fmla="*/ 143643 w 201201"/>
                  <a:gd name="connsiteY5" fmla="*/ 105473 h 118398"/>
                  <a:gd name="connsiteX6" fmla="*/ 199442 w 201201"/>
                  <a:gd name="connsiteY6" fmla="*/ 87152 h 118398"/>
                  <a:gd name="connsiteX7" fmla="*/ 200193 w 201201"/>
                  <a:gd name="connsiteY7" fmla="*/ 90156 h 118398"/>
                  <a:gd name="connsiteX8" fmla="*/ 142066 w 201201"/>
                  <a:gd name="connsiteY8" fmla="*/ 112005 h 118398"/>
                  <a:gd name="connsiteX9" fmla="*/ 119987 w 201201"/>
                  <a:gd name="connsiteY9" fmla="*/ 117712 h 118398"/>
                  <a:gd name="connsiteX10" fmla="*/ 97832 w 201201"/>
                  <a:gd name="connsiteY10" fmla="*/ 98791 h 118398"/>
                  <a:gd name="connsiteX11" fmla="*/ 50519 w 201201"/>
                  <a:gd name="connsiteY11" fmla="*/ 53740 h 118398"/>
                  <a:gd name="connsiteX12" fmla="*/ 1254 w 201201"/>
                  <a:gd name="connsiteY12" fmla="*/ 6436 h 118398"/>
                  <a:gd name="connsiteX13" fmla="*/ 4558 w 201201"/>
                  <a:gd name="connsiteY13" fmla="*/ 655 h 1183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01201" h="118398">
                    <a:moveTo>
                      <a:pt x="4558" y="655"/>
                    </a:moveTo>
                    <a:cubicBezTo>
                      <a:pt x="18752" y="12593"/>
                      <a:pt x="31744" y="26409"/>
                      <a:pt x="45187" y="39323"/>
                    </a:cubicBezTo>
                    <a:cubicBezTo>
                      <a:pt x="60207" y="53590"/>
                      <a:pt x="75227" y="68006"/>
                      <a:pt x="90247" y="82347"/>
                    </a:cubicBezTo>
                    <a:lnTo>
                      <a:pt x="111425" y="102845"/>
                    </a:lnTo>
                    <a:cubicBezTo>
                      <a:pt x="116908" y="108101"/>
                      <a:pt x="121188" y="112381"/>
                      <a:pt x="128623" y="110353"/>
                    </a:cubicBezTo>
                    <a:cubicBezTo>
                      <a:pt x="133580" y="108852"/>
                      <a:pt x="138461" y="107125"/>
                      <a:pt x="143643" y="105473"/>
                    </a:cubicBezTo>
                    <a:cubicBezTo>
                      <a:pt x="162193" y="99241"/>
                      <a:pt x="180742" y="93009"/>
                      <a:pt x="199442" y="87152"/>
                    </a:cubicBezTo>
                    <a:cubicBezTo>
                      <a:pt x="201170" y="86552"/>
                      <a:pt x="201921" y="89555"/>
                      <a:pt x="200193" y="90156"/>
                    </a:cubicBezTo>
                    <a:cubicBezTo>
                      <a:pt x="180893" y="97664"/>
                      <a:pt x="161517" y="104797"/>
                      <a:pt x="142066" y="112005"/>
                    </a:cubicBezTo>
                    <a:cubicBezTo>
                      <a:pt x="136434" y="114032"/>
                      <a:pt x="126370" y="120414"/>
                      <a:pt x="119987" y="117712"/>
                    </a:cubicBezTo>
                    <a:cubicBezTo>
                      <a:pt x="111598" y="112681"/>
                      <a:pt x="104111" y="106284"/>
                      <a:pt x="97832" y="98791"/>
                    </a:cubicBezTo>
                    <a:lnTo>
                      <a:pt x="50519" y="53740"/>
                    </a:lnTo>
                    <a:cubicBezTo>
                      <a:pt x="34072" y="38122"/>
                      <a:pt x="16649" y="23180"/>
                      <a:pt x="1254" y="6436"/>
                    </a:cubicBezTo>
                    <a:cubicBezTo>
                      <a:pt x="-1976" y="3283"/>
                      <a:pt x="1554" y="-1898"/>
                      <a:pt x="4558" y="655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1" name="Content Placeholder 4">
                <a:extLst>
                  <a:ext uri="{FF2B5EF4-FFF2-40B4-BE49-F238E27FC236}">
                    <a16:creationId xmlns:a16="http://schemas.microsoft.com/office/drawing/2014/main" id="{D353C605-D1CF-AB4C-D4B1-5B5081537701}"/>
                  </a:ext>
                </a:extLst>
              </p:cNvPr>
              <p:cNvSpPr/>
              <p:nvPr/>
            </p:nvSpPr>
            <p:spPr>
              <a:xfrm>
                <a:off x="3117124" y="5046625"/>
                <a:ext cx="22784" cy="15231"/>
              </a:xfrm>
              <a:custGeom>
                <a:avLst/>
                <a:gdLst>
                  <a:gd name="connsiteX0" fmla="*/ 684 w 22784"/>
                  <a:gd name="connsiteY0" fmla="*/ 11538 h 15231"/>
                  <a:gd name="connsiteX1" fmla="*/ 20961 w 22784"/>
                  <a:gd name="connsiteY1" fmla="*/ 125 h 15231"/>
                  <a:gd name="connsiteX2" fmla="*/ 22163 w 22784"/>
                  <a:gd name="connsiteY2" fmla="*/ 2453 h 15231"/>
                  <a:gd name="connsiteX3" fmla="*/ 2487 w 22784"/>
                  <a:gd name="connsiteY3" fmla="*/ 14841 h 15231"/>
                  <a:gd name="connsiteX4" fmla="*/ 684 w 22784"/>
                  <a:gd name="connsiteY4" fmla="*/ 11538 h 152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784" h="15231">
                    <a:moveTo>
                      <a:pt x="684" y="11538"/>
                    </a:moveTo>
                    <a:cubicBezTo>
                      <a:pt x="7218" y="7333"/>
                      <a:pt x="14202" y="4029"/>
                      <a:pt x="20961" y="125"/>
                    </a:cubicBezTo>
                    <a:cubicBezTo>
                      <a:pt x="22313" y="-626"/>
                      <a:pt x="23515" y="1552"/>
                      <a:pt x="22163" y="2453"/>
                    </a:cubicBezTo>
                    <a:cubicBezTo>
                      <a:pt x="15629" y="6657"/>
                      <a:pt x="9246" y="11162"/>
                      <a:pt x="2487" y="14841"/>
                    </a:cubicBezTo>
                    <a:cubicBezTo>
                      <a:pt x="684" y="16343"/>
                      <a:pt x="-1043" y="12739"/>
                      <a:pt x="684" y="1153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2" name="Content Placeholder 4">
                <a:extLst>
                  <a:ext uri="{FF2B5EF4-FFF2-40B4-BE49-F238E27FC236}">
                    <a16:creationId xmlns:a16="http://schemas.microsoft.com/office/drawing/2014/main" id="{0AC00D07-6846-961F-C65E-F3E26805195D}"/>
                  </a:ext>
                </a:extLst>
              </p:cNvPr>
              <p:cNvSpPr/>
              <p:nvPr/>
            </p:nvSpPr>
            <p:spPr>
              <a:xfrm>
                <a:off x="3254657" y="5144824"/>
                <a:ext cx="116929" cy="104370"/>
              </a:xfrm>
              <a:custGeom>
                <a:avLst/>
                <a:gdLst>
                  <a:gd name="connsiteX0" fmla="*/ 7568 w 116929"/>
                  <a:gd name="connsiteY0" fmla="*/ 1338 h 104370"/>
                  <a:gd name="connsiteX1" fmla="*/ 116087 w 116929"/>
                  <a:gd name="connsiteY1" fmla="*/ 100599 h 104370"/>
                  <a:gd name="connsiteX2" fmla="*/ 114285 w 116929"/>
                  <a:gd name="connsiteY2" fmla="*/ 104053 h 104370"/>
                  <a:gd name="connsiteX3" fmla="*/ 58486 w 116929"/>
                  <a:gd name="connsiteY3" fmla="*/ 63207 h 104370"/>
                  <a:gd name="connsiteX4" fmla="*/ 1410 w 116929"/>
                  <a:gd name="connsiteY4" fmla="*/ 8020 h 104370"/>
                  <a:gd name="connsiteX5" fmla="*/ 7568 w 116929"/>
                  <a:gd name="connsiteY5" fmla="*/ 1338 h 104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929" h="104370">
                    <a:moveTo>
                      <a:pt x="7568" y="1338"/>
                    </a:moveTo>
                    <a:cubicBezTo>
                      <a:pt x="42189" y="36477"/>
                      <a:pt x="75909" y="72518"/>
                      <a:pt x="116087" y="100599"/>
                    </a:cubicBezTo>
                    <a:cubicBezTo>
                      <a:pt x="118040" y="102026"/>
                      <a:pt x="116087" y="105330"/>
                      <a:pt x="114285" y="104053"/>
                    </a:cubicBezTo>
                    <a:cubicBezTo>
                      <a:pt x="94609" y="91972"/>
                      <a:pt x="75946" y="78307"/>
                      <a:pt x="58486" y="63207"/>
                    </a:cubicBezTo>
                    <a:cubicBezTo>
                      <a:pt x="38584" y="45863"/>
                      <a:pt x="20109" y="26716"/>
                      <a:pt x="1410" y="8020"/>
                    </a:cubicBezTo>
                    <a:cubicBezTo>
                      <a:pt x="-2871" y="3815"/>
                      <a:pt x="3362" y="-2942"/>
                      <a:pt x="7568" y="133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3" name="Content Placeholder 4">
                <a:extLst>
                  <a:ext uri="{FF2B5EF4-FFF2-40B4-BE49-F238E27FC236}">
                    <a16:creationId xmlns:a16="http://schemas.microsoft.com/office/drawing/2014/main" id="{9A83CF61-BEE5-9765-D4B6-119BF079E418}"/>
                  </a:ext>
                </a:extLst>
              </p:cNvPr>
              <p:cNvSpPr/>
              <p:nvPr/>
            </p:nvSpPr>
            <p:spPr>
              <a:xfrm>
                <a:off x="3187189" y="5161441"/>
                <a:ext cx="161862" cy="90223"/>
              </a:xfrm>
              <a:custGeom>
                <a:avLst/>
                <a:gdLst>
                  <a:gd name="connsiteX0" fmla="*/ 1739 w 161862"/>
                  <a:gd name="connsiteY0" fmla="*/ 83608 h 90223"/>
                  <a:gd name="connsiteX1" fmla="*/ 81570 w 161862"/>
                  <a:gd name="connsiteY1" fmla="*/ 40734 h 90223"/>
                  <a:gd name="connsiteX2" fmla="*/ 159900 w 161862"/>
                  <a:gd name="connsiteY2" fmla="*/ 114 h 90223"/>
                  <a:gd name="connsiteX3" fmla="*/ 161176 w 161862"/>
                  <a:gd name="connsiteY3" fmla="*/ 2592 h 90223"/>
                  <a:gd name="connsiteX4" fmla="*/ 84424 w 161862"/>
                  <a:gd name="connsiteY4" fmla="*/ 46140 h 90223"/>
                  <a:gd name="connsiteX5" fmla="*/ 5044 w 161862"/>
                  <a:gd name="connsiteY5" fmla="*/ 89840 h 90223"/>
                  <a:gd name="connsiteX6" fmla="*/ 327 w 161862"/>
                  <a:gd name="connsiteY6" fmla="*/ 88210 h 90223"/>
                  <a:gd name="connsiteX7" fmla="*/ 1739 w 161862"/>
                  <a:gd name="connsiteY7" fmla="*/ 83608 h 90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1862" h="90223">
                    <a:moveTo>
                      <a:pt x="1739" y="83608"/>
                    </a:moveTo>
                    <a:cubicBezTo>
                      <a:pt x="27498" y="67915"/>
                      <a:pt x="54985" y="54625"/>
                      <a:pt x="81570" y="40734"/>
                    </a:cubicBezTo>
                    <a:cubicBezTo>
                      <a:pt x="108156" y="26844"/>
                      <a:pt x="134140" y="13478"/>
                      <a:pt x="159900" y="114"/>
                    </a:cubicBezTo>
                    <a:cubicBezTo>
                      <a:pt x="161327" y="-637"/>
                      <a:pt x="162678" y="1765"/>
                      <a:pt x="161176" y="2592"/>
                    </a:cubicBezTo>
                    <a:cubicBezTo>
                      <a:pt x="135740" y="17158"/>
                      <a:pt x="110161" y="31672"/>
                      <a:pt x="84424" y="46140"/>
                    </a:cubicBezTo>
                    <a:cubicBezTo>
                      <a:pt x="58214" y="61157"/>
                      <a:pt x="31854" y="76775"/>
                      <a:pt x="5044" y="89840"/>
                    </a:cubicBezTo>
                    <a:cubicBezTo>
                      <a:pt x="3294" y="90688"/>
                      <a:pt x="1176" y="89960"/>
                      <a:pt x="327" y="88210"/>
                    </a:cubicBezTo>
                    <a:cubicBezTo>
                      <a:pt x="-484" y="86543"/>
                      <a:pt x="132" y="84531"/>
                      <a:pt x="1739" y="8360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4" name="Content Placeholder 4">
                <a:extLst>
                  <a:ext uri="{FF2B5EF4-FFF2-40B4-BE49-F238E27FC236}">
                    <a16:creationId xmlns:a16="http://schemas.microsoft.com/office/drawing/2014/main" id="{0B6A4653-0BCF-0480-CAE0-427F38DC233E}"/>
                  </a:ext>
                </a:extLst>
              </p:cNvPr>
              <p:cNvSpPr/>
              <p:nvPr/>
            </p:nvSpPr>
            <p:spPr>
              <a:xfrm>
                <a:off x="3180757" y="5157182"/>
                <a:ext cx="64738" cy="65557"/>
              </a:xfrm>
              <a:custGeom>
                <a:avLst/>
                <a:gdLst>
                  <a:gd name="connsiteX0" fmla="*/ 6519 w 64738"/>
                  <a:gd name="connsiteY0" fmla="*/ 768 h 65557"/>
                  <a:gd name="connsiteX1" fmla="*/ 37835 w 64738"/>
                  <a:gd name="connsiteY1" fmla="*/ 30051 h 65557"/>
                  <a:gd name="connsiteX2" fmla="*/ 64571 w 64738"/>
                  <a:gd name="connsiteY2" fmla="*/ 63463 h 65557"/>
                  <a:gd name="connsiteX3" fmla="*/ 62844 w 64738"/>
                  <a:gd name="connsiteY3" fmla="*/ 65341 h 65557"/>
                  <a:gd name="connsiteX4" fmla="*/ 34381 w 64738"/>
                  <a:gd name="connsiteY4" fmla="*/ 38085 h 65557"/>
                  <a:gd name="connsiteX5" fmla="*/ 1337 w 64738"/>
                  <a:gd name="connsiteY5" fmla="*/ 8051 h 65557"/>
                  <a:gd name="connsiteX6" fmla="*/ 6519 w 64738"/>
                  <a:gd name="connsiteY6" fmla="*/ 768 h 655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4738" h="65557">
                    <a:moveTo>
                      <a:pt x="6519" y="768"/>
                    </a:moveTo>
                    <a:cubicBezTo>
                      <a:pt x="17551" y="9875"/>
                      <a:pt x="28005" y="19659"/>
                      <a:pt x="37835" y="30051"/>
                    </a:cubicBezTo>
                    <a:cubicBezTo>
                      <a:pt x="46997" y="39511"/>
                      <a:pt x="59464" y="50549"/>
                      <a:pt x="64571" y="63463"/>
                    </a:cubicBezTo>
                    <a:cubicBezTo>
                      <a:pt x="65097" y="64740"/>
                      <a:pt x="64045" y="66017"/>
                      <a:pt x="62844" y="65341"/>
                    </a:cubicBezTo>
                    <a:cubicBezTo>
                      <a:pt x="52179" y="59184"/>
                      <a:pt x="43317" y="46945"/>
                      <a:pt x="34381" y="38085"/>
                    </a:cubicBezTo>
                    <a:cubicBezTo>
                      <a:pt x="23716" y="27573"/>
                      <a:pt x="12376" y="17962"/>
                      <a:pt x="1337" y="8051"/>
                    </a:cubicBezTo>
                    <a:cubicBezTo>
                      <a:pt x="-2493" y="4597"/>
                      <a:pt x="2538" y="-2386"/>
                      <a:pt x="6519" y="76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5" name="Content Placeholder 4">
                <a:extLst>
                  <a:ext uri="{FF2B5EF4-FFF2-40B4-BE49-F238E27FC236}">
                    <a16:creationId xmlns:a16="http://schemas.microsoft.com/office/drawing/2014/main" id="{BFE0AF42-EE51-AF55-4AF3-EB09DDD44DC5}"/>
                  </a:ext>
                </a:extLst>
              </p:cNvPr>
              <p:cNvSpPr/>
              <p:nvPr/>
            </p:nvSpPr>
            <p:spPr>
              <a:xfrm>
                <a:off x="2955384" y="5272787"/>
                <a:ext cx="254384" cy="20014"/>
              </a:xfrm>
              <a:custGeom>
                <a:avLst/>
                <a:gdLst>
                  <a:gd name="connsiteX0" fmla="*/ 4714 w 254384"/>
                  <a:gd name="connsiteY0" fmla="*/ 5599 h 20014"/>
                  <a:gd name="connsiteX1" fmla="*/ 64794 w 254384"/>
                  <a:gd name="connsiteY1" fmla="*/ 8603 h 20014"/>
                  <a:gd name="connsiteX2" fmla="*/ 127953 w 254384"/>
                  <a:gd name="connsiteY2" fmla="*/ 4848 h 20014"/>
                  <a:gd name="connsiteX3" fmla="*/ 252469 w 254384"/>
                  <a:gd name="connsiteY3" fmla="*/ 2295 h 20014"/>
                  <a:gd name="connsiteX4" fmla="*/ 252469 w 254384"/>
                  <a:gd name="connsiteY4" fmla="*/ 6575 h 20014"/>
                  <a:gd name="connsiteX5" fmla="*/ 127953 w 254384"/>
                  <a:gd name="connsiteY5" fmla="*/ 14684 h 20014"/>
                  <a:gd name="connsiteX6" fmla="*/ 64794 w 254384"/>
                  <a:gd name="connsiteY6" fmla="*/ 19340 h 20014"/>
                  <a:gd name="connsiteX7" fmla="*/ 3512 w 254384"/>
                  <a:gd name="connsiteY7" fmla="*/ 15961 h 20014"/>
                  <a:gd name="connsiteX8" fmla="*/ 4714 w 254384"/>
                  <a:gd name="connsiteY8" fmla="*/ 5599 h 20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54384" h="20014">
                    <a:moveTo>
                      <a:pt x="4714" y="5599"/>
                    </a:moveTo>
                    <a:cubicBezTo>
                      <a:pt x="24766" y="6500"/>
                      <a:pt x="44592" y="8903"/>
                      <a:pt x="64794" y="8603"/>
                    </a:cubicBezTo>
                    <a:cubicBezTo>
                      <a:pt x="84996" y="8302"/>
                      <a:pt x="106925" y="6650"/>
                      <a:pt x="127953" y="4848"/>
                    </a:cubicBezTo>
                    <a:cubicBezTo>
                      <a:pt x="169408" y="1319"/>
                      <a:pt x="210563" y="-2660"/>
                      <a:pt x="252469" y="2295"/>
                    </a:cubicBezTo>
                    <a:cubicBezTo>
                      <a:pt x="254947" y="2295"/>
                      <a:pt x="255022" y="6575"/>
                      <a:pt x="252469" y="6575"/>
                    </a:cubicBezTo>
                    <a:cubicBezTo>
                      <a:pt x="210713" y="7101"/>
                      <a:pt x="169483" y="10480"/>
                      <a:pt x="127953" y="14684"/>
                    </a:cubicBezTo>
                    <a:cubicBezTo>
                      <a:pt x="106925" y="16786"/>
                      <a:pt x="85897" y="18664"/>
                      <a:pt x="64794" y="19340"/>
                    </a:cubicBezTo>
                    <a:cubicBezTo>
                      <a:pt x="44307" y="20849"/>
                      <a:pt x="23707" y="19707"/>
                      <a:pt x="3512" y="15961"/>
                    </a:cubicBezTo>
                    <a:cubicBezTo>
                      <a:pt x="-2045" y="14684"/>
                      <a:pt x="-618" y="5373"/>
                      <a:pt x="4714" y="559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6" name="Content Placeholder 4">
                <a:extLst>
                  <a:ext uri="{FF2B5EF4-FFF2-40B4-BE49-F238E27FC236}">
                    <a16:creationId xmlns:a16="http://schemas.microsoft.com/office/drawing/2014/main" id="{4D22234C-7227-916F-D5CE-FD3ED5C0BECE}"/>
                  </a:ext>
                </a:extLst>
              </p:cNvPr>
              <p:cNvSpPr/>
              <p:nvPr/>
            </p:nvSpPr>
            <p:spPr>
              <a:xfrm>
                <a:off x="3242723" y="5085247"/>
                <a:ext cx="36754" cy="57692"/>
              </a:xfrm>
              <a:custGeom>
                <a:avLst/>
                <a:gdLst>
                  <a:gd name="connsiteX0" fmla="*/ 51 w 36754"/>
                  <a:gd name="connsiteY0" fmla="*/ 22172 h 57692"/>
                  <a:gd name="connsiteX1" fmla="*/ 8387 w 36754"/>
                  <a:gd name="connsiteY1" fmla="*/ 41694 h 57692"/>
                  <a:gd name="connsiteX2" fmla="*/ 10565 w 36754"/>
                  <a:gd name="connsiteY2" fmla="*/ 45072 h 57692"/>
                  <a:gd name="connsiteX3" fmla="*/ 11166 w 36754"/>
                  <a:gd name="connsiteY3" fmla="*/ 46124 h 57692"/>
                  <a:gd name="connsiteX4" fmla="*/ 19502 w 36754"/>
                  <a:gd name="connsiteY4" fmla="*/ 57612 h 57692"/>
                  <a:gd name="connsiteX5" fmla="*/ 19502 w 36754"/>
                  <a:gd name="connsiteY5" fmla="*/ 57612 h 57692"/>
                  <a:gd name="connsiteX6" fmla="*/ 19878 w 36754"/>
                  <a:gd name="connsiteY6" fmla="*/ 57612 h 57692"/>
                  <a:gd name="connsiteX7" fmla="*/ 20328 w 36754"/>
                  <a:gd name="connsiteY7" fmla="*/ 57612 h 57692"/>
                  <a:gd name="connsiteX8" fmla="*/ 21380 w 36754"/>
                  <a:gd name="connsiteY8" fmla="*/ 55810 h 57692"/>
                  <a:gd name="connsiteX9" fmla="*/ 24233 w 36754"/>
                  <a:gd name="connsiteY9" fmla="*/ 50854 h 57692"/>
                  <a:gd name="connsiteX10" fmla="*/ 25585 w 36754"/>
                  <a:gd name="connsiteY10" fmla="*/ 48827 h 57692"/>
                  <a:gd name="connsiteX11" fmla="*/ 29716 w 36754"/>
                  <a:gd name="connsiteY11" fmla="*/ 41769 h 57692"/>
                  <a:gd name="connsiteX12" fmla="*/ 31218 w 36754"/>
                  <a:gd name="connsiteY12" fmla="*/ 38841 h 57692"/>
                  <a:gd name="connsiteX13" fmla="*/ 36024 w 36754"/>
                  <a:gd name="connsiteY13" fmla="*/ 27128 h 57692"/>
                  <a:gd name="connsiteX14" fmla="*/ 24384 w 36754"/>
                  <a:gd name="connsiteY14" fmla="*/ 1374 h 57692"/>
                  <a:gd name="connsiteX15" fmla="*/ 5759 w 36754"/>
                  <a:gd name="connsiteY15" fmla="*/ 5202 h 57692"/>
                  <a:gd name="connsiteX16" fmla="*/ 51 w 36754"/>
                  <a:gd name="connsiteY16" fmla="*/ 22172 h 57692"/>
                  <a:gd name="connsiteX17" fmla="*/ 14245 w 36754"/>
                  <a:gd name="connsiteY17" fmla="*/ 29680 h 57692"/>
                  <a:gd name="connsiteX18" fmla="*/ 9063 w 36754"/>
                  <a:gd name="connsiteY18" fmla="*/ 19169 h 57692"/>
                  <a:gd name="connsiteX19" fmla="*/ 18676 w 36754"/>
                  <a:gd name="connsiteY19" fmla="*/ 8432 h 57692"/>
                  <a:gd name="connsiteX20" fmla="*/ 18676 w 36754"/>
                  <a:gd name="connsiteY20" fmla="*/ 8432 h 57692"/>
                  <a:gd name="connsiteX21" fmla="*/ 26186 w 36754"/>
                  <a:gd name="connsiteY21" fmla="*/ 12336 h 57692"/>
                  <a:gd name="connsiteX22" fmla="*/ 29040 w 36754"/>
                  <a:gd name="connsiteY22" fmla="*/ 21121 h 57692"/>
                  <a:gd name="connsiteX23" fmla="*/ 25360 w 36754"/>
                  <a:gd name="connsiteY23" fmla="*/ 27803 h 57692"/>
                  <a:gd name="connsiteX24" fmla="*/ 14245 w 36754"/>
                  <a:gd name="connsiteY24" fmla="*/ 29755 h 57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6754" h="57692">
                    <a:moveTo>
                      <a:pt x="51" y="22172"/>
                    </a:moveTo>
                    <a:cubicBezTo>
                      <a:pt x="1050" y="29305"/>
                      <a:pt x="3926" y="36040"/>
                      <a:pt x="8387" y="41694"/>
                    </a:cubicBezTo>
                    <a:cubicBezTo>
                      <a:pt x="9138" y="42820"/>
                      <a:pt x="9889" y="43946"/>
                      <a:pt x="10565" y="45072"/>
                    </a:cubicBezTo>
                    <a:lnTo>
                      <a:pt x="11166" y="46124"/>
                    </a:lnTo>
                    <a:cubicBezTo>
                      <a:pt x="13524" y="50239"/>
                      <a:pt x="16325" y="54090"/>
                      <a:pt x="19502" y="57612"/>
                    </a:cubicBezTo>
                    <a:lnTo>
                      <a:pt x="19502" y="57612"/>
                    </a:lnTo>
                    <a:lnTo>
                      <a:pt x="19878" y="57612"/>
                    </a:lnTo>
                    <a:cubicBezTo>
                      <a:pt x="20020" y="57679"/>
                      <a:pt x="20186" y="57679"/>
                      <a:pt x="20328" y="57612"/>
                    </a:cubicBezTo>
                    <a:lnTo>
                      <a:pt x="21380" y="55810"/>
                    </a:lnTo>
                    <a:cubicBezTo>
                      <a:pt x="22281" y="54158"/>
                      <a:pt x="23407" y="52281"/>
                      <a:pt x="24233" y="50854"/>
                    </a:cubicBezTo>
                    <a:lnTo>
                      <a:pt x="25585" y="48827"/>
                    </a:lnTo>
                    <a:cubicBezTo>
                      <a:pt x="27110" y="46567"/>
                      <a:pt x="28492" y="44209"/>
                      <a:pt x="29716" y="41769"/>
                    </a:cubicBezTo>
                    <a:lnTo>
                      <a:pt x="31218" y="38841"/>
                    </a:lnTo>
                    <a:cubicBezTo>
                      <a:pt x="33321" y="35162"/>
                      <a:pt x="34943" y="31227"/>
                      <a:pt x="36024" y="27128"/>
                    </a:cubicBezTo>
                    <a:cubicBezTo>
                      <a:pt x="38202" y="17141"/>
                      <a:pt x="35574" y="4602"/>
                      <a:pt x="24384" y="1374"/>
                    </a:cubicBezTo>
                    <a:cubicBezTo>
                      <a:pt x="17993" y="-1457"/>
                      <a:pt x="10513" y="82"/>
                      <a:pt x="5759" y="5202"/>
                    </a:cubicBezTo>
                    <a:cubicBezTo>
                      <a:pt x="1591" y="9828"/>
                      <a:pt x="-474" y="15970"/>
                      <a:pt x="51" y="22172"/>
                    </a:cubicBezTo>
                    <a:close/>
                    <a:moveTo>
                      <a:pt x="14245" y="29680"/>
                    </a:moveTo>
                    <a:cubicBezTo>
                      <a:pt x="10115" y="27983"/>
                      <a:pt x="7892" y="23478"/>
                      <a:pt x="9063" y="19169"/>
                    </a:cubicBezTo>
                    <a:cubicBezTo>
                      <a:pt x="9814" y="13612"/>
                      <a:pt x="13419" y="7906"/>
                      <a:pt x="18676" y="8432"/>
                    </a:cubicBezTo>
                    <a:lnTo>
                      <a:pt x="18676" y="8432"/>
                    </a:lnTo>
                    <a:cubicBezTo>
                      <a:pt x="21642" y="8536"/>
                      <a:pt x="24399" y="9970"/>
                      <a:pt x="26186" y="12336"/>
                    </a:cubicBezTo>
                    <a:cubicBezTo>
                      <a:pt x="28199" y="14806"/>
                      <a:pt x="29220" y="17937"/>
                      <a:pt x="29040" y="21121"/>
                    </a:cubicBezTo>
                    <a:cubicBezTo>
                      <a:pt x="28845" y="23778"/>
                      <a:pt x="27500" y="26219"/>
                      <a:pt x="25360" y="27803"/>
                    </a:cubicBezTo>
                    <a:cubicBezTo>
                      <a:pt x="22138" y="30093"/>
                      <a:pt x="18053" y="30807"/>
                      <a:pt x="14245" y="29755"/>
                    </a:cubicBezTo>
                    <a:close/>
                  </a:path>
                </a:pathLst>
              </a:custGeom>
              <a:solidFill>
                <a:srgbClr val="A84749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7" name="Content Placeholder 4">
                <a:extLst>
                  <a:ext uri="{FF2B5EF4-FFF2-40B4-BE49-F238E27FC236}">
                    <a16:creationId xmlns:a16="http://schemas.microsoft.com/office/drawing/2014/main" id="{A9834B87-AFF2-B231-C00D-B7401BAB20CD}"/>
                  </a:ext>
                </a:extLst>
              </p:cNvPr>
              <p:cNvSpPr/>
              <p:nvPr/>
            </p:nvSpPr>
            <p:spPr>
              <a:xfrm>
                <a:off x="3068582" y="5221216"/>
                <a:ext cx="36957" cy="58476"/>
              </a:xfrm>
              <a:custGeom>
                <a:avLst/>
                <a:gdLst>
                  <a:gd name="connsiteX0" fmla="*/ 36 w 36957"/>
                  <a:gd name="connsiteY0" fmla="*/ 22481 h 58476"/>
                  <a:gd name="connsiteX1" fmla="*/ 8222 w 36957"/>
                  <a:gd name="connsiteY1" fmla="*/ 42228 h 58476"/>
                  <a:gd name="connsiteX2" fmla="*/ 10325 w 36957"/>
                  <a:gd name="connsiteY2" fmla="*/ 45682 h 58476"/>
                  <a:gd name="connsiteX3" fmla="*/ 11001 w 36957"/>
                  <a:gd name="connsiteY3" fmla="*/ 46733 h 58476"/>
                  <a:gd name="connsiteX4" fmla="*/ 19262 w 36957"/>
                  <a:gd name="connsiteY4" fmla="*/ 58446 h 58476"/>
                  <a:gd name="connsiteX5" fmla="*/ 19262 w 36957"/>
                  <a:gd name="connsiteY5" fmla="*/ 58446 h 58476"/>
                  <a:gd name="connsiteX6" fmla="*/ 19637 w 36957"/>
                  <a:gd name="connsiteY6" fmla="*/ 58446 h 58476"/>
                  <a:gd name="connsiteX7" fmla="*/ 20088 w 36957"/>
                  <a:gd name="connsiteY7" fmla="*/ 58446 h 58476"/>
                  <a:gd name="connsiteX8" fmla="*/ 21139 w 36957"/>
                  <a:gd name="connsiteY8" fmla="*/ 56569 h 58476"/>
                  <a:gd name="connsiteX9" fmla="*/ 24068 w 36957"/>
                  <a:gd name="connsiteY9" fmla="*/ 51539 h 58476"/>
                  <a:gd name="connsiteX10" fmla="*/ 25420 w 36957"/>
                  <a:gd name="connsiteY10" fmla="*/ 49436 h 58476"/>
                  <a:gd name="connsiteX11" fmla="*/ 29700 w 36957"/>
                  <a:gd name="connsiteY11" fmla="*/ 42378 h 58476"/>
                  <a:gd name="connsiteX12" fmla="*/ 31202 w 36957"/>
                  <a:gd name="connsiteY12" fmla="*/ 39375 h 58476"/>
                  <a:gd name="connsiteX13" fmla="*/ 36084 w 36957"/>
                  <a:gd name="connsiteY13" fmla="*/ 27512 h 58476"/>
                  <a:gd name="connsiteX14" fmla="*/ 24669 w 36957"/>
                  <a:gd name="connsiteY14" fmla="*/ 1382 h 58476"/>
                  <a:gd name="connsiteX15" fmla="*/ 5894 w 36957"/>
                  <a:gd name="connsiteY15" fmla="*/ 5287 h 58476"/>
                  <a:gd name="connsiteX16" fmla="*/ 36 w 36957"/>
                  <a:gd name="connsiteY16" fmla="*/ 22481 h 58476"/>
                  <a:gd name="connsiteX17" fmla="*/ 14155 w 36957"/>
                  <a:gd name="connsiteY17" fmla="*/ 29990 h 58476"/>
                  <a:gd name="connsiteX18" fmla="*/ 9123 w 36957"/>
                  <a:gd name="connsiteY18" fmla="*/ 19328 h 58476"/>
                  <a:gd name="connsiteX19" fmla="*/ 18886 w 36957"/>
                  <a:gd name="connsiteY19" fmla="*/ 8440 h 58476"/>
                  <a:gd name="connsiteX20" fmla="*/ 18886 w 36957"/>
                  <a:gd name="connsiteY20" fmla="*/ 8440 h 58476"/>
                  <a:gd name="connsiteX21" fmla="*/ 25945 w 36957"/>
                  <a:gd name="connsiteY21" fmla="*/ 12495 h 58476"/>
                  <a:gd name="connsiteX22" fmla="*/ 28799 w 36957"/>
                  <a:gd name="connsiteY22" fmla="*/ 21355 h 58476"/>
                  <a:gd name="connsiteX23" fmla="*/ 25044 w 36957"/>
                  <a:gd name="connsiteY23" fmla="*/ 28112 h 58476"/>
                  <a:gd name="connsiteX24" fmla="*/ 14155 w 36957"/>
                  <a:gd name="connsiteY24" fmla="*/ 30140 h 58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6957" h="58476">
                    <a:moveTo>
                      <a:pt x="36" y="22481"/>
                    </a:moveTo>
                    <a:cubicBezTo>
                      <a:pt x="937" y="29682"/>
                      <a:pt x="3768" y="36499"/>
                      <a:pt x="8222" y="42228"/>
                    </a:cubicBezTo>
                    <a:lnTo>
                      <a:pt x="10325" y="45682"/>
                    </a:lnTo>
                    <a:lnTo>
                      <a:pt x="11001" y="46733"/>
                    </a:lnTo>
                    <a:cubicBezTo>
                      <a:pt x="13329" y="50916"/>
                      <a:pt x="16100" y="54843"/>
                      <a:pt x="19262" y="58446"/>
                    </a:cubicBezTo>
                    <a:lnTo>
                      <a:pt x="19262" y="58446"/>
                    </a:lnTo>
                    <a:lnTo>
                      <a:pt x="19637" y="58446"/>
                    </a:lnTo>
                    <a:lnTo>
                      <a:pt x="20088" y="58446"/>
                    </a:lnTo>
                    <a:lnTo>
                      <a:pt x="21139" y="56569"/>
                    </a:lnTo>
                    <a:lnTo>
                      <a:pt x="24068" y="51539"/>
                    </a:lnTo>
                    <a:lnTo>
                      <a:pt x="25420" y="49436"/>
                    </a:lnTo>
                    <a:cubicBezTo>
                      <a:pt x="27012" y="47184"/>
                      <a:pt x="28439" y="44826"/>
                      <a:pt x="29700" y="42378"/>
                    </a:cubicBezTo>
                    <a:lnTo>
                      <a:pt x="31202" y="39375"/>
                    </a:lnTo>
                    <a:cubicBezTo>
                      <a:pt x="33365" y="35666"/>
                      <a:pt x="35010" y="31671"/>
                      <a:pt x="36084" y="27512"/>
                    </a:cubicBezTo>
                    <a:cubicBezTo>
                      <a:pt x="38487" y="17375"/>
                      <a:pt x="36084" y="4986"/>
                      <a:pt x="24669" y="1382"/>
                    </a:cubicBezTo>
                    <a:cubicBezTo>
                      <a:pt x="18218" y="-1478"/>
                      <a:pt x="10670" y="98"/>
                      <a:pt x="5894" y="5287"/>
                    </a:cubicBezTo>
                    <a:cubicBezTo>
                      <a:pt x="1681" y="9980"/>
                      <a:pt x="-437" y="16189"/>
                      <a:pt x="36" y="22481"/>
                    </a:cubicBezTo>
                    <a:close/>
                    <a:moveTo>
                      <a:pt x="14155" y="29990"/>
                    </a:moveTo>
                    <a:cubicBezTo>
                      <a:pt x="10039" y="28202"/>
                      <a:pt x="7884" y="23637"/>
                      <a:pt x="9123" y="19328"/>
                    </a:cubicBezTo>
                    <a:cubicBezTo>
                      <a:pt x="9874" y="13696"/>
                      <a:pt x="13554" y="7990"/>
                      <a:pt x="18886" y="8440"/>
                    </a:cubicBezTo>
                    <a:lnTo>
                      <a:pt x="18886" y="8440"/>
                    </a:lnTo>
                    <a:cubicBezTo>
                      <a:pt x="21717" y="8703"/>
                      <a:pt x="24293" y="10182"/>
                      <a:pt x="25945" y="12495"/>
                    </a:cubicBezTo>
                    <a:cubicBezTo>
                      <a:pt x="27996" y="14973"/>
                      <a:pt x="29017" y="18141"/>
                      <a:pt x="28799" y="21355"/>
                    </a:cubicBezTo>
                    <a:cubicBezTo>
                      <a:pt x="28574" y="24043"/>
                      <a:pt x="27207" y="26506"/>
                      <a:pt x="25044" y="28112"/>
                    </a:cubicBezTo>
                    <a:cubicBezTo>
                      <a:pt x="21867" y="30312"/>
                      <a:pt x="17910" y="31048"/>
                      <a:pt x="14155" y="30140"/>
                    </a:cubicBezTo>
                    <a:close/>
                  </a:path>
                </a:pathLst>
              </a:custGeom>
              <a:solidFill>
                <a:srgbClr val="A84749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8" name="Content Placeholder 4">
                <a:extLst>
                  <a:ext uri="{FF2B5EF4-FFF2-40B4-BE49-F238E27FC236}">
                    <a16:creationId xmlns:a16="http://schemas.microsoft.com/office/drawing/2014/main" id="{4B312180-C4D2-9F0C-EBA4-12854242823F}"/>
                  </a:ext>
                </a:extLst>
              </p:cNvPr>
              <p:cNvSpPr/>
              <p:nvPr/>
            </p:nvSpPr>
            <p:spPr>
              <a:xfrm>
                <a:off x="3117462" y="5296231"/>
                <a:ext cx="102700" cy="75533"/>
              </a:xfrm>
              <a:custGeom>
                <a:avLst/>
                <a:gdLst>
                  <a:gd name="connsiteX0" fmla="*/ 97150 w 102700"/>
                  <a:gd name="connsiteY0" fmla="*/ 58966 h 75533"/>
                  <a:gd name="connsiteX1" fmla="*/ 69588 w 102700"/>
                  <a:gd name="connsiteY1" fmla="*/ 71280 h 75533"/>
                  <a:gd name="connsiteX2" fmla="*/ 49462 w 102700"/>
                  <a:gd name="connsiteY2" fmla="*/ 74884 h 75533"/>
                  <a:gd name="connsiteX3" fmla="*/ 39473 w 102700"/>
                  <a:gd name="connsiteY3" fmla="*/ 74884 h 75533"/>
                  <a:gd name="connsiteX4" fmla="*/ 30011 w 102700"/>
                  <a:gd name="connsiteY4" fmla="*/ 66700 h 75533"/>
                  <a:gd name="connsiteX5" fmla="*/ -29 w 102700"/>
                  <a:gd name="connsiteY5" fmla="*/ 1076 h 75533"/>
                  <a:gd name="connsiteX6" fmla="*/ 21149 w 102700"/>
                  <a:gd name="connsiteY6" fmla="*/ 2728 h 75533"/>
                  <a:gd name="connsiteX7" fmla="*/ 36169 w 102700"/>
                  <a:gd name="connsiteY7" fmla="*/ 17744 h 75533"/>
                  <a:gd name="connsiteX8" fmla="*/ 67636 w 102700"/>
                  <a:gd name="connsiteY8" fmla="*/ 24577 h 75533"/>
                  <a:gd name="connsiteX9" fmla="*/ 98201 w 102700"/>
                  <a:gd name="connsiteY9" fmla="*/ 34263 h 75533"/>
                  <a:gd name="connsiteX10" fmla="*/ 102332 w 102700"/>
                  <a:gd name="connsiteY10" fmla="*/ 41772 h 75533"/>
                  <a:gd name="connsiteX11" fmla="*/ 97150 w 102700"/>
                  <a:gd name="connsiteY11" fmla="*/ 58966 h 755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02700" h="75533">
                    <a:moveTo>
                      <a:pt x="97150" y="58966"/>
                    </a:moveTo>
                    <a:cubicBezTo>
                      <a:pt x="89527" y="65926"/>
                      <a:pt x="79862" y="70244"/>
                      <a:pt x="69588" y="71280"/>
                    </a:cubicBezTo>
                    <a:cubicBezTo>
                      <a:pt x="62905" y="72556"/>
                      <a:pt x="56221" y="73758"/>
                      <a:pt x="49462" y="74884"/>
                    </a:cubicBezTo>
                    <a:cubicBezTo>
                      <a:pt x="46180" y="75710"/>
                      <a:pt x="42748" y="75710"/>
                      <a:pt x="39473" y="74884"/>
                    </a:cubicBezTo>
                    <a:cubicBezTo>
                      <a:pt x="35613" y="73104"/>
                      <a:pt x="32331" y="70266"/>
                      <a:pt x="30011" y="66700"/>
                    </a:cubicBezTo>
                    <a:cubicBezTo>
                      <a:pt x="15306" y="47290"/>
                      <a:pt x="5055" y="24885"/>
                      <a:pt x="-29" y="1076"/>
                    </a:cubicBezTo>
                    <a:cubicBezTo>
                      <a:pt x="7008" y="-839"/>
                      <a:pt x="14495" y="-253"/>
                      <a:pt x="21149" y="2728"/>
                    </a:cubicBezTo>
                    <a:cubicBezTo>
                      <a:pt x="27232" y="6257"/>
                      <a:pt x="30912" y="13465"/>
                      <a:pt x="36169" y="17744"/>
                    </a:cubicBezTo>
                    <a:cubicBezTo>
                      <a:pt x="45031" y="25253"/>
                      <a:pt x="56821" y="24652"/>
                      <a:pt x="67636" y="24577"/>
                    </a:cubicBezTo>
                    <a:cubicBezTo>
                      <a:pt x="78450" y="24502"/>
                      <a:pt x="90616" y="25478"/>
                      <a:pt x="98201" y="34263"/>
                    </a:cubicBezTo>
                    <a:cubicBezTo>
                      <a:pt x="100177" y="36388"/>
                      <a:pt x="101596" y="38971"/>
                      <a:pt x="102332" y="41772"/>
                    </a:cubicBezTo>
                    <a:cubicBezTo>
                      <a:pt x="103511" y="48004"/>
                      <a:pt x="101581" y="54423"/>
                      <a:pt x="97150" y="58966"/>
                    </a:cubicBezTo>
                    <a:close/>
                  </a:path>
                </a:pathLst>
              </a:custGeom>
              <a:solidFill>
                <a:srgbClr val="B3CDDD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9" name="Content Placeholder 4">
                <a:extLst>
                  <a:ext uri="{FF2B5EF4-FFF2-40B4-BE49-F238E27FC236}">
                    <a16:creationId xmlns:a16="http://schemas.microsoft.com/office/drawing/2014/main" id="{48A790C9-6DA1-101C-6D02-6BEAA0680D1F}"/>
                  </a:ext>
                </a:extLst>
              </p:cNvPr>
              <p:cNvSpPr/>
              <p:nvPr/>
            </p:nvSpPr>
            <p:spPr>
              <a:xfrm>
                <a:off x="3274346" y="5199622"/>
                <a:ext cx="43708" cy="31790"/>
              </a:xfrm>
              <a:custGeom>
                <a:avLst/>
                <a:gdLst>
                  <a:gd name="connsiteX0" fmla="*/ 23027 w 43708"/>
                  <a:gd name="connsiteY0" fmla="*/ 31761 h 31790"/>
                  <a:gd name="connsiteX1" fmla="*/ -29 w 43708"/>
                  <a:gd name="connsiteY1" fmla="*/ 8560 h 31790"/>
                  <a:gd name="connsiteX2" fmla="*/ 14991 w 43708"/>
                  <a:gd name="connsiteY2" fmla="*/ 1052 h 31790"/>
                  <a:gd name="connsiteX3" fmla="*/ 20022 w 43708"/>
                  <a:gd name="connsiteY3" fmla="*/ 0 h 31790"/>
                  <a:gd name="connsiteX4" fmla="*/ 23853 w 43708"/>
                  <a:gd name="connsiteY4" fmla="*/ 2178 h 31790"/>
                  <a:gd name="connsiteX5" fmla="*/ 43679 w 43708"/>
                  <a:gd name="connsiteY5" fmla="*/ 18171 h 317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708" h="31790">
                    <a:moveTo>
                      <a:pt x="23027" y="31761"/>
                    </a:moveTo>
                    <a:cubicBezTo>
                      <a:pt x="15517" y="24252"/>
                      <a:pt x="8007" y="16143"/>
                      <a:pt x="-29" y="8560"/>
                    </a:cubicBezTo>
                    <a:cubicBezTo>
                      <a:pt x="4852" y="5932"/>
                      <a:pt x="9809" y="3454"/>
                      <a:pt x="14991" y="1052"/>
                    </a:cubicBezTo>
                    <a:cubicBezTo>
                      <a:pt x="16530" y="225"/>
                      <a:pt x="18280" y="-142"/>
                      <a:pt x="20022" y="0"/>
                    </a:cubicBezTo>
                    <a:cubicBezTo>
                      <a:pt x="21457" y="413"/>
                      <a:pt x="22764" y="1157"/>
                      <a:pt x="23853" y="2178"/>
                    </a:cubicBezTo>
                    <a:cubicBezTo>
                      <a:pt x="30514" y="7186"/>
                      <a:pt x="37123" y="12517"/>
                      <a:pt x="43679" y="1817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0" name="Content Placeholder 4">
                <a:extLst>
                  <a:ext uri="{FF2B5EF4-FFF2-40B4-BE49-F238E27FC236}">
                    <a16:creationId xmlns:a16="http://schemas.microsoft.com/office/drawing/2014/main" id="{DA4D5F09-6BD6-2165-B9A6-69A0B89EF18F}"/>
                  </a:ext>
                </a:extLst>
              </p:cNvPr>
              <p:cNvSpPr/>
              <p:nvPr/>
            </p:nvSpPr>
            <p:spPr>
              <a:xfrm>
                <a:off x="3318129" y="5239071"/>
                <a:ext cx="39127" cy="26129"/>
              </a:xfrm>
              <a:custGeom>
                <a:avLst/>
                <a:gdLst>
                  <a:gd name="connsiteX0" fmla="*/ 497 w 39127"/>
                  <a:gd name="connsiteY0" fmla="*/ 12660 h 26129"/>
                  <a:gd name="connsiteX1" fmla="*/ 23027 w 39127"/>
                  <a:gd name="connsiteY1" fmla="*/ -30 h 26129"/>
                  <a:gd name="connsiteX2" fmla="*/ 39098 w 39127"/>
                  <a:gd name="connsiteY2" fmla="*/ 15513 h 26129"/>
                  <a:gd name="connsiteX3" fmla="*/ 16042 w 39127"/>
                  <a:gd name="connsiteY3" fmla="*/ 26100 h 26129"/>
                  <a:gd name="connsiteX4" fmla="*/ 12212 w 39127"/>
                  <a:gd name="connsiteY4" fmla="*/ 22871 h 26129"/>
                  <a:gd name="connsiteX5" fmla="*/ -29 w 39127"/>
                  <a:gd name="connsiteY5" fmla="*/ 12660 h 261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127" h="26129">
                    <a:moveTo>
                      <a:pt x="497" y="12660"/>
                    </a:moveTo>
                    <a:cubicBezTo>
                      <a:pt x="8525" y="9431"/>
                      <a:pt x="16102" y="5166"/>
                      <a:pt x="23027" y="-30"/>
                    </a:cubicBezTo>
                    <a:cubicBezTo>
                      <a:pt x="28509" y="5076"/>
                      <a:pt x="33841" y="10182"/>
                      <a:pt x="39098" y="15513"/>
                    </a:cubicBezTo>
                    <a:cubicBezTo>
                      <a:pt x="31588" y="19267"/>
                      <a:pt x="24078" y="23021"/>
                      <a:pt x="16042" y="26100"/>
                    </a:cubicBezTo>
                    <a:lnTo>
                      <a:pt x="12212" y="22871"/>
                    </a:lnTo>
                    <a:cubicBezTo>
                      <a:pt x="8007" y="19642"/>
                      <a:pt x="3951" y="16263"/>
                      <a:pt x="-29" y="12660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1" name="Content Placeholder 4">
                <a:extLst>
                  <a:ext uri="{FF2B5EF4-FFF2-40B4-BE49-F238E27FC236}">
                    <a16:creationId xmlns:a16="http://schemas.microsoft.com/office/drawing/2014/main" id="{BBCF611F-7A58-8402-59C1-521838301E49}"/>
                  </a:ext>
                </a:extLst>
              </p:cNvPr>
              <p:cNvSpPr/>
              <p:nvPr/>
            </p:nvSpPr>
            <p:spPr>
              <a:xfrm>
                <a:off x="3299579" y="5220075"/>
                <a:ext cx="39802" cy="30334"/>
              </a:xfrm>
              <a:custGeom>
                <a:avLst/>
                <a:gdLst>
                  <a:gd name="connsiteX0" fmla="*/ 18220 w 39802"/>
                  <a:gd name="connsiteY0" fmla="*/ 28653 h 30334"/>
                  <a:gd name="connsiteX1" fmla="*/ 17319 w 39802"/>
                  <a:gd name="connsiteY1" fmla="*/ 30305 h 30334"/>
                  <a:gd name="connsiteX2" fmla="*/ -29 w 39802"/>
                  <a:gd name="connsiteY2" fmla="*/ 13561 h 30334"/>
                  <a:gd name="connsiteX3" fmla="*/ 20698 w 39802"/>
                  <a:gd name="connsiteY3" fmla="*/ -30 h 30334"/>
                  <a:gd name="connsiteX4" fmla="*/ 39774 w 39802"/>
                  <a:gd name="connsiteY4" fmla="*/ 16864 h 30334"/>
                  <a:gd name="connsiteX5" fmla="*/ 18220 w 39802"/>
                  <a:gd name="connsiteY5" fmla="*/ 28653 h 30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802" h="30334">
                    <a:moveTo>
                      <a:pt x="18220" y="28653"/>
                    </a:moveTo>
                    <a:cubicBezTo>
                      <a:pt x="17544" y="28901"/>
                      <a:pt x="17161" y="29606"/>
                      <a:pt x="17319" y="30305"/>
                    </a:cubicBezTo>
                    <a:cubicBezTo>
                      <a:pt x="11386" y="24898"/>
                      <a:pt x="5603" y="19267"/>
                      <a:pt x="-29" y="13561"/>
                    </a:cubicBezTo>
                    <a:lnTo>
                      <a:pt x="20698" y="-30"/>
                    </a:lnTo>
                    <a:cubicBezTo>
                      <a:pt x="27157" y="5452"/>
                      <a:pt x="33465" y="11083"/>
                      <a:pt x="39774" y="16864"/>
                    </a:cubicBezTo>
                    <a:cubicBezTo>
                      <a:pt x="33150" y="21745"/>
                      <a:pt x="25903" y="25710"/>
                      <a:pt x="18220" y="2865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2" name="Content Placeholder 4">
                <a:extLst>
                  <a:ext uri="{FF2B5EF4-FFF2-40B4-BE49-F238E27FC236}">
                    <a16:creationId xmlns:a16="http://schemas.microsoft.com/office/drawing/2014/main" id="{9DB6672C-9735-CE83-B821-AA3C1FC6894D}"/>
                  </a:ext>
                </a:extLst>
              </p:cNvPr>
              <p:cNvSpPr/>
              <p:nvPr/>
            </p:nvSpPr>
            <p:spPr>
              <a:xfrm>
                <a:off x="3229886" y="5226457"/>
                <a:ext cx="40779" cy="37617"/>
              </a:xfrm>
              <a:custGeom>
                <a:avLst/>
                <a:gdLst>
                  <a:gd name="connsiteX0" fmla="*/ 17995 w 40779"/>
                  <a:gd name="connsiteY0" fmla="*/ 37588 h 37617"/>
                  <a:gd name="connsiteX1" fmla="*/ -29 w 40779"/>
                  <a:gd name="connsiteY1" fmla="*/ 14462 h 37617"/>
                  <a:gd name="connsiteX2" fmla="*/ 16568 w 40779"/>
                  <a:gd name="connsiteY2" fmla="*/ -30 h 37617"/>
                  <a:gd name="connsiteX3" fmla="*/ 40750 w 40779"/>
                  <a:gd name="connsiteY3" fmla="*/ 22496 h 376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0779" h="37617">
                    <a:moveTo>
                      <a:pt x="17995" y="37588"/>
                    </a:moveTo>
                    <a:cubicBezTo>
                      <a:pt x="11514" y="30259"/>
                      <a:pt x="5491" y="22541"/>
                      <a:pt x="-29" y="14462"/>
                    </a:cubicBezTo>
                    <a:cubicBezTo>
                      <a:pt x="5250" y="9348"/>
                      <a:pt x="10793" y="4513"/>
                      <a:pt x="16568" y="-30"/>
                    </a:cubicBezTo>
                    <a:cubicBezTo>
                      <a:pt x="24679" y="7426"/>
                      <a:pt x="32737" y="14934"/>
                      <a:pt x="40750" y="22496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3" name="Content Placeholder 4">
                <a:extLst>
                  <a:ext uri="{FF2B5EF4-FFF2-40B4-BE49-F238E27FC236}">
                    <a16:creationId xmlns:a16="http://schemas.microsoft.com/office/drawing/2014/main" id="{7F98F277-A24B-5BCB-06A8-B4029A7A2334}"/>
                  </a:ext>
                </a:extLst>
              </p:cNvPr>
              <p:cNvSpPr/>
              <p:nvPr/>
            </p:nvSpPr>
            <p:spPr>
              <a:xfrm>
                <a:off x="3249938" y="5250709"/>
                <a:ext cx="51743" cy="34653"/>
              </a:xfrm>
              <a:custGeom>
                <a:avLst/>
                <a:gdLst>
                  <a:gd name="connsiteX0" fmla="*/ 22951 w 51743"/>
                  <a:gd name="connsiteY0" fmla="*/ -30 h 34653"/>
                  <a:gd name="connsiteX1" fmla="*/ 51715 w 51743"/>
                  <a:gd name="connsiteY1" fmla="*/ 26851 h 34653"/>
                  <a:gd name="connsiteX2" fmla="*/ 30912 w 51743"/>
                  <a:gd name="connsiteY2" fmla="*/ 33458 h 34653"/>
                  <a:gd name="connsiteX3" fmla="*/ 22426 w 51743"/>
                  <a:gd name="connsiteY3" fmla="*/ 34509 h 34653"/>
                  <a:gd name="connsiteX4" fmla="*/ 13489 w 51743"/>
                  <a:gd name="connsiteY4" fmla="*/ 28878 h 34653"/>
                  <a:gd name="connsiteX5" fmla="*/ -29 w 51743"/>
                  <a:gd name="connsiteY5" fmla="*/ 15362 h 34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1743" h="34653">
                    <a:moveTo>
                      <a:pt x="22951" y="-30"/>
                    </a:moveTo>
                    <a:lnTo>
                      <a:pt x="51715" y="26851"/>
                    </a:lnTo>
                    <a:cubicBezTo>
                      <a:pt x="44805" y="29178"/>
                      <a:pt x="37896" y="31431"/>
                      <a:pt x="30912" y="33458"/>
                    </a:cubicBezTo>
                    <a:cubicBezTo>
                      <a:pt x="28208" y="34471"/>
                      <a:pt x="25295" y="34832"/>
                      <a:pt x="22426" y="34509"/>
                    </a:cubicBezTo>
                    <a:cubicBezTo>
                      <a:pt x="18986" y="33481"/>
                      <a:pt x="15899" y="31536"/>
                      <a:pt x="13489" y="28878"/>
                    </a:cubicBezTo>
                    <a:cubicBezTo>
                      <a:pt x="8780" y="24621"/>
                      <a:pt x="4274" y="20115"/>
                      <a:pt x="-29" y="15362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4" name="Content Placeholder 4">
                <a:extLst>
                  <a:ext uri="{FF2B5EF4-FFF2-40B4-BE49-F238E27FC236}">
                    <a16:creationId xmlns:a16="http://schemas.microsoft.com/office/drawing/2014/main" id="{C178AE51-373F-3284-6920-0F687492AF4C}"/>
                  </a:ext>
                </a:extLst>
              </p:cNvPr>
              <p:cNvSpPr/>
              <p:nvPr/>
            </p:nvSpPr>
            <p:spPr>
              <a:xfrm>
                <a:off x="3248812" y="5209713"/>
                <a:ext cx="46111" cy="37542"/>
              </a:xfrm>
              <a:custGeom>
                <a:avLst/>
                <a:gdLst>
                  <a:gd name="connsiteX0" fmla="*/ 24303 w 46111"/>
                  <a:gd name="connsiteY0" fmla="*/ 37513 h 37542"/>
                  <a:gd name="connsiteX1" fmla="*/ -29 w 46111"/>
                  <a:gd name="connsiteY1" fmla="*/ 14987 h 37542"/>
                  <a:gd name="connsiteX2" fmla="*/ 22876 w 46111"/>
                  <a:gd name="connsiteY2" fmla="*/ -30 h 37542"/>
                  <a:gd name="connsiteX3" fmla="*/ 46082 w 46111"/>
                  <a:gd name="connsiteY3" fmla="*/ 23397 h 37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6111" h="37542">
                    <a:moveTo>
                      <a:pt x="24303" y="37513"/>
                    </a:moveTo>
                    <a:cubicBezTo>
                      <a:pt x="16192" y="30004"/>
                      <a:pt x="8157" y="22496"/>
                      <a:pt x="-29" y="14987"/>
                    </a:cubicBezTo>
                    <a:cubicBezTo>
                      <a:pt x="7255" y="9469"/>
                      <a:pt x="14908" y="4445"/>
                      <a:pt x="22876" y="-30"/>
                    </a:cubicBezTo>
                    <a:cubicBezTo>
                      <a:pt x="30386" y="7479"/>
                      <a:pt x="38347" y="15588"/>
                      <a:pt x="46082" y="2339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5" name="Content Placeholder 4">
                <a:extLst>
                  <a:ext uri="{FF2B5EF4-FFF2-40B4-BE49-F238E27FC236}">
                    <a16:creationId xmlns:a16="http://schemas.microsoft.com/office/drawing/2014/main" id="{B71FB772-1472-A567-2098-D92637951007}"/>
                  </a:ext>
                </a:extLst>
              </p:cNvPr>
              <p:cNvSpPr/>
              <p:nvPr/>
            </p:nvSpPr>
            <p:spPr>
              <a:xfrm>
                <a:off x="3275472" y="5235242"/>
                <a:ext cx="56324" cy="41596"/>
              </a:xfrm>
              <a:custGeom>
                <a:avLst/>
                <a:gdLst>
                  <a:gd name="connsiteX0" fmla="*/ 21599 w 56324"/>
                  <a:gd name="connsiteY0" fmla="*/ -30 h 41596"/>
                  <a:gd name="connsiteX1" fmla="*/ 27683 w 56324"/>
                  <a:gd name="connsiteY1" fmla="*/ 6052 h 41596"/>
                  <a:gd name="connsiteX2" fmla="*/ 48110 w 56324"/>
                  <a:gd name="connsiteY2" fmla="*/ 24748 h 41596"/>
                  <a:gd name="connsiteX3" fmla="*/ 56296 w 56324"/>
                  <a:gd name="connsiteY3" fmla="*/ 31131 h 41596"/>
                  <a:gd name="connsiteX4" fmla="*/ 29260 w 56324"/>
                  <a:gd name="connsiteY4" fmla="*/ 41567 h 41596"/>
                  <a:gd name="connsiteX5" fmla="*/ -29 w 56324"/>
                  <a:gd name="connsiteY5" fmla="*/ 14161 h 41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6324" h="41596">
                    <a:moveTo>
                      <a:pt x="21599" y="-30"/>
                    </a:moveTo>
                    <a:lnTo>
                      <a:pt x="27683" y="6052"/>
                    </a:lnTo>
                    <a:cubicBezTo>
                      <a:pt x="34291" y="12584"/>
                      <a:pt x="40975" y="18966"/>
                      <a:pt x="48110" y="24748"/>
                    </a:cubicBezTo>
                    <a:cubicBezTo>
                      <a:pt x="50813" y="26926"/>
                      <a:pt x="53517" y="29103"/>
                      <a:pt x="56296" y="31131"/>
                    </a:cubicBezTo>
                    <a:cubicBezTo>
                      <a:pt x="47359" y="34885"/>
                      <a:pt x="38347" y="38639"/>
                      <a:pt x="29260" y="41567"/>
                    </a:cubicBezTo>
                    <a:cubicBezTo>
                      <a:pt x="19422" y="32482"/>
                      <a:pt x="9734" y="23246"/>
                      <a:pt x="-29" y="1416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6" name="Content Placeholder 4">
                <a:extLst>
                  <a:ext uri="{FF2B5EF4-FFF2-40B4-BE49-F238E27FC236}">
                    <a16:creationId xmlns:a16="http://schemas.microsoft.com/office/drawing/2014/main" id="{07AB0F9C-9987-6DA1-29A8-0517050E1BB4}"/>
                  </a:ext>
                </a:extLst>
              </p:cNvPr>
              <p:cNvSpPr/>
              <p:nvPr/>
            </p:nvSpPr>
            <p:spPr>
              <a:xfrm>
                <a:off x="3029219" y="5078616"/>
                <a:ext cx="88167" cy="54586"/>
              </a:xfrm>
              <a:custGeom>
                <a:avLst/>
                <a:gdLst>
                  <a:gd name="connsiteX0" fmla="*/ 19647 w 88167"/>
                  <a:gd name="connsiteY0" fmla="*/ 18366 h 54586"/>
                  <a:gd name="connsiteX1" fmla="*/ 51564 w 88167"/>
                  <a:gd name="connsiteY1" fmla="*/ 44720 h 54586"/>
                  <a:gd name="connsiteX2" fmla="*/ 52991 w 88167"/>
                  <a:gd name="connsiteY2" fmla="*/ 42093 h 54586"/>
                  <a:gd name="connsiteX3" fmla="*/ 22501 w 88167"/>
                  <a:gd name="connsiteY3" fmla="*/ 16864 h 54586"/>
                  <a:gd name="connsiteX4" fmla="*/ 41651 w 88167"/>
                  <a:gd name="connsiteY4" fmla="*/ 7253 h 54586"/>
                  <a:gd name="connsiteX5" fmla="*/ 69814 w 88167"/>
                  <a:gd name="connsiteY5" fmla="*/ 35185 h 54586"/>
                  <a:gd name="connsiteX6" fmla="*/ 71714 w 88167"/>
                  <a:gd name="connsiteY6" fmla="*/ 35868 h 54586"/>
                  <a:gd name="connsiteX7" fmla="*/ 72397 w 88167"/>
                  <a:gd name="connsiteY7" fmla="*/ 33968 h 54586"/>
                  <a:gd name="connsiteX8" fmla="*/ 72217 w 88167"/>
                  <a:gd name="connsiteY8" fmla="*/ 33683 h 54586"/>
                  <a:gd name="connsiteX9" fmla="*/ 44505 w 88167"/>
                  <a:gd name="connsiteY9" fmla="*/ 5827 h 54586"/>
                  <a:gd name="connsiteX10" fmla="*/ 56221 w 88167"/>
                  <a:gd name="connsiteY10" fmla="*/ -30 h 54586"/>
                  <a:gd name="connsiteX11" fmla="*/ 88138 w 88167"/>
                  <a:gd name="connsiteY11" fmla="*/ 28352 h 54586"/>
                  <a:gd name="connsiteX12" fmla="*/ 31663 w 88167"/>
                  <a:gd name="connsiteY12" fmla="*/ 54556 h 54586"/>
                  <a:gd name="connsiteX13" fmla="*/ -29 w 88167"/>
                  <a:gd name="connsiteY13" fmla="*/ 28277 h 545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8167" h="54586">
                    <a:moveTo>
                      <a:pt x="19647" y="18366"/>
                    </a:moveTo>
                    <a:cubicBezTo>
                      <a:pt x="30612" y="26550"/>
                      <a:pt x="40975" y="35860"/>
                      <a:pt x="51564" y="44720"/>
                    </a:cubicBezTo>
                    <a:cubicBezTo>
                      <a:pt x="52991" y="45922"/>
                      <a:pt x="54418" y="43294"/>
                      <a:pt x="52991" y="42093"/>
                    </a:cubicBezTo>
                    <a:cubicBezTo>
                      <a:pt x="42853" y="33683"/>
                      <a:pt x="33015" y="24748"/>
                      <a:pt x="22501" y="16864"/>
                    </a:cubicBezTo>
                    <a:lnTo>
                      <a:pt x="41651" y="7253"/>
                    </a:lnTo>
                    <a:cubicBezTo>
                      <a:pt x="52781" y="14626"/>
                      <a:pt x="62349" y="24117"/>
                      <a:pt x="69814" y="35185"/>
                    </a:cubicBezTo>
                    <a:cubicBezTo>
                      <a:pt x="70152" y="35898"/>
                      <a:pt x="71000" y="36206"/>
                      <a:pt x="71714" y="35868"/>
                    </a:cubicBezTo>
                    <a:cubicBezTo>
                      <a:pt x="72427" y="35530"/>
                      <a:pt x="72728" y="34682"/>
                      <a:pt x="72397" y="33968"/>
                    </a:cubicBezTo>
                    <a:cubicBezTo>
                      <a:pt x="72345" y="33863"/>
                      <a:pt x="72284" y="33773"/>
                      <a:pt x="72217" y="33683"/>
                    </a:cubicBezTo>
                    <a:cubicBezTo>
                      <a:pt x="64872" y="22691"/>
                      <a:pt x="55462" y="13230"/>
                      <a:pt x="44505" y="5827"/>
                    </a:cubicBezTo>
                    <a:lnTo>
                      <a:pt x="56221" y="-30"/>
                    </a:lnTo>
                    <a:lnTo>
                      <a:pt x="88138" y="28352"/>
                    </a:lnTo>
                    <a:cubicBezTo>
                      <a:pt x="70039" y="38714"/>
                      <a:pt x="50213" y="45246"/>
                      <a:pt x="31663" y="54556"/>
                    </a:cubicBezTo>
                    <a:lnTo>
                      <a:pt x="-29" y="28277"/>
                    </a:ln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7" name="Content Placeholder 4">
                <a:extLst>
                  <a:ext uri="{FF2B5EF4-FFF2-40B4-BE49-F238E27FC236}">
                    <a16:creationId xmlns:a16="http://schemas.microsoft.com/office/drawing/2014/main" id="{59DAB73B-4E07-4F03-25A5-E37808FA9263}"/>
                  </a:ext>
                </a:extLst>
              </p:cNvPr>
              <p:cNvSpPr/>
              <p:nvPr/>
            </p:nvSpPr>
            <p:spPr>
              <a:xfrm>
                <a:off x="3063390" y="5109100"/>
                <a:ext cx="69392" cy="43773"/>
              </a:xfrm>
              <a:custGeom>
                <a:avLst/>
                <a:gdLst>
                  <a:gd name="connsiteX0" fmla="*/ 56296 w 69392"/>
                  <a:gd name="connsiteY0" fmla="*/ -30 h 43773"/>
                  <a:gd name="connsiteX1" fmla="*/ 69363 w 69392"/>
                  <a:gd name="connsiteY1" fmla="*/ 11608 h 43773"/>
                  <a:gd name="connsiteX2" fmla="*/ 48786 w 69392"/>
                  <a:gd name="connsiteY2" fmla="*/ 25048 h 43773"/>
                  <a:gd name="connsiteX3" fmla="*/ 21224 w 69392"/>
                  <a:gd name="connsiteY3" fmla="*/ 43744 h 43773"/>
                  <a:gd name="connsiteX4" fmla="*/ -29 w 69392"/>
                  <a:gd name="connsiteY4" fmla="*/ 26100 h 43773"/>
                  <a:gd name="connsiteX5" fmla="*/ 56296 w 69392"/>
                  <a:gd name="connsiteY5" fmla="*/ -30 h 43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9392" h="43773">
                    <a:moveTo>
                      <a:pt x="56296" y="-30"/>
                    </a:moveTo>
                    <a:lnTo>
                      <a:pt x="69363" y="11608"/>
                    </a:lnTo>
                    <a:cubicBezTo>
                      <a:pt x="61981" y="15235"/>
                      <a:pt x="55072" y="19747"/>
                      <a:pt x="48786" y="25048"/>
                    </a:cubicBezTo>
                    <a:cubicBezTo>
                      <a:pt x="39924" y="31881"/>
                      <a:pt x="30612" y="37813"/>
                      <a:pt x="21224" y="43744"/>
                    </a:cubicBezTo>
                    <a:lnTo>
                      <a:pt x="-29" y="26100"/>
                    </a:lnTo>
                    <a:cubicBezTo>
                      <a:pt x="18520" y="16939"/>
                      <a:pt x="38347" y="10407"/>
                      <a:pt x="56296" y="-30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8" name="Content Placeholder 4">
                <a:extLst>
                  <a:ext uri="{FF2B5EF4-FFF2-40B4-BE49-F238E27FC236}">
                    <a16:creationId xmlns:a16="http://schemas.microsoft.com/office/drawing/2014/main" id="{D225A664-DEC8-617C-167F-DA2D88F41E88}"/>
                  </a:ext>
                </a:extLst>
              </p:cNvPr>
              <p:cNvSpPr/>
              <p:nvPr/>
            </p:nvSpPr>
            <p:spPr>
              <a:xfrm>
                <a:off x="3087197" y="5122990"/>
                <a:ext cx="75700" cy="41597"/>
              </a:xfrm>
              <a:custGeom>
                <a:avLst/>
                <a:gdLst>
                  <a:gd name="connsiteX0" fmla="*/ 23102 w 75700"/>
                  <a:gd name="connsiteY0" fmla="*/ 16339 h 41597"/>
                  <a:gd name="connsiteX1" fmla="*/ 48035 w 75700"/>
                  <a:gd name="connsiteY1" fmla="*/ -30 h 41597"/>
                  <a:gd name="connsiteX2" fmla="*/ 75672 w 75700"/>
                  <a:gd name="connsiteY2" fmla="*/ 24523 h 41597"/>
                  <a:gd name="connsiteX3" fmla="*/ 11536 w 75700"/>
                  <a:gd name="connsiteY3" fmla="*/ 41567 h 41597"/>
                  <a:gd name="connsiteX4" fmla="*/ -29 w 75700"/>
                  <a:gd name="connsiteY4" fmla="*/ 31956 h 41597"/>
                  <a:gd name="connsiteX5" fmla="*/ 23102 w 75700"/>
                  <a:gd name="connsiteY5" fmla="*/ 16339 h 41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5700" h="41597">
                    <a:moveTo>
                      <a:pt x="23102" y="16339"/>
                    </a:moveTo>
                    <a:cubicBezTo>
                      <a:pt x="30612" y="9754"/>
                      <a:pt x="39000" y="4243"/>
                      <a:pt x="48035" y="-30"/>
                    </a:cubicBezTo>
                    <a:lnTo>
                      <a:pt x="75672" y="24523"/>
                    </a:lnTo>
                    <a:lnTo>
                      <a:pt x="11536" y="41567"/>
                    </a:lnTo>
                    <a:lnTo>
                      <a:pt x="-29" y="31956"/>
                    </a:lnTo>
                    <a:cubicBezTo>
                      <a:pt x="7939" y="27143"/>
                      <a:pt x="15659" y="21932"/>
                      <a:pt x="23102" y="1633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9" name="Content Placeholder 4">
                <a:extLst>
                  <a:ext uri="{FF2B5EF4-FFF2-40B4-BE49-F238E27FC236}">
                    <a16:creationId xmlns:a16="http://schemas.microsoft.com/office/drawing/2014/main" id="{E37659CB-90B3-5FEB-F300-ADC8A85B1527}"/>
                  </a:ext>
                </a:extLst>
              </p:cNvPr>
              <p:cNvSpPr/>
              <p:nvPr/>
            </p:nvSpPr>
            <p:spPr>
              <a:xfrm>
                <a:off x="3239406" y="5142958"/>
                <a:ext cx="14748" cy="6387"/>
              </a:xfrm>
              <a:custGeom>
                <a:avLst/>
                <a:gdLst>
                  <a:gd name="connsiteX0" fmla="*/ 2693 w 14748"/>
                  <a:gd name="connsiteY0" fmla="*/ 6357 h 6387"/>
                  <a:gd name="connsiteX1" fmla="*/ -11 w 14748"/>
                  <a:gd name="connsiteY1" fmla="*/ 3955 h 6387"/>
                  <a:gd name="connsiteX2" fmla="*/ 2362 w 14748"/>
                  <a:gd name="connsiteY2" fmla="*/ 952 h 6387"/>
                  <a:gd name="connsiteX3" fmla="*/ 2392 w 14748"/>
                  <a:gd name="connsiteY3" fmla="*/ 952 h 6387"/>
                  <a:gd name="connsiteX4" fmla="*/ 11780 w 14748"/>
                  <a:gd name="connsiteY4" fmla="*/ -25 h 6387"/>
                  <a:gd name="connsiteX5" fmla="*/ 14709 w 14748"/>
                  <a:gd name="connsiteY5" fmla="*/ 2453 h 6387"/>
                  <a:gd name="connsiteX6" fmla="*/ 12246 w 14748"/>
                  <a:gd name="connsiteY6" fmla="*/ 5381 h 6387"/>
                  <a:gd name="connsiteX7" fmla="*/ 12231 w 14748"/>
                  <a:gd name="connsiteY7" fmla="*/ 5381 h 6387"/>
                  <a:gd name="connsiteX8" fmla="*/ 2993 w 14748"/>
                  <a:gd name="connsiteY8" fmla="*/ 6282 h 6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748" h="6387">
                    <a:moveTo>
                      <a:pt x="2693" y="6357"/>
                    </a:moveTo>
                    <a:cubicBezTo>
                      <a:pt x="1319" y="6335"/>
                      <a:pt x="177" y="5314"/>
                      <a:pt x="-11" y="3955"/>
                    </a:cubicBezTo>
                    <a:cubicBezTo>
                      <a:pt x="-183" y="2475"/>
                      <a:pt x="875" y="1132"/>
                      <a:pt x="2362" y="952"/>
                    </a:cubicBezTo>
                    <a:cubicBezTo>
                      <a:pt x="2370" y="952"/>
                      <a:pt x="2385" y="952"/>
                      <a:pt x="2392" y="952"/>
                    </a:cubicBezTo>
                    <a:lnTo>
                      <a:pt x="11780" y="-25"/>
                    </a:lnTo>
                    <a:cubicBezTo>
                      <a:pt x="13259" y="-115"/>
                      <a:pt x="14551" y="981"/>
                      <a:pt x="14709" y="2453"/>
                    </a:cubicBezTo>
                    <a:cubicBezTo>
                      <a:pt x="14837" y="3940"/>
                      <a:pt x="13740" y="5254"/>
                      <a:pt x="12246" y="5381"/>
                    </a:cubicBezTo>
                    <a:cubicBezTo>
                      <a:pt x="12246" y="5381"/>
                      <a:pt x="12238" y="5381"/>
                      <a:pt x="12231" y="5381"/>
                    </a:cubicBezTo>
                    <a:lnTo>
                      <a:pt x="2993" y="6282"/>
                    </a:ln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20" name="Content Placeholder 4">
                <a:extLst>
                  <a:ext uri="{FF2B5EF4-FFF2-40B4-BE49-F238E27FC236}">
                    <a16:creationId xmlns:a16="http://schemas.microsoft.com/office/drawing/2014/main" id="{A198FE4B-D530-F94F-1E60-E7F4BE493F39}"/>
                  </a:ext>
                </a:extLst>
              </p:cNvPr>
              <p:cNvSpPr/>
              <p:nvPr/>
            </p:nvSpPr>
            <p:spPr>
              <a:xfrm>
                <a:off x="3117806" y="5146965"/>
                <a:ext cx="107889" cy="98338"/>
              </a:xfrm>
              <a:custGeom>
                <a:avLst/>
                <a:gdLst>
                  <a:gd name="connsiteX0" fmla="*/ 52121 w 107889"/>
                  <a:gd name="connsiteY0" fmla="*/ 98309 h 98338"/>
                  <a:gd name="connsiteX1" fmla="*/ 50319 w 107889"/>
                  <a:gd name="connsiteY1" fmla="*/ 97558 h 98338"/>
                  <a:gd name="connsiteX2" fmla="*/ 828 w 107889"/>
                  <a:gd name="connsiteY2" fmla="*/ 51981 h 98338"/>
                  <a:gd name="connsiteX3" fmla="*/ 715 w 107889"/>
                  <a:gd name="connsiteY3" fmla="*/ 48114 h 98338"/>
                  <a:gd name="connsiteX4" fmla="*/ 4583 w 107889"/>
                  <a:gd name="connsiteY4" fmla="*/ 48002 h 98338"/>
                  <a:gd name="connsiteX5" fmla="*/ 53999 w 107889"/>
                  <a:gd name="connsiteY5" fmla="*/ 93578 h 98338"/>
                  <a:gd name="connsiteX6" fmla="*/ 53999 w 107889"/>
                  <a:gd name="connsiteY6" fmla="*/ 97407 h 98338"/>
                  <a:gd name="connsiteX7" fmla="*/ 52121 w 107889"/>
                  <a:gd name="connsiteY7" fmla="*/ 98309 h 98338"/>
                  <a:gd name="connsiteX8" fmla="*/ 39505 w 107889"/>
                  <a:gd name="connsiteY8" fmla="*/ 19920 h 98338"/>
                  <a:gd name="connsiteX9" fmla="*/ 36831 w 107889"/>
                  <a:gd name="connsiteY9" fmla="*/ 17187 h 98338"/>
                  <a:gd name="connsiteX10" fmla="*/ 38904 w 107889"/>
                  <a:gd name="connsiteY10" fmla="*/ 14589 h 98338"/>
                  <a:gd name="connsiteX11" fmla="*/ 87343 w 107889"/>
                  <a:gd name="connsiteY11" fmla="*/ 3777 h 98338"/>
                  <a:gd name="connsiteX12" fmla="*/ 104616 w 107889"/>
                  <a:gd name="connsiteY12" fmla="*/ 23 h 98338"/>
                  <a:gd name="connsiteX13" fmla="*/ 107808 w 107889"/>
                  <a:gd name="connsiteY13" fmla="*/ 2163 h 98338"/>
                  <a:gd name="connsiteX14" fmla="*/ 105668 w 107889"/>
                  <a:gd name="connsiteY14" fmla="*/ 5354 h 98338"/>
                  <a:gd name="connsiteX15" fmla="*/ 88470 w 107889"/>
                  <a:gd name="connsiteY15" fmla="*/ 9033 h 98338"/>
                  <a:gd name="connsiteX16" fmla="*/ 40030 w 107889"/>
                  <a:gd name="connsiteY16" fmla="*/ 19845 h 983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7889" h="98338">
                    <a:moveTo>
                      <a:pt x="52121" y="98309"/>
                    </a:moveTo>
                    <a:cubicBezTo>
                      <a:pt x="51453" y="98271"/>
                      <a:pt x="50815" y="98008"/>
                      <a:pt x="50319" y="97558"/>
                    </a:cubicBezTo>
                    <a:lnTo>
                      <a:pt x="828" y="51981"/>
                    </a:lnTo>
                    <a:cubicBezTo>
                      <a:pt x="-268" y="50945"/>
                      <a:pt x="-321" y="49211"/>
                      <a:pt x="715" y="48114"/>
                    </a:cubicBezTo>
                    <a:cubicBezTo>
                      <a:pt x="1752" y="47018"/>
                      <a:pt x="3487" y="46966"/>
                      <a:pt x="4583" y="48002"/>
                    </a:cubicBezTo>
                    <a:lnTo>
                      <a:pt x="53999" y="93578"/>
                    </a:lnTo>
                    <a:cubicBezTo>
                      <a:pt x="55020" y="94652"/>
                      <a:pt x="55020" y="96334"/>
                      <a:pt x="53999" y="97407"/>
                    </a:cubicBezTo>
                    <a:cubicBezTo>
                      <a:pt x="53518" y="97948"/>
                      <a:pt x="52842" y="98271"/>
                      <a:pt x="52121" y="98309"/>
                    </a:cubicBezTo>
                    <a:close/>
                    <a:moveTo>
                      <a:pt x="39505" y="19920"/>
                    </a:moveTo>
                    <a:cubicBezTo>
                      <a:pt x="38010" y="19905"/>
                      <a:pt x="36816" y="18681"/>
                      <a:pt x="36831" y="17187"/>
                    </a:cubicBezTo>
                    <a:cubicBezTo>
                      <a:pt x="36846" y="15948"/>
                      <a:pt x="37702" y="14882"/>
                      <a:pt x="38904" y="14589"/>
                    </a:cubicBezTo>
                    <a:lnTo>
                      <a:pt x="87343" y="3777"/>
                    </a:lnTo>
                    <a:cubicBezTo>
                      <a:pt x="93051" y="2501"/>
                      <a:pt x="98834" y="1149"/>
                      <a:pt x="104616" y="23"/>
                    </a:cubicBezTo>
                    <a:cubicBezTo>
                      <a:pt x="106088" y="-270"/>
                      <a:pt x="107515" y="691"/>
                      <a:pt x="107808" y="2163"/>
                    </a:cubicBezTo>
                    <a:cubicBezTo>
                      <a:pt x="108101" y="3635"/>
                      <a:pt x="107140" y="5061"/>
                      <a:pt x="105668" y="5354"/>
                    </a:cubicBezTo>
                    <a:cubicBezTo>
                      <a:pt x="99885" y="6480"/>
                      <a:pt x="94177" y="7756"/>
                      <a:pt x="88470" y="9033"/>
                    </a:cubicBezTo>
                    <a:lnTo>
                      <a:pt x="40030" y="19845"/>
                    </a:ln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21" name="Content Placeholder 4">
                <a:extLst>
                  <a:ext uri="{FF2B5EF4-FFF2-40B4-BE49-F238E27FC236}">
                    <a16:creationId xmlns:a16="http://schemas.microsoft.com/office/drawing/2014/main" id="{765D3ED3-E5AD-319F-BAD7-7780116A5D4E}"/>
                  </a:ext>
                </a:extLst>
              </p:cNvPr>
              <p:cNvSpPr/>
              <p:nvPr/>
            </p:nvSpPr>
            <p:spPr>
              <a:xfrm>
                <a:off x="3194735" y="5266849"/>
                <a:ext cx="15154" cy="12223"/>
              </a:xfrm>
              <a:custGeom>
                <a:avLst/>
                <a:gdLst>
                  <a:gd name="connsiteX0" fmla="*/ 11916 w 15154"/>
                  <a:gd name="connsiteY0" fmla="*/ 12137 h 12223"/>
                  <a:gd name="connsiteX1" fmla="*/ 11916 w 15154"/>
                  <a:gd name="connsiteY1" fmla="*/ 12137 h 12223"/>
                  <a:gd name="connsiteX2" fmla="*/ 2528 w 15154"/>
                  <a:gd name="connsiteY2" fmla="*/ 11687 h 12223"/>
                  <a:gd name="connsiteX3" fmla="*/ -25 w 15154"/>
                  <a:gd name="connsiteY3" fmla="*/ 8841 h 12223"/>
                  <a:gd name="connsiteX4" fmla="*/ -25 w 15154"/>
                  <a:gd name="connsiteY4" fmla="*/ 8833 h 12223"/>
                  <a:gd name="connsiteX5" fmla="*/ 2754 w 15154"/>
                  <a:gd name="connsiteY5" fmla="*/ 6280 h 12223"/>
                  <a:gd name="connsiteX6" fmla="*/ 4781 w 15154"/>
                  <a:gd name="connsiteY6" fmla="*/ 6280 h 12223"/>
                  <a:gd name="connsiteX7" fmla="*/ 2904 w 15154"/>
                  <a:gd name="connsiteY7" fmla="*/ 4629 h 12223"/>
                  <a:gd name="connsiteX8" fmla="*/ 2904 w 15154"/>
                  <a:gd name="connsiteY8" fmla="*/ 799 h 12223"/>
                  <a:gd name="connsiteX9" fmla="*/ 6621 w 15154"/>
                  <a:gd name="connsiteY9" fmla="*/ 687 h 12223"/>
                  <a:gd name="connsiteX10" fmla="*/ 6734 w 15154"/>
                  <a:gd name="connsiteY10" fmla="*/ 799 h 12223"/>
                  <a:gd name="connsiteX11" fmla="*/ 14244 w 15154"/>
                  <a:gd name="connsiteY11" fmla="*/ 7557 h 12223"/>
                  <a:gd name="connsiteX12" fmla="*/ 14920 w 15154"/>
                  <a:gd name="connsiteY12" fmla="*/ 10635 h 12223"/>
                  <a:gd name="connsiteX13" fmla="*/ 11916 w 15154"/>
                  <a:gd name="connsiteY13" fmla="*/ 12137 h 1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5154" h="12223">
                    <a:moveTo>
                      <a:pt x="11916" y="12137"/>
                    </a:moveTo>
                    <a:lnTo>
                      <a:pt x="11916" y="12137"/>
                    </a:lnTo>
                    <a:lnTo>
                      <a:pt x="2528" y="11687"/>
                    </a:lnTo>
                    <a:cubicBezTo>
                      <a:pt x="1034" y="11604"/>
                      <a:pt x="-108" y="10335"/>
                      <a:pt x="-25" y="8841"/>
                    </a:cubicBezTo>
                    <a:cubicBezTo>
                      <a:pt x="-25" y="8841"/>
                      <a:pt x="-25" y="8833"/>
                      <a:pt x="-25" y="8833"/>
                    </a:cubicBezTo>
                    <a:cubicBezTo>
                      <a:pt x="58" y="7369"/>
                      <a:pt x="1289" y="6235"/>
                      <a:pt x="2754" y="6280"/>
                    </a:cubicBezTo>
                    <a:lnTo>
                      <a:pt x="4781" y="6280"/>
                    </a:lnTo>
                    <a:lnTo>
                      <a:pt x="2904" y="4629"/>
                    </a:lnTo>
                    <a:cubicBezTo>
                      <a:pt x="1883" y="3555"/>
                      <a:pt x="1883" y="1873"/>
                      <a:pt x="2904" y="799"/>
                    </a:cubicBezTo>
                    <a:cubicBezTo>
                      <a:pt x="3895" y="-259"/>
                      <a:pt x="5562" y="-312"/>
                      <a:pt x="6621" y="687"/>
                    </a:cubicBezTo>
                    <a:cubicBezTo>
                      <a:pt x="6659" y="724"/>
                      <a:pt x="6696" y="762"/>
                      <a:pt x="6734" y="799"/>
                    </a:cubicBezTo>
                    <a:lnTo>
                      <a:pt x="14244" y="7557"/>
                    </a:lnTo>
                    <a:cubicBezTo>
                      <a:pt x="15085" y="8345"/>
                      <a:pt x="15355" y="9569"/>
                      <a:pt x="14920" y="10635"/>
                    </a:cubicBezTo>
                    <a:cubicBezTo>
                      <a:pt x="14387" y="11769"/>
                      <a:pt x="13147" y="12392"/>
                      <a:pt x="11916" y="12137"/>
                    </a:cubicBez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22" name="Content Placeholder 4">
                <a:extLst>
                  <a:ext uri="{FF2B5EF4-FFF2-40B4-BE49-F238E27FC236}">
                    <a16:creationId xmlns:a16="http://schemas.microsoft.com/office/drawing/2014/main" id="{CD686F61-62EC-C200-D518-6D228C36C550}"/>
                  </a:ext>
                </a:extLst>
              </p:cNvPr>
              <p:cNvSpPr/>
              <p:nvPr/>
            </p:nvSpPr>
            <p:spPr>
              <a:xfrm>
                <a:off x="3126098" y="5273066"/>
                <a:ext cx="58653" cy="7677"/>
              </a:xfrm>
              <a:custGeom>
                <a:avLst/>
                <a:gdLst>
                  <a:gd name="connsiteX0" fmla="*/ 2674 w 58653"/>
                  <a:gd name="connsiteY0" fmla="*/ 7648 h 7677"/>
                  <a:gd name="connsiteX1" fmla="*/ -29 w 58653"/>
                  <a:gd name="connsiteY1" fmla="*/ 4945 h 7677"/>
                  <a:gd name="connsiteX2" fmla="*/ 2674 w 58653"/>
                  <a:gd name="connsiteY2" fmla="*/ 2242 h 7677"/>
                  <a:gd name="connsiteX3" fmla="*/ 55920 w 58653"/>
                  <a:gd name="connsiteY3" fmla="*/ -11 h 7677"/>
                  <a:gd name="connsiteX4" fmla="*/ 58624 w 58653"/>
                  <a:gd name="connsiteY4" fmla="*/ 2767 h 7677"/>
                  <a:gd name="connsiteX5" fmla="*/ 55920 w 58653"/>
                  <a:gd name="connsiteY5" fmla="*/ 5395 h 7677"/>
                  <a:gd name="connsiteX6" fmla="*/ 55920 w 58653"/>
                  <a:gd name="connsiteY6" fmla="*/ 5395 h 7677"/>
                  <a:gd name="connsiteX7" fmla="*/ 3350 w 58653"/>
                  <a:gd name="connsiteY7" fmla="*/ 7648 h 76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8653" h="7677">
                    <a:moveTo>
                      <a:pt x="2674" y="7648"/>
                    </a:moveTo>
                    <a:cubicBezTo>
                      <a:pt x="1180" y="7648"/>
                      <a:pt x="-29" y="6439"/>
                      <a:pt x="-29" y="4945"/>
                    </a:cubicBezTo>
                    <a:cubicBezTo>
                      <a:pt x="-29" y="3450"/>
                      <a:pt x="1180" y="2242"/>
                      <a:pt x="2674" y="2242"/>
                    </a:cubicBezTo>
                    <a:cubicBezTo>
                      <a:pt x="20375" y="590"/>
                      <a:pt x="38144" y="-161"/>
                      <a:pt x="55920" y="-11"/>
                    </a:cubicBezTo>
                    <a:cubicBezTo>
                      <a:pt x="57422" y="27"/>
                      <a:pt x="58624" y="1266"/>
                      <a:pt x="58624" y="2767"/>
                    </a:cubicBezTo>
                    <a:cubicBezTo>
                      <a:pt x="58586" y="4231"/>
                      <a:pt x="57385" y="5395"/>
                      <a:pt x="55920" y="5395"/>
                    </a:cubicBezTo>
                    <a:lnTo>
                      <a:pt x="55920" y="5395"/>
                    </a:lnTo>
                    <a:cubicBezTo>
                      <a:pt x="38369" y="5245"/>
                      <a:pt x="20826" y="6003"/>
                      <a:pt x="3350" y="7648"/>
                    </a:cubicBez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23" name="Content Placeholder 4">
                <a:extLst>
                  <a:ext uri="{FF2B5EF4-FFF2-40B4-BE49-F238E27FC236}">
                    <a16:creationId xmlns:a16="http://schemas.microsoft.com/office/drawing/2014/main" id="{FF9BDE66-9834-E5CF-8BAF-95596F06C8D8}"/>
                  </a:ext>
                </a:extLst>
              </p:cNvPr>
              <p:cNvSpPr/>
              <p:nvPr/>
            </p:nvSpPr>
            <p:spPr>
              <a:xfrm>
                <a:off x="3108044" y="5275846"/>
                <a:ext cx="14766" cy="6624"/>
              </a:xfrm>
              <a:custGeom>
                <a:avLst/>
                <a:gdLst>
                  <a:gd name="connsiteX0" fmla="*/ 2704 w 14766"/>
                  <a:gd name="connsiteY0" fmla="*/ 6594 h 6624"/>
                  <a:gd name="connsiteX1" fmla="*/ 1 w 14766"/>
                  <a:gd name="connsiteY1" fmla="*/ 4192 h 6624"/>
                  <a:gd name="connsiteX2" fmla="*/ 2209 w 14766"/>
                  <a:gd name="connsiteY2" fmla="*/ 1204 h 6624"/>
                  <a:gd name="connsiteX3" fmla="*/ 2329 w 14766"/>
                  <a:gd name="connsiteY3" fmla="*/ 1189 h 6624"/>
                  <a:gd name="connsiteX4" fmla="*/ 11716 w 14766"/>
                  <a:gd name="connsiteY4" fmla="*/ -13 h 6624"/>
                  <a:gd name="connsiteX5" fmla="*/ 14720 w 14766"/>
                  <a:gd name="connsiteY5" fmla="*/ 2390 h 6624"/>
                  <a:gd name="connsiteX6" fmla="*/ 12317 w 14766"/>
                  <a:gd name="connsiteY6" fmla="*/ 5393 h 6624"/>
                  <a:gd name="connsiteX7" fmla="*/ 3005 w 14766"/>
                  <a:gd name="connsiteY7" fmla="*/ 6519 h 66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766" h="6624">
                    <a:moveTo>
                      <a:pt x="2704" y="6594"/>
                    </a:moveTo>
                    <a:cubicBezTo>
                      <a:pt x="1330" y="6572"/>
                      <a:pt x="189" y="5551"/>
                      <a:pt x="1" y="4192"/>
                    </a:cubicBezTo>
                    <a:cubicBezTo>
                      <a:pt x="-217" y="2758"/>
                      <a:pt x="774" y="1421"/>
                      <a:pt x="2209" y="1204"/>
                    </a:cubicBezTo>
                    <a:cubicBezTo>
                      <a:pt x="2246" y="1196"/>
                      <a:pt x="2291" y="1189"/>
                      <a:pt x="2329" y="1189"/>
                    </a:cubicBezTo>
                    <a:lnTo>
                      <a:pt x="11716" y="-13"/>
                    </a:lnTo>
                    <a:cubicBezTo>
                      <a:pt x="13211" y="-178"/>
                      <a:pt x="14555" y="896"/>
                      <a:pt x="14720" y="2390"/>
                    </a:cubicBezTo>
                    <a:cubicBezTo>
                      <a:pt x="14886" y="3884"/>
                      <a:pt x="13812" y="5228"/>
                      <a:pt x="12317" y="5393"/>
                    </a:cubicBezTo>
                    <a:lnTo>
                      <a:pt x="3005" y="6519"/>
                    </a:ln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24" name="Content Placeholder 4">
                <a:extLst>
                  <a:ext uri="{FF2B5EF4-FFF2-40B4-BE49-F238E27FC236}">
                    <a16:creationId xmlns:a16="http://schemas.microsoft.com/office/drawing/2014/main" id="{161052AA-7559-29A1-C3F3-C4EFF7B319B5}"/>
                  </a:ext>
                </a:extLst>
              </p:cNvPr>
              <p:cNvSpPr/>
              <p:nvPr/>
            </p:nvSpPr>
            <p:spPr>
              <a:xfrm>
                <a:off x="2944028" y="4973322"/>
                <a:ext cx="734976" cy="432381"/>
              </a:xfrm>
              <a:custGeom>
                <a:avLst/>
                <a:gdLst>
                  <a:gd name="connsiteX0" fmla="*/ 724188 w 734976"/>
                  <a:gd name="connsiteY0" fmla="*/ 10883 h 432381"/>
                  <a:gd name="connsiteX1" fmla="*/ 724188 w 734976"/>
                  <a:gd name="connsiteY1" fmla="*/ 38213 h 432381"/>
                  <a:gd name="connsiteX2" fmla="*/ 729670 w 734976"/>
                  <a:gd name="connsiteY2" fmla="*/ 294402 h 432381"/>
                  <a:gd name="connsiteX3" fmla="*/ 734702 w 734976"/>
                  <a:gd name="connsiteY3" fmla="*/ 368660 h 432381"/>
                  <a:gd name="connsiteX4" fmla="*/ 733425 w 734976"/>
                  <a:gd name="connsiteY4" fmla="*/ 428203 h 432381"/>
                  <a:gd name="connsiteX5" fmla="*/ 639550 w 734976"/>
                  <a:gd name="connsiteY5" fmla="*/ 429028 h 432381"/>
                  <a:gd name="connsiteX6" fmla="*/ 544699 w 734976"/>
                  <a:gd name="connsiteY6" fmla="*/ 428503 h 432381"/>
                  <a:gd name="connsiteX7" fmla="*/ 105364 w 734976"/>
                  <a:gd name="connsiteY7" fmla="*/ 426025 h 432381"/>
                  <a:gd name="connsiteX8" fmla="*/ 37024 w 734976"/>
                  <a:gd name="connsiteY8" fmla="*/ 426025 h 432381"/>
                  <a:gd name="connsiteX9" fmla="*/ 8861 w 734976"/>
                  <a:gd name="connsiteY9" fmla="*/ 422421 h 432381"/>
                  <a:gd name="connsiteX10" fmla="*/ 1351 w 734976"/>
                  <a:gd name="connsiteY10" fmla="*/ 358899 h 432381"/>
                  <a:gd name="connsiteX11" fmla="*/ 3454 w 734976"/>
                  <a:gd name="connsiteY11" fmla="*/ 71626 h 432381"/>
                  <a:gd name="connsiteX12" fmla="*/ 750 w 734976"/>
                  <a:gd name="connsiteY12" fmla="*/ 1272 h 432381"/>
                  <a:gd name="connsiteX13" fmla="*/ 54146 w 734976"/>
                  <a:gd name="connsiteY13" fmla="*/ 1272 h 432381"/>
                  <a:gd name="connsiteX14" fmla="*/ 438958 w 734976"/>
                  <a:gd name="connsiteY14" fmla="*/ 6828 h 432381"/>
                  <a:gd name="connsiteX15" fmla="*/ 612589 w 734976"/>
                  <a:gd name="connsiteY15" fmla="*/ 9306 h 432381"/>
                  <a:gd name="connsiteX16" fmla="*/ 699855 w 734976"/>
                  <a:gd name="connsiteY16" fmla="*/ 10507 h 432381"/>
                  <a:gd name="connsiteX17" fmla="*/ 724188 w 734976"/>
                  <a:gd name="connsiteY17" fmla="*/ 10883 h 432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734976" h="432381">
                    <a:moveTo>
                      <a:pt x="724188" y="10883"/>
                    </a:moveTo>
                    <a:cubicBezTo>
                      <a:pt x="724188" y="10883"/>
                      <a:pt x="724188" y="25374"/>
                      <a:pt x="724188" y="38213"/>
                    </a:cubicBezTo>
                    <a:cubicBezTo>
                      <a:pt x="722934" y="123306"/>
                      <a:pt x="724766" y="208708"/>
                      <a:pt x="729670" y="294402"/>
                    </a:cubicBezTo>
                    <a:cubicBezTo>
                      <a:pt x="731097" y="319180"/>
                      <a:pt x="732749" y="343882"/>
                      <a:pt x="734702" y="368660"/>
                    </a:cubicBezTo>
                    <a:cubicBezTo>
                      <a:pt x="735678" y="381800"/>
                      <a:pt x="733425" y="428203"/>
                      <a:pt x="733425" y="428203"/>
                    </a:cubicBezTo>
                    <a:cubicBezTo>
                      <a:pt x="718405" y="436987"/>
                      <a:pt x="659151" y="429104"/>
                      <a:pt x="639550" y="429028"/>
                    </a:cubicBezTo>
                    <a:lnTo>
                      <a:pt x="544699" y="428503"/>
                    </a:lnTo>
                    <a:lnTo>
                      <a:pt x="105364" y="426025"/>
                    </a:lnTo>
                    <a:lnTo>
                      <a:pt x="37024" y="426025"/>
                    </a:lnTo>
                    <a:cubicBezTo>
                      <a:pt x="29063" y="426025"/>
                      <a:pt x="14494" y="427977"/>
                      <a:pt x="8861" y="422421"/>
                    </a:cubicBezTo>
                    <a:cubicBezTo>
                      <a:pt x="1351" y="414912"/>
                      <a:pt x="1351" y="368285"/>
                      <a:pt x="1351" y="358899"/>
                    </a:cubicBezTo>
                    <a:cubicBezTo>
                      <a:pt x="1351" y="258436"/>
                      <a:pt x="7960" y="171638"/>
                      <a:pt x="3454" y="71626"/>
                    </a:cubicBezTo>
                    <a:cubicBezTo>
                      <a:pt x="2402" y="48575"/>
                      <a:pt x="-1728" y="24173"/>
                      <a:pt x="750" y="1272"/>
                    </a:cubicBezTo>
                    <a:cubicBezTo>
                      <a:pt x="17122" y="-1656"/>
                      <a:pt x="37249" y="1272"/>
                      <a:pt x="54146" y="1272"/>
                    </a:cubicBezTo>
                    <a:lnTo>
                      <a:pt x="438958" y="6828"/>
                    </a:lnTo>
                    <a:lnTo>
                      <a:pt x="612589" y="9306"/>
                    </a:lnTo>
                    <a:cubicBezTo>
                      <a:pt x="641127" y="9306"/>
                      <a:pt x="671092" y="8480"/>
                      <a:pt x="699855" y="10507"/>
                    </a:cubicBezTo>
                    <a:cubicBezTo>
                      <a:pt x="708567" y="10657"/>
                      <a:pt x="720508" y="8855"/>
                      <a:pt x="724188" y="10883"/>
                    </a:cubicBezTo>
                    <a:close/>
                  </a:path>
                </a:pathLst>
              </a:custGeom>
              <a:solidFill>
                <a:srgbClr val="EDF3F4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25" name="Content Placeholder 4">
                <a:extLst>
                  <a:ext uri="{FF2B5EF4-FFF2-40B4-BE49-F238E27FC236}">
                    <a16:creationId xmlns:a16="http://schemas.microsoft.com/office/drawing/2014/main" id="{DDBAE554-61A9-40EA-CD57-40671ECE2CD1}"/>
                  </a:ext>
                </a:extLst>
              </p:cNvPr>
              <p:cNvSpPr/>
              <p:nvPr/>
            </p:nvSpPr>
            <p:spPr>
              <a:xfrm>
                <a:off x="2953876" y="4981951"/>
                <a:ext cx="715428" cy="409251"/>
              </a:xfrm>
              <a:custGeom>
                <a:avLst/>
                <a:gdLst>
                  <a:gd name="connsiteX0" fmla="*/ 699845 w 715428"/>
                  <a:gd name="connsiteY0" fmla="*/ 5933 h 409251"/>
                  <a:gd name="connsiteX1" fmla="*/ 699845 w 715428"/>
                  <a:gd name="connsiteY1" fmla="*/ 31762 h 409251"/>
                  <a:gd name="connsiteX2" fmla="*/ 708782 w 715428"/>
                  <a:gd name="connsiteY2" fmla="*/ 275937 h 409251"/>
                  <a:gd name="connsiteX3" fmla="*/ 714865 w 715428"/>
                  <a:gd name="connsiteY3" fmla="*/ 347642 h 409251"/>
                  <a:gd name="connsiteX4" fmla="*/ 714865 w 715428"/>
                  <a:gd name="connsiteY4" fmla="*/ 405382 h 409251"/>
                  <a:gd name="connsiteX5" fmla="*/ 621215 w 715428"/>
                  <a:gd name="connsiteY5" fmla="*/ 405382 h 409251"/>
                  <a:gd name="connsiteX6" fmla="*/ 527115 w 715428"/>
                  <a:gd name="connsiteY6" fmla="*/ 404256 h 409251"/>
                  <a:gd name="connsiteX7" fmla="*/ 99046 w 715428"/>
                  <a:gd name="connsiteY7" fmla="*/ 399225 h 409251"/>
                  <a:gd name="connsiteX8" fmla="*/ 33483 w 715428"/>
                  <a:gd name="connsiteY8" fmla="*/ 398475 h 409251"/>
                  <a:gd name="connsiteX9" fmla="*/ 6598 w 715428"/>
                  <a:gd name="connsiteY9" fmla="*/ 394870 h 409251"/>
                  <a:gd name="connsiteX10" fmla="*/ -11 w 715428"/>
                  <a:gd name="connsiteY10" fmla="*/ 334803 h 409251"/>
                  <a:gd name="connsiteX11" fmla="*/ 5321 w 715428"/>
                  <a:gd name="connsiteY11" fmla="*/ 66226 h 409251"/>
                  <a:gd name="connsiteX12" fmla="*/ 3669 w 715428"/>
                  <a:gd name="connsiteY12" fmla="*/ 1277 h 409251"/>
                  <a:gd name="connsiteX13" fmla="*/ 53986 w 715428"/>
                  <a:gd name="connsiteY13" fmla="*/ 827 h 409251"/>
                  <a:gd name="connsiteX14" fmla="*/ 421450 w 715428"/>
                  <a:gd name="connsiteY14" fmla="*/ 3379 h 409251"/>
                  <a:gd name="connsiteX15" fmla="*/ 590274 w 715428"/>
                  <a:gd name="connsiteY15" fmla="*/ 4581 h 409251"/>
                  <a:gd name="connsiteX16" fmla="*/ 675888 w 715428"/>
                  <a:gd name="connsiteY16" fmla="*/ 5182 h 409251"/>
                  <a:gd name="connsiteX17" fmla="*/ 699845 w 715428"/>
                  <a:gd name="connsiteY17" fmla="*/ 5933 h 40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715428" h="409251">
                    <a:moveTo>
                      <a:pt x="699845" y="5933"/>
                    </a:moveTo>
                    <a:cubicBezTo>
                      <a:pt x="699845" y="5933"/>
                      <a:pt x="699845" y="19598"/>
                      <a:pt x="699845" y="31762"/>
                    </a:cubicBezTo>
                    <a:cubicBezTo>
                      <a:pt x="699845" y="112500"/>
                      <a:pt x="702827" y="193892"/>
                      <a:pt x="708782" y="275937"/>
                    </a:cubicBezTo>
                    <a:cubicBezTo>
                      <a:pt x="710584" y="299738"/>
                      <a:pt x="712612" y="323690"/>
                      <a:pt x="714865" y="347642"/>
                    </a:cubicBezTo>
                    <a:cubicBezTo>
                      <a:pt x="716067" y="360332"/>
                      <a:pt x="714865" y="405382"/>
                      <a:pt x="714865" y="405382"/>
                    </a:cubicBezTo>
                    <a:cubicBezTo>
                      <a:pt x="699845" y="413792"/>
                      <a:pt x="640742" y="405833"/>
                      <a:pt x="621215" y="405382"/>
                    </a:cubicBezTo>
                    <a:lnTo>
                      <a:pt x="527115" y="404256"/>
                    </a:lnTo>
                    <a:lnTo>
                      <a:pt x="99046" y="399225"/>
                    </a:lnTo>
                    <a:lnTo>
                      <a:pt x="33483" y="398475"/>
                    </a:lnTo>
                    <a:cubicBezTo>
                      <a:pt x="25973" y="398475"/>
                      <a:pt x="11629" y="400201"/>
                      <a:pt x="6598" y="394870"/>
                    </a:cubicBezTo>
                    <a:cubicBezTo>
                      <a:pt x="-236" y="387362"/>
                      <a:pt x="-86" y="343587"/>
                      <a:pt x="-11" y="334803"/>
                    </a:cubicBezTo>
                    <a:cubicBezTo>
                      <a:pt x="890" y="240271"/>
                      <a:pt x="8475" y="159105"/>
                      <a:pt x="5321" y="66226"/>
                    </a:cubicBezTo>
                    <a:cubicBezTo>
                      <a:pt x="4645" y="44901"/>
                      <a:pt x="1040" y="22451"/>
                      <a:pt x="3669" y="1277"/>
                    </a:cubicBezTo>
                    <a:cubicBezTo>
                      <a:pt x="20401" y="-300"/>
                      <a:pt x="37231" y="-449"/>
                      <a:pt x="53986" y="827"/>
                    </a:cubicBezTo>
                    <a:lnTo>
                      <a:pt x="421450" y="3379"/>
                    </a:lnTo>
                    <a:lnTo>
                      <a:pt x="590274" y="4581"/>
                    </a:lnTo>
                    <a:cubicBezTo>
                      <a:pt x="618212" y="4581"/>
                      <a:pt x="647576" y="3379"/>
                      <a:pt x="675888" y="5182"/>
                    </a:cubicBezTo>
                    <a:cubicBezTo>
                      <a:pt x="684450" y="5933"/>
                      <a:pt x="696165" y="4206"/>
                      <a:pt x="699845" y="5933"/>
                    </a:cubicBezTo>
                    <a:close/>
                  </a:path>
                </a:pathLst>
              </a:custGeom>
              <a:solidFill>
                <a:srgbClr val="E0DCD3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26" name="Content Placeholder 4">
                <a:extLst>
                  <a:ext uri="{FF2B5EF4-FFF2-40B4-BE49-F238E27FC236}">
                    <a16:creationId xmlns:a16="http://schemas.microsoft.com/office/drawing/2014/main" id="{859E6A82-649D-CF47-1088-739C0843295E}"/>
                  </a:ext>
                </a:extLst>
              </p:cNvPr>
              <p:cNvSpPr/>
              <p:nvPr/>
            </p:nvSpPr>
            <p:spPr>
              <a:xfrm>
                <a:off x="2964451" y="5015408"/>
                <a:ext cx="366081" cy="367295"/>
              </a:xfrm>
              <a:custGeom>
                <a:avLst/>
                <a:gdLst>
                  <a:gd name="connsiteX0" fmla="*/ 13446 w 366081"/>
                  <a:gd name="connsiteY0" fmla="*/ 33294 h 367295"/>
                  <a:gd name="connsiteX1" fmla="*/ 95680 w 366081"/>
                  <a:gd name="connsiteY1" fmla="*/ 123020 h 367295"/>
                  <a:gd name="connsiteX2" fmla="*/ 134657 w 366081"/>
                  <a:gd name="connsiteY2" fmla="*/ 158761 h 367295"/>
                  <a:gd name="connsiteX3" fmla="*/ 136084 w 366081"/>
                  <a:gd name="connsiteY3" fmla="*/ 158235 h 367295"/>
                  <a:gd name="connsiteX4" fmla="*/ 300553 w 366081"/>
                  <a:gd name="connsiteY4" fmla="*/ 124973 h 367295"/>
                  <a:gd name="connsiteX5" fmla="*/ 334198 w 366081"/>
                  <a:gd name="connsiteY5" fmla="*/ 115512 h 367295"/>
                  <a:gd name="connsiteX6" fmla="*/ 335324 w 366081"/>
                  <a:gd name="connsiteY6" fmla="*/ 74215 h 367295"/>
                  <a:gd name="connsiteX7" fmla="*/ 284632 w 366081"/>
                  <a:gd name="connsiteY7" fmla="*/ 2210 h 367295"/>
                  <a:gd name="connsiteX8" fmla="*/ 286359 w 366081"/>
                  <a:gd name="connsiteY8" fmla="*/ 407 h 367295"/>
                  <a:gd name="connsiteX9" fmla="*/ 341783 w 366081"/>
                  <a:gd name="connsiteY9" fmla="*/ 73540 h 367295"/>
                  <a:gd name="connsiteX10" fmla="*/ 347716 w 366081"/>
                  <a:gd name="connsiteY10" fmla="*/ 106577 h 367295"/>
                  <a:gd name="connsiteX11" fmla="*/ 326838 w 366081"/>
                  <a:gd name="connsiteY11" fmla="*/ 127826 h 367295"/>
                  <a:gd name="connsiteX12" fmla="*/ 284482 w 366081"/>
                  <a:gd name="connsiteY12" fmla="*/ 137287 h 367295"/>
                  <a:gd name="connsiteX13" fmla="*/ 235967 w 366081"/>
                  <a:gd name="connsiteY13" fmla="*/ 147648 h 367295"/>
                  <a:gd name="connsiteX14" fmla="*/ 144120 w 366081"/>
                  <a:gd name="connsiteY14" fmla="*/ 166945 h 367295"/>
                  <a:gd name="connsiteX15" fmla="*/ 188279 w 366081"/>
                  <a:gd name="connsiteY15" fmla="*/ 203886 h 367295"/>
                  <a:gd name="connsiteX16" fmla="*/ 284482 w 366081"/>
                  <a:gd name="connsiteY16" fmla="*/ 280097 h 367295"/>
                  <a:gd name="connsiteX17" fmla="*/ 365740 w 366081"/>
                  <a:gd name="connsiteY17" fmla="*/ 363591 h 367295"/>
                  <a:gd name="connsiteX18" fmla="*/ 362285 w 366081"/>
                  <a:gd name="connsiteY18" fmla="*/ 366519 h 367295"/>
                  <a:gd name="connsiteX19" fmla="*/ 273517 w 366081"/>
                  <a:gd name="connsiteY19" fmla="*/ 287831 h 367295"/>
                  <a:gd name="connsiteX20" fmla="*/ 176413 w 366081"/>
                  <a:gd name="connsiteY20" fmla="*/ 213272 h 367295"/>
                  <a:gd name="connsiteX21" fmla="*/ 1806 w 366081"/>
                  <a:gd name="connsiteY21" fmla="*/ 45158 h 367295"/>
                  <a:gd name="connsiteX22" fmla="*/ 13446 w 366081"/>
                  <a:gd name="connsiteY22" fmla="*/ 33294 h 367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66081" h="367295">
                    <a:moveTo>
                      <a:pt x="13446" y="33294"/>
                    </a:moveTo>
                    <a:cubicBezTo>
                      <a:pt x="39093" y="64770"/>
                      <a:pt x="66549" y="94728"/>
                      <a:pt x="95680" y="123020"/>
                    </a:cubicBezTo>
                    <a:cubicBezTo>
                      <a:pt x="108372" y="135259"/>
                      <a:pt x="121440" y="147123"/>
                      <a:pt x="134657" y="158761"/>
                    </a:cubicBezTo>
                    <a:cubicBezTo>
                      <a:pt x="135085" y="158483"/>
                      <a:pt x="135574" y="158303"/>
                      <a:pt x="136084" y="158235"/>
                    </a:cubicBezTo>
                    <a:cubicBezTo>
                      <a:pt x="191155" y="146972"/>
                      <a:pt x="245978" y="135882"/>
                      <a:pt x="300553" y="124973"/>
                    </a:cubicBezTo>
                    <a:cubicBezTo>
                      <a:pt x="311668" y="122720"/>
                      <a:pt x="324435" y="122044"/>
                      <a:pt x="334198" y="115512"/>
                    </a:cubicBezTo>
                    <a:cubicBezTo>
                      <a:pt x="347265" y="106727"/>
                      <a:pt x="341332" y="86004"/>
                      <a:pt x="335324" y="74215"/>
                    </a:cubicBezTo>
                    <a:cubicBezTo>
                      <a:pt x="321040" y="48477"/>
                      <a:pt x="304045" y="24337"/>
                      <a:pt x="284632" y="2210"/>
                    </a:cubicBezTo>
                    <a:cubicBezTo>
                      <a:pt x="283580" y="933"/>
                      <a:pt x="285233" y="-869"/>
                      <a:pt x="286359" y="407"/>
                    </a:cubicBezTo>
                    <a:cubicBezTo>
                      <a:pt x="308040" y="22182"/>
                      <a:pt x="326688" y="46780"/>
                      <a:pt x="341783" y="73540"/>
                    </a:cubicBezTo>
                    <a:cubicBezTo>
                      <a:pt x="347521" y="83534"/>
                      <a:pt x="349616" y="95209"/>
                      <a:pt x="347716" y="106577"/>
                    </a:cubicBezTo>
                    <a:cubicBezTo>
                      <a:pt x="345253" y="116991"/>
                      <a:pt x="337209" y="125175"/>
                      <a:pt x="326838" y="127826"/>
                    </a:cubicBezTo>
                    <a:cubicBezTo>
                      <a:pt x="312937" y="131880"/>
                      <a:pt x="298788" y="135041"/>
                      <a:pt x="284482" y="137287"/>
                    </a:cubicBezTo>
                    <a:lnTo>
                      <a:pt x="235967" y="147648"/>
                    </a:lnTo>
                    <a:cubicBezTo>
                      <a:pt x="205379" y="154158"/>
                      <a:pt x="174761" y="160585"/>
                      <a:pt x="144120" y="166945"/>
                    </a:cubicBezTo>
                    <a:cubicBezTo>
                      <a:pt x="158689" y="179506"/>
                      <a:pt x="173409" y="191820"/>
                      <a:pt x="188279" y="203886"/>
                    </a:cubicBezTo>
                    <a:cubicBezTo>
                      <a:pt x="220046" y="229640"/>
                      <a:pt x="252264" y="254719"/>
                      <a:pt x="284482" y="280097"/>
                    </a:cubicBezTo>
                    <a:cubicBezTo>
                      <a:pt x="314522" y="303524"/>
                      <a:pt x="347040" y="327626"/>
                      <a:pt x="365740" y="363591"/>
                    </a:cubicBezTo>
                    <a:cubicBezTo>
                      <a:pt x="367016" y="366069"/>
                      <a:pt x="364088" y="368547"/>
                      <a:pt x="362285" y="366519"/>
                    </a:cubicBezTo>
                    <a:cubicBezTo>
                      <a:pt x="335437" y="337357"/>
                      <a:pt x="305697" y="310987"/>
                      <a:pt x="273517" y="287831"/>
                    </a:cubicBezTo>
                    <a:cubicBezTo>
                      <a:pt x="240849" y="263278"/>
                      <a:pt x="208255" y="238726"/>
                      <a:pt x="176413" y="213272"/>
                    </a:cubicBezTo>
                    <a:cubicBezTo>
                      <a:pt x="113930" y="163341"/>
                      <a:pt x="51296" y="109655"/>
                      <a:pt x="1806" y="45158"/>
                    </a:cubicBezTo>
                    <a:cubicBezTo>
                      <a:pt x="-4353" y="36748"/>
                      <a:pt x="6387" y="25035"/>
                      <a:pt x="13446" y="33294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27" name="Content Placeholder 4">
                <a:extLst>
                  <a:ext uri="{FF2B5EF4-FFF2-40B4-BE49-F238E27FC236}">
                    <a16:creationId xmlns:a16="http://schemas.microsoft.com/office/drawing/2014/main" id="{60DD31EC-E8AC-8310-B306-A8234374E575}"/>
                  </a:ext>
                </a:extLst>
              </p:cNvPr>
              <p:cNvSpPr/>
              <p:nvPr/>
            </p:nvSpPr>
            <p:spPr>
              <a:xfrm>
                <a:off x="2965020" y="5220927"/>
                <a:ext cx="179740" cy="20703"/>
              </a:xfrm>
              <a:custGeom>
                <a:avLst/>
                <a:gdLst>
                  <a:gd name="connsiteX0" fmla="*/ 3715 w 179740"/>
                  <a:gd name="connsiteY0" fmla="*/ 9705 h 20703"/>
                  <a:gd name="connsiteX1" fmla="*/ 47949 w 179740"/>
                  <a:gd name="connsiteY1" fmla="*/ 5800 h 20703"/>
                  <a:gd name="connsiteX2" fmla="*/ 93985 w 179740"/>
                  <a:gd name="connsiteY2" fmla="*/ 4974 h 20703"/>
                  <a:gd name="connsiteX3" fmla="*/ 139496 w 179740"/>
                  <a:gd name="connsiteY3" fmla="*/ 4974 h 20703"/>
                  <a:gd name="connsiteX4" fmla="*/ 178398 w 179740"/>
                  <a:gd name="connsiteY4" fmla="*/ 1070 h 20703"/>
                  <a:gd name="connsiteX5" fmla="*/ 177947 w 179740"/>
                  <a:gd name="connsiteY5" fmla="*/ 4899 h 20703"/>
                  <a:gd name="connsiteX6" fmla="*/ 137393 w 179740"/>
                  <a:gd name="connsiteY6" fmla="*/ 12408 h 20703"/>
                  <a:gd name="connsiteX7" fmla="*/ 93985 w 179740"/>
                  <a:gd name="connsiteY7" fmla="*/ 14735 h 20703"/>
                  <a:gd name="connsiteX8" fmla="*/ 50953 w 179740"/>
                  <a:gd name="connsiteY8" fmla="*/ 16988 h 20703"/>
                  <a:gd name="connsiteX9" fmla="*/ 5067 w 179740"/>
                  <a:gd name="connsiteY9" fmla="*/ 20667 h 20703"/>
                  <a:gd name="connsiteX10" fmla="*/ 3715 w 179740"/>
                  <a:gd name="connsiteY10" fmla="*/ 9705 h 20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79740" h="20703">
                    <a:moveTo>
                      <a:pt x="3715" y="9705"/>
                    </a:moveTo>
                    <a:cubicBezTo>
                      <a:pt x="18345" y="7355"/>
                      <a:pt x="33132" y="6048"/>
                      <a:pt x="47949" y="5800"/>
                    </a:cubicBezTo>
                    <a:cubicBezTo>
                      <a:pt x="63270" y="4997"/>
                      <a:pt x="78612" y="4726"/>
                      <a:pt x="93985" y="4974"/>
                    </a:cubicBezTo>
                    <a:cubicBezTo>
                      <a:pt x="109141" y="5875"/>
                      <a:pt x="124341" y="5875"/>
                      <a:pt x="139496" y="4974"/>
                    </a:cubicBezTo>
                    <a:cubicBezTo>
                      <a:pt x="152714" y="3773"/>
                      <a:pt x="165030" y="-2534"/>
                      <a:pt x="178398" y="1070"/>
                    </a:cubicBezTo>
                    <a:cubicBezTo>
                      <a:pt x="180425" y="1520"/>
                      <a:pt x="179975" y="5049"/>
                      <a:pt x="177947" y="4899"/>
                    </a:cubicBezTo>
                    <a:cubicBezTo>
                      <a:pt x="164129" y="3848"/>
                      <a:pt x="150986" y="10681"/>
                      <a:pt x="137393" y="12408"/>
                    </a:cubicBezTo>
                    <a:cubicBezTo>
                      <a:pt x="122974" y="13932"/>
                      <a:pt x="108487" y="14713"/>
                      <a:pt x="93985" y="14735"/>
                    </a:cubicBezTo>
                    <a:cubicBezTo>
                      <a:pt x="79664" y="15336"/>
                      <a:pt x="65320" y="16087"/>
                      <a:pt x="50953" y="16988"/>
                    </a:cubicBezTo>
                    <a:cubicBezTo>
                      <a:pt x="35933" y="17964"/>
                      <a:pt x="20312" y="20517"/>
                      <a:pt x="5067" y="20667"/>
                    </a:cubicBezTo>
                    <a:cubicBezTo>
                      <a:pt x="-791" y="20967"/>
                      <a:pt x="-2067" y="10906"/>
                      <a:pt x="3715" y="9705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28" name="Content Placeholder 4">
                <a:extLst>
                  <a:ext uri="{FF2B5EF4-FFF2-40B4-BE49-F238E27FC236}">
                    <a16:creationId xmlns:a16="http://schemas.microsoft.com/office/drawing/2014/main" id="{A7D94A5E-725A-6E56-8499-B8997DE3D7E6}"/>
                  </a:ext>
                </a:extLst>
              </p:cNvPr>
              <p:cNvSpPr/>
              <p:nvPr/>
            </p:nvSpPr>
            <p:spPr>
              <a:xfrm>
                <a:off x="2960609" y="5282893"/>
                <a:ext cx="188845" cy="92968"/>
              </a:xfrm>
              <a:custGeom>
                <a:avLst/>
                <a:gdLst>
                  <a:gd name="connsiteX0" fmla="*/ 103878 w 188845"/>
                  <a:gd name="connsiteY0" fmla="*/ 4202 h 92968"/>
                  <a:gd name="connsiteX1" fmla="*/ 122578 w 188845"/>
                  <a:gd name="connsiteY1" fmla="*/ 148 h 92968"/>
                  <a:gd name="connsiteX2" fmla="*/ 172144 w 188845"/>
                  <a:gd name="connsiteY2" fmla="*/ 27779 h 92968"/>
                  <a:gd name="connsiteX3" fmla="*/ 188817 w 188845"/>
                  <a:gd name="connsiteY3" fmla="*/ 87847 h 92968"/>
                  <a:gd name="connsiteX4" fmla="*/ 136247 w 188845"/>
                  <a:gd name="connsiteY4" fmla="*/ 91226 h 92968"/>
                  <a:gd name="connsiteX5" fmla="*/ 45075 w 188845"/>
                  <a:gd name="connsiteY5" fmla="*/ 87847 h 92968"/>
                  <a:gd name="connsiteX6" fmla="*/ 14059 w 188845"/>
                  <a:gd name="connsiteY6" fmla="*/ 72004 h 92968"/>
                  <a:gd name="connsiteX7" fmla="*/ 691 w 188845"/>
                  <a:gd name="connsiteY7" fmla="*/ 5479 h 92968"/>
                  <a:gd name="connsiteX8" fmla="*/ 54688 w 188845"/>
                  <a:gd name="connsiteY8" fmla="*/ 6755 h 92968"/>
                  <a:gd name="connsiteX9" fmla="*/ 103878 w 188845"/>
                  <a:gd name="connsiteY9" fmla="*/ 4202 h 92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8845" h="92968">
                    <a:moveTo>
                      <a:pt x="103878" y="4202"/>
                    </a:moveTo>
                    <a:cubicBezTo>
                      <a:pt x="110007" y="2416"/>
                      <a:pt x="116255" y="1057"/>
                      <a:pt x="122578" y="148"/>
                    </a:cubicBezTo>
                    <a:cubicBezTo>
                      <a:pt x="141654" y="-1654"/>
                      <a:pt x="160654" y="10435"/>
                      <a:pt x="172144" y="27779"/>
                    </a:cubicBezTo>
                    <a:cubicBezTo>
                      <a:pt x="183056" y="45912"/>
                      <a:pt x="188824" y="66681"/>
                      <a:pt x="188817" y="87847"/>
                    </a:cubicBezTo>
                    <a:lnTo>
                      <a:pt x="136247" y="91226"/>
                    </a:lnTo>
                    <a:cubicBezTo>
                      <a:pt x="106207" y="93103"/>
                      <a:pt x="74965" y="94980"/>
                      <a:pt x="45075" y="87847"/>
                    </a:cubicBezTo>
                    <a:cubicBezTo>
                      <a:pt x="33367" y="85827"/>
                      <a:pt x="22553" y="80301"/>
                      <a:pt x="14059" y="72004"/>
                    </a:cubicBezTo>
                    <a:cubicBezTo>
                      <a:pt x="-961" y="55410"/>
                      <a:pt x="-961" y="28755"/>
                      <a:pt x="691" y="5479"/>
                    </a:cubicBezTo>
                    <a:lnTo>
                      <a:pt x="54688" y="6755"/>
                    </a:lnTo>
                    <a:cubicBezTo>
                      <a:pt x="71127" y="7919"/>
                      <a:pt x="87649" y="7056"/>
                      <a:pt x="103878" y="4202"/>
                    </a:cubicBezTo>
                    <a:close/>
                  </a:path>
                </a:pathLst>
              </a:custGeom>
              <a:solidFill>
                <a:srgbClr val="9FB18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29" name="Content Placeholder 4">
                <a:extLst>
                  <a:ext uri="{FF2B5EF4-FFF2-40B4-BE49-F238E27FC236}">
                    <a16:creationId xmlns:a16="http://schemas.microsoft.com/office/drawing/2014/main" id="{B070F9CF-47FB-7EFA-28C2-4B5B2891B504}"/>
                  </a:ext>
                </a:extLst>
              </p:cNvPr>
              <p:cNvSpPr/>
              <p:nvPr/>
            </p:nvSpPr>
            <p:spPr>
              <a:xfrm>
                <a:off x="3130970" y="4994349"/>
                <a:ext cx="254673" cy="91698"/>
              </a:xfrm>
              <a:custGeom>
                <a:avLst/>
                <a:gdLst>
                  <a:gd name="connsiteX0" fmla="*/ 5388 w 254673"/>
                  <a:gd name="connsiteY0" fmla="*/ 1043 h 91698"/>
                  <a:gd name="connsiteX1" fmla="*/ 53302 w 254673"/>
                  <a:gd name="connsiteY1" fmla="*/ 50298 h 91698"/>
                  <a:gd name="connsiteX2" fmla="*/ 81840 w 254673"/>
                  <a:gd name="connsiteY2" fmla="*/ 75076 h 91698"/>
                  <a:gd name="connsiteX3" fmla="*/ 96034 w 254673"/>
                  <a:gd name="connsiteY3" fmla="*/ 84912 h 91698"/>
                  <a:gd name="connsiteX4" fmla="*/ 116160 w 254673"/>
                  <a:gd name="connsiteY4" fmla="*/ 80332 h 91698"/>
                  <a:gd name="connsiteX5" fmla="*/ 253368 w 254673"/>
                  <a:gd name="connsiteY5" fmla="*/ 27773 h 91698"/>
                  <a:gd name="connsiteX6" fmla="*/ 253969 w 254673"/>
                  <a:gd name="connsiteY6" fmla="*/ 29950 h 91698"/>
                  <a:gd name="connsiteX7" fmla="*/ 109476 w 254673"/>
                  <a:gd name="connsiteY7" fmla="*/ 90018 h 91698"/>
                  <a:gd name="connsiteX8" fmla="*/ 83342 w 254673"/>
                  <a:gd name="connsiteY8" fmla="*/ 84462 h 91698"/>
                  <a:gd name="connsiteX9" fmla="*/ 55480 w 254673"/>
                  <a:gd name="connsiteY9" fmla="*/ 60810 h 91698"/>
                  <a:gd name="connsiteX10" fmla="*/ 882 w 254673"/>
                  <a:gd name="connsiteY10" fmla="*/ 5623 h 91698"/>
                  <a:gd name="connsiteX11" fmla="*/ 5388 w 254673"/>
                  <a:gd name="connsiteY11" fmla="*/ 1043 h 91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4673" h="91698">
                    <a:moveTo>
                      <a:pt x="5388" y="1043"/>
                    </a:moveTo>
                    <a:cubicBezTo>
                      <a:pt x="20513" y="18267"/>
                      <a:pt x="36502" y="34703"/>
                      <a:pt x="53302" y="50298"/>
                    </a:cubicBezTo>
                    <a:cubicBezTo>
                      <a:pt x="62561" y="58858"/>
                      <a:pt x="72077" y="67117"/>
                      <a:pt x="81840" y="75076"/>
                    </a:cubicBezTo>
                    <a:cubicBezTo>
                      <a:pt x="86075" y="79018"/>
                      <a:pt x="90852" y="82337"/>
                      <a:pt x="96034" y="84912"/>
                    </a:cubicBezTo>
                    <a:cubicBezTo>
                      <a:pt x="102342" y="87390"/>
                      <a:pt x="110453" y="82585"/>
                      <a:pt x="116160" y="80332"/>
                    </a:cubicBezTo>
                    <a:cubicBezTo>
                      <a:pt x="161821" y="62312"/>
                      <a:pt x="207707" y="45118"/>
                      <a:pt x="253368" y="27773"/>
                    </a:cubicBezTo>
                    <a:cubicBezTo>
                      <a:pt x="254645" y="27247"/>
                      <a:pt x="255170" y="29425"/>
                      <a:pt x="253969" y="29950"/>
                    </a:cubicBezTo>
                    <a:cubicBezTo>
                      <a:pt x="205980" y="50148"/>
                      <a:pt x="158066" y="71022"/>
                      <a:pt x="109476" y="90018"/>
                    </a:cubicBezTo>
                    <a:cubicBezTo>
                      <a:pt x="100434" y="93525"/>
                      <a:pt x="90176" y="91340"/>
                      <a:pt x="83342" y="84462"/>
                    </a:cubicBezTo>
                    <a:cubicBezTo>
                      <a:pt x="73804" y="76953"/>
                      <a:pt x="64567" y="68919"/>
                      <a:pt x="55480" y="60810"/>
                    </a:cubicBezTo>
                    <a:cubicBezTo>
                      <a:pt x="36164" y="43548"/>
                      <a:pt x="17930" y="25122"/>
                      <a:pt x="882" y="5623"/>
                    </a:cubicBezTo>
                    <a:cubicBezTo>
                      <a:pt x="-1972" y="2620"/>
                      <a:pt x="2534" y="-2186"/>
                      <a:pt x="5388" y="104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30" name="Content Placeholder 4">
                <a:extLst>
                  <a:ext uri="{FF2B5EF4-FFF2-40B4-BE49-F238E27FC236}">
                    <a16:creationId xmlns:a16="http://schemas.microsoft.com/office/drawing/2014/main" id="{7DCBB385-B16D-66D7-D42E-8C470C900B71}"/>
                  </a:ext>
                </a:extLst>
              </p:cNvPr>
              <p:cNvSpPr/>
              <p:nvPr/>
            </p:nvSpPr>
            <p:spPr>
              <a:xfrm>
                <a:off x="3040553" y="4990683"/>
                <a:ext cx="201201" cy="118398"/>
              </a:xfrm>
              <a:custGeom>
                <a:avLst/>
                <a:gdLst>
                  <a:gd name="connsiteX0" fmla="*/ 4558 w 201201"/>
                  <a:gd name="connsiteY0" fmla="*/ 655 h 118398"/>
                  <a:gd name="connsiteX1" fmla="*/ 45187 w 201201"/>
                  <a:gd name="connsiteY1" fmla="*/ 39323 h 118398"/>
                  <a:gd name="connsiteX2" fmla="*/ 90247 w 201201"/>
                  <a:gd name="connsiteY2" fmla="*/ 82347 h 118398"/>
                  <a:gd name="connsiteX3" fmla="*/ 111425 w 201201"/>
                  <a:gd name="connsiteY3" fmla="*/ 102845 h 118398"/>
                  <a:gd name="connsiteX4" fmla="*/ 128623 w 201201"/>
                  <a:gd name="connsiteY4" fmla="*/ 110353 h 118398"/>
                  <a:gd name="connsiteX5" fmla="*/ 143643 w 201201"/>
                  <a:gd name="connsiteY5" fmla="*/ 105473 h 118398"/>
                  <a:gd name="connsiteX6" fmla="*/ 199442 w 201201"/>
                  <a:gd name="connsiteY6" fmla="*/ 87152 h 118398"/>
                  <a:gd name="connsiteX7" fmla="*/ 200193 w 201201"/>
                  <a:gd name="connsiteY7" fmla="*/ 90156 h 118398"/>
                  <a:gd name="connsiteX8" fmla="*/ 142066 w 201201"/>
                  <a:gd name="connsiteY8" fmla="*/ 112005 h 118398"/>
                  <a:gd name="connsiteX9" fmla="*/ 119987 w 201201"/>
                  <a:gd name="connsiteY9" fmla="*/ 117712 h 118398"/>
                  <a:gd name="connsiteX10" fmla="*/ 97832 w 201201"/>
                  <a:gd name="connsiteY10" fmla="*/ 98791 h 118398"/>
                  <a:gd name="connsiteX11" fmla="*/ 50519 w 201201"/>
                  <a:gd name="connsiteY11" fmla="*/ 53740 h 118398"/>
                  <a:gd name="connsiteX12" fmla="*/ 1254 w 201201"/>
                  <a:gd name="connsiteY12" fmla="*/ 6436 h 118398"/>
                  <a:gd name="connsiteX13" fmla="*/ 4558 w 201201"/>
                  <a:gd name="connsiteY13" fmla="*/ 655 h 1183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01201" h="118398">
                    <a:moveTo>
                      <a:pt x="4558" y="655"/>
                    </a:moveTo>
                    <a:cubicBezTo>
                      <a:pt x="18752" y="12593"/>
                      <a:pt x="31744" y="26409"/>
                      <a:pt x="45187" y="39323"/>
                    </a:cubicBezTo>
                    <a:cubicBezTo>
                      <a:pt x="60207" y="53590"/>
                      <a:pt x="75227" y="68006"/>
                      <a:pt x="90247" y="82347"/>
                    </a:cubicBezTo>
                    <a:lnTo>
                      <a:pt x="111425" y="102845"/>
                    </a:lnTo>
                    <a:cubicBezTo>
                      <a:pt x="116908" y="108101"/>
                      <a:pt x="121188" y="112381"/>
                      <a:pt x="128623" y="110353"/>
                    </a:cubicBezTo>
                    <a:cubicBezTo>
                      <a:pt x="133580" y="108852"/>
                      <a:pt x="138461" y="107125"/>
                      <a:pt x="143643" y="105473"/>
                    </a:cubicBezTo>
                    <a:cubicBezTo>
                      <a:pt x="162193" y="99241"/>
                      <a:pt x="180742" y="93009"/>
                      <a:pt x="199442" y="87152"/>
                    </a:cubicBezTo>
                    <a:cubicBezTo>
                      <a:pt x="201170" y="86552"/>
                      <a:pt x="201921" y="89555"/>
                      <a:pt x="200193" y="90156"/>
                    </a:cubicBezTo>
                    <a:cubicBezTo>
                      <a:pt x="180893" y="97664"/>
                      <a:pt x="161517" y="104797"/>
                      <a:pt x="142066" y="112005"/>
                    </a:cubicBezTo>
                    <a:cubicBezTo>
                      <a:pt x="136434" y="114032"/>
                      <a:pt x="126370" y="120414"/>
                      <a:pt x="119987" y="117712"/>
                    </a:cubicBezTo>
                    <a:cubicBezTo>
                      <a:pt x="111598" y="112681"/>
                      <a:pt x="104111" y="106284"/>
                      <a:pt x="97832" y="98791"/>
                    </a:cubicBezTo>
                    <a:lnTo>
                      <a:pt x="50519" y="53740"/>
                    </a:lnTo>
                    <a:cubicBezTo>
                      <a:pt x="34072" y="38122"/>
                      <a:pt x="16649" y="23180"/>
                      <a:pt x="1254" y="6436"/>
                    </a:cubicBezTo>
                    <a:cubicBezTo>
                      <a:pt x="-1976" y="3283"/>
                      <a:pt x="1554" y="-1898"/>
                      <a:pt x="4558" y="655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31" name="Content Placeholder 4">
                <a:extLst>
                  <a:ext uri="{FF2B5EF4-FFF2-40B4-BE49-F238E27FC236}">
                    <a16:creationId xmlns:a16="http://schemas.microsoft.com/office/drawing/2014/main" id="{C136C5F1-1E1E-D676-0B47-C275A0B1176E}"/>
                  </a:ext>
                </a:extLst>
              </p:cNvPr>
              <p:cNvSpPr/>
              <p:nvPr/>
            </p:nvSpPr>
            <p:spPr>
              <a:xfrm>
                <a:off x="3117124" y="5046625"/>
                <a:ext cx="22784" cy="15231"/>
              </a:xfrm>
              <a:custGeom>
                <a:avLst/>
                <a:gdLst>
                  <a:gd name="connsiteX0" fmla="*/ 684 w 22784"/>
                  <a:gd name="connsiteY0" fmla="*/ 11538 h 15231"/>
                  <a:gd name="connsiteX1" fmla="*/ 20961 w 22784"/>
                  <a:gd name="connsiteY1" fmla="*/ 125 h 15231"/>
                  <a:gd name="connsiteX2" fmla="*/ 22163 w 22784"/>
                  <a:gd name="connsiteY2" fmla="*/ 2453 h 15231"/>
                  <a:gd name="connsiteX3" fmla="*/ 2487 w 22784"/>
                  <a:gd name="connsiteY3" fmla="*/ 14841 h 15231"/>
                  <a:gd name="connsiteX4" fmla="*/ 684 w 22784"/>
                  <a:gd name="connsiteY4" fmla="*/ 11538 h 152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784" h="15231">
                    <a:moveTo>
                      <a:pt x="684" y="11538"/>
                    </a:moveTo>
                    <a:cubicBezTo>
                      <a:pt x="7218" y="7333"/>
                      <a:pt x="14202" y="4029"/>
                      <a:pt x="20961" y="125"/>
                    </a:cubicBezTo>
                    <a:cubicBezTo>
                      <a:pt x="22313" y="-626"/>
                      <a:pt x="23515" y="1552"/>
                      <a:pt x="22163" y="2453"/>
                    </a:cubicBezTo>
                    <a:cubicBezTo>
                      <a:pt x="15629" y="6657"/>
                      <a:pt x="9246" y="11162"/>
                      <a:pt x="2487" y="14841"/>
                    </a:cubicBezTo>
                    <a:cubicBezTo>
                      <a:pt x="684" y="16343"/>
                      <a:pt x="-1043" y="12739"/>
                      <a:pt x="684" y="1153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32" name="Content Placeholder 4">
                <a:extLst>
                  <a:ext uri="{FF2B5EF4-FFF2-40B4-BE49-F238E27FC236}">
                    <a16:creationId xmlns:a16="http://schemas.microsoft.com/office/drawing/2014/main" id="{69BC71BA-CAFE-D7BB-8912-42A0316F7439}"/>
                  </a:ext>
                </a:extLst>
              </p:cNvPr>
              <p:cNvSpPr/>
              <p:nvPr/>
            </p:nvSpPr>
            <p:spPr>
              <a:xfrm>
                <a:off x="3254657" y="5144824"/>
                <a:ext cx="116929" cy="104370"/>
              </a:xfrm>
              <a:custGeom>
                <a:avLst/>
                <a:gdLst>
                  <a:gd name="connsiteX0" fmla="*/ 7568 w 116929"/>
                  <a:gd name="connsiteY0" fmla="*/ 1338 h 104370"/>
                  <a:gd name="connsiteX1" fmla="*/ 116087 w 116929"/>
                  <a:gd name="connsiteY1" fmla="*/ 100599 h 104370"/>
                  <a:gd name="connsiteX2" fmla="*/ 114285 w 116929"/>
                  <a:gd name="connsiteY2" fmla="*/ 104053 h 104370"/>
                  <a:gd name="connsiteX3" fmla="*/ 58486 w 116929"/>
                  <a:gd name="connsiteY3" fmla="*/ 63207 h 104370"/>
                  <a:gd name="connsiteX4" fmla="*/ 1410 w 116929"/>
                  <a:gd name="connsiteY4" fmla="*/ 8020 h 104370"/>
                  <a:gd name="connsiteX5" fmla="*/ 7568 w 116929"/>
                  <a:gd name="connsiteY5" fmla="*/ 1338 h 104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929" h="104370">
                    <a:moveTo>
                      <a:pt x="7568" y="1338"/>
                    </a:moveTo>
                    <a:cubicBezTo>
                      <a:pt x="42189" y="36477"/>
                      <a:pt x="75909" y="72518"/>
                      <a:pt x="116087" y="100599"/>
                    </a:cubicBezTo>
                    <a:cubicBezTo>
                      <a:pt x="118040" y="102026"/>
                      <a:pt x="116087" y="105330"/>
                      <a:pt x="114285" y="104053"/>
                    </a:cubicBezTo>
                    <a:cubicBezTo>
                      <a:pt x="94609" y="91972"/>
                      <a:pt x="75946" y="78307"/>
                      <a:pt x="58486" y="63207"/>
                    </a:cubicBezTo>
                    <a:cubicBezTo>
                      <a:pt x="38584" y="45863"/>
                      <a:pt x="20109" y="26716"/>
                      <a:pt x="1410" y="8020"/>
                    </a:cubicBezTo>
                    <a:cubicBezTo>
                      <a:pt x="-2871" y="3815"/>
                      <a:pt x="3362" y="-2942"/>
                      <a:pt x="7568" y="133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33" name="Content Placeholder 4">
                <a:extLst>
                  <a:ext uri="{FF2B5EF4-FFF2-40B4-BE49-F238E27FC236}">
                    <a16:creationId xmlns:a16="http://schemas.microsoft.com/office/drawing/2014/main" id="{1DE6C040-1E0E-0A94-151E-6F8897717E66}"/>
                  </a:ext>
                </a:extLst>
              </p:cNvPr>
              <p:cNvSpPr/>
              <p:nvPr/>
            </p:nvSpPr>
            <p:spPr>
              <a:xfrm>
                <a:off x="3187189" y="5161441"/>
                <a:ext cx="161862" cy="90223"/>
              </a:xfrm>
              <a:custGeom>
                <a:avLst/>
                <a:gdLst>
                  <a:gd name="connsiteX0" fmla="*/ 1739 w 161862"/>
                  <a:gd name="connsiteY0" fmla="*/ 83608 h 90223"/>
                  <a:gd name="connsiteX1" fmla="*/ 81570 w 161862"/>
                  <a:gd name="connsiteY1" fmla="*/ 40734 h 90223"/>
                  <a:gd name="connsiteX2" fmla="*/ 159900 w 161862"/>
                  <a:gd name="connsiteY2" fmla="*/ 114 h 90223"/>
                  <a:gd name="connsiteX3" fmla="*/ 161176 w 161862"/>
                  <a:gd name="connsiteY3" fmla="*/ 2592 h 90223"/>
                  <a:gd name="connsiteX4" fmla="*/ 84424 w 161862"/>
                  <a:gd name="connsiteY4" fmla="*/ 46140 h 90223"/>
                  <a:gd name="connsiteX5" fmla="*/ 5044 w 161862"/>
                  <a:gd name="connsiteY5" fmla="*/ 89840 h 90223"/>
                  <a:gd name="connsiteX6" fmla="*/ 327 w 161862"/>
                  <a:gd name="connsiteY6" fmla="*/ 88210 h 90223"/>
                  <a:gd name="connsiteX7" fmla="*/ 1739 w 161862"/>
                  <a:gd name="connsiteY7" fmla="*/ 83608 h 90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1862" h="90223">
                    <a:moveTo>
                      <a:pt x="1739" y="83608"/>
                    </a:moveTo>
                    <a:cubicBezTo>
                      <a:pt x="27498" y="67915"/>
                      <a:pt x="54985" y="54625"/>
                      <a:pt x="81570" y="40734"/>
                    </a:cubicBezTo>
                    <a:cubicBezTo>
                      <a:pt x="108156" y="26844"/>
                      <a:pt x="134140" y="13478"/>
                      <a:pt x="159900" y="114"/>
                    </a:cubicBezTo>
                    <a:cubicBezTo>
                      <a:pt x="161327" y="-637"/>
                      <a:pt x="162678" y="1765"/>
                      <a:pt x="161176" y="2592"/>
                    </a:cubicBezTo>
                    <a:cubicBezTo>
                      <a:pt x="135740" y="17158"/>
                      <a:pt x="110161" y="31672"/>
                      <a:pt x="84424" y="46140"/>
                    </a:cubicBezTo>
                    <a:cubicBezTo>
                      <a:pt x="58214" y="61157"/>
                      <a:pt x="31854" y="76775"/>
                      <a:pt x="5044" y="89840"/>
                    </a:cubicBezTo>
                    <a:cubicBezTo>
                      <a:pt x="3294" y="90688"/>
                      <a:pt x="1176" y="89960"/>
                      <a:pt x="327" y="88210"/>
                    </a:cubicBezTo>
                    <a:cubicBezTo>
                      <a:pt x="-484" y="86543"/>
                      <a:pt x="132" y="84531"/>
                      <a:pt x="1739" y="8360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34" name="Content Placeholder 4">
                <a:extLst>
                  <a:ext uri="{FF2B5EF4-FFF2-40B4-BE49-F238E27FC236}">
                    <a16:creationId xmlns:a16="http://schemas.microsoft.com/office/drawing/2014/main" id="{1E074538-5E17-2595-3E0B-F3E913462522}"/>
                  </a:ext>
                </a:extLst>
              </p:cNvPr>
              <p:cNvSpPr/>
              <p:nvPr/>
            </p:nvSpPr>
            <p:spPr>
              <a:xfrm>
                <a:off x="3180757" y="5157182"/>
                <a:ext cx="64738" cy="65557"/>
              </a:xfrm>
              <a:custGeom>
                <a:avLst/>
                <a:gdLst>
                  <a:gd name="connsiteX0" fmla="*/ 6519 w 64738"/>
                  <a:gd name="connsiteY0" fmla="*/ 768 h 65557"/>
                  <a:gd name="connsiteX1" fmla="*/ 37835 w 64738"/>
                  <a:gd name="connsiteY1" fmla="*/ 30051 h 65557"/>
                  <a:gd name="connsiteX2" fmla="*/ 64571 w 64738"/>
                  <a:gd name="connsiteY2" fmla="*/ 63463 h 65557"/>
                  <a:gd name="connsiteX3" fmla="*/ 62844 w 64738"/>
                  <a:gd name="connsiteY3" fmla="*/ 65341 h 65557"/>
                  <a:gd name="connsiteX4" fmla="*/ 34381 w 64738"/>
                  <a:gd name="connsiteY4" fmla="*/ 38085 h 65557"/>
                  <a:gd name="connsiteX5" fmla="*/ 1337 w 64738"/>
                  <a:gd name="connsiteY5" fmla="*/ 8051 h 65557"/>
                  <a:gd name="connsiteX6" fmla="*/ 6519 w 64738"/>
                  <a:gd name="connsiteY6" fmla="*/ 768 h 655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4738" h="65557">
                    <a:moveTo>
                      <a:pt x="6519" y="768"/>
                    </a:moveTo>
                    <a:cubicBezTo>
                      <a:pt x="17551" y="9875"/>
                      <a:pt x="28005" y="19659"/>
                      <a:pt x="37835" y="30051"/>
                    </a:cubicBezTo>
                    <a:cubicBezTo>
                      <a:pt x="46997" y="39511"/>
                      <a:pt x="59464" y="50549"/>
                      <a:pt x="64571" y="63463"/>
                    </a:cubicBezTo>
                    <a:cubicBezTo>
                      <a:pt x="65097" y="64740"/>
                      <a:pt x="64045" y="66017"/>
                      <a:pt x="62844" y="65341"/>
                    </a:cubicBezTo>
                    <a:cubicBezTo>
                      <a:pt x="52179" y="59184"/>
                      <a:pt x="43317" y="46945"/>
                      <a:pt x="34381" y="38085"/>
                    </a:cubicBezTo>
                    <a:cubicBezTo>
                      <a:pt x="23716" y="27573"/>
                      <a:pt x="12376" y="17962"/>
                      <a:pt x="1337" y="8051"/>
                    </a:cubicBezTo>
                    <a:cubicBezTo>
                      <a:pt x="-2493" y="4597"/>
                      <a:pt x="2538" y="-2386"/>
                      <a:pt x="6519" y="76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35" name="Content Placeholder 4">
                <a:extLst>
                  <a:ext uri="{FF2B5EF4-FFF2-40B4-BE49-F238E27FC236}">
                    <a16:creationId xmlns:a16="http://schemas.microsoft.com/office/drawing/2014/main" id="{61F1054C-8C82-7FF4-0489-F3CAC7C2D8BA}"/>
                  </a:ext>
                </a:extLst>
              </p:cNvPr>
              <p:cNvSpPr/>
              <p:nvPr/>
            </p:nvSpPr>
            <p:spPr>
              <a:xfrm>
                <a:off x="2955384" y="5272787"/>
                <a:ext cx="254384" cy="20014"/>
              </a:xfrm>
              <a:custGeom>
                <a:avLst/>
                <a:gdLst>
                  <a:gd name="connsiteX0" fmla="*/ 4714 w 254384"/>
                  <a:gd name="connsiteY0" fmla="*/ 5599 h 20014"/>
                  <a:gd name="connsiteX1" fmla="*/ 64794 w 254384"/>
                  <a:gd name="connsiteY1" fmla="*/ 8603 h 20014"/>
                  <a:gd name="connsiteX2" fmla="*/ 127953 w 254384"/>
                  <a:gd name="connsiteY2" fmla="*/ 4848 h 20014"/>
                  <a:gd name="connsiteX3" fmla="*/ 252469 w 254384"/>
                  <a:gd name="connsiteY3" fmla="*/ 2295 h 20014"/>
                  <a:gd name="connsiteX4" fmla="*/ 252469 w 254384"/>
                  <a:gd name="connsiteY4" fmla="*/ 6575 h 20014"/>
                  <a:gd name="connsiteX5" fmla="*/ 127953 w 254384"/>
                  <a:gd name="connsiteY5" fmla="*/ 14684 h 20014"/>
                  <a:gd name="connsiteX6" fmla="*/ 64794 w 254384"/>
                  <a:gd name="connsiteY6" fmla="*/ 19340 h 20014"/>
                  <a:gd name="connsiteX7" fmla="*/ 3512 w 254384"/>
                  <a:gd name="connsiteY7" fmla="*/ 15961 h 20014"/>
                  <a:gd name="connsiteX8" fmla="*/ 4714 w 254384"/>
                  <a:gd name="connsiteY8" fmla="*/ 5599 h 20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54384" h="20014">
                    <a:moveTo>
                      <a:pt x="4714" y="5599"/>
                    </a:moveTo>
                    <a:cubicBezTo>
                      <a:pt x="24766" y="6500"/>
                      <a:pt x="44592" y="8903"/>
                      <a:pt x="64794" y="8603"/>
                    </a:cubicBezTo>
                    <a:cubicBezTo>
                      <a:pt x="84996" y="8302"/>
                      <a:pt x="106925" y="6650"/>
                      <a:pt x="127953" y="4848"/>
                    </a:cubicBezTo>
                    <a:cubicBezTo>
                      <a:pt x="169408" y="1319"/>
                      <a:pt x="210563" y="-2660"/>
                      <a:pt x="252469" y="2295"/>
                    </a:cubicBezTo>
                    <a:cubicBezTo>
                      <a:pt x="254947" y="2295"/>
                      <a:pt x="255022" y="6575"/>
                      <a:pt x="252469" y="6575"/>
                    </a:cubicBezTo>
                    <a:cubicBezTo>
                      <a:pt x="210713" y="7101"/>
                      <a:pt x="169483" y="10480"/>
                      <a:pt x="127953" y="14684"/>
                    </a:cubicBezTo>
                    <a:cubicBezTo>
                      <a:pt x="106925" y="16786"/>
                      <a:pt x="85897" y="18664"/>
                      <a:pt x="64794" y="19340"/>
                    </a:cubicBezTo>
                    <a:cubicBezTo>
                      <a:pt x="44307" y="20849"/>
                      <a:pt x="23707" y="19707"/>
                      <a:pt x="3512" y="15961"/>
                    </a:cubicBezTo>
                    <a:cubicBezTo>
                      <a:pt x="-2045" y="14684"/>
                      <a:pt x="-618" y="5373"/>
                      <a:pt x="4714" y="559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36" name="Content Placeholder 4">
                <a:extLst>
                  <a:ext uri="{FF2B5EF4-FFF2-40B4-BE49-F238E27FC236}">
                    <a16:creationId xmlns:a16="http://schemas.microsoft.com/office/drawing/2014/main" id="{82788942-65F4-DA17-14CD-C0C5303AB35E}"/>
                  </a:ext>
                </a:extLst>
              </p:cNvPr>
              <p:cNvSpPr/>
              <p:nvPr/>
            </p:nvSpPr>
            <p:spPr>
              <a:xfrm>
                <a:off x="3242723" y="5085247"/>
                <a:ext cx="36754" cy="57692"/>
              </a:xfrm>
              <a:custGeom>
                <a:avLst/>
                <a:gdLst>
                  <a:gd name="connsiteX0" fmla="*/ 51 w 36754"/>
                  <a:gd name="connsiteY0" fmla="*/ 22172 h 57692"/>
                  <a:gd name="connsiteX1" fmla="*/ 8387 w 36754"/>
                  <a:gd name="connsiteY1" fmla="*/ 41694 h 57692"/>
                  <a:gd name="connsiteX2" fmla="*/ 10565 w 36754"/>
                  <a:gd name="connsiteY2" fmla="*/ 45072 h 57692"/>
                  <a:gd name="connsiteX3" fmla="*/ 11166 w 36754"/>
                  <a:gd name="connsiteY3" fmla="*/ 46124 h 57692"/>
                  <a:gd name="connsiteX4" fmla="*/ 19502 w 36754"/>
                  <a:gd name="connsiteY4" fmla="*/ 57612 h 57692"/>
                  <a:gd name="connsiteX5" fmla="*/ 19502 w 36754"/>
                  <a:gd name="connsiteY5" fmla="*/ 57612 h 57692"/>
                  <a:gd name="connsiteX6" fmla="*/ 19878 w 36754"/>
                  <a:gd name="connsiteY6" fmla="*/ 57612 h 57692"/>
                  <a:gd name="connsiteX7" fmla="*/ 20328 w 36754"/>
                  <a:gd name="connsiteY7" fmla="*/ 57612 h 57692"/>
                  <a:gd name="connsiteX8" fmla="*/ 21380 w 36754"/>
                  <a:gd name="connsiteY8" fmla="*/ 55810 h 57692"/>
                  <a:gd name="connsiteX9" fmla="*/ 24233 w 36754"/>
                  <a:gd name="connsiteY9" fmla="*/ 50854 h 57692"/>
                  <a:gd name="connsiteX10" fmla="*/ 25585 w 36754"/>
                  <a:gd name="connsiteY10" fmla="*/ 48827 h 57692"/>
                  <a:gd name="connsiteX11" fmla="*/ 29716 w 36754"/>
                  <a:gd name="connsiteY11" fmla="*/ 41769 h 57692"/>
                  <a:gd name="connsiteX12" fmla="*/ 31218 w 36754"/>
                  <a:gd name="connsiteY12" fmla="*/ 38841 h 57692"/>
                  <a:gd name="connsiteX13" fmla="*/ 36024 w 36754"/>
                  <a:gd name="connsiteY13" fmla="*/ 27128 h 57692"/>
                  <a:gd name="connsiteX14" fmla="*/ 24384 w 36754"/>
                  <a:gd name="connsiteY14" fmla="*/ 1374 h 57692"/>
                  <a:gd name="connsiteX15" fmla="*/ 5759 w 36754"/>
                  <a:gd name="connsiteY15" fmla="*/ 5202 h 57692"/>
                  <a:gd name="connsiteX16" fmla="*/ 51 w 36754"/>
                  <a:gd name="connsiteY16" fmla="*/ 22172 h 57692"/>
                  <a:gd name="connsiteX17" fmla="*/ 14245 w 36754"/>
                  <a:gd name="connsiteY17" fmla="*/ 29680 h 57692"/>
                  <a:gd name="connsiteX18" fmla="*/ 9063 w 36754"/>
                  <a:gd name="connsiteY18" fmla="*/ 19169 h 57692"/>
                  <a:gd name="connsiteX19" fmla="*/ 18676 w 36754"/>
                  <a:gd name="connsiteY19" fmla="*/ 8432 h 57692"/>
                  <a:gd name="connsiteX20" fmla="*/ 18676 w 36754"/>
                  <a:gd name="connsiteY20" fmla="*/ 8432 h 57692"/>
                  <a:gd name="connsiteX21" fmla="*/ 26186 w 36754"/>
                  <a:gd name="connsiteY21" fmla="*/ 12336 h 57692"/>
                  <a:gd name="connsiteX22" fmla="*/ 29040 w 36754"/>
                  <a:gd name="connsiteY22" fmla="*/ 21121 h 57692"/>
                  <a:gd name="connsiteX23" fmla="*/ 25360 w 36754"/>
                  <a:gd name="connsiteY23" fmla="*/ 27803 h 57692"/>
                  <a:gd name="connsiteX24" fmla="*/ 14245 w 36754"/>
                  <a:gd name="connsiteY24" fmla="*/ 29755 h 57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6754" h="57692">
                    <a:moveTo>
                      <a:pt x="51" y="22172"/>
                    </a:moveTo>
                    <a:cubicBezTo>
                      <a:pt x="1050" y="29305"/>
                      <a:pt x="3926" y="36040"/>
                      <a:pt x="8387" y="41694"/>
                    </a:cubicBezTo>
                    <a:cubicBezTo>
                      <a:pt x="9138" y="42820"/>
                      <a:pt x="9889" y="43946"/>
                      <a:pt x="10565" y="45072"/>
                    </a:cubicBezTo>
                    <a:lnTo>
                      <a:pt x="11166" y="46124"/>
                    </a:lnTo>
                    <a:cubicBezTo>
                      <a:pt x="13524" y="50239"/>
                      <a:pt x="16325" y="54090"/>
                      <a:pt x="19502" y="57612"/>
                    </a:cubicBezTo>
                    <a:lnTo>
                      <a:pt x="19502" y="57612"/>
                    </a:lnTo>
                    <a:lnTo>
                      <a:pt x="19878" y="57612"/>
                    </a:lnTo>
                    <a:cubicBezTo>
                      <a:pt x="20020" y="57679"/>
                      <a:pt x="20186" y="57679"/>
                      <a:pt x="20328" y="57612"/>
                    </a:cubicBezTo>
                    <a:lnTo>
                      <a:pt x="21380" y="55810"/>
                    </a:lnTo>
                    <a:cubicBezTo>
                      <a:pt x="22281" y="54158"/>
                      <a:pt x="23407" y="52281"/>
                      <a:pt x="24233" y="50854"/>
                    </a:cubicBezTo>
                    <a:lnTo>
                      <a:pt x="25585" y="48827"/>
                    </a:lnTo>
                    <a:cubicBezTo>
                      <a:pt x="27110" y="46567"/>
                      <a:pt x="28492" y="44209"/>
                      <a:pt x="29716" y="41769"/>
                    </a:cubicBezTo>
                    <a:lnTo>
                      <a:pt x="31218" y="38841"/>
                    </a:lnTo>
                    <a:cubicBezTo>
                      <a:pt x="33321" y="35162"/>
                      <a:pt x="34943" y="31227"/>
                      <a:pt x="36024" y="27128"/>
                    </a:cubicBezTo>
                    <a:cubicBezTo>
                      <a:pt x="38202" y="17141"/>
                      <a:pt x="35574" y="4602"/>
                      <a:pt x="24384" y="1374"/>
                    </a:cubicBezTo>
                    <a:cubicBezTo>
                      <a:pt x="17993" y="-1457"/>
                      <a:pt x="10513" y="82"/>
                      <a:pt x="5759" y="5202"/>
                    </a:cubicBezTo>
                    <a:cubicBezTo>
                      <a:pt x="1591" y="9828"/>
                      <a:pt x="-474" y="15970"/>
                      <a:pt x="51" y="22172"/>
                    </a:cubicBezTo>
                    <a:close/>
                    <a:moveTo>
                      <a:pt x="14245" y="29680"/>
                    </a:moveTo>
                    <a:cubicBezTo>
                      <a:pt x="10115" y="27983"/>
                      <a:pt x="7892" y="23478"/>
                      <a:pt x="9063" y="19169"/>
                    </a:cubicBezTo>
                    <a:cubicBezTo>
                      <a:pt x="9814" y="13612"/>
                      <a:pt x="13419" y="7906"/>
                      <a:pt x="18676" y="8432"/>
                    </a:cubicBezTo>
                    <a:lnTo>
                      <a:pt x="18676" y="8432"/>
                    </a:lnTo>
                    <a:cubicBezTo>
                      <a:pt x="21642" y="8536"/>
                      <a:pt x="24399" y="9970"/>
                      <a:pt x="26186" y="12336"/>
                    </a:cubicBezTo>
                    <a:cubicBezTo>
                      <a:pt x="28199" y="14806"/>
                      <a:pt x="29220" y="17937"/>
                      <a:pt x="29040" y="21121"/>
                    </a:cubicBezTo>
                    <a:cubicBezTo>
                      <a:pt x="28845" y="23778"/>
                      <a:pt x="27500" y="26219"/>
                      <a:pt x="25360" y="27803"/>
                    </a:cubicBezTo>
                    <a:cubicBezTo>
                      <a:pt x="22138" y="30093"/>
                      <a:pt x="18053" y="30807"/>
                      <a:pt x="14245" y="29755"/>
                    </a:cubicBezTo>
                    <a:close/>
                  </a:path>
                </a:pathLst>
              </a:custGeom>
              <a:solidFill>
                <a:srgbClr val="A84749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37" name="Content Placeholder 4">
                <a:extLst>
                  <a:ext uri="{FF2B5EF4-FFF2-40B4-BE49-F238E27FC236}">
                    <a16:creationId xmlns:a16="http://schemas.microsoft.com/office/drawing/2014/main" id="{7AA525AC-5E82-4B0C-DC92-569CE60D64DD}"/>
                  </a:ext>
                </a:extLst>
              </p:cNvPr>
              <p:cNvSpPr/>
              <p:nvPr/>
            </p:nvSpPr>
            <p:spPr>
              <a:xfrm>
                <a:off x="3068582" y="5221216"/>
                <a:ext cx="36957" cy="58476"/>
              </a:xfrm>
              <a:custGeom>
                <a:avLst/>
                <a:gdLst>
                  <a:gd name="connsiteX0" fmla="*/ 36 w 36957"/>
                  <a:gd name="connsiteY0" fmla="*/ 22481 h 58476"/>
                  <a:gd name="connsiteX1" fmla="*/ 8222 w 36957"/>
                  <a:gd name="connsiteY1" fmla="*/ 42228 h 58476"/>
                  <a:gd name="connsiteX2" fmla="*/ 10325 w 36957"/>
                  <a:gd name="connsiteY2" fmla="*/ 45682 h 58476"/>
                  <a:gd name="connsiteX3" fmla="*/ 11001 w 36957"/>
                  <a:gd name="connsiteY3" fmla="*/ 46733 h 58476"/>
                  <a:gd name="connsiteX4" fmla="*/ 19262 w 36957"/>
                  <a:gd name="connsiteY4" fmla="*/ 58446 h 58476"/>
                  <a:gd name="connsiteX5" fmla="*/ 19262 w 36957"/>
                  <a:gd name="connsiteY5" fmla="*/ 58446 h 58476"/>
                  <a:gd name="connsiteX6" fmla="*/ 19637 w 36957"/>
                  <a:gd name="connsiteY6" fmla="*/ 58446 h 58476"/>
                  <a:gd name="connsiteX7" fmla="*/ 20088 w 36957"/>
                  <a:gd name="connsiteY7" fmla="*/ 58446 h 58476"/>
                  <a:gd name="connsiteX8" fmla="*/ 21139 w 36957"/>
                  <a:gd name="connsiteY8" fmla="*/ 56569 h 58476"/>
                  <a:gd name="connsiteX9" fmla="*/ 24068 w 36957"/>
                  <a:gd name="connsiteY9" fmla="*/ 51539 h 58476"/>
                  <a:gd name="connsiteX10" fmla="*/ 25420 w 36957"/>
                  <a:gd name="connsiteY10" fmla="*/ 49436 h 58476"/>
                  <a:gd name="connsiteX11" fmla="*/ 29700 w 36957"/>
                  <a:gd name="connsiteY11" fmla="*/ 42378 h 58476"/>
                  <a:gd name="connsiteX12" fmla="*/ 31202 w 36957"/>
                  <a:gd name="connsiteY12" fmla="*/ 39375 h 58476"/>
                  <a:gd name="connsiteX13" fmla="*/ 36084 w 36957"/>
                  <a:gd name="connsiteY13" fmla="*/ 27512 h 58476"/>
                  <a:gd name="connsiteX14" fmla="*/ 24669 w 36957"/>
                  <a:gd name="connsiteY14" fmla="*/ 1382 h 58476"/>
                  <a:gd name="connsiteX15" fmla="*/ 5894 w 36957"/>
                  <a:gd name="connsiteY15" fmla="*/ 5287 h 58476"/>
                  <a:gd name="connsiteX16" fmla="*/ 36 w 36957"/>
                  <a:gd name="connsiteY16" fmla="*/ 22481 h 58476"/>
                  <a:gd name="connsiteX17" fmla="*/ 14155 w 36957"/>
                  <a:gd name="connsiteY17" fmla="*/ 29990 h 58476"/>
                  <a:gd name="connsiteX18" fmla="*/ 9123 w 36957"/>
                  <a:gd name="connsiteY18" fmla="*/ 19328 h 58476"/>
                  <a:gd name="connsiteX19" fmla="*/ 18886 w 36957"/>
                  <a:gd name="connsiteY19" fmla="*/ 8440 h 58476"/>
                  <a:gd name="connsiteX20" fmla="*/ 18886 w 36957"/>
                  <a:gd name="connsiteY20" fmla="*/ 8440 h 58476"/>
                  <a:gd name="connsiteX21" fmla="*/ 25945 w 36957"/>
                  <a:gd name="connsiteY21" fmla="*/ 12495 h 58476"/>
                  <a:gd name="connsiteX22" fmla="*/ 28799 w 36957"/>
                  <a:gd name="connsiteY22" fmla="*/ 21355 h 58476"/>
                  <a:gd name="connsiteX23" fmla="*/ 25044 w 36957"/>
                  <a:gd name="connsiteY23" fmla="*/ 28112 h 58476"/>
                  <a:gd name="connsiteX24" fmla="*/ 14155 w 36957"/>
                  <a:gd name="connsiteY24" fmla="*/ 30140 h 58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6957" h="58476">
                    <a:moveTo>
                      <a:pt x="36" y="22481"/>
                    </a:moveTo>
                    <a:cubicBezTo>
                      <a:pt x="937" y="29682"/>
                      <a:pt x="3768" y="36499"/>
                      <a:pt x="8222" y="42228"/>
                    </a:cubicBezTo>
                    <a:lnTo>
                      <a:pt x="10325" y="45682"/>
                    </a:lnTo>
                    <a:lnTo>
                      <a:pt x="11001" y="46733"/>
                    </a:lnTo>
                    <a:cubicBezTo>
                      <a:pt x="13329" y="50916"/>
                      <a:pt x="16100" y="54843"/>
                      <a:pt x="19262" y="58446"/>
                    </a:cubicBezTo>
                    <a:lnTo>
                      <a:pt x="19262" y="58446"/>
                    </a:lnTo>
                    <a:lnTo>
                      <a:pt x="19637" y="58446"/>
                    </a:lnTo>
                    <a:lnTo>
                      <a:pt x="20088" y="58446"/>
                    </a:lnTo>
                    <a:lnTo>
                      <a:pt x="21139" y="56569"/>
                    </a:lnTo>
                    <a:lnTo>
                      <a:pt x="24068" y="51539"/>
                    </a:lnTo>
                    <a:lnTo>
                      <a:pt x="25420" y="49436"/>
                    </a:lnTo>
                    <a:cubicBezTo>
                      <a:pt x="27012" y="47184"/>
                      <a:pt x="28439" y="44826"/>
                      <a:pt x="29700" y="42378"/>
                    </a:cubicBezTo>
                    <a:lnTo>
                      <a:pt x="31202" y="39375"/>
                    </a:lnTo>
                    <a:cubicBezTo>
                      <a:pt x="33365" y="35666"/>
                      <a:pt x="35010" y="31671"/>
                      <a:pt x="36084" y="27512"/>
                    </a:cubicBezTo>
                    <a:cubicBezTo>
                      <a:pt x="38487" y="17375"/>
                      <a:pt x="36084" y="4986"/>
                      <a:pt x="24669" y="1382"/>
                    </a:cubicBezTo>
                    <a:cubicBezTo>
                      <a:pt x="18218" y="-1478"/>
                      <a:pt x="10670" y="98"/>
                      <a:pt x="5894" y="5287"/>
                    </a:cubicBezTo>
                    <a:cubicBezTo>
                      <a:pt x="1681" y="9980"/>
                      <a:pt x="-437" y="16189"/>
                      <a:pt x="36" y="22481"/>
                    </a:cubicBezTo>
                    <a:close/>
                    <a:moveTo>
                      <a:pt x="14155" y="29990"/>
                    </a:moveTo>
                    <a:cubicBezTo>
                      <a:pt x="10039" y="28202"/>
                      <a:pt x="7884" y="23637"/>
                      <a:pt x="9123" y="19328"/>
                    </a:cubicBezTo>
                    <a:cubicBezTo>
                      <a:pt x="9874" y="13696"/>
                      <a:pt x="13554" y="7990"/>
                      <a:pt x="18886" y="8440"/>
                    </a:cubicBezTo>
                    <a:lnTo>
                      <a:pt x="18886" y="8440"/>
                    </a:lnTo>
                    <a:cubicBezTo>
                      <a:pt x="21717" y="8703"/>
                      <a:pt x="24293" y="10182"/>
                      <a:pt x="25945" y="12495"/>
                    </a:cubicBezTo>
                    <a:cubicBezTo>
                      <a:pt x="27996" y="14973"/>
                      <a:pt x="29017" y="18141"/>
                      <a:pt x="28799" y="21355"/>
                    </a:cubicBezTo>
                    <a:cubicBezTo>
                      <a:pt x="28574" y="24043"/>
                      <a:pt x="27207" y="26506"/>
                      <a:pt x="25044" y="28112"/>
                    </a:cubicBezTo>
                    <a:cubicBezTo>
                      <a:pt x="21867" y="30312"/>
                      <a:pt x="17910" y="31048"/>
                      <a:pt x="14155" y="30140"/>
                    </a:cubicBezTo>
                    <a:close/>
                  </a:path>
                </a:pathLst>
              </a:custGeom>
              <a:solidFill>
                <a:srgbClr val="A84749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38" name="Content Placeholder 4">
                <a:extLst>
                  <a:ext uri="{FF2B5EF4-FFF2-40B4-BE49-F238E27FC236}">
                    <a16:creationId xmlns:a16="http://schemas.microsoft.com/office/drawing/2014/main" id="{B530406C-4C81-B9DC-7066-D9A1180CE628}"/>
                  </a:ext>
                </a:extLst>
              </p:cNvPr>
              <p:cNvSpPr/>
              <p:nvPr/>
            </p:nvSpPr>
            <p:spPr>
              <a:xfrm>
                <a:off x="3117462" y="5296231"/>
                <a:ext cx="102700" cy="75533"/>
              </a:xfrm>
              <a:custGeom>
                <a:avLst/>
                <a:gdLst>
                  <a:gd name="connsiteX0" fmla="*/ 97150 w 102700"/>
                  <a:gd name="connsiteY0" fmla="*/ 58966 h 75533"/>
                  <a:gd name="connsiteX1" fmla="*/ 69588 w 102700"/>
                  <a:gd name="connsiteY1" fmla="*/ 71280 h 75533"/>
                  <a:gd name="connsiteX2" fmla="*/ 49462 w 102700"/>
                  <a:gd name="connsiteY2" fmla="*/ 74884 h 75533"/>
                  <a:gd name="connsiteX3" fmla="*/ 39473 w 102700"/>
                  <a:gd name="connsiteY3" fmla="*/ 74884 h 75533"/>
                  <a:gd name="connsiteX4" fmla="*/ 30011 w 102700"/>
                  <a:gd name="connsiteY4" fmla="*/ 66700 h 75533"/>
                  <a:gd name="connsiteX5" fmla="*/ -29 w 102700"/>
                  <a:gd name="connsiteY5" fmla="*/ 1076 h 75533"/>
                  <a:gd name="connsiteX6" fmla="*/ 21149 w 102700"/>
                  <a:gd name="connsiteY6" fmla="*/ 2728 h 75533"/>
                  <a:gd name="connsiteX7" fmla="*/ 36169 w 102700"/>
                  <a:gd name="connsiteY7" fmla="*/ 17744 h 75533"/>
                  <a:gd name="connsiteX8" fmla="*/ 67636 w 102700"/>
                  <a:gd name="connsiteY8" fmla="*/ 24577 h 75533"/>
                  <a:gd name="connsiteX9" fmla="*/ 98201 w 102700"/>
                  <a:gd name="connsiteY9" fmla="*/ 34263 h 75533"/>
                  <a:gd name="connsiteX10" fmla="*/ 102332 w 102700"/>
                  <a:gd name="connsiteY10" fmla="*/ 41772 h 75533"/>
                  <a:gd name="connsiteX11" fmla="*/ 97150 w 102700"/>
                  <a:gd name="connsiteY11" fmla="*/ 58966 h 755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02700" h="75533">
                    <a:moveTo>
                      <a:pt x="97150" y="58966"/>
                    </a:moveTo>
                    <a:cubicBezTo>
                      <a:pt x="89527" y="65926"/>
                      <a:pt x="79862" y="70244"/>
                      <a:pt x="69588" y="71280"/>
                    </a:cubicBezTo>
                    <a:cubicBezTo>
                      <a:pt x="62905" y="72556"/>
                      <a:pt x="56221" y="73758"/>
                      <a:pt x="49462" y="74884"/>
                    </a:cubicBezTo>
                    <a:cubicBezTo>
                      <a:pt x="46180" y="75710"/>
                      <a:pt x="42748" y="75710"/>
                      <a:pt x="39473" y="74884"/>
                    </a:cubicBezTo>
                    <a:cubicBezTo>
                      <a:pt x="35613" y="73104"/>
                      <a:pt x="32331" y="70266"/>
                      <a:pt x="30011" y="66700"/>
                    </a:cubicBezTo>
                    <a:cubicBezTo>
                      <a:pt x="15306" y="47290"/>
                      <a:pt x="5055" y="24885"/>
                      <a:pt x="-29" y="1076"/>
                    </a:cubicBezTo>
                    <a:cubicBezTo>
                      <a:pt x="7008" y="-839"/>
                      <a:pt x="14495" y="-253"/>
                      <a:pt x="21149" y="2728"/>
                    </a:cubicBezTo>
                    <a:cubicBezTo>
                      <a:pt x="27232" y="6257"/>
                      <a:pt x="30912" y="13465"/>
                      <a:pt x="36169" y="17744"/>
                    </a:cubicBezTo>
                    <a:cubicBezTo>
                      <a:pt x="45031" y="25253"/>
                      <a:pt x="56821" y="24652"/>
                      <a:pt x="67636" y="24577"/>
                    </a:cubicBezTo>
                    <a:cubicBezTo>
                      <a:pt x="78450" y="24502"/>
                      <a:pt x="90616" y="25478"/>
                      <a:pt x="98201" y="34263"/>
                    </a:cubicBezTo>
                    <a:cubicBezTo>
                      <a:pt x="100177" y="36388"/>
                      <a:pt x="101596" y="38971"/>
                      <a:pt x="102332" y="41772"/>
                    </a:cubicBezTo>
                    <a:cubicBezTo>
                      <a:pt x="103511" y="48004"/>
                      <a:pt x="101581" y="54423"/>
                      <a:pt x="97150" y="58966"/>
                    </a:cubicBezTo>
                    <a:close/>
                  </a:path>
                </a:pathLst>
              </a:custGeom>
              <a:solidFill>
                <a:srgbClr val="B3CDDD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39" name="Content Placeholder 4">
                <a:extLst>
                  <a:ext uri="{FF2B5EF4-FFF2-40B4-BE49-F238E27FC236}">
                    <a16:creationId xmlns:a16="http://schemas.microsoft.com/office/drawing/2014/main" id="{630BFF3E-D53E-8F89-0E67-F781201EF1FA}"/>
                  </a:ext>
                </a:extLst>
              </p:cNvPr>
              <p:cNvSpPr/>
              <p:nvPr/>
            </p:nvSpPr>
            <p:spPr>
              <a:xfrm>
                <a:off x="3274346" y="5199622"/>
                <a:ext cx="43708" cy="31790"/>
              </a:xfrm>
              <a:custGeom>
                <a:avLst/>
                <a:gdLst>
                  <a:gd name="connsiteX0" fmla="*/ 23027 w 43708"/>
                  <a:gd name="connsiteY0" fmla="*/ 31761 h 31790"/>
                  <a:gd name="connsiteX1" fmla="*/ -29 w 43708"/>
                  <a:gd name="connsiteY1" fmla="*/ 8560 h 31790"/>
                  <a:gd name="connsiteX2" fmla="*/ 14991 w 43708"/>
                  <a:gd name="connsiteY2" fmla="*/ 1052 h 31790"/>
                  <a:gd name="connsiteX3" fmla="*/ 20022 w 43708"/>
                  <a:gd name="connsiteY3" fmla="*/ 0 h 31790"/>
                  <a:gd name="connsiteX4" fmla="*/ 23853 w 43708"/>
                  <a:gd name="connsiteY4" fmla="*/ 2178 h 31790"/>
                  <a:gd name="connsiteX5" fmla="*/ 43679 w 43708"/>
                  <a:gd name="connsiteY5" fmla="*/ 18171 h 317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708" h="31790">
                    <a:moveTo>
                      <a:pt x="23027" y="31761"/>
                    </a:moveTo>
                    <a:cubicBezTo>
                      <a:pt x="15517" y="24252"/>
                      <a:pt x="8007" y="16143"/>
                      <a:pt x="-29" y="8560"/>
                    </a:cubicBezTo>
                    <a:cubicBezTo>
                      <a:pt x="4852" y="5932"/>
                      <a:pt x="9809" y="3454"/>
                      <a:pt x="14991" y="1052"/>
                    </a:cubicBezTo>
                    <a:cubicBezTo>
                      <a:pt x="16530" y="225"/>
                      <a:pt x="18280" y="-142"/>
                      <a:pt x="20022" y="0"/>
                    </a:cubicBezTo>
                    <a:cubicBezTo>
                      <a:pt x="21457" y="413"/>
                      <a:pt x="22764" y="1157"/>
                      <a:pt x="23853" y="2178"/>
                    </a:cubicBezTo>
                    <a:cubicBezTo>
                      <a:pt x="30514" y="7186"/>
                      <a:pt x="37123" y="12517"/>
                      <a:pt x="43679" y="1817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0" name="Content Placeholder 4">
                <a:extLst>
                  <a:ext uri="{FF2B5EF4-FFF2-40B4-BE49-F238E27FC236}">
                    <a16:creationId xmlns:a16="http://schemas.microsoft.com/office/drawing/2014/main" id="{4E22819C-8495-D3E6-D7C4-DEB0CD4D0BEF}"/>
                  </a:ext>
                </a:extLst>
              </p:cNvPr>
              <p:cNvSpPr/>
              <p:nvPr/>
            </p:nvSpPr>
            <p:spPr>
              <a:xfrm>
                <a:off x="3318129" y="5239071"/>
                <a:ext cx="39127" cy="26129"/>
              </a:xfrm>
              <a:custGeom>
                <a:avLst/>
                <a:gdLst>
                  <a:gd name="connsiteX0" fmla="*/ 497 w 39127"/>
                  <a:gd name="connsiteY0" fmla="*/ 12660 h 26129"/>
                  <a:gd name="connsiteX1" fmla="*/ 23027 w 39127"/>
                  <a:gd name="connsiteY1" fmla="*/ -30 h 26129"/>
                  <a:gd name="connsiteX2" fmla="*/ 39098 w 39127"/>
                  <a:gd name="connsiteY2" fmla="*/ 15513 h 26129"/>
                  <a:gd name="connsiteX3" fmla="*/ 16042 w 39127"/>
                  <a:gd name="connsiteY3" fmla="*/ 26100 h 26129"/>
                  <a:gd name="connsiteX4" fmla="*/ 12212 w 39127"/>
                  <a:gd name="connsiteY4" fmla="*/ 22871 h 26129"/>
                  <a:gd name="connsiteX5" fmla="*/ -29 w 39127"/>
                  <a:gd name="connsiteY5" fmla="*/ 12660 h 261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127" h="26129">
                    <a:moveTo>
                      <a:pt x="497" y="12660"/>
                    </a:moveTo>
                    <a:cubicBezTo>
                      <a:pt x="8525" y="9431"/>
                      <a:pt x="16102" y="5166"/>
                      <a:pt x="23027" y="-30"/>
                    </a:cubicBezTo>
                    <a:cubicBezTo>
                      <a:pt x="28509" y="5076"/>
                      <a:pt x="33841" y="10182"/>
                      <a:pt x="39098" y="15513"/>
                    </a:cubicBezTo>
                    <a:cubicBezTo>
                      <a:pt x="31588" y="19267"/>
                      <a:pt x="24078" y="23021"/>
                      <a:pt x="16042" y="26100"/>
                    </a:cubicBezTo>
                    <a:lnTo>
                      <a:pt x="12212" y="22871"/>
                    </a:lnTo>
                    <a:cubicBezTo>
                      <a:pt x="8007" y="19642"/>
                      <a:pt x="3951" y="16263"/>
                      <a:pt x="-29" y="12660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1" name="Content Placeholder 4">
                <a:extLst>
                  <a:ext uri="{FF2B5EF4-FFF2-40B4-BE49-F238E27FC236}">
                    <a16:creationId xmlns:a16="http://schemas.microsoft.com/office/drawing/2014/main" id="{38C49B33-4D7A-8711-86A0-B9BAF7C5FB09}"/>
                  </a:ext>
                </a:extLst>
              </p:cNvPr>
              <p:cNvSpPr/>
              <p:nvPr/>
            </p:nvSpPr>
            <p:spPr>
              <a:xfrm>
                <a:off x="3299579" y="5220075"/>
                <a:ext cx="39802" cy="30334"/>
              </a:xfrm>
              <a:custGeom>
                <a:avLst/>
                <a:gdLst>
                  <a:gd name="connsiteX0" fmla="*/ 18220 w 39802"/>
                  <a:gd name="connsiteY0" fmla="*/ 28653 h 30334"/>
                  <a:gd name="connsiteX1" fmla="*/ 17319 w 39802"/>
                  <a:gd name="connsiteY1" fmla="*/ 30305 h 30334"/>
                  <a:gd name="connsiteX2" fmla="*/ -29 w 39802"/>
                  <a:gd name="connsiteY2" fmla="*/ 13561 h 30334"/>
                  <a:gd name="connsiteX3" fmla="*/ 20698 w 39802"/>
                  <a:gd name="connsiteY3" fmla="*/ -30 h 30334"/>
                  <a:gd name="connsiteX4" fmla="*/ 39774 w 39802"/>
                  <a:gd name="connsiteY4" fmla="*/ 16864 h 30334"/>
                  <a:gd name="connsiteX5" fmla="*/ 18220 w 39802"/>
                  <a:gd name="connsiteY5" fmla="*/ 28653 h 30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802" h="30334">
                    <a:moveTo>
                      <a:pt x="18220" y="28653"/>
                    </a:moveTo>
                    <a:cubicBezTo>
                      <a:pt x="17544" y="28901"/>
                      <a:pt x="17161" y="29606"/>
                      <a:pt x="17319" y="30305"/>
                    </a:cubicBezTo>
                    <a:cubicBezTo>
                      <a:pt x="11386" y="24898"/>
                      <a:pt x="5603" y="19267"/>
                      <a:pt x="-29" y="13561"/>
                    </a:cubicBezTo>
                    <a:lnTo>
                      <a:pt x="20698" y="-30"/>
                    </a:lnTo>
                    <a:cubicBezTo>
                      <a:pt x="27157" y="5452"/>
                      <a:pt x="33465" y="11083"/>
                      <a:pt x="39774" y="16864"/>
                    </a:cubicBezTo>
                    <a:cubicBezTo>
                      <a:pt x="33150" y="21745"/>
                      <a:pt x="25903" y="25710"/>
                      <a:pt x="18220" y="2865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2" name="Content Placeholder 4">
                <a:extLst>
                  <a:ext uri="{FF2B5EF4-FFF2-40B4-BE49-F238E27FC236}">
                    <a16:creationId xmlns:a16="http://schemas.microsoft.com/office/drawing/2014/main" id="{72401E28-DE56-9F1B-AFD3-3309A216B5E8}"/>
                  </a:ext>
                </a:extLst>
              </p:cNvPr>
              <p:cNvSpPr/>
              <p:nvPr/>
            </p:nvSpPr>
            <p:spPr>
              <a:xfrm>
                <a:off x="3229886" y="5226457"/>
                <a:ext cx="40779" cy="37617"/>
              </a:xfrm>
              <a:custGeom>
                <a:avLst/>
                <a:gdLst>
                  <a:gd name="connsiteX0" fmla="*/ 17995 w 40779"/>
                  <a:gd name="connsiteY0" fmla="*/ 37588 h 37617"/>
                  <a:gd name="connsiteX1" fmla="*/ -29 w 40779"/>
                  <a:gd name="connsiteY1" fmla="*/ 14462 h 37617"/>
                  <a:gd name="connsiteX2" fmla="*/ 16568 w 40779"/>
                  <a:gd name="connsiteY2" fmla="*/ -30 h 37617"/>
                  <a:gd name="connsiteX3" fmla="*/ 40750 w 40779"/>
                  <a:gd name="connsiteY3" fmla="*/ 22496 h 376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0779" h="37617">
                    <a:moveTo>
                      <a:pt x="17995" y="37588"/>
                    </a:moveTo>
                    <a:cubicBezTo>
                      <a:pt x="11514" y="30259"/>
                      <a:pt x="5491" y="22541"/>
                      <a:pt x="-29" y="14462"/>
                    </a:cubicBezTo>
                    <a:cubicBezTo>
                      <a:pt x="5250" y="9348"/>
                      <a:pt x="10793" y="4513"/>
                      <a:pt x="16568" y="-30"/>
                    </a:cubicBezTo>
                    <a:cubicBezTo>
                      <a:pt x="24679" y="7426"/>
                      <a:pt x="32737" y="14934"/>
                      <a:pt x="40750" y="22496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3" name="Content Placeholder 4">
                <a:extLst>
                  <a:ext uri="{FF2B5EF4-FFF2-40B4-BE49-F238E27FC236}">
                    <a16:creationId xmlns:a16="http://schemas.microsoft.com/office/drawing/2014/main" id="{7657F7FD-4540-5905-B6EE-D688ADEB1CD1}"/>
                  </a:ext>
                </a:extLst>
              </p:cNvPr>
              <p:cNvSpPr/>
              <p:nvPr/>
            </p:nvSpPr>
            <p:spPr>
              <a:xfrm>
                <a:off x="3249938" y="5250709"/>
                <a:ext cx="51743" cy="34653"/>
              </a:xfrm>
              <a:custGeom>
                <a:avLst/>
                <a:gdLst>
                  <a:gd name="connsiteX0" fmla="*/ 22951 w 51743"/>
                  <a:gd name="connsiteY0" fmla="*/ -30 h 34653"/>
                  <a:gd name="connsiteX1" fmla="*/ 51715 w 51743"/>
                  <a:gd name="connsiteY1" fmla="*/ 26851 h 34653"/>
                  <a:gd name="connsiteX2" fmla="*/ 30912 w 51743"/>
                  <a:gd name="connsiteY2" fmla="*/ 33458 h 34653"/>
                  <a:gd name="connsiteX3" fmla="*/ 22426 w 51743"/>
                  <a:gd name="connsiteY3" fmla="*/ 34509 h 34653"/>
                  <a:gd name="connsiteX4" fmla="*/ 13489 w 51743"/>
                  <a:gd name="connsiteY4" fmla="*/ 28878 h 34653"/>
                  <a:gd name="connsiteX5" fmla="*/ -29 w 51743"/>
                  <a:gd name="connsiteY5" fmla="*/ 15362 h 34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1743" h="34653">
                    <a:moveTo>
                      <a:pt x="22951" y="-30"/>
                    </a:moveTo>
                    <a:lnTo>
                      <a:pt x="51715" y="26851"/>
                    </a:lnTo>
                    <a:cubicBezTo>
                      <a:pt x="44805" y="29178"/>
                      <a:pt x="37896" y="31431"/>
                      <a:pt x="30912" y="33458"/>
                    </a:cubicBezTo>
                    <a:cubicBezTo>
                      <a:pt x="28208" y="34471"/>
                      <a:pt x="25295" y="34832"/>
                      <a:pt x="22426" y="34509"/>
                    </a:cubicBezTo>
                    <a:cubicBezTo>
                      <a:pt x="18986" y="33481"/>
                      <a:pt x="15899" y="31536"/>
                      <a:pt x="13489" y="28878"/>
                    </a:cubicBezTo>
                    <a:cubicBezTo>
                      <a:pt x="8780" y="24621"/>
                      <a:pt x="4274" y="20115"/>
                      <a:pt x="-29" y="15362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4" name="Content Placeholder 4">
                <a:extLst>
                  <a:ext uri="{FF2B5EF4-FFF2-40B4-BE49-F238E27FC236}">
                    <a16:creationId xmlns:a16="http://schemas.microsoft.com/office/drawing/2014/main" id="{50C4D613-C7F9-3A8C-3F8D-DEC3952DB5F4}"/>
                  </a:ext>
                </a:extLst>
              </p:cNvPr>
              <p:cNvSpPr/>
              <p:nvPr/>
            </p:nvSpPr>
            <p:spPr>
              <a:xfrm>
                <a:off x="3248812" y="5209713"/>
                <a:ext cx="46111" cy="37542"/>
              </a:xfrm>
              <a:custGeom>
                <a:avLst/>
                <a:gdLst>
                  <a:gd name="connsiteX0" fmla="*/ 24303 w 46111"/>
                  <a:gd name="connsiteY0" fmla="*/ 37513 h 37542"/>
                  <a:gd name="connsiteX1" fmla="*/ -29 w 46111"/>
                  <a:gd name="connsiteY1" fmla="*/ 14987 h 37542"/>
                  <a:gd name="connsiteX2" fmla="*/ 22876 w 46111"/>
                  <a:gd name="connsiteY2" fmla="*/ -30 h 37542"/>
                  <a:gd name="connsiteX3" fmla="*/ 46082 w 46111"/>
                  <a:gd name="connsiteY3" fmla="*/ 23397 h 37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6111" h="37542">
                    <a:moveTo>
                      <a:pt x="24303" y="37513"/>
                    </a:moveTo>
                    <a:cubicBezTo>
                      <a:pt x="16192" y="30004"/>
                      <a:pt x="8157" y="22496"/>
                      <a:pt x="-29" y="14987"/>
                    </a:cubicBezTo>
                    <a:cubicBezTo>
                      <a:pt x="7255" y="9469"/>
                      <a:pt x="14908" y="4445"/>
                      <a:pt x="22876" y="-30"/>
                    </a:cubicBezTo>
                    <a:cubicBezTo>
                      <a:pt x="30386" y="7479"/>
                      <a:pt x="38347" y="15588"/>
                      <a:pt x="46082" y="2339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5" name="Content Placeholder 4">
                <a:extLst>
                  <a:ext uri="{FF2B5EF4-FFF2-40B4-BE49-F238E27FC236}">
                    <a16:creationId xmlns:a16="http://schemas.microsoft.com/office/drawing/2014/main" id="{2B2A5DD3-349B-D84D-D45F-888DB09D0E18}"/>
                  </a:ext>
                </a:extLst>
              </p:cNvPr>
              <p:cNvSpPr/>
              <p:nvPr/>
            </p:nvSpPr>
            <p:spPr>
              <a:xfrm>
                <a:off x="3275472" y="5235242"/>
                <a:ext cx="56324" cy="41596"/>
              </a:xfrm>
              <a:custGeom>
                <a:avLst/>
                <a:gdLst>
                  <a:gd name="connsiteX0" fmla="*/ 21599 w 56324"/>
                  <a:gd name="connsiteY0" fmla="*/ -30 h 41596"/>
                  <a:gd name="connsiteX1" fmla="*/ 27683 w 56324"/>
                  <a:gd name="connsiteY1" fmla="*/ 6052 h 41596"/>
                  <a:gd name="connsiteX2" fmla="*/ 48110 w 56324"/>
                  <a:gd name="connsiteY2" fmla="*/ 24748 h 41596"/>
                  <a:gd name="connsiteX3" fmla="*/ 56296 w 56324"/>
                  <a:gd name="connsiteY3" fmla="*/ 31131 h 41596"/>
                  <a:gd name="connsiteX4" fmla="*/ 29260 w 56324"/>
                  <a:gd name="connsiteY4" fmla="*/ 41567 h 41596"/>
                  <a:gd name="connsiteX5" fmla="*/ -29 w 56324"/>
                  <a:gd name="connsiteY5" fmla="*/ 14161 h 415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6324" h="41596">
                    <a:moveTo>
                      <a:pt x="21599" y="-30"/>
                    </a:moveTo>
                    <a:lnTo>
                      <a:pt x="27683" y="6052"/>
                    </a:lnTo>
                    <a:cubicBezTo>
                      <a:pt x="34291" y="12584"/>
                      <a:pt x="40975" y="18966"/>
                      <a:pt x="48110" y="24748"/>
                    </a:cubicBezTo>
                    <a:cubicBezTo>
                      <a:pt x="50813" y="26926"/>
                      <a:pt x="53517" y="29103"/>
                      <a:pt x="56296" y="31131"/>
                    </a:cubicBezTo>
                    <a:cubicBezTo>
                      <a:pt x="47359" y="34885"/>
                      <a:pt x="38347" y="38639"/>
                      <a:pt x="29260" y="41567"/>
                    </a:cubicBezTo>
                    <a:cubicBezTo>
                      <a:pt x="19422" y="32482"/>
                      <a:pt x="9734" y="23246"/>
                      <a:pt x="-29" y="1416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6" name="Content Placeholder 4">
                <a:extLst>
                  <a:ext uri="{FF2B5EF4-FFF2-40B4-BE49-F238E27FC236}">
                    <a16:creationId xmlns:a16="http://schemas.microsoft.com/office/drawing/2014/main" id="{C80967FF-5B21-80BD-7B47-3091D0109542}"/>
                  </a:ext>
                </a:extLst>
              </p:cNvPr>
              <p:cNvSpPr/>
              <p:nvPr/>
            </p:nvSpPr>
            <p:spPr>
              <a:xfrm>
                <a:off x="3029219" y="5078616"/>
                <a:ext cx="88167" cy="54586"/>
              </a:xfrm>
              <a:custGeom>
                <a:avLst/>
                <a:gdLst>
                  <a:gd name="connsiteX0" fmla="*/ 19647 w 88167"/>
                  <a:gd name="connsiteY0" fmla="*/ 18366 h 54586"/>
                  <a:gd name="connsiteX1" fmla="*/ 51564 w 88167"/>
                  <a:gd name="connsiteY1" fmla="*/ 44720 h 54586"/>
                  <a:gd name="connsiteX2" fmla="*/ 52991 w 88167"/>
                  <a:gd name="connsiteY2" fmla="*/ 42093 h 54586"/>
                  <a:gd name="connsiteX3" fmla="*/ 22501 w 88167"/>
                  <a:gd name="connsiteY3" fmla="*/ 16864 h 54586"/>
                  <a:gd name="connsiteX4" fmla="*/ 41651 w 88167"/>
                  <a:gd name="connsiteY4" fmla="*/ 7253 h 54586"/>
                  <a:gd name="connsiteX5" fmla="*/ 69814 w 88167"/>
                  <a:gd name="connsiteY5" fmla="*/ 35185 h 54586"/>
                  <a:gd name="connsiteX6" fmla="*/ 71714 w 88167"/>
                  <a:gd name="connsiteY6" fmla="*/ 35868 h 54586"/>
                  <a:gd name="connsiteX7" fmla="*/ 72397 w 88167"/>
                  <a:gd name="connsiteY7" fmla="*/ 33968 h 54586"/>
                  <a:gd name="connsiteX8" fmla="*/ 72217 w 88167"/>
                  <a:gd name="connsiteY8" fmla="*/ 33683 h 54586"/>
                  <a:gd name="connsiteX9" fmla="*/ 44505 w 88167"/>
                  <a:gd name="connsiteY9" fmla="*/ 5827 h 54586"/>
                  <a:gd name="connsiteX10" fmla="*/ 56221 w 88167"/>
                  <a:gd name="connsiteY10" fmla="*/ -30 h 54586"/>
                  <a:gd name="connsiteX11" fmla="*/ 88138 w 88167"/>
                  <a:gd name="connsiteY11" fmla="*/ 28352 h 54586"/>
                  <a:gd name="connsiteX12" fmla="*/ 31663 w 88167"/>
                  <a:gd name="connsiteY12" fmla="*/ 54556 h 54586"/>
                  <a:gd name="connsiteX13" fmla="*/ -29 w 88167"/>
                  <a:gd name="connsiteY13" fmla="*/ 28277 h 545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8167" h="54586">
                    <a:moveTo>
                      <a:pt x="19647" y="18366"/>
                    </a:moveTo>
                    <a:cubicBezTo>
                      <a:pt x="30612" y="26550"/>
                      <a:pt x="40975" y="35860"/>
                      <a:pt x="51564" y="44720"/>
                    </a:cubicBezTo>
                    <a:cubicBezTo>
                      <a:pt x="52991" y="45922"/>
                      <a:pt x="54418" y="43294"/>
                      <a:pt x="52991" y="42093"/>
                    </a:cubicBezTo>
                    <a:cubicBezTo>
                      <a:pt x="42853" y="33683"/>
                      <a:pt x="33015" y="24748"/>
                      <a:pt x="22501" y="16864"/>
                    </a:cubicBezTo>
                    <a:lnTo>
                      <a:pt x="41651" y="7253"/>
                    </a:lnTo>
                    <a:cubicBezTo>
                      <a:pt x="52781" y="14626"/>
                      <a:pt x="62349" y="24117"/>
                      <a:pt x="69814" y="35185"/>
                    </a:cubicBezTo>
                    <a:cubicBezTo>
                      <a:pt x="70152" y="35898"/>
                      <a:pt x="71000" y="36206"/>
                      <a:pt x="71714" y="35868"/>
                    </a:cubicBezTo>
                    <a:cubicBezTo>
                      <a:pt x="72427" y="35530"/>
                      <a:pt x="72728" y="34682"/>
                      <a:pt x="72397" y="33968"/>
                    </a:cubicBezTo>
                    <a:cubicBezTo>
                      <a:pt x="72345" y="33863"/>
                      <a:pt x="72284" y="33773"/>
                      <a:pt x="72217" y="33683"/>
                    </a:cubicBezTo>
                    <a:cubicBezTo>
                      <a:pt x="64872" y="22691"/>
                      <a:pt x="55462" y="13230"/>
                      <a:pt x="44505" y="5827"/>
                    </a:cubicBezTo>
                    <a:lnTo>
                      <a:pt x="56221" y="-30"/>
                    </a:lnTo>
                    <a:lnTo>
                      <a:pt x="88138" y="28352"/>
                    </a:lnTo>
                    <a:cubicBezTo>
                      <a:pt x="70039" y="38714"/>
                      <a:pt x="50213" y="45246"/>
                      <a:pt x="31663" y="54556"/>
                    </a:cubicBezTo>
                    <a:lnTo>
                      <a:pt x="-29" y="28277"/>
                    </a:ln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7" name="Content Placeholder 4">
                <a:extLst>
                  <a:ext uri="{FF2B5EF4-FFF2-40B4-BE49-F238E27FC236}">
                    <a16:creationId xmlns:a16="http://schemas.microsoft.com/office/drawing/2014/main" id="{BBE41DD4-BCB8-108C-F675-F58D99F41C54}"/>
                  </a:ext>
                </a:extLst>
              </p:cNvPr>
              <p:cNvSpPr/>
              <p:nvPr/>
            </p:nvSpPr>
            <p:spPr>
              <a:xfrm>
                <a:off x="3063390" y="5109100"/>
                <a:ext cx="69392" cy="43773"/>
              </a:xfrm>
              <a:custGeom>
                <a:avLst/>
                <a:gdLst>
                  <a:gd name="connsiteX0" fmla="*/ 56296 w 69392"/>
                  <a:gd name="connsiteY0" fmla="*/ -30 h 43773"/>
                  <a:gd name="connsiteX1" fmla="*/ 69363 w 69392"/>
                  <a:gd name="connsiteY1" fmla="*/ 11608 h 43773"/>
                  <a:gd name="connsiteX2" fmla="*/ 48786 w 69392"/>
                  <a:gd name="connsiteY2" fmla="*/ 25048 h 43773"/>
                  <a:gd name="connsiteX3" fmla="*/ 21224 w 69392"/>
                  <a:gd name="connsiteY3" fmla="*/ 43744 h 43773"/>
                  <a:gd name="connsiteX4" fmla="*/ -29 w 69392"/>
                  <a:gd name="connsiteY4" fmla="*/ 26100 h 43773"/>
                  <a:gd name="connsiteX5" fmla="*/ 56296 w 69392"/>
                  <a:gd name="connsiteY5" fmla="*/ -30 h 43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9392" h="43773">
                    <a:moveTo>
                      <a:pt x="56296" y="-30"/>
                    </a:moveTo>
                    <a:lnTo>
                      <a:pt x="69363" y="11608"/>
                    </a:lnTo>
                    <a:cubicBezTo>
                      <a:pt x="61981" y="15235"/>
                      <a:pt x="55072" y="19747"/>
                      <a:pt x="48786" y="25048"/>
                    </a:cubicBezTo>
                    <a:cubicBezTo>
                      <a:pt x="39924" y="31881"/>
                      <a:pt x="30612" y="37813"/>
                      <a:pt x="21224" y="43744"/>
                    </a:cubicBezTo>
                    <a:lnTo>
                      <a:pt x="-29" y="26100"/>
                    </a:lnTo>
                    <a:cubicBezTo>
                      <a:pt x="18520" y="16939"/>
                      <a:pt x="38347" y="10407"/>
                      <a:pt x="56296" y="-30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8" name="Content Placeholder 4">
                <a:extLst>
                  <a:ext uri="{FF2B5EF4-FFF2-40B4-BE49-F238E27FC236}">
                    <a16:creationId xmlns:a16="http://schemas.microsoft.com/office/drawing/2014/main" id="{5B5BD41B-B4B9-5CFC-1BFC-51F6ED4E650B}"/>
                  </a:ext>
                </a:extLst>
              </p:cNvPr>
              <p:cNvSpPr/>
              <p:nvPr/>
            </p:nvSpPr>
            <p:spPr>
              <a:xfrm>
                <a:off x="3087197" y="5122990"/>
                <a:ext cx="75700" cy="41597"/>
              </a:xfrm>
              <a:custGeom>
                <a:avLst/>
                <a:gdLst>
                  <a:gd name="connsiteX0" fmla="*/ 23102 w 75700"/>
                  <a:gd name="connsiteY0" fmla="*/ 16339 h 41597"/>
                  <a:gd name="connsiteX1" fmla="*/ 48035 w 75700"/>
                  <a:gd name="connsiteY1" fmla="*/ -30 h 41597"/>
                  <a:gd name="connsiteX2" fmla="*/ 75672 w 75700"/>
                  <a:gd name="connsiteY2" fmla="*/ 24523 h 41597"/>
                  <a:gd name="connsiteX3" fmla="*/ 11536 w 75700"/>
                  <a:gd name="connsiteY3" fmla="*/ 41567 h 41597"/>
                  <a:gd name="connsiteX4" fmla="*/ -29 w 75700"/>
                  <a:gd name="connsiteY4" fmla="*/ 31956 h 41597"/>
                  <a:gd name="connsiteX5" fmla="*/ 23102 w 75700"/>
                  <a:gd name="connsiteY5" fmla="*/ 16339 h 41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5700" h="41597">
                    <a:moveTo>
                      <a:pt x="23102" y="16339"/>
                    </a:moveTo>
                    <a:cubicBezTo>
                      <a:pt x="30612" y="9754"/>
                      <a:pt x="39000" y="4243"/>
                      <a:pt x="48035" y="-30"/>
                    </a:cubicBezTo>
                    <a:lnTo>
                      <a:pt x="75672" y="24523"/>
                    </a:lnTo>
                    <a:lnTo>
                      <a:pt x="11536" y="41567"/>
                    </a:lnTo>
                    <a:lnTo>
                      <a:pt x="-29" y="31956"/>
                    </a:lnTo>
                    <a:cubicBezTo>
                      <a:pt x="7939" y="27143"/>
                      <a:pt x="15659" y="21932"/>
                      <a:pt x="23102" y="1633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9" name="Content Placeholder 4">
                <a:extLst>
                  <a:ext uri="{FF2B5EF4-FFF2-40B4-BE49-F238E27FC236}">
                    <a16:creationId xmlns:a16="http://schemas.microsoft.com/office/drawing/2014/main" id="{6A31E173-A2F8-91E8-96F5-C1A1BB88B5BC}"/>
                  </a:ext>
                </a:extLst>
              </p:cNvPr>
              <p:cNvSpPr/>
              <p:nvPr/>
            </p:nvSpPr>
            <p:spPr>
              <a:xfrm>
                <a:off x="3239406" y="5142958"/>
                <a:ext cx="14748" cy="6387"/>
              </a:xfrm>
              <a:custGeom>
                <a:avLst/>
                <a:gdLst>
                  <a:gd name="connsiteX0" fmla="*/ 2693 w 14748"/>
                  <a:gd name="connsiteY0" fmla="*/ 6357 h 6387"/>
                  <a:gd name="connsiteX1" fmla="*/ -11 w 14748"/>
                  <a:gd name="connsiteY1" fmla="*/ 3955 h 6387"/>
                  <a:gd name="connsiteX2" fmla="*/ 2362 w 14748"/>
                  <a:gd name="connsiteY2" fmla="*/ 952 h 6387"/>
                  <a:gd name="connsiteX3" fmla="*/ 2392 w 14748"/>
                  <a:gd name="connsiteY3" fmla="*/ 952 h 6387"/>
                  <a:gd name="connsiteX4" fmla="*/ 11780 w 14748"/>
                  <a:gd name="connsiteY4" fmla="*/ -25 h 6387"/>
                  <a:gd name="connsiteX5" fmla="*/ 14709 w 14748"/>
                  <a:gd name="connsiteY5" fmla="*/ 2453 h 6387"/>
                  <a:gd name="connsiteX6" fmla="*/ 12246 w 14748"/>
                  <a:gd name="connsiteY6" fmla="*/ 5381 h 6387"/>
                  <a:gd name="connsiteX7" fmla="*/ 12231 w 14748"/>
                  <a:gd name="connsiteY7" fmla="*/ 5381 h 6387"/>
                  <a:gd name="connsiteX8" fmla="*/ 2993 w 14748"/>
                  <a:gd name="connsiteY8" fmla="*/ 6282 h 6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748" h="6387">
                    <a:moveTo>
                      <a:pt x="2693" y="6357"/>
                    </a:moveTo>
                    <a:cubicBezTo>
                      <a:pt x="1319" y="6335"/>
                      <a:pt x="177" y="5314"/>
                      <a:pt x="-11" y="3955"/>
                    </a:cubicBezTo>
                    <a:cubicBezTo>
                      <a:pt x="-183" y="2475"/>
                      <a:pt x="875" y="1132"/>
                      <a:pt x="2362" y="952"/>
                    </a:cubicBezTo>
                    <a:cubicBezTo>
                      <a:pt x="2370" y="952"/>
                      <a:pt x="2385" y="952"/>
                      <a:pt x="2392" y="952"/>
                    </a:cubicBezTo>
                    <a:lnTo>
                      <a:pt x="11780" y="-25"/>
                    </a:lnTo>
                    <a:cubicBezTo>
                      <a:pt x="13259" y="-115"/>
                      <a:pt x="14551" y="981"/>
                      <a:pt x="14709" y="2453"/>
                    </a:cubicBezTo>
                    <a:cubicBezTo>
                      <a:pt x="14837" y="3940"/>
                      <a:pt x="13740" y="5254"/>
                      <a:pt x="12246" y="5381"/>
                    </a:cubicBezTo>
                    <a:cubicBezTo>
                      <a:pt x="12246" y="5381"/>
                      <a:pt x="12238" y="5381"/>
                      <a:pt x="12231" y="5381"/>
                    </a:cubicBezTo>
                    <a:lnTo>
                      <a:pt x="2993" y="6282"/>
                    </a:ln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0" name="Content Placeholder 4">
                <a:extLst>
                  <a:ext uri="{FF2B5EF4-FFF2-40B4-BE49-F238E27FC236}">
                    <a16:creationId xmlns:a16="http://schemas.microsoft.com/office/drawing/2014/main" id="{877CF5C9-DB9F-83A8-1F0F-CD53F7A442FC}"/>
                  </a:ext>
                </a:extLst>
              </p:cNvPr>
              <p:cNvSpPr/>
              <p:nvPr/>
            </p:nvSpPr>
            <p:spPr>
              <a:xfrm>
                <a:off x="3117806" y="5146965"/>
                <a:ext cx="107889" cy="98338"/>
              </a:xfrm>
              <a:custGeom>
                <a:avLst/>
                <a:gdLst>
                  <a:gd name="connsiteX0" fmla="*/ 52121 w 107889"/>
                  <a:gd name="connsiteY0" fmla="*/ 98309 h 98338"/>
                  <a:gd name="connsiteX1" fmla="*/ 50319 w 107889"/>
                  <a:gd name="connsiteY1" fmla="*/ 97558 h 98338"/>
                  <a:gd name="connsiteX2" fmla="*/ 828 w 107889"/>
                  <a:gd name="connsiteY2" fmla="*/ 51981 h 98338"/>
                  <a:gd name="connsiteX3" fmla="*/ 715 w 107889"/>
                  <a:gd name="connsiteY3" fmla="*/ 48114 h 98338"/>
                  <a:gd name="connsiteX4" fmla="*/ 4583 w 107889"/>
                  <a:gd name="connsiteY4" fmla="*/ 48002 h 98338"/>
                  <a:gd name="connsiteX5" fmla="*/ 53999 w 107889"/>
                  <a:gd name="connsiteY5" fmla="*/ 93578 h 98338"/>
                  <a:gd name="connsiteX6" fmla="*/ 53999 w 107889"/>
                  <a:gd name="connsiteY6" fmla="*/ 97407 h 98338"/>
                  <a:gd name="connsiteX7" fmla="*/ 52121 w 107889"/>
                  <a:gd name="connsiteY7" fmla="*/ 98309 h 98338"/>
                  <a:gd name="connsiteX8" fmla="*/ 39505 w 107889"/>
                  <a:gd name="connsiteY8" fmla="*/ 19920 h 98338"/>
                  <a:gd name="connsiteX9" fmla="*/ 36831 w 107889"/>
                  <a:gd name="connsiteY9" fmla="*/ 17187 h 98338"/>
                  <a:gd name="connsiteX10" fmla="*/ 38904 w 107889"/>
                  <a:gd name="connsiteY10" fmla="*/ 14589 h 98338"/>
                  <a:gd name="connsiteX11" fmla="*/ 87343 w 107889"/>
                  <a:gd name="connsiteY11" fmla="*/ 3777 h 98338"/>
                  <a:gd name="connsiteX12" fmla="*/ 104616 w 107889"/>
                  <a:gd name="connsiteY12" fmla="*/ 23 h 98338"/>
                  <a:gd name="connsiteX13" fmla="*/ 107808 w 107889"/>
                  <a:gd name="connsiteY13" fmla="*/ 2163 h 98338"/>
                  <a:gd name="connsiteX14" fmla="*/ 105668 w 107889"/>
                  <a:gd name="connsiteY14" fmla="*/ 5354 h 98338"/>
                  <a:gd name="connsiteX15" fmla="*/ 88470 w 107889"/>
                  <a:gd name="connsiteY15" fmla="*/ 9033 h 98338"/>
                  <a:gd name="connsiteX16" fmla="*/ 40030 w 107889"/>
                  <a:gd name="connsiteY16" fmla="*/ 19845 h 983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7889" h="98338">
                    <a:moveTo>
                      <a:pt x="52121" y="98309"/>
                    </a:moveTo>
                    <a:cubicBezTo>
                      <a:pt x="51453" y="98271"/>
                      <a:pt x="50815" y="98008"/>
                      <a:pt x="50319" y="97558"/>
                    </a:cubicBezTo>
                    <a:lnTo>
                      <a:pt x="828" y="51981"/>
                    </a:lnTo>
                    <a:cubicBezTo>
                      <a:pt x="-268" y="50945"/>
                      <a:pt x="-321" y="49211"/>
                      <a:pt x="715" y="48114"/>
                    </a:cubicBezTo>
                    <a:cubicBezTo>
                      <a:pt x="1752" y="47018"/>
                      <a:pt x="3487" y="46966"/>
                      <a:pt x="4583" y="48002"/>
                    </a:cubicBezTo>
                    <a:lnTo>
                      <a:pt x="53999" y="93578"/>
                    </a:lnTo>
                    <a:cubicBezTo>
                      <a:pt x="55020" y="94652"/>
                      <a:pt x="55020" y="96334"/>
                      <a:pt x="53999" y="97407"/>
                    </a:cubicBezTo>
                    <a:cubicBezTo>
                      <a:pt x="53518" y="97948"/>
                      <a:pt x="52842" y="98271"/>
                      <a:pt x="52121" y="98309"/>
                    </a:cubicBezTo>
                    <a:close/>
                    <a:moveTo>
                      <a:pt x="39505" y="19920"/>
                    </a:moveTo>
                    <a:cubicBezTo>
                      <a:pt x="38010" y="19905"/>
                      <a:pt x="36816" y="18681"/>
                      <a:pt x="36831" y="17187"/>
                    </a:cubicBezTo>
                    <a:cubicBezTo>
                      <a:pt x="36846" y="15948"/>
                      <a:pt x="37702" y="14882"/>
                      <a:pt x="38904" y="14589"/>
                    </a:cubicBezTo>
                    <a:lnTo>
                      <a:pt x="87343" y="3777"/>
                    </a:lnTo>
                    <a:cubicBezTo>
                      <a:pt x="93051" y="2501"/>
                      <a:pt x="98834" y="1149"/>
                      <a:pt x="104616" y="23"/>
                    </a:cubicBezTo>
                    <a:cubicBezTo>
                      <a:pt x="106088" y="-270"/>
                      <a:pt x="107515" y="691"/>
                      <a:pt x="107808" y="2163"/>
                    </a:cubicBezTo>
                    <a:cubicBezTo>
                      <a:pt x="108101" y="3635"/>
                      <a:pt x="107140" y="5061"/>
                      <a:pt x="105668" y="5354"/>
                    </a:cubicBezTo>
                    <a:cubicBezTo>
                      <a:pt x="99885" y="6480"/>
                      <a:pt x="94177" y="7756"/>
                      <a:pt x="88470" y="9033"/>
                    </a:cubicBezTo>
                    <a:lnTo>
                      <a:pt x="40030" y="19845"/>
                    </a:ln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1" name="Content Placeholder 4">
                <a:extLst>
                  <a:ext uri="{FF2B5EF4-FFF2-40B4-BE49-F238E27FC236}">
                    <a16:creationId xmlns:a16="http://schemas.microsoft.com/office/drawing/2014/main" id="{2C3967FE-FFB4-D48B-B7B4-3584200880E1}"/>
                  </a:ext>
                </a:extLst>
              </p:cNvPr>
              <p:cNvSpPr/>
              <p:nvPr/>
            </p:nvSpPr>
            <p:spPr>
              <a:xfrm>
                <a:off x="3194735" y="5266849"/>
                <a:ext cx="15154" cy="12223"/>
              </a:xfrm>
              <a:custGeom>
                <a:avLst/>
                <a:gdLst>
                  <a:gd name="connsiteX0" fmla="*/ 11916 w 15154"/>
                  <a:gd name="connsiteY0" fmla="*/ 12137 h 12223"/>
                  <a:gd name="connsiteX1" fmla="*/ 11916 w 15154"/>
                  <a:gd name="connsiteY1" fmla="*/ 12137 h 12223"/>
                  <a:gd name="connsiteX2" fmla="*/ 2528 w 15154"/>
                  <a:gd name="connsiteY2" fmla="*/ 11687 h 12223"/>
                  <a:gd name="connsiteX3" fmla="*/ -25 w 15154"/>
                  <a:gd name="connsiteY3" fmla="*/ 8841 h 12223"/>
                  <a:gd name="connsiteX4" fmla="*/ -25 w 15154"/>
                  <a:gd name="connsiteY4" fmla="*/ 8833 h 12223"/>
                  <a:gd name="connsiteX5" fmla="*/ 2754 w 15154"/>
                  <a:gd name="connsiteY5" fmla="*/ 6280 h 12223"/>
                  <a:gd name="connsiteX6" fmla="*/ 4781 w 15154"/>
                  <a:gd name="connsiteY6" fmla="*/ 6280 h 12223"/>
                  <a:gd name="connsiteX7" fmla="*/ 2904 w 15154"/>
                  <a:gd name="connsiteY7" fmla="*/ 4629 h 12223"/>
                  <a:gd name="connsiteX8" fmla="*/ 2904 w 15154"/>
                  <a:gd name="connsiteY8" fmla="*/ 799 h 12223"/>
                  <a:gd name="connsiteX9" fmla="*/ 6621 w 15154"/>
                  <a:gd name="connsiteY9" fmla="*/ 687 h 12223"/>
                  <a:gd name="connsiteX10" fmla="*/ 6734 w 15154"/>
                  <a:gd name="connsiteY10" fmla="*/ 799 h 12223"/>
                  <a:gd name="connsiteX11" fmla="*/ 14244 w 15154"/>
                  <a:gd name="connsiteY11" fmla="*/ 7557 h 12223"/>
                  <a:gd name="connsiteX12" fmla="*/ 14920 w 15154"/>
                  <a:gd name="connsiteY12" fmla="*/ 10635 h 12223"/>
                  <a:gd name="connsiteX13" fmla="*/ 11916 w 15154"/>
                  <a:gd name="connsiteY13" fmla="*/ 12137 h 1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5154" h="12223">
                    <a:moveTo>
                      <a:pt x="11916" y="12137"/>
                    </a:moveTo>
                    <a:lnTo>
                      <a:pt x="11916" y="12137"/>
                    </a:lnTo>
                    <a:lnTo>
                      <a:pt x="2528" y="11687"/>
                    </a:lnTo>
                    <a:cubicBezTo>
                      <a:pt x="1034" y="11604"/>
                      <a:pt x="-108" y="10335"/>
                      <a:pt x="-25" y="8841"/>
                    </a:cubicBezTo>
                    <a:cubicBezTo>
                      <a:pt x="-25" y="8841"/>
                      <a:pt x="-25" y="8833"/>
                      <a:pt x="-25" y="8833"/>
                    </a:cubicBezTo>
                    <a:cubicBezTo>
                      <a:pt x="58" y="7369"/>
                      <a:pt x="1289" y="6235"/>
                      <a:pt x="2754" y="6280"/>
                    </a:cubicBezTo>
                    <a:lnTo>
                      <a:pt x="4781" y="6280"/>
                    </a:lnTo>
                    <a:lnTo>
                      <a:pt x="2904" y="4629"/>
                    </a:lnTo>
                    <a:cubicBezTo>
                      <a:pt x="1883" y="3555"/>
                      <a:pt x="1883" y="1873"/>
                      <a:pt x="2904" y="799"/>
                    </a:cubicBezTo>
                    <a:cubicBezTo>
                      <a:pt x="3895" y="-259"/>
                      <a:pt x="5562" y="-312"/>
                      <a:pt x="6621" y="687"/>
                    </a:cubicBezTo>
                    <a:cubicBezTo>
                      <a:pt x="6659" y="724"/>
                      <a:pt x="6696" y="762"/>
                      <a:pt x="6734" y="799"/>
                    </a:cubicBezTo>
                    <a:lnTo>
                      <a:pt x="14244" y="7557"/>
                    </a:lnTo>
                    <a:cubicBezTo>
                      <a:pt x="15085" y="8345"/>
                      <a:pt x="15355" y="9569"/>
                      <a:pt x="14920" y="10635"/>
                    </a:cubicBezTo>
                    <a:cubicBezTo>
                      <a:pt x="14387" y="11769"/>
                      <a:pt x="13147" y="12392"/>
                      <a:pt x="11916" y="12137"/>
                    </a:cubicBez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2" name="Content Placeholder 4">
                <a:extLst>
                  <a:ext uri="{FF2B5EF4-FFF2-40B4-BE49-F238E27FC236}">
                    <a16:creationId xmlns:a16="http://schemas.microsoft.com/office/drawing/2014/main" id="{0730897E-E077-6A7F-48A6-C833683E0067}"/>
                  </a:ext>
                </a:extLst>
              </p:cNvPr>
              <p:cNvSpPr/>
              <p:nvPr/>
            </p:nvSpPr>
            <p:spPr>
              <a:xfrm>
                <a:off x="3126098" y="5273066"/>
                <a:ext cx="58653" cy="7677"/>
              </a:xfrm>
              <a:custGeom>
                <a:avLst/>
                <a:gdLst>
                  <a:gd name="connsiteX0" fmla="*/ 2674 w 58653"/>
                  <a:gd name="connsiteY0" fmla="*/ 7648 h 7677"/>
                  <a:gd name="connsiteX1" fmla="*/ -29 w 58653"/>
                  <a:gd name="connsiteY1" fmla="*/ 4945 h 7677"/>
                  <a:gd name="connsiteX2" fmla="*/ 2674 w 58653"/>
                  <a:gd name="connsiteY2" fmla="*/ 2242 h 7677"/>
                  <a:gd name="connsiteX3" fmla="*/ 55920 w 58653"/>
                  <a:gd name="connsiteY3" fmla="*/ -11 h 7677"/>
                  <a:gd name="connsiteX4" fmla="*/ 58624 w 58653"/>
                  <a:gd name="connsiteY4" fmla="*/ 2767 h 7677"/>
                  <a:gd name="connsiteX5" fmla="*/ 55920 w 58653"/>
                  <a:gd name="connsiteY5" fmla="*/ 5395 h 7677"/>
                  <a:gd name="connsiteX6" fmla="*/ 55920 w 58653"/>
                  <a:gd name="connsiteY6" fmla="*/ 5395 h 7677"/>
                  <a:gd name="connsiteX7" fmla="*/ 3350 w 58653"/>
                  <a:gd name="connsiteY7" fmla="*/ 7648 h 76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8653" h="7677">
                    <a:moveTo>
                      <a:pt x="2674" y="7648"/>
                    </a:moveTo>
                    <a:cubicBezTo>
                      <a:pt x="1180" y="7648"/>
                      <a:pt x="-29" y="6439"/>
                      <a:pt x="-29" y="4945"/>
                    </a:cubicBezTo>
                    <a:cubicBezTo>
                      <a:pt x="-29" y="3450"/>
                      <a:pt x="1180" y="2242"/>
                      <a:pt x="2674" y="2242"/>
                    </a:cubicBezTo>
                    <a:cubicBezTo>
                      <a:pt x="20375" y="590"/>
                      <a:pt x="38144" y="-161"/>
                      <a:pt x="55920" y="-11"/>
                    </a:cubicBezTo>
                    <a:cubicBezTo>
                      <a:pt x="57422" y="27"/>
                      <a:pt x="58624" y="1266"/>
                      <a:pt x="58624" y="2767"/>
                    </a:cubicBezTo>
                    <a:cubicBezTo>
                      <a:pt x="58586" y="4231"/>
                      <a:pt x="57385" y="5395"/>
                      <a:pt x="55920" y="5395"/>
                    </a:cubicBezTo>
                    <a:lnTo>
                      <a:pt x="55920" y="5395"/>
                    </a:lnTo>
                    <a:cubicBezTo>
                      <a:pt x="38369" y="5245"/>
                      <a:pt x="20826" y="6003"/>
                      <a:pt x="3350" y="7648"/>
                    </a:cubicBez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3" name="Content Placeholder 4">
                <a:extLst>
                  <a:ext uri="{FF2B5EF4-FFF2-40B4-BE49-F238E27FC236}">
                    <a16:creationId xmlns:a16="http://schemas.microsoft.com/office/drawing/2014/main" id="{4A73AC8F-E76E-C786-6B20-03AA5824071D}"/>
                  </a:ext>
                </a:extLst>
              </p:cNvPr>
              <p:cNvSpPr/>
              <p:nvPr/>
            </p:nvSpPr>
            <p:spPr>
              <a:xfrm>
                <a:off x="3108044" y="5275846"/>
                <a:ext cx="14766" cy="6624"/>
              </a:xfrm>
              <a:custGeom>
                <a:avLst/>
                <a:gdLst>
                  <a:gd name="connsiteX0" fmla="*/ 2704 w 14766"/>
                  <a:gd name="connsiteY0" fmla="*/ 6594 h 6624"/>
                  <a:gd name="connsiteX1" fmla="*/ 1 w 14766"/>
                  <a:gd name="connsiteY1" fmla="*/ 4192 h 6624"/>
                  <a:gd name="connsiteX2" fmla="*/ 2209 w 14766"/>
                  <a:gd name="connsiteY2" fmla="*/ 1204 h 6624"/>
                  <a:gd name="connsiteX3" fmla="*/ 2329 w 14766"/>
                  <a:gd name="connsiteY3" fmla="*/ 1189 h 6624"/>
                  <a:gd name="connsiteX4" fmla="*/ 11716 w 14766"/>
                  <a:gd name="connsiteY4" fmla="*/ -13 h 6624"/>
                  <a:gd name="connsiteX5" fmla="*/ 14720 w 14766"/>
                  <a:gd name="connsiteY5" fmla="*/ 2390 h 6624"/>
                  <a:gd name="connsiteX6" fmla="*/ 12317 w 14766"/>
                  <a:gd name="connsiteY6" fmla="*/ 5393 h 6624"/>
                  <a:gd name="connsiteX7" fmla="*/ 3005 w 14766"/>
                  <a:gd name="connsiteY7" fmla="*/ 6519 h 66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766" h="6624">
                    <a:moveTo>
                      <a:pt x="2704" y="6594"/>
                    </a:moveTo>
                    <a:cubicBezTo>
                      <a:pt x="1330" y="6572"/>
                      <a:pt x="189" y="5551"/>
                      <a:pt x="1" y="4192"/>
                    </a:cubicBezTo>
                    <a:cubicBezTo>
                      <a:pt x="-217" y="2758"/>
                      <a:pt x="774" y="1421"/>
                      <a:pt x="2209" y="1204"/>
                    </a:cubicBezTo>
                    <a:cubicBezTo>
                      <a:pt x="2246" y="1196"/>
                      <a:pt x="2291" y="1189"/>
                      <a:pt x="2329" y="1189"/>
                    </a:cubicBezTo>
                    <a:lnTo>
                      <a:pt x="11716" y="-13"/>
                    </a:lnTo>
                    <a:cubicBezTo>
                      <a:pt x="13211" y="-178"/>
                      <a:pt x="14555" y="896"/>
                      <a:pt x="14720" y="2390"/>
                    </a:cubicBezTo>
                    <a:cubicBezTo>
                      <a:pt x="14886" y="3884"/>
                      <a:pt x="13812" y="5228"/>
                      <a:pt x="12317" y="5393"/>
                    </a:cubicBezTo>
                    <a:lnTo>
                      <a:pt x="3005" y="6519"/>
                    </a:ln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4" name="Content Placeholder 4">
                <a:extLst>
                  <a:ext uri="{FF2B5EF4-FFF2-40B4-BE49-F238E27FC236}">
                    <a16:creationId xmlns:a16="http://schemas.microsoft.com/office/drawing/2014/main" id="{81405EA8-9284-337E-F71A-0CEA19395697}"/>
                  </a:ext>
                </a:extLst>
              </p:cNvPr>
              <p:cNvSpPr/>
              <p:nvPr/>
            </p:nvSpPr>
            <p:spPr>
              <a:xfrm>
                <a:off x="3344975" y="5158354"/>
                <a:ext cx="283813" cy="29378"/>
              </a:xfrm>
              <a:custGeom>
                <a:avLst/>
                <a:gdLst>
                  <a:gd name="connsiteX0" fmla="*/ 3915 w 283813"/>
                  <a:gd name="connsiteY0" fmla="*/ -28 h 29378"/>
                  <a:gd name="connsiteX1" fmla="*/ 281785 w 283813"/>
                  <a:gd name="connsiteY1" fmla="*/ 23924 h 29378"/>
                  <a:gd name="connsiteX2" fmla="*/ 281109 w 283813"/>
                  <a:gd name="connsiteY2" fmla="*/ 29330 h 29378"/>
                  <a:gd name="connsiteX3" fmla="*/ 3690 w 283813"/>
                  <a:gd name="connsiteY3" fmla="*/ 7630 h 29378"/>
                  <a:gd name="connsiteX4" fmla="*/ -28 w 283813"/>
                  <a:gd name="connsiteY4" fmla="*/ 3688 h 29378"/>
                  <a:gd name="connsiteX5" fmla="*/ 3915 w 283813"/>
                  <a:gd name="connsiteY5" fmla="*/ -28 h 293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3813" h="29378">
                    <a:moveTo>
                      <a:pt x="3915" y="-28"/>
                    </a:moveTo>
                    <a:cubicBezTo>
                      <a:pt x="96971" y="1684"/>
                      <a:pt x="189810" y="9688"/>
                      <a:pt x="281785" y="23924"/>
                    </a:cubicBezTo>
                    <a:cubicBezTo>
                      <a:pt x="284864" y="24374"/>
                      <a:pt x="284188" y="29705"/>
                      <a:pt x="281109" y="29330"/>
                    </a:cubicBezTo>
                    <a:cubicBezTo>
                      <a:pt x="189089" y="17151"/>
                      <a:pt x="96483" y="9906"/>
                      <a:pt x="3690" y="7630"/>
                    </a:cubicBezTo>
                    <a:cubicBezTo>
                      <a:pt x="1572" y="7570"/>
                      <a:pt x="-88" y="5806"/>
                      <a:pt x="-28" y="3688"/>
                    </a:cubicBezTo>
                    <a:cubicBezTo>
                      <a:pt x="33" y="1571"/>
                      <a:pt x="1797" y="-88"/>
                      <a:pt x="3915" y="-2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5" name="Content Placeholder 4">
                <a:extLst>
                  <a:ext uri="{FF2B5EF4-FFF2-40B4-BE49-F238E27FC236}">
                    <a16:creationId xmlns:a16="http://schemas.microsoft.com/office/drawing/2014/main" id="{8FEDEA7E-60F8-ED8B-7481-C5321F1D906D}"/>
                  </a:ext>
                </a:extLst>
              </p:cNvPr>
              <p:cNvSpPr/>
              <p:nvPr/>
            </p:nvSpPr>
            <p:spPr>
              <a:xfrm>
                <a:off x="3419235" y="5050384"/>
                <a:ext cx="30469" cy="194227"/>
              </a:xfrm>
              <a:custGeom>
                <a:avLst/>
                <a:gdLst>
                  <a:gd name="connsiteX0" fmla="*/ 24282 w 30469"/>
                  <a:gd name="connsiteY0" fmla="*/ 3049 h 194227"/>
                  <a:gd name="connsiteX1" fmla="*/ 27361 w 30469"/>
                  <a:gd name="connsiteY1" fmla="*/ -30 h 194227"/>
                  <a:gd name="connsiteX2" fmla="*/ 30440 w 30469"/>
                  <a:gd name="connsiteY2" fmla="*/ 3049 h 194227"/>
                  <a:gd name="connsiteX3" fmla="*/ 9187 w 30469"/>
                  <a:gd name="connsiteY3" fmla="*/ 190760 h 194227"/>
                  <a:gd name="connsiteX4" fmla="*/ 25 w 30469"/>
                  <a:gd name="connsiteY4" fmla="*/ 188207 h 194227"/>
                  <a:gd name="connsiteX5" fmla="*/ 24282 w 30469"/>
                  <a:gd name="connsiteY5" fmla="*/ 3049 h 194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469" h="194227">
                    <a:moveTo>
                      <a:pt x="24282" y="3049"/>
                    </a:moveTo>
                    <a:cubicBezTo>
                      <a:pt x="24282" y="1352"/>
                      <a:pt x="25664" y="-30"/>
                      <a:pt x="27361" y="-30"/>
                    </a:cubicBezTo>
                    <a:cubicBezTo>
                      <a:pt x="29058" y="-30"/>
                      <a:pt x="30440" y="1352"/>
                      <a:pt x="30440" y="3049"/>
                    </a:cubicBezTo>
                    <a:cubicBezTo>
                      <a:pt x="30440" y="66120"/>
                      <a:pt x="19926" y="128815"/>
                      <a:pt x="9187" y="190760"/>
                    </a:cubicBezTo>
                    <a:cubicBezTo>
                      <a:pt x="8135" y="196842"/>
                      <a:pt x="-801" y="194139"/>
                      <a:pt x="25" y="188207"/>
                    </a:cubicBezTo>
                    <a:cubicBezTo>
                      <a:pt x="8511" y="126638"/>
                      <a:pt x="21503" y="65144"/>
                      <a:pt x="24282" y="304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6" name="Content Placeholder 4">
                <a:extLst>
                  <a:ext uri="{FF2B5EF4-FFF2-40B4-BE49-F238E27FC236}">
                    <a16:creationId xmlns:a16="http://schemas.microsoft.com/office/drawing/2014/main" id="{578F6843-7679-6961-9ED7-74B914467C32}"/>
                  </a:ext>
                </a:extLst>
              </p:cNvPr>
              <p:cNvSpPr/>
              <p:nvPr/>
            </p:nvSpPr>
            <p:spPr>
              <a:xfrm>
                <a:off x="3579225" y="5133930"/>
                <a:ext cx="44468" cy="33172"/>
              </a:xfrm>
              <a:custGeom>
                <a:avLst/>
                <a:gdLst>
                  <a:gd name="connsiteX0" fmla="*/ 4202 w 44468"/>
                  <a:gd name="connsiteY0" fmla="*/ 26648 h 33172"/>
                  <a:gd name="connsiteX1" fmla="*/ 16519 w 44468"/>
                  <a:gd name="connsiteY1" fmla="*/ 30403 h 33172"/>
                  <a:gd name="connsiteX2" fmla="*/ 21400 w 44468"/>
                  <a:gd name="connsiteY2" fmla="*/ 31079 h 33172"/>
                  <a:gd name="connsiteX3" fmla="*/ 32665 w 44468"/>
                  <a:gd name="connsiteY3" fmla="*/ 32205 h 33172"/>
                  <a:gd name="connsiteX4" fmla="*/ 39124 w 44468"/>
                  <a:gd name="connsiteY4" fmla="*/ 33106 h 33172"/>
                  <a:gd name="connsiteX5" fmla="*/ 43630 w 44468"/>
                  <a:gd name="connsiteY5" fmla="*/ 26498 h 33172"/>
                  <a:gd name="connsiteX6" fmla="*/ 36120 w 44468"/>
                  <a:gd name="connsiteY6" fmla="*/ 1345 h 33172"/>
                  <a:gd name="connsiteX7" fmla="*/ 16744 w 44468"/>
                  <a:gd name="connsiteY7" fmla="*/ 294 h 33172"/>
                  <a:gd name="connsiteX8" fmla="*/ 4278 w 44468"/>
                  <a:gd name="connsiteY8" fmla="*/ 2621 h 33172"/>
                  <a:gd name="connsiteX9" fmla="*/ 4202 w 44468"/>
                  <a:gd name="connsiteY9" fmla="*/ 26648 h 331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4468" h="33172">
                    <a:moveTo>
                      <a:pt x="4202" y="26648"/>
                    </a:moveTo>
                    <a:cubicBezTo>
                      <a:pt x="7582" y="29607"/>
                      <a:pt x="12065" y="30973"/>
                      <a:pt x="16519" y="30403"/>
                    </a:cubicBezTo>
                    <a:cubicBezTo>
                      <a:pt x="18118" y="30793"/>
                      <a:pt x="19756" y="31018"/>
                      <a:pt x="21400" y="31079"/>
                    </a:cubicBezTo>
                    <a:cubicBezTo>
                      <a:pt x="25185" y="31041"/>
                      <a:pt x="28963" y="31416"/>
                      <a:pt x="32665" y="32205"/>
                    </a:cubicBezTo>
                    <a:cubicBezTo>
                      <a:pt x="34731" y="32948"/>
                      <a:pt x="36931" y="33256"/>
                      <a:pt x="39124" y="33106"/>
                    </a:cubicBezTo>
                    <a:cubicBezTo>
                      <a:pt x="41850" y="32047"/>
                      <a:pt x="43637" y="29419"/>
                      <a:pt x="43630" y="26498"/>
                    </a:cubicBezTo>
                    <a:cubicBezTo>
                      <a:pt x="44982" y="18389"/>
                      <a:pt x="45808" y="3973"/>
                      <a:pt x="36120" y="1345"/>
                    </a:cubicBezTo>
                    <a:cubicBezTo>
                      <a:pt x="29759" y="-14"/>
                      <a:pt x="23218" y="-367"/>
                      <a:pt x="16744" y="294"/>
                    </a:cubicBezTo>
                    <a:cubicBezTo>
                      <a:pt x="12456" y="-44"/>
                      <a:pt x="8153" y="759"/>
                      <a:pt x="4278" y="2621"/>
                    </a:cubicBezTo>
                    <a:cubicBezTo>
                      <a:pt x="-2181" y="7352"/>
                      <a:pt x="-679" y="21543"/>
                      <a:pt x="4202" y="2664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7" name="Content Placeholder 4">
                <a:extLst>
                  <a:ext uri="{FF2B5EF4-FFF2-40B4-BE49-F238E27FC236}">
                    <a16:creationId xmlns:a16="http://schemas.microsoft.com/office/drawing/2014/main" id="{4636EE4E-6F76-2291-4925-CF0B08266A43}"/>
                  </a:ext>
                </a:extLst>
              </p:cNvPr>
              <p:cNvSpPr/>
              <p:nvPr/>
            </p:nvSpPr>
            <p:spPr>
              <a:xfrm>
                <a:off x="3537406" y="5131949"/>
                <a:ext cx="38098" cy="33063"/>
              </a:xfrm>
              <a:custGeom>
                <a:avLst/>
                <a:gdLst>
                  <a:gd name="connsiteX0" fmla="*/ 35433 w 38098"/>
                  <a:gd name="connsiteY0" fmla="*/ 30957 h 33063"/>
                  <a:gd name="connsiteX1" fmla="*/ 34757 w 38098"/>
                  <a:gd name="connsiteY1" fmla="*/ 32534 h 33063"/>
                  <a:gd name="connsiteX2" fmla="*/ 32504 w 38098"/>
                  <a:gd name="connsiteY2" fmla="*/ 32984 h 33063"/>
                  <a:gd name="connsiteX3" fmla="*/ 4942 w 38098"/>
                  <a:gd name="connsiteY3" fmla="*/ 29905 h 33063"/>
                  <a:gd name="connsiteX4" fmla="*/ 962 w 38098"/>
                  <a:gd name="connsiteY4" fmla="*/ 28629 h 33063"/>
                  <a:gd name="connsiteX5" fmla="*/ 61 w 38098"/>
                  <a:gd name="connsiteY5" fmla="*/ 25325 h 33063"/>
                  <a:gd name="connsiteX6" fmla="*/ 1413 w 38098"/>
                  <a:gd name="connsiteY6" fmla="*/ 5128 h 33063"/>
                  <a:gd name="connsiteX7" fmla="*/ 3365 w 38098"/>
                  <a:gd name="connsiteY7" fmla="*/ 1298 h 33063"/>
                  <a:gd name="connsiteX8" fmla="*/ 6069 w 38098"/>
                  <a:gd name="connsiteY8" fmla="*/ 848 h 33063"/>
                  <a:gd name="connsiteX9" fmla="*/ 36109 w 38098"/>
                  <a:gd name="connsiteY9" fmla="*/ 2950 h 33063"/>
                  <a:gd name="connsiteX10" fmla="*/ 35433 w 38098"/>
                  <a:gd name="connsiteY10" fmla="*/ 30957 h 330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8098" h="33063">
                    <a:moveTo>
                      <a:pt x="35433" y="30957"/>
                    </a:moveTo>
                    <a:cubicBezTo>
                      <a:pt x="35380" y="31542"/>
                      <a:pt x="35140" y="32090"/>
                      <a:pt x="34757" y="32534"/>
                    </a:cubicBezTo>
                    <a:cubicBezTo>
                      <a:pt x="34231" y="33134"/>
                      <a:pt x="33330" y="33059"/>
                      <a:pt x="32504" y="32984"/>
                    </a:cubicBezTo>
                    <a:lnTo>
                      <a:pt x="4942" y="29905"/>
                    </a:lnTo>
                    <a:cubicBezTo>
                      <a:pt x="3500" y="30041"/>
                      <a:pt x="2059" y="29575"/>
                      <a:pt x="962" y="28629"/>
                    </a:cubicBezTo>
                    <a:cubicBezTo>
                      <a:pt x="294" y="27668"/>
                      <a:pt x="-29" y="26497"/>
                      <a:pt x="61" y="25325"/>
                    </a:cubicBezTo>
                    <a:cubicBezTo>
                      <a:pt x="-240" y="18560"/>
                      <a:pt x="211" y="11788"/>
                      <a:pt x="1413" y="5128"/>
                    </a:cubicBezTo>
                    <a:cubicBezTo>
                      <a:pt x="1413" y="3701"/>
                      <a:pt x="2013" y="1974"/>
                      <a:pt x="3365" y="1298"/>
                    </a:cubicBezTo>
                    <a:cubicBezTo>
                      <a:pt x="4214" y="923"/>
                      <a:pt x="5145" y="772"/>
                      <a:pt x="6069" y="848"/>
                    </a:cubicBezTo>
                    <a:cubicBezTo>
                      <a:pt x="12302" y="848"/>
                      <a:pt x="31753" y="-2155"/>
                      <a:pt x="36109" y="2950"/>
                    </a:cubicBezTo>
                    <a:cubicBezTo>
                      <a:pt x="40465" y="8056"/>
                      <a:pt x="36334" y="25325"/>
                      <a:pt x="35433" y="3095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8" name="Content Placeholder 4">
                <a:extLst>
                  <a:ext uri="{FF2B5EF4-FFF2-40B4-BE49-F238E27FC236}">
                    <a16:creationId xmlns:a16="http://schemas.microsoft.com/office/drawing/2014/main" id="{894D2B9B-74C3-A5AB-AFD1-404D31F4BE70}"/>
                  </a:ext>
                </a:extLst>
              </p:cNvPr>
              <p:cNvSpPr/>
              <p:nvPr/>
            </p:nvSpPr>
            <p:spPr>
              <a:xfrm>
                <a:off x="3506640" y="5129072"/>
                <a:ext cx="25826" cy="28767"/>
              </a:xfrm>
              <a:custGeom>
                <a:avLst/>
                <a:gdLst>
                  <a:gd name="connsiteX0" fmla="*/ 24218 w 25826"/>
                  <a:gd name="connsiteY0" fmla="*/ 19868 h 28767"/>
                  <a:gd name="connsiteX1" fmla="*/ 19336 w 25826"/>
                  <a:gd name="connsiteY1" fmla="*/ 28428 h 28767"/>
                  <a:gd name="connsiteX2" fmla="*/ 14380 w 25826"/>
                  <a:gd name="connsiteY2" fmla="*/ 28428 h 28767"/>
                  <a:gd name="connsiteX3" fmla="*/ 2439 w 25826"/>
                  <a:gd name="connsiteY3" fmla="*/ 26100 h 28767"/>
                  <a:gd name="connsiteX4" fmla="*/ 163 w 25826"/>
                  <a:gd name="connsiteY4" fmla="*/ 23870 h 28767"/>
                  <a:gd name="connsiteX5" fmla="*/ 186 w 25826"/>
                  <a:gd name="connsiteY5" fmla="*/ 23547 h 28767"/>
                  <a:gd name="connsiteX6" fmla="*/ 2138 w 25826"/>
                  <a:gd name="connsiteY6" fmla="*/ -30 h 28767"/>
                  <a:gd name="connsiteX7" fmla="*/ 23917 w 25826"/>
                  <a:gd name="connsiteY7" fmla="*/ 3349 h 28767"/>
                  <a:gd name="connsiteX8" fmla="*/ 24218 w 25826"/>
                  <a:gd name="connsiteY8" fmla="*/ 19868 h 28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5826" h="28767">
                    <a:moveTo>
                      <a:pt x="24218" y="19868"/>
                    </a:moveTo>
                    <a:cubicBezTo>
                      <a:pt x="23617" y="23247"/>
                      <a:pt x="22641" y="27376"/>
                      <a:pt x="19336" y="28428"/>
                    </a:cubicBezTo>
                    <a:cubicBezTo>
                      <a:pt x="17707" y="28840"/>
                      <a:pt x="16009" y="28840"/>
                      <a:pt x="14380" y="28428"/>
                    </a:cubicBezTo>
                    <a:lnTo>
                      <a:pt x="2439" y="26100"/>
                    </a:lnTo>
                    <a:cubicBezTo>
                      <a:pt x="1192" y="26107"/>
                      <a:pt x="178" y="25109"/>
                      <a:pt x="163" y="23870"/>
                    </a:cubicBezTo>
                    <a:cubicBezTo>
                      <a:pt x="163" y="23757"/>
                      <a:pt x="171" y="23652"/>
                      <a:pt x="186" y="23547"/>
                    </a:cubicBezTo>
                    <a:cubicBezTo>
                      <a:pt x="-415" y="15633"/>
                      <a:pt x="246" y="7674"/>
                      <a:pt x="2138" y="-30"/>
                    </a:cubicBezTo>
                    <a:cubicBezTo>
                      <a:pt x="6794" y="-30"/>
                      <a:pt x="20312" y="-30"/>
                      <a:pt x="23917" y="3349"/>
                    </a:cubicBezTo>
                    <a:cubicBezTo>
                      <a:pt x="27522" y="6728"/>
                      <a:pt x="24969" y="15588"/>
                      <a:pt x="24218" y="1986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9" name="Content Placeholder 4">
                <a:extLst>
                  <a:ext uri="{FF2B5EF4-FFF2-40B4-BE49-F238E27FC236}">
                    <a16:creationId xmlns:a16="http://schemas.microsoft.com/office/drawing/2014/main" id="{4B119D50-D9CC-5ABC-B200-792893983189}"/>
                  </a:ext>
                </a:extLst>
              </p:cNvPr>
              <p:cNvSpPr/>
              <p:nvPr/>
            </p:nvSpPr>
            <p:spPr>
              <a:xfrm>
                <a:off x="3518107" y="5226421"/>
                <a:ext cx="67021" cy="61049"/>
              </a:xfrm>
              <a:custGeom>
                <a:avLst/>
                <a:gdLst>
                  <a:gd name="connsiteX0" fmla="*/ 2988 w 67021"/>
                  <a:gd name="connsiteY0" fmla="*/ 47610 h 61049"/>
                  <a:gd name="connsiteX1" fmla="*/ 38660 w 67021"/>
                  <a:gd name="connsiteY1" fmla="*/ 59924 h 61049"/>
                  <a:gd name="connsiteX2" fmla="*/ 66222 w 67021"/>
                  <a:gd name="connsiteY2" fmla="*/ 35897 h 61049"/>
                  <a:gd name="connsiteX3" fmla="*/ 60664 w 67021"/>
                  <a:gd name="connsiteY3" fmla="*/ 12921 h 61049"/>
                  <a:gd name="connsiteX4" fmla="*/ 45645 w 67021"/>
                  <a:gd name="connsiteY4" fmla="*/ 532 h 61049"/>
                  <a:gd name="connsiteX5" fmla="*/ 7719 w 67021"/>
                  <a:gd name="connsiteY5" fmla="*/ 12170 h 61049"/>
                  <a:gd name="connsiteX6" fmla="*/ 2988 w 67021"/>
                  <a:gd name="connsiteY6" fmla="*/ 47610 h 61049"/>
                  <a:gd name="connsiteX7" fmla="*/ 52328 w 67021"/>
                  <a:gd name="connsiteY7" fmla="*/ 25085 h 61049"/>
                  <a:gd name="connsiteX8" fmla="*/ 14403 w 67021"/>
                  <a:gd name="connsiteY8" fmla="*/ 37999 h 61049"/>
                  <a:gd name="connsiteX9" fmla="*/ 9521 w 67021"/>
                  <a:gd name="connsiteY9" fmla="*/ 34545 h 61049"/>
                  <a:gd name="connsiteX10" fmla="*/ 10047 w 67021"/>
                  <a:gd name="connsiteY10" fmla="*/ 28539 h 61049"/>
                  <a:gd name="connsiteX11" fmla="*/ 28972 w 67021"/>
                  <a:gd name="connsiteY11" fmla="*/ 11870 h 61049"/>
                  <a:gd name="connsiteX12" fmla="*/ 52328 w 67021"/>
                  <a:gd name="connsiteY12" fmla="*/ 25009 h 61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7021" h="61049">
                    <a:moveTo>
                      <a:pt x="2988" y="47610"/>
                    </a:moveTo>
                    <a:cubicBezTo>
                      <a:pt x="9296" y="60975"/>
                      <a:pt x="25518" y="62627"/>
                      <a:pt x="38660" y="59924"/>
                    </a:cubicBezTo>
                    <a:cubicBezTo>
                      <a:pt x="51652" y="57761"/>
                      <a:pt x="62317" y="48466"/>
                      <a:pt x="66222" y="35897"/>
                    </a:cubicBezTo>
                    <a:cubicBezTo>
                      <a:pt x="68265" y="27788"/>
                      <a:pt x="66192" y="19198"/>
                      <a:pt x="60664" y="12921"/>
                    </a:cubicBezTo>
                    <a:cubicBezTo>
                      <a:pt x="57923" y="6629"/>
                      <a:pt x="52343" y="2026"/>
                      <a:pt x="45645" y="532"/>
                    </a:cubicBezTo>
                    <a:cubicBezTo>
                      <a:pt x="31886" y="-1661"/>
                      <a:pt x="17880" y="2634"/>
                      <a:pt x="7719" y="12170"/>
                    </a:cubicBezTo>
                    <a:cubicBezTo>
                      <a:pt x="-512" y="22104"/>
                      <a:pt x="-2344" y="35867"/>
                      <a:pt x="2988" y="47610"/>
                    </a:cubicBezTo>
                    <a:close/>
                    <a:moveTo>
                      <a:pt x="52328" y="25085"/>
                    </a:moveTo>
                    <a:cubicBezTo>
                      <a:pt x="51352" y="43706"/>
                      <a:pt x="23715" y="60525"/>
                      <a:pt x="14403" y="37999"/>
                    </a:cubicBezTo>
                    <a:cubicBezTo>
                      <a:pt x="13622" y="35972"/>
                      <a:pt x="11692" y="34613"/>
                      <a:pt x="9521" y="34545"/>
                    </a:cubicBezTo>
                    <a:cubicBezTo>
                      <a:pt x="9506" y="32533"/>
                      <a:pt x="9679" y="30521"/>
                      <a:pt x="10047" y="28539"/>
                    </a:cubicBezTo>
                    <a:cubicBezTo>
                      <a:pt x="11850" y="18552"/>
                      <a:pt x="19885" y="14272"/>
                      <a:pt x="28972" y="11870"/>
                    </a:cubicBezTo>
                    <a:cubicBezTo>
                      <a:pt x="38059" y="9467"/>
                      <a:pt x="53004" y="11795"/>
                      <a:pt x="52328" y="2500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0" name="Content Placeholder 4">
                <a:extLst>
                  <a:ext uri="{FF2B5EF4-FFF2-40B4-BE49-F238E27FC236}">
                    <a16:creationId xmlns:a16="http://schemas.microsoft.com/office/drawing/2014/main" id="{D9D33400-BBC5-3249-1445-2B9EF049CEE9}"/>
                  </a:ext>
                </a:extLst>
              </p:cNvPr>
              <p:cNvSpPr/>
              <p:nvPr/>
            </p:nvSpPr>
            <p:spPr>
              <a:xfrm>
                <a:off x="3554103" y="5176920"/>
                <a:ext cx="10674" cy="57129"/>
              </a:xfrm>
              <a:custGeom>
                <a:avLst/>
                <a:gdLst>
                  <a:gd name="connsiteX0" fmla="*/ 562 w 10674"/>
                  <a:gd name="connsiteY0" fmla="*/ 4757 h 57129"/>
                  <a:gd name="connsiteX1" fmla="*/ 10625 w 10674"/>
                  <a:gd name="connsiteY1" fmla="*/ 4757 h 57129"/>
                  <a:gd name="connsiteX2" fmla="*/ 4842 w 10674"/>
                  <a:gd name="connsiteY2" fmla="*/ 54988 h 57129"/>
                  <a:gd name="connsiteX3" fmla="*/ 411 w 10674"/>
                  <a:gd name="connsiteY3" fmla="*/ 54988 h 57129"/>
                  <a:gd name="connsiteX4" fmla="*/ 562 w 10674"/>
                  <a:gd name="connsiteY4" fmla="*/ 4757 h 571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674" h="57129">
                    <a:moveTo>
                      <a:pt x="562" y="4757"/>
                    </a:moveTo>
                    <a:cubicBezTo>
                      <a:pt x="1087" y="-1625"/>
                      <a:pt x="11151" y="-1625"/>
                      <a:pt x="10625" y="4757"/>
                    </a:cubicBezTo>
                    <a:cubicBezTo>
                      <a:pt x="9273" y="21576"/>
                      <a:pt x="6044" y="38169"/>
                      <a:pt x="4842" y="54988"/>
                    </a:cubicBezTo>
                    <a:cubicBezTo>
                      <a:pt x="4842" y="57766"/>
                      <a:pt x="336" y="57842"/>
                      <a:pt x="411" y="54988"/>
                    </a:cubicBezTo>
                    <a:cubicBezTo>
                      <a:pt x="486" y="38245"/>
                      <a:pt x="-715" y="21576"/>
                      <a:pt x="562" y="475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1" name="Content Placeholder 4">
                <a:extLst>
                  <a:ext uri="{FF2B5EF4-FFF2-40B4-BE49-F238E27FC236}">
                    <a16:creationId xmlns:a16="http://schemas.microsoft.com/office/drawing/2014/main" id="{F1E35088-F7F3-20E5-F66C-5DF5277136C2}"/>
                  </a:ext>
                </a:extLst>
              </p:cNvPr>
              <p:cNvSpPr/>
              <p:nvPr/>
            </p:nvSpPr>
            <p:spPr>
              <a:xfrm>
                <a:off x="3418678" y="5237379"/>
                <a:ext cx="103821" cy="23954"/>
              </a:xfrm>
              <a:custGeom>
                <a:avLst/>
                <a:gdLst>
                  <a:gd name="connsiteX0" fmla="*/ 5688 w 103821"/>
                  <a:gd name="connsiteY0" fmla="*/ 11 h 23954"/>
                  <a:gd name="connsiteX1" fmla="*/ 101666 w 103821"/>
                  <a:gd name="connsiteY1" fmla="*/ 18181 h 23954"/>
                  <a:gd name="connsiteX2" fmla="*/ 100088 w 103821"/>
                  <a:gd name="connsiteY2" fmla="*/ 23888 h 23954"/>
                  <a:gd name="connsiteX3" fmla="*/ 5688 w 103821"/>
                  <a:gd name="connsiteY3" fmla="*/ 11949 h 23954"/>
                  <a:gd name="connsiteX4" fmla="*/ 5688 w 103821"/>
                  <a:gd name="connsiteY4" fmla="*/ 11 h 23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821" h="23954">
                    <a:moveTo>
                      <a:pt x="5688" y="11"/>
                    </a:moveTo>
                    <a:cubicBezTo>
                      <a:pt x="38161" y="3157"/>
                      <a:pt x="70289" y="9239"/>
                      <a:pt x="101666" y="18181"/>
                    </a:cubicBezTo>
                    <a:cubicBezTo>
                      <a:pt x="105421" y="19232"/>
                      <a:pt x="103768" y="24413"/>
                      <a:pt x="100088" y="23888"/>
                    </a:cubicBezTo>
                    <a:cubicBezTo>
                      <a:pt x="68772" y="18857"/>
                      <a:pt x="37380" y="14727"/>
                      <a:pt x="5688" y="11949"/>
                    </a:cubicBezTo>
                    <a:cubicBezTo>
                      <a:pt x="-1972" y="11273"/>
                      <a:pt x="-1897" y="-815"/>
                      <a:pt x="5688" y="1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2" name="Content Placeholder 4">
                <a:extLst>
                  <a:ext uri="{FF2B5EF4-FFF2-40B4-BE49-F238E27FC236}">
                    <a16:creationId xmlns:a16="http://schemas.microsoft.com/office/drawing/2014/main" id="{8AD2C380-9B3C-1621-9284-161D7CE0F95A}"/>
                  </a:ext>
                </a:extLst>
              </p:cNvPr>
              <p:cNvSpPr/>
              <p:nvPr/>
            </p:nvSpPr>
            <p:spPr>
              <a:xfrm>
                <a:off x="3286718" y="5284212"/>
                <a:ext cx="263694" cy="50223"/>
              </a:xfrm>
              <a:custGeom>
                <a:avLst/>
                <a:gdLst>
                  <a:gd name="connsiteX0" fmla="*/ 4871 w 263694"/>
                  <a:gd name="connsiteY0" fmla="*/ 40050 h 50223"/>
                  <a:gd name="connsiteX1" fmla="*/ 146434 w 263694"/>
                  <a:gd name="connsiteY1" fmla="*/ 34419 h 50223"/>
                  <a:gd name="connsiteX2" fmla="*/ 214775 w 263694"/>
                  <a:gd name="connsiteY2" fmla="*/ 32317 h 50223"/>
                  <a:gd name="connsiteX3" fmla="*/ 248946 w 263694"/>
                  <a:gd name="connsiteY3" fmla="*/ 31490 h 50223"/>
                  <a:gd name="connsiteX4" fmla="*/ 256456 w 263694"/>
                  <a:gd name="connsiteY4" fmla="*/ 2433 h 50223"/>
                  <a:gd name="connsiteX5" fmla="*/ 259813 w 263694"/>
                  <a:gd name="connsiteY5" fmla="*/ 8 h 50223"/>
                  <a:gd name="connsiteX6" fmla="*/ 262238 w 263694"/>
                  <a:gd name="connsiteY6" fmla="*/ 2433 h 50223"/>
                  <a:gd name="connsiteX7" fmla="*/ 263665 w 263694"/>
                  <a:gd name="connsiteY7" fmla="*/ 36371 h 50223"/>
                  <a:gd name="connsiteX8" fmla="*/ 258709 w 263694"/>
                  <a:gd name="connsiteY8" fmla="*/ 41327 h 50223"/>
                  <a:gd name="connsiteX9" fmla="*/ 4871 w 263694"/>
                  <a:gd name="connsiteY9" fmla="*/ 50187 h 50223"/>
                  <a:gd name="connsiteX10" fmla="*/ 4871 w 263694"/>
                  <a:gd name="connsiteY10" fmla="*/ 40050 h 50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63694" h="50223">
                    <a:moveTo>
                      <a:pt x="4871" y="40050"/>
                    </a:moveTo>
                    <a:cubicBezTo>
                      <a:pt x="52034" y="37948"/>
                      <a:pt x="99219" y="36071"/>
                      <a:pt x="146434" y="34419"/>
                    </a:cubicBezTo>
                    <a:cubicBezTo>
                      <a:pt x="168964" y="33668"/>
                      <a:pt x="191945" y="32917"/>
                      <a:pt x="214775" y="32317"/>
                    </a:cubicBezTo>
                    <a:cubicBezTo>
                      <a:pt x="221910" y="32317"/>
                      <a:pt x="243388" y="35395"/>
                      <a:pt x="248946" y="31490"/>
                    </a:cubicBezTo>
                    <a:cubicBezTo>
                      <a:pt x="257657" y="25409"/>
                      <a:pt x="255555" y="12794"/>
                      <a:pt x="256456" y="2433"/>
                    </a:cubicBezTo>
                    <a:cubicBezTo>
                      <a:pt x="256711" y="834"/>
                      <a:pt x="258221" y="-248"/>
                      <a:pt x="259813" y="8"/>
                    </a:cubicBezTo>
                    <a:cubicBezTo>
                      <a:pt x="261059" y="211"/>
                      <a:pt x="262036" y="1187"/>
                      <a:pt x="262238" y="2433"/>
                    </a:cubicBezTo>
                    <a:cubicBezTo>
                      <a:pt x="262839" y="13771"/>
                      <a:pt x="263365" y="24958"/>
                      <a:pt x="263665" y="36371"/>
                    </a:cubicBezTo>
                    <a:cubicBezTo>
                      <a:pt x="263628" y="39089"/>
                      <a:pt x="261427" y="41289"/>
                      <a:pt x="258709" y="41327"/>
                    </a:cubicBezTo>
                    <a:cubicBezTo>
                      <a:pt x="174071" y="44705"/>
                      <a:pt x="89433" y="46358"/>
                      <a:pt x="4871" y="50187"/>
                    </a:cubicBezTo>
                    <a:cubicBezTo>
                      <a:pt x="-1663" y="50487"/>
                      <a:pt x="-1663" y="40351"/>
                      <a:pt x="4871" y="40050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3" name="Content Placeholder 4">
                <a:extLst>
                  <a:ext uri="{FF2B5EF4-FFF2-40B4-BE49-F238E27FC236}">
                    <a16:creationId xmlns:a16="http://schemas.microsoft.com/office/drawing/2014/main" id="{9B7822EE-0E74-8A98-E5DE-BA7083B0F0B9}"/>
                  </a:ext>
                </a:extLst>
              </p:cNvPr>
              <p:cNvSpPr/>
              <p:nvPr/>
            </p:nvSpPr>
            <p:spPr>
              <a:xfrm>
                <a:off x="3581925" y="5265574"/>
                <a:ext cx="57025" cy="35977"/>
              </a:xfrm>
              <a:custGeom>
                <a:avLst/>
                <a:gdLst>
                  <a:gd name="connsiteX0" fmla="*/ 4357 w 57025"/>
                  <a:gd name="connsiteY0" fmla="*/ 123 h 35977"/>
                  <a:gd name="connsiteX1" fmla="*/ 55800 w 57025"/>
                  <a:gd name="connsiteY1" fmla="*/ 28279 h 35977"/>
                  <a:gd name="connsiteX2" fmla="*/ 55507 w 57025"/>
                  <a:gd name="connsiteY2" fmla="*/ 34752 h 35977"/>
                  <a:gd name="connsiteX3" fmla="*/ 51219 w 57025"/>
                  <a:gd name="connsiteY3" fmla="*/ 35788 h 35977"/>
                  <a:gd name="connsiteX4" fmla="*/ 977 w 57025"/>
                  <a:gd name="connsiteY4" fmla="*/ 5754 h 35977"/>
                  <a:gd name="connsiteX5" fmla="*/ 947 w 57025"/>
                  <a:gd name="connsiteY5" fmla="*/ 979 h 35977"/>
                  <a:gd name="connsiteX6" fmla="*/ 4357 w 57025"/>
                  <a:gd name="connsiteY6" fmla="*/ 123 h 35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025" h="35977">
                    <a:moveTo>
                      <a:pt x="4357" y="123"/>
                    </a:moveTo>
                    <a:cubicBezTo>
                      <a:pt x="21479" y="9433"/>
                      <a:pt x="39353" y="17918"/>
                      <a:pt x="55800" y="28279"/>
                    </a:cubicBezTo>
                    <a:cubicBezTo>
                      <a:pt x="57505" y="30149"/>
                      <a:pt x="57370" y="33047"/>
                      <a:pt x="55507" y="34752"/>
                    </a:cubicBezTo>
                    <a:cubicBezTo>
                      <a:pt x="54351" y="35803"/>
                      <a:pt x="52729" y="36201"/>
                      <a:pt x="51219" y="35788"/>
                    </a:cubicBezTo>
                    <a:cubicBezTo>
                      <a:pt x="34021" y="26778"/>
                      <a:pt x="17574" y="15590"/>
                      <a:pt x="977" y="5754"/>
                    </a:cubicBezTo>
                    <a:cubicBezTo>
                      <a:pt x="-352" y="4447"/>
                      <a:pt x="-367" y="2308"/>
                      <a:pt x="947" y="979"/>
                    </a:cubicBezTo>
                    <a:cubicBezTo>
                      <a:pt x="1833" y="78"/>
                      <a:pt x="3147" y="-253"/>
                      <a:pt x="4357" y="12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4" name="Content Placeholder 4">
                <a:extLst>
                  <a:ext uri="{FF2B5EF4-FFF2-40B4-BE49-F238E27FC236}">
                    <a16:creationId xmlns:a16="http://schemas.microsoft.com/office/drawing/2014/main" id="{DB1807EE-FE30-ADD3-83AF-DD96274DA268}"/>
                  </a:ext>
                </a:extLst>
              </p:cNvPr>
              <p:cNvSpPr/>
              <p:nvPr/>
            </p:nvSpPr>
            <p:spPr>
              <a:xfrm>
                <a:off x="3448455" y="5069293"/>
                <a:ext cx="104361" cy="14130"/>
              </a:xfrm>
              <a:custGeom>
                <a:avLst/>
                <a:gdLst>
                  <a:gd name="connsiteX0" fmla="*/ 3998 w 104361"/>
                  <a:gd name="connsiteY0" fmla="*/ -17 h 14130"/>
                  <a:gd name="connsiteX1" fmla="*/ 101628 w 104361"/>
                  <a:gd name="connsiteY1" fmla="*/ 8542 h 14130"/>
                  <a:gd name="connsiteX2" fmla="*/ 101628 w 104361"/>
                  <a:gd name="connsiteY2" fmla="*/ 14098 h 14130"/>
                  <a:gd name="connsiteX3" fmla="*/ 3998 w 104361"/>
                  <a:gd name="connsiteY3" fmla="*/ 8392 h 14130"/>
                  <a:gd name="connsiteX4" fmla="*/ 3998 w 104361"/>
                  <a:gd name="connsiteY4" fmla="*/ -17 h 14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361" h="14130">
                    <a:moveTo>
                      <a:pt x="3998" y="-17"/>
                    </a:moveTo>
                    <a:cubicBezTo>
                      <a:pt x="36667" y="2085"/>
                      <a:pt x="69110" y="5238"/>
                      <a:pt x="101628" y="8542"/>
                    </a:cubicBezTo>
                    <a:cubicBezTo>
                      <a:pt x="105158" y="8542"/>
                      <a:pt x="105308" y="14248"/>
                      <a:pt x="101628" y="14098"/>
                    </a:cubicBezTo>
                    <a:cubicBezTo>
                      <a:pt x="69035" y="12672"/>
                      <a:pt x="36516" y="11095"/>
                      <a:pt x="3998" y="8392"/>
                    </a:cubicBezTo>
                    <a:cubicBezTo>
                      <a:pt x="-1334" y="7942"/>
                      <a:pt x="-1409" y="-393"/>
                      <a:pt x="3998" y="-1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5" name="Content Placeholder 4">
                <a:extLst>
                  <a:ext uri="{FF2B5EF4-FFF2-40B4-BE49-F238E27FC236}">
                    <a16:creationId xmlns:a16="http://schemas.microsoft.com/office/drawing/2014/main" id="{5D641D49-5E5A-9644-5895-F61BF9E6E892}"/>
                  </a:ext>
                </a:extLst>
              </p:cNvPr>
              <p:cNvSpPr/>
              <p:nvPr/>
            </p:nvSpPr>
            <p:spPr>
              <a:xfrm>
                <a:off x="3446760" y="5011610"/>
                <a:ext cx="8915" cy="43053"/>
              </a:xfrm>
              <a:custGeom>
                <a:avLst/>
                <a:gdLst>
                  <a:gd name="connsiteX0" fmla="*/ 1939 w 8915"/>
                  <a:gd name="connsiteY0" fmla="*/ 2553 h 43053"/>
                  <a:gd name="connsiteX1" fmla="*/ 8848 w 8915"/>
                  <a:gd name="connsiteY1" fmla="*/ 4430 h 43053"/>
                  <a:gd name="connsiteX2" fmla="*/ 2765 w 8915"/>
                  <a:gd name="connsiteY2" fmla="*/ 41972 h 43053"/>
                  <a:gd name="connsiteX3" fmla="*/ 1713 w 8915"/>
                  <a:gd name="connsiteY3" fmla="*/ 43024 h 43053"/>
                  <a:gd name="connsiteX4" fmla="*/ 662 w 8915"/>
                  <a:gd name="connsiteY4" fmla="*/ 41972 h 43053"/>
                  <a:gd name="connsiteX5" fmla="*/ 1939 w 8915"/>
                  <a:gd name="connsiteY5" fmla="*/ 2553 h 430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915" h="43053">
                    <a:moveTo>
                      <a:pt x="1939" y="2553"/>
                    </a:moveTo>
                    <a:cubicBezTo>
                      <a:pt x="2765" y="-1952"/>
                      <a:pt x="9449" y="-75"/>
                      <a:pt x="8848" y="4430"/>
                    </a:cubicBezTo>
                    <a:cubicBezTo>
                      <a:pt x="5949" y="16789"/>
                      <a:pt x="3921" y="29336"/>
                      <a:pt x="2765" y="41972"/>
                    </a:cubicBezTo>
                    <a:cubicBezTo>
                      <a:pt x="2765" y="42551"/>
                      <a:pt x="2292" y="43024"/>
                      <a:pt x="1713" y="43024"/>
                    </a:cubicBezTo>
                    <a:cubicBezTo>
                      <a:pt x="1135" y="43024"/>
                      <a:pt x="662" y="42551"/>
                      <a:pt x="662" y="41972"/>
                    </a:cubicBezTo>
                    <a:cubicBezTo>
                      <a:pt x="-577" y="28833"/>
                      <a:pt x="-149" y="15588"/>
                      <a:pt x="1939" y="255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6" name="Content Placeholder 4">
                <a:extLst>
                  <a:ext uri="{FF2B5EF4-FFF2-40B4-BE49-F238E27FC236}">
                    <a16:creationId xmlns:a16="http://schemas.microsoft.com/office/drawing/2014/main" id="{55B56715-47D7-3968-C68A-8DC929778B3D}"/>
                  </a:ext>
                </a:extLst>
              </p:cNvPr>
              <p:cNvSpPr/>
              <p:nvPr/>
            </p:nvSpPr>
            <p:spPr>
              <a:xfrm>
                <a:off x="3473514" y="5030608"/>
                <a:ext cx="9910" cy="44977"/>
              </a:xfrm>
              <a:custGeom>
                <a:avLst/>
                <a:gdLst>
                  <a:gd name="connsiteX0" fmla="*/ 118 w 9910"/>
                  <a:gd name="connsiteY0" fmla="*/ 40769 h 44977"/>
                  <a:gd name="connsiteX1" fmla="*/ 6952 w 9910"/>
                  <a:gd name="connsiteY1" fmla="*/ 1350 h 44977"/>
                  <a:gd name="connsiteX2" fmla="*/ 9881 w 9910"/>
                  <a:gd name="connsiteY2" fmla="*/ 1350 h 44977"/>
                  <a:gd name="connsiteX3" fmla="*/ 6877 w 9910"/>
                  <a:gd name="connsiteY3" fmla="*/ 41670 h 44977"/>
                  <a:gd name="connsiteX4" fmla="*/ 118 w 9910"/>
                  <a:gd name="connsiteY4" fmla="*/ 40769 h 44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10" h="44977">
                    <a:moveTo>
                      <a:pt x="118" y="40769"/>
                    </a:moveTo>
                    <a:cubicBezTo>
                      <a:pt x="3400" y="27825"/>
                      <a:pt x="5690" y="14647"/>
                      <a:pt x="6952" y="1350"/>
                    </a:cubicBezTo>
                    <a:cubicBezTo>
                      <a:pt x="6952" y="-452"/>
                      <a:pt x="9881" y="-527"/>
                      <a:pt x="9881" y="1350"/>
                    </a:cubicBezTo>
                    <a:cubicBezTo>
                      <a:pt x="9595" y="14835"/>
                      <a:pt x="8589" y="28290"/>
                      <a:pt x="6877" y="41670"/>
                    </a:cubicBezTo>
                    <a:cubicBezTo>
                      <a:pt x="6276" y="46701"/>
                      <a:pt x="-1159" y="45575"/>
                      <a:pt x="118" y="4076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7" name="Content Placeholder 4">
                <a:extLst>
                  <a:ext uri="{FF2B5EF4-FFF2-40B4-BE49-F238E27FC236}">
                    <a16:creationId xmlns:a16="http://schemas.microsoft.com/office/drawing/2014/main" id="{D26DB15D-A4E9-A0E2-853B-361A6D5FCE03}"/>
                  </a:ext>
                </a:extLst>
              </p:cNvPr>
              <p:cNvSpPr/>
              <p:nvPr/>
            </p:nvSpPr>
            <p:spPr>
              <a:xfrm>
                <a:off x="3498142" y="5038047"/>
                <a:ext cx="9693" cy="36110"/>
              </a:xfrm>
              <a:custGeom>
                <a:avLst/>
                <a:gdLst>
                  <a:gd name="connsiteX0" fmla="*/ 122 w 9693"/>
                  <a:gd name="connsiteY0" fmla="*/ 31453 h 36110"/>
                  <a:gd name="connsiteX1" fmla="*/ 5680 w 9693"/>
                  <a:gd name="connsiteY1" fmla="*/ 1420 h 36110"/>
                  <a:gd name="connsiteX2" fmla="*/ 9660 w 9693"/>
                  <a:gd name="connsiteY2" fmla="*/ 1945 h 36110"/>
                  <a:gd name="connsiteX3" fmla="*/ 7182 w 9693"/>
                  <a:gd name="connsiteY3" fmla="*/ 32580 h 36110"/>
                  <a:gd name="connsiteX4" fmla="*/ 3479 w 9693"/>
                  <a:gd name="connsiteY4" fmla="*/ 36079 h 36110"/>
                  <a:gd name="connsiteX5" fmla="*/ -28 w 9693"/>
                  <a:gd name="connsiteY5" fmla="*/ 32377 h 36110"/>
                  <a:gd name="connsiteX6" fmla="*/ 122 w 9693"/>
                  <a:gd name="connsiteY6" fmla="*/ 31453 h 36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693" h="36110">
                    <a:moveTo>
                      <a:pt x="122" y="31453"/>
                    </a:moveTo>
                    <a:cubicBezTo>
                      <a:pt x="2150" y="21392"/>
                      <a:pt x="4027" y="11256"/>
                      <a:pt x="5680" y="1420"/>
                    </a:cubicBezTo>
                    <a:cubicBezTo>
                      <a:pt x="5680" y="-833"/>
                      <a:pt x="9810" y="-307"/>
                      <a:pt x="9660" y="1945"/>
                    </a:cubicBezTo>
                    <a:cubicBezTo>
                      <a:pt x="8909" y="12157"/>
                      <a:pt x="8008" y="22368"/>
                      <a:pt x="7182" y="32580"/>
                    </a:cubicBezTo>
                    <a:cubicBezTo>
                      <a:pt x="7129" y="34569"/>
                      <a:pt x="5469" y="36139"/>
                      <a:pt x="3479" y="36079"/>
                    </a:cubicBezTo>
                    <a:cubicBezTo>
                      <a:pt x="1489" y="36026"/>
                      <a:pt x="-81" y="34367"/>
                      <a:pt x="-28" y="32377"/>
                    </a:cubicBezTo>
                    <a:cubicBezTo>
                      <a:pt x="-13" y="32062"/>
                      <a:pt x="32" y="31754"/>
                      <a:pt x="122" y="3145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8" name="Content Placeholder 4">
                <a:extLst>
                  <a:ext uri="{FF2B5EF4-FFF2-40B4-BE49-F238E27FC236}">
                    <a16:creationId xmlns:a16="http://schemas.microsoft.com/office/drawing/2014/main" id="{303E61E8-1710-4FEC-7420-E59D25E3F758}"/>
                  </a:ext>
                </a:extLst>
              </p:cNvPr>
              <p:cNvSpPr/>
              <p:nvPr/>
            </p:nvSpPr>
            <p:spPr>
              <a:xfrm>
                <a:off x="3521664" y="5038820"/>
                <a:ext cx="8372" cy="39204"/>
              </a:xfrm>
              <a:custGeom>
                <a:avLst/>
                <a:gdLst>
                  <a:gd name="connsiteX0" fmla="*/ 2585 w 8372"/>
                  <a:gd name="connsiteY0" fmla="*/ 2223 h 39204"/>
                  <a:gd name="connsiteX1" fmla="*/ 7316 w 8372"/>
                  <a:gd name="connsiteY1" fmla="*/ 2223 h 39204"/>
                  <a:gd name="connsiteX2" fmla="*/ 8067 w 8372"/>
                  <a:gd name="connsiteY2" fmla="*/ 35486 h 39204"/>
                  <a:gd name="connsiteX3" fmla="*/ 3666 w 8372"/>
                  <a:gd name="connsiteY3" fmla="*/ 39157 h 39204"/>
                  <a:gd name="connsiteX4" fmla="*/ -13 w 8372"/>
                  <a:gd name="connsiteY4" fmla="*/ 34757 h 39204"/>
                  <a:gd name="connsiteX5" fmla="*/ 32 w 8372"/>
                  <a:gd name="connsiteY5" fmla="*/ 34434 h 39204"/>
                  <a:gd name="connsiteX6" fmla="*/ 2585 w 8372"/>
                  <a:gd name="connsiteY6" fmla="*/ 2223 h 39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372" h="39204">
                    <a:moveTo>
                      <a:pt x="2585" y="2223"/>
                    </a:moveTo>
                    <a:cubicBezTo>
                      <a:pt x="2585" y="-855"/>
                      <a:pt x="7016" y="-705"/>
                      <a:pt x="7316" y="2223"/>
                    </a:cubicBezTo>
                    <a:cubicBezTo>
                      <a:pt x="8353" y="13276"/>
                      <a:pt x="8608" y="24396"/>
                      <a:pt x="8067" y="35486"/>
                    </a:cubicBezTo>
                    <a:cubicBezTo>
                      <a:pt x="7864" y="37716"/>
                      <a:pt x="5897" y="39360"/>
                      <a:pt x="3666" y="39157"/>
                    </a:cubicBezTo>
                    <a:cubicBezTo>
                      <a:pt x="1436" y="38962"/>
                      <a:pt x="-209" y="36987"/>
                      <a:pt x="-13" y="34757"/>
                    </a:cubicBezTo>
                    <a:cubicBezTo>
                      <a:pt x="2" y="34652"/>
                      <a:pt x="17" y="34539"/>
                      <a:pt x="32" y="34434"/>
                    </a:cubicBezTo>
                    <a:cubicBezTo>
                      <a:pt x="1781" y="23788"/>
                      <a:pt x="2638" y="13013"/>
                      <a:pt x="2585" y="222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9" name="Content Placeholder 4">
                <a:extLst>
                  <a:ext uri="{FF2B5EF4-FFF2-40B4-BE49-F238E27FC236}">
                    <a16:creationId xmlns:a16="http://schemas.microsoft.com/office/drawing/2014/main" id="{ECA1F062-F6D7-080E-40E8-73604D694D9A}"/>
                  </a:ext>
                </a:extLst>
              </p:cNvPr>
              <p:cNvSpPr/>
              <p:nvPr/>
            </p:nvSpPr>
            <p:spPr>
              <a:xfrm>
                <a:off x="3534430" y="5035677"/>
                <a:ext cx="12317" cy="42632"/>
              </a:xfrm>
              <a:custGeom>
                <a:avLst/>
                <a:gdLst>
                  <a:gd name="connsiteX0" fmla="*/ 182 w 12317"/>
                  <a:gd name="connsiteY0" fmla="*/ 37503 h 42632"/>
                  <a:gd name="connsiteX1" fmla="*/ 7692 w 12317"/>
                  <a:gd name="connsiteY1" fmla="*/ 2138 h 42632"/>
                  <a:gd name="connsiteX2" fmla="*/ 12274 w 12317"/>
                  <a:gd name="connsiteY2" fmla="*/ 2138 h 42632"/>
                  <a:gd name="connsiteX3" fmla="*/ 8594 w 12317"/>
                  <a:gd name="connsiteY3" fmla="*/ 38629 h 42632"/>
                  <a:gd name="connsiteX4" fmla="*/ 182 w 12317"/>
                  <a:gd name="connsiteY4" fmla="*/ 37503 h 42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17" h="42632">
                    <a:moveTo>
                      <a:pt x="182" y="37503"/>
                    </a:moveTo>
                    <a:cubicBezTo>
                      <a:pt x="3847" y="25993"/>
                      <a:pt x="6363" y="14144"/>
                      <a:pt x="7692" y="2138"/>
                    </a:cubicBezTo>
                    <a:cubicBezTo>
                      <a:pt x="8068" y="-715"/>
                      <a:pt x="12574" y="-790"/>
                      <a:pt x="12274" y="2138"/>
                    </a:cubicBezTo>
                    <a:cubicBezTo>
                      <a:pt x="11072" y="14302"/>
                      <a:pt x="9795" y="26466"/>
                      <a:pt x="8594" y="38629"/>
                    </a:cubicBezTo>
                    <a:cubicBezTo>
                      <a:pt x="7843" y="44862"/>
                      <a:pt x="-1545" y="43209"/>
                      <a:pt x="182" y="37503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0" name="Content Placeholder 4">
                <a:extLst>
                  <a:ext uri="{FF2B5EF4-FFF2-40B4-BE49-F238E27FC236}">
                    <a16:creationId xmlns:a16="http://schemas.microsoft.com/office/drawing/2014/main" id="{C409D5A9-3A2A-9602-58F9-24961D84E128}"/>
                  </a:ext>
                </a:extLst>
              </p:cNvPr>
              <p:cNvSpPr/>
              <p:nvPr/>
            </p:nvSpPr>
            <p:spPr>
              <a:xfrm>
                <a:off x="3471262" y="5123279"/>
                <a:ext cx="30727" cy="32580"/>
              </a:xfrm>
              <a:custGeom>
                <a:avLst/>
                <a:gdLst>
                  <a:gd name="connsiteX0" fmla="*/ 27903 w 30727"/>
                  <a:gd name="connsiteY0" fmla="*/ 30241 h 32580"/>
                  <a:gd name="connsiteX1" fmla="*/ 27077 w 30727"/>
                  <a:gd name="connsiteY1" fmla="*/ 31743 h 32580"/>
                  <a:gd name="connsiteX2" fmla="*/ 25425 w 30727"/>
                  <a:gd name="connsiteY2" fmla="*/ 32193 h 32580"/>
                  <a:gd name="connsiteX3" fmla="*/ 5899 w 30727"/>
                  <a:gd name="connsiteY3" fmla="*/ 31668 h 32580"/>
                  <a:gd name="connsiteX4" fmla="*/ 792 w 30727"/>
                  <a:gd name="connsiteY4" fmla="*/ 29340 h 32580"/>
                  <a:gd name="connsiteX5" fmla="*/ 41 w 30727"/>
                  <a:gd name="connsiteY5" fmla="*/ 24685 h 32580"/>
                  <a:gd name="connsiteX6" fmla="*/ 567 w 30727"/>
                  <a:gd name="connsiteY6" fmla="*/ 16350 h 32580"/>
                  <a:gd name="connsiteX7" fmla="*/ 5073 w 30727"/>
                  <a:gd name="connsiteY7" fmla="*/ 2910 h 32580"/>
                  <a:gd name="connsiteX8" fmla="*/ 28504 w 30727"/>
                  <a:gd name="connsiteY8" fmla="*/ 5088 h 32580"/>
                  <a:gd name="connsiteX9" fmla="*/ 27903 w 30727"/>
                  <a:gd name="connsiteY9" fmla="*/ 30241 h 32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0727" h="32580">
                    <a:moveTo>
                      <a:pt x="27903" y="30241"/>
                    </a:moveTo>
                    <a:cubicBezTo>
                      <a:pt x="27753" y="30796"/>
                      <a:pt x="27468" y="31315"/>
                      <a:pt x="27077" y="31743"/>
                    </a:cubicBezTo>
                    <a:cubicBezTo>
                      <a:pt x="26597" y="32088"/>
                      <a:pt x="26011" y="32246"/>
                      <a:pt x="25425" y="32193"/>
                    </a:cubicBezTo>
                    <a:cubicBezTo>
                      <a:pt x="18921" y="32809"/>
                      <a:pt x="12365" y="32629"/>
                      <a:pt x="5899" y="31668"/>
                    </a:cubicBezTo>
                    <a:cubicBezTo>
                      <a:pt x="3961" y="31577"/>
                      <a:pt x="2129" y="30744"/>
                      <a:pt x="792" y="29340"/>
                    </a:cubicBezTo>
                    <a:cubicBezTo>
                      <a:pt x="94" y="27898"/>
                      <a:pt x="-169" y="26276"/>
                      <a:pt x="41" y="24685"/>
                    </a:cubicBezTo>
                    <a:lnTo>
                      <a:pt x="567" y="16350"/>
                    </a:lnTo>
                    <a:cubicBezTo>
                      <a:pt x="236" y="11455"/>
                      <a:pt x="1859" y="6619"/>
                      <a:pt x="5073" y="2910"/>
                    </a:cubicBezTo>
                    <a:cubicBezTo>
                      <a:pt x="12485" y="-1708"/>
                      <a:pt x="22068" y="-814"/>
                      <a:pt x="28504" y="5088"/>
                    </a:cubicBezTo>
                    <a:cubicBezTo>
                      <a:pt x="32935" y="11245"/>
                      <a:pt x="29556" y="23859"/>
                      <a:pt x="27903" y="3024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1" name="Content Placeholder 4">
                <a:extLst>
                  <a:ext uri="{FF2B5EF4-FFF2-40B4-BE49-F238E27FC236}">
                    <a16:creationId xmlns:a16="http://schemas.microsoft.com/office/drawing/2014/main" id="{3F9ACAFA-2102-9D14-8ECB-EEA4763E259E}"/>
                  </a:ext>
                </a:extLst>
              </p:cNvPr>
              <p:cNvSpPr/>
              <p:nvPr/>
            </p:nvSpPr>
            <p:spPr>
              <a:xfrm>
                <a:off x="3412079" y="5073735"/>
                <a:ext cx="23956" cy="25979"/>
              </a:xfrm>
              <a:custGeom>
                <a:avLst/>
                <a:gdLst>
                  <a:gd name="connsiteX0" fmla="*/ 3726 w 23956"/>
                  <a:gd name="connsiteY0" fmla="*/ 10032 h 25979"/>
                  <a:gd name="connsiteX1" fmla="*/ 5603 w 23956"/>
                  <a:gd name="connsiteY1" fmla="*/ 5602 h 25979"/>
                  <a:gd name="connsiteX2" fmla="*/ 8232 w 23956"/>
                  <a:gd name="connsiteY2" fmla="*/ 4100 h 25979"/>
                  <a:gd name="connsiteX3" fmla="*/ 23928 w 23956"/>
                  <a:gd name="connsiteY3" fmla="*/ -30 h 25979"/>
                  <a:gd name="connsiteX4" fmla="*/ 20173 w 23956"/>
                  <a:gd name="connsiteY4" fmla="*/ 24073 h 25979"/>
                  <a:gd name="connsiteX5" fmla="*/ -29 w 23956"/>
                  <a:gd name="connsiteY5" fmla="*/ 25950 h 25979"/>
                  <a:gd name="connsiteX6" fmla="*/ 3726 w 23956"/>
                  <a:gd name="connsiteY6" fmla="*/ 10032 h 25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956" h="25979">
                    <a:moveTo>
                      <a:pt x="3726" y="10032"/>
                    </a:moveTo>
                    <a:cubicBezTo>
                      <a:pt x="4041" y="8440"/>
                      <a:pt x="4680" y="6938"/>
                      <a:pt x="5603" y="5602"/>
                    </a:cubicBezTo>
                    <a:cubicBezTo>
                      <a:pt x="6317" y="4851"/>
                      <a:pt x="7225" y="4333"/>
                      <a:pt x="8232" y="4100"/>
                    </a:cubicBezTo>
                    <a:cubicBezTo>
                      <a:pt x="13489" y="2598"/>
                      <a:pt x="18671" y="1172"/>
                      <a:pt x="23928" y="-30"/>
                    </a:cubicBezTo>
                    <a:cubicBezTo>
                      <a:pt x="22726" y="8004"/>
                      <a:pt x="21449" y="16038"/>
                      <a:pt x="20173" y="24073"/>
                    </a:cubicBezTo>
                    <a:cubicBezTo>
                      <a:pt x="13414" y="24673"/>
                      <a:pt x="6655" y="25124"/>
                      <a:pt x="-29" y="25950"/>
                    </a:cubicBezTo>
                    <a:cubicBezTo>
                      <a:pt x="1097" y="20543"/>
                      <a:pt x="2374" y="15213"/>
                      <a:pt x="3726" y="10032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2" name="Content Placeholder 4">
                <a:extLst>
                  <a:ext uri="{FF2B5EF4-FFF2-40B4-BE49-F238E27FC236}">
                    <a16:creationId xmlns:a16="http://schemas.microsoft.com/office/drawing/2014/main" id="{36D0CDBF-32EB-A8BF-7A1E-FF8927BE3CA8}"/>
                  </a:ext>
                </a:extLst>
              </p:cNvPr>
              <p:cNvSpPr/>
              <p:nvPr/>
            </p:nvSpPr>
            <p:spPr>
              <a:xfrm>
                <a:off x="3405320" y="5129298"/>
                <a:ext cx="22004" cy="27030"/>
              </a:xfrm>
              <a:custGeom>
                <a:avLst/>
                <a:gdLst>
                  <a:gd name="connsiteX0" fmla="*/ 21975 w 22004"/>
                  <a:gd name="connsiteY0" fmla="*/ -30 h 27030"/>
                  <a:gd name="connsiteX1" fmla="*/ 17845 w 22004"/>
                  <a:gd name="connsiteY1" fmla="*/ 27001 h 27030"/>
                  <a:gd name="connsiteX2" fmla="*/ -29 w 22004"/>
                  <a:gd name="connsiteY2" fmla="*/ 25123 h 27030"/>
                  <a:gd name="connsiteX3" fmla="*/ 1548 w 22004"/>
                  <a:gd name="connsiteY3" fmla="*/ 3199 h 270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004" h="27030">
                    <a:moveTo>
                      <a:pt x="21975" y="-30"/>
                    </a:moveTo>
                    <a:cubicBezTo>
                      <a:pt x="20548" y="8980"/>
                      <a:pt x="19196" y="17990"/>
                      <a:pt x="17845" y="27001"/>
                    </a:cubicBezTo>
                    <a:cubicBezTo>
                      <a:pt x="11837" y="27016"/>
                      <a:pt x="5844" y="26385"/>
                      <a:pt x="-29" y="25123"/>
                    </a:cubicBezTo>
                    <a:cubicBezTo>
                      <a:pt x="-29" y="17615"/>
                      <a:pt x="797" y="10482"/>
                      <a:pt x="1548" y="319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3" name="Content Placeholder 4">
                <a:extLst>
                  <a:ext uri="{FF2B5EF4-FFF2-40B4-BE49-F238E27FC236}">
                    <a16:creationId xmlns:a16="http://schemas.microsoft.com/office/drawing/2014/main" id="{E89B155D-A49C-6757-047D-9C3C68C3932D}"/>
                  </a:ext>
                </a:extLst>
              </p:cNvPr>
              <p:cNvSpPr/>
              <p:nvPr/>
            </p:nvSpPr>
            <p:spPr>
              <a:xfrm>
                <a:off x="3407272" y="5100766"/>
                <a:ext cx="24482" cy="28832"/>
              </a:xfrm>
              <a:custGeom>
                <a:avLst/>
                <a:gdLst>
                  <a:gd name="connsiteX0" fmla="*/ 4176 w 24482"/>
                  <a:gd name="connsiteY0" fmla="*/ 1847 h 28832"/>
                  <a:gd name="connsiteX1" fmla="*/ 24453 w 24482"/>
                  <a:gd name="connsiteY1" fmla="*/ -30 h 28832"/>
                  <a:gd name="connsiteX2" fmla="*/ 20473 w 24482"/>
                  <a:gd name="connsiteY2" fmla="*/ 25574 h 28832"/>
                  <a:gd name="connsiteX3" fmla="*/ -29 w 24482"/>
                  <a:gd name="connsiteY3" fmla="*/ 28802 h 28832"/>
                  <a:gd name="connsiteX4" fmla="*/ 4176 w 24482"/>
                  <a:gd name="connsiteY4" fmla="*/ 1847 h 28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82" h="28832">
                    <a:moveTo>
                      <a:pt x="4176" y="1847"/>
                    </a:moveTo>
                    <a:cubicBezTo>
                      <a:pt x="10935" y="1021"/>
                      <a:pt x="17694" y="571"/>
                      <a:pt x="24453" y="-30"/>
                    </a:cubicBezTo>
                    <a:cubicBezTo>
                      <a:pt x="23102" y="8530"/>
                      <a:pt x="21750" y="17089"/>
                      <a:pt x="20473" y="25574"/>
                    </a:cubicBezTo>
                    <a:lnTo>
                      <a:pt x="-29" y="28802"/>
                    </a:lnTo>
                    <a:cubicBezTo>
                      <a:pt x="1022" y="19717"/>
                      <a:pt x="2374" y="10707"/>
                      <a:pt x="4176" y="184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4" name="Content Placeholder 4">
                <a:extLst>
                  <a:ext uri="{FF2B5EF4-FFF2-40B4-BE49-F238E27FC236}">
                    <a16:creationId xmlns:a16="http://schemas.microsoft.com/office/drawing/2014/main" id="{76EB3852-1385-2082-856D-17ED37C5CCE6}"/>
                  </a:ext>
                </a:extLst>
              </p:cNvPr>
              <p:cNvSpPr/>
              <p:nvPr/>
            </p:nvSpPr>
            <p:spPr>
              <a:xfrm>
                <a:off x="3388047" y="5072984"/>
                <a:ext cx="23956" cy="25978"/>
              </a:xfrm>
              <a:custGeom>
                <a:avLst/>
                <a:gdLst>
                  <a:gd name="connsiteX0" fmla="*/ 3726 w 23956"/>
                  <a:gd name="connsiteY0" fmla="*/ 10031 h 25978"/>
                  <a:gd name="connsiteX1" fmla="*/ 5603 w 23956"/>
                  <a:gd name="connsiteY1" fmla="*/ 5602 h 25978"/>
                  <a:gd name="connsiteX2" fmla="*/ 8232 w 23956"/>
                  <a:gd name="connsiteY2" fmla="*/ 4100 h 25978"/>
                  <a:gd name="connsiteX3" fmla="*/ 23928 w 23956"/>
                  <a:gd name="connsiteY3" fmla="*/ -30 h 25978"/>
                  <a:gd name="connsiteX4" fmla="*/ 20173 w 23956"/>
                  <a:gd name="connsiteY4" fmla="*/ 24072 h 25978"/>
                  <a:gd name="connsiteX5" fmla="*/ -29 w 23956"/>
                  <a:gd name="connsiteY5" fmla="*/ 25949 h 25978"/>
                  <a:gd name="connsiteX6" fmla="*/ 3726 w 23956"/>
                  <a:gd name="connsiteY6" fmla="*/ 10031 h 25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956" h="25978">
                    <a:moveTo>
                      <a:pt x="3726" y="10031"/>
                    </a:moveTo>
                    <a:cubicBezTo>
                      <a:pt x="4041" y="8440"/>
                      <a:pt x="4680" y="6938"/>
                      <a:pt x="5603" y="5602"/>
                    </a:cubicBezTo>
                    <a:cubicBezTo>
                      <a:pt x="6317" y="4850"/>
                      <a:pt x="7225" y="4333"/>
                      <a:pt x="8232" y="4100"/>
                    </a:cubicBezTo>
                    <a:cubicBezTo>
                      <a:pt x="13489" y="2598"/>
                      <a:pt x="18671" y="1171"/>
                      <a:pt x="23928" y="-30"/>
                    </a:cubicBezTo>
                    <a:cubicBezTo>
                      <a:pt x="22726" y="8004"/>
                      <a:pt x="21449" y="16038"/>
                      <a:pt x="20173" y="24072"/>
                    </a:cubicBezTo>
                    <a:cubicBezTo>
                      <a:pt x="13414" y="24673"/>
                      <a:pt x="6655" y="25123"/>
                      <a:pt x="-29" y="25949"/>
                    </a:cubicBezTo>
                    <a:cubicBezTo>
                      <a:pt x="1097" y="20543"/>
                      <a:pt x="2374" y="15212"/>
                      <a:pt x="3726" y="1003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5" name="Content Placeholder 4">
                <a:extLst>
                  <a:ext uri="{FF2B5EF4-FFF2-40B4-BE49-F238E27FC236}">
                    <a16:creationId xmlns:a16="http://schemas.microsoft.com/office/drawing/2014/main" id="{3B9323F5-6FFA-B959-CAEB-0A2172D723BD}"/>
                  </a:ext>
                </a:extLst>
              </p:cNvPr>
              <p:cNvSpPr/>
              <p:nvPr/>
            </p:nvSpPr>
            <p:spPr>
              <a:xfrm>
                <a:off x="3381213" y="5128547"/>
                <a:ext cx="22004" cy="27030"/>
              </a:xfrm>
              <a:custGeom>
                <a:avLst/>
                <a:gdLst>
                  <a:gd name="connsiteX0" fmla="*/ 21975 w 22004"/>
                  <a:gd name="connsiteY0" fmla="*/ -30 h 27030"/>
                  <a:gd name="connsiteX1" fmla="*/ 17844 w 22004"/>
                  <a:gd name="connsiteY1" fmla="*/ 27001 h 27030"/>
                  <a:gd name="connsiteX2" fmla="*/ -29 w 22004"/>
                  <a:gd name="connsiteY2" fmla="*/ 25124 h 27030"/>
                  <a:gd name="connsiteX3" fmla="*/ 1623 w 22004"/>
                  <a:gd name="connsiteY3" fmla="*/ 3199 h 270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004" h="27030">
                    <a:moveTo>
                      <a:pt x="21975" y="-30"/>
                    </a:moveTo>
                    <a:cubicBezTo>
                      <a:pt x="20548" y="8980"/>
                      <a:pt x="19196" y="17991"/>
                      <a:pt x="17844" y="27001"/>
                    </a:cubicBezTo>
                    <a:cubicBezTo>
                      <a:pt x="11836" y="27008"/>
                      <a:pt x="5844" y="26378"/>
                      <a:pt x="-29" y="25124"/>
                    </a:cubicBezTo>
                    <a:cubicBezTo>
                      <a:pt x="-29" y="17615"/>
                      <a:pt x="797" y="10107"/>
                      <a:pt x="1623" y="319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6" name="Content Placeholder 4">
                <a:extLst>
                  <a:ext uri="{FF2B5EF4-FFF2-40B4-BE49-F238E27FC236}">
                    <a16:creationId xmlns:a16="http://schemas.microsoft.com/office/drawing/2014/main" id="{3A112350-8569-4697-BBCD-9557CD2E9BA9}"/>
                  </a:ext>
                </a:extLst>
              </p:cNvPr>
              <p:cNvSpPr/>
              <p:nvPr/>
            </p:nvSpPr>
            <p:spPr>
              <a:xfrm>
                <a:off x="3383240" y="5100015"/>
                <a:ext cx="24557" cy="28832"/>
              </a:xfrm>
              <a:custGeom>
                <a:avLst/>
                <a:gdLst>
                  <a:gd name="connsiteX0" fmla="*/ 4176 w 24557"/>
                  <a:gd name="connsiteY0" fmla="*/ 1847 h 28832"/>
                  <a:gd name="connsiteX1" fmla="*/ 24528 w 24557"/>
                  <a:gd name="connsiteY1" fmla="*/ -30 h 28832"/>
                  <a:gd name="connsiteX2" fmla="*/ 20473 w 24557"/>
                  <a:gd name="connsiteY2" fmla="*/ 25574 h 28832"/>
                  <a:gd name="connsiteX3" fmla="*/ -29 w 24557"/>
                  <a:gd name="connsiteY3" fmla="*/ 28803 h 28832"/>
                  <a:gd name="connsiteX4" fmla="*/ 4176 w 24557"/>
                  <a:gd name="connsiteY4" fmla="*/ 1847 h 28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557" h="28832">
                    <a:moveTo>
                      <a:pt x="4176" y="1847"/>
                    </a:moveTo>
                    <a:cubicBezTo>
                      <a:pt x="10935" y="1022"/>
                      <a:pt x="17694" y="571"/>
                      <a:pt x="24528" y="-30"/>
                    </a:cubicBezTo>
                    <a:lnTo>
                      <a:pt x="20473" y="25574"/>
                    </a:lnTo>
                    <a:lnTo>
                      <a:pt x="-29" y="28803"/>
                    </a:lnTo>
                    <a:cubicBezTo>
                      <a:pt x="1022" y="19718"/>
                      <a:pt x="2374" y="10707"/>
                      <a:pt x="4176" y="184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7" name="Content Placeholder 4">
                <a:extLst>
                  <a:ext uri="{FF2B5EF4-FFF2-40B4-BE49-F238E27FC236}">
                    <a16:creationId xmlns:a16="http://schemas.microsoft.com/office/drawing/2014/main" id="{E3E98721-A989-6ACA-1B86-0DFCA4FF239A}"/>
                  </a:ext>
                </a:extLst>
              </p:cNvPr>
              <p:cNvSpPr/>
              <p:nvPr/>
            </p:nvSpPr>
            <p:spPr>
              <a:xfrm>
                <a:off x="3363039" y="5072984"/>
                <a:ext cx="23956" cy="25978"/>
              </a:xfrm>
              <a:custGeom>
                <a:avLst/>
                <a:gdLst>
                  <a:gd name="connsiteX0" fmla="*/ 3726 w 23956"/>
                  <a:gd name="connsiteY0" fmla="*/ 10031 h 25978"/>
                  <a:gd name="connsiteX1" fmla="*/ 5603 w 23956"/>
                  <a:gd name="connsiteY1" fmla="*/ 5602 h 25978"/>
                  <a:gd name="connsiteX2" fmla="*/ 8232 w 23956"/>
                  <a:gd name="connsiteY2" fmla="*/ 4100 h 25978"/>
                  <a:gd name="connsiteX3" fmla="*/ 23928 w 23956"/>
                  <a:gd name="connsiteY3" fmla="*/ -30 h 25978"/>
                  <a:gd name="connsiteX4" fmla="*/ 20098 w 23956"/>
                  <a:gd name="connsiteY4" fmla="*/ 24072 h 25978"/>
                  <a:gd name="connsiteX5" fmla="*/ -29 w 23956"/>
                  <a:gd name="connsiteY5" fmla="*/ 25949 h 25978"/>
                  <a:gd name="connsiteX6" fmla="*/ 3726 w 23956"/>
                  <a:gd name="connsiteY6" fmla="*/ 10031 h 25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956" h="25978">
                    <a:moveTo>
                      <a:pt x="3726" y="10031"/>
                    </a:moveTo>
                    <a:cubicBezTo>
                      <a:pt x="4041" y="8440"/>
                      <a:pt x="4680" y="6938"/>
                      <a:pt x="5603" y="5602"/>
                    </a:cubicBezTo>
                    <a:cubicBezTo>
                      <a:pt x="6317" y="4850"/>
                      <a:pt x="7225" y="4333"/>
                      <a:pt x="8232" y="4100"/>
                    </a:cubicBezTo>
                    <a:cubicBezTo>
                      <a:pt x="13414" y="2598"/>
                      <a:pt x="18671" y="1171"/>
                      <a:pt x="23928" y="-30"/>
                    </a:cubicBezTo>
                    <a:lnTo>
                      <a:pt x="20098" y="24072"/>
                    </a:lnTo>
                    <a:cubicBezTo>
                      <a:pt x="13414" y="24673"/>
                      <a:pt x="6655" y="25123"/>
                      <a:pt x="-29" y="25949"/>
                    </a:cubicBezTo>
                    <a:cubicBezTo>
                      <a:pt x="1097" y="20543"/>
                      <a:pt x="2599" y="15212"/>
                      <a:pt x="3726" y="1003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8" name="Content Placeholder 4">
                <a:extLst>
                  <a:ext uri="{FF2B5EF4-FFF2-40B4-BE49-F238E27FC236}">
                    <a16:creationId xmlns:a16="http://schemas.microsoft.com/office/drawing/2014/main" id="{2A6ACF65-6E04-7AFC-4F3D-5C63B5A59D81}"/>
                  </a:ext>
                </a:extLst>
              </p:cNvPr>
              <p:cNvSpPr/>
              <p:nvPr/>
            </p:nvSpPr>
            <p:spPr>
              <a:xfrm>
                <a:off x="3356280" y="5128547"/>
                <a:ext cx="21929" cy="27030"/>
              </a:xfrm>
              <a:custGeom>
                <a:avLst/>
                <a:gdLst>
                  <a:gd name="connsiteX0" fmla="*/ 21900 w 21929"/>
                  <a:gd name="connsiteY0" fmla="*/ -30 h 27030"/>
                  <a:gd name="connsiteX1" fmla="*/ 17845 w 21929"/>
                  <a:gd name="connsiteY1" fmla="*/ 27001 h 27030"/>
                  <a:gd name="connsiteX2" fmla="*/ -29 w 21929"/>
                  <a:gd name="connsiteY2" fmla="*/ 25124 h 27030"/>
                  <a:gd name="connsiteX3" fmla="*/ 1548 w 21929"/>
                  <a:gd name="connsiteY3" fmla="*/ 3199 h 270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929" h="27030">
                    <a:moveTo>
                      <a:pt x="21900" y="-30"/>
                    </a:moveTo>
                    <a:cubicBezTo>
                      <a:pt x="20548" y="8980"/>
                      <a:pt x="19121" y="17991"/>
                      <a:pt x="17845" y="27001"/>
                    </a:cubicBezTo>
                    <a:cubicBezTo>
                      <a:pt x="11837" y="27016"/>
                      <a:pt x="5844" y="26385"/>
                      <a:pt x="-29" y="25124"/>
                    </a:cubicBezTo>
                    <a:cubicBezTo>
                      <a:pt x="-29" y="17615"/>
                      <a:pt x="797" y="10107"/>
                      <a:pt x="1548" y="319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9" name="Content Placeholder 4">
                <a:extLst>
                  <a:ext uri="{FF2B5EF4-FFF2-40B4-BE49-F238E27FC236}">
                    <a16:creationId xmlns:a16="http://schemas.microsoft.com/office/drawing/2014/main" id="{75BB5CB6-ECBB-BFC8-3745-06A2EF640C35}"/>
                  </a:ext>
                </a:extLst>
              </p:cNvPr>
              <p:cNvSpPr/>
              <p:nvPr/>
            </p:nvSpPr>
            <p:spPr>
              <a:xfrm>
                <a:off x="3358157" y="5100015"/>
                <a:ext cx="24557" cy="28832"/>
              </a:xfrm>
              <a:custGeom>
                <a:avLst/>
                <a:gdLst>
                  <a:gd name="connsiteX0" fmla="*/ 4252 w 24557"/>
                  <a:gd name="connsiteY0" fmla="*/ 1847 h 28832"/>
                  <a:gd name="connsiteX1" fmla="*/ 24528 w 24557"/>
                  <a:gd name="connsiteY1" fmla="*/ -30 h 28832"/>
                  <a:gd name="connsiteX2" fmla="*/ 20473 w 24557"/>
                  <a:gd name="connsiteY2" fmla="*/ 25574 h 28832"/>
                  <a:gd name="connsiteX3" fmla="*/ -29 w 24557"/>
                  <a:gd name="connsiteY3" fmla="*/ 28803 h 28832"/>
                  <a:gd name="connsiteX4" fmla="*/ 4252 w 24557"/>
                  <a:gd name="connsiteY4" fmla="*/ 1847 h 28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557" h="28832">
                    <a:moveTo>
                      <a:pt x="4252" y="1847"/>
                    </a:moveTo>
                    <a:cubicBezTo>
                      <a:pt x="11010" y="1022"/>
                      <a:pt x="17769" y="571"/>
                      <a:pt x="24528" y="-30"/>
                    </a:cubicBezTo>
                    <a:lnTo>
                      <a:pt x="20473" y="25574"/>
                    </a:lnTo>
                    <a:lnTo>
                      <a:pt x="-29" y="28803"/>
                    </a:lnTo>
                    <a:cubicBezTo>
                      <a:pt x="1022" y="19718"/>
                      <a:pt x="2449" y="10707"/>
                      <a:pt x="4252" y="184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0" name="Content Placeholder 4">
                <a:extLst>
                  <a:ext uri="{FF2B5EF4-FFF2-40B4-BE49-F238E27FC236}">
                    <a16:creationId xmlns:a16="http://schemas.microsoft.com/office/drawing/2014/main" id="{451E1547-1856-8BC4-B53B-8BA4136D2311}"/>
                  </a:ext>
                </a:extLst>
              </p:cNvPr>
              <p:cNvSpPr/>
              <p:nvPr/>
            </p:nvSpPr>
            <p:spPr>
              <a:xfrm>
                <a:off x="3554309" y="5288937"/>
                <a:ext cx="92353" cy="76179"/>
              </a:xfrm>
              <a:custGeom>
                <a:avLst/>
                <a:gdLst>
                  <a:gd name="connsiteX0" fmla="*/ 46842 w 92353"/>
                  <a:gd name="connsiteY0" fmla="*/ 3940 h 76179"/>
                  <a:gd name="connsiteX1" fmla="*/ 25513 w 92353"/>
                  <a:gd name="connsiteY1" fmla="*/ 561 h 76179"/>
                  <a:gd name="connsiteX2" fmla="*/ 18679 w 92353"/>
                  <a:gd name="connsiteY2" fmla="*/ 2739 h 76179"/>
                  <a:gd name="connsiteX3" fmla="*/ 16501 w 92353"/>
                  <a:gd name="connsiteY3" fmla="*/ 6718 h 76179"/>
                  <a:gd name="connsiteX4" fmla="*/ 1481 w 92353"/>
                  <a:gd name="connsiteY4" fmla="*/ 48165 h 76179"/>
                  <a:gd name="connsiteX5" fmla="*/ -21 w 92353"/>
                  <a:gd name="connsiteY5" fmla="*/ 55674 h 76179"/>
                  <a:gd name="connsiteX6" fmla="*/ 9742 w 92353"/>
                  <a:gd name="connsiteY6" fmla="*/ 66486 h 76179"/>
                  <a:gd name="connsiteX7" fmla="*/ 46241 w 92353"/>
                  <a:gd name="connsiteY7" fmla="*/ 75421 h 76179"/>
                  <a:gd name="connsiteX8" fmla="*/ 91902 w 92353"/>
                  <a:gd name="connsiteY8" fmla="*/ 45838 h 76179"/>
                  <a:gd name="connsiteX9" fmla="*/ 77633 w 92353"/>
                  <a:gd name="connsiteY9" fmla="*/ 27517 h 76179"/>
                  <a:gd name="connsiteX10" fmla="*/ 46842 w 92353"/>
                  <a:gd name="connsiteY10" fmla="*/ 3940 h 76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2353" h="76179">
                    <a:moveTo>
                      <a:pt x="46842" y="3940"/>
                    </a:moveTo>
                    <a:cubicBezTo>
                      <a:pt x="40361" y="321"/>
                      <a:pt x="32798" y="-873"/>
                      <a:pt x="25513" y="561"/>
                    </a:cubicBezTo>
                    <a:cubicBezTo>
                      <a:pt x="23050" y="434"/>
                      <a:pt x="20617" y="1207"/>
                      <a:pt x="18679" y="2739"/>
                    </a:cubicBezTo>
                    <a:cubicBezTo>
                      <a:pt x="17650" y="3880"/>
                      <a:pt x="16907" y="5239"/>
                      <a:pt x="16501" y="6718"/>
                    </a:cubicBezTo>
                    <a:lnTo>
                      <a:pt x="1481" y="48165"/>
                    </a:lnTo>
                    <a:cubicBezTo>
                      <a:pt x="415" y="50522"/>
                      <a:pt x="-103" y="53091"/>
                      <a:pt x="-21" y="55674"/>
                    </a:cubicBezTo>
                    <a:cubicBezTo>
                      <a:pt x="1211" y="60689"/>
                      <a:pt x="4883" y="64744"/>
                      <a:pt x="9742" y="66486"/>
                    </a:cubicBezTo>
                    <a:cubicBezTo>
                      <a:pt x="21345" y="71426"/>
                      <a:pt x="33669" y="74445"/>
                      <a:pt x="46241" y="75421"/>
                    </a:cubicBezTo>
                    <a:cubicBezTo>
                      <a:pt x="67044" y="78124"/>
                      <a:pt x="96182" y="74370"/>
                      <a:pt x="91902" y="45838"/>
                    </a:cubicBezTo>
                    <a:cubicBezTo>
                      <a:pt x="90032" y="37946"/>
                      <a:pt x="84820" y="31263"/>
                      <a:pt x="77633" y="27517"/>
                    </a:cubicBezTo>
                    <a:cubicBezTo>
                      <a:pt x="67194" y="20008"/>
                      <a:pt x="57281" y="11599"/>
                      <a:pt x="46842" y="3940"/>
                    </a:cubicBezTo>
                    <a:close/>
                  </a:path>
                </a:pathLst>
              </a:custGeom>
              <a:solidFill>
                <a:srgbClr val="B3CDDD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1" name="Content Placeholder 4">
                <a:extLst>
                  <a:ext uri="{FF2B5EF4-FFF2-40B4-BE49-F238E27FC236}">
                    <a16:creationId xmlns:a16="http://schemas.microsoft.com/office/drawing/2014/main" id="{7861F8AC-D80D-37C8-D7FC-C897571A4B99}"/>
                  </a:ext>
                </a:extLst>
              </p:cNvPr>
              <p:cNvSpPr/>
              <p:nvPr/>
            </p:nvSpPr>
            <p:spPr>
              <a:xfrm>
                <a:off x="3564085" y="4996389"/>
                <a:ext cx="77259" cy="104915"/>
              </a:xfrm>
              <a:custGeom>
                <a:avLst/>
                <a:gdLst>
                  <a:gd name="connsiteX0" fmla="*/ 28205 w 77259"/>
                  <a:gd name="connsiteY0" fmla="*/ 102921 h 104915"/>
                  <a:gd name="connsiteX1" fmla="*/ 2971 w 77259"/>
                  <a:gd name="connsiteY1" fmla="*/ 92859 h 104915"/>
                  <a:gd name="connsiteX2" fmla="*/ 42 w 77259"/>
                  <a:gd name="connsiteY2" fmla="*/ 77842 h 104915"/>
                  <a:gd name="connsiteX3" fmla="*/ 3722 w 77259"/>
                  <a:gd name="connsiteY3" fmla="*/ 15447 h 104915"/>
                  <a:gd name="connsiteX4" fmla="*/ 6351 w 77259"/>
                  <a:gd name="connsiteY4" fmla="*/ 7939 h 104915"/>
                  <a:gd name="connsiteX5" fmla="*/ 12509 w 77259"/>
                  <a:gd name="connsiteY5" fmla="*/ 4860 h 104915"/>
                  <a:gd name="connsiteX6" fmla="*/ 53063 w 77259"/>
                  <a:gd name="connsiteY6" fmla="*/ 55 h 104915"/>
                  <a:gd name="connsiteX7" fmla="*/ 71462 w 77259"/>
                  <a:gd name="connsiteY7" fmla="*/ 6812 h 104915"/>
                  <a:gd name="connsiteX8" fmla="*/ 75067 w 77259"/>
                  <a:gd name="connsiteY8" fmla="*/ 20253 h 104915"/>
                  <a:gd name="connsiteX9" fmla="*/ 75067 w 77259"/>
                  <a:gd name="connsiteY9" fmla="*/ 91658 h 104915"/>
                  <a:gd name="connsiteX10" fmla="*/ 28205 w 77259"/>
                  <a:gd name="connsiteY10" fmla="*/ 102921 h 104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259" h="104915">
                    <a:moveTo>
                      <a:pt x="28205" y="102921"/>
                    </a:moveTo>
                    <a:cubicBezTo>
                      <a:pt x="18742" y="102545"/>
                      <a:pt x="7928" y="100968"/>
                      <a:pt x="2971" y="92859"/>
                    </a:cubicBezTo>
                    <a:cubicBezTo>
                      <a:pt x="688" y="88197"/>
                      <a:pt x="-318" y="83016"/>
                      <a:pt x="42" y="77842"/>
                    </a:cubicBezTo>
                    <a:cubicBezTo>
                      <a:pt x="-160" y="56984"/>
                      <a:pt x="1071" y="36133"/>
                      <a:pt x="3722" y="15447"/>
                    </a:cubicBezTo>
                    <a:cubicBezTo>
                      <a:pt x="3812" y="12736"/>
                      <a:pt x="4729" y="10116"/>
                      <a:pt x="6351" y="7939"/>
                    </a:cubicBezTo>
                    <a:cubicBezTo>
                      <a:pt x="8070" y="6347"/>
                      <a:pt x="10203" y="5281"/>
                      <a:pt x="12509" y="4860"/>
                    </a:cubicBezTo>
                    <a:cubicBezTo>
                      <a:pt x="25727" y="1316"/>
                      <a:pt x="39387" y="-306"/>
                      <a:pt x="53063" y="55"/>
                    </a:cubicBezTo>
                    <a:cubicBezTo>
                      <a:pt x="59897" y="-531"/>
                      <a:pt x="66633" y="1947"/>
                      <a:pt x="71462" y="6812"/>
                    </a:cubicBezTo>
                    <a:cubicBezTo>
                      <a:pt x="73941" y="10845"/>
                      <a:pt x="75195" y="15514"/>
                      <a:pt x="75067" y="20253"/>
                    </a:cubicBezTo>
                    <a:cubicBezTo>
                      <a:pt x="76494" y="42778"/>
                      <a:pt x="79123" y="69058"/>
                      <a:pt x="75067" y="91658"/>
                    </a:cubicBezTo>
                    <a:cubicBezTo>
                      <a:pt x="71913" y="110954"/>
                      <a:pt x="42924" y="103671"/>
                      <a:pt x="28205" y="102921"/>
                    </a:cubicBezTo>
                    <a:close/>
                  </a:path>
                </a:pathLst>
              </a:custGeom>
              <a:solidFill>
                <a:srgbClr val="9FB18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2" name="Content Placeholder 4">
                <a:extLst>
                  <a:ext uri="{FF2B5EF4-FFF2-40B4-BE49-F238E27FC236}">
                    <a16:creationId xmlns:a16="http://schemas.microsoft.com/office/drawing/2014/main" id="{A799AC30-C436-0A2B-EF6D-2E84F91B99EC}"/>
                  </a:ext>
                </a:extLst>
              </p:cNvPr>
              <p:cNvSpPr/>
              <p:nvPr/>
            </p:nvSpPr>
            <p:spPr>
              <a:xfrm>
                <a:off x="3520824" y="5332895"/>
                <a:ext cx="21808" cy="25625"/>
              </a:xfrm>
              <a:custGeom>
                <a:avLst/>
                <a:gdLst>
                  <a:gd name="connsiteX0" fmla="*/ 14014 w 21808"/>
                  <a:gd name="connsiteY0" fmla="*/ 25531 h 25625"/>
                  <a:gd name="connsiteX1" fmla="*/ 5979 w 21808"/>
                  <a:gd name="connsiteY1" fmla="*/ 25531 h 25625"/>
                  <a:gd name="connsiteX2" fmla="*/ 2584 w 21808"/>
                  <a:gd name="connsiteY2" fmla="*/ 23347 h 25625"/>
                  <a:gd name="connsiteX3" fmla="*/ 2524 w 21808"/>
                  <a:gd name="connsiteY3" fmla="*/ 22903 h 25625"/>
                  <a:gd name="connsiteX4" fmla="*/ -29 w 21808"/>
                  <a:gd name="connsiteY4" fmla="*/ 6535 h 25625"/>
                  <a:gd name="connsiteX5" fmla="*/ 19046 w 21808"/>
                  <a:gd name="connsiteY5" fmla="*/ 4733 h 25625"/>
                  <a:gd name="connsiteX6" fmla="*/ 14014 w 21808"/>
                  <a:gd name="connsiteY6" fmla="*/ 25531 h 25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808" h="25625">
                    <a:moveTo>
                      <a:pt x="14014" y="25531"/>
                    </a:moveTo>
                    <a:lnTo>
                      <a:pt x="5979" y="25531"/>
                    </a:lnTo>
                    <a:cubicBezTo>
                      <a:pt x="4439" y="25862"/>
                      <a:pt x="2922" y="24885"/>
                      <a:pt x="2584" y="23347"/>
                    </a:cubicBezTo>
                    <a:cubicBezTo>
                      <a:pt x="2554" y="23204"/>
                      <a:pt x="2532" y="23054"/>
                      <a:pt x="2524" y="22903"/>
                    </a:cubicBezTo>
                    <a:cubicBezTo>
                      <a:pt x="1000" y="17572"/>
                      <a:pt x="143" y="12076"/>
                      <a:pt x="-29" y="6535"/>
                    </a:cubicBezTo>
                    <a:cubicBezTo>
                      <a:pt x="-29" y="-2400"/>
                      <a:pt x="15366" y="-1424"/>
                      <a:pt x="19046" y="4733"/>
                    </a:cubicBezTo>
                    <a:cubicBezTo>
                      <a:pt x="22726" y="10890"/>
                      <a:pt x="24078" y="25531"/>
                      <a:pt x="14014" y="2553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3" name="Content Placeholder 4">
                <a:extLst>
                  <a:ext uri="{FF2B5EF4-FFF2-40B4-BE49-F238E27FC236}">
                    <a16:creationId xmlns:a16="http://schemas.microsoft.com/office/drawing/2014/main" id="{E4182709-21CE-E395-A153-E0A44F690893}"/>
                  </a:ext>
                </a:extLst>
              </p:cNvPr>
              <p:cNvSpPr/>
              <p:nvPr/>
            </p:nvSpPr>
            <p:spPr>
              <a:xfrm>
                <a:off x="3469005" y="5334645"/>
                <a:ext cx="49425" cy="23885"/>
              </a:xfrm>
              <a:custGeom>
                <a:avLst/>
                <a:gdLst>
                  <a:gd name="connsiteX0" fmla="*/ 44055 w 49425"/>
                  <a:gd name="connsiteY0" fmla="*/ 3358 h 23885"/>
                  <a:gd name="connsiteX1" fmla="*/ 23327 w 49425"/>
                  <a:gd name="connsiteY1" fmla="*/ 1706 h 23885"/>
                  <a:gd name="connsiteX2" fmla="*/ -29 w 49425"/>
                  <a:gd name="connsiteY2" fmla="*/ 3358 h 23885"/>
                  <a:gd name="connsiteX3" fmla="*/ 797 w 49425"/>
                  <a:gd name="connsiteY3" fmla="*/ 16948 h 23885"/>
                  <a:gd name="connsiteX4" fmla="*/ 4124 w 49425"/>
                  <a:gd name="connsiteY4" fmla="*/ 21483 h 23885"/>
                  <a:gd name="connsiteX5" fmla="*/ 5829 w 49425"/>
                  <a:gd name="connsiteY5" fmla="*/ 21378 h 23885"/>
                  <a:gd name="connsiteX6" fmla="*/ 18070 w 49425"/>
                  <a:gd name="connsiteY6" fmla="*/ 20552 h 23885"/>
                  <a:gd name="connsiteX7" fmla="*/ 17394 w 49425"/>
                  <a:gd name="connsiteY7" fmla="*/ 5009 h 23885"/>
                  <a:gd name="connsiteX8" fmla="*/ 24228 w 49425"/>
                  <a:gd name="connsiteY8" fmla="*/ 5535 h 23885"/>
                  <a:gd name="connsiteX9" fmla="*/ 25730 w 49425"/>
                  <a:gd name="connsiteY9" fmla="*/ 20102 h 23885"/>
                  <a:gd name="connsiteX10" fmla="*/ 28058 w 49425"/>
                  <a:gd name="connsiteY10" fmla="*/ 23631 h 23885"/>
                  <a:gd name="connsiteX11" fmla="*/ 31062 w 49425"/>
                  <a:gd name="connsiteY11" fmla="*/ 23631 h 23885"/>
                  <a:gd name="connsiteX12" fmla="*/ 49387 w 49425"/>
                  <a:gd name="connsiteY12" fmla="*/ 16122 h 23885"/>
                  <a:gd name="connsiteX13" fmla="*/ 44055 w 49425"/>
                  <a:gd name="connsiteY13" fmla="*/ 3358 h 238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9425" h="23885">
                    <a:moveTo>
                      <a:pt x="44055" y="3358"/>
                    </a:moveTo>
                    <a:cubicBezTo>
                      <a:pt x="37806" y="-479"/>
                      <a:pt x="30101" y="-1095"/>
                      <a:pt x="23327" y="1706"/>
                    </a:cubicBezTo>
                    <a:cubicBezTo>
                      <a:pt x="15584" y="2750"/>
                      <a:pt x="7781" y="3298"/>
                      <a:pt x="-29" y="3358"/>
                    </a:cubicBezTo>
                    <a:cubicBezTo>
                      <a:pt x="-29" y="7863"/>
                      <a:pt x="572" y="12443"/>
                      <a:pt x="797" y="16948"/>
                    </a:cubicBezTo>
                    <a:cubicBezTo>
                      <a:pt x="467" y="19118"/>
                      <a:pt x="1953" y="21153"/>
                      <a:pt x="4124" y="21483"/>
                    </a:cubicBezTo>
                    <a:cubicBezTo>
                      <a:pt x="4695" y="21574"/>
                      <a:pt x="5273" y="21536"/>
                      <a:pt x="5829" y="21378"/>
                    </a:cubicBezTo>
                    <a:cubicBezTo>
                      <a:pt x="9922" y="21370"/>
                      <a:pt x="14015" y="21093"/>
                      <a:pt x="18070" y="20552"/>
                    </a:cubicBezTo>
                    <a:cubicBezTo>
                      <a:pt x="18070" y="15544"/>
                      <a:pt x="17845" y="10363"/>
                      <a:pt x="17394" y="5009"/>
                    </a:cubicBezTo>
                    <a:lnTo>
                      <a:pt x="24228" y="5535"/>
                    </a:lnTo>
                    <a:cubicBezTo>
                      <a:pt x="23567" y="10438"/>
                      <a:pt x="24085" y="15431"/>
                      <a:pt x="25730" y="20102"/>
                    </a:cubicBezTo>
                    <a:cubicBezTo>
                      <a:pt x="25993" y="21543"/>
                      <a:pt x="26834" y="22820"/>
                      <a:pt x="28058" y="23631"/>
                    </a:cubicBezTo>
                    <a:cubicBezTo>
                      <a:pt x="29035" y="23931"/>
                      <a:pt x="30086" y="23931"/>
                      <a:pt x="31062" y="23631"/>
                    </a:cubicBezTo>
                    <a:cubicBezTo>
                      <a:pt x="37671" y="22880"/>
                      <a:pt x="48110" y="24231"/>
                      <a:pt x="49387" y="16122"/>
                    </a:cubicBezTo>
                    <a:cubicBezTo>
                      <a:pt x="49552" y="11294"/>
                      <a:pt x="47607" y="6631"/>
                      <a:pt x="44055" y="335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4" name="Content Placeholder 4">
                <a:extLst>
                  <a:ext uri="{FF2B5EF4-FFF2-40B4-BE49-F238E27FC236}">
                    <a16:creationId xmlns:a16="http://schemas.microsoft.com/office/drawing/2014/main" id="{C1BC7480-C127-862C-D5F7-D0D3944E931D}"/>
                  </a:ext>
                </a:extLst>
              </p:cNvPr>
              <p:cNvSpPr/>
              <p:nvPr/>
            </p:nvSpPr>
            <p:spPr>
              <a:xfrm>
                <a:off x="3441211" y="5335657"/>
                <a:ext cx="21095" cy="25146"/>
              </a:xfrm>
              <a:custGeom>
                <a:avLst/>
                <a:gdLst>
                  <a:gd name="connsiteX0" fmla="*/ 4033 w 21095"/>
                  <a:gd name="connsiteY0" fmla="*/ 23445 h 25146"/>
                  <a:gd name="connsiteX1" fmla="*/ 1029 w 21095"/>
                  <a:gd name="connsiteY1" fmla="*/ 21042 h 25146"/>
                  <a:gd name="connsiteX2" fmla="*/ 353 w 21095"/>
                  <a:gd name="connsiteY2" fmla="*/ 17813 h 25146"/>
                  <a:gd name="connsiteX3" fmla="*/ -23 w 21095"/>
                  <a:gd name="connsiteY3" fmla="*/ 6926 h 25146"/>
                  <a:gd name="connsiteX4" fmla="*/ 18752 w 21095"/>
                  <a:gd name="connsiteY4" fmla="*/ 6926 h 25146"/>
                  <a:gd name="connsiteX5" fmla="*/ 21005 w 21095"/>
                  <a:gd name="connsiteY5" fmla="*/ 20742 h 25146"/>
                  <a:gd name="connsiteX6" fmla="*/ 4033 w 21095"/>
                  <a:gd name="connsiteY6" fmla="*/ 23445 h 2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095" h="25146">
                    <a:moveTo>
                      <a:pt x="4033" y="23445"/>
                    </a:moveTo>
                    <a:cubicBezTo>
                      <a:pt x="2794" y="22994"/>
                      <a:pt x="1742" y="22153"/>
                      <a:pt x="1029" y="21042"/>
                    </a:cubicBezTo>
                    <a:cubicBezTo>
                      <a:pt x="571" y="20028"/>
                      <a:pt x="338" y="18925"/>
                      <a:pt x="353" y="17813"/>
                    </a:cubicBezTo>
                    <a:lnTo>
                      <a:pt x="-23" y="6926"/>
                    </a:lnTo>
                    <a:cubicBezTo>
                      <a:pt x="-398" y="-3961"/>
                      <a:pt x="15448" y="-583"/>
                      <a:pt x="18752" y="6926"/>
                    </a:cubicBezTo>
                    <a:cubicBezTo>
                      <a:pt x="20532" y="11303"/>
                      <a:pt x="21298" y="16026"/>
                      <a:pt x="21005" y="20742"/>
                    </a:cubicBezTo>
                    <a:cubicBezTo>
                      <a:pt x="18752" y="26523"/>
                      <a:pt x="9140" y="25622"/>
                      <a:pt x="4033" y="23445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5" name="Content Placeholder 4">
                <a:extLst>
                  <a:ext uri="{FF2B5EF4-FFF2-40B4-BE49-F238E27FC236}">
                    <a16:creationId xmlns:a16="http://schemas.microsoft.com/office/drawing/2014/main" id="{6A598ADC-DD16-11A4-A1C6-DB35B2B83069}"/>
                  </a:ext>
                </a:extLst>
              </p:cNvPr>
              <p:cNvSpPr/>
              <p:nvPr/>
            </p:nvSpPr>
            <p:spPr>
              <a:xfrm>
                <a:off x="3409381" y="5336578"/>
                <a:ext cx="25067" cy="25068"/>
              </a:xfrm>
              <a:custGeom>
                <a:avLst/>
                <a:gdLst>
                  <a:gd name="connsiteX0" fmla="*/ 24297 w 25067"/>
                  <a:gd name="connsiteY0" fmla="*/ 24326 h 25068"/>
                  <a:gd name="connsiteX1" fmla="*/ 4621 w 25067"/>
                  <a:gd name="connsiteY1" fmla="*/ 23800 h 25068"/>
                  <a:gd name="connsiteX2" fmla="*/ 2969 w 25067"/>
                  <a:gd name="connsiteY2" fmla="*/ 23050 h 25068"/>
                  <a:gd name="connsiteX3" fmla="*/ 2067 w 25067"/>
                  <a:gd name="connsiteY3" fmla="*/ 21323 h 25068"/>
                  <a:gd name="connsiteX4" fmla="*/ 40 w 25067"/>
                  <a:gd name="connsiteY4" fmla="*/ 1350 h 25068"/>
                  <a:gd name="connsiteX5" fmla="*/ 22570 w 25067"/>
                  <a:gd name="connsiteY5" fmla="*/ 1350 h 25068"/>
                  <a:gd name="connsiteX6" fmla="*/ 24297 w 25067"/>
                  <a:gd name="connsiteY6" fmla="*/ 24326 h 25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067" h="25068">
                    <a:moveTo>
                      <a:pt x="24297" y="24326"/>
                    </a:moveTo>
                    <a:cubicBezTo>
                      <a:pt x="17763" y="25430"/>
                      <a:pt x="11087" y="25249"/>
                      <a:pt x="4621" y="23800"/>
                    </a:cubicBezTo>
                    <a:cubicBezTo>
                      <a:pt x="4012" y="23710"/>
                      <a:pt x="3442" y="23447"/>
                      <a:pt x="2969" y="23050"/>
                    </a:cubicBezTo>
                    <a:cubicBezTo>
                      <a:pt x="2525" y="22562"/>
                      <a:pt x="2218" y="21969"/>
                      <a:pt x="2067" y="21323"/>
                    </a:cubicBezTo>
                    <a:cubicBezTo>
                      <a:pt x="423" y="14798"/>
                      <a:pt x="-261" y="8070"/>
                      <a:pt x="40" y="1350"/>
                    </a:cubicBezTo>
                    <a:cubicBezTo>
                      <a:pt x="40" y="-452"/>
                      <a:pt x="20467" y="-527"/>
                      <a:pt x="22570" y="1350"/>
                    </a:cubicBezTo>
                    <a:cubicBezTo>
                      <a:pt x="26475" y="4879"/>
                      <a:pt x="24672" y="19220"/>
                      <a:pt x="24297" y="24326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6" name="Content Placeholder 4">
                <a:extLst>
                  <a:ext uri="{FF2B5EF4-FFF2-40B4-BE49-F238E27FC236}">
                    <a16:creationId xmlns:a16="http://schemas.microsoft.com/office/drawing/2014/main" id="{8D9620F4-C8D4-7493-256E-262BA4F6DCAC}"/>
                  </a:ext>
                </a:extLst>
              </p:cNvPr>
              <p:cNvSpPr/>
              <p:nvPr/>
            </p:nvSpPr>
            <p:spPr>
              <a:xfrm>
                <a:off x="3372314" y="5338454"/>
                <a:ext cx="30211" cy="23963"/>
              </a:xfrm>
              <a:custGeom>
                <a:avLst/>
                <a:gdLst>
                  <a:gd name="connsiteX0" fmla="*/ 29972 w 30211"/>
                  <a:gd name="connsiteY0" fmla="*/ 15391 h 23963"/>
                  <a:gd name="connsiteX1" fmla="*/ 29522 w 30211"/>
                  <a:gd name="connsiteY1" fmla="*/ 20648 h 23963"/>
                  <a:gd name="connsiteX2" fmla="*/ 20735 w 30211"/>
                  <a:gd name="connsiteY2" fmla="*/ 23876 h 23963"/>
                  <a:gd name="connsiteX3" fmla="*/ 7818 w 30211"/>
                  <a:gd name="connsiteY3" fmla="*/ 23876 h 23963"/>
                  <a:gd name="connsiteX4" fmla="*/ 2411 w 30211"/>
                  <a:gd name="connsiteY4" fmla="*/ 22224 h 23963"/>
                  <a:gd name="connsiteX5" fmla="*/ 1359 w 30211"/>
                  <a:gd name="connsiteY5" fmla="*/ 19446 h 23963"/>
                  <a:gd name="connsiteX6" fmla="*/ 158 w 30211"/>
                  <a:gd name="connsiteY6" fmla="*/ 1051 h 23963"/>
                  <a:gd name="connsiteX7" fmla="*/ 29221 w 30211"/>
                  <a:gd name="connsiteY7" fmla="*/ 1651 h 23963"/>
                  <a:gd name="connsiteX8" fmla="*/ 29972 w 30211"/>
                  <a:gd name="connsiteY8" fmla="*/ 15391 h 23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211" h="23963">
                    <a:moveTo>
                      <a:pt x="29972" y="15391"/>
                    </a:moveTo>
                    <a:cubicBezTo>
                      <a:pt x="30363" y="17149"/>
                      <a:pt x="30205" y="18981"/>
                      <a:pt x="29522" y="20648"/>
                    </a:cubicBezTo>
                    <a:cubicBezTo>
                      <a:pt x="28020" y="23576"/>
                      <a:pt x="24039" y="23876"/>
                      <a:pt x="20735" y="23876"/>
                    </a:cubicBezTo>
                    <a:lnTo>
                      <a:pt x="7818" y="23876"/>
                    </a:lnTo>
                    <a:cubicBezTo>
                      <a:pt x="5858" y="24131"/>
                      <a:pt x="3890" y="23531"/>
                      <a:pt x="2411" y="22224"/>
                    </a:cubicBezTo>
                    <a:cubicBezTo>
                      <a:pt x="1878" y="21376"/>
                      <a:pt x="1524" y="20430"/>
                      <a:pt x="1359" y="19446"/>
                    </a:cubicBezTo>
                    <a:cubicBezTo>
                      <a:pt x="98" y="13402"/>
                      <a:pt x="-308" y="7208"/>
                      <a:pt x="158" y="1051"/>
                    </a:cubicBezTo>
                    <a:cubicBezTo>
                      <a:pt x="158" y="-1427"/>
                      <a:pt x="26668" y="1051"/>
                      <a:pt x="29221" y="1651"/>
                    </a:cubicBezTo>
                    <a:cubicBezTo>
                      <a:pt x="26893" y="4805"/>
                      <a:pt x="29447" y="11412"/>
                      <a:pt x="29972" y="1539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258" name="Content Placeholder 4">
              <a:extLst>
                <a:ext uri="{FF2B5EF4-FFF2-40B4-BE49-F238E27FC236}">
                  <a16:creationId xmlns:a16="http://schemas.microsoft.com/office/drawing/2014/main" id="{A7AF5C5E-24FF-D108-2A08-1B7BA37D29CA}"/>
                </a:ext>
              </a:extLst>
            </p:cNvPr>
            <p:cNvSpPr/>
            <p:nvPr/>
          </p:nvSpPr>
          <p:spPr>
            <a:xfrm>
              <a:off x="4471411" y="5699354"/>
              <a:ext cx="62697" cy="27089"/>
            </a:xfrm>
            <a:custGeom>
              <a:avLst/>
              <a:gdLst>
                <a:gd name="connsiteX0" fmla="*/ 3767 w 62697"/>
                <a:gd name="connsiteY0" fmla="*/ 346 h 27089"/>
                <a:gd name="connsiteX1" fmla="*/ 31479 w 62697"/>
                <a:gd name="connsiteY1" fmla="*/ 1548 h 27089"/>
                <a:gd name="connsiteX2" fmla="*/ 54385 w 62697"/>
                <a:gd name="connsiteY2" fmla="*/ 14387 h 27089"/>
                <a:gd name="connsiteX3" fmla="*/ 60994 w 62697"/>
                <a:gd name="connsiteY3" fmla="*/ 18141 h 27089"/>
                <a:gd name="connsiteX4" fmla="*/ 61820 w 62697"/>
                <a:gd name="connsiteY4" fmla="*/ 25124 h 27089"/>
                <a:gd name="connsiteX5" fmla="*/ 55586 w 62697"/>
                <a:gd name="connsiteY5" fmla="*/ 27001 h 27089"/>
                <a:gd name="connsiteX6" fmla="*/ 4669 w 62697"/>
                <a:gd name="connsiteY6" fmla="*/ 22721 h 27089"/>
                <a:gd name="connsiteX7" fmla="*/ 1815 w 62697"/>
                <a:gd name="connsiteY7" fmla="*/ 21595 h 27089"/>
                <a:gd name="connsiteX8" fmla="*/ 763 w 62697"/>
                <a:gd name="connsiteY8" fmla="*/ 19418 h 27089"/>
                <a:gd name="connsiteX9" fmla="*/ 3767 w 62697"/>
                <a:gd name="connsiteY9" fmla="*/ 346 h 27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2697" h="27089">
                  <a:moveTo>
                    <a:pt x="3767" y="346"/>
                  </a:moveTo>
                  <a:cubicBezTo>
                    <a:pt x="13020" y="-419"/>
                    <a:pt x="22332" y="-14"/>
                    <a:pt x="31479" y="1548"/>
                  </a:cubicBezTo>
                  <a:cubicBezTo>
                    <a:pt x="38524" y="6811"/>
                    <a:pt x="46221" y="11121"/>
                    <a:pt x="54385" y="14387"/>
                  </a:cubicBezTo>
                  <a:cubicBezTo>
                    <a:pt x="56826" y="15168"/>
                    <a:pt x="59071" y="16452"/>
                    <a:pt x="60994" y="18141"/>
                  </a:cubicBezTo>
                  <a:cubicBezTo>
                    <a:pt x="62864" y="19988"/>
                    <a:pt x="63209" y="22887"/>
                    <a:pt x="61820" y="25124"/>
                  </a:cubicBezTo>
                  <a:cubicBezTo>
                    <a:pt x="60092" y="26596"/>
                    <a:pt x="57832" y="27272"/>
                    <a:pt x="55586" y="27001"/>
                  </a:cubicBezTo>
                  <a:cubicBezTo>
                    <a:pt x="38516" y="27197"/>
                    <a:pt x="21468" y="25763"/>
                    <a:pt x="4669" y="22721"/>
                  </a:cubicBezTo>
                  <a:cubicBezTo>
                    <a:pt x="3632" y="22601"/>
                    <a:pt x="2656" y="22211"/>
                    <a:pt x="1815" y="21595"/>
                  </a:cubicBezTo>
                  <a:cubicBezTo>
                    <a:pt x="1319" y="20950"/>
                    <a:pt x="959" y="20206"/>
                    <a:pt x="763" y="19418"/>
                  </a:cubicBezTo>
                  <a:cubicBezTo>
                    <a:pt x="-949" y="12923"/>
                    <a:pt x="140" y="6000"/>
                    <a:pt x="3767" y="346"/>
                  </a:cubicBezTo>
                  <a:close/>
                </a:path>
              </a:pathLst>
            </a:custGeom>
            <a:solidFill>
              <a:srgbClr val="80808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9" name="Content Placeholder 4">
              <a:extLst>
                <a:ext uri="{FF2B5EF4-FFF2-40B4-BE49-F238E27FC236}">
                  <a16:creationId xmlns:a16="http://schemas.microsoft.com/office/drawing/2014/main" id="{35ECB472-DA83-43F1-968C-8F7357510E9A}"/>
                </a:ext>
              </a:extLst>
            </p:cNvPr>
            <p:cNvSpPr/>
            <p:nvPr/>
          </p:nvSpPr>
          <p:spPr>
            <a:xfrm>
              <a:off x="4385225" y="5703983"/>
              <a:ext cx="62686" cy="27105"/>
            </a:xfrm>
            <a:custGeom>
              <a:avLst/>
              <a:gdLst>
                <a:gd name="connsiteX0" fmla="*/ 58937 w 62686"/>
                <a:gd name="connsiteY0" fmla="*/ 297 h 27105"/>
                <a:gd name="connsiteX1" fmla="*/ 31225 w 62686"/>
                <a:gd name="connsiteY1" fmla="*/ 1499 h 27105"/>
                <a:gd name="connsiteX2" fmla="*/ 8320 w 62686"/>
                <a:gd name="connsiteY2" fmla="*/ 14413 h 27105"/>
                <a:gd name="connsiteX3" fmla="*/ 1711 w 62686"/>
                <a:gd name="connsiteY3" fmla="*/ 18092 h 27105"/>
                <a:gd name="connsiteX4" fmla="*/ 885 w 62686"/>
                <a:gd name="connsiteY4" fmla="*/ 25075 h 27105"/>
                <a:gd name="connsiteX5" fmla="*/ 7043 w 62686"/>
                <a:gd name="connsiteY5" fmla="*/ 27027 h 27105"/>
                <a:gd name="connsiteX6" fmla="*/ 58036 w 62686"/>
                <a:gd name="connsiteY6" fmla="*/ 22672 h 27105"/>
                <a:gd name="connsiteX7" fmla="*/ 60815 w 62686"/>
                <a:gd name="connsiteY7" fmla="*/ 21546 h 27105"/>
                <a:gd name="connsiteX8" fmla="*/ 61866 w 62686"/>
                <a:gd name="connsiteY8" fmla="*/ 19368 h 27105"/>
                <a:gd name="connsiteX9" fmla="*/ 58937 w 62686"/>
                <a:gd name="connsiteY9" fmla="*/ 297 h 27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2686" h="27105">
                  <a:moveTo>
                    <a:pt x="58937" y="297"/>
                  </a:moveTo>
                  <a:cubicBezTo>
                    <a:pt x="49685" y="-394"/>
                    <a:pt x="40380" y="12"/>
                    <a:pt x="31225" y="1499"/>
                  </a:cubicBezTo>
                  <a:cubicBezTo>
                    <a:pt x="24166" y="6754"/>
                    <a:pt x="16468" y="11087"/>
                    <a:pt x="8320" y="14413"/>
                  </a:cubicBezTo>
                  <a:cubicBezTo>
                    <a:pt x="5872" y="15134"/>
                    <a:pt x="3618" y="16395"/>
                    <a:pt x="1711" y="18092"/>
                  </a:cubicBezTo>
                  <a:cubicBezTo>
                    <a:pt x="-249" y="19894"/>
                    <a:pt x="-595" y="22860"/>
                    <a:pt x="885" y="25075"/>
                  </a:cubicBezTo>
                  <a:cubicBezTo>
                    <a:pt x="2567" y="26569"/>
                    <a:pt x="4805" y="27275"/>
                    <a:pt x="7043" y="27027"/>
                  </a:cubicBezTo>
                  <a:cubicBezTo>
                    <a:pt x="24143" y="27193"/>
                    <a:pt x="41213" y="25736"/>
                    <a:pt x="58036" y="22672"/>
                  </a:cubicBezTo>
                  <a:cubicBezTo>
                    <a:pt x="59042" y="22537"/>
                    <a:pt x="59996" y="22147"/>
                    <a:pt x="60815" y="21546"/>
                  </a:cubicBezTo>
                  <a:cubicBezTo>
                    <a:pt x="61340" y="20923"/>
                    <a:pt x="61701" y="20172"/>
                    <a:pt x="61866" y="19368"/>
                  </a:cubicBezTo>
                  <a:cubicBezTo>
                    <a:pt x="63563" y="12881"/>
                    <a:pt x="62504" y="5981"/>
                    <a:pt x="58937" y="297"/>
                  </a:cubicBezTo>
                  <a:close/>
                </a:path>
              </a:pathLst>
            </a:custGeom>
            <a:solidFill>
              <a:srgbClr val="80808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0" name="Content Placeholder 4">
              <a:extLst>
                <a:ext uri="{FF2B5EF4-FFF2-40B4-BE49-F238E27FC236}">
                  <a16:creationId xmlns:a16="http://schemas.microsoft.com/office/drawing/2014/main" id="{3C55D34E-98BE-DD5C-FE85-D90AAF622015}"/>
                </a:ext>
              </a:extLst>
            </p:cNvPr>
            <p:cNvSpPr/>
            <p:nvPr/>
          </p:nvSpPr>
          <p:spPr>
            <a:xfrm>
              <a:off x="4402223" y="5320028"/>
              <a:ext cx="125479" cy="384657"/>
            </a:xfrm>
            <a:custGeom>
              <a:avLst/>
              <a:gdLst>
                <a:gd name="connsiteX0" fmla="*/ 3713 w 125479"/>
                <a:gd name="connsiteY0" fmla="*/ 215538 h 384657"/>
                <a:gd name="connsiteX1" fmla="*/ 409 w 125479"/>
                <a:gd name="connsiteY1" fmla="*/ 62966 h 384657"/>
                <a:gd name="connsiteX2" fmla="*/ 7543 w 125479"/>
                <a:gd name="connsiteY2" fmla="*/ 10858 h 384657"/>
                <a:gd name="connsiteX3" fmla="*/ 9045 w 125479"/>
                <a:gd name="connsiteY3" fmla="*/ 8004 h 384657"/>
                <a:gd name="connsiteX4" fmla="*/ 18658 w 125479"/>
                <a:gd name="connsiteY4" fmla="*/ 8004 h 384657"/>
                <a:gd name="connsiteX5" fmla="*/ 112007 w 125479"/>
                <a:gd name="connsiteY5" fmla="*/ -30 h 384657"/>
                <a:gd name="connsiteX6" fmla="*/ 120343 w 125479"/>
                <a:gd name="connsiteY6" fmla="*/ 28202 h 384657"/>
                <a:gd name="connsiteX7" fmla="*/ 125450 w 125479"/>
                <a:gd name="connsiteY7" fmla="*/ 75805 h 384657"/>
                <a:gd name="connsiteX8" fmla="*/ 125450 w 125479"/>
                <a:gd name="connsiteY8" fmla="*/ 75805 h 384657"/>
                <a:gd name="connsiteX9" fmla="*/ 125450 w 125479"/>
                <a:gd name="connsiteY9" fmla="*/ 86092 h 384657"/>
                <a:gd name="connsiteX10" fmla="*/ 117940 w 125479"/>
                <a:gd name="connsiteY10" fmla="*/ 145109 h 384657"/>
                <a:gd name="connsiteX11" fmla="*/ 114035 w 125479"/>
                <a:gd name="connsiteY11" fmla="*/ 183627 h 384657"/>
                <a:gd name="connsiteX12" fmla="*/ 113059 w 125479"/>
                <a:gd name="connsiteY12" fmla="*/ 214261 h 384657"/>
                <a:gd name="connsiteX13" fmla="*/ 104723 w 125479"/>
                <a:gd name="connsiteY13" fmla="*/ 293626 h 384657"/>
                <a:gd name="connsiteX14" fmla="*/ 97213 w 125479"/>
                <a:gd name="connsiteY14" fmla="*/ 377420 h 384657"/>
                <a:gd name="connsiteX15" fmla="*/ 97213 w 125479"/>
                <a:gd name="connsiteY15" fmla="*/ 380799 h 384657"/>
                <a:gd name="connsiteX16" fmla="*/ 74307 w 125479"/>
                <a:gd name="connsiteY16" fmla="*/ 380799 h 384657"/>
                <a:gd name="connsiteX17" fmla="*/ 69125 w 125479"/>
                <a:gd name="connsiteY17" fmla="*/ 217941 h 384657"/>
                <a:gd name="connsiteX18" fmla="*/ 61615 w 125479"/>
                <a:gd name="connsiteY18" fmla="*/ 150365 h 384657"/>
                <a:gd name="connsiteX19" fmla="*/ 44868 w 125479"/>
                <a:gd name="connsiteY19" fmla="*/ 231306 h 384657"/>
                <a:gd name="connsiteX20" fmla="*/ 37959 w 125479"/>
                <a:gd name="connsiteY20" fmla="*/ 384628 h 384657"/>
                <a:gd name="connsiteX21" fmla="*/ 16630 w 125479"/>
                <a:gd name="connsiteY21" fmla="*/ 384628 h 384657"/>
                <a:gd name="connsiteX22" fmla="*/ 10998 w 125479"/>
                <a:gd name="connsiteY22" fmla="*/ 347536 h 384657"/>
                <a:gd name="connsiteX23" fmla="*/ 3713 w 125479"/>
                <a:gd name="connsiteY23" fmla="*/ 215538 h 384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5479" h="384657">
                  <a:moveTo>
                    <a:pt x="3713" y="215538"/>
                  </a:moveTo>
                  <a:cubicBezTo>
                    <a:pt x="1385" y="164706"/>
                    <a:pt x="-42" y="113798"/>
                    <a:pt x="409" y="62966"/>
                  </a:cubicBezTo>
                  <a:cubicBezTo>
                    <a:pt x="-1108" y="45284"/>
                    <a:pt x="1325" y="27481"/>
                    <a:pt x="7543" y="10858"/>
                  </a:cubicBezTo>
                  <a:cubicBezTo>
                    <a:pt x="7859" y="9821"/>
                    <a:pt x="8369" y="8853"/>
                    <a:pt x="9045" y="8004"/>
                  </a:cubicBezTo>
                  <a:cubicBezTo>
                    <a:pt x="11449" y="5602"/>
                    <a:pt x="15504" y="6878"/>
                    <a:pt x="18658" y="8004"/>
                  </a:cubicBezTo>
                  <a:cubicBezTo>
                    <a:pt x="49254" y="20506"/>
                    <a:pt x="84003" y="17517"/>
                    <a:pt x="112007" y="-30"/>
                  </a:cubicBezTo>
                  <a:cubicBezTo>
                    <a:pt x="116829" y="8657"/>
                    <a:pt x="119675" y="18291"/>
                    <a:pt x="120343" y="28202"/>
                  </a:cubicBezTo>
                  <a:cubicBezTo>
                    <a:pt x="122446" y="44045"/>
                    <a:pt x="124849" y="59888"/>
                    <a:pt x="125450" y="75805"/>
                  </a:cubicBezTo>
                  <a:lnTo>
                    <a:pt x="125450" y="75805"/>
                  </a:lnTo>
                  <a:cubicBezTo>
                    <a:pt x="125450" y="79260"/>
                    <a:pt x="125450" y="82714"/>
                    <a:pt x="125450" y="86092"/>
                  </a:cubicBezTo>
                  <a:cubicBezTo>
                    <a:pt x="124189" y="105899"/>
                    <a:pt x="121680" y="125617"/>
                    <a:pt x="117940" y="145109"/>
                  </a:cubicBezTo>
                  <a:cubicBezTo>
                    <a:pt x="115777" y="157843"/>
                    <a:pt x="114471" y="170712"/>
                    <a:pt x="114035" y="183627"/>
                  </a:cubicBezTo>
                  <a:cubicBezTo>
                    <a:pt x="114839" y="193846"/>
                    <a:pt x="114516" y="204118"/>
                    <a:pt x="113059" y="214261"/>
                  </a:cubicBezTo>
                  <a:cubicBezTo>
                    <a:pt x="107201" y="239790"/>
                    <a:pt x="107201" y="267572"/>
                    <a:pt x="104723" y="293626"/>
                  </a:cubicBezTo>
                  <a:cubicBezTo>
                    <a:pt x="102094" y="321557"/>
                    <a:pt x="99466" y="349489"/>
                    <a:pt x="97213" y="377420"/>
                  </a:cubicBezTo>
                  <a:cubicBezTo>
                    <a:pt x="97213" y="378546"/>
                    <a:pt x="97213" y="379673"/>
                    <a:pt x="97213" y="380799"/>
                  </a:cubicBezTo>
                  <a:cubicBezTo>
                    <a:pt x="95786" y="380799"/>
                    <a:pt x="74307" y="386130"/>
                    <a:pt x="74307" y="380799"/>
                  </a:cubicBezTo>
                  <a:lnTo>
                    <a:pt x="69125" y="217941"/>
                  </a:lnTo>
                  <a:cubicBezTo>
                    <a:pt x="69170" y="195205"/>
                    <a:pt x="66647" y="172537"/>
                    <a:pt x="61615" y="150365"/>
                  </a:cubicBezTo>
                  <a:cubicBezTo>
                    <a:pt x="42540" y="152242"/>
                    <a:pt x="45619" y="215313"/>
                    <a:pt x="44868" y="231306"/>
                  </a:cubicBezTo>
                  <a:cubicBezTo>
                    <a:pt x="42517" y="282461"/>
                    <a:pt x="40212" y="333571"/>
                    <a:pt x="37959" y="384628"/>
                  </a:cubicBezTo>
                  <a:lnTo>
                    <a:pt x="16630" y="384628"/>
                  </a:lnTo>
                  <a:cubicBezTo>
                    <a:pt x="13063" y="372577"/>
                    <a:pt x="11163" y="360098"/>
                    <a:pt x="10998" y="347536"/>
                  </a:cubicBezTo>
                  <a:cubicBezTo>
                    <a:pt x="8294" y="303462"/>
                    <a:pt x="5365" y="259538"/>
                    <a:pt x="3713" y="215538"/>
                  </a:cubicBezTo>
                  <a:close/>
                </a:path>
              </a:pathLst>
            </a:custGeom>
            <a:solidFill>
              <a:srgbClr val="DDD2C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1" name="Content Placeholder 4">
              <a:extLst>
                <a:ext uri="{FF2B5EF4-FFF2-40B4-BE49-F238E27FC236}">
                  <a16:creationId xmlns:a16="http://schemas.microsoft.com/office/drawing/2014/main" id="{76776338-4918-2AB6-BC2B-5322E36EF4A4}"/>
                </a:ext>
              </a:extLst>
            </p:cNvPr>
            <p:cNvSpPr/>
            <p:nvPr/>
          </p:nvSpPr>
          <p:spPr>
            <a:xfrm>
              <a:off x="4376385" y="5086740"/>
              <a:ext cx="162864" cy="461469"/>
            </a:xfrm>
            <a:custGeom>
              <a:avLst/>
              <a:gdLst>
                <a:gd name="connsiteX0" fmla="*/ 117268 w 162864"/>
                <a:gd name="connsiteY0" fmla="*/ 6427 h 461469"/>
                <a:gd name="connsiteX1" fmla="*/ 43595 w 162864"/>
                <a:gd name="connsiteY1" fmla="*/ -30 h 461469"/>
                <a:gd name="connsiteX2" fmla="*/ 11002 w 162864"/>
                <a:gd name="connsiteY2" fmla="*/ 115450 h 461469"/>
                <a:gd name="connsiteX3" fmla="*/ 26022 w 162864"/>
                <a:gd name="connsiteY3" fmla="*/ 168986 h 461469"/>
                <a:gd name="connsiteX4" fmla="*/ 112 w 162864"/>
                <a:gd name="connsiteY4" fmla="*/ 389434 h 461469"/>
                <a:gd name="connsiteX5" fmla="*/ 5895 w 162864"/>
                <a:gd name="connsiteY5" fmla="*/ 439590 h 461469"/>
                <a:gd name="connsiteX6" fmla="*/ 11753 w 162864"/>
                <a:gd name="connsiteY6" fmla="*/ 451679 h 461469"/>
                <a:gd name="connsiteX7" fmla="*/ 23769 w 162864"/>
                <a:gd name="connsiteY7" fmla="*/ 454607 h 461469"/>
                <a:gd name="connsiteX8" fmla="*/ 159925 w 162864"/>
                <a:gd name="connsiteY8" fmla="*/ 461440 h 461469"/>
                <a:gd name="connsiteX9" fmla="*/ 140700 w 162864"/>
                <a:gd name="connsiteY9" fmla="*/ 168986 h 461469"/>
                <a:gd name="connsiteX10" fmla="*/ 146332 w 162864"/>
                <a:gd name="connsiteY10" fmla="*/ 46147 h 461469"/>
                <a:gd name="connsiteX11" fmla="*/ 135292 w 162864"/>
                <a:gd name="connsiteY11" fmla="*/ 11383 h 461469"/>
                <a:gd name="connsiteX12" fmla="*/ 129209 w 162864"/>
                <a:gd name="connsiteY12" fmla="*/ 5001 h 461469"/>
                <a:gd name="connsiteX13" fmla="*/ 117268 w 162864"/>
                <a:gd name="connsiteY13" fmla="*/ 6427 h 46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2864" h="461469">
                  <a:moveTo>
                    <a:pt x="117268" y="6427"/>
                  </a:moveTo>
                  <a:cubicBezTo>
                    <a:pt x="91434" y="8530"/>
                    <a:pt x="66726" y="13485"/>
                    <a:pt x="43595" y="-30"/>
                  </a:cubicBezTo>
                  <a:cubicBezTo>
                    <a:pt x="-8975" y="60639"/>
                    <a:pt x="16785" y="56284"/>
                    <a:pt x="11002" y="115450"/>
                  </a:cubicBezTo>
                  <a:cubicBezTo>
                    <a:pt x="9800" y="127839"/>
                    <a:pt x="26773" y="156522"/>
                    <a:pt x="26022" y="168986"/>
                  </a:cubicBezTo>
                  <a:cubicBezTo>
                    <a:pt x="21516" y="229053"/>
                    <a:pt x="-2065" y="328765"/>
                    <a:pt x="112" y="389434"/>
                  </a:cubicBezTo>
                  <a:cubicBezTo>
                    <a:pt x="150" y="406320"/>
                    <a:pt x="2088" y="423139"/>
                    <a:pt x="5895" y="439590"/>
                  </a:cubicBezTo>
                  <a:cubicBezTo>
                    <a:pt x="6759" y="444065"/>
                    <a:pt x="8779" y="448232"/>
                    <a:pt x="11753" y="451679"/>
                  </a:cubicBezTo>
                  <a:cubicBezTo>
                    <a:pt x="15155" y="454337"/>
                    <a:pt x="19526" y="455403"/>
                    <a:pt x="23769" y="454607"/>
                  </a:cubicBezTo>
                  <a:cubicBezTo>
                    <a:pt x="69805" y="451904"/>
                    <a:pt x="104802" y="429904"/>
                    <a:pt x="159925" y="461440"/>
                  </a:cubicBezTo>
                  <a:cubicBezTo>
                    <a:pt x="171265" y="353318"/>
                    <a:pt x="146182" y="243244"/>
                    <a:pt x="140700" y="168986"/>
                  </a:cubicBezTo>
                  <a:cubicBezTo>
                    <a:pt x="136869" y="117703"/>
                    <a:pt x="156696" y="99157"/>
                    <a:pt x="146332" y="46147"/>
                  </a:cubicBezTo>
                  <a:cubicBezTo>
                    <a:pt x="144672" y="34014"/>
                    <a:pt x="140940" y="22255"/>
                    <a:pt x="135292" y="11383"/>
                  </a:cubicBezTo>
                  <a:cubicBezTo>
                    <a:pt x="133565" y="8680"/>
                    <a:pt x="126581" y="5526"/>
                    <a:pt x="129209" y="5001"/>
                  </a:cubicBezTo>
                  <a:cubicBezTo>
                    <a:pt x="125266" y="5752"/>
                    <a:pt x="121279" y="6232"/>
                    <a:pt x="117268" y="6427"/>
                  </a:cubicBezTo>
                  <a:close/>
                </a:path>
              </a:pathLst>
            </a:custGeom>
            <a:solidFill>
              <a:srgbClr val="AA6A6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2" name="Content Placeholder 4">
              <a:extLst>
                <a:ext uri="{FF2B5EF4-FFF2-40B4-BE49-F238E27FC236}">
                  <a16:creationId xmlns:a16="http://schemas.microsoft.com/office/drawing/2014/main" id="{5C855A3C-5E3F-58DC-7738-27803534859B}"/>
                </a:ext>
              </a:extLst>
            </p:cNvPr>
            <p:cNvSpPr/>
            <p:nvPr/>
          </p:nvSpPr>
          <p:spPr>
            <a:xfrm>
              <a:off x="4511669" y="4856935"/>
              <a:ext cx="29994" cy="51608"/>
            </a:xfrm>
            <a:custGeom>
              <a:avLst/>
              <a:gdLst>
                <a:gd name="connsiteX0" fmla="*/ 14427 w 29994"/>
                <a:gd name="connsiteY0" fmla="*/ 39962 h 51608"/>
                <a:gd name="connsiteX1" fmla="*/ 13451 w 29994"/>
                <a:gd name="connsiteY1" fmla="*/ 36357 h 51608"/>
                <a:gd name="connsiteX2" fmla="*/ 10297 w 29994"/>
                <a:gd name="connsiteY2" fmla="*/ 29825 h 51608"/>
                <a:gd name="connsiteX3" fmla="*/ 3988 w 29994"/>
                <a:gd name="connsiteY3" fmla="*/ 23518 h 51608"/>
                <a:gd name="connsiteX4" fmla="*/ 5866 w 29994"/>
                <a:gd name="connsiteY4" fmla="*/ 19013 h 51608"/>
                <a:gd name="connsiteX5" fmla="*/ 834 w 29994"/>
                <a:gd name="connsiteY5" fmla="*/ 15634 h 51608"/>
                <a:gd name="connsiteX6" fmla="*/ 4139 w 29994"/>
                <a:gd name="connsiteY6" fmla="*/ 2569 h 51608"/>
                <a:gd name="connsiteX7" fmla="*/ 17882 w 29994"/>
                <a:gd name="connsiteY7" fmla="*/ 1368 h 51608"/>
                <a:gd name="connsiteX8" fmla="*/ 25392 w 29994"/>
                <a:gd name="connsiteY8" fmla="*/ 8876 h 51608"/>
                <a:gd name="connsiteX9" fmla="*/ 28922 w 29994"/>
                <a:gd name="connsiteY9" fmla="*/ 15409 h 51608"/>
                <a:gd name="connsiteX10" fmla="*/ 29372 w 29994"/>
                <a:gd name="connsiteY10" fmla="*/ 44917 h 51608"/>
                <a:gd name="connsiteX11" fmla="*/ 29372 w 29994"/>
                <a:gd name="connsiteY11" fmla="*/ 48897 h 51608"/>
                <a:gd name="connsiteX12" fmla="*/ 28171 w 29994"/>
                <a:gd name="connsiteY12" fmla="*/ 49572 h 51608"/>
                <a:gd name="connsiteX13" fmla="*/ 16230 w 29994"/>
                <a:gd name="connsiteY13" fmla="*/ 50699 h 51608"/>
                <a:gd name="connsiteX14" fmla="*/ 15328 w 29994"/>
                <a:gd name="connsiteY14" fmla="*/ 45668 h 51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994" h="51608">
                  <a:moveTo>
                    <a:pt x="14427" y="39962"/>
                  </a:moveTo>
                  <a:cubicBezTo>
                    <a:pt x="14255" y="38722"/>
                    <a:pt x="13924" y="37513"/>
                    <a:pt x="13451" y="36357"/>
                  </a:cubicBezTo>
                  <a:cubicBezTo>
                    <a:pt x="12099" y="33579"/>
                    <a:pt x="12925" y="31327"/>
                    <a:pt x="10297" y="29825"/>
                  </a:cubicBezTo>
                  <a:cubicBezTo>
                    <a:pt x="7450" y="28631"/>
                    <a:pt x="5182" y="26364"/>
                    <a:pt x="3988" y="23518"/>
                  </a:cubicBezTo>
                  <a:cubicBezTo>
                    <a:pt x="3988" y="22692"/>
                    <a:pt x="6091" y="19839"/>
                    <a:pt x="5866" y="19013"/>
                  </a:cubicBezTo>
                  <a:cubicBezTo>
                    <a:pt x="5641" y="18187"/>
                    <a:pt x="1660" y="17436"/>
                    <a:pt x="834" y="15634"/>
                  </a:cubicBezTo>
                  <a:cubicBezTo>
                    <a:pt x="-1081" y="11031"/>
                    <a:pt x="263" y="5715"/>
                    <a:pt x="4139" y="2569"/>
                  </a:cubicBezTo>
                  <a:cubicBezTo>
                    <a:pt x="8126" y="-396"/>
                    <a:pt x="13443" y="-862"/>
                    <a:pt x="17882" y="1368"/>
                  </a:cubicBezTo>
                  <a:cubicBezTo>
                    <a:pt x="20923" y="3260"/>
                    <a:pt x="23499" y="5835"/>
                    <a:pt x="25392" y="8876"/>
                  </a:cubicBezTo>
                  <a:cubicBezTo>
                    <a:pt x="26886" y="10866"/>
                    <a:pt x="28073" y="13066"/>
                    <a:pt x="28922" y="15409"/>
                  </a:cubicBezTo>
                  <a:cubicBezTo>
                    <a:pt x="32151" y="24794"/>
                    <a:pt x="26593" y="35381"/>
                    <a:pt x="29372" y="44917"/>
                  </a:cubicBezTo>
                  <a:cubicBezTo>
                    <a:pt x="29748" y="46268"/>
                    <a:pt x="30273" y="47845"/>
                    <a:pt x="29372" y="48897"/>
                  </a:cubicBezTo>
                  <a:cubicBezTo>
                    <a:pt x="29027" y="49204"/>
                    <a:pt x="28614" y="49437"/>
                    <a:pt x="28171" y="49572"/>
                  </a:cubicBezTo>
                  <a:cubicBezTo>
                    <a:pt x="26218" y="50248"/>
                    <a:pt x="17506" y="52951"/>
                    <a:pt x="16230" y="50699"/>
                  </a:cubicBezTo>
                  <a:cubicBezTo>
                    <a:pt x="15734" y="49062"/>
                    <a:pt x="15434" y="47372"/>
                    <a:pt x="15328" y="45668"/>
                  </a:cubicBezTo>
                  <a:close/>
                </a:path>
              </a:pathLst>
            </a:custGeom>
            <a:solidFill>
              <a:srgbClr val="DDD2C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3" name="Content Placeholder 4">
              <a:extLst>
                <a:ext uri="{FF2B5EF4-FFF2-40B4-BE49-F238E27FC236}">
                  <a16:creationId xmlns:a16="http://schemas.microsoft.com/office/drawing/2014/main" id="{BF60655D-2996-D67D-3FCE-9AD642C88E39}"/>
                </a:ext>
              </a:extLst>
            </p:cNvPr>
            <p:cNvSpPr/>
            <p:nvPr/>
          </p:nvSpPr>
          <p:spPr>
            <a:xfrm>
              <a:off x="4514335" y="4871955"/>
              <a:ext cx="9652" cy="10544"/>
            </a:xfrm>
            <a:custGeom>
              <a:avLst/>
              <a:gdLst>
                <a:gd name="connsiteX0" fmla="*/ -29 w 9652"/>
                <a:gd name="connsiteY0" fmla="*/ 4969 h 10544"/>
                <a:gd name="connsiteX1" fmla="*/ -29 w 9652"/>
                <a:gd name="connsiteY1" fmla="*/ 3393 h 10544"/>
                <a:gd name="connsiteX2" fmla="*/ -29 w 9652"/>
                <a:gd name="connsiteY2" fmla="*/ 2416 h 10544"/>
                <a:gd name="connsiteX3" fmla="*/ 2074 w 9652"/>
                <a:gd name="connsiteY3" fmla="*/ 539 h 10544"/>
                <a:gd name="connsiteX4" fmla="*/ 4176 w 9652"/>
                <a:gd name="connsiteY4" fmla="*/ 89 h 10544"/>
                <a:gd name="connsiteX5" fmla="*/ 5528 w 9652"/>
                <a:gd name="connsiteY5" fmla="*/ 89 h 10544"/>
                <a:gd name="connsiteX6" fmla="*/ 6504 w 9652"/>
                <a:gd name="connsiteY6" fmla="*/ 689 h 10544"/>
                <a:gd name="connsiteX7" fmla="*/ 8232 w 9652"/>
                <a:gd name="connsiteY7" fmla="*/ 2491 h 10544"/>
                <a:gd name="connsiteX8" fmla="*/ 9358 w 9652"/>
                <a:gd name="connsiteY8" fmla="*/ 4068 h 10544"/>
                <a:gd name="connsiteX9" fmla="*/ 8006 w 9652"/>
                <a:gd name="connsiteY9" fmla="*/ 8949 h 10544"/>
                <a:gd name="connsiteX10" fmla="*/ 2824 w 9652"/>
                <a:gd name="connsiteY10" fmla="*/ 10075 h 10544"/>
                <a:gd name="connsiteX11" fmla="*/ 1247 w 9652"/>
                <a:gd name="connsiteY11" fmla="*/ 8048 h 10544"/>
                <a:gd name="connsiteX12" fmla="*/ -29 w 9652"/>
                <a:gd name="connsiteY12" fmla="*/ 4969 h 10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652" h="10544">
                  <a:moveTo>
                    <a:pt x="-29" y="4969"/>
                  </a:moveTo>
                  <a:cubicBezTo>
                    <a:pt x="-29" y="4443"/>
                    <a:pt x="-29" y="3918"/>
                    <a:pt x="-29" y="3393"/>
                  </a:cubicBezTo>
                  <a:lnTo>
                    <a:pt x="-29" y="2416"/>
                  </a:lnTo>
                  <a:cubicBezTo>
                    <a:pt x="-29" y="1440"/>
                    <a:pt x="1097" y="840"/>
                    <a:pt x="2074" y="539"/>
                  </a:cubicBezTo>
                  <a:cubicBezTo>
                    <a:pt x="2757" y="314"/>
                    <a:pt x="3463" y="156"/>
                    <a:pt x="4176" y="89"/>
                  </a:cubicBezTo>
                  <a:cubicBezTo>
                    <a:pt x="4612" y="-69"/>
                    <a:pt x="5093" y="-69"/>
                    <a:pt x="5528" y="89"/>
                  </a:cubicBezTo>
                  <a:cubicBezTo>
                    <a:pt x="5881" y="246"/>
                    <a:pt x="6204" y="449"/>
                    <a:pt x="6504" y="689"/>
                  </a:cubicBezTo>
                  <a:lnTo>
                    <a:pt x="8232" y="2491"/>
                  </a:lnTo>
                  <a:cubicBezTo>
                    <a:pt x="8675" y="2965"/>
                    <a:pt x="9050" y="3498"/>
                    <a:pt x="9358" y="4068"/>
                  </a:cubicBezTo>
                  <a:cubicBezTo>
                    <a:pt x="9997" y="5818"/>
                    <a:pt x="9456" y="7777"/>
                    <a:pt x="8006" y="8949"/>
                  </a:cubicBezTo>
                  <a:cubicBezTo>
                    <a:pt x="6880" y="9925"/>
                    <a:pt x="4251" y="11201"/>
                    <a:pt x="2824" y="10075"/>
                  </a:cubicBezTo>
                  <a:cubicBezTo>
                    <a:pt x="2201" y="9482"/>
                    <a:pt x="1668" y="8798"/>
                    <a:pt x="1247" y="8048"/>
                  </a:cubicBezTo>
                  <a:cubicBezTo>
                    <a:pt x="556" y="7154"/>
                    <a:pt x="121" y="6088"/>
                    <a:pt x="-29" y="4969"/>
                  </a:cubicBezTo>
                  <a:close/>
                </a:path>
              </a:pathLst>
            </a:custGeom>
            <a:solidFill>
              <a:srgbClr val="DDD2C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4" name="Content Placeholder 4">
              <a:extLst>
                <a:ext uri="{FF2B5EF4-FFF2-40B4-BE49-F238E27FC236}">
                  <a16:creationId xmlns:a16="http://schemas.microsoft.com/office/drawing/2014/main" id="{311C75C3-42B7-7EEF-3257-8798D4994877}"/>
                </a:ext>
              </a:extLst>
            </p:cNvPr>
            <p:cNvSpPr/>
            <p:nvPr/>
          </p:nvSpPr>
          <p:spPr>
            <a:xfrm>
              <a:off x="4403558" y="4953628"/>
              <a:ext cx="83932" cy="109309"/>
            </a:xfrm>
            <a:custGeom>
              <a:avLst/>
              <a:gdLst>
                <a:gd name="connsiteX0" fmla="*/ 4782 w 83932"/>
                <a:gd name="connsiteY0" fmla="*/ 38176 h 109309"/>
                <a:gd name="connsiteX1" fmla="*/ 11541 w 83932"/>
                <a:gd name="connsiteY1" fmla="*/ 24736 h 109309"/>
                <a:gd name="connsiteX2" fmla="*/ 63209 w 83932"/>
                <a:gd name="connsiteY2" fmla="*/ 4538 h 109309"/>
                <a:gd name="connsiteX3" fmla="*/ 72822 w 83932"/>
                <a:gd name="connsiteY3" fmla="*/ 16326 h 109309"/>
                <a:gd name="connsiteX4" fmla="*/ 80332 w 83932"/>
                <a:gd name="connsiteY4" fmla="*/ 30292 h 109309"/>
                <a:gd name="connsiteX5" fmla="*/ 82660 w 83932"/>
                <a:gd name="connsiteY5" fmla="*/ 60326 h 109309"/>
                <a:gd name="connsiteX6" fmla="*/ 69893 w 83932"/>
                <a:gd name="connsiteY6" fmla="*/ 85479 h 109309"/>
                <a:gd name="connsiteX7" fmla="*/ 42707 w 83932"/>
                <a:gd name="connsiteY7" fmla="*/ 108530 h 109309"/>
                <a:gd name="connsiteX8" fmla="*/ 4031 w 83932"/>
                <a:gd name="connsiteY8" fmla="*/ 86004 h 109309"/>
                <a:gd name="connsiteX9" fmla="*/ 4782 w 83932"/>
                <a:gd name="connsiteY9" fmla="*/ 38176 h 109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3932" h="109309">
                  <a:moveTo>
                    <a:pt x="4782" y="38176"/>
                  </a:moveTo>
                  <a:cubicBezTo>
                    <a:pt x="6554" y="33468"/>
                    <a:pt x="8822" y="28963"/>
                    <a:pt x="11541" y="24736"/>
                  </a:cubicBezTo>
                  <a:cubicBezTo>
                    <a:pt x="20778" y="9719"/>
                    <a:pt x="45636" y="-8752"/>
                    <a:pt x="63209" y="4538"/>
                  </a:cubicBezTo>
                  <a:cubicBezTo>
                    <a:pt x="67130" y="7826"/>
                    <a:pt x="70389" y="11829"/>
                    <a:pt x="72822" y="16326"/>
                  </a:cubicBezTo>
                  <a:cubicBezTo>
                    <a:pt x="75759" y="20733"/>
                    <a:pt x="78267" y="25412"/>
                    <a:pt x="80332" y="30292"/>
                  </a:cubicBezTo>
                  <a:cubicBezTo>
                    <a:pt x="84095" y="39843"/>
                    <a:pt x="84906" y="50309"/>
                    <a:pt x="82660" y="60326"/>
                  </a:cubicBezTo>
                  <a:cubicBezTo>
                    <a:pt x="79882" y="69381"/>
                    <a:pt x="75563" y="77888"/>
                    <a:pt x="69893" y="85479"/>
                  </a:cubicBezTo>
                  <a:cubicBezTo>
                    <a:pt x="63953" y="96224"/>
                    <a:pt x="54280" y="104423"/>
                    <a:pt x="42707" y="108530"/>
                  </a:cubicBezTo>
                  <a:cubicBezTo>
                    <a:pt x="26936" y="112359"/>
                    <a:pt x="10339" y="101021"/>
                    <a:pt x="4031" y="86004"/>
                  </a:cubicBezTo>
                  <a:cubicBezTo>
                    <a:pt x="-1632" y="70514"/>
                    <a:pt x="-1362" y="53478"/>
                    <a:pt x="4782" y="38176"/>
                  </a:cubicBezTo>
                  <a:close/>
                </a:path>
              </a:pathLst>
            </a:custGeom>
            <a:solidFill>
              <a:srgbClr val="DDD2C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5" name="Content Placeholder 4">
              <a:extLst>
                <a:ext uri="{FF2B5EF4-FFF2-40B4-BE49-F238E27FC236}">
                  <a16:creationId xmlns:a16="http://schemas.microsoft.com/office/drawing/2014/main" id="{CD8A4259-AB29-2D62-821D-335803295FA0}"/>
                </a:ext>
              </a:extLst>
            </p:cNvPr>
            <p:cNvSpPr/>
            <p:nvPr/>
          </p:nvSpPr>
          <p:spPr>
            <a:xfrm>
              <a:off x="4516635" y="4895831"/>
              <a:ext cx="38261" cy="210051"/>
            </a:xfrm>
            <a:custGeom>
              <a:avLst/>
              <a:gdLst>
                <a:gd name="connsiteX0" fmla="*/ 8635 w 38261"/>
                <a:gd name="connsiteY0" fmla="*/ 131337 h 210051"/>
                <a:gd name="connsiteX1" fmla="*/ 224 w 38261"/>
                <a:gd name="connsiteY1" fmla="*/ 197487 h 210051"/>
                <a:gd name="connsiteX2" fmla="*/ 7133 w 38261"/>
                <a:gd name="connsiteY2" fmla="*/ 209801 h 210051"/>
                <a:gd name="connsiteX3" fmla="*/ 18548 w 38261"/>
                <a:gd name="connsiteY3" fmla="*/ 203268 h 210051"/>
                <a:gd name="connsiteX4" fmla="*/ 26058 w 38261"/>
                <a:gd name="connsiteY4" fmla="*/ 188252 h 210051"/>
                <a:gd name="connsiteX5" fmla="*/ 29738 w 38261"/>
                <a:gd name="connsiteY5" fmla="*/ 169030 h 210051"/>
                <a:gd name="connsiteX6" fmla="*/ 34469 w 38261"/>
                <a:gd name="connsiteY6" fmla="*/ 19687 h 210051"/>
                <a:gd name="connsiteX7" fmla="*/ 27410 w 38261"/>
                <a:gd name="connsiteY7" fmla="*/ 3618 h 210051"/>
                <a:gd name="connsiteX8" fmla="*/ 12390 w 38261"/>
                <a:gd name="connsiteY8" fmla="*/ 315 h 210051"/>
                <a:gd name="connsiteX9" fmla="*/ 7208 w 38261"/>
                <a:gd name="connsiteY9" fmla="*/ 10601 h 210051"/>
                <a:gd name="connsiteX10" fmla="*/ 8860 w 38261"/>
                <a:gd name="connsiteY10" fmla="*/ 130737 h 210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261" h="210051">
                  <a:moveTo>
                    <a:pt x="8635" y="131337"/>
                  </a:moveTo>
                  <a:cubicBezTo>
                    <a:pt x="4805" y="153262"/>
                    <a:pt x="-1353" y="175262"/>
                    <a:pt x="224" y="197487"/>
                  </a:cubicBezTo>
                  <a:cubicBezTo>
                    <a:pt x="224" y="202517"/>
                    <a:pt x="2252" y="208599"/>
                    <a:pt x="7133" y="209801"/>
                  </a:cubicBezTo>
                  <a:cubicBezTo>
                    <a:pt x="12014" y="211002"/>
                    <a:pt x="15920" y="207098"/>
                    <a:pt x="18548" y="203268"/>
                  </a:cubicBezTo>
                  <a:cubicBezTo>
                    <a:pt x="21830" y="198696"/>
                    <a:pt x="24368" y="193620"/>
                    <a:pt x="26058" y="188252"/>
                  </a:cubicBezTo>
                  <a:cubicBezTo>
                    <a:pt x="27891" y="181974"/>
                    <a:pt x="29122" y="175540"/>
                    <a:pt x="29738" y="169030"/>
                  </a:cubicBezTo>
                  <a:cubicBezTo>
                    <a:pt x="36122" y="119474"/>
                    <a:pt x="42505" y="69017"/>
                    <a:pt x="34469" y="19687"/>
                  </a:cubicBezTo>
                  <a:cubicBezTo>
                    <a:pt x="34124" y="13658"/>
                    <a:pt x="31616" y="7951"/>
                    <a:pt x="27410" y="3618"/>
                  </a:cubicBezTo>
                  <a:cubicBezTo>
                    <a:pt x="23069" y="510"/>
                    <a:pt x="17640" y="-684"/>
                    <a:pt x="12390" y="315"/>
                  </a:cubicBezTo>
                  <a:cubicBezTo>
                    <a:pt x="4354" y="1366"/>
                    <a:pt x="5781" y="3168"/>
                    <a:pt x="7208" y="10601"/>
                  </a:cubicBezTo>
                  <a:cubicBezTo>
                    <a:pt x="15206" y="50193"/>
                    <a:pt x="15769" y="90934"/>
                    <a:pt x="8860" y="130737"/>
                  </a:cubicBezTo>
                  <a:close/>
                </a:path>
              </a:pathLst>
            </a:custGeom>
            <a:solidFill>
              <a:srgbClr val="67302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6" name="Content Placeholder 4">
              <a:extLst>
                <a:ext uri="{FF2B5EF4-FFF2-40B4-BE49-F238E27FC236}">
                  <a16:creationId xmlns:a16="http://schemas.microsoft.com/office/drawing/2014/main" id="{3F8F7F72-FC98-3C3C-E236-7655777D9C50}"/>
                </a:ext>
              </a:extLst>
            </p:cNvPr>
            <p:cNvSpPr/>
            <p:nvPr/>
          </p:nvSpPr>
          <p:spPr>
            <a:xfrm>
              <a:off x="4399808" y="5236158"/>
              <a:ext cx="119603" cy="15808"/>
            </a:xfrm>
            <a:custGeom>
              <a:avLst/>
              <a:gdLst>
                <a:gd name="connsiteX0" fmla="*/ 119305 w 119603"/>
                <a:gd name="connsiteY0" fmla="*/ -30 h 15808"/>
                <a:gd name="connsiteX1" fmla="*/ 50288 w 119603"/>
                <a:gd name="connsiteY1" fmla="*/ 6127 h 15808"/>
                <a:gd name="connsiteX2" fmla="*/ 872 w 119603"/>
                <a:gd name="connsiteY2" fmla="*/ 10632 h 15808"/>
                <a:gd name="connsiteX3" fmla="*/ -29 w 119603"/>
                <a:gd name="connsiteY3" fmla="*/ 10632 h 15808"/>
                <a:gd name="connsiteX4" fmla="*/ -29 w 119603"/>
                <a:gd name="connsiteY4" fmla="*/ 11383 h 15808"/>
                <a:gd name="connsiteX5" fmla="*/ 5904 w 119603"/>
                <a:gd name="connsiteY5" fmla="*/ 15588 h 15808"/>
                <a:gd name="connsiteX6" fmla="*/ 19346 w 119603"/>
                <a:gd name="connsiteY6" fmla="*/ 14537 h 15808"/>
                <a:gd name="connsiteX7" fmla="*/ 46007 w 119603"/>
                <a:gd name="connsiteY7" fmla="*/ 12509 h 15808"/>
                <a:gd name="connsiteX8" fmla="*/ 66584 w 119603"/>
                <a:gd name="connsiteY8" fmla="*/ 11158 h 15808"/>
                <a:gd name="connsiteX9" fmla="*/ 113522 w 119603"/>
                <a:gd name="connsiteY9" fmla="*/ 11158 h 15808"/>
                <a:gd name="connsiteX10" fmla="*/ 117802 w 119603"/>
                <a:gd name="connsiteY10" fmla="*/ 10106 h 15808"/>
                <a:gd name="connsiteX11" fmla="*/ 119530 w 119603"/>
                <a:gd name="connsiteY11" fmla="*/ 5226 h 15808"/>
                <a:gd name="connsiteX12" fmla="*/ 119305 w 119603"/>
                <a:gd name="connsiteY12" fmla="*/ -30 h 15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9603" h="15808">
                  <a:moveTo>
                    <a:pt x="119305" y="-30"/>
                  </a:moveTo>
                  <a:cubicBezTo>
                    <a:pt x="96775" y="5451"/>
                    <a:pt x="73343" y="4325"/>
                    <a:pt x="50288" y="6127"/>
                  </a:cubicBezTo>
                  <a:cubicBezTo>
                    <a:pt x="33766" y="7404"/>
                    <a:pt x="17394" y="10182"/>
                    <a:pt x="872" y="10632"/>
                  </a:cubicBezTo>
                  <a:cubicBezTo>
                    <a:pt x="579" y="10519"/>
                    <a:pt x="264" y="10519"/>
                    <a:pt x="-29" y="10632"/>
                  </a:cubicBezTo>
                  <a:cubicBezTo>
                    <a:pt x="-29" y="10632"/>
                    <a:pt x="-29" y="11083"/>
                    <a:pt x="-29" y="11383"/>
                  </a:cubicBezTo>
                  <a:cubicBezTo>
                    <a:pt x="-29" y="16489"/>
                    <a:pt x="1247" y="15888"/>
                    <a:pt x="5904" y="15588"/>
                  </a:cubicBezTo>
                  <a:lnTo>
                    <a:pt x="19346" y="14537"/>
                  </a:lnTo>
                  <a:lnTo>
                    <a:pt x="46007" y="12509"/>
                  </a:lnTo>
                  <a:cubicBezTo>
                    <a:pt x="52841" y="11984"/>
                    <a:pt x="59675" y="11458"/>
                    <a:pt x="66584" y="11158"/>
                  </a:cubicBezTo>
                  <a:cubicBezTo>
                    <a:pt x="82205" y="10632"/>
                    <a:pt x="97826" y="11158"/>
                    <a:pt x="113522" y="11158"/>
                  </a:cubicBezTo>
                  <a:cubicBezTo>
                    <a:pt x="115024" y="11240"/>
                    <a:pt x="116511" y="10880"/>
                    <a:pt x="117802" y="10106"/>
                  </a:cubicBezTo>
                  <a:cubicBezTo>
                    <a:pt x="119117" y="8845"/>
                    <a:pt x="119755" y="7036"/>
                    <a:pt x="119530" y="5226"/>
                  </a:cubicBezTo>
                  <a:cubicBezTo>
                    <a:pt x="119237" y="3492"/>
                    <a:pt x="119162" y="1727"/>
                    <a:pt x="119305" y="-30"/>
                  </a:cubicBezTo>
                  <a:close/>
                </a:path>
              </a:pathLst>
            </a:custGeom>
            <a:solidFill>
              <a:srgbClr val="6D6D6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7" name="Content Placeholder 4">
              <a:extLst>
                <a:ext uri="{FF2B5EF4-FFF2-40B4-BE49-F238E27FC236}">
                  <a16:creationId xmlns:a16="http://schemas.microsoft.com/office/drawing/2014/main" id="{D37435DE-25D5-46CB-671E-04BEC1EFA2F0}"/>
                </a:ext>
              </a:extLst>
            </p:cNvPr>
            <p:cNvSpPr/>
            <p:nvPr/>
          </p:nvSpPr>
          <p:spPr>
            <a:xfrm>
              <a:off x="4480485" y="5234245"/>
              <a:ext cx="8190" cy="18337"/>
            </a:xfrm>
            <a:custGeom>
              <a:avLst/>
              <a:gdLst>
                <a:gd name="connsiteX0" fmla="*/ 6560 w 8190"/>
                <a:gd name="connsiteY0" fmla="*/ 156 h 18337"/>
                <a:gd name="connsiteX1" fmla="*/ 8137 w 8190"/>
                <a:gd name="connsiteY1" fmla="*/ 16750 h 18337"/>
                <a:gd name="connsiteX2" fmla="*/ 2730 w 8190"/>
                <a:gd name="connsiteY2" fmla="*/ 18252 h 18337"/>
                <a:gd name="connsiteX3" fmla="*/ 2054 w 8190"/>
                <a:gd name="connsiteY3" fmla="*/ 18252 h 18337"/>
                <a:gd name="connsiteX4" fmla="*/ 1378 w 8190"/>
                <a:gd name="connsiteY4" fmla="*/ 17050 h 18337"/>
                <a:gd name="connsiteX5" fmla="*/ 101 w 8190"/>
                <a:gd name="connsiteY5" fmla="*/ 3610 h 18337"/>
                <a:gd name="connsiteX6" fmla="*/ 1152 w 8190"/>
                <a:gd name="connsiteY6" fmla="*/ 6 h 18337"/>
                <a:gd name="connsiteX7" fmla="*/ 6560 w 8190"/>
                <a:gd name="connsiteY7" fmla="*/ 156 h 18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190" h="18337">
                  <a:moveTo>
                    <a:pt x="6560" y="156"/>
                  </a:moveTo>
                  <a:cubicBezTo>
                    <a:pt x="7754" y="5600"/>
                    <a:pt x="8287" y="11179"/>
                    <a:pt x="8137" y="16750"/>
                  </a:cubicBezTo>
                  <a:lnTo>
                    <a:pt x="2730" y="18252"/>
                  </a:lnTo>
                  <a:cubicBezTo>
                    <a:pt x="2512" y="18327"/>
                    <a:pt x="2271" y="18327"/>
                    <a:pt x="2054" y="18252"/>
                  </a:cubicBezTo>
                  <a:cubicBezTo>
                    <a:pt x="1603" y="18252"/>
                    <a:pt x="1453" y="17501"/>
                    <a:pt x="1378" y="17050"/>
                  </a:cubicBezTo>
                  <a:cubicBezTo>
                    <a:pt x="582" y="12612"/>
                    <a:pt x="154" y="8115"/>
                    <a:pt x="101" y="3610"/>
                  </a:cubicBezTo>
                  <a:cubicBezTo>
                    <a:pt x="101" y="1358"/>
                    <a:pt x="-575" y="1132"/>
                    <a:pt x="1152" y="6"/>
                  </a:cubicBezTo>
                  <a:cubicBezTo>
                    <a:pt x="1528" y="-144"/>
                    <a:pt x="6560" y="231"/>
                    <a:pt x="6560" y="156"/>
                  </a:cubicBezTo>
                  <a:close/>
                </a:path>
              </a:pathLst>
            </a:custGeom>
            <a:solidFill>
              <a:srgbClr val="4C4C4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8" name="Content Placeholder 4">
              <a:extLst>
                <a:ext uri="{FF2B5EF4-FFF2-40B4-BE49-F238E27FC236}">
                  <a16:creationId xmlns:a16="http://schemas.microsoft.com/office/drawing/2014/main" id="{DBD6F5A6-E36D-13B5-7459-B77BF38E1DFD}"/>
                </a:ext>
              </a:extLst>
            </p:cNvPr>
            <p:cNvSpPr/>
            <p:nvPr/>
          </p:nvSpPr>
          <p:spPr>
            <a:xfrm>
              <a:off x="4436336" y="5236617"/>
              <a:ext cx="9582" cy="16845"/>
            </a:xfrm>
            <a:custGeom>
              <a:avLst/>
              <a:gdLst>
                <a:gd name="connsiteX0" fmla="*/ 9178 w 9582"/>
                <a:gd name="connsiteY0" fmla="*/ 13928 h 16845"/>
                <a:gd name="connsiteX1" fmla="*/ 7526 w 9582"/>
                <a:gd name="connsiteY1" fmla="*/ 2440 h 16845"/>
                <a:gd name="connsiteX2" fmla="*/ 466 w 9582"/>
                <a:gd name="connsiteY2" fmla="*/ 713 h 16845"/>
                <a:gd name="connsiteX3" fmla="*/ 16 w 9582"/>
                <a:gd name="connsiteY3" fmla="*/ 713 h 16845"/>
                <a:gd name="connsiteX4" fmla="*/ 16 w 9582"/>
                <a:gd name="connsiteY4" fmla="*/ 1238 h 16845"/>
                <a:gd name="connsiteX5" fmla="*/ 917 w 9582"/>
                <a:gd name="connsiteY5" fmla="*/ 7846 h 16845"/>
                <a:gd name="connsiteX6" fmla="*/ 1443 w 9582"/>
                <a:gd name="connsiteY6" fmla="*/ 16555 h 16845"/>
                <a:gd name="connsiteX7" fmla="*/ 8953 w 9582"/>
                <a:gd name="connsiteY7" fmla="*/ 15054 h 16845"/>
                <a:gd name="connsiteX8" fmla="*/ 9554 w 9582"/>
                <a:gd name="connsiteY8" fmla="*/ 14604 h 16845"/>
                <a:gd name="connsiteX9" fmla="*/ 9178 w 9582"/>
                <a:gd name="connsiteY9" fmla="*/ 13928 h 1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582" h="16845">
                  <a:moveTo>
                    <a:pt x="9178" y="13928"/>
                  </a:moveTo>
                  <a:cubicBezTo>
                    <a:pt x="8127" y="10249"/>
                    <a:pt x="8577" y="6419"/>
                    <a:pt x="7526" y="2440"/>
                  </a:cubicBezTo>
                  <a:cubicBezTo>
                    <a:pt x="6474" y="-1540"/>
                    <a:pt x="3470" y="413"/>
                    <a:pt x="466" y="713"/>
                  </a:cubicBezTo>
                  <a:cubicBezTo>
                    <a:pt x="466" y="713"/>
                    <a:pt x="466" y="713"/>
                    <a:pt x="16" y="713"/>
                  </a:cubicBezTo>
                  <a:cubicBezTo>
                    <a:pt x="-44" y="886"/>
                    <a:pt x="-44" y="1066"/>
                    <a:pt x="16" y="1238"/>
                  </a:cubicBezTo>
                  <a:cubicBezTo>
                    <a:pt x="128" y="3461"/>
                    <a:pt x="429" y="5676"/>
                    <a:pt x="917" y="7846"/>
                  </a:cubicBezTo>
                  <a:cubicBezTo>
                    <a:pt x="1428" y="10722"/>
                    <a:pt x="1608" y="13642"/>
                    <a:pt x="1443" y="16555"/>
                  </a:cubicBezTo>
                  <a:cubicBezTo>
                    <a:pt x="4049" y="17194"/>
                    <a:pt x="6797" y="16646"/>
                    <a:pt x="8953" y="15054"/>
                  </a:cubicBezTo>
                  <a:cubicBezTo>
                    <a:pt x="9193" y="14971"/>
                    <a:pt x="9403" y="14814"/>
                    <a:pt x="9554" y="14604"/>
                  </a:cubicBezTo>
                  <a:cubicBezTo>
                    <a:pt x="9554" y="14604"/>
                    <a:pt x="9178" y="14228"/>
                    <a:pt x="9178" y="13928"/>
                  </a:cubicBezTo>
                  <a:close/>
                </a:path>
              </a:pathLst>
            </a:custGeom>
            <a:solidFill>
              <a:srgbClr val="4C4C4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9" name="Content Placeholder 4">
              <a:extLst>
                <a:ext uri="{FF2B5EF4-FFF2-40B4-BE49-F238E27FC236}">
                  <a16:creationId xmlns:a16="http://schemas.microsoft.com/office/drawing/2014/main" id="{D19AD7DC-813B-D09B-6583-2370B2994AB8}"/>
                </a:ext>
              </a:extLst>
            </p:cNvPr>
            <p:cNvSpPr/>
            <p:nvPr/>
          </p:nvSpPr>
          <p:spPr>
            <a:xfrm>
              <a:off x="4318681" y="5192582"/>
              <a:ext cx="26000" cy="35308"/>
            </a:xfrm>
            <a:custGeom>
              <a:avLst/>
              <a:gdLst>
                <a:gd name="connsiteX0" fmla="*/ 7199 w 26000"/>
                <a:gd name="connsiteY0" fmla="*/ 21171 h 35308"/>
                <a:gd name="connsiteX1" fmla="*/ 1642 w 26000"/>
                <a:gd name="connsiteY1" fmla="*/ 14263 h 35308"/>
                <a:gd name="connsiteX2" fmla="*/ 140 w 26000"/>
                <a:gd name="connsiteY2" fmla="*/ 6755 h 35308"/>
                <a:gd name="connsiteX3" fmla="*/ 140 w 26000"/>
                <a:gd name="connsiteY3" fmla="*/ 3752 h 35308"/>
                <a:gd name="connsiteX4" fmla="*/ 1717 w 26000"/>
                <a:gd name="connsiteY4" fmla="*/ 1949 h 35308"/>
                <a:gd name="connsiteX5" fmla="*/ 9227 w 26000"/>
                <a:gd name="connsiteY5" fmla="*/ 373 h 35308"/>
                <a:gd name="connsiteX6" fmla="*/ 16737 w 26000"/>
                <a:gd name="connsiteY6" fmla="*/ 6530 h 35308"/>
                <a:gd name="connsiteX7" fmla="*/ 22970 w 26000"/>
                <a:gd name="connsiteY7" fmla="*/ 7956 h 35308"/>
                <a:gd name="connsiteX8" fmla="*/ 23496 w 26000"/>
                <a:gd name="connsiteY8" fmla="*/ 10509 h 35308"/>
                <a:gd name="connsiteX9" fmla="*/ 24923 w 26000"/>
                <a:gd name="connsiteY9" fmla="*/ 29280 h 35308"/>
                <a:gd name="connsiteX10" fmla="*/ 25674 w 26000"/>
                <a:gd name="connsiteY10" fmla="*/ 33034 h 35308"/>
                <a:gd name="connsiteX11" fmla="*/ 24172 w 26000"/>
                <a:gd name="connsiteY11" fmla="*/ 34086 h 35308"/>
                <a:gd name="connsiteX12" fmla="*/ 14934 w 26000"/>
                <a:gd name="connsiteY12" fmla="*/ 31307 h 35308"/>
                <a:gd name="connsiteX13" fmla="*/ 7199 w 26000"/>
                <a:gd name="connsiteY13" fmla="*/ 21171 h 35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000" h="35308">
                  <a:moveTo>
                    <a:pt x="7199" y="21171"/>
                  </a:moveTo>
                  <a:cubicBezTo>
                    <a:pt x="4984" y="19189"/>
                    <a:pt x="3106" y="16854"/>
                    <a:pt x="1642" y="14263"/>
                  </a:cubicBezTo>
                  <a:cubicBezTo>
                    <a:pt x="665" y="11883"/>
                    <a:pt x="155" y="9330"/>
                    <a:pt x="140" y="6755"/>
                  </a:cubicBezTo>
                  <a:cubicBezTo>
                    <a:pt x="-86" y="5763"/>
                    <a:pt x="-86" y="4742"/>
                    <a:pt x="140" y="3752"/>
                  </a:cubicBezTo>
                  <a:cubicBezTo>
                    <a:pt x="515" y="3031"/>
                    <a:pt x="1056" y="2415"/>
                    <a:pt x="1717" y="1949"/>
                  </a:cubicBezTo>
                  <a:cubicBezTo>
                    <a:pt x="3745" y="87"/>
                    <a:pt x="6621" y="-514"/>
                    <a:pt x="9227" y="373"/>
                  </a:cubicBezTo>
                  <a:cubicBezTo>
                    <a:pt x="12156" y="1724"/>
                    <a:pt x="13432" y="5703"/>
                    <a:pt x="16737" y="6530"/>
                  </a:cubicBezTo>
                  <a:cubicBezTo>
                    <a:pt x="20041" y="7355"/>
                    <a:pt x="21769" y="6530"/>
                    <a:pt x="22970" y="7956"/>
                  </a:cubicBezTo>
                  <a:cubicBezTo>
                    <a:pt x="23406" y="8729"/>
                    <a:pt x="23593" y="9623"/>
                    <a:pt x="23496" y="10509"/>
                  </a:cubicBezTo>
                  <a:cubicBezTo>
                    <a:pt x="22369" y="16786"/>
                    <a:pt x="22858" y="23243"/>
                    <a:pt x="24923" y="29280"/>
                  </a:cubicBezTo>
                  <a:cubicBezTo>
                    <a:pt x="25599" y="30482"/>
                    <a:pt x="26425" y="31908"/>
                    <a:pt x="25674" y="33034"/>
                  </a:cubicBezTo>
                  <a:cubicBezTo>
                    <a:pt x="25306" y="33545"/>
                    <a:pt x="24780" y="33913"/>
                    <a:pt x="24172" y="34086"/>
                  </a:cubicBezTo>
                  <a:cubicBezTo>
                    <a:pt x="18990" y="36188"/>
                    <a:pt x="17863" y="35662"/>
                    <a:pt x="14934" y="31307"/>
                  </a:cubicBezTo>
                  <a:cubicBezTo>
                    <a:pt x="12697" y="27681"/>
                    <a:pt x="10106" y="24287"/>
                    <a:pt x="7199" y="21171"/>
                  </a:cubicBezTo>
                  <a:close/>
                </a:path>
              </a:pathLst>
            </a:custGeom>
            <a:solidFill>
              <a:srgbClr val="DDD2C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0" name="Content Placeholder 4">
              <a:extLst>
                <a:ext uri="{FF2B5EF4-FFF2-40B4-BE49-F238E27FC236}">
                  <a16:creationId xmlns:a16="http://schemas.microsoft.com/office/drawing/2014/main" id="{CEEE086E-12E9-C71A-8E6E-F6ABF2913571}"/>
                </a:ext>
              </a:extLst>
            </p:cNvPr>
            <p:cNvSpPr/>
            <p:nvPr/>
          </p:nvSpPr>
          <p:spPr>
            <a:xfrm>
              <a:off x="4330186" y="5121657"/>
              <a:ext cx="99945" cy="143903"/>
            </a:xfrm>
            <a:custGeom>
              <a:avLst/>
              <a:gdLst>
                <a:gd name="connsiteX0" fmla="*/ 5007 w 99945"/>
                <a:gd name="connsiteY0" fmla="*/ 116949 h 143903"/>
                <a:gd name="connsiteX1" fmla="*/ 14169 w 99945"/>
                <a:gd name="connsiteY1" fmla="*/ 130840 h 143903"/>
                <a:gd name="connsiteX2" fmla="*/ 28438 w 99945"/>
                <a:gd name="connsiteY2" fmla="*/ 143604 h 143903"/>
                <a:gd name="connsiteX3" fmla="*/ 49466 w 99945"/>
                <a:gd name="connsiteY3" fmla="*/ 133017 h 143903"/>
                <a:gd name="connsiteX4" fmla="*/ 67415 w 99945"/>
                <a:gd name="connsiteY4" fmla="*/ 105762 h 143903"/>
                <a:gd name="connsiteX5" fmla="*/ 70344 w 99945"/>
                <a:gd name="connsiteY5" fmla="*/ 93147 h 143903"/>
                <a:gd name="connsiteX6" fmla="*/ 95352 w 99945"/>
                <a:gd name="connsiteY6" fmla="*/ 25571 h 143903"/>
                <a:gd name="connsiteX7" fmla="*/ 98281 w 99945"/>
                <a:gd name="connsiteY7" fmla="*/ 5374 h 143903"/>
                <a:gd name="connsiteX8" fmla="*/ 81909 w 99945"/>
                <a:gd name="connsiteY8" fmla="*/ 1169 h 143903"/>
                <a:gd name="connsiteX9" fmla="*/ 68842 w 99945"/>
                <a:gd name="connsiteY9" fmla="*/ 13708 h 143903"/>
                <a:gd name="connsiteX10" fmla="*/ 38351 w 99945"/>
                <a:gd name="connsiteY10" fmla="*/ 96902 h 143903"/>
                <a:gd name="connsiteX11" fmla="*/ 29564 w 99945"/>
                <a:gd name="connsiteY11" fmla="*/ 111919 h 143903"/>
                <a:gd name="connsiteX12" fmla="*/ 16197 w 99945"/>
                <a:gd name="connsiteY12" fmla="*/ 96151 h 143903"/>
                <a:gd name="connsiteX13" fmla="*/ 13418 w 99945"/>
                <a:gd name="connsiteY13" fmla="*/ 91871 h 143903"/>
                <a:gd name="connsiteX14" fmla="*/ 4256 w 99945"/>
                <a:gd name="connsiteY14" fmla="*/ 96677 h 143903"/>
                <a:gd name="connsiteX15" fmla="*/ 5007 w 99945"/>
                <a:gd name="connsiteY15" fmla="*/ 116949 h 14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9945" h="143903">
                  <a:moveTo>
                    <a:pt x="5007" y="116949"/>
                  </a:moveTo>
                  <a:lnTo>
                    <a:pt x="14169" y="130840"/>
                  </a:lnTo>
                  <a:cubicBezTo>
                    <a:pt x="17105" y="136772"/>
                    <a:pt x="22212" y="141344"/>
                    <a:pt x="28438" y="143604"/>
                  </a:cubicBezTo>
                  <a:cubicBezTo>
                    <a:pt x="36474" y="145256"/>
                    <a:pt x="43833" y="139024"/>
                    <a:pt x="49466" y="133017"/>
                  </a:cubicBezTo>
                  <a:cubicBezTo>
                    <a:pt x="57359" y="125344"/>
                    <a:pt x="63487" y="116048"/>
                    <a:pt x="67415" y="105762"/>
                  </a:cubicBezTo>
                  <a:cubicBezTo>
                    <a:pt x="68646" y="101617"/>
                    <a:pt x="69623" y="97405"/>
                    <a:pt x="70344" y="93147"/>
                  </a:cubicBezTo>
                  <a:cubicBezTo>
                    <a:pt x="75511" y="69571"/>
                    <a:pt x="83929" y="46836"/>
                    <a:pt x="95352" y="25571"/>
                  </a:cubicBezTo>
                  <a:cubicBezTo>
                    <a:pt x="98581" y="19189"/>
                    <a:pt x="102036" y="11455"/>
                    <a:pt x="98281" y="5374"/>
                  </a:cubicBezTo>
                  <a:cubicBezTo>
                    <a:pt x="94481" y="313"/>
                    <a:pt x="87677" y="-1436"/>
                    <a:pt x="81909" y="1169"/>
                  </a:cubicBezTo>
                  <a:cubicBezTo>
                    <a:pt x="76382" y="3932"/>
                    <a:pt x="71823" y="8302"/>
                    <a:pt x="68842" y="13708"/>
                  </a:cubicBezTo>
                  <a:cubicBezTo>
                    <a:pt x="52921" y="38861"/>
                    <a:pt x="55324" y="72424"/>
                    <a:pt x="38351" y="96902"/>
                  </a:cubicBezTo>
                  <a:cubicBezTo>
                    <a:pt x="35723" y="100731"/>
                    <a:pt x="33845" y="110417"/>
                    <a:pt x="29564" y="111919"/>
                  </a:cubicBezTo>
                  <a:cubicBezTo>
                    <a:pt x="25284" y="113420"/>
                    <a:pt x="19050" y="99905"/>
                    <a:pt x="16197" y="96151"/>
                  </a:cubicBezTo>
                  <a:cubicBezTo>
                    <a:pt x="15145" y="94800"/>
                    <a:pt x="14544" y="93147"/>
                    <a:pt x="13418" y="91871"/>
                  </a:cubicBezTo>
                  <a:cubicBezTo>
                    <a:pt x="12291" y="90595"/>
                    <a:pt x="5908" y="95926"/>
                    <a:pt x="4256" y="96677"/>
                  </a:cubicBezTo>
                  <a:cubicBezTo>
                    <a:pt x="-4005" y="101632"/>
                    <a:pt x="1627" y="111994"/>
                    <a:pt x="5007" y="116949"/>
                  </a:cubicBezTo>
                  <a:close/>
                </a:path>
              </a:pathLst>
            </a:custGeom>
            <a:solidFill>
              <a:srgbClr val="67302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1" name="Content Placeholder 4">
              <a:extLst>
                <a:ext uri="{FF2B5EF4-FFF2-40B4-BE49-F238E27FC236}">
                  <a16:creationId xmlns:a16="http://schemas.microsoft.com/office/drawing/2014/main" id="{B7795C39-6C81-B3A4-573D-6703C3D43808}"/>
                </a:ext>
              </a:extLst>
            </p:cNvPr>
            <p:cNvSpPr/>
            <p:nvPr/>
          </p:nvSpPr>
          <p:spPr>
            <a:xfrm>
              <a:off x="4374992" y="4931893"/>
              <a:ext cx="179625" cy="223292"/>
            </a:xfrm>
            <a:custGeom>
              <a:avLst/>
              <a:gdLst>
                <a:gd name="connsiteX0" fmla="*/ 4509 w 179625"/>
                <a:gd name="connsiteY0" fmla="*/ 152940 h 223292"/>
                <a:gd name="connsiteX1" fmla="*/ 13671 w 179625"/>
                <a:gd name="connsiteY1" fmla="*/ 140326 h 223292"/>
                <a:gd name="connsiteX2" fmla="*/ 14122 w 179625"/>
                <a:gd name="connsiteY2" fmla="*/ 128012 h 223292"/>
                <a:gd name="connsiteX3" fmla="*/ 19830 w 179625"/>
                <a:gd name="connsiteY3" fmla="*/ 117800 h 223292"/>
                <a:gd name="connsiteX4" fmla="*/ 30344 w 179625"/>
                <a:gd name="connsiteY4" fmla="*/ 121404 h 223292"/>
                <a:gd name="connsiteX5" fmla="*/ 35976 w 179625"/>
                <a:gd name="connsiteY5" fmla="*/ 119227 h 223292"/>
                <a:gd name="connsiteX6" fmla="*/ 55352 w 179625"/>
                <a:gd name="connsiteY6" fmla="*/ 94975 h 223292"/>
                <a:gd name="connsiteX7" fmla="*/ 56704 w 179625"/>
                <a:gd name="connsiteY7" fmla="*/ 63064 h 223292"/>
                <a:gd name="connsiteX8" fmla="*/ 53474 w 179625"/>
                <a:gd name="connsiteY8" fmla="*/ 42265 h 223292"/>
                <a:gd name="connsiteX9" fmla="*/ 47316 w 179625"/>
                <a:gd name="connsiteY9" fmla="*/ 13283 h 223292"/>
                <a:gd name="connsiteX10" fmla="*/ 89297 w 179625"/>
                <a:gd name="connsiteY10" fmla="*/ 1419 h 223292"/>
                <a:gd name="connsiteX11" fmla="*/ 140140 w 179625"/>
                <a:gd name="connsiteY11" fmla="*/ 42040 h 223292"/>
                <a:gd name="connsiteX12" fmla="*/ 143294 w 179625"/>
                <a:gd name="connsiteY12" fmla="*/ 79582 h 223292"/>
                <a:gd name="connsiteX13" fmla="*/ 144495 w 179625"/>
                <a:gd name="connsiteY13" fmla="*/ 99104 h 223292"/>
                <a:gd name="connsiteX14" fmla="*/ 149227 w 179625"/>
                <a:gd name="connsiteY14" fmla="*/ 103985 h 223292"/>
                <a:gd name="connsiteX15" fmla="*/ 152381 w 179625"/>
                <a:gd name="connsiteY15" fmla="*/ 112469 h 223292"/>
                <a:gd name="connsiteX16" fmla="*/ 156286 w 179625"/>
                <a:gd name="connsiteY16" fmla="*/ 114421 h 223292"/>
                <a:gd name="connsiteX17" fmla="*/ 173484 w 179625"/>
                <a:gd name="connsiteY17" fmla="*/ 128612 h 223292"/>
                <a:gd name="connsiteX18" fmla="*/ 174160 w 179625"/>
                <a:gd name="connsiteY18" fmla="*/ 137322 h 223292"/>
                <a:gd name="connsiteX19" fmla="*/ 177614 w 179625"/>
                <a:gd name="connsiteY19" fmla="*/ 140250 h 223292"/>
                <a:gd name="connsiteX20" fmla="*/ 178290 w 179625"/>
                <a:gd name="connsiteY20" fmla="*/ 151288 h 223292"/>
                <a:gd name="connsiteX21" fmla="*/ 174460 w 179625"/>
                <a:gd name="connsiteY21" fmla="*/ 162325 h 223292"/>
                <a:gd name="connsiteX22" fmla="*/ 175812 w 179625"/>
                <a:gd name="connsiteY22" fmla="*/ 170660 h 223292"/>
                <a:gd name="connsiteX23" fmla="*/ 167776 w 179625"/>
                <a:gd name="connsiteY23" fmla="*/ 182373 h 223292"/>
                <a:gd name="connsiteX24" fmla="*/ 154859 w 179625"/>
                <a:gd name="connsiteY24" fmla="*/ 187554 h 223292"/>
                <a:gd name="connsiteX25" fmla="*/ 153432 w 179625"/>
                <a:gd name="connsiteY25" fmla="*/ 191758 h 223292"/>
                <a:gd name="connsiteX26" fmla="*/ 150053 w 179625"/>
                <a:gd name="connsiteY26" fmla="*/ 193786 h 223292"/>
                <a:gd name="connsiteX27" fmla="*/ 121440 w 179625"/>
                <a:gd name="connsiteY27" fmla="*/ 194311 h 223292"/>
                <a:gd name="connsiteX28" fmla="*/ 111677 w 179625"/>
                <a:gd name="connsiteY28" fmla="*/ 211656 h 223292"/>
                <a:gd name="connsiteX29" fmla="*/ 89147 w 179625"/>
                <a:gd name="connsiteY29" fmla="*/ 217513 h 223292"/>
                <a:gd name="connsiteX30" fmla="*/ 84265 w 179625"/>
                <a:gd name="connsiteY30" fmla="*/ 222243 h 223292"/>
                <a:gd name="connsiteX31" fmla="*/ 70222 w 179625"/>
                <a:gd name="connsiteY31" fmla="*/ 216386 h 223292"/>
                <a:gd name="connsiteX32" fmla="*/ 61210 w 179625"/>
                <a:gd name="connsiteY32" fmla="*/ 202195 h 223292"/>
                <a:gd name="connsiteX33" fmla="*/ 31170 w 179625"/>
                <a:gd name="connsiteY33" fmla="*/ 200919 h 223292"/>
                <a:gd name="connsiteX34" fmla="*/ 11569 w 179625"/>
                <a:gd name="connsiteY34" fmla="*/ 195212 h 223292"/>
                <a:gd name="connsiteX35" fmla="*/ 6762 w 179625"/>
                <a:gd name="connsiteY35" fmla="*/ 190107 h 223292"/>
                <a:gd name="connsiteX36" fmla="*/ 4584 w 179625"/>
                <a:gd name="connsiteY36" fmla="*/ 172161 h 223292"/>
                <a:gd name="connsiteX37" fmla="*/ 754 w 179625"/>
                <a:gd name="connsiteY37" fmla="*/ 167431 h 223292"/>
                <a:gd name="connsiteX38" fmla="*/ 4509 w 179625"/>
                <a:gd name="connsiteY38" fmla="*/ 152940 h 22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179625" h="223292">
                  <a:moveTo>
                    <a:pt x="4509" y="152940"/>
                  </a:moveTo>
                  <a:cubicBezTo>
                    <a:pt x="8414" y="149426"/>
                    <a:pt x="11531" y="145123"/>
                    <a:pt x="13671" y="140326"/>
                  </a:cubicBezTo>
                  <a:cubicBezTo>
                    <a:pt x="14347" y="136256"/>
                    <a:pt x="14505" y="132119"/>
                    <a:pt x="14122" y="128012"/>
                  </a:cubicBezTo>
                  <a:cubicBezTo>
                    <a:pt x="13859" y="123784"/>
                    <a:pt x="16090" y="119790"/>
                    <a:pt x="19830" y="117800"/>
                  </a:cubicBezTo>
                  <a:cubicBezTo>
                    <a:pt x="23585" y="116449"/>
                    <a:pt x="27340" y="118701"/>
                    <a:pt x="30344" y="121404"/>
                  </a:cubicBezTo>
                  <a:cubicBezTo>
                    <a:pt x="32146" y="120578"/>
                    <a:pt x="34174" y="119978"/>
                    <a:pt x="35976" y="119227"/>
                  </a:cubicBezTo>
                  <a:cubicBezTo>
                    <a:pt x="45792" y="114512"/>
                    <a:pt x="52926" y="105584"/>
                    <a:pt x="55352" y="94975"/>
                  </a:cubicBezTo>
                  <a:cubicBezTo>
                    <a:pt x="57642" y="84493"/>
                    <a:pt x="58100" y="73695"/>
                    <a:pt x="56704" y="63064"/>
                  </a:cubicBezTo>
                  <a:cubicBezTo>
                    <a:pt x="56313" y="56043"/>
                    <a:pt x="55232" y="49075"/>
                    <a:pt x="53474" y="42265"/>
                  </a:cubicBezTo>
                  <a:cubicBezTo>
                    <a:pt x="44387" y="35282"/>
                    <a:pt x="38454" y="23419"/>
                    <a:pt x="47316" y="13283"/>
                  </a:cubicBezTo>
                  <a:cubicBezTo>
                    <a:pt x="58078" y="1930"/>
                    <a:pt x="74187" y="-2620"/>
                    <a:pt x="89297" y="1419"/>
                  </a:cubicBezTo>
                  <a:cubicBezTo>
                    <a:pt x="105819" y="6074"/>
                    <a:pt x="139314" y="24921"/>
                    <a:pt x="140140" y="42040"/>
                  </a:cubicBezTo>
                  <a:cubicBezTo>
                    <a:pt x="140816" y="54654"/>
                    <a:pt x="138337" y="67944"/>
                    <a:pt x="143294" y="79582"/>
                  </a:cubicBezTo>
                  <a:cubicBezTo>
                    <a:pt x="147725" y="89944"/>
                    <a:pt x="135333" y="92572"/>
                    <a:pt x="144495" y="99104"/>
                  </a:cubicBezTo>
                  <a:cubicBezTo>
                    <a:pt x="146448" y="100321"/>
                    <a:pt x="148078" y="101995"/>
                    <a:pt x="149227" y="103985"/>
                  </a:cubicBezTo>
                  <a:cubicBezTo>
                    <a:pt x="150579" y="106763"/>
                    <a:pt x="150203" y="110292"/>
                    <a:pt x="152381" y="112469"/>
                  </a:cubicBezTo>
                  <a:cubicBezTo>
                    <a:pt x="153507" y="113423"/>
                    <a:pt x="154844" y="114091"/>
                    <a:pt x="156286" y="114421"/>
                  </a:cubicBezTo>
                  <a:cubicBezTo>
                    <a:pt x="163796" y="116824"/>
                    <a:pt x="173259" y="120578"/>
                    <a:pt x="173484" y="128612"/>
                  </a:cubicBezTo>
                  <a:cubicBezTo>
                    <a:pt x="173484" y="131541"/>
                    <a:pt x="172357" y="134920"/>
                    <a:pt x="174160" y="137322"/>
                  </a:cubicBezTo>
                  <a:cubicBezTo>
                    <a:pt x="175241" y="138381"/>
                    <a:pt x="176398" y="139357"/>
                    <a:pt x="177614" y="140250"/>
                  </a:cubicBezTo>
                  <a:cubicBezTo>
                    <a:pt x="179988" y="143479"/>
                    <a:pt x="180250" y="147797"/>
                    <a:pt x="178290" y="151288"/>
                  </a:cubicBezTo>
                  <a:cubicBezTo>
                    <a:pt x="176300" y="154682"/>
                    <a:pt x="175001" y="158429"/>
                    <a:pt x="174460" y="162325"/>
                  </a:cubicBezTo>
                  <a:cubicBezTo>
                    <a:pt x="174460" y="165103"/>
                    <a:pt x="175587" y="167806"/>
                    <a:pt x="175812" y="170660"/>
                  </a:cubicBezTo>
                  <a:cubicBezTo>
                    <a:pt x="176000" y="175908"/>
                    <a:pt x="172740" y="180661"/>
                    <a:pt x="167776" y="182373"/>
                  </a:cubicBezTo>
                  <a:cubicBezTo>
                    <a:pt x="163195" y="183799"/>
                    <a:pt x="156812" y="183124"/>
                    <a:pt x="154859" y="187554"/>
                  </a:cubicBezTo>
                  <a:cubicBezTo>
                    <a:pt x="154258" y="188905"/>
                    <a:pt x="154334" y="190557"/>
                    <a:pt x="153432" y="191758"/>
                  </a:cubicBezTo>
                  <a:cubicBezTo>
                    <a:pt x="152584" y="192817"/>
                    <a:pt x="151390" y="193538"/>
                    <a:pt x="150053" y="193786"/>
                  </a:cubicBezTo>
                  <a:cubicBezTo>
                    <a:pt x="140515" y="196038"/>
                    <a:pt x="128875" y="187929"/>
                    <a:pt x="121440" y="194311"/>
                  </a:cubicBezTo>
                  <a:cubicBezTo>
                    <a:pt x="116333" y="198666"/>
                    <a:pt x="116934" y="207376"/>
                    <a:pt x="111677" y="211656"/>
                  </a:cubicBezTo>
                  <a:cubicBezTo>
                    <a:pt x="106420" y="215936"/>
                    <a:pt x="95380" y="212482"/>
                    <a:pt x="89147" y="217513"/>
                  </a:cubicBezTo>
                  <a:cubicBezTo>
                    <a:pt x="87344" y="218939"/>
                    <a:pt x="86143" y="221042"/>
                    <a:pt x="84265" y="222243"/>
                  </a:cubicBezTo>
                  <a:cubicBezTo>
                    <a:pt x="79459" y="225246"/>
                    <a:pt x="73150" y="221117"/>
                    <a:pt x="70222" y="216386"/>
                  </a:cubicBezTo>
                  <a:cubicBezTo>
                    <a:pt x="68006" y="211198"/>
                    <a:pt x="64965" y="206408"/>
                    <a:pt x="61210" y="202195"/>
                  </a:cubicBezTo>
                  <a:cubicBezTo>
                    <a:pt x="53249" y="195813"/>
                    <a:pt x="41684" y="200544"/>
                    <a:pt x="31170" y="200919"/>
                  </a:cubicBezTo>
                  <a:cubicBezTo>
                    <a:pt x="24200" y="201129"/>
                    <a:pt x="17336" y="199132"/>
                    <a:pt x="11569" y="195212"/>
                  </a:cubicBezTo>
                  <a:cubicBezTo>
                    <a:pt x="9548" y="193959"/>
                    <a:pt x="7896" y="192194"/>
                    <a:pt x="6762" y="190107"/>
                  </a:cubicBezTo>
                  <a:cubicBezTo>
                    <a:pt x="4134" y="184626"/>
                    <a:pt x="7738" y="177342"/>
                    <a:pt x="4584" y="172161"/>
                  </a:cubicBezTo>
                  <a:cubicBezTo>
                    <a:pt x="3458" y="170435"/>
                    <a:pt x="1806" y="169158"/>
                    <a:pt x="754" y="167431"/>
                  </a:cubicBezTo>
                  <a:cubicBezTo>
                    <a:pt x="-1093" y="162288"/>
                    <a:pt x="394" y="156536"/>
                    <a:pt x="4509" y="152940"/>
                  </a:cubicBezTo>
                  <a:close/>
                </a:path>
              </a:pathLst>
            </a:custGeom>
            <a:solidFill>
              <a:srgbClr val="7C6C6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2" name="Content Placeholder 4">
              <a:extLst>
                <a:ext uri="{FF2B5EF4-FFF2-40B4-BE49-F238E27FC236}">
                  <a16:creationId xmlns:a16="http://schemas.microsoft.com/office/drawing/2014/main" id="{1DD83DFC-2119-7565-0E27-825515F080C8}"/>
                </a:ext>
              </a:extLst>
            </p:cNvPr>
            <p:cNvSpPr/>
            <p:nvPr/>
          </p:nvSpPr>
          <p:spPr>
            <a:xfrm>
              <a:off x="4212839" y="5044693"/>
              <a:ext cx="28719" cy="111008"/>
            </a:xfrm>
            <a:custGeom>
              <a:avLst/>
              <a:gdLst>
                <a:gd name="connsiteX0" fmla="*/ 16 w 28719"/>
                <a:gd name="connsiteY0" fmla="*/ 96904 h 111008"/>
                <a:gd name="connsiteX1" fmla="*/ 2720 w 28719"/>
                <a:gd name="connsiteY1" fmla="*/ 107942 h 111008"/>
                <a:gd name="connsiteX2" fmla="*/ 12317 w 28719"/>
                <a:gd name="connsiteY2" fmla="*/ 109789 h 111008"/>
                <a:gd name="connsiteX3" fmla="*/ 12783 w 28719"/>
                <a:gd name="connsiteY3" fmla="*/ 109443 h 111008"/>
                <a:gd name="connsiteX4" fmla="*/ 14585 w 28719"/>
                <a:gd name="connsiteY4" fmla="*/ 102686 h 111008"/>
                <a:gd name="connsiteX5" fmla="*/ 12558 w 28719"/>
                <a:gd name="connsiteY5" fmla="*/ 51553 h 111008"/>
                <a:gd name="connsiteX6" fmla="*/ 15487 w 28719"/>
                <a:gd name="connsiteY6" fmla="*/ 33007 h 111008"/>
                <a:gd name="connsiteX7" fmla="*/ 24198 w 28719"/>
                <a:gd name="connsiteY7" fmla="*/ 26024 h 111008"/>
                <a:gd name="connsiteX8" fmla="*/ 27427 w 28719"/>
                <a:gd name="connsiteY8" fmla="*/ 16113 h 111008"/>
                <a:gd name="connsiteX9" fmla="*/ 24799 w 28719"/>
                <a:gd name="connsiteY9" fmla="*/ 11908 h 111008"/>
                <a:gd name="connsiteX10" fmla="*/ 27803 w 28719"/>
                <a:gd name="connsiteY10" fmla="*/ 5677 h 111008"/>
                <a:gd name="connsiteX11" fmla="*/ 26752 w 28719"/>
                <a:gd name="connsiteY11" fmla="*/ -30 h 111008"/>
                <a:gd name="connsiteX12" fmla="*/ 17740 w 28719"/>
                <a:gd name="connsiteY12" fmla="*/ 11908 h 111008"/>
                <a:gd name="connsiteX13" fmla="*/ 14360 w 28719"/>
                <a:gd name="connsiteY13" fmla="*/ 13786 h 111008"/>
                <a:gd name="connsiteX14" fmla="*/ 8953 w 28719"/>
                <a:gd name="connsiteY14" fmla="*/ 10782 h 111008"/>
                <a:gd name="connsiteX15" fmla="*/ 3846 w 28719"/>
                <a:gd name="connsiteY15" fmla="*/ 11833 h 111008"/>
                <a:gd name="connsiteX16" fmla="*/ 3320 w 28719"/>
                <a:gd name="connsiteY16" fmla="*/ 50427 h 111008"/>
                <a:gd name="connsiteX17" fmla="*/ 16 w 28719"/>
                <a:gd name="connsiteY17" fmla="*/ 96904 h 111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8719" h="111008">
                  <a:moveTo>
                    <a:pt x="16" y="96904"/>
                  </a:moveTo>
                  <a:cubicBezTo>
                    <a:pt x="-254" y="100778"/>
                    <a:pt x="692" y="104630"/>
                    <a:pt x="2720" y="107942"/>
                  </a:cubicBezTo>
                  <a:cubicBezTo>
                    <a:pt x="4860" y="111103"/>
                    <a:pt x="9156" y="111929"/>
                    <a:pt x="12317" y="109789"/>
                  </a:cubicBezTo>
                  <a:cubicBezTo>
                    <a:pt x="12475" y="109684"/>
                    <a:pt x="12633" y="109564"/>
                    <a:pt x="12783" y="109443"/>
                  </a:cubicBezTo>
                  <a:cubicBezTo>
                    <a:pt x="14142" y="107461"/>
                    <a:pt x="14781" y="105081"/>
                    <a:pt x="14585" y="102686"/>
                  </a:cubicBezTo>
                  <a:cubicBezTo>
                    <a:pt x="14886" y="85619"/>
                    <a:pt x="14210" y="68545"/>
                    <a:pt x="12558" y="51553"/>
                  </a:cubicBezTo>
                  <a:cubicBezTo>
                    <a:pt x="11108" y="45224"/>
                    <a:pt x="12160" y="38578"/>
                    <a:pt x="15487" y="33007"/>
                  </a:cubicBezTo>
                  <a:cubicBezTo>
                    <a:pt x="18168" y="30417"/>
                    <a:pt x="21082" y="28074"/>
                    <a:pt x="24198" y="26024"/>
                  </a:cubicBezTo>
                  <a:cubicBezTo>
                    <a:pt x="27352" y="23802"/>
                    <a:pt x="28667" y="19770"/>
                    <a:pt x="27427" y="16113"/>
                  </a:cubicBezTo>
                  <a:cubicBezTo>
                    <a:pt x="26601" y="14687"/>
                    <a:pt x="25099" y="13485"/>
                    <a:pt x="24799" y="11908"/>
                  </a:cubicBezTo>
                  <a:cubicBezTo>
                    <a:pt x="24499" y="10332"/>
                    <a:pt x="26451" y="7629"/>
                    <a:pt x="27803" y="5677"/>
                  </a:cubicBezTo>
                  <a:cubicBezTo>
                    <a:pt x="29155" y="3724"/>
                    <a:pt x="29080" y="195"/>
                    <a:pt x="26752" y="-30"/>
                  </a:cubicBezTo>
                  <a:cubicBezTo>
                    <a:pt x="24363" y="4378"/>
                    <a:pt x="21329" y="8402"/>
                    <a:pt x="17740" y="11908"/>
                  </a:cubicBezTo>
                  <a:cubicBezTo>
                    <a:pt x="16868" y="12907"/>
                    <a:pt x="15674" y="13576"/>
                    <a:pt x="14360" y="13786"/>
                  </a:cubicBezTo>
                  <a:cubicBezTo>
                    <a:pt x="12257" y="13786"/>
                    <a:pt x="10680" y="11984"/>
                    <a:pt x="8953" y="10782"/>
                  </a:cubicBezTo>
                  <a:cubicBezTo>
                    <a:pt x="7226" y="9581"/>
                    <a:pt x="3996" y="9656"/>
                    <a:pt x="3846" y="11833"/>
                  </a:cubicBezTo>
                  <a:cubicBezTo>
                    <a:pt x="9328" y="22871"/>
                    <a:pt x="4822" y="38789"/>
                    <a:pt x="3320" y="50427"/>
                  </a:cubicBezTo>
                  <a:cubicBezTo>
                    <a:pt x="1022" y="65812"/>
                    <a:pt x="-82" y="81347"/>
                    <a:pt x="16" y="96904"/>
                  </a:cubicBezTo>
                  <a:close/>
                </a:path>
              </a:pathLst>
            </a:custGeom>
            <a:solidFill>
              <a:srgbClr val="E2D6C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3" name="Content Placeholder 4">
              <a:extLst>
                <a:ext uri="{FF2B5EF4-FFF2-40B4-BE49-F238E27FC236}">
                  <a16:creationId xmlns:a16="http://schemas.microsoft.com/office/drawing/2014/main" id="{7E29D595-C12E-9382-3F63-34B3E31D6C25}"/>
                </a:ext>
              </a:extLst>
            </p:cNvPr>
            <p:cNvSpPr/>
            <p:nvPr/>
          </p:nvSpPr>
          <p:spPr>
            <a:xfrm>
              <a:off x="4148238" y="5096883"/>
              <a:ext cx="90521" cy="102361"/>
            </a:xfrm>
            <a:custGeom>
              <a:avLst/>
              <a:gdLst>
                <a:gd name="connsiteX0" fmla="*/ 87898 w 90521"/>
                <a:gd name="connsiteY0" fmla="*/ 26093 h 102361"/>
                <a:gd name="connsiteX1" fmla="*/ 80763 w 90521"/>
                <a:gd name="connsiteY1" fmla="*/ 24666 h 102361"/>
                <a:gd name="connsiteX2" fmla="*/ 61237 w 90521"/>
                <a:gd name="connsiteY2" fmla="*/ 24216 h 102361"/>
                <a:gd name="connsiteX3" fmla="*/ 55530 w 90521"/>
                <a:gd name="connsiteY3" fmla="*/ 26393 h 102361"/>
                <a:gd name="connsiteX4" fmla="*/ 58684 w 90521"/>
                <a:gd name="connsiteY4" fmla="*/ 33151 h 102361"/>
                <a:gd name="connsiteX5" fmla="*/ 61763 w 90521"/>
                <a:gd name="connsiteY5" fmla="*/ 59055 h 102361"/>
                <a:gd name="connsiteX6" fmla="*/ 58158 w 90521"/>
                <a:gd name="connsiteY6" fmla="*/ 65362 h 102361"/>
                <a:gd name="connsiteX7" fmla="*/ 50648 w 90521"/>
                <a:gd name="connsiteY7" fmla="*/ 58605 h 102361"/>
                <a:gd name="connsiteX8" fmla="*/ 37656 w 90521"/>
                <a:gd name="connsiteY8" fmla="*/ 22639 h 102361"/>
                <a:gd name="connsiteX9" fmla="*/ 30521 w 90521"/>
                <a:gd name="connsiteY9" fmla="*/ 7622 h 102361"/>
                <a:gd name="connsiteX10" fmla="*/ 2434 w 90521"/>
                <a:gd name="connsiteY10" fmla="*/ 24291 h 102361"/>
                <a:gd name="connsiteX11" fmla="*/ 46893 w 90521"/>
                <a:gd name="connsiteY11" fmla="*/ 85785 h 102361"/>
                <a:gd name="connsiteX12" fmla="*/ 70550 w 90521"/>
                <a:gd name="connsiteY12" fmla="*/ 102304 h 102361"/>
                <a:gd name="connsiteX13" fmla="*/ 73328 w 90521"/>
                <a:gd name="connsiteY13" fmla="*/ 101403 h 102361"/>
                <a:gd name="connsiteX14" fmla="*/ 80838 w 90521"/>
                <a:gd name="connsiteY14" fmla="*/ 95321 h 102361"/>
                <a:gd name="connsiteX15" fmla="*/ 82941 w 90521"/>
                <a:gd name="connsiteY15" fmla="*/ 51171 h 102361"/>
                <a:gd name="connsiteX16" fmla="*/ 83392 w 90521"/>
                <a:gd name="connsiteY16" fmla="*/ 37130 h 102361"/>
                <a:gd name="connsiteX17" fmla="*/ 90076 w 90521"/>
                <a:gd name="connsiteY17" fmla="*/ 32250 h 102361"/>
                <a:gd name="connsiteX18" fmla="*/ 87898 w 90521"/>
                <a:gd name="connsiteY18" fmla="*/ 26093 h 10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0521" h="102361">
                  <a:moveTo>
                    <a:pt x="87898" y="26093"/>
                  </a:moveTo>
                  <a:cubicBezTo>
                    <a:pt x="85690" y="24982"/>
                    <a:pt x="83226" y="24486"/>
                    <a:pt x="80763" y="24666"/>
                  </a:cubicBezTo>
                  <a:lnTo>
                    <a:pt x="61237" y="24216"/>
                  </a:lnTo>
                  <a:cubicBezTo>
                    <a:pt x="59059" y="24216"/>
                    <a:pt x="56431" y="24216"/>
                    <a:pt x="55530" y="26393"/>
                  </a:cubicBezTo>
                  <a:cubicBezTo>
                    <a:pt x="54628" y="28571"/>
                    <a:pt x="56957" y="31199"/>
                    <a:pt x="58684" y="33151"/>
                  </a:cubicBezTo>
                  <a:cubicBezTo>
                    <a:pt x="64692" y="39908"/>
                    <a:pt x="63415" y="50195"/>
                    <a:pt x="61763" y="59055"/>
                  </a:cubicBezTo>
                  <a:cubicBezTo>
                    <a:pt x="61312" y="61533"/>
                    <a:pt x="60561" y="64461"/>
                    <a:pt x="58158" y="65362"/>
                  </a:cubicBezTo>
                  <a:cubicBezTo>
                    <a:pt x="54553" y="66638"/>
                    <a:pt x="51624" y="62209"/>
                    <a:pt x="50648" y="58605"/>
                  </a:cubicBezTo>
                  <a:cubicBezTo>
                    <a:pt x="46292" y="46591"/>
                    <a:pt x="42012" y="34578"/>
                    <a:pt x="37656" y="22639"/>
                  </a:cubicBezTo>
                  <a:cubicBezTo>
                    <a:pt x="36034" y="17308"/>
                    <a:pt x="33623" y="12247"/>
                    <a:pt x="30521" y="7622"/>
                  </a:cubicBezTo>
                  <a:cubicBezTo>
                    <a:pt x="17679" y="-9497"/>
                    <a:pt x="-8080" y="4769"/>
                    <a:pt x="2434" y="24291"/>
                  </a:cubicBezTo>
                  <a:cubicBezTo>
                    <a:pt x="14150" y="45915"/>
                    <a:pt x="32474" y="65888"/>
                    <a:pt x="46893" y="85785"/>
                  </a:cubicBezTo>
                  <a:cubicBezTo>
                    <a:pt x="52826" y="93894"/>
                    <a:pt x="60486" y="102904"/>
                    <a:pt x="70550" y="102304"/>
                  </a:cubicBezTo>
                  <a:cubicBezTo>
                    <a:pt x="71556" y="102349"/>
                    <a:pt x="72540" y="102034"/>
                    <a:pt x="73328" y="101403"/>
                  </a:cubicBezTo>
                  <a:cubicBezTo>
                    <a:pt x="74305" y="100502"/>
                    <a:pt x="80838" y="96597"/>
                    <a:pt x="80838" y="95321"/>
                  </a:cubicBezTo>
                  <a:cubicBezTo>
                    <a:pt x="81664" y="79853"/>
                    <a:pt x="82115" y="66564"/>
                    <a:pt x="82941" y="51171"/>
                  </a:cubicBezTo>
                  <a:cubicBezTo>
                    <a:pt x="82941" y="46741"/>
                    <a:pt x="81364" y="41035"/>
                    <a:pt x="83392" y="37130"/>
                  </a:cubicBezTo>
                  <a:cubicBezTo>
                    <a:pt x="85419" y="33226"/>
                    <a:pt x="85720" y="31424"/>
                    <a:pt x="90076" y="32250"/>
                  </a:cubicBezTo>
                  <a:cubicBezTo>
                    <a:pt x="91112" y="29945"/>
                    <a:pt x="90151" y="27234"/>
                    <a:pt x="87898" y="26093"/>
                  </a:cubicBezTo>
                  <a:close/>
                </a:path>
              </a:pathLst>
            </a:custGeom>
            <a:solidFill>
              <a:srgbClr val="537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4" name="Content Placeholder 4">
              <a:extLst>
                <a:ext uri="{FF2B5EF4-FFF2-40B4-BE49-F238E27FC236}">
                  <a16:creationId xmlns:a16="http://schemas.microsoft.com/office/drawing/2014/main" id="{07FF927B-19C2-E90D-3A2B-248CB9E20A8E}"/>
                </a:ext>
              </a:extLst>
            </p:cNvPr>
            <p:cNvSpPr/>
            <p:nvPr/>
          </p:nvSpPr>
          <p:spPr>
            <a:xfrm>
              <a:off x="4049329" y="5069104"/>
              <a:ext cx="144272" cy="233534"/>
            </a:xfrm>
            <a:custGeom>
              <a:avLst/>
              <a:gdLst>
                <a:gd name="connsiteX0" fmla="*/ 409 w 144272"/>
                <a:gd name="connsiteY0" fmla="*/ 188348 h 233534"/>
                <a:gd name="connsiteX1" fmla="*/ 21136 w 144272"/>
                <a:gd name="connsiteY1" fmla="*/ 102827 h 233534"/>
                <a:gd name="connsiteX2" fmla="*/ 32852 w 144272"/>
                <a:gd name="connsiteY2" fmla="*/ 39530 h 233534"/>
                <a:gd name="connsiteX3" fmla="*/ 39385 w 144272"/>
                <a:gd name="connsiteY3" fmla="*/ 4166 h 233534"/>
                <a:gd name="connsiteX4" fmla="*/ 43140 w 144272"/>
                <a:gd name="connsiteY4" fmla="*/ -24 h 233534"/>
                <a:gd name="connsiteX5" fmla="*/ 44417 w 144272"/>
                <a:gd name="connsiteY5" fmla="*/ 111 h 233534"/>
                <a:gd name="connsiteX6" fmla="*/ 84145 w 144272"/>
                <a:gd name="connsiteY6" fmla="*/ 5442 h 233534"/>
                <a:gd name="connsiteX7" fmla="*/ 113434 w 144272"/>
                <a:gd name="connsiteY7" fmla="*/ 15429 h 233534"/>
                <a:gd name="connsiteX8" fmla="*/ 119592 w 144272"/>
                <a:gd name="connsiteY8" fmla="*/ 21060 h 233534"/>
                <a:gd name="connsiteX9" fmla="*/ 121770 w 144272"/>
                <a:gd name="connsiteY9" fmla="*/ 29319 h 233534"/>
                <a:gd name="connsiteX10" fmla="*/ 137616 w 144272"/>
                <a:gd name="connsiteY10" fmla="*/ 106056 h 233534"/>
                <a:gd name="connsiteX11" fmla="*/ 141747 w 144272"/>
                <a:gd name="connsiteY11" fmla="*/ 156812 h 233534"/>
                <a:gd name="connsiteX12" fmla="*/ 144075 w 144272"/>
                <a:gd name="connsiteY12" fmla="*/ 211249 h 233534"/>
                <a:gd name="connsiteX13" fmla="*/ 130482 w 144272"/>
                <a:gd name="connsiteY13" fmla="*/ 233023 h 233534"/>
                <a:gd name="connsiteX14" fmla="*/ 92932 w 144272"/>
                <a:gd name="connsiteY14" fmla="*/ 229419 h 233534"/>
                <a:gd name="connsiteX15" fmla="*/ 8144 w 144272"/>
                <a:gd name="connsiteY15" fmla="*/ 205092 h 233534"/>
                <a:gd name="connsiteX16" fmla="*/ 1610 w 144272"/>
                <a:gd name="connsiteY16" fmla="*/ 199536 h 233534"/>
                <a:gd name="connsiteX17" fmla="*/ 409 w 144272"/>
                <a:gd name="connsiteY17" fmla="*/ 188348 h 233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4272" h="233534">
                  <a:moveTo>
                    <a:pt x="409" y="188348"/>
                  </a:moveTo>
                  <a:cubicBezTo>
                    <a:pt x="4239" y="159290"/>
                    <a:pt x="14377" y="131434"/>
                    <a:pt x="21136" y="102827"/>
                  </a:cubicBezTo>
                  <a:cubicBezTo>
                    <a:pt x="26018" y="81953"/>
                    <a:pt x="29172" y="60629"/>
                    <a:pt x="32852" y="39530"/>
                  </a:cubicBezTo>
                  <a:cubicBezTo>
                    <a:pt x="34880" y="27667"/>
                    <a:pt x="37133" y="15954"/>
                    <a:pt x="39385" y="4166"/>
                  </a:cubicBezTo>
                  <a:cubicBezTo>
                    <a:pt x="39265" y="1973"/>
                    <a:pt x="40948" y="96"/>
                    <a:pt x="43140" y="-24"/>
                  </a:cubicBezTo>
                  <a:cubicBezTo>
                    <a:pt x="43569" y="-47"/>
                    <a:pt x="44004" y="-1"/>
                    <a:pt x="44417" y="111"/>
                  </a:cubicBezTo>
                  <a:cubicBezTo>
                    <a:pt x="57755" y="1095"/>
                    <a:pt x="71018" y="2874"/>
                    <a:pt x="84145" y="5442"/>
                  </a:cubicBezTo>
                  <a:cubicBezTo>
                    <a:pt x="94419" y="7026"/>
                    <a:pt x="104332" y="10405"/>
                    <a:pt x="113434" y="15429"/>
                  </a:cubicBezTo>
                  <a:cubicBezTo>
                    <a:pt x="115920" y="16772"/>
                    <a:pt x="118038" y="18702"/>
                    <a:pt x="119592" y="21060"/>
                  </a:cubicBezTo>
                  <a:cubicBezTo>
                    <a:pt x="120839" y="23650"/>
                    <a:pt x="121575" y="26451"/>
                    <a:pt x="121770" y="29319"/>
                  </a:cubicBezTo>
                  <a:cubicBezTo>
                    <a:pt x="125075" y="55223"/>
                    <a:pt x="133561" y="80227"/>
                    <a:pt x="137616" y="106056"/>
                  </a:cubicBezTo>
                  <a:cubicBezTo>
                    <a:pt x="139937" y="122882"/>
                    <a:pt x="141311" y="139829"/>
                    <a:pt x="141747" y="156812"/>
                  </a:cubicBezTo>
                  <a:lnTo>
                    <a:pt x="144075" y="211249"/>
                  </a:lnTo>
                  <a:cubicBezTo>
                    <a:pt x="144525" y="221911"/>
                    <a:pt x="145126" y="236327"/>
                    <a:pt x="130482" y="233023"/>
                  </a:cubicBezTo>
                  <a:cubicBezTo>
                    <a:pt x="118075" y="230846"/>
                    <a:pt x="105526" y="229644"/>
                    <a:pt x="92932" y="229419"/>
                  </a:cubicBezTo>
                  <a:cubicBezTo>
                    <a:pt x="63200" y="227775"/>
                    <a:pt x="34226" y="219456"/>
                    <a:pt x="8144" y="205092"/>
                  </a:cubicBezTo>
                  <a:cubicBezTo>
                    <a:pt x="5523" y="203838"/>
                    <a:pt x="3270" y="201924"/>
                    <a:pt x="1610" y="199536"/>
                  </a:cubicBezTo>
                  <a:cubicBezTo>
                    <a:pt x="-34" y="196044"/>
                    <a:pt x="-455" y="192110"/>
                    <a:pt x="409" y="188348"/>
                  </a:cubicBezTo>
                  <a:close/>
                </a:path>
              </a:pathLst>
            </a:custGeom>
            <a:solidFill>
              <a:srgbClr val="F9F9F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5" name="Content Placeholder 4">
              <a:extLst>
                <a:ext uri="{FF2B5EF4-FFF2-40B4-BE49-F238E27FC236}">
                  <a16:creationId xmlns:a16="http://schemas.microsoft.com/office/drawing/2014/main" id="{5C979D5E-CF75-164A-C889-4051B6BF6754}"/>
                </a:ext>
              </a:extLst>
            </p:cNvPr>
            <p:cNvSpPr/>
            <p:nvPr/>
          </p:nvSpPr>
          <p:spPr>
            <a:xfrm>
              <a:off x="4073161" y="4966004"/>
              <a:ext cx="88703" cy="100926"/>
            </a:xfrm>
            <a:custGeom>
              <a:avLst/>
              <a:gdLst>
                <a:gd name="connsiteX0" fmla="*/ 41538 w 88703"/>
                <a:gd name="connsiteY0" fmla="*/ 2148 h 100926"/>
                <a:gd name="connsiteX1" fmla="*/ 67523 w 88703"/>
                <a:gd name="connsiteY1" fmla="*/ -30 h 100926"/>
                <a:gd name="connsiteX2" fmla="*/ 86298 w 88703"/>
                <a:gd name="connsiteY2" fmla="*/ 35561 h 100926"/>
                <a:gd name="connsiteX3" fmla="*/ 87274 w 88703"/>
                <a:gd name="connsiteY3" fmla="*/ 67922 h 100926"/>
                <a:gd name="connsiteX4" fmla="*/ 69325 w 88703"/>
                <a:gd name="connsiteY4" fmla="*/ 94952 h 100926"/>
                <a:gd name="connsiteX5" fmla="*/ 22613 w 88703"/>
                <a:gd name="connsiteY5" fmla="*/ 92550 h 100926"/>
                <a:gd name="connsiteX6" fmla="*/ 83 w 88703"/>
                <a:gd name="connsiteY6" fmla="*/ 49826 h 100926"/>
                <a:gd name="connsiteX7" fmla="*/ 7593 w 88703"/>
                <a:gd name="connsiteY7" fmla="*/ 9056 h 100926"/>
                <a:gd name="connsiteX8" fmla="*/ 41538 w 88703"/>
                <a:gd name="connsiteY8" fmla="*/ 2148 h 100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8703" h="100926">
                  <a:moveTo>
                    <a:pt x="41538" y="2148"/>
                  </a:moveTo>
                  <a:cubicBezTo>
                    <a:pt x="50175" y="946"/>
                    <a:pt x="58811" y="346"/>
                    <a:pt x="67523" y="-30"/>
                  </a:cubicBezTo>
                  <a:cubicBezTo>
                    <a:pt x="76933" y="9881"/>
                    <a:pt x="83429" y="22195"/>
                    <a:pt x="86298" y="35561"/>
                  </a:cubicBezTo>
                  <a:cubicBezTo>
                    <a:pt x="89091" y="46132"/>
                    <a:pt x="89429" y="57200"/>
                    <a:pt x="87274" y="67922"/>
                  </a:cubicBezTo>
                  <a:cubicBezTo>
                    <a:pt x="85006" y="78907"/>
                    <a:pt x="78570" y="88593"/>
                    <a:pt x="69325" y="94952"/>
                  </a:cubicBezTo>
                  <a:cubicBezTo>
                    <a:pt x="54703" y="103677"/>
                    <a:pt x="36259" y="102731"/>
                    <a:pt x="22613" y="92550"/>
                  </a:cubicBezTo>
                  <a:cubicBezTo>
                    <a:pt x="9275" y="82241"/>
                    <a:pt x="1059" y="66653"/>
                    <a:pt x="83" y="49826"/>
                  </a:cubicBezTo>
                  <a:cubicBezTo>
                    <a:pt x="-615" y="35838"/>
                    <a:pt x="1953" y="21880"/>
                    <a:pt x="7593" y="9056"/>
                  </a:cubicBezTo>
                  <a:cubicBezTo>
                    <a:pt x="18595" y="5421"/>
                    <a:pt x="29988" y="3109"/>
                    <a:pt x="41538" y="2148"/>
                  </a:cubicBezTo>
                  <a:close/>
                </a:path>
              </a:pathLst>
            </a:custGeom>
            <a:solidFill>
              <a:srgbClr val="E2D6C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6" name="Content Placeholder 4">
              <a:extLst>
                <a:ext uri="{FF2B5EF4-FFF2-40B4-BE49-F238E27FC236}">
                  <a16:creationId xmlns:a16="http://schemas.microsoft.com/office/drawing/2014/main" id="{832F22F3-F051-5283-FB76-8D2D1B78678A}"/>
                </a:ext>
              </a:extLst>
            </p:cNvPr>
            <p:cNvSpPr/>
            <p:nvPr/>
          </p:nvSpPr>
          <p:spPr>
            <a:xfrm>
              <a:off x="4095709" y="5308455"/>
              <a:ext cx="94194" cy="352681"/>
            </a:xfrm>
            <a:custGeom>
              <a:avLst/>
              <a:gdLst>
                <a:gd name="connsiteX0" fmla="*/ 85829 w 94194"/>
                <a:gd name="connsiteY0" fmla="*/ 257295 h 352681"/>
                <a:gd name="connsiteX1" fmla="*/ 94165 w 94194"/>
                <a:gd name="connsiteY1" fmla="*/ 352652 h 352681"/>
                <a:gd name="connsiteX2" fmla="*/ 82149 w 94194"/>
                <a:gd name="connsiteY2" fmla="*/ 351000 h 352681"/>
                <a:gd name="connsiteX3" fmla="*/ 66078 w 94194"/>
                <a:gd name="connsiteY3" fmla="*/ 303172 h 352681"/>
                <a:gd name="connsiteX4" fmla="*/ 55789 w 94194"/>
                <a:gd name="connsiteY4" fmla="*/ 254967 h 352681"/>
                <a:gd name="connsiteX5" fmla="*/ 24473 w 94194"/>
                <a:gd name="connsiteY5" fmla="*/ 120416 h 352681"/>
                <a:gd name="connsiteX6" fmla="*/ 7951 w 94194"/>
                <a:gd name="connsiteY6" fmla="*/ 61624 h 352681"/>
                <a:gd name="connsiteX7" fmla="*/ 18014 w 94194"/>
                <a:gd name="connsiteY7" fmla="*/ 2608 h 352681"/>
                <a:gd name="connsiteX8" fmla="*/ 64801 w 94194"/>
                <a:gd name="connsiteY8" fmla="*/ 13120 h 352681"/>
                <a:gd name="connsiteX9" fmla="*/ 76592 w 94194"/>
                <a:gd name="connsiteY9" fmla="*/ 69433 h 352681"/>
                <a:gd name="connsiteX10" fmla="*/ 80948 w 94194"/>
                <a:gd name="connsiteY10" fmla="*/ 157958 h 352681"/>
                <a:gd name="connsiteX11" fmla="*/ 85829 w 94194"/>
                <a:gd name="connsiteY11" fmla="*/ 257295 h 352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4194" h="352681">
                  <a:moveTo>
                    <a:pt x="85829" y="257295"/>
                  </a:moveTo>
                  <a:cubicBezTo>
                    <a:pt x="87782" y="296188"/>
                    <a:pt x="90260" y="313909"/>
                    <a:pt x="94165" y="352652"/>
                  </a:cubicBezTo>
                  <a:lnTo>
                    <a:pt x="82149" y="351000"/>
                  </a:lnTo>
                  <a:cubicBezTo>
                    <a:pt x="76367" y="328475"/>
                    <a:pt x="70058" y="326072"/>
                    <a:pt x="66078" y="303172"/>
                  </a:cubicBezTo>
                  <a:cubicBezTo>
                    <a:pt x="63299" y="287028"/>
                    <a:pt x="59544" y="270960"/>
                    <a:pt x="55789" y="254967"/>
                  </a:cubicBezTo>
                  <a:lnTo>
                    <a:pt x="24473" y="120416"/>
                  </a:lnTo>
                  <a:cubicBezTo>
                    <a:pt x="20335" y="100458"/>
                    <a:pt x="14815" y="80816"/>
                    <a:pt x="7951" y="61624"/>
                  </a:cubicBezTo>
                  <a:cubicBezTo>
                    <a:pt x="441" y="41277"/>
                    <a:pt x="-9172" y="12219"/>
                    <a:pt x="18014" y="2608"/>
                  </a:cubicBezTo>
                  <a:cubicBezTo>
                    <a:pt x="33034" y="-2873"/>
                    <a:pt x="54287" y="-20"/>
                    <a:pt x="64801" y="13120"/>
                  </a:cubicBezTo>
                  <a:cubicBezTo>
                    <a:pt x="76817" y="28137"/>
                    <a:pt x="75691" y="51488"/>
                    <a:pt x="76592" y="69433"/>
                  </a:cubicBezTo>
                  <a:cubicBezTo>
                    <a:pt x="78042" y="98919"/>
                    <a:pt x="79498" y="128427"/>
                    <a:pt x="80948" y="157958"/>
                  </a:cubicBezTo>
                  <a:cubicBezTo>
                    <a:pt x="82600" y="191198"/>
                    <a:pt x="84230" y="224310"/>
                    <a:pt x="85829" y="257295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7" name="Content Placeholder 4">
              <a:extLst>
                <a:ext uri="{FF2B5EF4-FFF2-40B4-BE49-F238E27FC236}">
                  <a16:creationId xmlns:a16="http://schemas.microsoft.com/office/drawing/2014/main" id="{D02A47B3-FAB7-152A-A841-D35E10B99594}"/>
                </a:ext>
              </a:extLst>
            </p:cNvPr>
            <p:cNvSpPr/>
            <p:nvPr/>
          </p:nvSpPr>
          <p:spPr>
            <a:xfrm>
              <a:off x="4045886" y="5320108"/>
              <a:ext cx="76979" cy="343738"/>
            </a:xfrm>
            <a:custGeom>
              <a:avLst/>
              <a:gdLst>
                <a:gd name="connsiteX0" fmla="*/ 71441 w 76979"/>
                <a:gd name="connsiteY0" fmla="*/ 13631 h 343738"/>
                <a:gd name="connsiteX1" fmla="*/ 64307 w 76979"/>
                <a:gd name="connsiteY1" fmla="*/ 2968 h 343738"/>
                <a:gd name="connsiteX2" fmla="*/ 47935 w 76979"/>
                <a:gd name="connsiteY2" fmla="*/ 416 h 343738"/>
                <a:gd name="connsiteX3" fmla="*/ 22551 w 76979"/>
                <a:gd name="connsiteY3" fmla="*/ 3644 h 343738"/>
                <a:gd name="connsiteX4" fmla="*/ 4002 w 76979"/>
                <a:gd name="connsiteY4" fmla="*/ 12279 h 343738"/>
                <a:gd name="connsiteX5" fmla="*/ 247 w 76979"/>
                <a:gd name="connsiteY5" fmla="*/ 31125 h 343738"/>
                <a:gd name="connsiteX6" fmla="*/ 6104 w 76979"/>
                <a:gd name="connsiteY6" fmla="*/ 175362 h 343738"/>
                <a:gd name="connsiteX7" fmla="*/ 22101 w 76979"/>
                <a:gd name="connsiteY7" fmla="*/ 293771 h 343738"/>
                <a:gd name="connsiteX8" fmla="*/ 27883 w 76979"/>
                <a:gd name="connsiteY8" fmla="*/ 339572 h 343738"/>
                <a:gd name="connsiteX9" fmla="*/ 29010 w 76979"/>
                <a:gd name="connsiteY9" fmla="*/ 341975 h 343738"/>
                <a:gd name="connsiteX10" fmla="*/ 31263 w 76979"/>
                <a:gd name="connsiteY10" fmla="*/ 341525 h 343738"/>
                <a:gd name="connsiteX11" fmla="*/ 36445 w 76979"/>
                <a:gd name="connsiteY11" fmla="*/ 343702 h 343738"/>
                <a:gd name="connsiteX12" fmla="*/ 38172 w 76979"/>
                <a:gd name="connsiteY12" fmla="*/ 343702 h 343738"/>
                <a:gd name="connsiteX13" fmla="*/ 40500 w 76979"/>
                <a:gd name="connsiteY13" fmla="*/ 332139 h 343738"/>
                <a:gd name="connsiteX14" fmla="*/ 69489 w 76979"/>
                <a:gd name="connsiteY14" fmla="*/ 101254 h 343738"/>
                <a:gd name="connsiteX15" fmla="*/ 71441 w 76979"/>
                <a:gd name="connsiteY15" fmla="*/ 13631 h 34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6979" h="343738">
                  <a:moveTo>
                    <a:pt x="71441" y="13631"/>
                  </a:moveTo>
                  <a:cubicBezTo>
                    <a:pt x="70210" y="9433"/>
                    <a:pt x="67716" y="5709"/>
                    <a:pt x="64307" y="2968"/>
                  </a:cubicBezTo>
                  <a:cubicBezTo>
                    <a:pt x="59313" y="235"/>
                    <a:pt x="53523" y="-665"/>
                    <a:pt x="47935" y="416"/>
                  </a:cubicBezTo>
                  <a:cubicBezTo>
                    <a:pt x="39449" y="1091"/>
                    <a:pt x="30963" y="2218"/>
                    <a:pt x="22551" y="3644"/>
                  </a:cubicBezTo>
                  <a:cubicBezTo>
                    <a:pt x="15514" y="4132"/>
                    <a:pt x="8906" y="7211"/>
                    <a:pt x="4002" y="12279"/>
                  </a:cubicBezTo>
                  <a:cubicBezTo>
                    <a:pt x="667" y="17963"/>
                    <a:pt x="-655" y="24600"/>
                    <a:pt x="247" y="31125"/>
                  </a:cubicBezTo>
                  <a:cubicBezTo>
                    <a:pt x="1448" y="79277"/>
                    <a:pt x="3401" y="127361"/>
                    <a:pt x="6104" y="175362"/>
                  </a:cubicBezTo>
                  <a:cubicBezTo>
                    <a:pt x="8583" y="219437"/>
                    <a:pt x="18421" y="249846"/>
                    <a:pt x="22101" y="293771"/>
                  </a:cubicBezTo>
                  <a:cubicBezTo>
                    <a:pt x="23528" y="310890"/>
                    <a:pt x="24729" y="307962"/>
                    <a:pt x="27883" y="339572"/>
                  </a:cubicBezTo>
                  <a:cubicBezTo>
                    <a:pt x="27883" y="342050"/>
                    <a:pt x="27883" y="340624"/>
                    <a:pt x="29010" y="341975"/>
                  </a:cubicBezTo>
                  <a:cubicBezTo>
                    <a:pt x="29708" y="341637"/>
                    <a:pt x="30489" y="341480"/>
                    <a:pt x="31263" y="341525"/>
                  </a:cubicBezTo>
                  <a:cubicBezTo>
                    <a:pt x="34117" y="341525"/>
                    <a:pt x="33591" y="343852"/>
                    <a:pt x="36445" y="343702"/>
                  </a:cubicBezTo>
                  <a:cubicBezTo>
                    <a:pt x="37016" y="343582"/>
                    <a:pt x="37601" y="343582"/>
                    <a:pt x="38172" y="343702"/>
                  </a:cubicBezTo>
                  <a:cubicBezTo>
                    <a:pt x="39509" y="339985"/>
                    <a:pt x="40290" y="336088"/>
                    <a:pt x="40500" y="332139"/>
                  </a:cubicBezTo>
                  <a:cubicBezTo>
                    <a:pt x="44736" y="254592"/>
                    <a:pt x="54424" y="177442"/>
                    <a:pt x="69489" y="101254"/>
                  </a:cubicBezTo>
                  <a:cubicBezTo>
                    <a:pt x="75196" y="72347"/>
                    <a:pt x="81955" y="41186"/>
                    <a:pt x="71441" y="13631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8" name="Content Placeholder 4">
              <a:extLst>
                <a:ext uri="{FF2B5EF4-FFF2-40B4-BE49-F238E27FC236}">
                  <a16:creationId xmlns:a16="http://schemas.microsoft.com/office/drawing/2014/main" id="{82DEC797-33BD-1E61-E8AB-4A0EBD4F14FD}"/>
                </a:ext>
              </a:extLst>
            </p:cNvPr>
            <p:cNvSpPr/>
            <p:nvPr/>
          </p:nvSpPr>
          <p:spPr>
            <a:xfrm>
              <a:off x="4046249" y="5271781"/>
              <a:ext cx="128729" cy="105263"/>
            </a:xfrm>
            <a:custGeom>
              <a:avLst/>
              <a:gdLst>
                <a:gd name="connsiteX0" fmla="*/ 128530 w 128729"/>
                <a:gd name="connsiteY0" fmla="*/ 33725 h 105263"/>
                <a:gd name="connsiteX1" fmla="*/ 127704 w 128729"/>
                <a:gd name="connsiteY1" fmla="*/ 26217 h 105263"/>
                <a:gd name="connsiteX2" fmla="*/ 119368 w 128729"/>
                <a:gd name="connsiteY2" fmla="*/ 19459 h 105263"/>
                <a:gd name="connsiteX3" fmla="*/ 23390 w 128729"/>
                <a:gd name="connsiteY3" fmla="*/ 313 h 105263"/>
                <a:gd name="connsiteX4" fmla="*/ 14303 w 128729"/>
                <a:gd name="connsiteY4" fmla="*/ 2715 h 105263"/>
                <a:gd name="connsiteX5" fmla="*/ 9121 w 128729"/>
                <a:gd name="connsiteY5" fmla="*/ 13528 h 105263"/>
                <a:gd name="connsiteX6" fmla="*/ 1611 w 128729"/>
                <a:gd name="connsiteY6" fmla="*/ 51070 h 105263"/>
                <a:gd name="connsiteX7" fmla="*/ 2963 w 128729"/>
                <a:gd name="connsiteY7" fmla="*/ 75998 h 105263"/>
                <a:gd name="connsiteX8" fmla="*/ 13552 w 128729"/>
                <a:gd name="connsiteY8" fmla="*/ 85909 h 105263"/>
                <a:gd name="connsiteX9" fmla="*/ 105550 w 128729"/>
                <a:gd name="connsiteY9" fmla="*/ 102503 h 105263"/>
                <a:gd name="connsiteX10" fmla="*/ 125526 w 128729"/>
                <a:gd name="connsiteY10" fmla="*/ 83656 h 105263"/>
                <a:gd name="connsiteX11" fmla="*/ 128530 w 128729"/>
                <a:gd name="connsiteY11" fmla="*/ 33725 h 105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8729" h="105263">
                  <a:moveTo>
                    <a:pt x="128530" y="33725"/>
                  </a:moveTo>
                  <a:cubicBezTo>
                    <a:pt x="128921" y="31195"/>
                    <a:pt x="128635" y="28605"/>
                    <a:pt x="127704" y="26217"/>
                  </a:cubicBezTo>
                  <a:cubicBezTo>
                    <a:pt x="125766" y="23086"/>
                    <a:pt x="122830" y="20706"/>
                    <a:pt x="119368" y="19459"/>
                  </a:cubicBezTo>
                  <a:cubicBezTo>
                    <a:pt x="89553" y="4930"/>
                    <a:pt x="56494" y="-1662"/>
                    <a:pt x="23390" y="313"/>
                  </a:cubicBezTo>
                  <a:cubicBezTo>
                    <a:pt x="20198" y="290"/>
                    <a:pt x="17067" y="1116"/>
                    <a:pt x="14303" y="2715"/>
                  </a:cubicBezTo>
                  <a:cubicBezTo>
                    <a:pt x="11247" y="5516"/>
                    <a:pt x="9392" y="9390"/>
                    <a:pt x="9121" y="13528"/>
                  </a:cubicBezTo>
                  <a:cubicBezTo>
                    <a:pt x="6643" y="26142"/>
                    <a:pt x="4240" y="38756"/>
                    <a:pt x="1611" y="51070"/>
                  </a:cubicBezTo>
                  <a:cubicBezTo>
                    <a:pt x="-972" y="59269"/>
                    <a:pt x="-492" y="68129"/>
                    <a:pt x="2963" y="75998"/>
                  </a:cubicBezTo>
                  <a:cubicBezTo>
                    <a:pt x="5727" y="80037"/>
                    <a:pt x="9339" y="83416"/>
                    <a:pt x="13552" y="85909"/>
                  </a:cubicBezTo>
                  <a:cubicBezTo>
                    <a:pt x="40843" y="103321"/>
                    <a:pt x="73895" y="109283"/>
                    <a:pt x="105550" y="102503"/>
                  </a:cubicBezTo>
                  <a:cubicBezTo>
                    <a:pt x="117340" y="99800"/>
                    <a:pt x="124550" y="95670"/>
                    <a:pt x="125526" y="83656"/>
                  </a:cubicBezTo>
                  <a:cubicBezTo>
                    <a:pt x="126578" y="66988"/>
                    <a:pt x="127253" y="50469"/>
                    <a:pt x="128530" y="33725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9" name="Content Placeholder 4">
              <a:extLst>
                <a:ext uri="{FF2B5EF4-FFF2-40B4-BE49-F238E27FC236}">
                  <a16:creationId xmlns:a16="http://schemas.microsoft.com/office/drawing/2014/main" id="{EE44F6D0-412C-0116-2C47-EC24B096FD69}"/>
                </a:ext>
              </a:extLst>
            </p:cNvPr>
            <p:cNvSpPr/>
            <p:nvPr/>
          </p:nvSpPr>
          <p:spPr>
            <a:xfrm>
              <a:off x="4047664" y="5286465"/>
              <a:ext cx="38000" cy="51282"/>
            </a:xfrm>
            <a:custGeom>
              <a:avLst/>
              <a:gdLst>
                <a:gd name="connsiteX0" fmla="*/ 5979 w 38000"/>
                <a:gd name="connsiteY0" fmla="*/ 51253 h 51282"/>
                <a:gd name="connsiteX1" fmla="*/ 13489 w 38000"/>
                <a:gd name="connsiteY1" fmla="*/ 49976 h 51282"/>
                <a:gd name="connsiteX2" fmla="*/ 24528 w 38000"/>
                <a:gd name="connsiteY2" fmla="*/ 43970 h 51282"/>
                <a:gd name="connsiteX3" fmla="*/ 32038 w 38000"/>
                <a:gd name="connsiteY3" fmla="*/ 28953 h 51282"/>
                <a:gd name="connsiteX4" fmla="*/ 37971 w 38000"/>
                <a:gd name="connsiteY4" fmla="*/ -30 h 51282"/>
                <a:gd name="connsiteX5" fmla="*/ 36995 w 38000"/>
                <a:gd name="connsiteY5" fmla="*/ -30 h 51282"/>
                <a:gd name="connsiteX6" fmla="*/ 31212 w 38000"/>
                <a:gd name="connsiteY6" fmla="*/ 28352 h 51282"/>
                <a:gd name="connsiteX7" fmla="*/ 23702 w 38000"/>
                <a:gd name="connsiteY7" fmla="*/ 42543 h 51282"/>
                <a:gd name="connsiteX8" fmla="*/ 13263 w 38000"/>
                <a:gd name="connsiteY8" fmla="*/ 48099 h 51282"/>
                <a:gd name="connsiteX9" fmla="*/ 647 w 38000"/>
                <a:gd name="connsiteY9" fmla="*/ 48099 h 51282"/>
                <a:gd name="connsiteX10" fmla="*/ -29 w 38000"/>
                <a:gd name="connsiteY10" fmla="*/ 49601 h 51282"/>
                <a:gd name="connsiteX11" fmla="*/ 5979 w 38000"/>
                <a:gd name="connsiteY11" fmla="*/ 51253 h 51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8000" h="51282">
                  <a:moveTo>
                    <a:pt x="5979" y="51253"/>
                  </a:moveTo>
                  <a:cubicBezTo>
                    <a:pt x="8532" y="51170"/>
                    <a:pt x="11056" y="50742"/>
                    <a:pt x="13489" y="49976"/>
                  </a:cubicBezTo>
                  <a:cubicBezTo>
                    <a:pt x="17604" y="48910"/>
                    <a:pt x="21397" y="46853"/>
                    <a:pt x="24528" y="43970"/>
                  </a:cubicBezTo>
                  <a:cubicBezTo>
                    <a:pt x="28178" y="39622"/>
                    <a:pt x="30747" y="34479"/>
                    <a:pt x="32038" y="28953"/>
                  </a:cubicBezTo>
                  <a:cubicBezTo>
                    <a:pt x="35808" y="19747"/>
                    <a:pt x="37821" y="9919"/>
                    <a:pt x="37971" y="-30"/>
                  </a:cubicBezTo>
                  <a:lnTo>
                    <a:pt x="36995" y="-30"/>
                  </a:lnTo>
                  <a:cubicBezTo>
                    <a:pt x="37003" y="9723"/>
                    <a:pt x="35035" y="19379"/>
                    <a:pt x="31212" y="28352"/>
                  </a:cubicBezTo>
                  <a:cubicBezTo>
                    <a:pt x="29733" y="33555"/>
                    <a:pt x="27172" y="38391"/>
                    <a:pt x="23702" y="42543"/>
                  </a:cubicBezTo>
                  <a:cubicBezTo>
                    <a:pt x="20623" y="45066"/>
                    <a:pt x="17079" y="46958"/>
                    <a:pt x="13263" y="48099"/>
                  </a:cubicBezTo>
                  <a:cubicBezTo>
                    <a:pt x="9193" y="49601"/>
                    <a:pt x="4717" y="49601"/>
                    <a:pt x="647" y="48099"/>
                  </a:cubicBezTo>
                  <a:lnTo>
                    <a:pt x="-29" y="49601"/>
                  </a:lnTo>
                  <a:cubicBezTo>
                    <a:pt x="1826" y="50584"/>
                    <a:pt x="3876" y="51148"/>
                    <a:pt x="5979" y="51253"/>
                  </a:cubicBezTo>
                  <a:close/>
                </a:path>
              </a:pathLst>
            </a:custGeom>
            <a:solidFill>
              <a:srgbClr val="C4C4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0" name="Content Placeholder 4">
              <a:extLst>
                <a:ext uri="{FF2B5EF4-FFF2-40B4-BE49-F238E27FC236}">
                  <a16:creationId xmlns:a16="http://schemas.microsoft.com/office/drawing/2014/main" id="{BFBCD909-777B-A906-9AB2-754E85E64B8F}"/>
                </a:ext>
              </a:extLst>
            </p:cNvPr>
            <p:cNvSpPr/>
            <p:nvPr/>
          </p:nvSpPr>
          <p:spPr>
            <a:xfrm>
              <a:off x="4155407" y="5297577"/>
              <a:ext cx="15420" cy="48729"/>
            </a:xfrm>
            <a:custGeom>
              <a:avLst/>
              <a:gdLst>
                <a:gd name="connsiteX0" fmla="*/ 14340 w 15420"/>
                <a:gd name="connsiteY0" fmla="*/ 48700 h 48729"/>
                <a:gd name="connsiteX1" fmla="*/ 15391 w 15420"/>
                <a:gd name="connsiteY1" fmla="*/ 47424 h 48729"/>
                <a:gd name="connsiteX2" fmla="*/ 3150 w 15420"/>
                <a:gd name="connsiteY2" fmla="*/ 25649 h 48729"/>
                <a:gd name="connsiteX3" fmla="*/ 2099 w 15420"/>
                <a:gd name="connsiteY3" fmla="*/ -30 h 48729"/>
                <a:gd name="connsiteX4" fmla="*/ 446 w 15420"/>
                <a:gd name="connsiteY4" fmla="*/ -30 h 48729"/>
                <a:gd name="connsiteX5" fmla="*/ 1498 w 15420"/>
                <a:gd name="connsiteY5" fmla="*/ 26175 h 48729"/>
                <a:gd name="connsiteX6" fmla="*/ 14340 w 15420"/>
                <a:gd name="connsiteY6" fmla="*/ 48700 h 48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420" h="48729">
                  <a:moveTo>
                    <a:pt x="14340" y="48700"/>
                  </a:moveTo>
                  <a:lnTo>
                    <a:pt x="15391" y="47424"/>
                  </a:lnTo>
                  <a:cubicBezTo>
                    <a:pt x="8993" y="41740"/>
                    <a:pt x="4682" y="34074"/>
                    <a:pt x="3150" y="25649"/>
                  </a:cubicBezTo>
                  <a:cubicBezTo>
                    <a:pt x="1641" y="17180"/>
                    <a:pt x="1288" y="8537"/>
                    <a:pt x="2099" y="-30"/>
                  </a:cubicBezTo>
                  <a:lnTo>
                    <a:pt x="446" y="-30"/>
                  </a:lnTo>
                  <a:cubicBezTo>
                    <a:pt x="-440" y="8710"/>
                    <a:pt x="-87" y="17532"/>
                    <a:pt x="1498" y="26175"/>
                  </a:cubicBezTo>
                  <a:cubicBezTo>
                    <a:pt x="3158" y="34899"/>
                    <a:pt x="7679" y="42821"/>
                    <a:pt x="14340" y="48700"/>
                  </a:cubicBezTo>
                  <a:close/>
                </a:path>
              </a:pathLst>
            </a:custGeom>
            <a:solidFill>
              <a:srgbClr val="C4C4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1" name="Content Placeholder 4">
              <a:extLst>
                <a:ext uri="{FF2B5EF4-FFF2-40B4-BE49-F238E27FC236}">
                  <a16:creationId xmlns:a16="http://schemas.microsoft.com/office/drawing/2014/main" id="{FBBC59ED-9517-247B-7549-6B8939782887}"/>
                </a:ext>
              </a:extLst>
            </p:cNvPr>
            <p:cNvSpPr/>
            <p:nvPr/>
          </p:nvSpPr>
          <p:spPr>
            <a:xfrm>
              <a:off x="4061275" y="4943164"/>
              <a:ext cx="109044" cy="98450"/>
            </a:xfrm>
            <a:custGeom>
              <a:avLst/>
              <a:gdLst>
                <a:gd name="connsiteX0" fmla="*/ 2732 w 109044"/>
                <a:gd name="connsiteY0" fmla="*/ 28141 h 98450"/>
                <a:gd name="connsiteX1" fmla="*/ 11294 w 109044"/>
                <a:gd name="connsiteY1" fmla="*/ 15677 h 98450"/>
                <a:gd name="connsiteX2" fmla="*/ 48843 w 109044"/>
                <a:gd name="connsiteY2" fmla="*/ -15 h 98450"/>
                <a:gd name="connsiteX3" fmla="*/ 88346 w 109044"/>
                <a:gd name="connsiteY3" fmla="*/ 10797 h 98450"/>
                <a:gd name="connsiteX4" fmla="*/ 102014 w 109044"/>
                <a:gd name="connsiteY4" fmla="*/ 22585 h 98450"/>
                <a:gd name="connsiteX5" fmla="*/ 108698 w 109044"/>
                <a:gd name="connsiteY5" fmla="*/ 53745 h 98450"/>
                <a:gd name="connsiteX6" fmla="*/ 99611 w 109044"/>
                <a:gd name="connsiteY6" fmla="*/ 91287 h 98450"/>
                <a:gd name="connsiteX7" fmla="*/ 99611 w 109044"/>
                <a:gd name="connsiteY7" fmla="*/ 64707 h 98450"/>
                <a:gd name="connsiteX8" fmla="*/ 89698 w 109044"/>
                <a:gd name="connsiteY8" fmla="*/ 39104 h 98450"/>
                <a:gd name="connsiteX9" fmla="*/ 74678 w 109044"/>
                <a:gd name="connsiteY9" fmla="*/ 35274 h 98450"/>
                <a:gd name="connsiteX10" fmla="*/ 72650 w 109044"/>
                <a:gd name="connsiteY10" fmla="*/ 50291 h 98450"/>
                <a:gd name="connsiteX11" fmla="*/ 43511 w 109044"/>
                <a:gd name="connsiteY11" fmla="*/ 38128 h 98450"/>
                <a:gd name="connsiteX12" fmla="*/ 27966 w 109044"/>
                <a:gd name="connsiteY12" fmla="*/ 43984 h 98450"/>
                <a:gd name="connsiteX13" fmla="*/ 17827 w 109044"/>
                <a:gd name="connsiteY13" fmla="*/ 69813 h 98450"/>
                <a:gd name="connsiteX14" fmla="*/ 20381 w 109044"/>
                <a:gd name="connsiteY14" fmla="*/ 98420 h 98450"/>
                <a:gd name="connsiteX15" fmla="*/ 7238 w 109044"/>
                <a:gd name="connsiteY15" fmla="*/ 79875 h 98450"/>
                <a:gd name="connsiteX16" fmla="*/ 2882 w 109044"/>
                <a:gd name="connsiteY16" fmla="*/ 63957 h 98450"/>
                <a:gd name="connsiteX17" fmla="*/ 2732 w 109044"/>
                <a:gd name="connsiteY17" fmla="*/ 28141 h 9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9044" h="98450">
                  <a:moveTo>
                    <a:pt x="2732" y="28141"/>
                  </a:moveTo>
                  <a:cubicBezTo>
                    <a:pt x="4752" y="23471"/>
                    <a:pt x="7659" y="19236"/>
                    <a:pt x="11294" y="15677"/>
                  </a:cubicBezTo>
                  <a:cubicBezTo>
                    <a:pt x="21357" y="5856"/>
                    <a:pt x="34785" y="240"/>
                    <a:pt x="48843" y="-15"/>
                  </a:cubicBezTo>
                  <a:cubicBezTo>
                    <a:pt x="62782" y="-293"/>
                    <a:pt x="76495" y="3461"/>
                    <a:pt x="88346" y="10797"/>
                  </a:cubicBezTo>
                  <a:cubicBezTo>
                    <a:pt x="93671" y="13740"/>
                    <a:pt x="98327" y="17750"/>
                    <a:pt x="102014" y="22585"/>
                  </a:cubicBezTo>
                  <a:cubicBezTo>
                    <a:pt x="107579" y="31971"/>
                    <a:pt x="109922" y="42910"/>
                    <a:pt x="108698" y="53745"/>
                  </a:cubicBezTo>
                  <a:cubicBezTo>
                    <a:pt x="108172" y="64482"/>
                    <a:pt x="106821" y="82353"/>
                    <a:pt x="99611" y="91287"/>
                  </a:cubicBezTo>
                  <a:cubicBezTo>
                    <a:pt x="99611" y="80100"/>
                    <a:pt x="101639" y="72817"/>
                    <a:pt x="99611" y="64707"/>
                  </a:cubicBezTo>
                  <a:cubicBezTo>
                    <a:pt x="98004" y="55607"/>
                    <a:pt x="94639" y="46912"/>
                    <a:pt x="89698" y="39104"/>
                  </a:cubicBezTo>
                  <a:cubicBezTo>
                    <a:pt x="85425" y="35838"/>
                    <a:pt x="79995" y="34449"/>
                    <a:pt x="74678" y="35274"/>
                  </a:cubicBezTo>
                  <a:cubicBezTo>
                    <a:pt x="75151" y="40373"/>
                    <a:pt x="74453" y="45501"/>
                    <a:pt x="72650" y="50291"/>
                  </a:cubicBezTo>
                  <a:cubicBezTo>
                    <a:pt x="67618" y="40230"/>
                    <a:pt x="54701" y="36776"/>
                    <a:pt x="43511" y="38128"/>
                  </a:cubicBezTo>
                  <a:cubicBezTo>
                    <a:pt x="37879" y="38578"/>
                    <a:pt x="32494" y="40613"/>
                    <a:pt x="27966" y="43984"/>
                  </a:cubicBezTo>
                  <a:cubicBezTo>
                    <a:pt x="20854" y="50614"/>
                    <a:pt x="17121" y="60112"/>
                    <a:pt x="17827" y="69813"/>
                  </a:cubicBezTo>
                  <a:cubicBezTo>
                    <a:pt x="17827" y="79424"/>
                    <a:pt x="20080" y="88810"/>
                    <a:pt x="20381" y="98420"/>
                  </a:cubicBezTo>
                  <a:cubicBezTo>
                    <a:pt x="13532" y="94419"/>
                    <a:pt x="8748" y="87661"/>
                    <a:pt x="7238" y="79875"/>
                  </a:cubicBezTo>
                  <a:cubicBezTo>
                    <a:pt x="5586" y="74619"/>
                    <a:pt x="4159" y="69288"/>
                    <a:pt x="2882" y="63957"/>
                  </a:cubicBezTo>
                  <a:cubicBezTo>
                    <a:pt x="-948" y="52333"/>
                    <a:pt x="-1000" y="39794"/>
                    <a:pt x="2732" y="28141"/>
                  </a:cubicBezTo>
                  <a:close/>
                </a:path>
              </a:pathLst>
            </a:custGeom>
            <a:solidFill>
              <a:srgbClr val="BAAEA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2" name="Content Placeholder 4">
              <a:extLst>
                <a:ext uri="{FF2B5EF4-FFF2-40B4-BE49-F238E27FC236}">
                  <a16:creationId xmlns:a16="http://schemas.microsoft.com/office/drawing/2014/main" id="{1AF5D274-5546-A46C-7BE2-A1E6E170F251}"/>
                </a:ext>
              </a:extLst>
            </p:cNvPr>
            <p:cNvSpPr/>
            <p:nvPr/>
          </p:nvSpPr>
          <p:spPr>
            <a:xfrm>
              <a:off x="4039926" y="4925985"/>
              <a:ext cx="56583" cy="57871"/>
            </a:xfrm>
            <a:custGeom>
              <a:avLst/>
              <a:gdLst>
                <a:gd name="connsiteX0" fmla="*/ 274 w 56583"/>
                <a:gd name="connsiteY0" fmla="*/ 26324 h 57871"/>
                <a:gd name="connsiteX1" fmla="*/ 5756 w 56583"/>
                <a:gd name="connsiteY1" fmla="*/ 10856 h 57871"/>
                <a:gd name="connsiteX2" fmla="*/ 25057 w 56583"/>
                <a:gd name="connsiteY2" fmla="*/ 570 h 57871"/>
                <a:gd name="connsiteX3" fmla="*/ 47586 w 56583"/>
                <a:gd name="connsiteY3" fmla="*/ 4625 h 57871"/>
                <a:gd name="connsiteX4" fmla="*/ 36472 w 56583"/>
                <a:gd name="connsiteY4" fmla="*/ 55682 h 57871"/>
                <a:gd name="connsiteX5" fmla="*/ 3277 w 56583"/>
                <a:gd name="connsiteY5" fmla="*/ 45095 h 57871"/>
                <a:gd name="connsiteX6" fmla="*/ 274 w 56583"/>
                <a:gd name="connsiteY6" fmla="*/ 26324 h 5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583" h="57871">
                  <a:moveTo>
                    <a:pt x="274" y="26324"/>
                  </a:moveTo>
                  <a:cubicBezTo>
                    <a:pt x="702" y="20775"/>
                    <a:pt x="2594" y="15437"/>
                    <a:pt x="5756" y="10856"/>
                  </a:cubicBezTo>
                  <a:cubicBezTo>
                    <a:pt x="10667" y="5127"/>
                    <a:pt x="17562" y="1456"/>
                    <a:pt x="25057" y="570"/>
                  </a:cubicBezTo>
                  <a:cubicBezTo>
                    <a:pt x="32807" y="-969"/>
                    <a:pt x="40857" y="480"/>
                    <a:pt x="47586" y="4625"/>
                  </a:cubicBezTo>
                  <a:cubicBezTo>
                    <a:pt x="65761" y="16939"/>
                    <a:pt x="53369" y="48324"/>
                    <a:pt x="36472" y="55682"/>
                  </a:cubicBezTo>
                  <a:cubicBezTo>
                    <a:pt x="24313" y="60900"/>
                    <a:pt x="10164" y="56388"/>
                    <a:pt x="3277" y="45095"/>
                  </a:cubicBezTo>
                  <a:cubicBezTo>
                    <a:pt x="439" y="39276"/>
                    <a:pt x="-605" y="32744"/>
                    <a:pt x="274" y="26324"/>
                  </a:cubicBezTo>
                  <a:close/>
                </a:path>
              </a:pathLst>
            </a:custGeom>
            <a:solidFill>
              <a:srgbClr val="BAAEA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3" name="Content Placeholder 4">
              <a:extLst>
                <a:ext uri="{FF2B5EF4-FFF2-40B4-BE49-F238E27FC236}">
                  <a16:creationId xmlns:a16="http://schemas.microsoft.com/office/drawing/2014/main" id="{944AF71E-F0B1-FAF7-697F-0BBAB34A8E53}"/>
                </a:ext>
              </a:extLst>
            </p:cNvPr>
            <p:cNvSpPr/>
            <p:nvPr/>
          </p:nvSpPr>
          <p:spPr>
            <a:xfrm>
              <a:off x="4096479" y="5067669"/>
              <a:ext cx="33297" cy="33788"/>
            </a:xfrm>
            <a:custGeom>
              <a:avLst/>
              <a:gdLst>
                <a:gd name="connsiteX0" fmla="*/ 32789 w 33297"/>
                <a:gd name="connsiteY0" fmla="*/ 10858 h 33788"/>
                <a:gd name="connsiteX1" fmla="*/ 31888 w 33297"/>
                <a:gd name="connsiteY1" fmla="*/ 7554 h 33788"/>
                <a:gd name="connsiteX2" fmla="*/ 30011 w 33297"/>
                <a:gd name="connsiteY2" fmla="*/ 6578 h 33788"/>
                <a:gd name="connsiteX3" fmla="*/ 3726 w 33297"/>
                <a:gd name="connsiteY3" fmla="*/ -30 h 33788"/>
                <a:gd name="connsiteX4" fmla="*/ 647 w 33297"/>
                <a:gd name="connsiteY4" fmla="*/ 5751 h 33788"/>
                <a:gd name="connsiteX5" fmla="*/ -29 w 33297"/>
                <a:gd name="connsiteY5" fmla="*/ 7779 h 33788"/>
                <a:gd name="connsiteX6" fmla="*/ 1022 w 33297"/>
                <a:gd name="connsiteY6" fmla="*/ 9881 h 33788"/>
                <a:gd name="connsiteX7" fmla="*/ 9659 w 33297"/>
                <a:gd name="connsiteY7" fmla="*/ 17990 h 33788"/>
                <a:gd name="connsiteX8" fmla="*/ 32789 w 33297"/>
                <a:gd name="connsiteY8" fmla="*/ 33758 h 33788"/>
                <a:gd name="connsiteX9" fmla="*/ 32789 w 33297"/>
                <a:gd name="connsiteY9" fmla="*/ 22496 h 33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297" h="33788">
                  <a:moveTo>
                    <a:pt x="32789" y="10858"/>
                  </a:moveTo>
                  <a:cubicBezTo>
                    <a:pt x="32909" y="9686"/>
                    <a:pt x="32594" y="8507"/>
                    <a:pt x="31888" y="7554"/>
                  </a:cubicBezTo>
                  <a:cubicBezTo>
                    <a:pt x="31332" y="7111"/>
                    <a:pt x="30694" y="6780"/>
                    <a:pt x="30011" y="6578"/>
                  </a:cubicBezTo>
                  <a:cubicBezTo>
                    <a:pt x="21442" y="3664"/>
                    <a:pt x="12655" y="1457"/>
                    <a:pt x="3726" y="-30"/>
                  </a:cubicBezTo>
                  <a:lnTo>
                    <a:pt x="647" y="5751"/>
                  </a:lnTo>
                  <a:cubicBezTo>
                    <a:pt x="234" y="6352"/>
                    <a:pt x="1" y="7051"/>
                    <a:pt x="-29" y="7779"/>
                  </a:cubicBezTo>
                  <a:cubicBezTo>
                    <a:pt x="83" y="8575"/>
                    <a:pt x="459" y="9310"/>
                    <a:pt x="1022" y="9881"/>
                  </a:cubicBezTo>
                  <a:cubicBezTo>
                    <a:pt x="3606" y="12885"/>
                    <a:pt x="6497" y="15603"/>
                    <a:pt x="9659" y="17990"/>
                  </a:cubicBezTo>
                  <a:cubicBezTo>
                    <a:pt x="16515" y="24403"/>
                    <a:pt x="24318" y="29719"/>
                    <a:pt x="32789" y="33758"/>
                  </a:cubicBezTo>
                  <a:cubicBezTo>
                    <a:pt x="33428" y="30034"/>
                    <a:pt x="33428" y="26220"/>
                    <a:pt x="32789" y="22496"/>
                  </a:cubicBezTo>
                  <a:close/>
                </a:path>
              </a:pathLst>
            </a:custGeom>
            <a:solidFill>
              <a:srgbClr val="537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4" name="Content Placeholder 4">
              <a:extLst>
                <a:ext uri="{FF2B5EF4-FFF2-40B4-BE49-F238E27FC236}">
                  <a16:creationId xmlns:a16="http://schemas.microsoft.com/office/drawing/2014/main" id="{316751C3-C011-E8E2-0975-8A3D398BAECF}"/>
                </a:ext>
              </a:extLst>
            </p:cNvPr>
            <p:cNvSpPr/>
            <p:nvPr/>
          </p:nvSpPr>
          <p:spPr>
            <a:xfrm>
              <a:off x="4132076" y="5073205"/>
              <a:ext cx="22304" cy="26105"/>
            </a:xfrm>
            <a:custGeom>
              <a:avLst/>
              <a:gdLst>
                <a:gd name="connsiteX0" fmla="*/ 1548 w 22304"/>
                <a:gd name="connsiteY0" fmla="*/ 4871 h 26105"/>
                <a:gd name="connsiteX1" fmla="*/ 2900 w 22304"/>
                <a:gd name="connsiteY1" fmla="*/ 1192 h 26105"/>
                <a:gd name="connsiteX2" fmla="*/ 7781 w 22304"/>
                <a:gd name="connsiteY2" fmla="*/ 291 h 26105"/>
                <a:gd name="connsiteX3" fmla="*/ 12137 w 22304"/>
                <a:gd name="connsiteY3" fmla="*/ 3219 h 26105"/>
                <a:gd name="connsiteX4" fmla="*/ 21750 w 22304"/>
                <a:gd name="connsiteY4" fmla="*/ 11628 h 26105"/>
                <a:gd name="connsiteX5" fmla="*/ 22275 w 22304"/>
                <a:gd name="connsiteY5" fmla="*/ 12229 h 26105"/>
                <a:gd name="connsiteX6" fmla="*/ 21600 w 22304"/>
                <a:gd name="connsiteY6" fmla="*/ 13656 h 26105"/>
                <a:gd name="connsiteX7" fmla="*/ 14690 w 22304"/>
                <a:gd name="connsiteY7" fmla="*/ 20338 h 26105"/>
                <a:gd name="connsiteX8" fmla="*/ 8757 w 22304"/>
                <a:gd name="connsiteY8" fmla="*/ 24768 h 26105"/>
                <a:gd name="connsiteX9" fmla="*/ -29 w 22304"/>
                <a:gd name="connsiteY9" fmla="*/ 21540 h 26105"/>
                <a:gd name="connsiteX10" fmla="*/ 1548 w 22304"/>
                <a:gd name="connsiteY10" fmla="*/ 4871 h 26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304" h="26105">
                  <a:moveTo>
                    <a:pt x="1548" y="4871"/>
                  </a:moveTo>
                  <a:cubicBezTo>
                    <a:pt x="1608" y="3534"/>
                    <a:pt x="2081" y="2251"/>
                    <a:pt x="2900" y="1192"/>
                  </a:cubicBezTo>
                  <a:cubicBezTo>
                    <a:pt x="4229" y="-10"/>
                    <a:pt x="6114" y="-355"/>
                    <a:pt x="7781" y="291"/>
                  </a:cubicBezTo>
                  <a:cubicBezTo>
                    <a:pt x="9403" y="989"/>
                    <a:pt x="10875" y="1980"/>
                    <a:pt x="12137" y="3219"/>
                  </a:cubicBezTo>
                  <a:lnTo>
                    <a:pt x="21750" y="11628"/>
                  </a:lnTo>
                  <a:cubicBezTo>
                    <a:pt x="21983" y="11771"/>
                    <a:pt x="22163" y="11981"/>
                    <a:pt x="22275" y="12229"/>
                  </a:cubicBezTo>
                  <a:cubicBezTo>
                    <a:pt x="22275" y="12755"/>
                    <a:pt x="22275" y="13281"/>
                    <a:pt x="21600" y="13656"/>
                  </a:cubicBezTo>
                  <a:lnTo>
                    <a:pt x="14690" y="20338"/>
                  </a:lnTo>
                  <a:cubicBezTo>
                    <a:pt x="13001" y="22170"/>
                    <a:pt x="10995" y="23672"/>
                    <a:pt x="8757" y="24768"/>
                  </a:cubicBezTo>
                  <a:cubicBezTo>
                    <a:pt x="4176" y="26720"/>
                    <a:pt x="121" y="27096"/>
                    <a:pt x="-29" y="21540"/>
                  </a:cubicBezTo>
                  <a:cubicBezTo>
                    <a:pt x="38" y="15946"/>
                    <a:pt x="572" y="10375"/>
                    <a:pt x="1548" y="4871"/>
                  </a:cubicBezTo>
                  <a:close/>
                </a:path>
              </a:pathLst>
            </a:custGeom>
            <a:solidFill>
              <a:srgbClr val="537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5" name="Content Placeholder 4">
              <a:extLst>
                <a:ext uri="{FF2B5EF4-FFF2-40B4-BE49-F238E27FC236}">
                  <a16:creationId xmlns:a16="http://schemas.microsoft.com/office/drawing/2014/main" id="{813D1CEF-8665-AD79-4C17-6D74DFE67E38}"/>
                </a:ext>
              </a:extLst>
            </p:cNvPr>
            <p:cNvSpPr/>
            <p:nvPr/>
          </p:nvSpPr>
          <p:spPr>
            <a:xfrm>
              <a:off x="4130124" y="5104483"/>
              <a:ext cx="5003" cy="68767"/>
            </a:xfrm>
            <a:custGeom>
              <a:avLst/>
              <a:gdLst>
                <a:gd name="connsiteX0" fmla="*/ 4927 w 5003"/>
                <a:gd name="connsiteY0" fmla="*/ 13238 h 68767"/>
                <a:gd name="connsiteX1" fmla="*/ 1247 w 5003"/>
                <a:gd name="connsiteY1" fmla="*/ 67524 h 68767"/>
                <a:gd name="connsiteX2" fmla="*/ -29 w 5003"/>
                <a:gd name="connsiteY2" fmla="*/ 68500 h 68767"/>
                <a:gd name="connsiteX3" fmla="*/ 1998 w 5003"/>
                <a:gd name="connsiteY3" fmla="*/ 36739 h 68767"/>
                <a:gd name="connsiteX4" fmla="*/ 1998 w 5003"/>
                <a:gd name="connsiteY4" fmla="*/ 9183 h 68767"/>
                <a:gd name="connsiteX5" fmla="*/ 3801 w 5003"/>
                <a:gd name="connsiteY5" fmla="*/ 248 h 68767"/>
                <a:gd name="connsiteX6" fmla="*/ 4927 w 5003"/>
                <a:gd name="connsiteY6" fmla="*/ 13238 h 68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03" h="68767">
                  <a:moveTo>
                    <a:pt x="4927" y="13238"/>
                  </a:moveTo>
                  <a:cubicBezTo>
                    <a:pt x="5130" y="31401"/>
                    <a:pt x="3898" y="49556"/>
                    <a:pt x="1247" y="67524"/>
                  </a:cubicBezTo>
                  <a:cubicBezTo>
                    <a:pt x="1247" y="68275"/>
                    <a:pt x="196" y="69176"/>
                    <a:pt x="-29" y="68500"/>
                  </a:cubicBezTo>
                  <a:cubicBezTo>
                    <a:pt x="1022" y="57913"/>
                    <a:pt x="1773" y="47326"/>
                    <a:pt x="1998" y="36739"/>
                  </a:cubicBezTo>
                  <a:cubicBezTo>
                    <a:pt x="1998" y="27579"/>
                    <a:pt x="1998" y="18343"/>
                    <a:pt x="1998" y="9183"/>
                  </a:cubicBezTo>
                  <a:cubicBezTo>
                    <a:pt x="1998" y="7907"/>
                    <a:pt x="271" y="-1779"/>
                    <a:pt x="3801" y="248"/>
                  </a:cubicBezTo>
                  <a:cubicBezTo>
                    <a:pt x="5453" y="1525"/>
                    <a:pt x="4852" y="10985"/>
                    <a:pt x="4927" y="13238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6" name="Content Placeholder 4">
              <a:extLst>
                <a:ext uri="{FF2B5EF4-FFF2-40B4-BE49-F238E27FC236}">
                  <a16:creationId xmlns:a16="http://schemas.microsoft.com/office/drawing/2014/main" id="{EFCDEF16-A302-C73C-CBF9-A8670FEE6027}"/>
                </a:ext>
              </a:extLst>
            </p:cNvPr>
            <p:cNvSpPr/>
            <p:nvPr/>
          </p:nvSpPr>
          <p:spPr>
            <a:xfrm>
              <a:off x="4178263" y="5653027"/>
              <a:ext cx="60207" cy="67969"/>
            </a:xfrm>
            <a:custGeom>
              <a:avLst/>
              <a:gdLst>
                <a:gd name="connsiteX0" fmla="*/ 12212 w 60207"/>
                <a:gd name="connsiteY0" fmla="*/ 1547 h 67969"/>
                <a:gd name="connsiteX1" fmla="*/ 15216 w 60207"/>
                <a:gd name="connsiteY1" fmla="*/ 3049 h 67969"/>
                <a:gd name="connsiteX2" fmla="*/ 16117 w 60207"/>
                <a:gd name="connsiteY2" fmla="*/ 5602 h 67969"/>
                <a:gd name="connsiteX3" fmla="*/ 19722 w 60207"/>
                <a:gd name="connsiteY3" fmla="*/ 27376 h 67969"/>
                <a:gd name="connsiteX4" fmla="*/ 21900 w 60207"/>
                <a:gd name="connsiteY4" fmla="*/ 37888 h 67969"/>
                <a:gd name="connsiteX5" fmla="*/ 37821 w 60207"/>
                <a:gd name="connsiteY5" fmla="*/ 52905 h 67969"/>
                <a:gd name="connsiteX6" fmla="*/ 54944 w 60207"/>
                <a:gd name="connsiteY6" fmla="*/ 57110 h 67969"/>
                <a:gd name="connsiteX7" fmla="*/ 59976 w 60207"/>
                <a:gd name="connsiteY7" fmla="*/ 59137 h 67969"/>
                <a:gd name="connsiteX8" fmla="*/ 58173 w 60207"/>
                <a:gd name="connsiteY8" fmla="*/ 65970 h 67969"/>
                <a:gd name="connsiteX9" fmla="*/ 48335 w 60207"/>
                <a:gd name="connsiteY9" fmla="*/ 67246 h 67969"/>
                <a:gd name="connsiteX10" fmla="*/ 19797 w 60207"/>
                <a:gd name="connsiteY10" fmla="*/ 59212 h 67969"/>
                <a:gd name="connsiteX11" fmla="*/ 13714 w 60207"/>
                <a:gd name="connsiteY11" fmla="*/ 56134 h 67969"/>
                <a:gd name="connsiteX12" fmla="*/ 11836 w 60207"/>
                <a:gd name="connsiteY12" fmla="*/ 53130 h 67969"/>
                <a:gd name="connsiteX13" fmla="*/ 6054 w 60207"/>
                <a:gd name="connsiteY13" fmla="*/ 40967 h 67969"/>
                <a:gd name="connsiteX14" fmla="*/ 2900 w 60207"/>
                <a:gd name="connsiteY14" fmla="*/ 55533 h 67969"/>
                <a:gd name="connsiteX15" fmla="*/ -29 w 60207"/>
                <a:gd name="connsiteY15" fmla="*/ 55533 h 67969"/>
                <a:gd name="connsiteX16" fmla="*/ 947 w 60207"/>
                <a:gd name="connsiteY16" fmla="*/ -30 h 67969"/>
                <a:gd name="connsiteX17" fmla="*/ 12212 w 60207"/>
                <a:gd name="connsiteY17" fmla="*/ 1547 h 67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0207" h="67969">
                  <a:moveTo>
                    <a:pt x="12212" y="1547"/>
                  </a:moveTo>
                  <a:cubicBezTo>
                    <a:pt x="13339" y="1750"/>
                    <a:pt x="14375" y="2275"/>
                    <a:pt x="15216" y="3049"/>
                  </a:cubicBezTo>
                  <a:cubicBezTo>
                    <a:pt x="15704" y="3822"/>
                    <a:pt x="16012" y="4693"/>
                    <a:pt x="16117" y="5602"/>
                  </a:cubicBezTo>
                  <a:cubicBezTo>
                    <a:pt x="17619" y="13110"/>
                    <a:pt x="18821" y="20093"/>
                    <a:pt x="19722" y="27376"/>
                  </a:cubicBezTo>
                  <a:cubicBezTo>
                    <a:pt x="20037" y="30950"/>
                    <a:pt x="20766" y="34479"/>
                    <a:pt x="21900" y="37888"/>
                  </a:cubicBezTo>
                  <a:cubicBezTo>
                    <a:pt x="24994" y="44818"/>
                    <a:pt x="30724" y="50225"/>
                    <a:pt x="37821" y="52905"/>
                  </a:cubicBezTo>
                  <a:cubicBezTo>
                    <a:pt x="43333" y="55007"/>
                    <a:pt x="49086" y="56419"/>
                    <a:pt x="54944" y="57110"/>
                  </a:cubicBezTo>
                  <a:cubicBezTo>
                    <a:pt x="56821" y="57110"/>
                    <a:pt x="59074" y="57110"/>
                    <a:pt x="59976" y="59137"/>
                  </a:cubicBezTo>
                  <a:cubicBezTo>
                    <a:pt x="60554" y="61570"/>
                    <a:pt x="59878" y="64138"/>
                    <a:pt x="58173" y="65970"/>
                  </a:cubicBezTo>
                  <a:cubicBezTo>
                    <a:pt x="55319" y="68027"/>
                    <a:pt x="51617" y="68508"/>
                    <a:pt x="48335" y="67246"/>
                  </a:cubicBezTo>
                  <a:cubicBezTo>
                    <a:pt x="38647" y="65069"/>
                    <a:pt x="29260" y="62140"/>
                    <a:pt x="19797" y="59212"/>
                  </a:cubicBezTo>
                  <a:cubicBezTo>
                    <a:pt x="17544" y="58717"/>
                    <a:pt x="15449" y="57658"/>
                    <a:pt x="13714" y="56134"/>
                  </a:cubicBezTo>
                  <a:cubicBezTo>
                    <a:pt x="12948" y="55225"/>
                    <a:pt x="12317" y="54219"/>
                    <a:pt x="11836" y="53130"/>
                  </a:cubicBezTo>
                  <a:cubicBezTo>
                    <a:pt x="9809" y="49151"/>
                    <a:pt x="7856" y="45096"/>
                    <a:pt x="6054" y="40967"/>
                  </a:cubicBezTo>
                  <a:cubicBezTo>
                    <a:pt x="5303" y="45885"/>
                    <a:pt x="4251" y="50750"/>
                    <a:pt x="2900" y="55533"/>
                  </a:cubicBezTo>
                  <a:cubicBezTo>
                    <a:pt x="1961" y="55158"/>
                    <a:pt x="910" y="55158"/>
                    <a:pt x="-29" y="55533"/>
                  </a:cubicBezTo>
                  <a:cubicBezTo>
                    <a:pt x="947" y="36987"/>
                    <a:pt x="1247" y="18516"/>
                    <a:pt x="947" y="-30"/>
                  </a:cubicBezTo>
                  <a:cubicBezTo>
                    <a:pt x="4755" y="8"/>
                    <a:pt x="8540" y="541"/>
                    <a:pt x="12212" y="1547"/>
                  </a:cubicBezTo>
                  <a:close/>
                </a:path>
              </a:pathLst>
            </a:custGeom>
            <a:solidFill>
              <a:srgbClr val="EDDD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7" name="Content Placeholder 4">
              <a:extLst>
                <a:ext uri="{FF2B5EF4-FFF2-40B4-BE49-F238E27FC236}">
                  <a16:creationId xmlns:a16="http://schemas.microsoft.com/office/drawing/2014/main" id="{3CFB43B8-1A82-227B-5796-5AC73DC62F26}"/>
                </a:ext>
              </a:extLst>
            </p:cNvPr>
            <p:cNvSpPr/>
            <p:nvPr/>
          </p:nvSpPr>
          <p:spPr>
            <a:xfrm>
              <a:off x="4098807" y="5217087"/>
              <a:ext cx="116856" cy="70867"/>
            </a:xfrm>
            <a:custGeom>
              <a:avLst/>
              <a:gdLst>
                <a:gd name="connsiteX0" fmla="*/ 68462 w 116856"/>
                <a:gd name="connsiteY0" fmla="*/ 45622 h 70867"/>
                <a:gd name="connsiteX1" fmla="*/ 11536 w 116856"/>
                <a:gd name="connsiteY1" fmla="*/ 1547 h 70867"/>
                <a:gd name="connsiteX2" fmla="*/ 8382 w 116856"/>
                <a:gd name="connsiteY2" fmla="*/ -30 h 70867"/>
                <a:gd name="connsiteX3" fmla="*/ 3876 w 116856"/>
                <a:gd name="connsiteY3" fmla="*/ 2598 h 70867"/>
                <a:gd name="connsiteX4" fmla="*/ -29 w 116856"/>
                <a:gd name="connsiteY4" fmla="*/ 10107 h 70867"/>
                <a:gd name="connsiteX5" fmla="*/ 8457 w 116856"/>
                <a:gd name="connsiteY5" fmla="*/ 21595 h 70867"/>
                <a:gd name="connsiteX6" fmla="*/ 69213 w 116856"/>
                <a:gd name="connsiteY6" fmla="*/ 54106 h 70867"/>
                <a:gd name="connsiteX7" fmla="*/ 101431 w 116856"/>
                <a:gd name="connsiteY7" fmla="*/ 67096 h 70867"/>
                <a:gd name="connsiteX8" fmla="*/ 108490 w 116856"/>
                <a:gd name="connsiteY8" fmla="*/ 70550 h 70867"/>
                <a:gd name="connsiteX9" fmla="*/ 115625 w 116856"/>
                <a:gd name="connsiteY9" fmla="*/ 68522 h 70867"/>
                <a:gd name="connsiteX10" fmla="*/ 116075 w 116856"/>
                <a:gd name="connsiteY10" fmla="*/ 59963 h 70867"/>
                <a:gd name="connsiteX11" fmla="*/ 106087 w 116856"/>
                <a:gd name="connsiteY11" fmla="*/ 47048 h 70867"/>
                <a:gd name="connsiteX12" fmla="*/ 97375 w 116856"/>
                <a:gd name="connsiteY12" fmla="*/ 49601 h 70867"/>
                <a:gd name="connsiteX13" fmla="*/ 89189 w 116856"/>
                <a:gd name="connsiteY13" fmla="*/ 49601 h 70867"/>
                <a:gd name="connsiteX14" fmla="*/ 80628 w 116856"/>
                <a:gd name="connsiteY14" fmla="*/ 51328 h 70867"/>
                <a:gd name="connsiteX15" fmla="*/ 68462 w 116856"/>
                <a:gd name="connsiteY15" fmla="*/ 45622 h 70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6856" h="70867">
                  <a:moveTo>
                    <a:pt x="68462" y="45622"/>
                  </a:moveTo>
                  <a:lnTo>
                    <a:pt x="11536" y="1547"/>
                  </a:lnTo>
                  <a:cubicBezTo>
                    <a:pt x="10672" y="706"/>
                    <a:pt x="9569" y="158"/>
                    <a:pt x="8382" y="-30"/>
                  </a:cubicBezTo>
                  <a:cubicBezTo>
                    <a:pt x="6557" y="105"/>
                    <a:pt x="4890" y="1074"/>
                    <a:pt x="3876" y="2598"/>
                  </a:cubicBezTo>
                  <a:cubicBezTo>
                    <a:pt x="1811" y="4618"/>
                    <a:pt x="436" y="7254"/>
                    <a:pt x="-29" y="10107"/>
                  </a:cubicBezTo>
                  <a:cubicBezTo>
                    <a:pt x="-29" y="15137"/>
                    <a:pt x="4251" y="18817"/>
                    <a:pt x="8457" y="21595"/>
                  </a:cubicBezTo>
                  <a:cubicBezTo>
                    <a:pt x="27465" y="34614"/>
                    <a:pt x="47839" y="45517"/>
                    <a:pt x="69213" y="54106"/>
                  </a:cubicBezTo>
                  <a:cubicBezTo>
                    <a:pt x="80305" y="57500"/>
                    <a:pt x="91089" y="61840"/>
                    <a:pt x="101431" y="67096"/>
                  </a:cubicBezTo>
                  <a:cubicBezTo>
                    <a:pt x="103594" y="68605"/>
                    <a:pt x="105974" y="69769"/>
                    <a:pt x="108490" y="70550"/>
                  </a:cubicBezTo>
                  <a:cubicBezTo>
                    <a:pt x="111059" y="71316"/>
                    <a:pt x="113845" y="70527"/>
                    <a:pt x="115625" y="68522"/>
                  </a:cubicBezTo>
                  <a:cubicBezTo>
                    <a:pt x="117052" y="65880"/>
                    <a:pt x="117217" y="62741"/>
                    <a:pt x="116075" y="59963"/>
                  </a:cubicBezTo>
                  <a:cubicBezTo>
                    <a:pt x="114648" y="54257"/>
                    <a:pt x="111945" y="47424"/>
                    <a:pt x="106087" y="47048"/>
                  </a:cubicBezTo>
                  <a:cubicBezTo>
                    <a:pt x="103038" y="47296"/>
                    <a:pt x="100079" y="48167"/>
                    <a:pt x="97375" y="49601"/>
                  </a:cubicBezTo>
                  <a:cubicBezTo>
                    <a:pt x="93620" y="50878"/>
                    <a:pt x="92494" y="49601"/>
                    <a:pt x="89189" y="49601"/>
                  </a:cubicBezTo>
                  <a:cubicBezTo>
                    <a:pt x="85885" y="49601"/>
                    <a:pt x="83932" y="51253"/>
                    <a:pt x="80628" y="51328"/>
                  </a:cubicBezTo>
                  <a:cubicBezTo>
                    <a:pt x="76032" y="50893"/>
                    <a:pt x="71736" y="48881"/>
                    <a:pt x="68462" y="45622"/>
                  </a:cubicBezTo>
                  <a:close/>
                </a:path>
              </a:pathLst>
            </a:custGeom>
            <a:solidFill>
              <a:srgbClr val="E2D6C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8" name="Content Placeholder 4">
              <a:extLst>
                <a:ext uri="{FF2B5EF4-FFF2-40B4-BE49-F238E27FC236}">
                  <a16:creationId xmlns:a16="http://schemas.microsoft.com/office/drawing/2014/main" id="{317C7F3B-28B1-C972-1E77-2CA45E3E2F95}"/>
                </a:ext>
              </a:extLst>
            </p:cNvPr>
            <p:cNvSpPr/>
            <p:nvPr/>
          </p:nvSpPr>
          <p:spPr>
            <a:xfrm>
              <a:off x="4049617" y="5083999"/>
              <a:ext cx="66974" cy="159272"/>
            </a:xfrm>
            <a:custGeom>
              <a:avLst/>
              <a:gdLst>
                <a:gd name="connsiteX0" fmla="*/ 3200 w 66974"/>
                <a:gd name="connsiteY0" fmla="*/ 63454 h 159272"/>
                <a:gd name="connsiteX1" fmla="*/ -29 w 66974"/>
                <a:gd name="connsiteY1" fmla="*/ 86655 h 159272"/>
                <a:gd name="connsiteX2" fmla="*/ 2374 w 66974"/>
                <a:gd name="connsiteY2" fmla="*/ 104375 h 159272"/>
                <a:gd name="connsiteX3" fmla="*/ 10560 w 66974"/>
                <a:gd name="connsiteY3" fmla="*/ 126901 h 159272"/>
                <a:gd name="connsiteX4" fmla="*/ 44054 w 66974"/>
                <a:gd name="connsiteY4" fmla="*/ 146348 h 159272"/>
                <a:gd name="connsiteX5" fmla="*/ 41501 w 66974"/>
                <a:gd name="connsiteY5" fmla="*/ 155132 h 159272"/>
                <a:gd name="connsiteX6" fmla="*/ 48485 w 66974"/>
                <a:gd name="connsiteY6" fmla="*/ 158436 h 159272"/>
                <a:gd name="connsiteX7" fmla="*/ 49987 w 66974"/>
                <a:gd name="connsiteY7" fmla="*/ 155808 h 159272"/>
                <a:gd name="connsiteX8" fmla="*/ 61177 w 66974"/>
                <a:gd name="connsiteY8" fmla="*/ 135986 h 159272"/>
                <a:gd name="connsiteX9" fmla="*/ 66660 w 66974"/>
                <a:gd name="connsiteY9" fmla="*/ 126751 h 159272"/>
                <a:gd name="connsiteX10" fmla="*/ 62604 w 66974"/>
                <a:gd name="connsiteY10" fmla="*/ 117891 h 159272"/>
                <a:gd name="connsiteX11" fmla="*/ 59375 w 66974"/>
                <a:gd name="connsiteY11" fmla="*/ 122471 h 159272"/>
                <a:gd name="connsiteX12" fmla="*/ 57197 w 66974"/>
                <a:gd name="connsiteY12" fmla="*/ 124048 h 159272"/>
                <a:gd name="connsiteX13" fmla="*/ 52616 w 66974"/>
                <a:gd name="connsiteY13" fmla="*/ 122171 h 159272"/>
                <a:gd name="connsiteX14" fmla="*/ 45782 w 66974"/>
                <a:gd name="connsiteY14" fmla="*/ 116389 h 159272"/>
                <a:gd name="connsiteX15" fmla="*/ 41276 w 66974"/>
                <a:gd name="connsiteY15" fmla="*/ 111133 h 159272"/>
                <a:gd name="connsiteX16" fmla="*/ 40675 w 66974"/>
                <a:gd name="connsiteY16" fmla="*/ 105277 h 159272"/>
                <a:gd name="connsiteX17" fmla="*/ 54268 w 66974"/>
                <a:gd name="connsiteY17" fmla="*/ 47987 h 159272"/>
                <a:gd name="connsiteX18" fmla="*/ 55094 w 66974"/>
                <a:gd name="connsiteY18" fmla="*/ 30192 h 159272"/>
                <a:gd name="connsiteX19" fmla="*/ 36770 w 66974"/>
                <a:gd name="connsiteY19" fmla="*/ 3537 h 159272"/>
                <a:gd name="connsiteX20" fmla="*/ 31888 w 66974"/>
                <a:gd name="connsiteY20" fmla="*/ 308 h 159272"/>
                <a:gd name="connsiteX21" fmla="*/ 27157 w 66974"/>
                <a:gd name="connsiteY21" fmla="*/ 308 h 159272"/>
                <a:gd name="connsiteX22" fmla="*/ 9058 w 66974"/>
                <a:gd name="connsiteY22" fmla="*/ 23209 h 159272"/>
                <a:gd name="connsiteX23" fmla="*/ 3200 w 66974"/>
                <a:gd name="connsiteY23" fmla="*/ 63454 h 159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66974" h="159272">
                  <a:moveTo>
                    <a:pt x="3200" y="63454"/>
                  </a:moveTo>
                  <a:cubicBezTo>
                    <a:pt x="1345" y="71061"/>
                    <a:pt x="264" y="78832"/>
                    <a:pt x="-29" y="86655"/>
                  </a:cubicBezTo>
                  <a:cubicBezTo>
                    <a:pt x="204" y="92625"/>
                    <a:pt x="1015" y="98556"/>
                    <a:pt x="2374" y="104375"/>
                  </a:cubicBezTo>
                  <a:cubicBezTo>
                    <a:pt x="3275" y="112424"/>
                    <a:pt x="6076" y="120151"/>
                    <a:pt x="10560" y="126901"/>
                  </a:cubicBezTo>
                  <a:cubicBezTo>
                    <a:pt x="18596" y="137188"/>
                    <a:pt x="33090" y="139815"/>
                    <a:pt x="44054" y="146348"/>
                  </a:cubicBezTo>
                  <a:cubicBezTo>
                    <a:pt x="42207" y="148893"/>
                    <a:pt x="41306" y="151994"/>
                    <a:pt x="41501" y="155132"/>
                  </a:cubicBezTo>
                  <a:cubicBezTo>
                    <a:pt x="42102" y="158211"/>
                    <a:pt x="46157" y="160539"/>
                    <a:pt x="48485" y="158436"/>
                  </a:cubicBezTo>
                  <a:cubicBezTo>
                    <a:pt x="49169" y="157678"/>
                    <a:pt x="49679" y="156784"/>
                    <a:pt x="49987" y="155808"/>
                  </a:cubicBezTo>
                  <a:cubicBezTo>
                    <a:pt x="52743" y="148698"/>
                    <a:pt x="56513" y="142023"/>
                    <a:pt x="61177" y="135986"/>
                  </a:cubicBezTo>
                  <a:cubicBezTo>
                    <a:pt x="63633" y="133328"/>
                    <a:pt x="65503" y="130182"/>
                    <a:pt x="66660" y="126751"/>
                  </a:cubicBezTo>
                  <a:cubicBezTo>
                    <a:pt x="67666" y="123199"/>
                    <a:pt x="65946" y="119445"/>
                    <a:pt x="62604" y="117891"/>
                  </a:cubicBezTo>
                  <a:cubicBezTo>
                    <a:pt x="59750" y="120819"/>
                    <a:pt x="62604" y="119542"/>
                    <a:pt x="59375" y="122471"/>
                  </a:cubicBezTo>
                  <a:cubicBezTo>
                    <a:pt x="58827" y="123199"/>
                    <a:pt x="58068" y="123755"/>
                    <a:pt x="57197" y="124048"/>
                  </a:cubicBezTo>
                  <a:cubicBezTo>
                    <a:pt x="55455" y="124198"/>
                    <a:pt x="53750" y="123500"/>
                    <a:pt x="52616" y="122171"/>
                  </a:cubicBezTo>
                  <a:cubicBezTo>
                    <a:pt x="50288" y="120294"/>
                    <a:pt x="48035" y="118341"/>
                    <a:pt x="45782" y="116389"/>
                  </a:cubicBezTo>
                  <a:cubicBezTo>
                    <a:pt x="43912" y="114985"/>
                    <a:pt x="42372" y="113198"/>
                    <a:pt x="41276" y="111133"/>
                  </a:cubicBezTo>
                  <a:cubicBezTo>
                    <a:pt x="40667" y="109249"/>
                    <a:pt x="40465" y="107251"/>
                    <a:pt x="40675" y="105277"/>
                  </a:cubicBezTo>
                  <a:cubicBezTo>
                    <a:pt x="42027" y="83802"/>
                    <a:pt x="49387" y="68935"/>
                    <a:pt x="54268" y="47987"/>
                  </a:cubicBezTo>
                  <a:cubicBezTo>
                    <a:pt x="55815" y="42183"/>
                    <a:pt x="56093" y="36116"/>
                    <a:pt x="55094" y="30192"/>
                  </a:cubicBezTo>
                  <a:cubicBezTo>
                    <a:pt x="51722" y="19710"/>
                    <a:pt x="45354" y="10437"/>
                    <a:pt x="36770" y="3537"/>
                  </a:cubicBezTo>
                  <a:cubicBezTo>
                    <a:pt x="35448" y="2058"/>
                    <a:pt x="33766" y="947"/>
                    <a:pt x="31888" y="308"/>
                  </a:cubicBezTo>
                  <a:cubicBezTo>
                    <a:pt x="30341" y="-142"/>
                    <a:pt x="28704" y="-142"/>
                    <a:pt x="27157" y="308"/>
                  </a:cubicBezTo>
                  <a:cubicBezTo>
                    <a:pt x="16327" y="2471"/>
                    <a:pt x="8660" y="12172"/>
                    <a:pt x="9058" y="23209"/>
                  </a:cubicBezTo>
                  <a:cubicBezTo>
                    <a:pt x="7864" y="36724"/>
                    <a:pt x="5911" y="50164"/>
                    <a:pt x="3200" y="63454"/>
                  </a:cubicBezTo>
                  <a:close/>
                </a:path>
              </a:pathLst>
            </a:custGeom>
            <a:solidFill>
              <a:srgbClr val="537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9" name="Content Placeholder 4">
              <a:extLst>
                <a:ext uri="{FF2B5EF4-FFF2-40B4-BE49-F238E27FC236}">
                  <a16:creationId xmlns:a16="http://schemas.microsoft.com/office/drawing/2014/main" id="{8510DD8D-F0BA-3463-2F88-023DFC4B0AA0}"/>
                </a:ext>
              </a:extLst>
            </p:cNvPr>
            <p:cNvSpPr/>
            <p:nvPr/>
          </p:nvSpPr>
          <p:spPr>
            <a:xfrm>
              <a:off x="4059926" y="4966730"/>
              <a:ext cx="63559" cy="97559"/>
            </a:xfrm>
            <a:custGeom>
              <a:avLst/>
              <a:gdLst>
                <a:gd name="connsiteX0" fmla="*/ 61231 w 63559"/>
                <a:gd name="connsiteY0" fmla="*/ 50827 h 97559"/>
                <a:gd name="connsiteX1" fmla="*/ 45160 w 63559"/>
                <a:gd name="connsiteY1" fmla="*/ 40316 h 97559"/>
                <a:gd name="connsiteX2" fmla="*/ 41781 w 63559"/>
                <a:gd name="connsiteY2" fmla="*/ 47824 h 97559"/>
                <a:gd name="connsiteX3" fmla="*/ 56049 w 63559"/>
                <a:gd name="connsiteY3" fmla="*/ 83264 h 97559"/>
                <a:gd name="connsiteX4" fmla="*/ 42982 w 63559"/>
                <a:gd name="connsiteY4" fmla="*/ 82213 h 97559"/>
                <a:gd name="connsiteX5" fmla="*/ 40954 w 63559"/>
                <a:gd name="connsiteY5" fmla="*/ 82588 h 97559"/>
                <a:gd name="connsiteX6" fmla="*/ 40954 w 63559"/>
                <a:gd name="connsiteY6" fmla="*/ 85066 h 97559"/>
                <a:gd name="connsiteX7" fmla="*/ 47263 w 63559"/>
                <a:gd name="connsiteY7" fmla="*/ 97530 h 97559"/>
                <a:gd name="connsiteX8" fmla="*/ 24733 w 63559"/>
                <a:gd name="connsiteY8" fmla="*/ 86492 h 97559"/>
                <a:gd name="connsiteX9" fmla="*/ 9713 w 63559"/>
                <a:gd name="connsiteY9" fmla="*/ 65393 h 97559"/>
                <a:gd name="connsiteX10" fmla="*/ 626 w 63559"/>
                <a:gd name="connsiteY10" fmla="*/ 41292 h 97559"/>
                <a:gd name="connsiteX11" fmla="*/ 5132 w 63559"/>
                <a:gd name="connsiteY11" fmla="*/ 16439 h 97559"/>
                <a:gd name="connsiteX12" fmla="*/ 31266 w 63559"/>
                <a:gd name="connsiteY12" fmla="*/ 1422 h 97559"/>
                <a:gd name="connsiteX13" fmla="*/ 50342 w 63559"/>
                <a:gd name="connsiteY13" fmla="*/ 671 h 97559"/>
                <a:gd name="connsiteX14" fmla="*/ 62959 w 63559"/>
                <a:gd name="connsiteY14" fmla="*/ 7653 h 97559"/>
                <a:gd name="connsiteX15" fmla="*/ 59429 w 63559"/>
                <a:gd name="connsiteY15" fmla="*/ 19818 h 97559"/>
                <a:gd name="connsiteX16" fmla="*/ 61231 w 63559"/>
                <a:gd name="connsiteY16" fmla="*/ 50827 h 97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3559" h="97559">
                  <a:moveTo>
                    <a:pt x="61231" y="50827"/>
                  </a:moveTo>
                  <a:cubicBezTo>
                    <a:pt x="55103" y="48672"/>
                    <a:pt x="49591" y="45068"/>
                    <a:pt x="45160" y="40316"/>
                  </a:cubicBezTo>
                  <a:cubicBezTo>
                    <a:pt x="43005" y="42215"/>
                    <a:pt x="41773" y="44948"/>
                    <a:pt x="41781" y="47824"/>
                  </a:cubicBezTo>
                  <a:cubicBezTo>
                    <a:pt x="40511" y="61249"/>
                    <a:pt x="45828" y="74464"/>
                    <a:pt x="56049" y="83264"/>
                  </a:cubicBezTo>
                  <a:lnTo>
                    <a:pt x="42982" y="82213"/>
                  </a:lnTo>
                  <a:cubicBezTo>
                    <a:pt x="42284" y="82055"/>
                    <a:pt x="41548" y="82190"/>
                    <a:pt x="40954" y="82588"/>
                  </a:cubicBezTo>
                  <a:cubicBezTo>
                    <a:pt x="40541" y="83361"/>
                    <a:pt x="40541" y="84292"/>
                    <a:pt x="40954" y="85066"/>
                  </a:cubicBezTo>
                  <a:cubicBezTo>
                    <a:pt x="42148" y="89624"/>
                    <a:pt x="44296" y="93873"/>
                    <a:pt x="47263" y="97530"/>
                  </a:cubicBezTo>
                  <a:cubicBezTo>
                    <a:pt x="38694" y="96606"/>
                    <a:pt x="30718" y="92695"/>
                    <a:pt x="24733" y="86492"/>
                  </a:cubicBezTo>
                  <a:cubicBezTo>
                    <a:pt x="18657" y="80290"/>
                    <a:pt x="13588" y="73165"/>
                    <a:pt x="9713" y="65393"/>
                  </a:cubicBezTo>
                  <a:cubicBezTo>
                    <a:pt x="5357" y="57923"/>
                    <a:pt x="2285" y="49776"/>
                    <a:pt x="626" y="41292"/>
                  </a:cubicBezTo>
                  <a:cubicBezTo>
                    <a:pt x="-1064" y="32732"/>
                    <a:pt x="543" y="23857"/>
                    <a:pt x="5132" y="16439"/>
                  </a:cubicBezTo>
                  <a:cubicBezTo>
                    <a:pt x="11665" y="8352"/>
                    <a:pt x="20985" y="2998"/>
                    <a:pt x="31266" y="1422"/>
                  </a:cubicBezTo>
                  <a:cubicBezTo>
                    <a:pt x="37492" y="-215"/>
                    <a:pt x="44003" y="-470"/>
                    <a:pt x="50342" y="671"/>
                  </a:cubicBezTo>
                  <a:cubicBezTo>
                    <a:pt x="55261" y="1376"/>
                    <a:pt x="59752" y="3862"/>
                    <a:pt x="62959" y="7653"/>
                  </a:cubicBezTo>
                  <a:cubicBezTo>
                    <a:pt x="65061" y="11708"/>
                    <a:pt x="60781" y="15913"/>
                    <a:pt x="59429" y="19818"/>
                  </a:cubicBezTo>
                  <a:cubicBezTo>
                    <a:pt x="55749" y="29961"/>
                    <a:pt x="56402" y="41179"/>
                    <a:pt x="61231" y="50827"/>
                  </a:cubicBezTo>
                  <a:close/>
                </a:path>
              </a:pathLst>
            </a:custGeom>
            <a:solidFill>
              <a:srgbClr val="BAAEA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0" name="Content Placeholder 4">
              <a:extLst>
                <a:ext uri="{FF2B5EF4-FFF2-40B4-BE49-F238E27FC236}">
                  <a16:creationId xmlns:a16="http://schemas.microsoft.com/office/drawing/2014/main" id="{4BDF5C26-4ABB-F0A1-5CD3-DA7450477090}"/>
                </a:ext>
              </a:extLst>
            </p:cNvPr>
            <p:cNvSpPr/>
            <p:nvPr/>
          </p:nvSpPr>
          <p:spPr>
            <a:xfrm>
              <a:off x="4073891" y="5659927"/>
              <a:ext cx="48615" cy="59531"/>
            </a:xfrm>
            <a:custGeom>
              <a:avLst/>
              <a:gdLst>
                <a:gd name="connsiteX0" fmla="*/ 19930 w 48615"/>
                <a:gd name="connsiteY0" fmla="*/ 15371 h 59531"/>
                <a:gd name="connsiteX1" fmla="*/ 23760 w 48615"/>
                <a:gd name="connsiteY1" fmla="*/ 31514 h 59531"/>
                <a:gd name="connsiteX2" fmla="*/ 45014 w 48615"/>
                <a:gd name="connsiteY2" fmla="*/ 46156 h 59531"/>
                <a:gd name="connsiteX3" fmla="*/ 47492 w 48615"/>
                <a:gd name="connsiteY3" fmla="*/ 47507 h 59531"/>
                <a:gd name="connsiteX4" fmla="*/ 48018 w 48615"/>
                <a:gd name="connsiteY4" fmla="*/ 49685 h 59531"/>
                <a:gd name="connsiteX5" fmla="*/ 48468 w 48615"/>
                <a:gd name="connsiteY5" fmla="*/ 57193 h 59531"/>
                <a:gd name="connsiteX6" fmla="*/ 48468 w 48615"/>
                <a:gd name="connsiteY6" fmla="*/ 58319 h 59531"/>
                <a:gd name="connsiteX7" fmla="*/ 46741 w 48615"/>
                <a:gd name="connsiteY7" fmla="*/ 58845 h 59531"/>
                <a:gd name="connsiteX8" fmla="*/ 18729 w 48615"/>
                <a:gd name="connsiteY8" fmla="*/ 59371 h 59531"/>
                <a:gd name="connsiteX9" fmla="*/ 14448 w 48615"/>
                <a:gd name="connsiteY9" fmla="*/ 58845 h 59531"/>
                <a:gd name="connsiteX10" fmla="*/ 12270 w 48615"/>
                <a:gd name="connsiteY10" fmla="*/ 52989 h 59531"/>
                <a:gd name="connsiteX11" fmla="*/ 12721 w 48615"/>
                <a:gd name="connsiteY11" fmla="*/ 46456 h 59531"/>
                <a:gd name="connsiteX12" fmla="*/ 8065 w 48615"/>
                <a:gd name="connsiteY12" fmla="*/ 42927 h 59531"/>
                <a:gd name="connsiteX13" fmla="*/ 8740 w 48615"/>
                <a:gd name="connsiteY13" fmla="*/ 57418 h 59531"/>
                <a:gd name="connsiteX14" fmla="*/ 2958 w 48615"/>
                <a:gd name="connsiteY14" fmla="*/ 58019 h 59531"/>
                <a:gd name="connsiteX15" fmla="*/ 2432 w 48615"/>
                <a:gd name="connsiteY15" fmla="*/ 19426 h 59531"/>
                <a:gd name="connsiteX16" fmla="*/ 630 w 48615"/>
                <a:gd name="connsiteY16" fmla="*/ 4409 h 59531"/>
                <a:gd name="connsiteX17" fmla="*/ 10994 w 48615"/>
                <a:gd name="connsiteY17" fmla="*/ -21 h 59531"/>
                <a:gd name="connsiteX18" fmla="*/ 17452 w 48615"/>
                <a:gd name="connsiteY18" fmla="*/ 5760 h 59531"/>
                <a:gd name="connsiteX19" fmla="*/ 19930 w 48615"/>
                <a:gd name="connsiteY19" fmla="*/ 15371 h 59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8615" h="59531">
                  <a:moveTo>
                    <a:pt x="19930" y="15371"/>
                  </a:moveTo>
                  <a:cubicBezTo>
                    <a:pt x="20479" y="20898"/>
                    <a:pt x="21763" y="26334"/>
                    <a:pt x="23760" y="31514"/>
                  </a:cubicBezTo>
                  <a:cubicBezTo>
                    <a:pt x="28559" y="39083"/>
                    <a:pt x="36235" y="44369"/>
                    <a:pt x="45014" y="46156"/>
                  </a:cubicBezTo>
                  <a:cubicBezTo>
                    <a:pt x="45960" y="46344"/>
                    <a:pt x="46824" y="46816"/>
                    <a:pt x="47492" y="47507"/>
                  </a:cubicBezTo>
                  <a:cubicBezTo>
                    <a:pt x="47883" y="48161"/>
                    <a:pt x="48070" y="48926"/>
                    <a:pt x="48018" y="49685"/>
                  </a:cubicBezTo>
                  <a:lnTo>
                    <a:pt x="48468" y="57193"/>
                  </a:lnTo>
                  <a:cubicBezTo>
                    <a:pt x="48626" y="57554"/>
                    <a:pt x="48626" y="57959"/>
                    <a:pt x="48468" y="58319"/>
                  </a:cubicBezTo>
                  <a:cubicBezTo>
                    <a:pt x="48093" y="58845"/>
                    <a:pt x="47417" y="58845"/>
                    <a:pt x="46741" y="58845"/>
                  </a:cubicBezTo>
                  <a:cubicBezTo>
                    <a:pt x="37399" y="58454"/>
                    <a:pt x="28049" y="58635"/>
                    <a:pt x="18729" y="59371"/>
                  </a:cubicBezTo>
                  <a:cubicBezTo>
                    <a:pt x="17279" y="59656"/>
                    <a:pt x="15785" y="59476"/>
                    <a:pt x="14448" y="58845"/>
                  </a:cubicBezTo>
                  <a:cubicBezTo>
                    <a:pt x="12638" y="57486"/>
                    <a:pt x="11790" y="55196"/>
                    <a:pt x="12270" y="52989"/>
                  </a:cubicBezTo>
                  <a:cubicBezTo>
                    <a:pt x="12758" y="50848"/>
                    <a:pt x="12909" y="48641"/>
                    <a:pt x="12721" y="46456"/>
                  </a:cubicBezTo>
                  <a:cubicBezTo>
                    <a:pt x="12345" y="44279"/>
                    <a:pt x="10167" y="42176"/>
                    <a:pt x="8065" y="42927"/>
                  </a:cubicBezTo>
                  <a:cubicBezTo>
                    <a:pt x="7426" y="47762"/>
                    <a:pt x="7652" y="52665"/>
                    <a:pt x="8740" y="57418"/>
                  </a:cubicBezTo>
                  <a:cubicBezTo>
                    <a:pt x="6893" y="58102"/>
                    <a:pt x="4903" y="58305"/>
                    <a:pt x="2958" y="58019"/>
                  </a:cubicBezTo>
                  <a:cubicBezTo>
                    <a:pt x="4287" y="45179"/>
                    <a:pt x="4107" y="32228"/>
                    <a:pt x="2432" y="19426"/>
                  </a:cubicBezTo>
                  <a:cubicBezTo>
                    <a:pt x="1606" y="15071"/>
                    <a:pt x="-1323" y="8839"/>
                    <a:pt x="630" y="4409"/>
                  </a:cubicBezTo>
                  <a:cubicBezTo>
                    <a:pt x="2582" y="-21"/>
                    <a:pt x="7088" y="129"/>
                    <a:pt x="10994" y="-21"/>
                  </a:cubicBezTo>
                  <a:cubicBezTo>
                    <a:pt x="14899" y="-171"/>
                    <a:pt x="15950" y="1631"/>
                    <a:pt x="17452" y="5760"/>
                  </a:cubicBezTo>
                  <a:cubicBezTo>
                    <a:pt x="18549" y="8891"/>
                    <a:pt x="19375" y="12105"/>
                    <a:pt x="19930" y="15371"/>
                  </a:cubicBezTo>
                  <a:close/>
                </a:path>
              </a:pathLst>
            </a:custGeom>
            <a:solidFill>
              <a:srgbClr val="EDDD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1" name="Content Placeholder 4">
              <a:extLst>
                <a:ext uri="{FF2B5EF4-FFF2-40B4-BE49-F238E27FC236}">
                  <a16:creationId xmlns:a16="http://schemas.microsoft.com/office/drawing/2014/main" id="{CE9DAD27-823C-71CF-5127-B158B4B76D91}"/>
                </a:ext>
              </a:extLst>
            </p:cNvPr>
            <p:cNvSpPr/>
            <p:nvPr/>
          </p:nvSpPr>
          <p:spPr>
            <a:xfrm>
              <a:off x="4224596" y="5663896"/>
              <a:ext cx="134381" cy="34044"/>
            </a:xfrm>
            <a:custGeom>
              <a:avLst/>
              <a:gdLst>
                <a:gd name="connsiteX0" fmla="*/ 118482 w 134381"/>
                <a:gd name="connsiteY0" fmla="*/ 2767 h 34044"/>
                <a:gd name="connsiteX1" fmla="*/ 134328 w 134381"/>
                <a:gd name="connsiteY1" fmla="*/ 16913 h 34044"/>
                <a:gd name="connsiteX2" fmla="*/ 133051 w 134381"/>
                <a:gd name="connsiteY2" fmla="*/ 23866 h 34044"/>
                <a:gd name="connsiteX3" fmla="*/ 132150 w 134381"/>
                <a:gd name="connsiteY3" fmla="*/ 27695 h 34044"/>
                <a:gd name="connsiteX4" fmla="*/ 128245 w 134381"/>
                <a:gd name="connsiteY4" fmla="*/ 30924 h 34044"/>
                <a:gd name="connsiteX5" fmla="*/ 107743 w 134381"/>
                <a:gd name="connsiteY5" fmla="*/ 33777 h 34044"/>
                <a:gd name="connsiteX6" fmla="*/ 54347 w 134381"/>
                <a:gd name="connsiteY6" fmla="*/ 32576 h 34044"/>
                <a:gd name="connsiteX7" fmla="*/ 7710 w 134381"/>
                <a:gd name="connsiteY7" fmla="*/ 28897 h 34044"/>
                <a:gd name="connsiteX8" fmla="*/ 1859 w 134381"/>
                <a:gd name="connsiteY8" fmla="*/ 8481 h 34044"/>
                <a:gd name="connsiteX9" fmla="*/ 8461 w 134381"/>
                <a:gd name="connsiteY9" fmla="*/ 2241 h 34044"/>
                <a:gd name="connsiteX10" fmla="*/ 33919 w 134381"/>
                <a:gd name="connsiteY10" fmla="*/ 440 h 34044"/>
                <a:gd name="connsiteX11" fmla="*/ 60430 w 134381"/>
                <a:gd name="connsiteY11" fmla="*/ -11 h 34044"/>
                <a:gd name="connsiteX12" fmla="*/ 118482 w 134381"/>
                <a:gd name="connsiteY12" fmla="*/ 2767 h 34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381" h="34044">
                  <a:moveTo>
                    <a:pt x="118482" y="2767"/>
                  </a:moveTo>
                  <a:cubicBezTo>
                    <a:pt x="126766" y="2302"/>
                    <a:pt x="133855" y="8631"/>
                    <a:pt x="134328" y="16913"/>
                  </a:cubicBezTo>
                  <a:cubicBezTo>
                    <a:pt x="134463" y="19301"/>
                    <a:pt x="134020" y="21681"/>
                    <a:pt x="133051" y="23866"/>
                  </a:cubicBezTo>
                  <a:cubicBezTo>
                    <a:pt x="132976" y="25188"/>
                    <a:pt x="132668" y="26479"/>
                    <a:pt x="132150" y="27695"/>
                  </a:cubicBezTo>
                  <a:cubicBezTo>
                    <a:pt x="131219" y="29152"/>
                    <a:pt x="129852" y="30286"/>
                    <a:pt x="128245" y="30924"/>
                  </a:cubicBezTo>
                  <a:cubicBezTo>
                    <a:pt x="121749" y="33530"/>
                    <a:pt x="114704" y="34513"/>
                    <a:pt x="107743" y="33777"/>
                  </a:cubicBezTo>
                  <a:lnTo>
                    <a:pt x="54347" y="32576"/>
                  </a:lnTo>
                  <a:cubicBezTo>
                    <a:pt x="40904" y="32576"/>
                    <a:pt x="19726" y="35880"/>
                    <a:pt x="7710" y="28897"/>
                  </a:cubicBezTo>
                  <a:cubicBezTo>
                    <a:pt x="455" y="24872"/>
                    <a:pt x="-2166" y="15734"/>
                    <a:pt x="1859" y="8481"/>
                  </a:cubicBezTo>
                  <a:cubicBezTo>
                    <a:pt x="3361" y="5771"/>
                    <a:pt x="5667" y="3593"/>
                    <a:pt x="8461" y="2241"/>
                  </a:cubicBezTo>
                  <a:cubicBezTo>
                    <a:pt x="16804" y="319"/>
                    <a:pt x="25388" y="-289"/>
                    <a:pt x="33919" y="440"/>
                  </a:cubicBezTo>
                  <a:cubicBezTo>
                    <a:pt x="42781" y="64"/>
                    <a:pt x="51643" y="-86"/>
                    <a:pt x="60430" y="-11"/>
                  </a:cubicBezTo>
                  <a:cubicBezTo>
                    <a:pt x="79806" y="64"/>
                    <a:pt x="99181" y="2767"/>
                    <a:pt x="118482" y="2767"/>
                  </a:cubicBezTo>
                  <a:close/>
                </a:path>
              </a:pathLst>
            </a:custGeom>
            <a:solidFill>
              <a:srgbClr val="C7C7C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2" name="Content Placeholder 4">
              <a:extLst>
                <a:ext uri="{FF2B5EF4-FFF2-40B4-BE49-F238E27FC236}">
                  <a16:creationId xmlns:a16="http://schemas.microsoft.com/office/drawing/2014/main" id="{BBFF1847-2296-9AE8-8909-3497222DFB42}"/>
                </a:ext>
              </a:extLst>
            </p:cNvPr>
            <p:cNvSpPr/>
            <p:nvPr/>
          </p:nvSpPr>
          <p:spPr>
            <a:xfrm>
              <a:off x="4271822" y="5654254"/>
              <a:ext cx="38766" cy="14502"/>
            </a:xfrm>
            <a:custGeom>
              <a:avLst/>
              <a:gdLst>
                <a:gd name="connsiteX0" fmla="*/ 587 w 38766"/>
                <a:gd name="connsiteY0" fmla="*/ 4000 h 14502"/>
                <a:gd name="connsiteX1" fmla="*/ 8097 w 38766"/>
                <a:gd name="connsiteY1" fmla="*/ 471 h 14502"/>
                <a:gd name="connsiteX2" fmla="*/ 31528 w 38766"/>
                <a:gd name="connsiteY2" fmla="*/ 20 h 14502"/>
                <a:gd name="connsiteX3" fmla="*/ 35058 w 38766"/>
                <a:gd name="connsiteY3" fmla="*/ 546 h 14502"/>
                <a:gd name="connsiteX4" fmla="*/ 38287 w 38766"/>
                <a:gd name="connsiteY4" fmla="*/ 4676 h 14502"/>
                <a:gd name="connsiteX5" fmla="*/ 38663 w 38766"/>
                <a:gd name="connsiteY5" fmla="*/ 10081 h 14502"/>
                <a:gd name="connsiteX6" fmla="*/ 37086 w 38766"/>
                <a:gd name="connsiteY6" fmla="*/ 14061 h 14502"/>
                <a:gd name="connsiteX7" fmla="*/ 35133 w 38766"/>
                <a:gd name="connsiteY7" fmla="*/ 14436 h 14502"/>
                <a:gd name="connsiteX8" fmla="*/ 10651 w 38766"/>
                <a:gd name="connsiteY8" fmla="*/ 14436 h 14502"/>
                <a:gd name="connsiteX9" fmla="*/ 662 w 38766"/>
                <a:gd name="connsiteY9" fmla="*/ 12635 h 14502"/>
                <a:gd name="connsiteX10" fmla="*/ 587 w 38766"/>
                <a:gd name="connsiteY10" fmla="*/ 4000 h 14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766" h="14502">
                  <a:moveTo>
                    <a:pt x="587" y="4000"/>
                  </a:moveTo>
                  <a:cubicBezTo>
                    <a:pt x="1789" y="1297"/>
                    <a:pt x="5319" y="621"/>
                    <a:pt x="8097" y="471"/>
                  </a:cubicBezTo>
                  <a:cubicBezTo>
                    <a:pt x="15607" y="-130"/>
                    <a:pt x="23718" y="-55"/>
                    <a:pt x="31528" y="20"/>
                  </a:cubicBezTo>
                  <a:cubicBezTo>
                    <a:pt x="32722" y="5"/>
                    <a:pt x="33917" y="185"/>
                    <a:pt x="35058" y="546"/>
                  </a:cubicBezTo>
                  <a:cubicBezTo>
                    <a:pt x="36688" y="1379"/>
                    <a:pt x="37867" y="2888"/>
                    <a:pt x="38287" y="4676"/>
                  </a:cubicBezTo>
                  <a:cubicBezTo>
                    <a:pt x="38708" y="6447"/>
                    <a:pt x="38836" y="8272"/>
                    <a:pt x="38663" y="10081"/>
                  </a:cubicBezTo>
                  <a:cubicBezTo>
                    <a:pt x="38663" y="11583"/>
                    <a:pt x="38663" y="13310"/>
                    <a:pt x="37086" y="14061"/>
                  </a:cubicBezTo>
                  <a:cubicBezTo>
                    <a:pt x="36462" y="14301"/>
                    <a:pt x="35802" y="14429"/>
                    <a:pt x="35133" y="14436"/>
                  </a:cubicBezTo>
                  <a:cubicBezTo>
                    <a:pt x="27022" y="14436"/>
                    <a:pt x="18761" y="14436"/>
                    <a:pt x="10651" y="14436"/>
                  </a:cubicBezTo>
                  <a:cubicBezTo>
                    <a:pt x="7571" y="14436"/>
                    <a:pt x="2390" y="14887"/>
                    <a:pt x="662" y="12635"/>
                  </a:cubicBezTo>
                  <a:cubicBezTo>
                    <a:pt x="-231" y="9826"/>
                    <a:pt x="-261" y="6823"/>
                    <a:pt x="587" y="4000"/>
                  </a:cubicBezTo>
                  <a:close/>
                </a:path>
              </a:pathLst>
            </a:custGeom>
            <a:solidFill>
              <a:srgbClr val="D3E4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3" name="Content Placeholder 4">
              <a:extLst>
                <a:ext uri="{FF2B5EF4-FFF2-40B4-BE49-F238E27FC236}">
                  <a16:creationId xmlns:a16="http://schemas.microsoft.com/office/drawing/2014/main" id="{64112AD4-E5B3-8CB3-1A27-F32ACA2BB782}"/>
                </a:ext>
              </a:extLst>
            </p:cNvPr>
            <p:cNvSpPr/>
            <p:nvPr/>
          </p:nvSpPr>
          <p:spPr>
            <a:xfrm>
              <a:off x="4276869" y="5649864"/>
              <a:ext cx="28087" cy="7959"/>
            </a:xfrm>
            <a:custGeom>
              <a:avLst/>
              <a:gdLst>
                <a:gd name="connsiteX0" fmla="*/ -29 w 28087"/>
                <a:gd name="connsiteY0" fmla="*/ 281 h 7959"/>
                <a:gd name="connsiteX1" fmla="*/ 23477 w 28087"/>
                <a:gd name="connsiteY1" fmla="*/ 281 h 7959"/>
                <a:gd name="connsiteX2" fmla="*/ 28058 w 28087"/>
                <a:gd name="connsiteY2" fmla="*/ 1557 h 7959"/>
                <a:gd name="connsiteX3" fmla="*/ 23252 w 28087"/>
                <a:gd name="connsiteY3" fmla="*/ 6513 h 7959"/>
                <a:gd name="connsiteX4" fmla="*/ 21449 w 28087"/>
                <a:gd name="connsiteY4" fmla="*/ 7789 h 7959"/>
                <a:gd name="connsiteX5" fmla="*/ 19046 w 28087"/>
                <a:gd name="connsiteY5" fmla="*/ 7789 h 7959"/>
                <a:gd name="connsiteX6" fmla="*/ 6204 w 28087"/>
                <a:gd name="connsiteY6" fmla="*/ 6663 h 7959"/>
                <a:gd name="connsiteX7" fmla="*/ -29 w 28087"/>
                <a:gd name="connsiteY7" fmla="*/ 281 h 7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087" h="7959">
                  <a:moveTo>
                    <a:pt x="-29" y="281"/>
                  </a:moveTo>
                  <a:cubicBezTo>
                    <a:pt x="7481" y="-95"/>
                    <a:pt x="15592" y="-170"/>
                    <a:pt x="23477" y="281"/>
                  </a:cubicBezTo>
                  <a:cubicBezTo>
                    <a:pt x="25107" y="138"/>
                    <a:pt x="26736" y="589"/>
                    <a:pt x="28058" y="1557"/>
                  </a:cubicBezTo>
                  <a:lnTo>
                    <a:pt x="23252" y="6513"/>
                  </a:lnTo>
                  <a:cubicBezTo>
                    <a:pt x="22771" y="7083"/>
                    <a:pt x="22148" y="7526"/>
                    <a:pt x="21449" y="7789"/>
                  </a:cubicBezTo>
                  <a:cubicBezTo>
                    <a:pt x="20661" y="7977"/>
                    <a:pt x="19835" y="7977"/>
                    <a:pt x="19046" y="7789"/>
                  </a:cubicBezTo>
                  <a:cubicBezTo>
                    <a:pt x="14991" y="6963"/>
                    <a:pt x="10034" y="7789"/>
                    <a:pt x="6204" y="6663"/>
                  </a:cubicBezTo>
                  <a:cubicBezTo>
                    <a:pt x="2374" y="5537"/>
                    <a:pt x="2074" y="3584"/>
                    <a:pt x="-29" y="281"/>
                  </a:cubicBezTo>
                  <a:close/>
                </a:path>
              </a:pathLst>
            </a:custGeom>
            <a:solidFill>
              <a:srgbClr val="ADADA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387" name="Group 1386">
            <a:extLst>
              <a:ext uri="{FF2B5EF4-FFF2-40B4-BE49-F238E27FC236}">
                <a16:creationId xmlns:a16="http://schemas.microsoft.com/office/drawing/2014/main" id="{C194EC7A-4E78-823A-47F1-C30C4626D2DA}"/>
              </a:ext>
            </a:extLst>
          </p:cNvPr>
          <p:cNvGrpSpPr/>
          <p:nvPr userDrawn="1"/>
        </p:nvGrpSpPr>
        <p:grpSpPr>
          <a:xfrm>
            <a:off x="3374205" y="2258861"/>
            <a:ext cx="554273" cy="501017"/>
            <a:chOff x="6064156" y="829222"/>
            <a:chExt cx="554273" cy="501017"/>
          </a:xfrm>
        </p:grpSpPr>
        <p:sp>
          <p:nvSpPr>
            <p:cNvPr id="1388" name="Content Placeholder 4">
              <a:extLst>
                <a:ext uri="{FF2B5EF4-FFF2-40B4-BE49-F238E27FC236}">
                  <a16:creationId xmlns:a16="http://schemas.microsoft.com/office/drawing/2014/main" id="{A739B28F-9082-668A-6216-1D88123C010C}"/>
                </a:ext>
              </a:extLst>
            </p:cNvPr>
            <p:cNvSpPr/>
            <p:nvPr/>
          </p:nvSpPr>
          <p:spPr>
            <a:xfrm>
              <a:off x="6098447" y="1287761"/>
              <a:ext cx="276371" cy="42478"/>
            </a:xfrm>
            <a:custGeom>
              <a:avLst/>
              <a:gdLst>
                <a:gd name="connsiteX0" fmla="*/ 59646 w 276371"/>
                <a:gd name="connsiteY0" fmla="*/ 42321 h 42478"/>
                <a:gd name="connsiteX1" fmla="*/ 112216 w 276371"/>
                <a:gd name="connsiteY1" fmla="*/ 41195 h 42478"/>
                <a:gd name="connsiteX2" fmla="*/ 258285 w 276371"/>
                <a:gd name="connsiteY2" fmla="*/ 34512 h 42478"/>
                <a:gd name="connsiteX3" fmla="*/ 276309 w 276371"/>
                <a:gd name="connsiteY3" fmla="*/ 24000 h 42478"/>
                <a:gd name="connsiteX4" fmla="*/ 262791 w 276371"/>
                <a:gd name="connsiteY4" fmla="*/ 10860 h 42478"/>
                <a:gd name="connsiteX5" fmla="*/ 190995 w 276371"/>
                <a:gd name="connsiteY5" fmla="*/ 2301 h 42478"/>
                <a:gd name="connsiteX6" fmla="*/ 84203 w 276371"/>
                <a:gd name="connsiteY6" fmla="*/ -27 h 42478"/>
                <a:gd name="connsiteX7" fmla="*/ 18266 w 276371"/>
                <a:gd name="connsiteY7" fmla="*/ 7482 h 42478"/>
                <a:gd name="connsiteX8" fmla="*/ 7752 w 276371"/>
                <a:gd name="connsiteY8" fmla="*/ 38416 h 42478"/>
                <a:gd name="connsiteX9" fmla="*/ 28179 w 276371"/>
                <a:gd name="connsiteY9" fmla="*/ 39918 h 42478"/>
                <a:gd name="connsiteX10" fmla="*/ 59646 w 276371"/>
                <a:gd name="connsiteY10" fmla="*/ 42321 h 42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6371" h="42478">
                  <a:moveTo>
                    <a:pt x="59646" y="42321"/>
                  </a:moveTo>
                  <a:cubicBezTo>
                    <a:pt x="77069" y="42771"/>
                    <a:pt x="94492" y="41945"/>
                    <a:pt x="112216" y="41195"/>
                  </a:cubicBezTo>
                  <a:lnTo>
                    <a:pt x="258285" y="34512"/>
                  </a:lnTo>
                  <a:cubicBezTo>
                    <a:pt x="265795" y="34512"/>
                    <a:pt x="275708" y="31734"/>
                    <a:pt x="276309" y="24000"/>
                  </a:cubicBezTo>
                  <a:cubicBezTo>
                    <a:pt x="276910" y="16266"/>
                    <a:pt x="269325" y="12812"/>
                    <a:pt x="262791" y="10860"/>
                  </a:cubicBezTo>
                  <a:cubicBezTo>
                    <a:pt x="239337" y="4884"/>
                    <a:pt x="215200" y="2008"/>
                    <a:pt x="190995" y="2301"/>
                  </a:cubicBezTo>
                  <a:cubicBezTo>
                    <a:pt x="155398" y="1197"/>
                    <a:pt x="119801" y="424"/>
                    <a:pt x="84203" y="-27"/>
                  </a:cubicBezTo>
                  <a:cubicBezTo>
                    <a:pt x="61673" y="-27"/>
                    <a:pt x="39143" y="-402"/>
                    <a:pt x="18266" y="7482"/>
                  </a:cubicBezTo>
                  <a:cubicBezTo>
                    <a:pt x="6850" y="11912"/>
                    <a:pt x="-10122" y="30007"/>
                    <a:pt x="7752" y="38416"/>
                  </a:cubicBezTo>
                  <a:cubicBezTo>
                    <a:pt x="14466" y="39790"/>
                    <a:pt x="21330" y="40293"/>
                    <a:pt x="28179" y="39918"/>
                  </a:cubicBezTo>
                  <a:cubicBezTo>
                    <a:pt x="38467" y="41495"/>
                    <a:pt x="48982" y="42096"/>
                    <a:pt x="59646" y="42321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9" name="Content Placeholder 4">
              <a:extLst>
                <a:ext uri="{FF2B5EF4-FFF2-40B4-BE49-F238E27FC236}">
                  <a16:creationId xmlns:a16="http://schemas.microsoft.com/office/drawing/2014/main" id="{119091BF-F209-951B-79C1-1218DA00E170}"/>
                </a:ext>
              </a:extLst>
            </p:cNvPr>
            <p:cNvSpPr/>
            <p:nvPr/>
          </p:nvSpPr>
          <p:spPr>
            <a:xfrm>
              <a:off x="6438699" y="1287387"/>
              <a:ext cx="179730" cy="27481"/>
            </a:xfrm>
            <a:custGeom>
              <a:avLst/>
              <a:gdLst>
                <a:gd name="connsiteX0" fmla="*/ 38944 w 179730"/>
                <a:gd name="connsiteY0" fmla="*/ 27452 h 27481"/>
                <a:gd name="connsiteX1" fmla="*/ 73040 w 179730"/>
                <a:gd name="connsiteY1" fmla="*/ 26701 h 27481"/>
                <a:gd name="connsiteX2" fmla="*/ 167966 w 179730"/>
                <a:gd name="connsiteY2" fmla="*/ 22497 h 27481"/>
                <a:gd name="connsiteX3" fmla="*/ 179682 w 179730"/>
                <a:gd name="connsiteY3" fmla="*/ 15814 h 27481"/>
                <a:gd name="connsiteX4" fmla="*/ 170895 w 179730"/>
                <a:gd name="connsiteY4" fmla="*/ 7405 h 27481"/>
                <a:gd name="connsiteX5" fmla="*/ 124183 w 179730"/>
                <a:gd name="connsiteY5" fmla="*/ 1848 h 27481"/>
                <a:gd name="connsiteX6" fmla="*/ 54715 w 179730"/>
                <a:gd name="connsiteY6" fmla="*/ 272 h 27481"/>
                <a:gd name="connsiteX7" fmla="*/ 11833 w 179730"/>
                <a:gd name="connsiteY7" fmla="*/ 5302 h 27481"/>
                <a:gd name="connsiteX8" fmla="*/ 5074 w 179730"/>
                <a:gd name="connsiteY8" fmla="*/ 25049 h 27481"/>
                <a:gd name="connsiteX9" fmla="*/ 18292 w 179730"/>
                <a:gd name="connsiteY9" fmla="*/ 26026 h 27481"/>
                <a:gd name="connsiteX10" fmla="*/ 38944 w 179730"/>
                <a:gd name="connsiteY10" fmla="*/ 27452 h 27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9730" h="27481">
                  <a:moveTo>
                    <a:pt x="38944" y="27452"/>
                  </a:moveTo>
                  <a:cubicBezTo>
                    <a:pt x="50284" y="27452"/>
                    <a:pt x="61474" y="27452"/>
                    <a:pt x="73040" y="26701"/>
                  </a:cubicBezTo>
                  <a:lnTo>
                    <a:pt x="167966" y="22497"/>
                  </a:lnTo>
                  <a:cubicBezTo>
                    <a:pt x="172923" y="22497"/>
                    <a:pt x="179306" y="20770"/>
                    <a:pt x="179682" y="15814"/>
                  </a:cubicBezTo>
                  <a:cubicBezTo>
                    <a:pt x="180057" y="10858"/>
                    <a:pt x="175100" y="8306"/>
                    <a:pt x="170895" y="7405"/>
                  </a:cubicBezTo>
                  <a:cubicBezTo>
                    <a:pt x="155635" y="3523"/>
                    <a:pt x="139931" y="1661"/>
                    <a:pt x="124183" y="1848"/>
                  </a:cubicBezTo>
                  <a:cubicBezTo>
                    <a:pt x="101052" y="1098"/>
                    <a:pt x="77846" y="647"/>
                    <a:pt x="54715" y="272"/>
                  </a:cubicBezTo>
                  <a:cubicBezTo>
                    <a:pt x="40229" y="-780"/>
                    <a:pt x="25682" y="925"/>
                    <a:pt x="11833" y="5302"/>
                  </a:cubicBezTo>
                  <a:cubicBezTo>
                    <a:pt x="4323" y="8155"/>
                    <a:pt x="-6566" y="19718"/>
                    <a:pt x="5074" y="25049"/>
                  </a:cubicBezTo>
                  <a:cubicBezTo>
                    <a:pt x="9415" y="25981"/>
                    <a:pt x="13861" y="26311"/>
                    <a:pt x="18292" y="26026"/>
                  </a:cubicBezTo>
                  <a:cubicBezTo>
                    <a:pt x="25201" y="26851"/>
                    <a:pt x="32035" y="27227"/>
                    <a:pt x="38944" y="27452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0" name="Content Placeholder 4">
              <a:extLst>
                <a:ext uri="{FF2B5EF4-FFF2-40B4-BE49-F238E27FC236}">
                  <a16:creationId xmlns:a16="http://schemas.microsoft.com/office/drawing/2014/main" id="{E2A0AB28-4473-105B-148C-5D1E911935D2}"/>
                </a:ext>
              </a:extLst>
            </p:cNvPr>
            <p:cNvSpPr/>
            <p:nvPr/>
          </p:nvSpPr>
          <p:spPr>
            <a:xfrm>
              <a:off x="6502562" y="842667"/>
              <a:ext cx="38344" cy="105263"/>
            </a:xfrm>
            <a:custGeom>
              <a:avLst/>
              <a:gdLst>
                <a:gd name="connsiteX0" fmla="*/ 24121 w 38344"/>
                <a:gd name="connsiteY0" fmla="*/ 5296 h 105263"/>
                <a:gd name="connsiteX1" fmla="*/ 34935 w 38344"/>
                <a:gd name="connsiteY1" fmla="*/ 41562 h 105263"/>
                <a:gd name="connsiteX2" fmla="*/ 38315 w 38344"/>
                <a:gd name="connsiteY2" fmla="*/ 105234 h 105263"/>
                <a:gd name="connsiteX3" fmla="*/ 8801 w 38344"/>
                <a:gd name="connsiteY3" fmla="*/ 69569 h 105263"/>
                <a:gd name="connsiteX4" fmla="*/ 1291 w 38344"/>
                <a:gd name="connsiteY4" fmla="*/ 11753 h 105263"/>
                <a:gd name="connsiteX5" fmla="*/ 6848 w 38344"/>
                <a:gd name="connsiteY5" fmla="*/ 1392 h 105263"/>
                <a:gd name="connsiteX6" fmla="*/ 24121 w 38344"/>
                <a:gd name="connsiteY6" fmla="*/ 5296 h 105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344" h="105263">
                  <a:moveTo>
                    <a:pt x="24121" y="5296"/>
                  </a:moveTo>
                  <a:cubicBezTo>
                    <a:pt x="33058" y="14607"/>
                    <a:pt x="34259" y="28723"/>
                    <a:pt x="34935" y="41562"/>
                  </a:cubicBezTo>
                  <a:lnTo>
                    <a:pt x="38315" y="105234"/>
                  </a:lnTo>
                  <a:cubicBezTo>
                    <a:pt x="23295" y="99677"/>
                    <a:pt x="14583" y="84435"/>
                    <a:pt x="8801" y="69569"/>
                  </a:cubicBezTo>
                  <a:cubicBezTo>
                    <a:pt x="712" y="51441"/>
                    <a:pt x="-1894" y="31345"/>
                    <a:pt x="1291" y="11753"/>
                  </a:cubicBezTo>
                  <a:cubicBezTo>
                    <a:pt x="1846" y="7748"/>
                    <a:pt x="3822" y="4073"/>
                    <a:pt x="6848" y="1392"/>
                  </a:cubicBezTo>
                  <a:cubicBezTo>
                    <a:pt x="12811" y="-1497"/>
                    <a:pt x="19983" y="123"/>
                    <a:pt x="24121" y="5296"/>
                  </a:cubicBezTo>
                  <a:close/>
                </a:path>
              </a:pathLst>
            </a:custGeom>
            <a:solidFill>
              <a:srgbClr val="E8D9A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1" name="Content Placeholder 4">
              <a:extLst>
                <a:ext uri="{FF2B5EF4-FFF2-40B4-BE49-F238E27FC236}">
                  <a16:creationId xmlns:a16="http://schemas.microsoft.com/office/drawing/2014/main" id="{69AEECF3-1F3C-BACE-5170-A682FEFBC835}"/>
                </a:ext>
              </a:extLst>
            </p:cNvPr>
            <p:cNvSpPr/>
            <p:nvPr/>
          </p:nvSpPr>
          <p:spPr>
            <a:xfrm>
              <a:off x="6452964" y="1150509"/>
              <a:ext cx="52945" cy="151971"/>
            </a:xfrm>
            <a:custGeom>
              <a:avLst/>
              <a:gdLst>
                <a:gd name="connsiteX0" fmla="*/ 17469 w 52945"/>
                <a:gd name="connsiteY0" fmla="*/ 21970 h 151971"/>
                <a:gd name="connsiteX1" fmla="*/ 19947 w 52945"/>
                <a:gd name="connsiteY1" fmla="*/ 88945 h 151971"/>
                <a:gd name="connsiteX2" fmla="*/ 18295 w 52945"/>
                <a:gd name="connsiteY2" fmla="*/ 112147 h 151971"/>
                <a:gd name="connsiteX3" fmla="*/ 19797 w 52945"/>
                <a:gd name="connsiteY3" fmla="*/ 119655 h 151971"/>
                <a:gd name="connsiteX4" fmla="*/ 19797 w 52945"/>
                <a:gd name="connsiteY4" fmla="*/ 119655 h 151971"/>
                <a:gd name="connsiteX5" fmla="*/ 14540 w 52945"/>
                <a:gd name="connsiteY5" fmla="*/ 132344 h 151971"/>
                <a:gd name="connsiteX6" fmla="*/ 6655 w 52945"/>
                <a:gd name="connsiteY6" fmla="*/ 136924 h 151971"/>
                <a:gd name="connsiteX7" fmla="*/ 6655 w 52945"/>
                <a:gd name="connsiteY7" fmla="*/ 136924 h 151971"/>
                <a:gd name="connsiteX8" fmla="*/ 6655 w 52945"/>
                <a:gd name="connsiteY8" fmla="*/ 136924 h 151971"/>
                <a:gd name="connsiteX9" fmla="*/ -29 w 52945"/>
                <a:gd name="connsiteY9" fmla="*/ 151941 h 151971"/>
                <a:gd name="connsiteX10" fmla="*/ 24228 w 52945"/>
                <a:gd name="connsiteY10" fmla="*/ 139552 h 151971"/>
                <a:gd name="connsiteX11" fmla="*/ 32414 w 52945"/>
                <a:gd name="connsiteY11" fmla="*/ 132720 h 151971"/>
                <a:gd name="connsiteX12" fmla="*/ 38572 w 52945"/>
                <a:gd name="connsiteY12" fmla="*/ 112597 h 151971"/>
                <a:gd name="connsiteX13" fmla="*/ 52916 w 52945"/>
                <a:gd name="connsiteY13" fmla="*/ -30 h 151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945" h="151971">
                  <a:moveTo>
                    <a:pt x="17469" y="21970"/>
                  </a:moveTo>
                  <a:cubicBezTo>
                    <a:pt x="19121" y="44495"/>
                    <a:pt x="19947" y="66645"/>
                    <a:pt x="19947" y="88945"/>
                  </a:cubicBezTo>
                  <a:cubicBezTo>
                    <a:pt x="20158" y="96717"/>
                    <a:pt x="19602" y="104488"/>
                    <a:pt x="18295" y="112147"/>
                  </a:cubicBezTo>
                  <a:cubicBezTo>
                    <a:pt x="19332" y="114512"/>
                    <a:pt x="19842" y="117072"/>
                    <a:pt x="19797" y="119655"/>
                  </a:cubicBezTo>
                  <a:lnTo>
                    <a:pt x="19797" y="119655"/>
                  </a:lnTo>
                  <a:cubicBezTo>
                    <a:pt x="19797" y="124415"/>
                    <a:pt x="17905" y="128980"/>
                    <a:pt x="14540" y="132344"/>
                  </a:cubicBezTo>
                  <a:cubicBezTo>
                    <a:pt x="12362" y="134544"/>
                    <a:pt x="9644" y="136129"/>
                    <a:pt x="6655" y="136924"/>
                  </a:cubicBezTo>
                  <a:lnTo>
                    <a:pt x="6655" y="136924"/>
                  </a:lnTo>
                  <a:lnTo>
                    <a:pt x="6655" y="136924"/>
                  </a:lnTo>
                  <a:cubicBezTo>
                    <a:pt x="3215" y="141302"/>
                    <a:pt x="917" y="146460"/>
                    <a:pt x="-29" y="151941"/>
                  </a:cubicBezTo>
                  <a:cubicBezTo>
                    <a:pt x="8412" y="148555"/>
                    <a:pt x="16530" y="144403"/>
                    <a:pt x="24228" y="139552"/>
                  </a:cubicBezTo>
                  <a:cubicBezTo>
                    <a:pt x="27367" y="137810"/>
                    <a:pt x="30138" y="135490"/>
                    <a:pt x="32414" y="132720"/>
                  </a:cubicBezTo>
                  <a:cubicBezTo>
                    <a:pt x="36176" y="126660"/>
                    <a:pt x="38294" y="119723"/>
                    <a:pt x="38572" y="112597"/>
                  </a:cubicBezTo>
                  <a:lnTo>
                    <a:pt x="52916" y="-30"/>
                  </a:lnTo>
                  <a:close/>
                </a:path>
              </a:pathLst>
            </a:custGeom>
            <a:solidFill>
              <a:srgbClr val="F2E4D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2" name="Content Placeholder 4">
              <a:extLst>
                <a:ext uri="{FF2B5EF4-FFF2-40B4-BE49-F238E27FC236}">
                  <a16:creationId xmlns:a16="http://schemas.microsoft.com/office/drawing/2014/main" id="{FE2E8F78-EF3B-0528-96D4-0E6F90CB439A}"/>
                </a:ext>
              </a:extLst>
            </p:cNvPr>
            <p:cNvSpPr/>
            <p:nvPr/>
          </p:nvSpPr>
          <p:spPr>
            <a:xfrm>
              <a:off x="6441067" y="1254726"/>
              <a:ext cx="50724" cy="50208"/>
            </a:xfrm>
            <a:custGeom>
              <a:avLst/>
              <a:gdLst>
                <a:gd name="connsiteX0" fmla="*/ 12019 w 50724"/>
                <a:gd name="connsiteY0" fmla="*/ 48775 h 50208"/>
                <a:gd name="connsiteX1" fmla="*/ 8564 w 50724"/>
                <a:gd name="connsiteY1" fmla="*/ 49976 h 50208"/>
                <a:gd name="connsiteX2" fmla="*/ 5110 w 50724"/>
                <a:gd name="connsiteY2" fmla="*/ 49976 h 50208"/>
                <a:gd name="connsiteX3" fmla="*/ 378 w 50724"/>
                <a:gd name="connsiteY3" fmla="*/ 39164 h 50208"/>
                <a:gd name="connsiteX4" fmla="*/ 9240 w 50724"/>
                <a:gd name="connsiteY4" fmla="*/ 29478 h 50208"/>
                <a:gd name="connsiteX5" fmla="*/ 21631 w 50724"/>
                <a:gd name="connsiteY5" fmla="*/ 25649 h 50208"/>
                <a:gd name="connsiteX6" fmla="*/ 26889 w 50724"/>
                <a:gd name="connsiteY6" fmla="*/ 23096 h 50208"/>
                <a:gd name="connsiteX7" fmla="*/ 29217 w 50724"/>
                <a:gd name="connsiteY7" fmla="*/ 13936 h 50208"/>
                <a:gd name="connsiteX8" fmla="*/ 27790 w 50724"/>
                <a:gd name="connsiteY8" fmla="*/ 1247 h 50208"/>
                <a:gd name="connsiteX9" fmla="*/ 50695 w 50724"/>
                <a:gd name="connsiteY9" fmla="*/ -30 h 50208"/>
                <a:gd name="connsiteX10" fmla="*/ 48442 w 50724"/>
                <a:gd name="connsiteY10" fmla="*/ 27376 h 50208"/>
                <a:gd name="connsiteX11" fmla="*/ 47541 w 50724"/>
                <a:gd name="connsiteY11" fmla="*/ 31431 h 50208"/>
                <a:gd name="connsiteX12" fmla="*/ 41983 w 50724"/>
                <a:gd name="connsiteY12" fmla="*/ 35560 h 5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0724" h="50208">
                  <a:moveTo>
                    <a:pt x="12019" y="48775"/>
                  </a:moveTo>
                  <a:cubicBezTo>
                    <a:pt x="10945" y="49361"/>
                    <a:pt x="9773" y="49766"/>
                    <a:pt x="8564" y="49976"/>
                  </a:cubicBezTo>
                  <a:cubicBezTo>
                    <a:pt x="7430" y="50247"/>
                    <a:pt x="6244" y="50247"/>
                    <a:pt x="5110" y="49976"/>
                  </a:cubicBezTo>
                  <a:cubicBezTo>
                    <a:pt x="1062" y="48047"/>
                    <a:pt x="-951" y="43444"/>
                    <a:pt x="378" y="39164"/>
                  </a:cubicBezTo>
                  <a:cubicBezTo>
                    <a:pt x="1775" y="34794"/>
                    <a:pt x="5012" y="31258"/>
                    <a:pt x="9240" y="29478"/>
                  </a:cubicBezTo>
                  <a:cubicBezTo>
                    <a:pt x="13243" y="27819"/>
                    <a:pt x="17388" y="26535"/>
                    <a:pt x="21631" y="25649"/>
                  </a:cubicBezTo>
                  <a:cubicBezTo>
                    <a:pt x="23577" y="25266"/>
                    <a:pt x="25386" y="24388"/>
                    <a:pt x="26889" y="23096"/>
                  </a:cubicBezTo>
                  <a:cubicBezTo>
                    <a:pt x="28909" y="20498"/>
                    <a:pt x="29750" y="17180"/>
                    <a:pt x="29217" y="13936"/>
                  </a:cubicBezTo>
                  <a:cubicBezTo>
                    <a:pt x="29006" y="9679"/>
                    <a:pt x="28526" y="5444"/>
                    <a:pt x="27790" y="1247"/>
                  </a:cubicBezTo>
                  <a:lnTo>
                    <a:pt x="50695" y="-30"/>
                  </a:lnTo>
                  <a:lnTo>
                    <a:pt x="48442" y="27376"/>
                  </a:lnTo>
                  <a:cubicBezTo>
                    <a:pt x="48382" y="28773"/>
                    <a:pt x="48074" y="30139"/>
                    <a:pt x="47541" y="31431"/>
                  </a:cubicBezTo>
                  <a:cubicBezTo>
                    <a:pt x="46197" y="33383"/>
                    <a:pt x="44244" y="34832"/>
                    <a:pt x="41983" y="35560"/>
                  </a:cubicBezTo>
                  <a:close/>
                </a:path>
              </a:pathLst>
            </a:custGeom>
            <a:solidFill>
              <a:srgbClr val="AA4A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3" name="Content Placeholder 4">
              <a:extLst>
                <a:ext uri="{FF2B5EF4-FFF2-40B4-BE49-F238E27FC236}">
                  <a16:creationId xmlns:a16="http://schemas.microsoft.com/office/drawing/2014/main" id="{AFEBA09D-13E6-4328-169D-205213647700}"/>
                </a:ext>
              </a:extLst>
            </p:cNvPr>
            <p:cNvSpPr/>
            <p:nvPr/>
          </p:nvSpPr>
          <p:spPr>
            <a:xfrm>
              <a:off x="6490514" y="1164099"/>
              <a:ext cx="50316" cy="145739"/>
            </a:xfrm>
            <a:custGeom>
              <a:avLst/>
              <a:gdLst>
                <a:gd name="connsiteX0" fmla="*/ 14840 w 50316"/>
                <a:gd name="connsiteY0" fmla="*/ 5977 h 145739"/>
                <a:gd name="connsiteX1" fmla="*/ 19121 w 50316"/>
                <a:gd name="connsiteY1" fmla="*/ 85416 h 145739"/>
                <a:gd name="connsiteX2" fmla="*/ 17544 w 50316"/>
                <a:gd name="connsiteY2" fmla="*/ 107942 h 145739"/>
                <a:gd name="connsiteX3" fmla="*/ 18971 w 50316"/>
                <a:gd name="connsiteY3" fmla="*/ 114774 h 145739"/>
                <a:gd name="connsiteX4" fmla="*/ 18971 w 50316"/>
                <a:gd name="connsiteY4" fmla="*/ 114774 h 145739"/>
                <a:gd name="connsiteX5" fmla="*/ 13939 w 50316"/>
                <a:gd name="connsiteY5" fmla="*/ 126863 h 145739"/>
                <a:gd name="connsiteX6" fmla="*/ 6429 w 50316"/>
                <a:gd name="connsiteY6" fmla="*/ 131293 h 145739"/>
                <a:gd name="connsiteX7" fmla="*/ 6429 w 50316"/>
                <a:gd name="connsiteY7" fmla="*/ 131293 h 145739"/>
                <a:gd name="connsiteX8" fmla="*/ 6429 w 50316"/>
                <a:gd name="connsiteY8" fmla="*/ 131293 h 145739"/>
                <a:gd name="connsiteX9" fmla="*/ -29 w 50316"/>
                <a:gd name="connsiteY9" fmla="*/ 145709 h 145739"/>
                <a:gd name="connsiteX10" fmla="*/ 23252 w 50316"/>
                <a:gd name="connsiteY10" fmla="*/ 133771 h 145739"/>
                <a:gd name="connsiteX11" fmla="*/ 31137 w 50316"/>
                <a:gd name="connsiteY11" fmla="*/ 127239 h 145739"/>
                <a:gd name="connsiteX12" fmla="*/ 36995 w 50316"/>
                <a:gd name="connsiteY12" fmla="*/ 107942 h 145739"/>
                <a:gd name="connsiteX13" fmla="*/ 50288 w 50316"/>
                <a:gd name="connsiteY13" fmla="*/ -30 h 145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316" h="145739">
                  <a:moveTo>
                    <a:pt x="14840" y="5977"/>
                  </a:moveTo>
                  <a:cubicBezTo>
                    <a:pt x="16493" y="27376"/>
                    <a:pt x="19121" y="63942"/>
                    <a:pt x="19121" y="85416"/>
                  </a:cubicBezTo>
                  <a:cubicBezTo>
                    <a:pt x="19332" y="92955"/>
                    <a:pt x="18798" y="100501"/>
                    <a:pt x="17544" y="107942"/>
                  </a:cubicBezTo>
                  <a:cubicBezTo>
                    <a:pt x="18513" y="110089"/>
                    <a:pt x="19001" y="112417"/>
                    <a:pt x="18971" y="114774"/>
                  </a:cubicBezTo>
                  <a:lnTo>
                    <a:pt x="18971" y="114774"/>
                  </a:lnTo>
                  <a:cubicBezTo>
                    <a:pt x="18979" y="119317"/>
                    <a:pt x="17169" y="123672"/>
                    <a:pt x="13939" y="126863"/>
                  </a:cubicBezTo>
                  <a:cubicBezTo>
                    <a:pt x="11882" y="128988"/>
                    <a:pt x="9283" y="130512"/>
                    <a:pt x="6429" y="131293"/>
                  </a:cubicBezTo>
                  <a:lnTo>
                    <a:pt x="6429" y="131293"/>
                  </a:lnTo>
                  <a:lnTo>
                    <a:pt x="6429" y="131293"/>
                  </a:lnTo>
                  <a:cubicBezTo>
                    <a:pt x="3057" y="135453"/>
                    <a:pt x="827" y="140423"/>
                    <a:pt x="-29" y="145709"/>
                  </a:cubicBezTo>
                  <a:cubicBezTo>
                    <a:pt x="8051" y="142391"/>
                    <a:pt x="15839" y="138404"/>
                    <a:pt x="23252" y="133771"/>
                  </a:cubicBezTo>
                  <a:cubicBezTo>
                    <a:pt x="26233" y="132059"/>
                    <a:pt x="28899" y="129852"/>
                    <a:pt x="31137" y="127239"/>
                  </a:cubicBezTo>
                  <a:cubicBezTo>
                    <a:pt x="34727" y="121420"/>
                    <a:pt x="36747" y="114774"/>
                    <a:pt x="36995" y="107942"/>
                  </a:cubicBezTo>
                  <a:lnTo>
                    <a:pt x="50288" y="-30"/>
                  </a:lnTo>
                  <a:close/>
                </a:path>
              </a:pathLst>
            </a:custGeom>
            <a:solidFill>
              <a:srgbClr val="F2E4D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4" name="Content Placeholder 4">
              <a:extLst>
                <a:ext uri="{FF2B5EF4-FFF2-40B4-BE49-F238E27FC236}">
                  <a16:creationId xmlns:a16="http://schemas.microsoft.com/office/drawing/2014/main" id="{A61E4D14-0217-E593-265B-0BE20BA1DE0F}"/>
                </a:ext>
              </a:extLst>
            </p:cNvPr>
            <p:cNvSpPr/>
            <p:nvPr/>
          </p:nvSpPr>
          <p:spPr>
            <a:xfrm>
              <a:off x="6479014" y="1264712"/>
              <a:ext cx="48524" cy="47644"/>
            </a:xfrm>
            <a:custGeom>
              <a:avLst/>
              <a:gdLst>
                <a:gd name="connsiteX0" fmla="*/ 11621 w 48524"/>
                <a:gd name="connsiteY0" fmla="*/ 46298 h 47644"/>
                <a:gd name="connsiteX1" fmla="*/ 8317 w 48524"/>
                <a:gd name="connsiteY1" fmla="*/ 47424 h 47644"/>
                <a:gd name="connsiteX2" fmla="*/ 4937 w 48524"/>
                <a:gd name="connsiteY2" fmla="*/ 47424 h 47644"/>
                <a:gd name="connsiteX3" fmla="*/ 356 w 48524"/>
                <a:gd name="connsiteY3" fmla="*/ 37062 h 47644"/>
                <a:gd name="connsiteX4" fmla="*/ 8692 w 48524"/>
                <a:gd name="connsiteY4" fmla="*/ 28277 h 47644"/>
                <a:gd name="connsiteX5" fmla="*/ 20558 w 48524"/>
                <a:gd name="connsiteY5" fmla="*/ 24598 h 47644"/>
                <a:gd name="connsiteX6" fmla="*/ 25665 w 48524"/>
                <a:gd name="connsiteY6" fmla="*/ 22195 h 47644"/>
                <a:gd name="connsiteX7" fmla="*/ 27843 w 48524"/>
                <a:gd name="connsiteY7" fmla="*/ 13335 h 47644"/>
                <a:gd name="connsiteX8" fmla="*/ 26491 w 48524"/>
                <a:gd name="connsiteY8" fmla="*/ 1172 h 47644"/>
                <a:gd name="connsiteX9" fmla="*/ 48495 w 48524"/>
                <a:gd name="connsiteY9" fmla="*/ -30 h 47644"/>
                <a:gd name="connsiteX10" fmla="*/ 46317 w 48524"/>
                <a:gd name="connsiteY10" fmla="*/ 26250 h 47644"/>
                <a:gd name="connsiteX11" fmla="*/ 45491 w 48524"/>
                <a:gd name="connsiteY11" fmla="*/ 30154 h 47644"/>
                <a:gd name="connsiteX12" fmla="*/ 40159 w 48524"/>
                <a:gd name="connsiteY12" fmla="*/ 34134 h 4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8524" h="47644">
                  <a:moveTo>
                    <a:pt x="11621" y="46298"/>
                  </a:moveTo>
                  <a:cubicBezTo>
                    <a:pt x="10577" y="46816"/>
                    <a:pt x="9466" y="47198"/>
                    <a:pt x="8317" y="47424"/>
                  </a:cubicBezTo>
                  <a:cubicBezTo>
                    <a:pt x="7205" y="47679"/>
                    <a:pt x="6049" y="47679"/>
                    <a:pt x="4937" y="47424"/>
                  </a:cubicBezTo>
                  <a:cubicBezTo>
                    <a:pt x="1040" y="45592"/>
                    <a:pt x="-913" y="41177"/>
                    <a:pt x="356" y="37062"/>
                  </a:cubicBezTo>
                  <a:cubicBezTo>
                    <a:pt x="1776" y="33090"/>
                    <a:pt x="4802" y="29906"/>
                    <a:pt x="8692" y="28277"/>
                  </a:cubicBezTo>
                  <a:cubicBezTo>
                    <a:pt x="12522" y="26678"/>
                    <a:pt x="16495" y="25446"/>
                    <a:pt x="20558" y="24598"/>
                  </a:cubicBezTo>
                  <a:cubicBezTo>
                    <a:pt x="22428" y="24215"/>
                    <a:pt x="24178" y="23389"/>
                    <a:pt x="25665" y="22195"/>
                  </a:cubicBezTo>
                  <a:cubicBezTo>
                    <a:pt x="27633" y="19695"/>
                    <a:pt x="28429" y="16466"/>
                    <a:pt x="27843" y="13335"/>
                  </a:cubicBezTo>
                  <a:cubicBezTo>
                    <a:pt x="27693" y="9251"/>
                    <a:pt x="27234" y="5189"/>
                    <a:pt x="26491" y="1172"/>
                  </a:cubicBezTo>
                  <a:lnTo>
                    <a:pt x="48495" y="-30"/>
                  </a:lnTo>
                  <a:cubicBezTo>
                    <a:pt x="47744" y="8755"/>
                    <a:pt x="47068" y="17465"/>
                    <a:pt x="46317" y="26250"/>
                  </a:cubicBezTo>
                  <a:cubicBezTo>
                    <a:pt x="46272" y="27586"/>
                    <a:pt x="45994" y="28915"/>
                    <a:pt x="45491" y="30154"/>
                  </a:cubicBezTo>
                  <a:cubicBezTo>
                    <a:pt x="44207" y="32039"/>
                    <a:pt x="42330" y="33443"/>
                    <a:pt x="40159" y="34134"/>
                  </a:cubicBezTo>
                  <a:close/>
                </a:path>
              </a:pathLst>
            </a:custGeom>
            <a:solidFill>
              <a:srgbClr val="AA4A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5" name="Content Placeholder 4">
              <a:extLst>
                <a:ext uri="{FF2B5EF4-FFF2-40B4-BE49-F238E27FC236}">
                  <a16:creationId xmlns:a16="http://schemas.microsoft.com/office/drawing/2014/main" id="{99FA5CC4-7660-B174-5BB5-5AC31A1A9D69}"/>
                </a:ext>
              </a:extLst>
            </p:cNvPr>
            <p:cNvSpPr/>
            <p:nvPr/>
          </p:nvSpPr>
          <p:spPr>
            <a:xfrm>
              <a:off x="6428504" y="947587"/>
              <a:ext cx="177889" cy="243381"/>
            </a:xfrm>
            <a:custGeom>
              <a:avLst/>
              <a:gdLst>
                <a:gd name="connsiteX0" fmla="*/ 32767 w 177889"/>
                <a:gd name="connsiteY0" fmla="*/ 389 h 243381"/>
                <a:gd name="connsiteX1" fmla="*/ 40277 w 177889"/>
                <a:gd name="connsiteY1" fmla="*/ 990 h 243381"/>
                <a:gd name="connsiteX2" fmla="*/ 65661 w 177889"/>
                <a:gd name="connsiteY2" fmla="*/ 4293 h 243381"/>
                <a:gd name="connsiteX3" fmla="*/ 81582 w 177889"/>
                <a:gd name="connsiteY3" fmla="*/ 5645 h 243381"/>
                <a:gd name="connsiteX4" fmla="*/ 90218 w 177889"/>
                <a:gd name="connsiteY4" fmla="*/ 16757 h 243381"/>
                <a:gd name="connsiteX5" fmla="*/ 96077 w 177889"/>
                <a:gd name="connsiteY5" fmla="*/ 44389 h 243381"/>
                <a:gd name="connsiteX6" fmla="*/ 104938 w 177889"/>
                <a:gd name="connsiteY6" fmla="*/ 71344 h 243381"/>
                <a:gd name="connsiteX7" fmla="*/ 142488 w 177889"/>
                <a:gd name="connsiteY7" fmla="*/ 158592 h 243381"/>
                <a:gd name="connsiteX8" fmla="*/ 177860 w 177889"/>
                <a:gd name="connsiteY8" fmla="*/ 226168 h 243381"/>
                <a:gd name="connsiteX9" fmla="*/ 114701 w 177889"/>
                <a:gd name="connsiteY9" fmla="*/ 243287 h 243381"/>
                <a:gd name="connsiteX10" fmla="*/ 106590 w 177889"/>
                <a:gd name="connsiteY10" fmla="*/ 242612 h 243381"/>
                <a:gd name="connsiteX11" fmla="*/ 95851 w 177889"/>
                <a:gd name="connsiteY11" fmla="*/ 236004 h 243381"/>
                <a:gd name="connsiteX12" fmla="*/ 53044 w 177889"/>
                <a:gd name="connsiteY12" fmla="*/ 235328 h 243381"/>
                <a:gd name="connsiteX13" fmla="*/ 17972 w 177889"/>
                <a:gd name="connsiteY13" fmla="*/ 237731 h 243381"/>
                <a:gd name="connsiteX14" fmla="*/ 2952 w 177889"/>
                <a:gd name="connsiteY14" fmla="*/ 234352 h 243381"/>
                <a:gd name="connsiteX15" fmla="*/ 1976 w 177889"/>
                <a:gd name="connsiteY15" fmla="*/ 217233 h 243381"/>
                <a:gd name="connsiteX16" fmla="*/ 8134 w 177889"/>
                <a:gd name="connsiteY16" fmla="*/ 129835 h 243381"/>
                <a:gd name="connsiteX17" fmla="*/ 28487 w 177889"/>
                <a:gd name="connsiteY17" fmla="*/ 5870 h 243381"/>
                <a:gd name="connsiteX18" fmla="*/ 32767 w 177889"/>
                <a:gd name="connsiteY18" fmla="*/ 389 h 243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7889" h="243381">
                  <a:moveTo>
                    <a:pt x="32767" y="389"/>
                  </a:moveTo>
                  <a:cubicBezTo>
                    <a:pt x="35260" y="-331"/>
                    <a:pt x="37927" y="-117"/>
                    <a:pt x="40277" y="990"/>
                  </a:cubicBezTo>
                  <a:cubicBezTo>
                    <a:pt x="48508" y="3437"/>
                    <a:pt x="57077" y="4552"/>
                    <a:pt x="65661" y="4293"/>
                  </a:cubicBezTo>
                  <a:cubicBezTo>
                    <a:pt x="71000" y="3479"/>
                    <a:pt x="76453" y="3943"/>
                    <a:pt x="81582" y="5645"/>
                  </a:cubicBezTo>
                  <a:cubicBezTo>
                    <a:pt x="85840" y="8039"/>
                    <a:pt x="88949" y="12044"/>
                    <a:pt x="90218" y="16757"/>
                  </a:cubicBezTo>
                  <a:cubicBezTo>
                    <a:pt x="92757" y="25835"/>
                    <a:pt x="94717" y="35063"/>
                    <a:pt x="96077" y="44389"/>
                  </a:cubicBezTo>
                  <a:cubicBezTo>
                    <a:pt x="98269" y="53609"/>
                    <a:pt x="101236" y="62627"/>
                    <a:pt x="104938" y="71344"/>
                  </a:cubicBezTo>
                  <a:cubicBezTo>
                    <a:pt x="116406" y="100777"/>
                    <a:pt x="128918" y="129857"/>
                    <a:pt x="142488" y="158592"/>
                  </a:cubicBezTo>
                  <a:cubicBezTo>
                    <a:pt x="153378" y="181117"/>
                    <a:pt x="165018" y="203643"/>
                    <a:pt x="177860" y="226168"/>
                  </a:cubicBezTo>
                  <a:cubicBezTo>
                    <a:pt x="158485" y="236853"/>
                    <a:pt x="136826" y="242724"/>
                    <a:pt x="114701" y="243287"/>
                  </a:cubicBezTo>
                  <a:cubicBezTo>
                    <a:pt x="111983" y="243475"/>
                    <a:pt x="109241" y="243250"/>
                    <a:pt x="106590" y="242612"/>
                  </a:cubicBezTo>
                  <a:cubicBezTo>
                    <a:pt x="102753" y="240862"/>
                    <a:pt x="99141" y="238640"/>
                    <a:pt x="95851" y="236004"/>
                  </a:cubicBezTo>
                  <a:cubicBezTo>
                    <a:pt x="83760" y="228496"/>
                    <a:pt x="67463" y="233001"/>
                    <a:pt x="53044" y="235328"/>
                  </a:cubicBezTo>
                  <a:cubicBezTo>
                    <a:pt x="41419" y="236920"/>
                    <a:pt x="29703" y="237724"/>
                    <a:pt x="17972" y="237731"/>
                  </a:cubicBezTo>
                  <a:cubicBezTo>
                    <a:pt x="12723" y="238475"/>
                    <a:pt x="7376" y="237273"/>
                    <a:pt x="2952" y="234352"/>
                  </a:cubicBezTo>
                  <a:cubicBezTo>
                    <a:pt x="-1854" y="229997"/>
                    <a:pt x="174" y="223015"/>
                    <a:pt x="1976" y="217233"/>
                  </a:cubicBezTo>
                  <a:cubicBezTo>
                    <a:pt x="10913" y="188926"/>
                    <a:pt x="8059" y="159118"/>
                    <a:pt x="8134" y="129835"/>
                  </a:cubicBezTo>
                  <a:cubicBezTo>
                    <a:pt x="7962" y="87667"/>
                    <a:pt x="14841" y="45770"/>
                    <a:pt x="28487" y="5870"/>
                  </a:cubicBezTo>
                  <a:cubicBezTo>
                    <a:pt x="28990" y="3479"/>
                    <a:pt x="30567" y="1454"/>
                    <a:pt x="32767" y="389"/>
                  </a:cubicBezTo>
                  <a:close/>
                </a:path>
              </a:pathLst>
            </a:custGeom>
            <a:solidFill>
              <a:srgbClr val="FCEE9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6" name="Content Placeholder 4">
              <a:extLst>
                <a:ext uri="{FF2B5EF4-FFF2-40B4-BE49-F238E27FC236}">
                  <a16:creationId xmlns:a16="http://schemas.microsoft.com/office/drawing/2014/main" id="{7EDAE249-1227-84B6-02E3-4DD5E4399EDB}"/>
                </a:ext>
              </a:extLst>
            </p:cNvPr>
            <p:cNvSpPr/>
            <p:nvPr/>
          </p:nvSpPr>
          <p:spPr>
            <a:xfrm>
              <a:off x="6434999" y="837932"/>
              <a:ext cx="71894" cy="103754"/>
            </a:xfrm>
            <a:custGeom>
              <a:avLst/>
              <a:gdLst>
                <a:gd name="connsiteX0" fmla="*/ 36110 w 71894"/>
                <a:gd name="connsiteY0" fmla="*/ 9656 h 103754"/>
                <a:gd name="connsiteX1" fmla="*/ 14932 w 71894"/>
                <a:gd name="connsiteY1" fmla="*/ 2147 h 103754"/>
                <a:gd name="connsiteX2" fmla="*/ 8248 w 71894"/>
                <a:gd name="connsiteY2" fmla="*/ 1697 h 103754"/>
                <a:gd name="connsiteX3" fmla="*/ 1865 w 71894"/>
                <a:gd name="connsiteY3" fmla="*/ 11458 h 103754"/>
                <a:gd name="connsiteX4" fmla="*/ 6596 w 71894"/>
                <a:gd name="connsiteY4" fmla="*/ 76481 h 103754"/>
                <a:gd name="connsiteX5" fmla="*/ 10801 w 71894"/>
                <a:gd name="connsiteY5" fmla="*/ 89095 h 103754"/>
                <a:gd name="connsiteX6" fmla="*/ 43320 w 71894"/>
                <a:gd name="connsiteY6" fmla="*/ 103436 h 103754"/>
                <a:gd name="connsiteX7" fmla="*/ 52632 w 71894"/>
                <a:gd name="connsiteY7" fmla="*/ 102986 h 103754"/>
                <a:gd name="connsiteX8" fmla="*/ 63071 w 71894"/>
                <a:gd name="connsiteY8" fmla="*/ 93375 h 103754"/>
                <a:gd name="connsiteX9" fmla="*/ 71783 w 71894"/>
                <a:gd name="connsiteY9" fmla="*/ 57184 h 103754"/>
                <a:gd name="connsiteX10" fmla="*/ 58340 w 71894"/>
                <a:gd name="connsiteY10" fmla="*/ 14011 h 103754"/>
                <a:gd name="connsiteX11" fmla="*/ 29426 w 71894"/>
                <a:gd name="connsiteY11" fmla="*/ 1547 h 103754"/>
                <a:gd name="connsiteX12" fmla="*/ 11252 w 71894"/>
                <a:gd name="connsiteY12" fmla="*/ 3049 h 103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1894" h="103754">
                  <a:moveTo>
                    <a:pt x="36110" y="9656"/>
                  </a:moveTo>
                  <a:cubicBezTo>
                    <a:pt x="29246" y="6638"/>
                    <a:pt x="22164" y="4128"/>
                    <a:pt x="14932" y="2147"/>
                  </a:cubicBezTo>
                  <a:cubicBezTo>
                    <a:pt x="12792" y="1367"/>
                    <a:pt x="10471" y="1210"/>
                    <a:pt x="8248" y="1697"/>
                  </a:cubicBezTo>
                  <a:cubicBezTo>
                    <a:pt x="4343" y="2973"/>
                    <a:pt x="2691" y="7478"/>
                    <a:pt x="1865" y="11458"/>
                  </a:cubicBezTo>
                  <a:cubicBezTo>
                    <a:pt x="-2716" y="32932"/>
                    <a:pt x="1865" y="55082"/>
                    <a:pt x="6596" y="76481"/>
                  </a:cubicBezTo>
                  <a:cubicBezTo>
                    <a:pt x="7332" y="80878"/>
                    <a:pt x="8751" y="85134"/>
                    <a:pt x="10801" y="89095"/>
                  </a:cubicBezTo>
                  <a:cubicBezTo>
                    <a:pt x="17110" y="99682"/>
                    <a:pt x="31078" y="102385"/>
                    <a:pt x="43320" y="103436"/>
                  </a:cubicBezTo>
                  <a:cubicBezTo>
                    <a:pt x="46421" y="103937"/>
                    <a:pt x="49591" y="103783"/>
                    <a:pt x="52632" y="102986"/>
                  </a:cubicBezTo>
                  <a:cubicBezTo>
                    <a:pt x="57153" y="101138"/>
                    <a:pt x="60856" y="97727"/>
                    <a:pt x="63071" y="93375"/>
                  </a:cubicBezTo>
                  <a:cubicBezTo>
                    <a:pt x="68809" y="82176"/>
                    <a:pt x="71798" y="69769"/>
                    <a:pt x="71783" y="57184"/>
                  </a:cubicBezTo>
                  <a:cubicBezTo>
                    <a:pt x="72383" y="41642"/>
                    <a:pt x="69905" y="24448"/>
                    <a:pt x="58340" y="14011"/>
                  </a:cubicBezTo>
                  <a:cubicBezTo>
                    <a:pt x="49868" y="7551"/>
                    <a:pt x="39940" y="3271"/>
                    <a:pt x="29426" y="1547"/>
                  </a:cubicBezTo>
                  <a:cubicBezTo>
                    <a:pt x="23493" y="-999"/>
                    <a:pt x="16689" y="-436"/>
                    <a:pt x="11252" y="3049"/>
                  </a:cubicBezTo>
                  <a:close/>
                </a:path>
              </a:pathLst>
            </a:custGeom>
            <a:solidFill>
              <a:srgbClr val="F2E4D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7" name="Content Placeholder 4">
              <a:extLst>
                <a:ext uri="{FF2B5EF4-FFF2-40B4-BE49-F238E27FC236}">
                  <a16:creationId xmlns:a16="http://schemas.microsoft.com/office/drawing/2014/main" id="{4A0F3D2E-8ADA-6F7D-3F10-25690860CF99}"/>
                </a:ext>
              </a:extLst>
            </p:cNvPr>
            <p:cNvSpPr/>
            <p:nvPr/>
          </p:nvSpPr>
          <p:spPr>
            <a:xfrm>
              <a:off x="6422511" y="830460"/>
              <a:ext cx="101851" cy="93143"/>
            </a:xfrm>
            <a:custGeom>
              <a:avLst/>
              <a:gdLst>
                <a:gd name="connsiteX0" fmla="*/ 71654 w 101851"/>
                <a:gd name="connsiteY0" fmla="*/ 3913 h 93143"/>
                <a:gd name="connsiteX1" fmla="*/ 27420 w 101851"/>
                <a:gd name="connsiteY1" fmla="*/ 3913 h 93143"/>
                <a:gd name="connsiteX2" fmla="*/ 159 w 101851"/>
                <a:gd name="connsiteY2" fmla="*/ 37401 h 93143"/>
                <a:gd name="connsiteX3" fmla="*/ 1060 w 101851"/>
                <a:gd name="connsiteY3" fmla="*/ 42281 h 93143"/>
                <a:gd name="connsiteX4" fmla="*/ 5716 w 101851"/>
                <a:gd name="connsiteY4" fmla="*/ 43858 h 93143"/>
                <a:gd name="connsiteX5" fmla="*/ 44318 w 101851"/>
                <a:gd name="connsiteY5" fmla="*/ 46411 h 93143"/>
                <a:gd name="connsiteX6" fmla="*/ 54756 w 101851"/>
                <a:gd name="connsiteY6" fmla="*/ 26889 h 93143"/>
                <a:gd name="connsiteX7" fmla="*/ 80441 w 101851"/>
                <a:gd name="connsiteY7" fmla="*/ 93114 h 93143"/>
                <a:gd name="connsiteX8" fmla="*/ 101318 w 101851"/>
                <a:gd name="connsiteY8" fmla="*/ 51442 h 93143"/>
                <a:gd name="connsiteX9" fmla="*/ 84571 w 101851"/>
                <a:gd name="connsiteY9" fmla="*/ 9620 h 93143"/>
                <a:gd name="connsiteX10" fmla="*/ 71654 w 101851"/>
                <a:gd name="connsiteY10" fmla="*/ 3913 h 93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1851" h="93143">
                  <a:moveTo>
                    <a:pt x="71654" y="3913"/>
                  </a:moveTo>
                  <a:cubicBezTo>
                    <a:pt x="57377" y="-1344"/>
                    <a:pt x="41697" y="-1344"/>
                    <a:pt x="27420" y="3913"/>
                  </a:cubicBezTo>
                  <a:cubicBezTo>
                    <a:pt x="13061" y="9482"/>
                    <a:pt x="2697" y="22210"/>
                    <a:pt x="159" y="37401"/>
                  </a:cubicBezTo>
                  <a:cubicBezTo>
                    <a:pt x="-277" y="39081"/>
                    <a:pt x="54" y="40868"/>
                    <a:pt x="1060" y="42281"/>
                  </a:cubicBezTo>
                  <a:cubicBezTo>
                    <a:pt x="2336" y="43408"/>
                    <a:pt x="4019" y="43975"/>
                    <a:pt x="5716" y="43858"/>
                  </a:cubicBezTo>
                  <a:lnTo>
                    <a:pt x="44318" y="46411"/>
                  </a:lnTo>
                  <a:cubicBezTo>
                    <a:pt x="44821" y="38705"/>
                    <a:pt x="48628" y="31589"/>
                    <a:pt x="54756" y="26889"/>
                  </a:cubicBezTo>
                  <a:cubicBezTo>
                    <a:pt x="60389" y="50015"/>
                    <a:pt x="66397" y="73892"/>
                    <a:pt x="80441" y="93114"/>
                  </a:cubicBezTo>
                  <a:cubicBezTo>
                    <a:pt x="91420" y="81628"/>
                    <a:pt x="98690" y="67110"/>
                    <a:pt x="101318" y="51442"/>
                  </a:cubicBezTo>
                  <a:cubicBezTo>
                    <a:pt x="103736" y="35496"/>
                    <a:pt x="97330" y="19490"/>
                    <a:pt x="84571" y="9620"/>
                  </a:cubicBezTo>
                  <a:cubicBezTo>
                    <a:pt x="80561" y="7112"/>
                    <a:pt x="76212" y="5191"/>
                    <a:pt x="71654" y="3913"/>
                  </a:cubicBezTo>
                  <a:close/>
                </a:path>
              </a:pathLst>
            </a:custGeom>
            <a:solidFill>
              <a:srgbClr val="E8D9A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8" name="Content Placeholder 4">
              <a:extLst>
                <a:ext uri="{FF2B5EF4-FFF2-40B4-BE49-F238E27FC236}">
                  <a16:creationId xmlns:a16="http://schemas.microsoft.com/office/drawing/2014/main" id="{D6308D66-43E0-B5D1-1233-FA9150EFAF5E}"/>
                </a:ext>
              </a:extLst>
            </p:cNvPr>
            <p:cNvSpPr/>
            <p:nvPr/>
          </p:nvSpPr>
          <p:spPr>
            <a:xfrm>
              <a:off x="6501453" y="829222"/>
              <a:ext cx="23934" cy="36459"/>
            </a:xfrm>
            <a:custGeom>
              <a:avLst/>
              <a:gdLst>
                <a:gd name="connsiteX0" fmla="*/ 9385 w 23934"/>
                <a:gd name="connsiteY0" fmla="*/ 20243 h 36459"/>
                <a:gd name="connsiteX1" fmla="*/ 18171 w 23934"/>
                <a:gd name="connsiteY1" fmla="*/ 23547 h 36459"/>
                <a:gd name="connsiteX2" fmla="*/ 21551 w 23934"/>
                <a:gd name="connsiteY2" fmla="*/ 31731 h 36459"/>
                <a:gd name="connsiteX3" fmla="*/ 11773 w 23934"/>
                <a:gd name="connsiteY3" fmla="*/ 35882 h 36459"/>
                <a:gd name="connsiteX4" fmla="*/ 10812 w 23934"/>
                <a:gd name="connsiteY4" fmla="*/ 35410 h 36459"/>
                <a:gd name="connsiteX5" fmla="*/ 2776 w 23934"/>
                <a:gd name="connsiteY5" fmla="*/ 25649 h 36459"/>
                <a:gd name="connsiteX6" fmla="*/ 147 w 23934"/>
                <a:gd name="connsiteY6" fmla="*/ 10632 h 36459"/>
                <a:gd name="connsiteX7" fmla="*/ 10436 w 23934"/>
                <a:gd name="connsiteY7" fmla="*/ -30 h 36459"/>
                <a:gd name="connsiteX8" fmla="*/ 6231 w 23934"/>
                <a:gd name="connsiteY8" fmla="*/ 14386 h 36459"/>
                <a:gd name="connsiteX9" fmla="*/ 16744 w 23934"/>
                <a:gd name="connsiteY9" fmla="*/ 10257 h 36459"/>
                <a:gd name="connsiteX10" fmla="*/ 23879 w 23934"/>
                <a:gd name="connsiteY10" fmla="*/ 17765 h 36459"/>
                <a:gd name="connsiteX11" fmla="*/ 9385 w 23934"/>
                <a:gd name="connsiteY11" fmla="*/ 20243 h 36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934" h="36459">
                  <a:moveTo>
                    <a:pt x="9385" y="20243"/>
                  </a:moveTo>
                  <a:cubicBezTo>
                    <a:pt x="12516" y="20715"/>
                    <a:pt x="15505" y="21841"/>
                    <a:pt x="18171" y="23547"/>
                  </a:cubicBezTo>
                  <a:cubicBezTo>
                    <a:pt x="20837" y="25352"/>
                    <a:pt x="22167" y="28572"/>
                    <a:pt x="21551" y="31731"/>
                  </a:cubicBezTo>
                  <a:cubicBezTo>
                    <a:pt x="19996" y="35576"/>
                    <a:pt x="15618" y="37434"/>
                    <a:pt x="11773" y="35882"/>
                  </a:cubicBezTo>
                  <a:cubicBezTo>
                    <a:pt x="11442" y="35748"/>
                    <a:pt x="11119" y="35590"/>
                    <a:pt x="10812" y="35410"/>
                  </a:cubicBezTo>
                  <a:cubicBezTo>
                    <a:pt x="7034" y="33239"/>
                    <a:pt x="4180" y="29770"/>
                    <a:pt x="2776" y="25649"/>
                  </a:cubicBezTo>
                  <a:cubicBezTo>
                    <a:pt x="463" y="21004"/>
                    <a:pt x="-446" y="15787"/>
                    <a:pt x="147" y="10632"/>
                  </a:cubicBezTo>
                  <a:cubicBezTo>
                    <a:pt x="973" y="5259"/>
                    <a:pt x="5097" y="988"/>
                    <a:pt x="10436" y="-30"/>
                  </a:cubicBezTo>
                  <a:cubicBezTo>
                    <a:pt x="10060" y="5018"/>
                    <a:pt x="8634" y="9930"/>
                    <a:pt x="6231" y="14386"/>
                  </a:cubicBezTo>
                  <a:cubicBezTo>
                    <a:pt x="9279" y="12057"/>
                    <a:pt x="12922" y="10625"/>
                    <a:pt x="16744" y="10257"/>
                  </a:cubicBezTo>
                  <a:cubicBezTo>
                    <a:pt x="20574" y="10257"/>
                    <a:pt x="24254" y="13636"/>
                    <a:pt x="23879" y="17765"/>
                  </a:cubicBezTo>
                  <a:cubicBezTo>
                    <a:pt x="19433" y="20100"/>
                    <a:pt x="14356" y="20967"/>
                    <a:pt x="9385" y="20243"/>
                  </a:cubicBezTo>
                  <a:close/>
                </a:path>
              </a:pathLst>
            </a:custGeom>
            <a:solidFill>
              <a:srgbClr val="AA39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9" name="Content Placeholder 4">
              <a:extLst>
                <a:ext uri="{FF2B5EF4-FFF2-40B4-BE49-F238E27FC236}">
                  <a16:creationId xmlns:a16="http://schemas.microsoft.com/office/drawing/2014/main" id="{7EB23E50-0DB6-0D8D-1FE3-43B893F558F0}"/>
                </a:ext>
              </a:extLst>
            </p:cNvPr>
            <p:cNvSpPr/>
            <p:nvPr/>
          </p:nvSpPr>
          <p:spPr>
            <a:xfrm>
              <a:off x="6375277" y="994477"/>
              <a:ext cx="112608" cy="92009"/>
            </a:xfrm>
            <a:custGeom>
              <a:avLst/>
              <a:gdLst>
                <a:gd name="connsiteX0" fmla="*/ 112579 w 112608"/>
                <a:gd name="connsiteY0" fmla="*/ 13041 h 92009"/>
                <a:gd name="connsiteX1" fmla="*/ 97109 w 112608"/>
                <a:gd name="connsiteY1" fmla="*/ 427 h 92009"/>
                <a:gd name="connsiteX2" fmla="*/ 86595 w 112608"/>
                <a:gd name="connsiteY2" fmla="*/ 13867 h 92009"/>
                <a:gd name="connsiteX3" fmla="*/ 25989 w 112608"/>
                <a:gd name="connsiteY3" fmla="*/ 74910 h 92009"/>
                <a:gd name="connsiteX4" fmla="*/ 9918 w 112608"/>
                <a:gd name="connsiteY4" fmla="*/ 70105 h 92009"/>
                <a:gd name="connsiteX5" fmla="*/ 13222 w 112608"/>
                <a:gd name="connsiteY5" fmla="*/ 79791 h 92009"/>
                <a:gd name="connsiteX6" fmla="*/ 5712 w 112608"/>
                <a:gd name="connsiteY6" fmla="*/ 81818 h 92009"/>
                <a:gd name="connsiteX7" fmla="*/ 230 w 112608"/>
                <a:gd name="connsiteY7" fmla="*/ 84897 h 92009"/>
                <a:gd name="connsiteX8" fmla="*/ 3084 w 112608"/>
                <a:gd name="connsiteY8" fmla="*/ 91204 h 92009"/>
                <a:gd name="connsiteX9" fmla="*/ 10594 w 112608"/>
                <a:gd name="connsiteY9" fmla="*/ 91654 h 92009"/>
                <a:gd name="connsiteX10" fmla="*/ 104168 w 112608"/>
                <a:gd name="connsiteY10" fmla="*/ 34440 h 92009"/>
                <a:gd name="connsiteX11" fmla="*/ 112579 w 112608"/>
                <a:gd name="connsiteY11" fmla="*/ 13041 h 9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2608" h="92009">
                  <a:moveTo>
                    <a:pt x="112579" y="13041"/>
                  </a:moveTo>
                  <a:cubicBezTo>
                    <a:pt x="111979" y="5532"/>
                    <a:pt x="104318" y="-1976"/>
                    <a:pt x="97109" y="427"/>
                  </a:cubicBezTo>
                  <a:cubicBezTo>
                    <a:pt x="91551" y="2304"/>
                    <a:pt x="88923" y="8536"/>
                    <a:pt x="86595" y="13867"/>
                  </a:cubicBezTo>
                  <a:cubicBezTo>
                    <a:pt x="74624" y="40995"/>
                    <a:pt x="53033" y="62739"/>
                    <a:pt x="25989" y="74910"/>
                  </a:cubicBezTo>
                  <a:lnTo>
                    <a:pt x="9918" y="70105"/>
                  </a:lnTo>
                  <a:cubicBezTo>
                    <a:pt x="9700" y="73642"/>
                    <a:pt x="10887" y="77125"/>
                    <a:pt x="13222" y="79791"/>
                  </a:cubicBezTo>
                  <a:cubicBezTo>
                    <a:pt x="10819" y="80542"/>
                    <a:pt x="8318" y="81218"/>
                    <a:pt x="5712" y="81818"/>
                  </a:cubicBezTo>
                  <a:cubicBezTo>
                    <a:pt x="3609" y="82344"/>
                    <a:pt x="1206" y="82944"/>
                    <a:pt x="230" y="84897"/>
                  </a:cubicBezTo>
                  <a:cubicBezTo>
                    <a:pt x="-604" y="87420"/>
                    <a:pt x="635" y="90168"/>
                    <a:pt x="3084" y="91204"/>
                  </a:cubicBezTo>
                  <a:cubicBezTo>
                    <a:pt x="5494" y="92052"/>
                    <a:pt x="8100" y="92210"/>
                    <a:pt x="10594" y="91654"/>
                  </a:cubicBezTo>
                  <a:cubicBezTo>
                    <a:pt x="48189" y="85873"/>
                    <a:pt x="81893" y="65262"/>
                    <a:pt x="104168" y="34440"/>
                  </a:cubicBezTo>
                  <a:cubicBezTo>
                    <a:pt x="109448" y="28546"/>
                    <a:pt x="112429" y="20947"/>
                    <a:pt x="112579" y="13041"/>
                  </a:cubicBezTo>
                  <a:close/>
                </a:path>
              </a:pathLst>
            </a:custGeom>
            <a:solidFill>
              <a:srgbClr val="F2E4D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0" name="Content Placeholder 4">
              <a:extLst>
                <a:ext uri="{FF2B5EF4-FFF2-40B4-BE49-F238E27FC236}">
                  <a16:creationId xmlns:a16="http://schemas.microsoft.com/office/drawing/2014/main" id="{8459A1E5-6723-6406-C89B-0A5BBF19A9B5}"/>
                </a:ext>
              </a:extLst>
            </p:cNvPr>
            <p:cNvSpPr/>
            <p:nvPr/>
          </p:nvSpPr>
          <p:spPr>
            <a:xfrm>
              <a:off x="6346134" y="1027768"/>
              <a:ext cx="49925" cy="50891"/>
            </a:xfrm>
            <a:custGeom>
              <a:avLst/>
              <a:gdLst>
                <a:gd name="connsiteX0" fmla="*/ 460 w 49925"/>
                <a:gd name="connsiteY0" fmla="*/ 33811 h 50891"/>
                <a:gd name="connsiteX1" fmla="*/ 6468 w 49925"/>
                <a:gd name="connsiteY1" fmla="*/ 42746 h 50891"/>
                <a:gd name="connsiteX2" fmla="*/ 20887 w 49925"/>
                <a:gd name="connsiteY2" fmla="*/ 50705 h 50891"/>
                <a:gd name="connsiteX3" fmla="*/ 38535 w 49925"/>
                <a:gd name="connsiteY3" fmla="*/ 45149 h 50891"/>
                <a:gd name="connsiteX4" fmla="*/ 48298 w 49925"/>
                <a:gd name="connsiteY4" fmla="*/ 29081 h 50891"/>
                <a:gd name="connsiteX5" fmla="*/ 44468 w 49925"/>
                <a:gd name="connsiteY5" fmla="*/ 6555 h 50891"/>
                <a:gd name="connsiteX6" fmla="*/ 35606 w 49925"/>
                <a:gd name="connsiteY6" fmla="*/ 1975 h 50891"/>
                <a:gd name="connsiteX7" fmla="*/ 11199 w 49925"/>
                <a:gd name="connsiteY7" fmla="*/ 3928 h 50891"/>
                <a:gd name="connsiteX8" fmla="*/ 2337 w 49925"/>
                <a:gd name="connsiteY8" fmla="*/ 18194 h 50891"/>
                <a:gd name="connsiteX9" fmla="*/ 460 w 49925"/>
                <a:gd name="connsiteY9" fmla="*/ 33811 h 50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9925" h="50891">
                  <a:moveTo>
                    <a:pt x="460" y="33811"/>
                  </a:moveTo>
                  <a:cubicBezTo>
                    <a:pt x="1631" y="37273"/>
                    <a:pt x="3704" y="40359"/>
                    <a:pt x="6468" y="42746"/>
                  </a:cubicBezTo>
                  <a:cubicBezTo>
                    <a:pt x="10365" y="46793"/>
                    <a:pt x="15390" y="49564"/>
                    <a:pt x="20887" y="50705"/>
                  </a:cubicBezTo>
                  <a:cubicBezTo>
                    <a:pt x="27293" y="51463"/>
                    <a:pt x="33721" y="49444"/>
                    <a:pt x="38535" y="45149"/>
                  </a:cubicBezTo>
                  <a:cubicBezTo>
                    <a:pt x="43236" y="40817"/>
                    <a:pt x="46624" y="35253"/>
                    <a:pt x="48298" y="29081"/>
                  </a:cubicBezTo>
                  <a:cubicBezTo>
                    <a:pt x="51400" y="21452"/>
                    <a:pt x="49913" y="12727"/>
                    <a:pt x="44468" y="6555"/>
                  </a:cubicBezTo>
                  <a:cubicBezTo>
                    <a:pt x="41862" y="4431"/>
                    <a:pt x="38843" y="2876"/>
                    <a:pt x="35606" y="1975"/>
                  </a:cubicBezTo>
                  <a:cubicBezTo>
                    <a:pt x="27616" y="-1268"/>
                    <a:pt x="18566" y="-548"/>
                    <a:pt x="11199" y="3928"/>
                  </a:cubicBezTo>
                  <a:cubicBezTo>
                    <a:pt x="6948" y="7742"/>
                    <a:pt x="3877" y="12690"/>
                    <a:pt x="2337" y="18194"/>
                  </a:cubicBezTo>
                  <a:cubicBezTo>
                    <a:pt x="62" y="23067"/>
                    <a:pt x="-592" y="28540"/>
                    <a:pt x="460" y="33811"/>
                  </a:cubicBezTo>
                  <a:close/>
                </a:path>
              </a:pathLst>
            </a:custGeom>
            <a:solidFill>
              <a:srgbClr val="98B99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1" name="Content Placeholder 4">
              <a:extLst>
                <a:ext uri="{FF2B5EF4-FFF2-40B4-BE49-F238E27FC236}">
                  <a16:creationId xmlns:a16="http://schemas.microsoft.com/office/drawing/2014/main" id="{3FA581DA-F787-4E23-E333-E6F47DEE37BC}"/>
                </a:ext>
              </a:extLst>
            </p:cNvPr>
            <p:cNvSpPr/>
            <p:nvPr/>
          </p:nvSpPr>
          <p:spPr>
            <a:xfrm>
              <a:off x="6349552" y="1032297"/>
              <a:ext cx="28674" cy="18863"/>
            </a:xfrm>
            <a:custGeom>
              <a:avLst/>
              <a:gdLst>
                <a:gd name="connsiteX0" fmla="*/ 24228 w 28674"/>
                <a:gd name="connsiteY0" fmla="*/ 1501 h 18863"/>
                <a:gd name="connsiteX1" fmla="*/ 1097 w 28674"/>
                <a:gd name="connsiteY1" fmla="*/ 16518 h 18863"/>
                <a:gd name="connsiteX2" fmla="*/ -29 w 28674"/>
                <a:gd name="connsiteY2" fmla="*/ 17644 h 18863"/>
                <a:gd name="connsiteX3" fmla="*/ 1097 w 28674"/>
                <a:gd name="connsiteY3" fmla="*/ 18771 h 18863"/>
                <a:gd name="connsiteX4" fmla="*/ 28509 w 28674"/>
                <a:gd name="connsiteY4" fmla="*/ 2778 h 18863"/>
                <a:gd name="connsiteX5" fmla="*/ 24228 w 28674"/>
                <a:gd name="connsiteY5" fmla="*/ 1501 h 18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674" h="18863">
                  <a:moveTo>
                    <a:pt x="24228" y="1501"/>
                  </a:moveTo>
                  <a:cubicBezTo>
                    <a:pt x="21825" y="11037"/>
                    <a:pt x="9734" y="15317"/>
                    <a:pt x="1097" y="16518"/>
                  </a:cubicBezTo>
                  <a:cubicBezTo>
                    <a:pt x="474" y="16518"/>
                    <a:pt x="-29" y="17021"/>
                    <a:pt x="-29" y="17644"/>
                  </a:cubicBezTo>
                  <a:cubicBezTo>
                    <a:pt x="-29" y="18268"/>
                    <a:pt x="474" y="18771"/>
                    <a:pt x="1097" y="18771"/>
                  </a:cubicBezTo>
                  <a:cubicBezTo>
                    <a:pt x="12648" y="19544"/>
                    <a:pt x="23500" y="13207"/>
                    <a:pt x="28509" y="2778"/>
                  </a:cubicBezTo>
                  <a:cubicBezTo>
                    <a:pt x="29485" y="75"/>
                    <a:pt x="24904" y="-1277"/>
                    <a:pt x="24228" y="1501"/>
                  </a:cubicBezTo>
                  <a:close/>
                </a:path>
              </a:pathLst>
            </a:custGeom>
            <a:solidFill>
              <a:srgbClr val="F4F4F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2" name="Content Placeholder 4">
              <a:extLst>
                <a:ext uri="{FF2B5EF4-FFF2-40B4-BE49-F238E27FC236}">
                  <a16:creationId xmlns:a16="http://schemas.microsoft.com/office/drawing/2014/main" id="{245A36D6-FECB-E7FB-CE27-3F4CB642A0BE}"/>
                </a:ext>
              </a:extLst>
            </p:cNvPr>
            <p:cNvSpPr/>
            <p:nvPr/>
          </p:nvSpPr>
          <p:spPr>
            <a:xfrm>
              <a:off x="6363299" y="1056832"/>
              <a:ext cx="26756" cy="16468"/>
            </a:xfrm>
            <a:custGeom>
              <a:avLst/>
              <a:gdLst>
                <a:gd name="connsiteX0" fmla="*/ 23999 w 26756"/>
                <a:gd name="connsiteY0" fmla="*/ 92 h 16468"/>
                <a:gd name="connsiteX1" fmla="*/ 42 w 26756"/>
                <a:gd name="connsiteY1" fmla="*/ 15109 h 16468"/>
                <a:gd name="connsiteX2" fmla="*/ 1920 w 26756"/>
                <a:gd name="connsiteY2" fmla="*/ 15935 h 16468"/>
                <a:gd name="connsiteX3" fmla="*/ 23323 w 26756"/>
                <a:gd name="connsiteY3" fmla="*/ 5048 h 16468"/>
                <a:gd name="connsiteX4" fmla="*/ 26583 w 26756"/>
                <a:gd name="connsiteY4" fmla="*/ 3486 h 16468"/>
                <a:gd name="connsiteX5" fmla="*/ 25021 w 26756"/>
                <a:gd name="connsiteY5" fmla="*/ 227 h 16468"/>
                <a:gd name="connsiteX6" fmla="*/ 23999 w 26756"/>
                <a:gd name="connsiteY6" fmla="*/ 92 h 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756" h="16468">
                  <a:moveTo>
                    <a:pt x="23999" y="92"/>
                  </a:moveTo>
                  <a:cubicBezTo>
                    <a:pt x="13515" y="-989"/>
                    <a:pt x="3640" y="5206"/>
                    <a:pt x="42" y="15109"/>
                  </a:cubicBezTo>
                  <a:cubicBezTo>
                    <a:pt x="-408" y="16235"/>
                    <a:pt x="1394" y="16986"/>
                    <a:pt x="1920" y="15935"/>
                  </a:cubicBezTo>
                  <a:cubicBezTo>
                    <a:pt x="5630" y="7751"/>
                    <a:pt x="14522" y="3231"/>
                    <a:pt x="23323" y="5048"/>
                  </a:cubicBezTo>
                  <a:cubicBezTo>
                    <a:pt x="24653" y="5513"/>
                    <a:pt x="26109" y="4815"/>
                    <a:pt x="26583" y="3486"/>
                  </a:cubicBezTo>
                  <a:cubicBezTo>
                    <a:pt x="27048" y="2157"/>
                    <a:pt x="26350" y="700"/>
                    <a:pt x="25021" y="227"/>
                  </a:cubicBezTo>
                  <a:cubicBezTo>
                    <a:pt x="24690" y="115"/>
                    <a:pt x="24345" y="70"/>
                    <a:pt x="23999" y="92"/>
                  </a:cubicBezTo>
                  <a:close/>
                </a:path>
              </a:pathLst>
            </a:custGeom>
            <a:solidFill>
              <a:srgbClr val="F4F4F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3" name="Content Placeholder 4">
              <a:extLst>
                <a:ext uri="{FF2B5EF4-FFF2-40B4-BE49-F238E27FC236}">
                  <a16:creationId xmlns:a16="http://schemas.microsoft.com/office/drawing/2014/main" id="{F859D1E5-A38A-C760-139B-F769073E41E6}"/>
                </a:ext>
              </a:extLst>
            </p:cNvPr>
            <p:cNvSpPr/>
            <p:nvPr/>
          </p:nvSpPr>
          <p:spPr>
            <a:xfrm>
              <a:off x="6232781" y="1236406"/>
              <a:ext cx="17789" cy="24477"/>
            </a:xfrm>
            <a:custGeom>
              <a:avLst/>
              <a:gdLst>
                <a:gd name="connsiteX0" fmla="*/ 1614 w 17789"/>
                <a:gd name="connsiteY0" fmla="*/ 14837 h 24477"/>
                <a:gd name="connsiteX1" fmla="*/ 7621 w 17789"/>
                <a:gd name="connsiteY1" fmla="*/ 24448 h 24477"/>
                <a:gd name="connsiteX2" fmla="*/ 17760 w 17789"/>
                <a:gd name="connsiteY2" fmla="*/ 18141 h 24477"/>
                <a:gd name="connsiteX3" fmla="*/ 6795 w 17789"/>
                <a:gd name="connsiteY3" fmla="*/ -30 h 24477"/>
                <a:gd name="connsiteX4" fmla="*/ 187 w 17789"/>
                <a:gd name="connsiteY4" fmla="*/ 5677 h 24477"/>
                <a:gd name="connsiteX5" fmla="*/ 1614 w 17789"/>
                <a:gd name="connsiteY5" fmla="*/ 14837 h 24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789" h="24477">
                  <a:moveTo>
                    <a:pt x="1614" y="14837"/>
                  </a:moveTo>
                  <a:cubicBezTo>
                    <a:pt x="3116" y="18328"/>
                    <a:pt x="5143" y="21565"/>
                    <a:pt x="7621" y="24448"/>
                  </a:cubicBezTo>
                  <a:cubicBezTo>
                    <a:pt x="11406" y="23089"/>
                    <a:pt x="14861" y="20934"/>
                    <a:pt x="17760" y="18141"/>
                  </a:cubicBezTo>
                  <a:cubicBezTo>
                    <a:pt x="15139" y="11518"/>
                    <a:pt x="11437" y="5376"/>
                    <a:pt x="6795" y="-30"/>
                  </a:cubicBezTo>
                  <a:cubicBezTo>
                    <a:pt x="3514" y="60"/>
                    <a:pt x="757" y="2448"/>
                    <a:pt x="187" y="5677"/>
                  </a:cubicBezTo>
                  <a:cubicBezTo>
                    <a:pt x="-362" y="8800"/>
                    <a:pt x="142" y="12021"/>
                    <a:pt x="1614" y="14837"/>
                  </a:cubicBezTo>
                  <a:close/>
                </a:path>
              </a:pathLst>
            </a:custGeom>
            <a:solidFill>
              <a:srgbClr val="2F3F4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4" name="Content Placeholder 4">
              <a:extLst>
                <a:ext uri="{FF2B5EF4-FFF2-40B4-BE49-F238E27FC236}">
                  <a16:creationId xmlns:a16="http://schemas.microsoft.com/office/drawing/2014/main" id="{4B46A901-8A17-DEC8-655F-491AB21850BA}"/>
                </a:ext>
              </a:extLst>
            </p:cNvPr>
            <p:cNvSpPr/>
            <p:nvPr/>
          </p:nvSpPr>
          <p:spPr>
            <a:xfrm>
              <a:off x="6177096" y="1264544"/>
              <a:ext cx="30488" cy="32308"/>
            </a:xfrm>
            <a:custGeom>
              <a:avLst/>
              <a:gdLst>
                <a:gd name="connsiteX0" fmla="*/ 3677 w 30488"/>
                <a:gd name="connsiteY0" fmla="*/ 8173 h 32308"/>
                <a:gd name="connsiteX1" fmla="*/ 6305 w 30488"/>
                <a:gd name="connsiteY1" fmla="*/ 4268 h 32308"/>
                <a:gd name="connsiteX2" fmla="*/ 24480 w 30488"/>
                <a:gd name="connsiteY2" fmla="*/ 29272 h 32308"/>
                <a:gd name="connsiteX3" fmla="*/ 898 w 30488"/>
                <a:gd name="connsiteY3" fmla="*/ 13879 h 32308"/>
                <a:gd name="connsiteX4" fmla="*/ 3677 w 30488"/>
                <a:gd name="connsiteY4" fmla="*/ 8173 h 3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8" h="32308">
                  <a:moveTo>
                    <a:pt x="3677" y="8173"/>
                  </a:moveTo>
                  <a:cubicBezTo>
                    <a:pt x="4503" y="6821"/>
                    <a:pt x="5404" y="5545"/>
                    <a:pt x="6305" y="4268"/>
                  </a:cubicBezTo>
                  <a:cubicBezTo>
                    <a:pt x="16970" y="-10749"/>
                    <a:pt x="41828" y="17483"/>
                    <a:pt x="24480" y="29272"/>
                  </a:cubicBezTo>
                  <a:cubicBezTo>
                    <a:pt x="12914" y="37155"/>
                    <a:pt x="-4209" y="28671"/>
                    <a:pt x="898" y="13879"/>
                  </a:cubicBezTo>
                  <a:cubicBezTo>
                    <a:pt x="1597" y="11874"/>
                    <a:pt x="2528" y="9960"/>
                    <a:pt x="3677" y="8173"/>
                  </a:cubicBezTo>
                  <a:close/>
                </a:path>
              </a:pathLst>
            </a:custGeom>
            <a:solidFill>
              <a:srgbClr val="27252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5" name="Content Placeholder 4">
              <a:extLst>
                <a:ext uri="{FF2B5EF4-FFF2-40B4-BE49-F238E27FC236}">
                  <a16:creationId xmlns:a16="http://schemas.microsoft.com/office/drawing/2014/main" id="{922E0915-9881-A028-94F5-E33AA182AE4F}"/>
                </a:ext>
              </a:extLst>
            </p:cNvPr>
            <p:cNvSpPr/>
            <p:nvPr/>
          </p:nvSpPr>
          <p:spPr>
            <a:xfrm>
              <a:off x="6189236" y="1227535"/>
              <a:ext cx="58225" cy="61995"/>
            </a:xfrm>
            <a:custGeom>
              <a:avLst/>
              <a:gdLst>
                <a:gd name="connsiteX0" fmla="*/ 5280 w 58225"/>
                <a:gd name="connsiteY0" fmla="*/ 61701 h 61995"/>
                <a:gd name="connsiteX1" fmla="*/ 9486 w 58225"/>
                <a:gd name="connsiteY1" fmla="*/ 59673 h 61995"/>
                <a:gd name="connsiteX2" fmla="*/ 56949 w 58225"/>
                <a:gd name="connsiteY2" fmla="*/ 21005 h 61995"/>
                <a:gd name="connsiteX3" fmla="*/ 38249 w 58225"/>
                <a:gd name="connsiteY3" fmla="*/ -19 h 61995"/>
                <a:gd name="connsiteX4" fmla="*/ 10161 w 58225"/>
                <a:gd name="connsiteY4" fmla="*/ 24684 h 61995"/>
                <a:gd name="connsiteX5" fmla="*/ 5280 w 58225"/>
                <a:gd name="connsiteY5" fmla="*/ 61701 h 61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8225" h="61995">
                  <a:moveTo>
                    <a:pt x="5280" y="61701"/>
                  </a:moveTo>
                  <a:cubicBezTo>
                    <a:pt x="6752" y="61183"/>
                    <a:pt x="8164" y="60507"/>
                    <a:pt x="9486" y="59673"/>
                  </a:cubicBezTo>
                  <a:cubicBezTo>
                    <a:pt x="27284" y="48486"/>
                    <a:pt x="44107" y="38124"/>
                    <a:pt x="56949" y="21005"/>
                  </a:cubicBezTo>
                  <a:cubicBezTo>
                    <a:pt x="62807" y="13121"/>
                    <a:pt x="46585" y="-469"/>
                    <a:pt x="38249" y="-19"/>
                  </a:cubicBezTo>
                  <a:cubicBezTo>
                    <a:pt x="27810" y="582"/>
                    <a:pt x="15719" y="17176"/>
                    <a:pt x="10161" y="24684"/>
                  </a:cubicBezTo>
                  <a:cubicBezTo>
                    <a:pt x="6632" y="29565"/>
                    <a:pt x="-7637" y="65380"/>
                    <a:pt x="5280" y="61701"/>
                  </a:cubicBezTo>
                  <a:close/>
                </a:path>
              </a:pathLst>
            </a:custGeom>
            <a:solidFill>
              <a:srgbClr val="EAF1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6" name="Content Placeholder 4">
              <a:extLst>
                <a:ext uri="{FF2B5EF4-FFF2-40B4-BE49-F238E27FC236}">
                  <a16:creationId xmlns:a16="http://schemas.microsoft.com/office/drawing/2014/main" id="{6E1BD456-7EC1-38CB-D9F3-CB0B3C66E2F4}"/>
                </a:ext>
              </a:extLst>
            </p:cNvPr>
            <p:cNvSpPr/>
            <p:nvPr/>
          </p:nvSpPr>
          <p:spPr>
            <a:xfrm>
              <a:off x="6230216" y="1244487"/>
              <a:ext cx="47239" cy="59585"/>
            </a:xfrm>
            <a:custGeom>
              <a:avLst/>
              <a:gdLst>
                <a:gd name="connsiteX0" fmla="*/ 7708 w 47239"/>
                <a:gd name="connsiteY0" fmla="*/ 53158 h 59585"/>
                <a:gd name="connsiteX1" fmla="*/ 17321 w 47239"/>
                <a:gd name="connsiteY1" fmla="*/ 57889 h 59585"/>
                <a:gd name="connsiteX2" fmla="*/ 37073 w 47239"/>
                <a:gd name="connsiteY2" fmla="*/ 57889 h 59585"/>
                <a:gd name="connsiteX3" fmla="*/ 47136 w 47239"/>
                <a:gd name="connsiteY3" fmla="*/ 42196 h 59585"/>
                <a:gd name="connsiteX4" fmla="*/ 30314 w 47239"/>
                <a:gd name="connsiteY4" fmla="*/ 19220 h 59585"/>
                <a:gd name="connsiteX5" fmla="*/ 25808 w 47239"/>
                <a:gd name="connsiteY5" fmla="*/ 3602 h 59585"/>
                <a:gd name="connsiteX6" fmla="*/ 19424 w 47239"/>
                <a:gd name="connsiteY6" fmla="*/ 674 h 59585"/>
                <a:gd name="connsiteX7" fmla="*/ 5681 w 47239"/>
                <a:gd name="connsiteY7" fmla="*/ 674 h 59585"/>
                <a:gd name="connsiteX8" fmla="*/ 349 w 47239"/>
                <a:gd name="connsiteY8" fmla="*/ 25452 h 59585"/>
                <a:gd name="connsiteX9" fmla="*/ 7708 w 47239"/>
                <a:gd name="connsiteY9" fmla="*/ 53158 h 5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239" h="59585">
                  <a:moveTo>
                    <a:pt x="7708" y="53158"/>
                  </a:moveTo>
                  <a:cubicBezTo>
                    <a:pt x="10562" y="55366"/>
                    <a:pt x="13829" y="56980"/>
                    <a:pt x="17321" y="57889"/>
                  </a:cubicBezTo>
                  <a:cubicBezTo>
                    <a:pt x="23720" y="60111"/>
                    <a:pt x="30674" y="60111"/>
                    <a:pt x="37073" y="57889"/>
                  </a:cubicBezTo>
                  <a:cubicBezTo>
                    <a:pt x="43659" y="55621"/>
                    <a:pt x="47827" y="49126"/>
                    <a:pt x="47136" y="42196"/>
                  </a:cubicBezTo>
                  <a:cubicBezTo>
                    <a:pt x="45484" y="32660"/>
                    <a:pt x="33393" y="28305"/>
                    <a:pt x="30314" y="19220"/>
                  </a:cubicBezTo>
                  <a:cubicBezTo>
                    <a:pt x="28511" y="13964"/>
                    <a:pt x="29713" y="7432"/>
                    <a:pt x="25808" y="3602"/>
                  </a:cubicBezTo>
                  <a:cubicBezTo>
                    <a:pt x="24005" y="2033"/>
                    <a:pt x="21790" y="1019"/>
                    <a:pt x="19424" y="674"/>
                  </a:cubicBezTo>
                  <a:cubicBezTo>
                    <a:pt x="14888" y="-264"/>
                    <a:pt x="10217" y="-264"/>
                    <a:pt x="5681" y="674"/>
                  </a:cubicBezTo>
                  <a:cubicBezTo>
                    <a:pt x="3007" y="8716"/>
                    <a:pt x="1220" y="17020"/>
                    <a:pt x="349" y="25452"/>
                  </a:cubicBezTo>
                  <a:cubicBezTo>
                    <a:pt x="-703" y="35513"/>
                    <a:pt x="48" y="47227"/>
                    <a:pt x="7708" y="53158"/>
                  </a:cubicBezTo>
                  <a:close/>
                </a:path>
              </a:pathLst>
            </a:custGeom>
            <a:solidFill>
              <a:srgbClr val="EAF1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7" name="Content Placeholder 4">
              <a:extLst>
                <a:ext uri="{FF2B5EF4-FFF2-40B4-BE49-F238E27FC236}">
                  <a16:creationId xmlns:a16="http://schemas.microsoft.com/office/drawing/2014/main" id="{69341E96-72FF-DA83-E46C-DE6CB2596390}"/>
                </a:ext>
              </a:extLst>
            </p:cNvPr>
            <p:cNvSpPr/>
            <p:nvPr/>
          </p:nvSpPr>
          <p:spPr>
            <a:xfrm>
              <a:off x="6241678" y="1252771"/>
              <a:ext cx="10844" cy="11904"/>
            </a:xfrm>
            <a:custGeom>
              <a:avLst/>
              <a:gdLst>
                <a:gd name="connsiteX0" fmla="*/ 8938 w 10844"/>
                <a:gd name="connsiteY0" fmla="*/ 10410 h 11904"/>
                <a:gd name="connsiteX1" fmla="*/ 9989 w 10844"/>
                <a:gd name="connsiteY1" fmla="*/ 8758 h 11904"/>
                <a:gd name="connsiteX2" fmla="*/ 10815 w 10844"/>
                <a:gd name="connsiteY2" fmla="*/ 6205 h 11904"/>
                <a:gd name="connsiteX3" fmla="*/ 10290 w 10844"/>
                <a:gd name="connsiteY3" fmla="*/ 4103 h 11904"/>
                <a:gd name="connsiteX4" fmla="*/ 10290 w 10844"/>
                <a:gd name="connsiteY4" fmla="*/ 3352 h 11904"/>
                <a:gd name="connsiteX5" fmla="*/ 9839 w 10844"/>
                <a:gd name="connsiteY5" fmla="*/ 2226 h 11904"/>
                <a:gd name="connsiteX6" fmla="*/ 7210 w 10844"/>
                <a:gd name="connsiteY6" fmla="*/ 499 h 11904"/>
                <a:gd name="connsiteX7" fmla="*/ 5033 w 10844"/>
                <a:gd name="connsiteY7" fmla="*/ -27 h 11904"/>
                <a:gd name="connsiteX8" fmla="*/ 827 w 10844"/>
                <a:gd name="connsiteY8" fmla="*/ 2301 h 11904"/>
                <a:gd name="connsiteX9" fmla="*/ 226 w 10844"/>
                <a:gd name="connsiteY9" fmla="*/ 7256 h 11904"/>
                <a:gd name="connsiteX10" fmla="*/ 4357 w 10844"/>
                <a:gd name="connsiteY10" fmla="*/ 11761 h 11904"/>
                <a:gd name="connsiteX11" fmla="*/ 8938 w 10844"/>
                <a:gd name="connsiteY11" fmla="*/ 10410 h 1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844" h="11904">
                  <a:moveTo>
                    <a:pt x="8938" y="10410"/>
                  </a:moveTo>
                  <a:cubicBezTo>
                    <a:pt x="9373" y="9914"/>
                    <a:pt x="9726" y="9359"/>
                    <a:pt x="9989" y="8758"/>
                  </a:cubicBezTo>
                  <a:cubicBezTo>
                    <a:pt x="10477" y="7992"/>
                    <a:pt x="10755" y="7114"/>
                    <a:pt x="10815" y="6205"/>
                  </a:cubicBezTo>
                  <a:cubicBezTo>
                    <a:pt x="10718" y="5484"/>
                    <a:pt x="10545" y="4779"/>
                    <a:pt x="10290" y="4103"/>
                  </a:cubicBezTo>
                  <a:lnTo>
                    <a:pt x="10290" y="3352"/>
                  </a:lnTo>
                  <a:cubicBezTo>
                    <a:pt x="10169" y="2961"/>
                    <a:pt x="10019" y="2586"/>
                    <a:pt x="9839" y="2226"/>
                  </a:cubicBezTo>
                  <a:cubicBezTo>
                    <a:pt x="9156" y="1400"/>
                    <a:pt x="8239" y="799"/>
                    <a:pt x="7210" y="499"/>
                  </a:cubicBezTo>
                  <a:cubicBezTo>
                    <a:pt x="6512" y="213"/>
                    <a:pt x="5784" y="41"/>
                    <a:pt x="5033" y="-27"/>
                  </a:cubicBezTo>
                  <a:cubicBezTo>
                    <a:pt x="3305" y="-87"/>
                    <a:pt x="1691" y="807"/>
                    <a:pt x="827" y="2301"/>
                  </a:cubicBezTo>
                  <a:cubicBezTo>
                    <a:pt x="-44" y="3802"/>
                    <a:pt x="-262" y="5589"/>
                    <a:pt x="226" y="7256"/>
                  </a:cubicBezTo>
                  <a:cubicBezTo>
                    <a:pt x="707" y="9381"/>
                    <a:pt x="2276" y="11101"/>
                    <a:pt x="4357" y="11761"/>
                  </a:cubicBezTo>
                  <a:cubicBezTo>
                    <a:pt x="6016" y="12122"/>
                    <a:pt x="7744" y="11611"/>
                    <a:pt x="8938" y="10410"/>
                  </a:cubicBezTo>
                  <a:close/>
                </a:path>
              </a:pathLst>
            </a:custGeom>
            <a:solidFill>
              <a:srgbClr val="272525">
                <a:alpha val="20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8" name="Content Placeholder 4">
              <a:extLst>
                <a:ext uri="{FF2B5EF4-FFF2-40B4-BE49-F238E27FC236}">
                  <a16:creationId xmlns:a16="http://schemas.microsoft.com/office/drawing/2014/main" id="{C99BF3C3-377D-27EA-0944-10589CA92D68}"/>
                </a:ext>
              </a:extLst>
            </p:cNvPr>
            <p:cNvSpPr/>
            <p:nvPr/>
          </p:nvSpPr>
          <p:spPr>
            <a:xfrm>
              <a:off x="6240552" y="1252247"/>
              <a:ext cx="10769" cy="11981"/>
            </a:xfrm>
            <a:custGeom>
              <a:avLst/>
              <a:gdLst>
                <a:gd name="connsiteX0" fmla="*/ 8863 w 10769"/>
                <a:gd name="connsiteY0" fmla="*/ 10484 h 11981"/>
                <a:gd name="connsiteX1" fmla="*/ 9989 w 10769"/>
                <a:gd name="connsiteY1" fmla="*/ 8832 h 11981"/>
                <a:gd name="connsiteX2" fmla="*/ 10740 w 10769"/>
                <a:gd name="connsiteY2" fmla="*/ 6279 h 11981"/>
                <a:gd name="connsiteX3" fmla="*/ 10290 w 10769"/>
                <a:gd name="connsiteY3" fmla="*/ 4177 h 11981"/>
                <a:gd name="connsiteX4" fmla="*/ 10290 w 10769"/>
                <a:gd name="connsiteY4" fmla="*/ 3426 h 11981"/>
                <a:gd name="connsiteX5" fmla="*/ 9839 w 10769"/>
                <a:gd name="connsiteY5" fmla="*/ 2299 h 11981"/>
                <a:gd name="connsiteX6" fmla="*/ 7210 w 10769"/>
                <a:gd name="connsiteY6" fmla="*/ 573 h 11981"/>
                <a:gd name="connsiteX7" fmla="*/ 5032 w 10769"/>
                <a:gd name="connsiteY7" fmla="*/ -28 h 11981"/>
                <a:gd name="connsiteX8" fmla="*/ 827 w 10769"/>
                <a:gd name="connsiteY8" fmla="*/ 2374 h 11981"/>
                <a:gd name="connsiteX9" fmla="*/ 226 w 10769"/>
                <a:gd name="connsiteY9" fmla="*/ 7255 h 11981"/>
                <a:gd name="connsiteX10" fmla="*/ 4357 w 10769"/>
                <a:gd name="connsiteY10" fmla="*/ 11835 h 11981"/>
                <a:gd name="connsiteX11" fmla="*/ 8863 w 10769"/>
                <a:gd name="connsiteY11" fmla="*/ 10484 h 11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69" h="11981">
                  <a:moveTo>
                    <a:pt x="8863" y="10484"/>
                  </a:moveTo>
                  <a:cubicBezTo>
                    <a:pt x="9321" y="9996"/>
                    <a:pt x="9704" y="9440"/>
                    <a:pt x="9989" y="8832"/>
                  </a:cubicBezTo>
                  <a:cubicBezTo>
                    <a:pt x="10455" y="8058"/>
                    <a:pt x="10710" y="7180"/>
                    <a:pt x="10740" y="6279"/>
                  </a:cubicBezTo>
                  <a:cubicBezTo>
                    <a:pt x="10703" y="5558"/>
                    <a:pt x="10552" y="4845"/>
                    <a:pt x="10290" y="4177"/>
                  </a:cubicBezTo>
                  <a:lnTo>
                    <a:pt x="10290" y="3426"/>
                  </a:lnTo>
                  <a:lnTo>
                    <a:pt x="9839" y="2299"/>
                  </a:lnTo>
                  <a:cubicBezTo>
                    <a:pt x="9163" y="1466"/>
                    <a:pt x="8239" y="865"/>
                    <a:pt x="7210" y="573"/>
                  </a:cubicBezTo>
                  <a:cubicBezTo>
                    <a:pt x="6512" y="295"/>
                    <a:pt x="5776" y="92"/>
                    <a:pt x="5032" y="-28"/>
                  </a:cubicBezTo>
                  <a:cubicBezTo>
                    <a:pt x="3290" y="-73"/>
                    <a:pt x="1668" y="850"/>
                    <a:pt x="827" y="2374"/>
                  </a:cubicBezTo>
                  <a:cubicBezTo>
                    <a:pt x="-44" y="3846"/>
                    <a:pt x="-262" y="5618"/>
                    <a:pt x="226" y="7255"/>
                  </a:cubicBezTo>
                  <a:cubicBezTo>
                    <a:pt x="669" y="9417"/>
                    <a:pt x="2254" y="11174"/>
                    <a:pt x="4357" y="11835"/>
                  </a:cubicBezTo>
                  <a:cubicBezTo>
                    <a:pt x="5994" y="12203"/>
                    <a:pt x="7699" y="11685"/>
                    <a:pt x="8863" y="10484"/>
                  </a:cubicBezTo>
                  <a:close/>
                </a:path>
              </a:pathLst>
            </a:custGeom>
            <a:solidFill>
              <a:srgbClr val="83959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9" name="Content Placeholder 4">
              <a:extLst>
                <a:ext uri="{FF2B5EF4-FFF2-40B4-BE49-F238E27FC236}">
                  <a16:creationId xmlns:a16="http://schemas.microsoft.com/office/drawing/2014/main" id="{DC7ABD01-6B79-4ED3-15AF-0B5083E1FDD3}"/>
                </a:ext>
              </a:extLst>
            </p:cNvPr>
            <p:cNvSpPr/>
            <p:nvPr/>
          </p:nvSpPr>
          <p:spPr>
            <a:xfrm>
              <a:off x="6243266" y="1256123"/>
              <a:ext cx="4028" cy="3793"/>
            </a:xfrm>
            <a:custGeom>
              <a:avLst/>
              <a:gdLst>
                <a:gd name="connsiteX0" fmla="*/ 3370 w 4028"/>
                <a:gd name="connsiteY0" fmla="*/ 3379 h 3793"/>
                <a:gd name="connsiteX1" fmla="*/ 3971 w 4028"/>
                <a:gd name="connsiteY1" fmla="*/ 1878 h 3793"/>
                <a:gd name="connsiteX2" fmla="*/ 3971 w 4028"/>
                <a:gd name="connsiteY2" fmla="*/ 1352 h 3793"/>
                <a:gd name="connsiteX3" fmla="*/ 3595 w 4028"/>
                <a:gd name="connsiteY3" fmla="*/ 601 h 3793"/>
                <a:gd name="connsiteX4" fmla="*/ 1192 w 4028"/>
                <a:gd name="connsiteY4" fmla="*/ 151 h 3793"/>
                <a:gd name="connsiteX5" fmla="*/ -10 w 4028"/>
                <a:gd name="connsiteY5" fmla="*/ 2178 h 3793"/>
                <a:gd name="connsiteX6" fmla="*/ 1417 w 4028"/>
                <a:gd name="connsiteY6" fmla="*/ 3529 h 3793"/>
                <a:gd name="connsiteX7" fmla="*/ 3370 w 4028"/>
                <a:gd name="connsiteY7" fmla="*/ 3379 h 3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28" h="3793">
                  <a:moveTo>
                    <a:pt x="3370" y="3379"/>
                  </a:moveTo>
                  <a:cubicBezTo>
                    <a:pt x="3715" y="2951"/>
                    <a:pt x="3926" y="2426"/>
                    <a:pt x="3971" y="1878"/>
                  </a:cubicBezTo>
                  <a:cubicBezTo>
                    <a:pt x="4008" y="1705"/>
                    <a:pt x="4008" y="1525"/>
                    <a:pt x="3971" y="1352"/>
                  </a:cubicBezTo>
                  <a:cubicBezTo>
                    <a:pt x="3926" y="1067"/>
                    <a:pt x="3791" y="811"/>
                    <a:pt x="3595" y="601"/>
                  </a:cubicBezTo>
                  <a:cubicBezTo>
                    <a:pt x="2964" y="-30"/>
                    <a:pt x="2011" y="-202"/>
                    <a:pt x="1192" y="151"/>
                  </a:cubicBezTo>
                  <a:cubicBezTo>
                    <a:pt x="366" y="458"/>
                    <a:pt x="-137" y="1307"/>
                    <a:pt x="-10" y="2178"/>
                  </a:cubicBezTo>
                  <a:cubicBezTo>
                    <a:pt x="283" y="2786"/>
                    <a:pt x="794" y="3267"/>
                    <a:pt x="1417" y="3529"/>
                  </a:cubicBezTo>
                  <a:cubicBezTo>
                    <a:pt x="2033" y="3890"/>
                    <a:pt x="2814" y="3830"/>
                    <a:pt x="3370" y="3379"/>
                  </a:cubicBez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0" name="Content Placeholder 4">
              <a:extLst>
                <a:ext uri="{FF2B5EF4-FFF2-40B4-BE49-F238E27FC236}">
                  <a16:creationId xmlns:a16="http://schemas.microsoft.com/office/drawing/2014/main" id="{432620FB-D6B8-8899-BE89-D641AE2104D9}"/>
                </a:ext>
              </a:extLst>
            </p:cNvPr>
            <p:cNvSpPr/>
            <p:nvPr/>
          </p:nvSpPr>
          <p:spPr>
            <a:xfrm>
              <a:off x="6064156" y="1268926"/>
              <a:ext cx="60761" cy="21324"/>
            </a:xfrm>
            <a:custGeom>
              <a:avLst/>
              <a:gdLst>
                <a:gd name="connsiteX0" fmla="*/ 8173 w 60761"/>
                <a:gd name="connsiteY0" fmla="*/ 1463 h 21324"/>
                <a:gd name="connsiteX1" fmla="*/ 24770 w 60761"/>
                <a:gd name="connsiteY1" fmla="*/ 7695 h 21324"/>
                <a:gd name="connsiteX2" fmla="*/ 43545 w 60761"/>
                <a:gd name="connsiteY2" fmla="*/ 5142 h 21324"/>
                <a:gd name="connsiteX3" fmla="*/ 52181 w 60761"/>
                <a:gd name="connsiteY3" fmla="*/ 4391 h 21324"/>
                <a:gd name="connsiteX4" fmla="*/ 58489 w 60761"/>
                <a:gd name="connsiteY4" fmla="*/ 6043 h 21324"/>
                <a:gd name="connsiteX5" fmla="*/ 60367 w 60761"/>
                <a:gd name="connsiteY5" fmla="*/ 10623 h 21324"/>
                <a:gd name="connsiteX6" fmla="*/ 59391 w 60761"/>
                <a:gd name="connsiteY6" fmla="*/ 18657 h 21324"/>
                <a:gd name="connsiteX7" fmla="*/ 49928 w 60761"/>
                <a:gd name="connsiteY7" fmla="*/ 20384 h 21324"/>
                <a:gd name="connsiteX8" fmla="*/ 30026 w 60761"/>
                <a:gd name="connsiteY8" fmla="*/ 20910 h 21324"/>
                <a:gd name="connsiteX9" fmla="*/ 3066 w 60761"/>
                <a:gd name="connsiteY9" fmla="*/ 9196 h 21324"/>
                <a:gd name="connsiteX10" fmla="*/ 212 w 60761"/>
                <a:gd name="connsiteY10" fmla="*/ 5217 h 21324"/>
                <a:gd name="connsiteX11" fmla="*/ 1338 w 60761"/>
                <a:gd name="connsiteY11" fmla="*/ 712 h 21324"/>
                <a:gd name="connsiteX12" fmla="*/ 8173 w 60761"/>
                <a:gd name="connsiteY12" fmla="*/ 1463 h 21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761" h="21324">
                  <a:moveTo>
                    <a:pt x="8173" y="1463"/>
                  </a:moveTo>
                  <a:cubicBezTo>
                    <a:pt x="13272" y="4556"/>
                    <a:pt x="18897" y="6666"/>
                    <a:pt x="24770" y="7695"/>
                  </a:cubicBezTo>
                  <a:cubicBezTo>
                    <a:pt x="31123" y="7890"/>
                    <a:pt x="37469" y="7027"/>
                    <a:pt x="43545" y="5142"/>
                  </a:cubicBezTo>
                  <a:cubicBezTo>
                    <a:pt x="46383" y="4556"/>
                    <a:pt x="49282" y="4308"/>
                    <a:pt x="52181" y="4391"/>
                  </a:cubicBezTo>
                  <a:cubicBezTo>
                    <a:pt x="54509" y="4391"/>
                    <a:pt x="56687" y="4391"/>
                    <a:pt x="58489" y="6043"/>
                  </a:cubicBezTo>
                  <a:cubicBezTo>
                    <a:pt x="59556" y="7349"/>
                    <a:pt x="60209" y="8941"/>
                    <a:pt x="60367" y="10623"/>
                  </a:cubicBezTo>
                  <a:cubicBezTo>
                    <a:pt x="60743" y="12725"/>
                    <a:pt x="61268" y="17230"/>
                    <a:pt x="59391" y="18657"/>
                  </a:cubicBezTo>
                  <a:cubicBezTo>
                    <a:pt x="56357" y="19776"/>
                    <a:pt x="53157" y="20362"/>
                    <a:pt x="49928" y="20384"/>
                  </a:cubicBezTo>
                  <a:cubicBezTo>
                    <a:pt x="43342" y="21383"/>
                    <a:pt x="36658" y="21563"/>
                    <a:pt x="30026" y="20910"/>
                  </a:cubicBezTo>
                  <a:cubicBezTo>
                    <a:pt x="19986" y="20129"/>
                    <a:pt x="10493" y="16007"/>
                    <a:pt x="3066" y="9196"/>
                  </a:cubicBezTo>
                  <a:cubicBezTo>
                    <a:pt x="1797" y="8130"/>
                    <a:pt x="820" y="6756"/>
                    <a:pt x="212" y="5217"/>
                  </a:cubicBezTo>
                  <a:cubicBezTo>
                    <a:pt x="-351" y="3625"/>
                    <a:pt x="92" y="1853"/>
                    <a:pt x="1338" y="712"/>
                  </a:cubicBezTo>
                  <a:cubicBezTo>
                    <a:pt x="3141" y="-790"/>
                    <a:pt x="5995" y="261"/>
                    <a:pt x="8173" y="1463"/>
                  </a:cubicBezTo>
                  <a:close/>
                </a:path>
              </a:pathLst>
            </a:custGeom>
            <a:solidFill>
              <a:srgbClr val="2F3F4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1" name="Content Placeholder 4">
              <a:extLst>
                <a:ext uri="{FF2B5EF4-FFF2-40B4-BE49-F238E27FC236}">
                  <a16:creationId xmlns:a16="http://schemas.microsoft.com/office/drawing/2014/main" id="{00A24251-6E53-2C44-3CBB-420E2011FEAF}"/>
                </a:ext>
              </a:extLst>
            </p:cNvPr>
            <p:cNvSpPr/>
            <p:nvPr/>
          </p:nvSpPr>
          <p:spPr>
            <a:xfrm>
              <a:off x="6232609" y="1152330"/>
              <a:ext cx="27018" cy="27560"/>
            </a:xfrm>
            <a:custGeom>
              <a:avLst/>
              <a:gdLst>
                <a:gd name="connsiteX0" fmla="*/ 26568 w 27018"/>
                <a:gd name="connsiteY0" fmla="*/ 13467 h 27560"/>
                <a:gd name="connsiteX1" fmla="*/ 26944 w 27018"/>
                <a:gd name="connsiteY1" fmla="*/ 17672 h 27560"/>
                <a:gd name="connsiteX2" fmla="*/ 509 w 27018"/>
                <a:gd name="connsiteY2" fmla="*/ 10914 h 27560"/>
                <a:gd name="connsiteX3" fmla="*/ 25292 w 27018"/>
                <a:gd name="connsiteY3" fmla="*/ 8061 h 27560"/>
                <a:gd name="connsiteX4" fmla="*/ 26568 w 27018"/>
                <a:gd name="connsiteY4" fmla="*/ 13467 h 27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018" h="27560">
                  <a:moveTo>
                    <a:pt x="26568" y="13467"/>
                  </a:moveTo>
                  <a:cubicBezTo>
                    <a:pt x="26568" y="14893"/>
                    <a:pt x="26568" y="16245"/>
                    <a:pt x="26944" y="17672"/>
                  </a:cubicBezTo>
                  <a:cubicBezTo>
                    <a:pt x="28371" y="34115"/>
                    <a:pt x="-4598" y="28709"/>
                    <a:pt x="509" y="10914"/>
                  </a:cubicBezTo>
                  <a:cubicBezTo>
                    <a:pt x="3963" y="-1024"/>
                    <a:pt x="20410" y="-4929"/>
                    <a:pt x="25292" y="8061"/>
                  </a:cubicBezTo>
                  <a:cubicBezTo>
                    <a:pt x="25870" y="9825"/>
                    <a:pt x="26298" y="11635"/>
                    <a:pt x="26568" y="13467"/>
                  </a:cubicBezTo>
                  <a:close/>
                </a:path>
              </a:pathLst>
            </a:custGeom>
            <a:solidFill>
              <a:srgbClr val="27252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2" name="Content Placeholder 4">
              <a:extLst>
                <a:ext uri="{FF2B5EF4-FFF2-40B4-BE49-F238E27FC236}">
                  <a16:creationId xmlns:a16="http://schemas.microsoft.com/office/drawing/2014/main" id="{95732A44-1841-4BF3-B438-9273FD997FF9}"/>
                </a:ext>
              </a:extLst>
            </p:cNvPr>
            <p:cNvSpPr/>
            <p:nvPr/>
          </p:nvSpPr>
          <p:spPr>
            <a:xfrm>
              <a:off x="6233298" y="1219272"/>
              <a:ext cx="12307" cy="19960"/>
            </a:xfrm>
            <a:custGeom>
              <a:avLst/>
              <a:gdLst>
                <a:gd name="connsiteX0" fmla="*/ 721 w 12307"/>
                <a:gd name="connsiteY0" fmla="*/ 8995 h 19960"/>
                <a:gd name="connsiteX1" fmla="*/ 120 w 12307"/>
                <a:gd name="connsiteY1" fmla="*/ 18981 h 19960"/>
                <a:gd name="connsiteX2" fmla="*/ 10559 w 12307"/>
                <a:gd name="connsiteY2" fmla="*/ 19657 h 19960"/>
                <a:gd name="connsiteX3" fmla="*/ 12061 w 12307"/>
                <a:gd name="connsiteY3" fmla="*/ 961 h 19960"/>
                <a:gd name="connsiteX4" fmla="*/ 4551 w 12307"/>
                <a:gd name="connsiteY4" fmla="*/ 1636 h 19960"/>
                <a:gd name="connsiteX5" fmla="*/ 721 w 12307"/>
                <a:gd name="connsiteY5" fmla="*/ 8995 h 19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07" h="19960">
                  <a:moveTo>
                    <a:pt x="721" y="8995"/>
                  </a:moveTo>
                  <a:cubicBezTo>
                    <a:pt x="0" y="12268"/>
                    <a:pt x="-203" y="15640"/>
                    <a:pt x="120" y="18981"/>
                  </a:cubicBezTo>
                  <a:cubicBezTo>
                    <a:pt x="3514" y="19949"/>
                    <a:pt x="7074" y="20182"/>
                    <a:pt x="10559" y="19657"/>
                  </a:cubicBezTo>
                  <a:cubicBezTo>
                    <a:pt x="12106" y="13552"/>
                    <a:pt x="12616" y="7230"/>
                    <a:pt x="12061" y="961"/>
                  </a:cubicBezTo>
                  <a:cubicBezTo>
                    <a:pt x="9703" y="-579"/>
                    <a:pt x="6593" y="-301"/>
                    <a:pt x="4551" y="1636"/>
                  </a:cubicBezTo>
                  <a:cubicBezTo>
                    <a:pt x="2508" y="3604"/>
                    <a:pt x="1156" y="6186"/>
                    <a:pt x="721" y="8995"/>
                  </a:cubicBezTo>
                  <a:close/>
                </a:path>
              </a:pathLst>
            </a:custGeom>
            <a:solidFill>
              <a:srgbClr val="2F3F4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3" name="Content Placeholder 4">
              <a:extLst>
                <a:ext uri="{FF2B5EF4-FFF2-40B4-BE49-F238E27FC236}">
                  <a16:creationId xmlns:a16="http://schemas.microsoft.com/office/drawing/2014/main" id="{25A6AF85-4651-83A5-7D45-F73465F1AE19}"/>
                </a:ext>
              </a:extLst>
            </p:cNvPr>
            <p:cNvSpPr/>
            <p:nvPr/>
          </p:nvSpPr>
          <p:spPr>
            <a:xfrm>
              <a:off x="6228416" y="1160599"/>
              <a:ext cx="30076" cy="65706"/>
            </a:xfrm>
            <a:custGeom>
              <a:avLst/>
              <a:gdLst>
                <a:gd name="connsiteX0" fmla="*/ 12062 w 30076"/>
                <a:gd name="connsiteY0" fmla="*/ 1819 h 65706"/>
                <a:gd name="connsiteX1" fmla="*/ 10410 w 30076"/>
                <a:gd name="connsiteY1" fmla="*/ 5498 h 65706"/>
                <a:gd name="connsiteX2" fmla="*/ -29 w 30076"/>
                <a:gd name="connsiteY2" fmla="*/ 58508 h 65706"/>
                <a:gd name="connsiteX3" fmla="*/ 24528 w 30076"/>
                <a:gd name="connsiteY3" fmla="*/ 62337 h 65706"/>
                <a:gd name="connsiteX4" fmla="*/ 29635 w 30076"/>
                <a:gd name="connsiteY4" fmla="*/ 29675 h 65706"/>
                <a:gd name="connsiteX5" fmla="*/ 12062 w 30076"/>
                <a:gd name="connsiteY5" fmla="*/ 1819 h 65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76" h="65706">
                  <a:moveTo>
                    <a:pt x="12062" y="1819"/>
                  </a:moveTo>
                  <a:cubicBezTo>
                    <a:pt x="11341" y="2960"/>
                    <a:pt x="10785" y="4199"/>
                    <a:pt x="10410" y="5498"/>
                  </a:cubicBezTo>
                  <a:cubicBezTo>
                    <a:pt x="3591" y="22347"/>
                    <a:pt x="53" y="40337"/>
                    <a:pt x="-29" y="58508"/>
                  </a:cubicBezTo>
                  <a:cubicBezTo>
                    <a:pt x="421" y="67293"/>
                    <a:pt x="19121" y="67293"/>
                    <a:pt x="24528" y="62337"/>
                  </a:cubicBezTo>
                  <a:cubicBezTo>
                    <a:pt x="31287" y="56030"/>
                    <a:pt x="30161" y="37935"/>
                    <a:pt x="29635" y="29675"/>
                  </a:cubicBezTo>
                  <a:cubicBezTo>
                    <a:pt x="29335" y="24344"/>
                    <a:pt x="19121" y="-8017"/>
                    <a:pt x="12062" y="1819"/>
                  </a:cubicBezTo>
                  <a:close/>
                </a:path>
              </a:pathLst>
            </a:custGeom>
            <a:solidFill>
              <a:srgbClr val="EAF1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4" name="Content Placeholder 4">
              <a:extLst>
                <a:ext uri="{FF2B5EF4-FFF2-40B4-BE49-F238E27FC236}">
                  <a16:creationId xmlns:a16="http://schemas.microsoft.com/office/drawing/2014/main" id="{28AFC5A4-D8F1-F143-2754-AA32F24A91BF}"/>
                </a:ext>
              </a:extLst>
            </p:cNvPr>
            <p:cNvSpPr/>
            <p:nvPr/>
          </p:nvSpPr>
          <p:spPr>
            <a:xfrm>
              <a:off x="6224736" y="1230206"/>
              <a:ext cx="42391" cy="52050"/>
            </a:xfrm>
            <a:custGeom>
              <a:avLst/>
              <a:gdLst>
                <a:gd name="connsiteX0" fmla="*/ 7781 w 42391"/>
                <a:gd name="connsiteY0" fmla="*/ 46866 h 52050"/>
                <a:gd name="connsiteX1" fmla="*/ 16418 w 42391"/>
                <a:gd name="connsiteY1" fmla="*/ 50770 h 52050"/>
                <a:gd name="connsiteX2" fmla="*/ 33916 w 42391"/>
                <a:gd name="connsiteY2" fmla="*/ 50319 h 52050"/>
                <a:gd name="connsiteX3" fmla="*/ 42252 w 42391"/>
                <a:gd name="connsiteY3" fmla="*/ 36128 h 52050"/>
                <a:gd name="connsiteX4" fmla="*/ 26631 w 42391"/>
                <a:gd name="connsiteY4" fmla="*/ 16381 h 52050"/>
                <a:gd name="connsiteX5" fmla="*/ 22125 w 42391"/>
                <a:gd name="connsiteY5" fmla="*/ 2791 h 52050"/>
                <a:gd name="connsiteX6" fmla="*/ 16418 w 42391"/>
                <a:gd name="connsiteY6" fmla="*/ 388 h 52050"/>
                <a:gd name="connsiteX7" fmla="*/ 4251 w 42391"/>
                <a:gd name="connsiteY7" fmla="*/ 839 h 52050"/>
                <a:gd name="connsiteX8" fmla="*/ 421 w 42391"/>
                <a:gd name="connsiteY8" fmla="*/ 22838 h 52050"/>
                <a:gd name="connsiteX9" fmla="*/ 7781 w 42391"/>
                <a:gd name="connsiteY9" fmla="*/ 46866 h 52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391" h="52050">
                  <a:moveTo>
                    <a:pt x="7781" y="46866"/>
                  </a:moveTo>
                  <a:cubicBezTo>
                    <a:pt x="10387" y="48705"/>
                    <a:pt x="13316" y="50034"/>
                    <a:pt x="16418" y="50770"/>
                  </a:cubicBezTo>
                  <a:cubicBezTo>
                    <a:pt x="22133" y="52579"/>
                    <a:pt x="28298" y="52422"/>
                    <a:pt x="33916" y="50319"/>
                  </a:cubicBezTo>
                  <a:cubicBezTo>
                    <a:pt x="39608" y="48044"/>
                    <a:pt x="43033" y="42203"/>
                    <a:pt x="42252" y="36128"/>
                  </a:cubicBezTo>
                  <a:cubicBezTo>
                    <a:pt x="40525" y="27794"/>
                    <a:pt x="29710" y="24340"/>
                    <a:pt x="26631" y="16381"/>
                  </a:cubicBezTo>
                  <a:cubicBezTo>
                    <a:pt x="24904" y="11876"/>
                    <a:pt x="25730" y="6095"/>
                    <a:pt x="22125" y="2791"/>
                  </a:cubicBezTo>
                  <a:cubicBezTo>
                    <a:pt x="20488" y="1462"/>
                    <a:pt x="18513" y="636"/>
                    <a:pt x="16418" y="388"/>
                  </a:cubicBezTo>
                  <a:cubicBezTo>
                    <a:pt x="12377" y="-295"/>
                    <a:pt x="8232" y="-137"/>
                    <a:pt x="4251" y="839"/>
                  </a:cubicBezTo>
                  <a:cubicBezTo>
                    <a:pt x="2186" y="8009"/>
                    <a:pt x="902" y="15390"/>
                    <a:pt x="421" y="22838"/>
                  </a:cubicBezTo>
                  <a:cubicBezTo>
                    <a:pt x="-1186" y="31571"/>
                    <a:pt x="1563" y="40536"/>
                    <a:pt x="7781" y="46866"/>
                  </a:cubicBezTo>
                  <a:close/>
                </a:path>
              </a:pathLst>
            </a:custGeom>
            <a:solidFill>
              <a:srgbClr val="EAF1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5" name="Content Placeholder 4">
              <a:extLst>
                <a:ext uri="{FF2B5EF4-FFF2-40B4-BE49-F238E27FC236}">
                  <a16:creationId xmlns:a16="http://schemas.microsoft.com/office/drawing/2014/main" id="{818EC763-D033-0800-B903-963F350111FF}"/>
                </a:ext>
              </a:extLst>
            </p:cNvPr>
            <p:cNvSpPr/>
            <p:nvPr/>
          </p:nvSpPr>
          <p:spPr>
            <a:xfrm>
              <a:off x="6234891" y="1237156"/>
              <a:ext cx="9446" cy="10554"/>
            </a:xfrm>
            <a:custGeom>
              <a:avLst/>
              <a:gdLst>
                <a:gd name="connsiteX0" fmla="*/ 7914 w 9446"/>
                <a:gd name="connsiteY0" fmla="*/ 9056 h 10554"/>
                <a:gd name="connsiteX1" fmla="*/ 8815 w 9446"/>
                <a:gd name="connsiteY1" fmla="*/ 7629 h 10554"/>
                <a:gd name="connsiteX2" fmla="*/ 9416 w 9446"/>
                <a:gd name="connsiteY2" fmla="*/ 5301 h 10554"/>
                <a:gd name="connsiteX3" fmla="*/ 8966 w 9446"/>
                <a:gd name="connsiteY3" fmla="*/ 3424 h 10554"/>
                <a:gd name="connsiteX4" fmla="*/ 8966 w 9446"/>
                <a:gd name="connsiteY4" fmla="*/ 2824 h 10554"/>
                <a:gd name="connsiteX5" fmla="*/ 8515 w 9446"/>
                <a:gd name="connsiteY5" fmla="*/ 1847 h 10554"/>
                <a:gd name="connsiteX6" fmla="*/ 6187 w 9446"/>
                <a:gd name="connsiteY6" fmla="*/ 421 h 10554"/>
                <a:gd name="connsiteX7" fmla="*/ 4234 w 9446"/>
                <a:gd name="connsiteY7" fmla="*/ -30 h 10554"/>
                <a:gd name="connsiteX8" fmla="*/ 629 w 9446"/>
                <a:gd name="connsiteY8" fmla="*/ 2223 h 10554"/>
                <a:gd name="connsiteX9" fmla="*/ 254 w 9446"/>
                <a:gd name="connsiteY9" fmla="*/ 6578 h 10554"/>
                <a:gd name="connsiteX10" fmla="*/ 4084 w 9446"/>
                <a:gd name="connsiteY10" fmla="*/ 10482 h 10554"/>
                <a:gd name="connsiteX11" fmla="*/ 7914 w 9446"/>
                <a:gd name="connsiteY11" fmla="*/ 9056 h 10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446" h="10554">
                  <a:moveTo>
                    <a:pt x="7914" y="9056"/>
                  </a:moveTo>
                  <a:cubicBezTo>
                    <a:pt x="8282" y="8628"/>
                    <a:pt x="8590" y="8147"/>
                    <a:pt x="8815" y="7629"/>
                  </a:cubicBezTo>
                  <a:cubicBezTo>
                    <a:pt x="9221" y="6923"/>
                    <a:pt x="9431" y="6120"/>
                    <a:pt x="9416" y="5301"/>
                  </a:cubicBezTo>
                  <a:cubicBezTo>
                    <a:pt x="9379" y="4656"/>
                    <a:pt x="9228" y="4017"/>
                    <a:pt x="8966" y="3424"/>
                  </a:cubicBezTo>
                  <a:lnTo>
                    <a:pt x="8966" y="2824"/>
                  </a:lnTo>
                  <a:cubicBezTo>
                    <a:pt x="8890" y="2471"/>
                    <a:pt x="8740" y="2133"/>
                    <a:pt x="8515" y="1847"/>
                  </a:cubicBezTo>
                  <a:cubicBezTo>
                    <a:pt x="7922" y="1119"/>
                    <a:pt x="7103" y="616"/>
                    <a:pt x="6187" y="421"/>
                  </a:cubicBezTo>
                  <a:cubicBezTo>
                    <a:pt x="5571" y="158"/>
                    <a:pt x="4910" y="0"/>
                    <a:pt x="4234" y="-30"/>
                  </a:cubicBezTo>
                  <a:cubicBezTo>
                    <a:pt x="2702" y="-37"/>
                    <a:pt x="1298" y="841"/>
                    <a:pt x="629" y="2223"/>
                  </a:cubicBezTo>
                  <a:cubicBezTo>
                    <a:pt x="-92" y="3559"/>
                    <a:pt x="-227" y="5136"/>
                    <a:pt x="254" y="6578"/>
                  </a:cubicBezTo>
                  <a:cubicBezTo>
                    <a:pt x="757" y="8462"/>
                    <a:pt x="2214" y="9942"/>
                    <a:pt x="4084" y="10482"/>
                  </a:cubicBezTo>
                  <a:cubicBezTo>
                    <a:pt x="5518" y="10685"/>
                    <a:pt x="6960" y="10152"/>
                    <a:pt x="7914" y="9056"/>
                  </a:cubicBezTo>
                  <a:close/>
                </a:path>
              </a:pathLst>
            </a:custGeom>
            <a:solidFill>
              <a:srgbClr val="272525">
                <a:alpha val="20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6" name="Content Placeholder 4">
              <a:extLst>
                <a:ext uri="{FF2B5EF4-FFF2-40B4-BE49-F238E27FC236}">
                  <a16:creationId xmlns:a16="http://schemas.microsoft.com/office/drawing/2014/main" id="{B516C509-3B8A-6D7C-6E0C-747BF79F62D5}"/>
                </a:ext>
              </a:extLst>
            </p:cNvPr>
            <p:cNvSpPr/>
            <p:nvPr/>
          </p:nvSpPr>
          <p:spPr>
            <a:xfrm>
              <a:off x="6233792" y="1236781"/>
              <a:ext cx="9568" cy="10565"/>
            </a:xfrm>
            <a:custGeom>
              <a:avLst/>
              <a:gdLst>
                <a:gd name="connsiteX0" fmla="*/ 7963 w 9568"/>
                <a:gd name="connsiteY0" fmla="*/ 9056 h 10565"/>
                <a:gd name="connsiteX1" fmla="*/ 8939 w 9568"/>
                <a:gd name="connsiteY1" fmla="*/ 7629 h 10565"/>
                <a:gd name="connsiteX2" fmla="*/ 9540 w 9568"/>
                <a:gd name="connsiteY2" fmla="*/ 5301 h 10565"/>
                <a:gd name="connsiteX3" fmla="*/ 9014 w 9568"/>
                <a:gd name="connsiteY3" fmla="*/ 3424 h 10565"/>
                <a:gd name="connsiteX4" fmla="*/ 9014 w 9568"/>
                <a:gd name="connsiteY4" fmla="*/ 2824 h 10565"/>
                <a:gd name="connsiteX5" fmla="*/ 8563 w 9568"/>
                <a:gd name="connsiteY5" fmla="*/ 1847 h 10565"/>
                <a:gd name="connsiteX6" fmla="*/ 6235 w 9568"/>
                <a:gd name="connsiteY6" fmla="*/ 421 h 10565"/>
                <a:gd name="connsiteX7" fmla="*/ 4282 w 9568"/>
                <a:gd name="connsiteY7" fmla="*/ -30 h 10565"/>
                <a:gd name="connsiteX8" fmla="*/ 603 w 9568"/>
                <a:gd name="connsiteY8" fmla="*/ 2223 h 10565"/>
                <a:gd name="connsiteX9" fmla="*/ 227 w 9568"/>
                <a:gd name="connsiteY9" fmla="*/ 6578 h 10565"/>
                <a:gd name="connsiteX10" fmla="*/ 4057 w 9568"/>
                <a:gd name="connsiteY10" fmla="*/ 10482 h 10565"/>
                <a:gd name="connsiteX11" fmla="*/ 7963 w 9568"/>
                <a:gd name="connsiteY11" fmla="*/ 9056 h 10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568" h="10565">
                  <a:moveTo>
                    <a:pt x="7963" y="9056"/>
                  </a:moveTo>
                  <a:cubicBezTo>
                    <a:pt x="8368" y="8643"/>
                    <a:pt x="8706" y="8162"/>
                    <a:pt x="8939" y="7629"/>
                  </a:cubicBezTo>
                  <a:cubicBezTo>
                    <a:pt x="9284" y="6901"/>
                    <a:pt x="9487" y="6105"/>
                    <a:pt x="9540" y="5301"/>
                  </a:cubicBezTo>
                  <a:cubicBezTo>
                    <a:pt x="9449" y="4656"/>
                    <a:pt x="9269" y="4025"/>
                    <a:pt x="9014" y="3424"/>
                  </a:cubicBezTo>
                  <a:lnTo>
                    <a:pt x="9014" y="2824"/>
                  </a:lnTo>
                  <a:cubicBezTo>
                    <a:pt x="8894" y="2486"/>
                    <a:pt x="8744" y="2155"/>
                    <a:pt x="8563" y="1847"/>
                  </a:cubicBezTo>
                  <a:cubicBezTo>
                    <a:pt x="7963" y="1134"/>
                    <a:pt x="7144" y="631"/>
                    <a:pt x="6235" y="421"/>
                  </a:cubicBezTo>
                  <a:cubicBezTo>
                    <a:pt x="5612" y="165"/>
                    <a:pt x="4951" y="15"/>
                    <a:pt x="4282" y="-30"/>
                  </a:cubicBezTo>
                  <a:cubicBezTo>
                    <a:pt x="2728" y="-30"/>
                    <a:pt x="1309" y="841"/>
                    <a:pt x="603" y="2223"/>
                  </a:cubicBezTo>
                  <a:cubicBezTo>
                    <a:pt x="-81" y="3574"/>
                    <a:pt x="-216" y="5129"/>
                    <a:pt x="227" y="6578"/>
                  </a:cubicBezTo>
                  <a:cubicBezTo>
                    <a:pt x="730" y="8462"/>
                    <a:pt x="2187" y="9942"/>
                    <a:pt x="4057" y="10482"/>
                  </a:cubicBezTo>
                  <a:cubicBezTo>
                    <a:pt x="5522" y="10715"/>
                    <a:pt x="6994" y="10174"/>
                    <a:pt x="7963" y="9056"/>
                  </a:cubicBezTo>
                  <a:close/>
                </a:path>
              </a:pathLst>
            </a:custGeom>
            <a:solidFill>
              <a:srgbClr val="83959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7" name="Content Placeholder 4">
              <a:extLst>
                <a:ext uri="{FF2B5EF4-FFF2-40B4-BE49-F238E27FC236}">
                  <a16:creationId xmlns:a16="http://schemas.microsoft.com/office/drawing/2014/main" id="{6EA89826-931F-FCFD-FD55-6CF3D4C01075}"/>
                </a:ext>
              </a:extLst>
            </p:cNvPr>
            <p:cNvSpPr/>
            <p:nvPr/>
          </p:nvSpPr>
          <p:spPr>
            <a:xfrm>
              <a:off x="6236582" y="1240376"/>
              <a:ext cx="3173" cy="3314"/>
            </a:xfrm>
            <a:custGeom>
              <a:avLst/>
              <a:gdLst>
                <a:gd name="connsiteX0" fmla="*/ 2619 w 3173"/>
                <a:gd name="connsiteY0" fmla="*/ 2683 h 3314"/>
                <a:gd name="connsiteX1" fmla="*/ 3145 w 3173"/>
                <a:gd name="connsiteY1" fmla="*/ 1406 h 3314"/>
                <a:gd name="connsiteX2" fmla="*/ 3145 w 3173"/>
                <a:gd name="connsiteY2" fmla="*/ 881 h 3314"/>
                <a:gd name="connsiteX3" fmla="*/ 3145 w 3173"/>
                <a:gd name="connsiteY3" fmla="*/ 280 h 3314"/>
                <a:gd name="connsiteX4" fmla="*/ 1042 w 3173"/>
                <a:gd name="connsiteY4" fmla="*/ 280 h 3314"/>
                <a:gd name="connsiteX5" fmla="*/ -9 w 3173"/>
                <a:gd name="connsiteY5" fmla="*/ 2082 h 3314"/>
                <a:gd name="connsiteX6" fmla="*/ 1342 w 3173"/>
                <a:gd name="connsiteY6" fmla="*/ 3283 h 3314"/>
                <a:gd name="connsiteX7" fmla="*/ 2619 w 3173"/>
                <a:gd name="connsiteY7" fmla="*/ 2683 h 3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73" h="3314">
                  <a:moveTo>
                    <a:pt x="2619" y="2683"/>
                  </a:moveTo>
                  <a:cubicBezTo>
                    <a:pt x="2912" y="2315"/>
                    <a:pt x="3092" y="1872"/>
                    <a:pt x="3145" y="1406"/>
                  </a:cubicBezTo>
                  <a:lnTo>
                    <a:pt x="3145" y="881"/>
                  </a:lnTo>
                  <a:cubicBezTo>
                    <a:pt x="3145" y="881"/>
                    <a:pt x="3145" y="505"/>
                    <a:pt x="3145" y="280"/>
                  </a:cubicBezTo>
                  <a:cubicBezTo>
                    <a:pt x="2506" y="-133"/>
                    <a:pt x="1680" y="-133"/>
                    <a:pt x="1042" y="280"/>
                  </a:cubicBezTo>
                  <a:cubicBezTo>
                    <a:pt x="306" y="558"/>
                    <a:pt x="-130" y="1309"/>
                    <a:pt x="-9" y="2082"/>
                  </a:cubicBezTo>
                  <a:cubicBezTo>
                    <a:pt x="306" y="2615"/>
                    <a:pt x="779" y="3028"/>
                    <a:pt x="1342" y="3283"/>
                  </a:cubicBezTo>
                  <a:cubicBezTo>
                    <a:pt x="1838" y="3306"/>
                    <a:pt x="2319" y="3081"/>
                    <a:pt x="2619" y="2683"/>
                  </a:cubicBez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8" name="Content Placeholder 4">
              <a:extLst>
                <a:ext uri="{FF2B5EF4-FFF2-40B4-BE49-F238E27FC236}">
                  <a16:creationId xmlns:a16="http://schemas.microsoft.com/office/drawing/2014/main" id="{5C4A151A-9DFA-A20E-7B7D-6B0979C12025}"/>
                </a:ext>
              </a:extLst>
            </p:cNvPr>
            <p:cNvSpPr/>
            <p:nvPr/>
          </p:nvSpPr>
          <p:spPr>
            <a:xfrm>
              <a:off x="6118345" y="1120990"/>
              <a:ext cx="133577" cy="193950"/>
            </a:xfrm>
            <a:custGeom>
              <a:avLst/>
              <a:gdLst>
                <a:gd name="connsiteX0" fmla="*/ 28408 w 133577"/>
                <a:gd name="connsiteY0" fmla="*/ 186416 h 193950"/>
                <a:gd name="connsiteX1" fmla="*/ 39298 w 133577"/>
                <a:gd name="connsiteY1" fmla="*/ 190695 h 193950"/>
                <a:gd name="connsiteX2" fmla="*/ 82555 w 133577"/>
                <a:gd name="connsiteY2" fmla="*/ 178156 h 193950"/>
                <a:gd name="connsiteX3" fmla="*/ 91943 w 133577"/>
                <a:gd name="connsiteY3" fmla="*/ 164191 h 193950"/>
                <a:gd name="connsiteX4" fmla="*/ 109216 w 133577"/>
                <a:gd name="connsiteY4" fmla="*/ 132054 h 193950"/>
                <a:gd name="connsiteX5" fmla="*/ 130394 w 133577"/>
                <a:gd name="connsiteY5" fmla="*/ 61250 h 193950"/>
                <a:gd name="connsiteX6" fmla="*/ 133548 w 133577"/>
                <a:gd name="connsiteY6" fmla="*/ 40451 h 193950"/>
                <a:gd name="connsiteX7" fmla="*/ 118153 w 133577"/>
                <a:gd name="connsiteY7" fmla="*/ 8015 h 193950"/>
                <a:gd name="connsiteX8" fmla="*/ 99603 w 133577"/>
                <a:gd name="connsiteY8" fmla="*/ 1182 h 193950"/>
                <a:gd name="connsiteX9" fmla="*/ 90591 w 133577"/>
                <a:gd name="connsiteY9" fmla="*/ -19 h 193950"/>
                <a:gd name="connsiteX10" fmla="*/ 81954 w 133577"/>
                <a:gd name="connsiteY10" fmla="*/ 3134 h 193950"/>
                <a:gd name="connsiteX11" fmla="*/ 56345 w 133577"/>
                <a:gd name="connsiteY11" fmla="*/ 39625 h 193950"/>
                <a:gd name="connsiteX12" fmla="*/ 24578 w 133577"/>
                <a:gd name="connsiteY12" fmla="*/ 93461 h 193950"/>
                <a:gd name="connsiteX13" fmla="*/ 3926 w 133577"/>
                <a:gd name="connsiteY13" fmla="*/ 127174 h 193950"/>
                <a:gd name="connsiteX14" fmla="*/ 4526 w 133577"/>
                <a:gd name="connsiteY14" fmla="*/ 165767 h 193950"/>
                <a:gd name="connsiteX15" fmla="*/ 28408 w 133577"/>
                <a:gd name="connsiteY15" fmla="*/ 186416 h 193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3577" h="193950">
                  <a:moveTo>
                    <a:pt x="28408" y="186416"/>
                  </a:moveTo>
                  <a:cubicBezTo>
                    <a:pt x="31945" y="188060"/>
                    <a:pt x="35588" y="189494"/>
                    <a:pt x="39298" y="190695"/>
                  </a:cubicBezTo>
                  <a:cubicBezTo>
                    <a:pt x="57472" y="196627"/>
                    <a:pt x="73994" y="195426"/>
                    <a:pt x="82555" y="178156"/>
                  </a:cubicBezTo>
                  <a:cubicBezTo>
                    <a:pt x="85349" y="173283"/>
                    <a:pt x="88488" y="168621"/>
                    <a:pt x="91943" y="164191"/>
                  </a:cubicBezTo>
                  <a:cubicBezTo>
                    <a:pt x="98762" y="154084"/>
                    <a:pt x="104552" y="143317"/>
                    <a:pt x="109216" y="132054"/>
                  </a:cubicBezTo>
                  <a:cubicBezTo>
                    <a:pt x="118258" y="109094"/>
                    <a:pt x="125340" y="85404"/>
                    <a:pt x="130394" y="61250"/>
                  </a:cubicBezTo>
                  <a:cubicBezTo>
                    <a:pt x="132264" y="54470"/>
                    <a:pt x="133323" y="47487"/>
                    <a:pt x="133548" y="40451"/>
                  </a:cubicBezTo>
                  <a:cubicBezTo>
                    <a:pt x="133135" y="27972"/>
                    <a:pt x="127555" y="16229"/>
                    <a:pt x="118153" y="8015"/>
                  </a:cubicBezTo>
                  <a:cubicBezTo>
                    <a:pt x="112430" y="4636"/>
                    <a:pt x="106144" y="2323"/>
                    <a:pt x="99603" y="1182"/>
                  </a:cubicBezTo>
                  <a:cubicBezTo>
                    <a:pt x="96681" y="304"/>
                    <a:pt x="93640" y="-102"/>
                    <a:pt x="90591" y="-19"/>
                  </a:cubicBezTo>
                  <a:cubicBezTo>
                    <a:pt x="87497" y="319"/>
                    <a:pt x="84538" y="1400"/>
                    <a:pt x="81954" y="3134"/>
                  </a:cubicBezTo>
                  <a:cubicBezTo>
                    <a:pt x="68812" y="11093"/>
                    <a:pt x="62729" y="25660"/>
                    <a:pt x="56345" y="39625"/>
                  </a:cubicBezTo>
                  <a:cubicBezTo>
                    <a:pt x="47371" y="58472"/>
                    <a:pt x="36737" y="76492"/>
                    <a:pt x="24578" y="93461"/>
                  </a:cubicBezTo>
                  <a:cubicBezTo>
                    <a:pt x="16347" y="103815"/>
                    <a:pt x="9415" y="115138"/>
                    <a:pt x="3926" y="127174"/>
                  </a:cubicBezTo>
                  <a:cubicBezTo>
                    <a:pt x="-1549" y="139503"/>
                    <a:pt x="-1331" y="153611"/>
                    <a:pt x="4526" y="165767"/>
                  </a:cubicBezTo>
                  <a:cubicBezTo>
                    <a:pt x="10069" y="175033"/>
                    <a:pt x="18442" y="182271"/>
                    <a:pt x="28408" y="186416"/>
                  </a:cubicBezTo>
                  <a:close/>
                </a:path>
              </a:pathLst>
            </a:custGeom>
            <a:solidFill>
              <a:srgbClr val="E2EC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9" name="Content Placeholder 4">
              <a:extLst>
                <a:ext uri="{FF2B5EF4-FFF2-40B4-BE49-F238E27FC236}">
                  <a16:creationId xmlns:a16="http://schemas.microsoft.com/office/drawing/2014/main" id="{1C79015E-F95E-2E91-FE1D-1AC0A5019BAF}"/>
                </a:ext>
              </a:extLst>
            </p:cNvPr>
            <p:cNvSpPr/>
            <p:nvPr/>
          </p:nvSpPr>
          <p:spPr>
            <a:xfrm>
              <a:off x="6197005" y="1120415"/>
              <a:ext cx="43164" cy="35124"/>
            </a:xfrm>
            <a:custGeom>
              <a:avLst/>
              <a:gdLst>
                <a:gd name="connsiteX0" fmla="*/ 43022 w 43164"/>
                <a:gd name="connsiteY0" fmla="*/ 18426 h 35124"/>
                <a:gd name="connsiteX1" fmla="*/ 39042 w 43164"/>
                <a:gd name="connsiteY1" fmla="*/ 12194 h 35124"/>
                <a:gd name="connsiteX2" fmla="*/ 18164 w 43164"/>
                <a:gd name="connsiteY2" fmla="*/ 105 h 35124"/>
                <a:gd name="connsiteX3" fmla="*/ 15085 w 43164"/>
                <a:gd name="connsiteY3" fmla="*/ 105 h 35124"/>
                <a:gd name="connsiteX4" fmla="*/ 9453 w 43164"/>
                <a:gd name="connsiteY4" fmla="*/ 6262 h 35124"/>
                <a:gd name="connsiteX5" fmla="*/ 2618 w 43164"/>
                <a:gd name="connsiteY5" fmla="*/ 23156 h 35124"/>
                <a:gd name="connsiteX6" fmla="*/ -10 w 43164"/>
                <a:gd name="connsiteY6" fmla="*/ 35095 h 35124"/>
                <a:gd name="connsiteX7" fmla="*/ 9528 w 43164"/>
                <a:gd name="connsiteY7" fmla="*/ 33969 h 35124"/>
                <a:gd name="connsiteX8" fmla="*/ 18690 w 43164"/>
                <a:gd name="connsiteY8" fmla="*/ 31566 h 35124"/>
                <a:gd name="connsiteX9" fmla="*/ 29054 w 43164"/>
                <a:gd name="connsiteY9" fmla="*/ 30740 h 35124"/>
                <a:gd name="connsiteX10" fmla="*/ 38892 w 43164"/>
                <a:gd name="connsiteY10" fmla="*/ 27736 h 35124"/>
                <a:gd name="connsiteX11" fmla="*/ 43022 w 43164"/>
                <a:gd name="connsiteY11" fmla="*/ 18426 h 35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164" h="35124">
                  <a:moveTo>
                    <a:pt x="43022" y="18426"/>
                  </a:moveTo>
                  <a:cubicBezTo>
                    <a:pt x="42376" y="15986"/>
                    <a:pt x="40987" y="13808"/>
                    <a:pt x="39042" y="12194"/>
                  </a:cubicBezTo>
                  <a:cubicBezTo>
                    <a:pt x="33199" y="6488"/>
                    <a:pt x="26027" y="2328"/>
                    <a:pt x="18164" y="105"/>
                  </a:cubicBezTo>
                  <a:cubicBezTo>
                    <a:pt x="17143" y="-75"/>
                    <a:pt x="16106" y="-75"/>
                    <a:pt x="15085" y="105"/>
                  </a:cubicBezTo>
                  <a:cubicBezTo>
                    <a:pt x="12156" y="105"/>
                    <a:pt x="10579" y="3559"/>
                    <a:pt x="9453" y="6262"/>
                  </a:cubicBezTo>
                  <a:cubicBezTo>
                    <a:pt x="7200" y="11894"/>
                    <a:pt x="4947" y="17525"/>
                    <a:pt x="2618" y="23156"/>
                  </a:cubicBezTo>
                  <a:cubicBezTo>
                    <a:pt x="733" y="26843"/>
                    <a:pt x="-175" y="30958"/>
                    <a:pt x="-10" y="35095"/>
                  </a:cubicBezTo>
                  <a:cubicBezTo>
                    <a:pt x="3189" y="34945"/>
                    <a:pt x="6381" y="34569"/>
                    <a:pt x="9528" y="33969"/>
                  </a:cubicBezTo>
                  <a:cubicBezTo>
                    <a:pt x="12607" y="33293"/>
                    <a:pt x="15536" y="32167"/>
                    <a:pt x="18690" y="31566"/>
                  </a:cubicBezTo>
                  <a:cubicBezTo>
                    <a:pt x="21844" y="30965"/>
                    <a:pt x="25599" y="31040"/>
                    <a:pt x="29054" y="30740"/>
                  </a:cubicBezTo>
                  <a:cubicBezTo>
                    <a:pt x="32538" y="30597"/>
                    <a:pt x="35925" y="29561"/>
                    <a:pt x="38892" y="27736"/>
                  </a:cubicBezTo>
                  <a:cubicBezTo>
                    <a:pt x="41978" y="25717"/>
                    <a:pt x="43593" y="22075"/>
                    <a:pt x="43022" y="18426"/>
                  </a:cubicBezTo>
                  <a:close/>
                </a:path>
              </a:pathLst>
            </a:custGeom>
            <a:solidFill>
              <a:srgbClr val="2F3F4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0" name="Content Placeholder 4">
              <a:extLst>
                <a:ext uri="{FF2B5EF4-FFF2-40B4-BE49-F238E27FC236}">
                  <a16:creationId xmlns:a16="http://schemas.microsoft.com/office/drawing/2014/main" id="{3AB55385-40DE-7A32-8463-9A341886DD4F}"/>
                </a:ext>
              </a:extLst>
            </p:cNvPr>
            <p:cNvSpPr/>
            <p:nvPr/>
          </p:nvSpPr>
          <p:spPr>
            <a:xfrm>
              <a:off x="6227336" y="1150612"/>
              <a:ext cx="31188" cy="30898"/>
            </a:xfrm>
            <a:custGeom>
              <a:avLst/>
              <a:gdLst>
                <a:gd name="connsiteX0" fmla="*/ 29739 w 31188"/>
                <a:gd name="connsiteY0" fmla="*/ 13457 h 30898"/>
                <a:gd name="connsiteX1" fmla="*/ 30866 w 31188"/>
                <a:gd name="connsiteY1" fmla="*/ 18037 h 30898"/>
                <a:gd name="connsiteX2" fmla="*/ 149 w 31188"/>
                <a:gd name="connsiteY2" fmla="*/ 14358 h 30898"/>
                <a:gd name="connsiteX3" fmla="*/ 27486 w 31188"/>
                <a:gd name="connsiteY3" fmla="*/ 7525 h 30898"/>
                <a:gd name="connsiteX4" fmla="*/ 29739 w 31188"/>
                <a:gd name="connsiteY4" fmla="*/ 13457 h 30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188" h="30898">
                  <a:moveTo>
                    <a:pt x="29739" y="13457"/>
                  </a:moveTo>
                  <a:cubicBezTo>
                    <a:pt x="30189" y="14959"/>
                    <a:pt x="30490" y="16461"/>
                    <a:pt x="30866" y="18037"/>
                  </a:cubicBezTo>
                  <a:cubicBezTo>
                    <a:pt x="34846" y="36283"/>
                    <a:pt x="-2929" y="35082"/>
                    <a:pt x="149" y="14358"/>
                  </a:cubicBezTo>
                  <a:cubicBezTo>
                    <a:pt x="2177" y="543"/>
                    <a:pt x="20126" y="-6290"/>
                    <a:pt x="27486" y="7525"/>
                  </a:cubicBezTo>
                  <a:cubicBezTo>
                    <a:pt x="28470" y="9410"/>
                    <a:pt x="29228" y="11400"/>
                    <a:pt x="29739" y="13457"/>
                  </a:cubicBezTo>
                  <a:close/>
                </a:path>
              </a:pathLst>
            </a:custGeom>
            <a:solidFill>
              <a:srgbClr val="272525">
                <a:alpha val="37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1" name="Content Placeholder 4">
              <a:extLst>
                <a:ext uri="{FF2B5EF4-FFF2-40B4-BE49-F238E27FC236}">
                  <a16:creationId xmlns:a16="http://schemas.microsoft.com/office/drawing/2014/main" id="{E1624B38-E483-0140-D362-35327ACD8987}"/>
                </a:ext>
              </a:extLst>
            </p:cNvPr>
            <p:cNvSpPr/>
            <p:nvPr/>
          </p:nvSpPr>
          <p:spPr>
            <a:xfrm>
              <a:off x="6235062" y="1228959"/>
              <a:ext cx="13230" cy="23061"/>
            </a:xfrm>
            <a:custGeom>
              <a:avLst/>
              <a:gdLst>
                <a:gd name="connsiteX0" fmla="*/ 84 w 13230"/>
                <a:gd name="connsiteY0" fmla="*/ 11471 h 23061"/>
                <a:gd name="connsiteX1" fmla="*/ 910 w 13230"/>
                <a:gd name="connsiteY1" fmla="*/ 22734 h 23061"/>
                <a:gd name="connsiteX2" fmla="*/ 12776 w 13230"/>
                <a:gd name="connsiteY2" fmla="*/ 21908 h 23061"/>
                <a:gd name="connsiteX3" fmla="*/ 11574 w 13230"/>
                <a:gd name="connsiteY3" fmla="*/ 659 h 23061"/>
                <a:gd name="connsiteX4" fmla="*/ 3088 w 13230"/>
                <a:gd name="connsiteY4" fmla="*/ 2611 h 23061"/>
                <a:gd name="connsiteX5" fmla="*/ 84 w 13230"/>
                <a:gd name="connsiteY5" fmla="*/ 11471 h 23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230" h="23061">
                  <a:moveTo>
                    <a:pt x="84" y="11471"/>
                  </a:moveTo>
                  <a:cubicBezTo>
                    <a:pt x="-209" y="15248"/>
                    <a:pt x="69" y="19040"/>
                    <a:pt x="910" y="22734"/>
                  </a:cubicBezTo>
                  <a:cubicBezTo>
                    <a:pt x="4875" y="23319"/>
                    <a:pt x="8930" y="23042"/>
                    <a:pt x="12776" y="21908"/>
                  </a:cubicBezTo>
                  <a:cubicBezTo>
                    <a:pt x="13617" y="14812"/>
                    <a:pt x="13211" y="7619"/>
                    <a:pt x="11574" y="659"/>
                  </a:cubicBezTo>
                  <a:cubicBezTo>
                    <a:pt x="8638" y="-753"/>
                    <a:pt x="5115" y="58"/>
                    <a:pt x="3088" y="2611"/>
                  </a:cubicBezTo>
                  <a:cubicBezTo>
                    <a:pt x="1165" y="5171"/>
                    <a:pt x="114" y="8273"/>
                    <a:pt x="84" y="11471"/>
                  </a:cubicBezTo>
                  <a:close/>
                </a:path>
              </a:pathLst>
            </a:custGeom>
            <a:solidFill>
              <a:srgbClr val="2F3F4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2" name="Content Placeholder 4">
              <a:extLst>
                <a:ext uri="{FF2B5EF4-FFF2-40B4-BE49-F238E27FC236}">
                  <a16:creationId xmlns:a16="http://schemas.microsoft.com/office/drawing/2014/main" id="{03782AFB-5CF0-D798-F893-D8676ABB81AA}"/>
                </a:ext>
              </a:extLst>
            </p:cNvPr>
            <p:cNvSpPr/>
            <p:nvPr/>
          </p:nvSpPr>
          <p:spPr>
            <a:xfrm>
              <a:off x="6228984" y="1160091"/>
              <a:ext cx="33351" cy="74361"/>
            </a:xfrm>
            <a:custGeom>
              <a:avLst/>
              <a:gdLst>
                <a:gd name="connsiteX0" fmla="*/ 6687 w 33351"/>
                <a:gd name="connsiteY0" fmla="*/ 2477 h 74361"/>
                <a:gd name="connsiteX1" fmla="*/ 5335 w 33351"/>
                <a:gd name="connsiteY1" fmla="*/ 6907 h 74361"/>
                <a:gd name="connsiteX2" fmla="*/ 1505 w 33351"/>
                <a:gd name="connsiteY2" fmla="*/ 67950 h 74361"/>
                <a:gd name="connsiteX3" fmla="*/ 29592 w 33351"/>
                <a:gd name="connsiteY3" fmla="*/ 68551 h 74361"/>
                <a:gd name="connsiteX4" fmla="*/ 30493 w 33351"/>
                <a:gd name="connsiteY4" fmla="*/ 31009 h 74361"/>
                <a:gd name="connsiteX5" fmla="*/ 6687 w 33351"/>
                <a:gd name="connsiteY5" fmla="*/ 2477 h 74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351" h="74361">
                  <a:moveTo>
                    <a:pt x="6687" y="2477"/>
                  </a:moveTo>
                  <a:cubicBezTo>
                    <a:pt x="5996" y="3866"/>
                    <a:pt x="5538" y="5367"/>
                    <a:pt x="5335" y="6907"/>
                  </a:cubicBezTo>
                  <a:cubicBezTo>
                    <a:pt x="1430" y="27555"/>
                    <a:pt x="-2175" y="47002"/>
                    <a:pt x="1505" y="67950"/>
                  </a:cubicBezTo>
                  <a:cubicBezTo>
                    <a:pt x="3307" y="77711"/>
                    <a:pt x="24035" y="74933"/>
                    <a:pt x="29592" y="68551"/>
                  </a:cubicBezTo>
                  <a:cubicBezTo>
                    <a:pt x="36276" y="60517"/>
                    <a:pt x="32296" y="40319"/>
                    <a:pt x="30493" y="31009"/>
                  </a:cubicBezTo>
                  <a:cubicBezTo>
                    <a:pt x="29367" y="25227"/>
                    <a:pt x="12695" y="-9537"/>
                    <a:pt x="6687" y="2477"/>
                  </a:cubicBezTo>
                  <a:close/>
                </a:path>
              </a:pathLst>
            </a:custGeom>
            <a:solidFill>
              <a:srgbClr val="EAF1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3" name="Content Placeholder 4">
              <a:extLst>
                <a:ext uri="{FF2B5EF4-FFF2-40B4-BE49-F238E27FC236}">
                  <a16:creationId xmlns:a16="http://schemas.microsoft.com/office/drawing/2014/main" id="{E97E0F6E-E0DC-552D-2FC8-366C1072989C}"/>
                </a:ext>
              </a:extLst>
            </p:cNvPr>
            <p:cNvSpPr/>
            <p:nvPr/>
          </p:nvSpPr>
          <p:spPr>
            <a:xfrm>
              <a:off x="6232146" y="1239002"/>
              <a:ext cx="49733" cy="56973"/>
            </a:xfrm>
            <a:custGeom>
              <a:avLst/>
              <a:gdLst>
                <a:gd name="connsiteX0" fmla="*/ 11937 w 49733"/>
                <a:gd name="connsiteY0" fmla="*/ 53462 h 56973"/>
                <a:gd name="connsiteX1" fmla="*/ 22150 w 49733"/>
                <a:gd name="connsiteY1" fmla="*/ 56466 h 56973"/>
                <a:gd name="connsiteX2" fmla="*/ 41676 w 49733"/>
                <a:gd name="connsiteY2" fmla="*/ 53462 h 56973"/>
                <a:gd name="connsiteX3" fmla="*/ 49186 w 49733"/>
                <a:gd name="connsiteY3" fmla="*/ 36268 h 56973"/>
                <a:gd name="connsiteX4" fmla="*/ 28684 w 49733"/>
                <a:gd name="connsiteY4" fmla="*/ 16446 h 56973"/>
                <a:gd name="connsiteX5" fmla="*/ 21624 w 49733"/>
                <a:gd name="connsiteY5" fmla="*/ 1804 h 56973"/>
                <a:gd name="connsiteX6" fmla="*/ 14865 w 49733"/>
                <a:gd name="connsiteY6" fmla="*/ 2 h 56973"/>
                <a:gd name="connsiteX7" fmla="*/ 1272 w 49733"/>
                <a:gd name="connsiteY7" fmla="*/ 2255 h 56973"/>
                <a:gd name="connsiteX8" fmla="*/ 221 w 49733"/>
                <a:gd name="connsiteY8" fmla="*/ 27558 h 56973"/>
                <a:gd name="connsiteX9" fmla="*/ 11937 w 49733"/>
                <a:gd name="connsiteY9" fmla="*/ 53462 h 56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9733" h="56973">
                  <a:moveTo>
                    <a:pt x="11937" y="53462"/>
                  </a:moveTo>
                  <a:cubicBezTo>
                    <a:pt x="15106" y="55137"/>
                    <a:pt x="18576" y="56158"/>
                    <a:pt x="22150" y="56466"/>
                  </a:cubicBezTo>
                  <a:cubicBezTo>
                    <a:pt x="28811" y="57660"/>
                    <a:pt x="35683" y="56601"/>
                    <a:pt x="41676" y="53462"/>
                  </a:cubicBezTo>
                  <a:cubicBezTo>
                    <a:pt x="47894" y="50189"/>
                    <a:pt x="51011" y="43048"/>
                    <a:pt x="49186" y="36268"/>
                  </a:cubicBezTo>
                  <a:cubicBezTo>
                    <a:pt x="45957" y="27183"/>
                    <a:pt x="33340" y="24930"/>
                    <a:pt x="28684" y="16446"/>
                  </a:cubicBezTo>
                  <a:cubicBezTo>
                    <a:pt x="26056" y="11565"/>
                    <a:pt x="26130" y="4958"/>
                    <a:pt x="21624" y="1804"/>
                  </a:cubicBezTo>
                  <a:cubicBezTo>
                    <a:pt x="19589" y="573"/>
                    <a:pt x="17246" y="-50"/>
                    <a:pt x="14865" y="2"/>
                  </a:cubicBezTo>
                  <a:cubicBezTo>
                    <a:pt x="10224" y="-201"/>
                    <a:pt x="5598" y="565"/>
                    <a:pt x="1272" y="2255"/>
                  </a:cubicBezTo>
                  <a:cubicBezTo>
                    <a:pt x="26" y="10627"/>
                    <a:pt x="-327" y="19111"/>
                    <a:pt x="221" y="27558"/>
                  </a:cubicBezTo>
                  <a:cubicBezTo>
                    <a:pt x="371" y="37695"/>
                    <a:pt x="3300" y="48507"/>
                    <a:pt x="11937" y="53462"/>
                  </a:cubicBezTo>
                  <a:close/>
                </a:path>
              </a:pathLst>
            </a:custGeom>
            <a:solidFill>
              <a:srgbClr val="EAF1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4" name="Content Placeholder 4">
              <a:extLst>
                <a:ext uri="{FF2B5EF4-FFF2-40B4-BE49-F238E27FC236}">
                  <a16:creationId xmlns:a16="http://schemas.microsoft.com/office/drawing/2014/main" id="{636EE526-1EAB-3582-8C57-F2D6E933821C}"/>
                </a:ext>
              </a:extLst>
            </p:cNvPr>
            <p:cNvSpPr/>
            <p:nvPr/>
          </p:nvSpPr>
          <p:spPr>
            <a:xfrm>
              <a:off x="6241079" y="1246608"/>
              <a:ext cx="10636" cy="11952"/>
            </a:xfrm>
            <a:custGeom>
              <a:avLst/>
              <a:gdLst>
                <a:gd name="connsiteX0" fmla="*/ 9612 w 10636"/>
                <a:gd name="connsiteY0" fmla="*/ 9741 h 11952"/>
                <a:gd name="connsiteX1" fmla="*/ 10438 w 10636"/>
                <a:gd name="connsiteY1" fmla="*/ 7939 h 11952"/>
                <a:gd name="connsiteX2" fmla="*/ 10438 w 10636"/>
                <a:gd name="connsiteY2" fmla="*/ 5236 h 11952"/>
                <a:gd name="connsiteX3" fmla="*/ 9612 w 10636"/>
                <a:gd name="connsiteY3" fmla="*/ 3283 h 11952"/>
                <a:gd name="connsiteX4" fmla="*/ 9612 w 10636"/>
                <a:gd name="connsiteY4" fmla="*/ 2533 h 11952"/>
                <a:gd name="connsiteX5" fmla="*/ 9011 w 10636"/>
                <a:gd name="connsiteY5" fmla="*/ 1556 h 11952"/>
                <a:gd name="connsiteX6" fmla="*/ 6458 w 10636"/>
                <a:gd name="connsiteY6" fmla="*/ 55 h 11952"/>
                <a:gd name="connsiteX7" fmla="*/ 4205 w 10636"/>
                <a:gd name="connsiteY7" fmla="*/ 55 h 11952"/>
                <a:gd name="connsiteX8" fmla="*/ 450 w 10636"/>
                <a:gd name="connsiteY8" fmla="*/ 3133 h 11952"/>
                <a:gd name="connsiteX9" fmla="*/ 450 w 10636"/>
                <a:gd name="connsiteY9" fmla="*/ 8089 h 11952"/>
                <a:gd name="connsiteX10" fmla="*/ 5331 w 10636"/>
                <a:gd name="connsiteY10" fmla="*/ 11918 h 11952"/>
                <a:gd name="connsiteX11" fmla="*/ 9612 w 10636"/>
                <a:gd name="connsiteY11" fmla="*/ 9741 h 11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636" h="11952">
                  <a:moveTo>
                    <a:pt x="9612" y="9741"/>
                  </a:moveTo>
                  <a:cubicBezTo>
                    <a:pt x="9950" y="9170"/>
                    <a:pt x="10228" y="8569"/>
                    <a:pt x="10438" y="7939"/>
                  </a:cubicBezTo>
                  <a:cubicBezTo>
                    <a:pt x="10663" y="7053"/>
                    <a:pt x="10663" y="6122"/>
                    <a:pt x="10438" y="5236"/>
                  </a:cubicBezTo>
                  <a:cubicBezTo>
                    <a:pt x="10310" y="4530"/>
                    <a:pt x="10025" y="3869"/>
                    <a:pt x="9612" y="3283"/>
                  </a:cubicBezTo>
                  <a:lnTo>
                    <a:pt x="9612" y="2533"/>
                  </a:lnTo>
                  <a:lnTo>
                    <a:pt x="9011" y="1556"/>
                  </a:lnTo>
                  <a:cubicBezTo>
                    <a:pt x="8320" y="821"/>
                    <a:pt x="7434" y="303"/>
                    <a:pt x="6458" y="55"/>
                  </a:cubicBezTo>
                  <a:cubicBezTo>
                    <a:pt x="5714" y="-58"/>
                    <a:pt x="4948" y="-58"/>
                    <a:pt x="4205" y="55"/>
                  </a:cubicBezTo>
                  <a:cubicBezTo>
                    <a:pt x="2485" y="325"/>
                    <a:pt x="1050" y="1504"/>
                    <a:pt x="450" y="3133"/>
                  </a:cubicBezTo>
                  <a:cubicBezTo>
                    <a:pt x="-189" y="4725"/>
                    <a:pt x="-189" y="6497"/>
                    <a:pt x="450" y="8089"/>
                  </a:cubicBezTo>
                  <a:cubicBezTo>
                    <a:pt x="1306" y="10124"/>
                    <a:pt x="3153" y="11573"/>
                    <a:pt x="5331" y="11918"/>
                  </a:cubicBezTo>
                  <a:cubicBezTo>
                    <a:pt x="7043" y="11993"/>
                    <a:pt x="8666" y="11167"/>
                    <a:pt x="9612" y="9741"/>
                  </a:cubicBezTo>
                  <a:close/>
                </a:path>
              </a:pathLst>
            </a:custGeom>
            <a:solidFill>
              <a:srgbClr val="272525">
                <a:alpha val="20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5" name="Content Placeholder 4">
              <a:extLst>
                <a:ext uri="{FF2B5EF4-FFF2-40B4-BE49-F238E27FC236}">
                  <a16:creationId xmlns:a16="http://schemas.microsoft.com/office/drawing/2014/main" id="{07BF06AE-83CC-825F-9B9E-DA39B4AA9ECE}"/>
                </a:ext>
              </a:extLst>
            </p:cNvPr>
            <p:cNvSpPr/>
            <p:nvPr/>
          </p:nvSpPr>
          <p:spPr>
            <a:xfrm>
              <a:off x="6239196" y="1246608"/>
              <a:ext cx="11317" cy="11942"/>
            </a:xfrm>
            <a:custGeom>
              <a:avLst/>
              <a:gdLst>
                <a:gd name="connsiteX0" fmla="*/ 10293 w 11317"/>
                <a:gd name="connsiteY0" fmla="*/ 9440 h 11942"/>
                <a:gd name="connsiteX1" fmla="*/ 11119 w 11317"/>
                <a:gd name="connsiteY1" fmla="*/ 7638 h 11942"/>
                <a:gd name="connsiteX2" fmla="*/ 11119 w 11317"/>
                <a:gd name="connsiteY2" fmla="*/ 4935 h 11942"/>
                <a:gd name="connsiteX3" fmla="*/ 10293 w 11317"/>
                <a:gd name="connsiteY3" fmla="*/ 2983 h 11942"/>
                <a:gd name="connsiteX4" fmla="*/ 9918 w 11317"/>
                <a:gd name="connsiteY4" fmla="*/ 2307 h 11942"/>
                <a:gd name="connsiteX5" fmla="*/ 9317 w 11317"/>
                <a:gd name="connsiteY5" fmla="*/ 1331 h 11942"/>
                <a:gd name="connsiteX6" fmla="*/ 6463 w 11317"/>
                <a:gd name="connsiteY6" fmla="*/ 55 h 11942"/>
                <a:gd name="connsiteX7" fmla="*/ 4210 w 11317"/>
                <a:gd name="connsiteY7" fmla="*/ 55 h 11942"/>
                <a:gd name="connsiteX8" fmla="*/ 455 w 11317"/>
                <a:gd name="connsiteY8" fmla="*/ 3058 h 11942"/>
                <a:gd name="connsiteX9" fmla="*/ 455 w 11317"/>
                <a:gd name="connsiteY9" fmla="*/ 8014 h 11942"/>
                <a:gd name="connsiteX10" fmla="*/ 5337 w 11317"/>
                <a:gd name="connsiteY10" fmla="*/ 11843 h 11942"/>
                <a:gd name="connsiteX11" fmla="*/ 10293 w 11317"/>
                <a:gd name="connsiteY11" fmla="*/ 9440 h 11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317" h="11942">
                  <a:moveTo>
                    <a:pt x="10293" y="9440"/>
                  </a:moveTo>
                  <a:cubicBezTo>
                    <a:pt x="10661" y="8885"/>
                    <a:pt x="10939" y="8276"/>
                    <a:pt x="11119" y="7638"/>
                  </a:cubicBezTo>
                  <a:cubicBezTo>
                    <a:pt x="11345" y="6752"/>
                    <a:pt x="11345" y="5821"/>
                    <a:pt x="11119" y="4935"/>
                  </a:cubicBezTo>
                  <a:cubicBezTo>
                    <a:pt x="10992" y="4229"/>
                    <a:pt x="10706" y="3569"/>
                    <a:pt x="10293" y="2983"/>
                  </a:cubicBezTo>
                  <a:lnTo>
                    <a:pt x="9918" y="2307"/>
                  </a:lnTo>
                  <a:cubicBezTo>
                    <a:pt x="9760" y="1954"/>
                    <a:pt x="9557" y="1632"/>
                    <a:pt x="9317" y="1331"/>
                  </a:cubicBezTo>
                  <a:cubicBezTo>
                    <a:pt x="8558" y="565"/>
                    <a:pt x="7537" y="115"/>
                    <a:pt x="6463" y="55"/>
                  </a:cubicBezTo>
                  <a:cubicBezTo>
                    <a:pt x="5720" y="-58"/>
                    <a:pt x="4954" y="-58"/>
                    <a:pt x="4210" y="55"/>
                  </a:cubicBezTo>
                  <a:cubicBezTo>
                    <a:pt x="2490" y="265"/>
                    <a:pt x="1041" y="1429"/>
                    <a:pt x="455" y="3058"/>
                  </a:cubicBezTo>
                  <a:cubicBezTo>
                    <a:pt x="-191" y="4650"/>
                    <a:pt x="-191" y="6422"/>
                    <a:pt x="455" y="8014"/>
                  </a:cubicBezTo>
                  <a:cubicBezTo>
                    <a:pt x="1259" y="10086"/>
                    <a:pt x="3129" y="11558"/>
                    <a:pt x="5337" y="11843"/>
                  </a:cubicBezTo>
                  <a:cubicBezTo>
                    <a:pt x="7334" y="12188"/>
                    <a:pt x="9324" y="11220"/>
                    <a:pt x="10293" y="9440"/>
                  </a:cubicBezTo>
                  <a:close/>
                </a:path>
              </a:pathLst>
            </a:custGeom>
            <a:solidFill>
              <a:srgbClr val="83959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6" name="Content Placeholder 4">
              <a:extLst>
                <a:ext uri="{FF2B5EF4-FFF2-40B4-BE49-F238E27FC236}">
                  <a16:creationId xmlns:a16="http://schemas.microsoft.com/office/drawing/2014/main" id="{41FF6D10-452B-BE7A-1E88-58B4F6F8DBDB}"/>
                </a:ext>
              </a:extLst>
            </p:cNvPr>
            <p:cNvSpPr/>
            <p:nvPr/>
          </p:nvSpPr>
          <p:spPr>
            <a:xfrm>
              <a:off x="6242742" y="1250317"/>
              <a:ext cx="3875" cy="3759"/>
            </a:xfrm>
            <a:custGeom>
              <a:avLst/>
              <a:gdLst>
                <a:gd name="connsiteX0" fmla="*/ 3443 w 3875"/>
                <a:gd name="connsiteY0" fmla="*/ 3028 h 3759"/>
                <a:gd name="connsiteX1" fmla="*/ 3818 w 3875"/>
                <a:gd name="connsiteY1" fmla="*/ 1451 h 3759"/>
                <a:gd name="connsiteX2" fmla="*/ 3818 w 3875"/>
                <a:gd name="connsiteY2" fmla="*/ 926 h 3759"/>
                <a:gd name="connsiteX3" fmla="*/ 3367 w 3875"/>
                <a:gd name="connsiteY3" fmla="*/ 325 h 3759"/>
                <a:gd name="connsiteX4" fmla="*/ 889 w 3875"/>
                <a:gd name="connsiteY4" fmla="*/ 325 h 3759"/>
                <a:gd name="connsiteX5" fmla="*/ 63 w 3875"/>
                <a:gd name="connsiteY5" fmla="*/ 2578 h 3759"/>
                <a:gd name="connsiteX6" fmla="*/ 1715 w 3875"/>
                <a:gd name="connsiteY6" fmla="*/ 3704 h 3759"/>
                <a:gd name="connsiteX7" fmla="*/ 3443 w 3875"/>
                <a:gd name="connsiteY7" fmla="*/ 3028 h 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75" h="3759">
                  <a:moveTo>
                    <a:pt x="3443" y="3028"/>
                  </a:moveTo>
                  <a:cubicBezTo>
                    <a:pt x="3720" y="2548"/>
                    <a:pt x="3848" y="1999"/>
                    <a:pt x="3818" y="1451"/>
                  </a:cubicBezTo>
                  <a:cubicBezTo>
                    <a:pt x="3856" y="1279"/>
                    <a:pt x="3856" y="1098"/>
                    <a:pt x="3818" y="926"/>
                  </a:cubicBezTo>
                  <a:cubicBezTo>
                    <a:pt x="3766" y="670"/>
                    <a:pt x="3600" y="453"/>
                    <a:pt x="3367" y="325"/>
                  </a:cubicBezTo>
                  <a:cubicBezTo>
                    <a:pt x="2609" y="-148"/>
                    <a:pt x="1648" y="-148"/>
                    <a:pt x="889" y="325"/>
                  </a:cubicBezTo>
                  <a:cubicBezTo>
                    <a:pt x="131" y="798"/>
                    <a:pt x="-207" y="1729"/>
                    <a:pt x="63" y="2578"/>
                  </a:cubicBezTo>
                  <a:cubicBezTo>
                    <a:pt x="476" y="3126"/>
                    <a:pt x="1054" y="3516"/>
                    <a:pt x="1715" y="3704"/>
                  </a:cubicBezTo>
                  <a:cubicBezTo>
                    <a:pt x="2369" y="3816"/>
                    <a:pt x="3037" y="3554"/>
                    <a:pt x="3443" y="3028"/>
                  </a:cubicBez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7" name="Content Placeholder 4">
              <a:extLst>
                <a:ext uri="{FF2B5EF4-FFF2-40B4-BE49-F238E27FC236}">
                  <a16:creationId xmlns:a16="http://schemas.microsoft.com/office/drawing/2014/main" id="{CF9C8027-651D-73D3-4AF7-9B4A1173AA9A}"/>
                </a:ext>
              </a:extLst>
            </p:cNvPr>
            <p:cNvSpPr/>
            <p:nvPr/>
          </p:nvSpPr>
          <p:spPr>
            <a:xfrm>
              <a:off x="6192914" y="1054413"/>
              <a:ext cx="116991" cy="79788"/>
            </a:xfrm>
            <a:custGeom>
              <a:avLst/>
              <a:gdLst>
                <a:gd name="connsiteX0" fmla="*/ 4606 w 116991"/>
                <a:gd name="connsiteY0" fmla="*/ 61452 h 79788"/>
                <a:gd name="connsiteX1" fmla="*/ 9413 w 116991"/>
                <a:gd name="connsiteY1" fmla="*/ 72715 h 79788"/>
                <a:gd name="connsiteX2" fmla="*/ 38101 w 116991"/>
                <a:gd name="connsiteY2" fmla="*/ 79172 h 79788"/>
                <a:gd name="connsiteX3" fmla="*/ 72872 w 116991"/>
                <a:gd name="connsiteY3" fmla="*/ 75192 h 79788"/>
                <a:gd name="connsiteX4" fmla="*/ 108695 w 116991"/>
                <a:gd name="connsiteY4" fmla="*/ 63029 h 79788"/>
                <a:gd name="connsiteX5" fmla="*/ 114703 w 116991"/>
                <a:gd name="connsiteY5" fmla="*/ 34572 h 79788"/>
                <a:gd name="connsiteX6" fmla="*/ 102987 w 116991"/>
                <a:gd name="connsiteY6" fmla="*/ 23384 h 79788"/>
                <a:gd name="connsiteX7" fmla="*/ 53872 w 116991"/>
                <a:gd name="connsiteY7" fmla="*/ 2210 h 79788"/>
                <a:gd name="connsiteX8" fmla="*/ 7911 w 116991"/>
                <a:gd name="connsiteY8" fmla="*/ 10620 h 79788"/>
                <a:gd name="connsiteX9" fmla="*/ 25 w 116991"/>
                <a:gd name="connsiteY9" fmla="*/ 35247 h 79788"/>
                <a:gd name="connsiteX10" fmla="*/ 4606 w 116991"/>
                <a:gd name="connsiteY10" fmla="*/ 61452 h 79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991" h="79788">
                  <a:moveTo>
                    <a:pt x="4606" y="61452"/>
                  </a:moveTo>
                  <a:cubicBezTo>
                    <a:pt x="5470" y="65484"/>
                    <a:pt x="7100" y="69306"/>
                    <a:pt x="9413" y="72715"/>
                  </a:cubicBezTo>
                  <a:cubicBezTo>
                    <a:pt x="15796" y="80749"/>
                    <a:pt x="27887" y="80223"/>
                    <a:pt x="38101" y="79172"/>
                  </a:cubicBezTo>
                  <a:lnTo>
                    <a:pt x="72872" y="75192"/>
                  </a:lnTo>
                  <a:cubicBezTo>
                    <a:pt x="85639" y="73766"/>
                    <a:pt x="99382" y="71889"/>
                    <a:pt x="108695" y="63029"/>
                  </a:cubicBezTo>
                  <a:cubicBezTo>
                    <a:pt x="116798" y="55926"/>
                    <a:pt x="119239" y="44340"/>
                    <a:pt x="114703" y="34572"/>
                  </a:cubicBezTo>
                  <a:cubicBezTo>
                    <a:pt x="111751" y="29954"/>
                    <a:pt x="107733" y="26117"/>
                    <a:pt x="102987" y="23384"/>
                  </a:cubicBezTo>
                  <a:cubicBezTo>
                    <a:pt x="88005" y="13465"/>
                    <a:pt x="71370" y="6295"/>
                    <a:pt x="53872" y="2210"/>
                  </a:cubicBezTo>
                  <a:cubicBezTo>
                    <a:pt x="37875" y="-1544"/>
                    <a:pt x="18725" y="-1694"/>
                    <a:pt x="7911" y="10620"/>
                  </a:cubicBezTo>
                  <a:cubicBezTo>
                    <a:pt x="2346" y="17580"/>
                    <a:pt x="-463" y="26350"/>
                    <a:pt x="25" y="35247"/>
                  </a:cubicBezTo>
                  <a:cubicBezTo>
                    <a:pt x="453" y="44137"/>
                    <a:pt x="1985" y="52945"/>
                    <a:pt x="4606" y="61452"/>
                  </a:cubicBezTo>
                  <a:close/>
                </a:path>
              </a:pathLst>
            </a:custGeom>
            <a:solidFill>
              <a:srgbClr val="EAF1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8" name="Content Placeholder 4">
              <a:extLst>
                <a:ext uri="{FF2B5EF4-FFF2-40B4-BE49-F238E27FC236}">
                  <a16:creationId xmlns:a16="http://schemas.microsoft.com/office/drawing/2014/main" id="{9A5ADE78-9251-13BE-C4EA-E1C4FB139BFD}"/>
                </a:ext>
              </a:extLst>
            </p:cNvPr>
            <p:cNvSpPr/>
            <p:nvPr/>
          </p:nvSpPr>
          <p:spPr>
            <a:xfrm>
              <a:off x="6214229" y="1053671"/>
              <a:ext cx="80227" cy="63124"/>
            </a:xfrm>
            <a:custGeom>
              <a:avLst/>
              <a:gdLst>
                <a:gd name="connsiteX0" fmla="*/ 74312 w 80227"/>
                <a:gd name="connsiteY0" fmla="*/ 35314 h 63124"/>
                <a:gd name="connsiteX1" fmla="*/ 79118 w 80227"/>
                <a:gd name="connsiteY1" fmla="*/ 28631 h 63124"/>
                <a:gd name="connsiteX2" fmla="*/ 79794 w 80227"/>
                <a:gd name="connsiteY2" fmla="*/ 23075 h 63124"/>
                <a:gd name="connsiteX3" fmla="*/ 77016 w 80227"/>
                <a:gd name="connsiteY3" fmla="*/ 20747 h 63124"/>
                <a:gd name="connsiteX4" fmla="*/ 28050 w 80227"/>
                <a:gd name="connsiteY4" fmla="*/ 850 h 63124"/>
                <a:gd name="connsiteX5" fmla="*/ 20540 w 80227"/>
                <a:gd name="connsiteY5" fmla="*/ 174 h 63124"/>
                <a:gd name="connsiteX6" fmla="*/ 12430 w 80227"/>
                <a:gd name="connsiteY6" fmla="*/ 17594 h 63124"/>
                <a:gd name="connsiteX7" fmla="*/ 7773 w 80227"/>
                <a:gd name="connsiteY7" fmla="*/ 29006 h 63124"/>
                <a:gd name="connsiteX8" fmla="*/ 263 w 80227"/>
                <a:gd name="connsiteY8" fmla="*/ 40494 h 63124"/>
                <a:gd name="connsiteX9" fmla="*/ 15283 w 80227"/>
                <a:gd name="connsiteY9" fmla="*/ 59341 h 63124"/>
                <a:gd name="connsiteX10" fmla="*/ 25347 w 80227"/>
                <a:gd name="connsiteY10" fmla="*/ 63095 h 63124"/>
                <a:gd name="connsiteX11" fmla="*/ 42394 w 80227"/>
                <a:gd name="connsiteY11" fmla="*/ 56938 h 63124"/>
                <a:gd name="connsiteX12" fmla="*/ 58316 w 80227"/>
                <a:gd name="connsiteY12" fmla="*/ 47102 h 63124"/>
                <a:gd name="connsiteX13" fmla="*/ 74312 w 80227"/>
                <a:gd name="connsiteY13" fmla="*/ 35314 h 63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0227" h="63124">
                  <a:moveTo>
                    <a:pt x="74312" y="35314"/>
                  </a:moveTo>
                  <a:cubicBezTo>
                    <a:pt x="76212" y="33316"/>
                    <a:pt x="77834" y="31071"/>
                    <a:pt x="79118" y="28631"/>
                  </a:cubicBezTo>
                  <a:cubicBezTo>
                    <a:pt x="80260" y="27009"/>
                    <a:pt x="80515" y="24922"/>
                    <a:pt x="79794" y="23075"/>
                  </a:cubicBezTo>
                  <a:cubicBezTo>
                    <a:pt x="79088" y="22069"/>
                    <a:pt x="78127" y="21265"/>
                    <a:pt x="77016" y="20747"/>
                  </a:cubicBezTo>
                  <a:cubicBezTo>
                    <a:pt x="61500" y="12278"/>
                    <a:pt x="45075" y="5603"/>
                    <a:pt x="28050" y="850"/>
                  </a:cubicBezTo>
                  <a:cubicBezTo>
                    <a:pt x="25647" y="-14"/>
                    <a:pt x="23064" y="-246"/>
                    <a:pt x="20540" y="174"/>
                  </a:cubicBezTo>
                  <a:cubicBezTo>
                    <a:pt x="14457" y="1526"/>
                    <a:pt x="13932" y="12713"/>
                    <a:pt x="12430" y="17594"/>
                  </a:cubicBezTo>
                  <a:cubicBezTo>
                    <a:pt x="11213" y="21528"/>
                    <a:pt x="9651" y="25342"/>
                    <a:pt x="7773" y="29006"/>
                  </a:cubicBezTo>
                  <a:cubicBezTo>
                    <a:pt x="5017" y="32663"/>
                    <a:pt x="2509" y="36500"/>
                    <a:pt x="263" y="40494"/>
                  </a:cubicBezTo>
                  <a:cubicBezTo>
                    <a:pt x="-2065" y="47102"/>
                    <a:pt x="10102" y="56187"/>
                    <a:pt x="15283" y="59341"/>
                  </a:cubicBezTo>
                  <a:cubicBezTo>
                    <a:pt x="18272" y="61413"/>
                    <a:pt x="21727" y="62704"/>
                    <a:pt x="25347" y="63095"/>
                  </a:cubicBezTo>
                  <a:cubicBezTo>
                    <a:pt x="31528" y="62847"/>
                    <a:pt x="37483" y="60700"/>
                    <a:pt x="42394" y="56938"/>
                  </a:cubicBezTo>
                  <a:lnTo>
                    <a:pt x="58316" y="47102"/>
                  </a:lnTo>
                  <a:cubicBezTo>
                    <a:pt x="64136" y="43888"/>
                    <a:pt x="69513" y="39924"/>
                    <a:pt x="74312" y="35314"/>
                  </a:cubicBezTo>
                  <a:close/>
                </a:path>
              </a:pathLst>
            </a:custGeom>
            <a:solidFill>
              <a:srgbClr val="2F3F4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9" name="Content Placeholder 4">
              <a:extLst>
                <a:ext uri="{FF2B5EF4-FFF2-40B4-BE49-F238E27FC236}">
                  <a16:creationId xmlns:a16="http://schemas.microsoft.com/office/drawing/2014/main" id="{BA441F61-82BB-4396-8D8B-0E7CA447F4A2}"/>
                </a:ext>
              </a:extLst>
            </p:cNvPr>
            <p:cNvSpPr/>
            <p:nvPr/>
          </p:nvSpPr>
          <p:spPr>
            <a:xfrm>
              <a:off x="6169439" y="1073302"/>
              <a:ext cx="39310" cy="63459"/>
            </a:xfrm>
            <a:custGeom>
              <a:avLst/>
              <a:gdLst>
                <a:gd name="connsiteX0" fmla="*/ 13812 w 39310"/>
                <a:gd name="connsiteY0" fmla="*/ 63362 h 63459"/>
                <a:gd name="connsiteX1" fmla="*/ 17642 w 39310"/>
                <a:gd name="connsiteY1" fmla="*/ 62686 h 63459"/>
                <a:gd name="connsiteX2" fmla="*/ 21697 w 39310"/>
                <a:gd name="connsiteY2" fmla="*/ 59457 h 63459"/>
                <a:gd name="connsiteX3" fmla="*/ 34239 w 39310"/>
                <a:gd name="connsiteY3" fmla="*/ 32502 h 63459"/>
                <a:gd name="connsiteX4" fmla="*/ 37168 w 39310"/>
                <a:gd name="connsiteY4" fmla="*/ 14331 h 63459"/>
                <a:gd name="connsiteX5" fmla="*/ 39271 w 39310"/>
                <a:gd name="connsiteY5" fmla="*/ 5622 h 63459"/>
                <a:gd name="connsiteX6" fmla="*/ 31085 w 39310"/>
                <a:gd name="connsiteY6" fmla="*/ -10 h 63459"/>
                <a:gd name="connsiteX7" fmla="*/ 21322 w 39310"/>
                <a:gd name="connsiteY7" fmla="*/ 4120 h 63459"/>
                <a:gd name="connsiteX8" fmla="*/ 144 w 39310"/>
                <a:gd name="connsiteY8" fmla="*/ 51348 h 63459"/>
                <a:gd name="connsiteX9" fmla="*/ 2247 w 39310"/>
                <a:gd name="connsiteY9" fmla="*/ 58857 h 63459"/>
                <a:gd name="connsiteX10" fmla="*/ 13812 w 39310"/>
                <a:gd name="connsiteY10" fmla="*/ 63362 h 63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9310" h="63459">
                  <a:moveTo>
                    <a:pt x="13812" y="63362"/>
                  </a:moveTo>
                  <a:cubicBezTo>
                    <a:pt x="15119" y="63362"/>
                    <a:pt x="16418" y="63136"/>
                    <a:pt x="17642" y="62686"/>
                  </a:cubicBezTo>
                  <a:cubicBezTo>
                    <a:pt x="19242" y="61965"/>
                    <a:pt x="20639" y="60854"/>
                    <a:pt x="21697" y="59457"/>
                  </a:cubicBezTo>
                  <a:cubicBezTo>
                    <a:pt x="28389" y="51866"/>
                    <a:pt x="32737" y="42503"/>
                    <a:pt x="34239" y="32502"/>
                  </a:cubicBezTo>
                  <a:cubicBezTo>
                    <a:pt x="34532" y="26353"/>
                    <a:pt x="35516" y="20256"/>
                    <a:pt x="37168" y="14331"/>
                  </a:cubicBezTo>
                  <a:cubicBezTo>
                    <a:pt x="38648" y="11674"/>
                    <a:pt x="39376" y="8663"/>
                    <a:pt x="39271" y="5622"/>
                  </a:cubicBezTo>
                  <a:cubicBezTo>
                    <a:pt x="38190" y="2063"/>
                    <a:pt x="34795" y="-272"/>
                    <a:pt x="31085" y="-10"/>
                  </a:cubicBezTo>
                  <a:cubicBezTo>
                    <a:pt x="27495" y="388"/>
                    <a:pt x="24108" y="1822"/>
                    <a:pt x="21322" y="4120"/>
                  </a:cubicBezTo>
                  <a:cubicBezTo>
                    <a:pt x="6663" y="15218"/>
                    <a:pt x="-1328" y="33020"/>
                    <a:pt x="144" y="51348"/>
                  </a:cubicBezTo>
                  <a:cubicBezTo>
                    <a:pt x="174" y="53991"/>
                    <a:pt x="895" y="56582"/>
                    <a:pt x="2247" y="58857"/>
                  </a:cubicBezTo>
                  <a:cubicBezTo>
                    <a:pt x="5160" y="62123"/>
                    <a:pt x="9456" y="63797"/>
                    <a:pt x="13812" y="63362"/>
                  </a:cubicBezTo>
                  <a:close/>
                </a:path>
              </a:pathLst>
            </a:custGeom>
            <a:solidFill>
              <a:srgbClr val="272525">
                <a:alpha val="25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0" name="Content Placeholder 4">
              <a:extLst>
                <a:ext uri="{FF2B5EF4-FFF2-40B4-BE49-F238E27FC236}">
                  <a16:creationId xmlns:a16="http://schemas.microsoft.com/office/drawing/2014/main" id="{901DC4B3-12AD-142D-753D-B632BC4B708D}"/>
                </a:ext>
              </a:extLst>
            </p:cNvPr>
            <p:cNvSpPr/>
            <p:nvPr/>
          </p:nvSpPr>
          <p:spPr>
            <a:xfrm>
              <a:off x="6164930" y="1073791"/>
              <a:ext cx="39322" cy="63424"/>
            </a:xfrm>
            <a:custGeom>
              <a:avLst/>
              <a:gdLst>
                <a:gd name="connsiteX0" fmla="*/ 13815 w 39322"/>
                <a:gd name="connsiteY0" fmla="*/ 63323 h 63424"/>
                <a:gd name="connsiteX1" fmla="*/ 17646 w 39322"/>
                <a:gd name="connsiteY1" fmla="*/ 62722 h 63424"/>
                <a:gd name="connsiteX2" fmla="*/ 21701 w 39322"/>
                <a:gd name="connsiteY2" fmla="*/ 59494 h 63424"/>
                <a:gd name="connsiteX3" fmla="*/ 34243 w 39322"/>
                <a:gd name="connsiteY3" fmla="*/ 32538 h 63424"/>
                <a:gd name="connsiteX4" fmla="*/ 37172 w 39322"/>
                <a:gd name="connsiteY4" fmla="*/ 14293 h 63424"/>
                <a:gd name="connsiteX5" fmla="*/ 39274 w 39322"/>
                <a:gd name="connsiteY5" fmla="*/ 5583 h 63424"/>
                <a:gd name="connsiteX6" fmla="*/ 31088 w 39322"/>
                <a:gd name="connsiteY6" fmla="*/ 27 h 63424"/>
                <a:gd name="connsiteX7" fmla="*/ 21325 w 39322"/>
                <a:gd name="connsiteY7" fmla="*/ 4156 h 63424"/>
                <a:gd name="connsiteX8" fmla="*/ 147 w 39322"/>
                <a:gd name="connsiteY8" fmla="*/ 51309 h 63424"/>
                <a:gd name="connsiteX9" fmla="*/ 2250 w 39322"/>
                <a:gd name="connsiteY9" fmla="*/ 58818 h 63424"/>
                <a:gd name="connsiteX10" fmla="*/ 13815 w 39322"/>
                <a:gd name="connsiteY10" fmla="*/ 63323 h 63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9322" h="63424">
                  <a:moveTo>
                    <a:pt x="13815" y="63323"/>
                  </a:moveTo>
                  <a:cubicBezTo>
                    <a:pt x="15115" y="63353"/>
                    <a:pt x="16414" y="63150"/>
                    <a:pt x="17646" y="62722"/>
                  </a:cubicBezTo>
                  <a:cubicBezTo>
                    <a:pt x="19230" y="61971"/>
                    <a:pt x="20612" y="60868"/>
                    <a:pt x="21701" y="59494"/>
                  </a:cubicBezTo>
                  <a:cubicBezTo>
                    <a:pt x="28370" y="51888"/>
                    <a:pt x="32726" y="42540"/>
                    <a:pt x="34243" y="32538"/>
                  </a:cubicBezTo>
                  <a:cubicBezTo>
                    <a:pt x="34573" y="26366"/>
                    <a:pt x="35549" y="20254"/>
                    <a:pt x="37172" y="14293"/>
                  </a:cubicBezTo>
                  <a:cubicBezTo>
                    <a:pt x="38696" y="11650"/>
                    <a:pt x="39424" y="8631"/>
                    <a:pt x="39274" y="5583"/>
                  </a:cubicBezTo>
                  <a:cubicBezTo>
                    <a:pt x="38320" y="1941"/>
                    <a:pt x="34821" y="-431"/>
                    <a:pt x="31088" y="27"/>
                  </a:cubicBezTo>
                  <a:cubicBezTo>
                    <a:pt x="27491" y="372"/>
                    <a:pt x="24082" y="1814"/>
                    <a:pt x="21325" y="4156"/>
                  </a:cubicBezTo>
                  <a:cubicBezTo>
                    <a:pt x="6651" y="15209"/>
                    <a:pt x="-1340" y="33004"/>
                    <a:pt x="147" y="51309"/>
                  </a:cubicBezTo>
                  <a:cubicBezTo>
                    <a:pt x="177" y="53952"/>
                    <a:pt x="898" y="56543"/>
                    <a:pt x="2250" y="58818"/>
                  </a:cubicBezTo>
                  <a:cubicBezTo>
                    <a:pt x="5156" y="62092"/>
                    <a:pt x="9460" y="63773"/>
                    <a:pt x="13815" y="63323"/>
                  </a:cubicBezTo>
                  <a:close/>
                </a:path>
              </a:pathLst>
            </a:custGeom>
            <a:solidFill>
              <a:srgbClr val="EAF1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1" name="Content Placeholder 4">
              <a:extLst>
                <a:ext uri="{FF2B5EF4-FFF2-40B4-BE49-F238E27FC236}">
                  <a16:creationId xmlns:a16="http://schemas.microsoft.com/office/drawing/2014/main" id="{671ECBEA-43F2-BE26-81B3-21A47370E963}"/>
                </a:ext>
              </a:extLst>
            </p:cNvPr>
            <p:cNvSpPr/>
            <p:nvPr/>
          </p:nvSpPr>
          <p:spPr>
            <a:xfrm>
              <a:off x="6218216" y="1092789"/>
              <a:ext cx="9880" cy="11130"/>
            </a:xfrm>
            <a:custGeom>
              <a:avLst/>
              <a:gdLst>
                <a:gd name="connsiteX0" fmla="*/ 6791 w 9880"/>
                <a:gd name="connsiteY0" fmla="*/ 10613 h 11130"/>
                <a:gd name="connsiteX1" fmla="*/ 8293 w 9880"/>
                <a:gd name="connsiteY1" fmla="*/ 9561 h 11130"/>
                <a:gd name="connsiteX2" fmla="*/ 9795 w 9880"/>
                <a:gd name="connsiteY2" fmla="*/ 7609 h 11130"/>
                <a:gd name="connsiteX3" fmla="*/ 9795 w 9880"/>
                <a:gd name="connsiteY3" fmla="*/ 5657 h 11130"/>
                <a:gd name="connsiteX4" fmla="*/ 9795 w 9880"/>
                <a:gd name="connsiteY4" fmla="*/ 4906 h 11130"/>
                <a:gd name="connsiteX5" fmla="*/ 9795 w 9880"/>
                <a:gd name="connsiteY5" fmla="*/ 3855 h 11130"/>
                <a:gd name="connsiteX6" fmla="*/ 8218 w 9880"/>
                <a:gd name="connsiteY6" fmla="*/ 1527 h 11130"/>
                <a:gd name="connsiteX7" fmla="*/ 6491 w 9880"/>
                <a:gd name="connsiteY7" fmla="*/ 326 h 11130"/>
                <a:gd name="connsiteX8" fmla="*/ 2135 w 9880"/>
                <a:gd name="connsiteY8" fmla="*/ 927 h 11130"/>
                <a:gd name="connsiteX9" fmla="*/ 32 w 9880"/>
                <a:gd name="connsiteY9" fmla="*/ 4981 h 11130"/>
                <a:gd name="connsiteX10" fmla="*/ 2060 w 9880"/>
                <a:gd name="connsiteY10" fmla="*/ 10237 h 11130"/>
                <a:gd name="connsiteX11" fmla="*/ 6791 w 9880"/>
                <a:gd name="connsiteY11" fmla="*/ 10613 h 11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80" h="11130">
                  <a:moveTo>
                    <a:pt x="6791" y="10613"/>
                  </a:moveTo>
                  <a:lnTo>
                    <a:pt x="8293" y="9561"/>
                  </a:lnTo>
                  <a:cubicBezTo>
                    <a:pt x="8924" y="9021"/>
                    <a:pt x="9435" y="8353"/>
                    <a:pt x="9795" y="7609"/>
                  </a:cubicBezTo>
                  <a:cubicBezTo>
                    <a:pt x="9870" y="6963"/>
                    <a:pt x="9870" y="6303"/>
                    <a:pt x="9795" y="5657"/>
                  </a:cubicBezTo>
                  <a:lnTo>
                    <a:pt x="9795" y="4906"/>
                  </a:lnTo>
                  <a:cubicBezTo>
                    <a:pt x="9833" y="4553"/>
                    <a:pt x="9833" y="4208"/>
                    <a:pt x="9795" y="3855"/>
                  </a:cubicBezTo>
                  <a:cubicBezTo>
                    <a:pt x="9532" y="2931"/>
                    <a:pt x="8977" y="2113"/>
                    <a:pt x="8218" y="1527"/>
                  </a:cubicBezTo>
                  <a:cubicBezTo>
                    <a:pt x="7708" y="1039"/>
                    <a:pt x="7122" y="641"/>
                    <a:pt x="6491" y="326"/>
                  </a:cubicBezTo>
                  <a:cubicBezTo>
                    <a:pt x="5041" y="-312"/>
                    <a:pt x="3359" y="-79"/>
                    <a:pt x="2135" y="927"/>
                  </a:cubicBezTo>
                  <a:cubicBezTo>
                    <a:pt x="926" y="1948"/>
                    <a:pt x="175" y="3404"/>
                    <a:pt x="32" y="4981"/>
                  </a:cubicBezTo>
                  <a:cubicBezTo>
                    <a:pt x="-261" y="6971"/>
                    <a:pt x="505" y="8961"/>
                    <a:pt x="2060" y="10237"/>
                  </a:cubicBezTo>
                  <a:cubicBezTo>
                    <a:pt x="3442" y="11236"/>
                    <a:pt x="5267" y="11378"/>
                    <a:pt x="6791" y="10613"/>
                  </a:cubicBezTo>
                  <a:close/>
                </a:path>
              </a:pathLst>
            </a:custGeom>
            <a:solidFill>
              <a:srgbClr val="272525">
                <a:alpha val="20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2" name="Content Placeholder 4">
              <a:extLst>
                <a:ext uri="{FF2B5EF4-FFF2-40B4-BE49-F238E27FC236}">
                  <a16:creationId xmlns:a16="http://schemas.microsoft.com/office/drawing/2014/main" id="{C98C0678-479A-777C-9C99-518815891612}"/>
                </a:ext>
              </a:extLst>
            </p:cNvPr>
            <p:cNvSpPr/>
            <p:nvPr/>
          </p:nvSpPr>
          <p:spPr>
            <a:xfrm>
              <a:off x="6217170" y="1092038"/>
              <a:ext cx="9944" cy="11152"/>
            </a:xfrm>
            <a:custGeom>
              <a:avLst/>
              <a:gdLst>
                <a:gd name="connsiteX0" fmla="*/ 6861 w 9944"/>
                <a:gd name="connsiteY0" fmla="*/ 10613 h 11152"/>
                <a:gd name="connsiteX1" fmla="*/ 8363 w 9944"/>
                <a:gd name="connsiteY1" fmla="*/ 9561 h 11152"/>
                <a:gd name="connsiteX2" fmla="*/ 9865 w 9944"/>
                <a:gd name="connsiteY2" fmla="*/ 7609 h 11152"/>
                <a:gd name="connsiteX3" fmla="*/ 9865 w 9944"/>
                <a:gd name="connsiteY3" fmla="*/ 5657 h 11152"/>
                <a:gd name="connsiteX4" fmla="*/ 9865 w 9944"/>
                <a:gd name="connsiteY4" fmla="*/ 3855 h 11152"/>
                <a:gd name="connsiteX5" fmla="*/ 8213 w 9944"/>
                <a:gd name="connsiteY5" fmla="*/ 1527 h 11152"/>
                <a:gd name="connsiteX6" fmla="*/ 6486 w 9944"/>
                <a:gd name="connsiteY6" fmla="*/ 326 h 11152"/>
                <a:gd name="connsiteX7" fmla="*/ 2130 w 9944"/>
                <a:gd name="connsiteY7" fmla="*/ 927 h 11152"/>
                <a:gd name="connsiteX8" fmla="*/ 27 w 9944"/>
                <a:gd name="connsiteY8" fmla="*/ 4981 h 11152"/>
                <a:gd name="connsiteX9" fmla="*/ 2055 w 9944"/>
                <a:gd name="connsiteY9" fmla="*/ 10237 h 11152"/>
                <a:gd name="connsiteX10" fmla="*/ 6861 w 9944"/>
                <a:gd name="connsiteY10" fmla="*/ 10613 h 11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44" h="11152">
                  <a:moveTo>
                    <a:pt x="6861" y="10613"/>
                  </a:moveTo>
                  <a:cubicBezTo>
                    <a:pt x="7402" y="10327"/>
                    <a:pt x="7905" y="9974"/>
                    <a:pt x="8363" y="9561"/>
                  </a:cubicBezTo>
                  <a:cubicBezTo>
                    <a:pt x="8994" y="9021"/>
                    <a:pt x="9504" y="8352"/>
                    <a:pt x="9865" y="7609"/>
                  </a:cubicBezTo>
                  <a:cubicBezTo>
                    <a:pt x="9933" y="6963"/>
                    <a:pt x="9933" y="6303"/>
                    <a:pt x="9865" y="5657"/>
                  </a:cubicBezTo>
                  <a:lnTo>
                    <a:pt x="9865" y="3855"/>
                  </a:lnTo>
                  <a:cubicBezTo>
                    <a:pt x="9565" y="2924"/>
                    <a:pt x="8994" y="2113"/>
                    <a:pt x="8213" y="1527"/>
                  </a:cubicBezTo>
                  <a:cubicBezTo>
                    <a:pt x="7717" y="1017"/>
                    <a:pt x="7131" y="611"/>
                    <a:pt x="6486" y="326"/>
                  </a:cubicBezTo>
                  <a:cubicBezTo>
                    <a:pt x="5036" y="-312"/>
                    <a:pt x="3354" y="-79"/>
                    <a:pt x="2130" y="927"/>
                  </a:cubicBezTo>
                  <a:cubicBezTo>
                    <a:pt x="921" y="1948"/>
                    <a:pt x="170" y="3404"/>
                    <a:pt x="27" y="4981"/>
                  </a:cubicBezTo>
                  <a:cubicBezTo>
                    <a:pt x="-251" y="6963"/>
                    <a:pt x="515" y="8953"/>
                    <a:pt x="2055" y="10237"/>
                  </a:cubicBezTo>
                  <a:cubicBezTo>
                    <a:pt x="3459" y="11266"/>
                    <a:pt x="5314" y="11408"/>
                    <a:pt x="6861" y="10613"/>
                  </a:cubicBezTo>
                  <a:close/>
                </a:path>
              </a:pathLst>
            </a:custGeom>
            <a:solidFill>
              <a:srgbClr val="83959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3" name="Content Placeholder 4">
              <a:extLst>
                <a:ext uri="{FF2B5EF4-FFF2-40B4-BE49-F238E27FC236}">
                  <a16:creationId xmlns:a16="http://schemas.microsoft.com/office/drawing/2014/main" id="{6E735111-F890-A26A-07C8-165D4D8A0D19}"/>
                </a:ext>
              </a:extLst>
            </p:cNvPr>
            <p:cNvSpPr/>
            <p:nvPr/>
          </p:nvSpPr>
          <p:spPr>
            <a:xfrm>
              <a:off x="6220155" y="1095543"/>
              <a:ext cx="3683" cy="3475"/>
            </a:xfrm>
            <a:custGeom>
              <a:avLst/>
              <a:gdLst>
                <a:gd name="connsiteX0" fmla="*/ 2524 w 3683"/>
                <a:gd name="connsiteY0" fmla="*/ 3353 h 3475"/>
                <a:gd name="connsiteX1" fmla="*/ 3575 w 3683"/>
                <a:gd name="connsiteY1" fmla="*/ 2302 h 3475"/>
                <a:gd name="connsiteX2" fmla="*/ 3575 w 3683"/>
                <a:gd name="connsiteY2" fmla="*/ 1851 h 3475"/>
                <a:gd name="connsiteX3" fmla="*/ 3575 w 3683"/>
                <a:gd name="connsiteY3" fmla="*/ 1175 h 3475"/>
                <a:gd name="connsiteX4" fmla="*/ 1698 w 3683"/>
                <a:gd name="connsiteY4" fmla="*/ -26 h 3475"/>
                <a:gd name="connsiteX5" fmla="*/ -29 w 3683"/>
                <a:gd name="connsiteY5" fmla="*/ 1326 h 3475"/>
                <a:gd name="connsiteX6" fmla="*/ 797 w 3683"/>
                <a:gd name="connsiteY6" fmla="*/ 2902 h 3475"/>
                <a:gd name="connsiteX7" fmla="*/ 2524 w 3683"/>
                <a:gd name="connsiteY7" fmla="*/ 3353 h 3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83" h="3475">
                  <a:moveTo>
                    <a:pt x="2524" y="3353"/>
                  </a:moveTo>
                  <a:cubicBezTo>
                    <a:pt x="2975" y="3120"/>
                    <a:pt x="3343" y="2752"/>
                    <a:pt x="3575" y="2302"/>
                  </a:cubicBezTo>
                  <a:cubicBezTo>
                    <a:pt x="3606" y="2152"/>
                    <a:pt x="3606" y="2001"/>
                    <a:pt x="3575" y="1851"/>
                  </a:cubicBezTo>
                  <a:cubicBezTo>
                    <a:pt x="3681" y="1641"/>
                    <a:pt x="3681" y="1386"/>
                    <a:pt x="3575" y="1175"/>
                  </a:cubicBezTo>
                  <a:cubicBezTo>
                    <a:pt x="3283" y="410"/>
                    <a:pt x="2517" y="-78"/>
                    <a:pt x="1698" y="-26"/>
                  </a:cubicBezTo>
                  <a:cubicBezTo>
                    <a:pt x="879" y="-18"/>
                    <a:pt x="174" y="537"/>
                    <a:pt x="-29" y="1326"/>
                  </a:cubicBezTo>
                  <a:cubicBezTo>
                    <a:pt x="76" y="1926"/>
                    <a:pt x="361" y="2474"/>
                    <a:pt x="797" y="2902"/>
                  </a:cubicBezTo>
                  <a:cubicBezTo>
                    <a:pt x="1225" y="3398"/>
                    <a:pt x="1908" y="3571"/>
                    <a:pt x="2524" y="3353"/>
                  </a:cubicBez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4" name="Content Placeholder 4">
              <a:extLst>
                <a:ext uri="{FF2B5EF4-FFF2-40B4-BE49-F238E27FC236}">
                  <a16:creationId xmlns:a16="http://schemas.microsoft.com/office/drawing/2014/main" id="{68315546-D4EF-9104-416A-07A1E338DD89}"/>
                </a:ext>
              </a:extLst>
            </p:cNvPr>
            <p:cNvSpPr/>
            <p:nvPr/>
          </p:nvSpPr>
          <p:spPr>
            <a:xfrm>
              <a:off x="6234053" y="1249597"/>
              <a:ext cx="15915" cy="24350"/>
            </a:xfrm>
            <a:custGeom>
              <a:avLst/>
              <a:gdLst>
                <a:gd name="connsiteX0" fmla="*/ 566 w 15915"/>
                <a:gd name="connsiteY0" fmla="*/ 13884 h 24350"/>
                <a:gd name="connsiteX1" fmla="*/ 4847 w 15915"/>
                <a:gd name="connsiteY1" fmla="*/ 24321 h 24350"/>
                <a:gd name="connsiteX2" fmla="*/ 15887 w 15915"/>
                <a:gd name="connsiteY2" fmla="*/ 19816 h 24350"/>
                <a:gd name="connsiteX3" fmla="*/ 8377 w 15915"/>
                <a:gd name="connsiteY3" fmla="*/ -6 h 24350"/>
                <a:gd name="connsiteX4" fmla="*/ 867 w 15915"/>
                <a:gd name="connsiteY4" fmla="*/ 4574 h 24350"/>
                <a:gd name="connsiteX5" fmla="*/ 566 w 15915"/>
                <a:gd name="connsiteY5" fmla="*/ 13884 h 2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915" h="24350">
                  <a:moveTo>
                    <a:pt x="566" y="13884"/>
                  </a:moveTo>
                  <a:cubicBezTo>
                    <a:pt x="1490" y="17548"/>
                    <a:pt x="2932" y="21062"/>
                    <a:pt x="4847" y="24321"/>
                  </a:cubicBezTo>
                  <a:cubicBezTo>
                    <a:pt x="8805" y="23630"/>
                    <a:pt x="12575" y="22091"/>
                    <a:pt x="15887" y="19816"/>
                  </a:cubicBezTo>
                  <a:cubicBezTo>
                    <a:pt x="14512" y="12833"/>
                    <a:pt x="11974" y="6136"/>
                    <a:pt x="8377" y="-6"/>
                  </a:cubicBezTo>
                  <a:cubicBezTo>
                    <a:pt x="5148" y="-262"/>
                    <a:pt x="2121" y="1586"/>
                    <a:pt x="867" y="4574"/>
                  </a:cubicBezTo>
                  <a:cubicBezTo>
                    <a:pt x="-215" y="7570"/>
                    <a:pt x="-320" y="10828"/>
                    <a:pt x="566" y="13884"/>
                  </a:cubicBezTo>
                  <a:close/>
                </a:path>
              </a:pathLst>
            </a:custGeom>
            <a:solidFill>
              <a:srgbClr val="2F3F4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5" name="Content Placeholder 4">
              <a:extLst>
                <a:ext uri="{FF2B5EF4-FFF2-40B4-BE49-F238E27FC236}">
                  <a16:creationId xmlns:a16="http://schemas.microsoft.com/office/drawing/2014/main" id="{675264E8-9AE2-9F55-B9D4-BF8B4D3447E1}"/>
                </a:ext>
              </a:extLst>
            </p:cNvPr>
            <p:cNvSpPr/>
            <p:nvPr/>
          </p:nvSpPr>
          <p:spPr>
            <a:xfrm>
              <a:off x="6220994" y="1265898"/>
              <a:ext cx="45421" cy="62158"/>
            </a:xfrm>
            <a:custGeom>
              <a:avLst/>
              <a:gdLst>
                <a:gd name="connsiteX0" fmla="*/ 4688 w 45421"/>
                <a:gd name="connsiteY0" fmla="*/ 51870 h 62158"/>
                <a:gd name="connsiteX1" fmla="*/ 13400 w 45421"/>
                <a:gd name="connsiteY1" fmla="*/ 58177 h 62158"/>
                <a:gd name="connsiteX2" fmla="*/ 32851 w 45421"/>
                <a:gd name="connsiteY2" fmla="*/ 61781 h 62158"/>
                <a:gd name="connsiteX3" fmla="*/ 45393 w 45421"/>
                <a:gd name="connsiteY3" fmla="*/ 47965 h 62158"/>
                <a:gd name="connsiteX4" fmla="*/ 32626 w 45421"/>
                <a:gd name="connsiteY4" fmla="*/ 22436 h 62158"/>
                <a:gd name="connsiteX5" fmla="*/ 30823 w 45421"/>
                <a:gd name="connsiteY5" fmla="*/ 6368 h 62158"/>
                <a:gd name="connsiteX6" fmla="*/ 25040 w 45421"/>
                <a:gd name="connsiteY6" fmla="*/ 2389 h 62158"/>
                <a:gd name="connsiteX7" fmla="*/ 11523 w 45421"/>
                <a:gd name="connsiteY7" fmla="*/ -14 h 62158"/>
                <a:gd name="connsiteX8" fmla="*/ 2060 w 45421"/>
                <a:gd name="connsiteY8" fmla="*/ 23563 h 62158"/>
                <a:gd name="connsiteX9" fmla="*/ 4688 w 45421"/>
                <a:gd name="connsiteY9" fmla="*/ 51870 h 6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421" h="62158">
                  <a:moveTo>
                    <a:pt x="4688" y="51870"/>
                  </a:moveTo>
                  <a:cubicBezTo>
                    <a:pt x="7152" y="54520"/>
                    <a:pt x="10111" y="56660"/>
                    <a:pt x="13400" y="58177"/>
                  </a:cubicBezTo>
                  <a:cubicBezTo>
                    <a:pt x="19288" y="61540"/>
                    <a:pt x="26144" y="62809"/>
                    <a:pt x="32851" y="61781"/>
                  </a:cubicBezTo>
                  <a:cubicBezTo>
                    <a:pt x="39730" y="60647"/>
                    <a:pt x="44927" y="54926"/>
                    <a:pt x="45393" y="47965"/>
                  </a:cubicBezTo>
                  <a:cubicBezTo>
                    <a:pt x="45393" y="38354"/>
                    <a:pt x="34203" y="31972"/>
                    <a:pt x="32626" y="22436"/>
                  </a:cubicBezTo>
                  <a:cubicBezTo>
                    <a:pt x="31800" y="17030"/>
                    <a:pt x="34053" y="10798"/>
                    <a:pt x="30823" y="6368"/>
                  </a:cubicBezTo>
                  <a:cubicBezTo>
                    <a:pt x="29351" y="4484"/>
                    <a:pt x="27331" y="3095"/>
                    <a:pt x="25040" y="2389"/>
                  </a:cubicBezTo>
                  <a:cubicBezTo>
                    <a:pt x="20752" y="662"/>
                    <a:pt x="16149" y="-156"/>
                    <a:pt x="11523" y="-14"/>
                  </a:cubicBezTo>
                  <a:cubicBezTo>
                    <a:pt x="7550" y="7495"/>
                    <a:pt x="4381" y="15394"/>
                    <a:pt x="2060" y="23563"/>
                  </a:cubicBezTo>
                  <a:cubicBezTo>
                    <a:pt x="-568" y="33324"/>
                    <a:pt x="-1695" y="44361"/>
                    <a:pt x="4688" y="51870"/>
                  </a:cubicBezTo>
                  <a:close/>
                </a:path>
              </a:pathLst>
            </a:custGeom>
            <a:solidFill>
              <a:srgbClr val="EAF1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6" name="Content Placeholder 4">
              <a:extLst>
                <a:ext uri="{FF2B5EF4-FFF2-40B4-BE49-F238E27FC236}">
                  <a16:creationId xmlns:a16="http://schemas.microsoft.com/office/drawing/2014/main" id="{DE910BE6-B89F-FAED-78A1-D4FF299CC680}"/>
                </a:ext>
              </a:extLst>
            </p:cNvPr>
            <p:cNvSpPr/>
            <p:nvPr/>
          </p:nvSpPr>
          <p:spPr>
            <a:xfrm>
              <a:off x="6236266" y="1274841"/>
              <a:ext cx="10408" cy="11952"/>
            </a:xfrm>
            <a:custGeom>
              <a:avLst/>
              <a:gdLst>
                <a:gd name="connsiteX0" fmla="*/ 7741 w 10408"/>
                <a:gd name="connsiteY0" fmla="*/ 11091 h 11952"/>
                <a:gd name="connsiteX1" fmla="*/ 9093 w 10408"/>
                <a:gd name="connsiteY1" fmla="*/ 9664 h 11952"/>
                <a:gd name="connsiteX2" fmla="*/ 10295 w 10408"/>
                <a:gd name="connsiteY2" fmla="*/ 7262 h 11952"/>
                <a:gd name="connsiteX3" fmla="*/ 10295 w 10408"/>
                <a:gd name="connsiteY3" fmla="*/ 5084 h 11952"/>
                <a:gd name="connsiteX4" fmla="*/ 10295 w 10408"/>
                <a:gd name="connsiteY4" fmla="*/ 4333 h 11952"/>
                <a:gd name="connsiteX5" fmla="*/ 10295 w 10408"/>
                <a:gd name="connsiteY5" fmla="*/ 3132 h 11952"/>
                <a:gd name="connsiteX6" fmla="*/ 8042 w 10408"/>
                <a:gd name="connsiteY6" fmla="*/ 1030 h 11952"/>
                <a:gd name="connsiteX7" fmla="*/ 6014 w 10408"/>
                <a:gd name="connsiteY7" fmla="*/ 53 h 11952"/>
                <a:gd name="connsiteX8" fmla="*/ 1433 w 10408"/>
                <a:gd name="connsiteY8" fmla="*/ 1705 h 11952"/>
                <a:gd name="connsiteX9" fmla="*/ 6 w 10408"/>
                <a:gd name="connsiteY9" fmla="*/ 6436 h 11952"/>
                <a:gd name="connsiteX10" fmla="*/ 3310 w 10408"/>
                <a:gd name="connsiteY10" fmla="*/ 11617 h 11952"/>
                <a:gd name="connsiteX11" fmla="*/ 7741 w 10408"/>
                <a:gd name="connsiteY11" fmla="*/ 11091 h 11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408" h="11952">
                  <a:moveTo>
                    <a:pt x="7741" y="11091"/>
                  </a:moveTo>
                  <a:cubicBezTo>
                    <a:pt x="8267" y="10693"/>
                    <a:pt x="8725" y="10212"/>
                    <a:pt x="9093" y="9664"/>
                  </a:cubicBezTo>
                  <a:cubicBezTo>
                    <a:pt x="9656" y="8951"/>
                    <a:pt x="10062" y="8133"/>
                    <a:pt x="10295" y="7262"/>
                  </a:cubicBezTo>
                  <a:cubicBezTo>
                    <a:pt x="10407" y="6541"/>
                    <a:pt x="10407" y="5805"/>
                    <a:pt x="10295" y="5084"/>
                  </a:cubicBezTo>
                  <a:lnTo>
                    <a:pt x="10295" y="4333"/>
                  </a:lnTo>
                  <a:cubicBezTo>
                    <a:pt x="10332" y="3935"/>
                    <a:pt x="10332" y="3530"/>
                    <a:pt x="10295" y="3132"/>
                  </a:cubicBezTo>
                  <a:cubicBezTo>
                    <a:pt x="9799" y="2201"/>
                    <a:pt x="9003" y="1458"/>
                    <a:pt x="8042" y="1030"/>
                  </a:cubicBezTo>
                  <a:cubicBezTo>
                    <a:pt x="7411" y="617"/>
                    <a:pt x="6727" y="286"/>
                    <a:pt x="6014" y="53"/>
                  </a:cubicBezTo>
                  <a:cubicBezTo>
                    <a:pt x="4302" y="-269"/>
                    <a:pt x="2544" y="361"/>
                    <a:pt x="1433" y="1705"/>
                  </a:cubicBezTo>
                  <a:cubicBezTo>
                    <a:pt x="344" y="3027"/>
                    <a:pt x="-174" y="4731"/>
                    <a:pt x="6" y="6436"/>
                  </a:cubicBezTo>
                  <a:cubicBezTo>
                    <a:pt x="74" y="8636"/>
                    <a:pt x="1343" y="10625"/>
                    <a:pt x="3310" y="11617"/>
                  </a:cubicBezTo>
                  <a:cubicBezTo>
                    <a:pt x="4782" y="12165"/>
                    <a:pt x="6434" y="11969"/>
                    <a:pt x="7741" y="11091"/>
                  </a:cubicBezTo>
                  <a:close/>
                </a:path>
              </a:pathLst>
            </a:custGeom>
            <a:solidFill>
              <a:srgbClr val="272525">
                <a:alpha val="20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7" name="Content Placeholder 4">
              <a:extLst>
                <a:ext uri="{FF2B5EF4-FFF2-40B4-BE49-F238E27FC236}">
                  <a16:creationId xmlns:a16="http://schemas.microsoft.com/office/drawing/2014/main" id="{5331FB0F-3B26-7113-8C4C-B1A408AF6826}"/>
                </a:ext>
              </a:extLst>
            </p:cNvPr>
            <p:cNvSpPr/>
            <p:nvPr/>
          </p:nvSpPr>
          <p:spPr>
            <a:xfrm>
              <a:off x="6235236" y="1274214"/>
              <a:ext cx="10386" cy="11927"/>
            </a:xfrm>
            <a:custGeom>
              <a:avLst/>
              <a:gdLst>
                <a:gd name="connsiteX0" fmla="*/ 7720 w 10386"/>
                <a:gd name="connsiteY0" fmla="*/ 11042 h 11927"/>
                <a:gd name="connsiteX1" fmla="*/ 10273 w 10386"/>
                <a:gd name="connsiteY1" fmla="*/ 7213 h 11927"/>
                <a:gd name="connsiteX2" fmla="*/ 10273 w 10386"/>
                <a:gd name="connsiteY2" fmla="*/ 5035 h 11927"/>
                <a:gd name="connsiteX3" fmla="*/ 10273 w 10386"/>
                <a:gd name="connsiteY3" fmla="*/ 4284 h 11927"/>
                <a:gd name="connsiteX4" fmla="*/ 10273 w 10386"/>
                <a:gd name="connsiteY4" fmla="*/ 3158 h 11927"/>
                <a:gd name="connsiteX5" fmla="*/ 8020 w 10386"/>
                <a:gd name="connsiteY5" fmla="*/ 981 h 11927"/>
                <a:gd name="connsiteX6" fmla="*/ 5993 w 10386"/>
                <a:gd name="connsiteY6" fmla="*/ 79 h 11927"/>
                <a:gd name="connsiteX7" fmla="*/ 1411 w 10386"/>
                <a:gd name="connsiteY7" fmla="*/ 1656 h 11927"/>
                <a:gd name="connsiteX8" fmla="*/ 2561 w 10386"/>
                <a:gd name="connsiteY8" fmla="*/ 11147 h 11927"/>
                <a:gd name="connsiteX9" fmla="*/ 3289 w 10386"/>
                <a:gd name="connsiteY9" fmla="*/ 11643 h 11927"/>
                <a:gd name="connsiteX10" fmla="*/ 7720 w 10386"/>
                <a:gd name="connsiteY10" fmla="*/ 11042 h 11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386" h="11927">
                  <a:moveTo>
                    <a:pt x="7720" y="11042"/>
                  </a:moveTo>
                  <a:cubicBezTo>
                    <a:pt x="8929" y="10043"/>
                    <a:pt x="9815" y="8714"/>
                    <a:pt x="10273" y="7213"/>
                  </a:cubicBezTo>
                  <a:cubicBezTo>
                    <a:pt x="10386" y="6492"/>
                    <a:pt x="10386" y="5756"/>
                    <a:pt x="10273" y="5035"/>
                  </a:cubicBezTo>
                  <a:lnTo>
                    <a:pt x="10273" y="4284"/>
                  </a:lnTo>
                  <a:cubicBezTo>
                    <a:pt x="10311" y="3909"/>
                    <a:pt x="10311" y="3533"/>
                    <a:pt x="10273" y="3158"/>
                  </a:cubicBezTo>
                  <a:cubicBezTo>
                    <a:pt x="9785" y="2204"/>
                    <a:pt x="8989" y="1439"/>
                    <a:pt x="8020" y="981"/>
                  </a:cubicBezTo>
                  <a:cubicBezTo>
                    <a:pt x="7404" y="560"/>
                    <a:pt x="6714" y="260"/>
                    <a:pt x="5993" y="79"/>
                  </a:cubicBezTo>
                  <a:cubicBezTo>
                    <a:pt x="4288" y="-296"/>
                    <a:pt x="2523" y="312"/>
                    <a:pt x="1411" y="1656"/>
                  </a:cubicBezTo>
                  <a:cubicBezTo>
                    <a:pt x="-894" y="4592"/>
                    <a:pt x="-376" y="8842"/>
                    <a:pt x="2561" y="11147"/>
                  </a:cubicBezTo>
                  <a:cubicBezTo>
                    <a:pt x="2793" y="11327"/>
                    <a:pt x="3034" y="11492"/>
                    <a:pt x="3289" y="11643"/>
                  </a:cubicBezTo>
                  <a:cubicBezTo>
                    <a:pt x="4783" y="12131"/>
                    <a:pt x="6413" y="11913"/>
                    <a:pt x="7720" y="11042"/>
                  </a:cubicBezTo>
                  <a:close/>
                </a:path>
              </a:pathLst>
            </a:custGeom>
            <a:solidFill>
              <a:srgbClr val="83959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8" name="Content Placeholder 4">
              <a:extLst>
                <a:ext uri="{FF2B5EF4-FFF2-40B4-BE49-F238E27FC236}">
                  <a16:creationId xmlns:a16="http://schemas.microsoft.com/office/drawing/2014/main" id="{7B72BE0D-6030-F484-9743-4504DFFEC929}"/>
                </a:ext>
              </a:extLst>
            </p:cNvPr>
            <p:cNvSpPr/>
            <p:nvPr/>
          </p:nvSpPr>
          <p:spPr>
            <a:xfrm>
              <a:off x="6237803" y="1278051"/>
              <a:ext cx="3874" cy="3750"/>
            </a:xfrm>
            <a:custGeom>
              <a:avLst/>
              <a:gdLst>
                <a:gd name="connsiteX0" fmla="*/ 2900 w 3874"/>
                <a:gd name="connsiteY0" fmla="*/ 3525 h 3750"/>
                <a:gd name="connsiteX1" fmla="*/ 3801 w 3874"/>
                <a:gd name="connsiteY1" fmla="*/ 2174 h 3750"/>
                <a:gd name="connsiteX2" fmla="*/ 3801 w 3874"/>
                <a:gd name="connsiteY2" fmla="*/ 1648 h 3750"/>
                <a:gd name="connsiteX3" fmla="*/ 3801 w 3874"/>
                <a:gd name="connsiteY3" fmla="*/ 898 h 3750"/>
                <a:gd name="connsiteX4" fmla="*/ 1548 w 3874"/>
                <a:gd name="connsiteY4" fmla="*/ -4 h 3750"/>
                <a:gd name="connsiteX5" fmla="*/ -29 w 3874"/>
                <a:gd name="connsiteY5" fmla="*/ 1874 h 3750"/>
                <a:gd name="connsiteX6" fmla="*/ 1172 w 3874"/>
                <a:gd name="connsiteY6" fmla="*/ 3450 h 3750"/>
                <a:gd name="connsiteX7" fmla="*/ 2900 w 3874"/>
                <a:gd name="connsiteY7" fmla="*/ 3525 h 3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74" h="3750">
                  <a:moveTo>
                    <a:pt x="2900" y="3525"/>
                  </a:moveTo>
                  <a:cubicBezTo>
                    <a:pt x="3328" y="3173"/>
                    <a:pt x="3635" y="2699"/>
                    <a:pt x="3801" y="2174"/>
                  </a:cubicBezTo>
                  <a:cubicBezTo>
                    <a:pt x="3846" y="2001"/>
                    <a:pt x="3846" y="1821"/>
                    <a:pt x="3801" y="1648"/>
                  </a:cubicBezTo>
                  <a:cubicBezTo>
                    <a:pt x="3861" y="1401"/>
                    <a:pt x="3861" y="1145"/>
                    <a:pt x="3801" y="898"/>
                  </a:cubicBezTo>
                  <a:cubicBezTo>
                    <a:pt x="3268" y="214"/>
                    <a:pt x="2404" y="-131"/>
                    <a:pt x="1548" y="-4"/>
                  </a:cubicBezTo>
                  <a:cubicBezTo>
                    <a:pt x="684" y="237"/>
                    <a:pt x="61" y="980"/>
                    <a:pt x="-29" y="1874"/>
                  </a:cubicBezTo>
                  <a:cubicBezTo>
                    <a:pt x="241" y="2489"/>
                    <a:pt x="654" y="3030"/>
                    <a:pt x="1172" y="3450"/>
                  </a:cubicBezTo>
                  <a:cubicBezTo>
                    <a:pt x="1690" y="3781"/>
                    <a:pt x="2351" y="3811"/>
                    <a:pt x="2900" y="3525"/>
                  </a:cubicBez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9" name="Content Placeholder 4">
              <a:extLst>
                <a:ext uri="{FF2B5EF4-FFF2-40B4-BE49-F238E27FC236}">
                  <a16:creationId xmlns:a16="http://schemas.microsoft.com/office/drawing/2014/main" id="{D9AD92C3-E94D-0E8D-434F-733B46BA7218}"/>
                </a:ext>
              </a:extLst>
            </p:cNvPr>
            <p:cNvSpPr/>
            <p:nvPr/>
          </p:nvSpPr>
          <p:spPr>
            <a:xfrm>
              <a:off x="6162772" y="1269653"/>
              <a:ext cx="30606" cy="32338"/>
            </a:xfrm>
            <a:custGeom>
              <a:avLst/>
              <a:gdLst>
                <a:gd name="connsiteX0" fmla="*/ 7637 w 30606"/>
                <a:gd name="connsiteY0" fmla="*/ 5016 h 32338"/>
                <a:gd name="connsiteX1" fmla="*/ 11392 w 30606"/>
                <a:gd name="connsiteY1" fmla="*/ 2162 h 32338"/>
                <a:gd name="connsiteX2" fmla="*/ 20629 w 30606"/>
                <a:gd name="connsiteY2" fmla="*/ 31671 h 32338"/>
                <a:gd name="connsiteX3" fmla="*/ 3206 w 30606"/>
                <a:gd name="connsiteY3" fmla="*/ 9521 h 32338"/>
                <a:gd name="connsiteX4" fmla="*/ 7637 w 30606"/>
                <a:gd name="connsiteY4" fmla="*/ 5016 h 32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06" h="32338">
                  <a:moveTo>
                    <a:pt x="7637" y="5016"/>
                  </a:moveTo>
                  <a:lnTo>
                    <a:pt x="11392" y="2162"/>
                  </a:lnTo>
                  <a:cubicBezTo>
                    <a:pt x="26412" y="-9025"/>
                    <a:pt x="40831" y="25964"/>
                    <a:pt x="20629" y="31671"/>
                  </a:cubicBezTo>
                  <a:cubicBezTo>
                    <a:pt x="7187" y="35425"/>
                    <a:pt x="-6407" y="21910"/>
                    <a:pt x="3206" y="9521"/>
                  </a:cubicBezTo>
                  <a:cubicBezTo>
                    <a:pt x="4505" y="7854"/>
                    <a:pt x="5992" y="6345"/>
                    <a:pt x="7637" y="5016"/>
                  </a:cubicBezTo>
                  <a:close/>
                </a:path>
              </a:pathLst>
            </a:custGeom>
            <a:solidFill>
              <a:srgbClr val="272525">
                <a:alpha val="37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0" name="Content Placeholder 4">
              <a:extLst>
                <a:ext uri="{FF2B5EF4-FFF2-40B4-BE49-F238E27FC236}">
                  <a16:creationId xmlns:a16="http://schemas.microsoft.com/office/drawing/2014/main" id="{C17077A1-CFAC-E21C-B044-FC5E2996E43B}"/>
                </a:ext>
              </a:extLst>
            </p:cNvPr>
            <p:cNvSpPr/>
            <p:nvPr/>
          </p:nvSpPr>
          <p:spPr>
            <a:xfrm>
              <a:off x="6174367" y="1246279"/>
              <a:ext cx="68559" cy="48467"/>
            </a:xfrm>
            <a:custGeom>
              <a:avLst/>
              <a:gdLst>
                <a:gd name="connsiteX0" fmla="*/ 3853 w 68559"/>
                <a:gd name="connsiteY0" fmla="*/ 48438 h 48467"/>
                <a:gd name="connsiteX1" fmla="*/ 8434 w 68559"/>
                <a:gd name="connsiteY1" fmla="*/ 47837 h 48467"/>
                <a:gd name="connsiteX2" fmla="*/ 65660 w 68559"/>
                <a:gd name="connsiteY2" fmla="*/ 26213 h 48467"/>
                <a:gd name="connsiteX3" fmla="*/ 54696 w 68559"/>
                <a:gd name="connsiteY3" fmla="*/ 384 h 48467"/>
                <a:gd name="connsiteX4" fmla="*/ 20225 w 68559"/>
                <a:gd name="connsiteY4" fmla="*/ 14875 h 48467"/>
                <a:gd name="connsiteX5" fmla="*/ 3853 w 68559"/>
                <a:gd name="connsiteY5" fmla="*/ 48438 h 48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559" h="48467">
                  <a:moveTo>
                    <a:pt x="3853" y="48438"/>
                  </a:moveTo>
                  <a:cubicBezTo>
                    <a:pt x="5400" y="48415"/>
                    <a:pt x="6940" y="48220"/>
                    <a:pt x="8434" y="47837"/>
                  </a:cubicBezTo>
                  <a:cubicBezTo>
                    <a:pt x="28861" y="42882"/>
                    <a:pt x="48162" y="38376"/>
                    <a:pt x="65660" y="26213"/>
                  </a:cubicBezTo>
                  <a:cubicBezTo>
                    <a:pt x="73846" y="20581"/>
                    <a:pt x="62731" y="2636"/>
                    <a:pt x="54696" y="384"/>
                  </a:cubicBezTo>
                  <a:cubicBezTo>
                    <a:pt x="44557" y="-2394"/>
                    <a:pt x="27885" y="9544"/>
                    <a:pt x="20225" y="14875"/>
                  </a:cubicBezTo>
                  <a:cubicBezTo>
                    <a:pt x="15268" y="18404"/>
                    <a:pt x="-9440" y="47837"/>
                    <a:pt x="3853" y="48438"/>
                  </a:cubicBezTo>
                  <a:close/>
                </a:path>
              </a:pathLst>
            </a:custGeom>
            <a:solidFill>
              <a:srgbClr val="EAF1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441" name="Group 1440">
            <a:extLst>
              <a:ext uri="{FF2B5EF4-FFF2-40B4-BE49-F238E27FC236}">
                <a16:creationId xmlns:a16="http://schemas.microsoft.com/office/drawing/2014/main" id="{6E5176F2-8688-BD29-15B4-3BE27FF6CA9F}"/>
              </a:ext>
            </a:extLst>
          </p:cNvPr>
          <p:cNvGrpSpPr/>
          <p:nvPr userDrawn="1"/>
        </p:nvGrpSpPr>
        <p:grpSpPr>
          <a:xfrm>
            <a:off x="3886420" y="5137109"/>
            <a:ext cx="589153" cy="874794"/>
            <a:chOff x="6724289" y="4856229"/>
            <a:chExt cx="589153" cy="874794"/>
          </a:xfrm>
        </p:grpSpPr>
        <p:sp>
          <p:nvSpPr>
            <p:cNvPr id="1442" name="Content Placeholder 4">
              <a:extLst>
                <a:ext uri="{FF2B5EF4-FFF2-40B4-BE49-F238E27FC236}">
                  <a16:creationId xmlns:a16="http://schemas.microsoft.com/office/drawing/2014/main" id="{058330E5-3342-23F7-F60E-CF423671B382}"/>
                </a:ext>
              </a:extLst>
            </p:cNvPr>
            <p:cNvSpPr/>
            <p:nvPr/>
          </p:nvSpPr>
          <p:spPr>
            <a:xfrm>
              <a:off x="6986827" y="5709190"/>
              <a:ext cx="326615" cy="21833"/>
            </a:xfrm>
            <a:custGeom>
              <a:avLst/>
              <a:gdLst>
                <a:gd name="connsiteX0" fmla="*/ 287176 w 326615"/>
                <a:gd name="connsiteY0" fmla="*/ 17766 h 21833"/>
                <a:gd name="connsiteX1" fmla="*/ 322473 w 326615"/>
                <a:gd name="connsiteY1" fmla="*/ 14161 h 21833"/>
                <a:gd name="connsiteX2" fmla="*/ 325927 w 326615"/>
                <a:gd name="connsiteY2" fmla="*/ 12735 h 21833"/>
                <a:gd name="connsiteX3" fmla="*/ 320820 w 326615"/>
                <a:gd name="connsiteY3" fmla="*/ 5227 h 21833"/>
                <a:gd name="connsiteX4" fmla="*/ 264721 w 326615"/>
                <a:gd name="connsiteY4" fmla="*/ 571 h 21833"/>
                <a:gd name="connsiteX5" fmla="*/ 58196 w 326615"/>
                <a:gd name="connsiteY5" fmla="*/ 1698 h 21833"/>
                <a:gd name="connsiteX6" fmla="*/ -6 w 326615"/>
                <a:gd name="connsiteY6" fmla="*/ 11008 h 21833"/>
                <a:gd name="connsiteX7" fmla="*/ 59548 w 326615"/>
                <a:gd name="connsiteY7" fmla="*/ 20018 h 21833"/>
                <a:gd name="connsiteX8" fmla="*/ 205317 w 326615"/>
                <a:gd name="connsiteY8" fmla="*/ 21069 h 21833"/>
                <a:gd name="connsiteX9" fmla="*/ 287176 w 326615"/>
                <a:gd name="connsiteY9" fmla="*/ 17766 h 21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6615" h="21833">
                  <a:moveTo>
                    <a:pt x="287176" y="17766"/>
                  </a:moveTo>
                  <a:cubicBezTo>
                    <a:pt x="298997" y="17165"/>
                    <a:pt x="310780" y="15964"/>
                    <a:pt x="322473" y="14161"/>
                  </a:cubicBezTo>
                  <a:cubicBezTo>
                    <a:pt x="323757" y="14101"/>
                    <a:pt x="324974" y="13599"/>
                    <a:pt x="325927" y="12735"/>
                  </a:cubicBezTo>
                  <a:cubicBezTo>
                    <a:pt x="328180" y="10032"/>
                    <a:pt x="324200" y="6578"/>
                    <a:pt x="320820" y="5227"/>
                  </a:cubicBezTo>
                  <a:cubicBezTo>
                    <a:pt x="302511" y="556"/>
                    <a:pt x="283549" y="-1021"/>
                    <a:pt x="264721" y="571"/>
                  </a:cubicBezTo>
                  <a:cubicBezTo>
                    <a:pt x="195832" y="2276"/>
                    <a:pt x="126987" y="2651"/>
                    <a:pt x="58196" y="1698"/>
                  </a:cubicBezTo>
                  <a:cubicBezTo>
                    <a:pt x="49259" y="1698"/>
                    <a:pt x="1421" y="-1231"/>
                    <a:pt x="-6" y="11008"/>
                  </a:cubicBezTo>
                  <a:cubicBezTo>
                    <a:pt x="-1283" y="21670"/>
                    <a:pt x="51362" y="19643"/>
                    <a:pt x="59548" y="20018"/>
                  </a:cubicBezTo>
                  <a:cubicBezTo>
                    <a:pt x="108063" y="21970"/>
                    <a:pt x="156652" y="22323"/>
                    <a:pt x="205317" y="21069"/>
                  </a:cubicBezTo>
                  <a:cubicBezTo>
                    <a:pt x="232653" y="20371"/>
                    <a:pt x="259937" y="19268"/>
                    <a:pt x="287176" y="17766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3" name="Content Placeholder 4">
              <a:extLst>
                <a:ext uri="{FF2B5EF4-FFF2-40B4-BE49-F238E27FC236}">
                  <a16:creationId xmlns:a16="http://schemas.microsoft.com/office/drawing/2014/main" id="{265F85D5-476D-8D6D-F7A9-BAC1C555DCFD}"/>
                </a:ext>
              </a:extLst>
            </p:cNvPr>
            <p:cNvSpPr/>
            <p:nvPr/>
          </p:nvSpPr>
          <p:spPr>
            <a:xfrm>
              <a:off x="6724289" y="5696801"/>
              <a:ext cx="240149" cy="29366"/>
            </a:xfrm>
            <a:custGeom>
              <a:avLst/>
              <a:gdLst>
                <a:gd name="connsiteX0" fmla="*/ 235570 w 240149"/>
                <a:gd name="connsiteY0" fmla="*/ 14763 h 29366"/>
                <a:gd name="connsiteX1" fmla="*/ 240076 w 240149"/>
                <a:gd name="connsiteY1" fmla="*/ 11684 h 29366"/>
                <a:gd name="connsiteX2" fmla="*/ 234819 w 240149"/>
                <a:gd name="connsiteY2" fmla="*/ 6879 h 29366"/>
                <a:gd name="connsiteX3" fmla="*/ 193439 w 240149"/>
                <a:gd name="connsiteY3" fmla="*/ 4927 h 29366"/>
                <a:gd name="connsiteX4" fmla="*/ 101442 w 240149"/>
                <a:gd name="connsiteY4" fmla="*/ 422 h 29366"/>
                <a:gd name="connsiteX5" fmla="*/ 28144 w 240149"/>
                <a:gd name="connsiteY5" fmla="*/ 5678 h 29366"/>
                <a:gd name="connsiteX6" fmla="*/ 583 w 240149"/>
                <a:gd name="connsiteY6" fmla="*/ 18292 h 29366"/>
                <a:gd name="connsiteX7" fmla="*/ 11022 w 240149"/>
                <a:gd name="connsiteY7" fmla="*/ 29330 h 29366"/>
                <a:gd name="connsiteX8" fmla="*/ 37682 w 240149"/>
                <a:gd name="connsiteY8" fmla="*/ 26701 h 29366"/>
                <a:gd name="connsiteX9" fmla="*/ 75983 w 240149"/>
                <a:gd name="connsiteY9" fmla="*/ 27602 h 29366"/>
                <a:gd name="connsiteX10" fmla="*/ 152284 w 240149"/>
                <a:gd name="connsiteY10" fmla="*/ 26026 h 29366"/>
                <a:gd name="connsiteX11" fmla="*/ 235570 w 240149"/>
                <a:gd name="connsiteY11" fmla="*/ 14763 h 2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0149" h="29366">
                  <a:moveTo>
                    <a:pt x="235570" y="14763"/>
                  </a:moveTo>
                  <a:cubicBezTo>
                    <a:pt x="237448" y="14313"/>
                    <a:pt x="239626" y="13562"/>
                    <a:pt x="240076" y="11684"/>
                  </a:cubicBezTo>
                  <a:cubicBezTo>
                    <a:pt x="240527" y="9807"/>
                    <a:pt x="237448" y="7480"/>
                    <a:pt x="234819" y="6879"/>
                  </a:cubicBezTo>
                  <a:cubicBezTo>
                    <a:pt x="221129" y="4799"/>
                    <a:pt x="207265" y="4146"/>
                    <a:pt x="193439" y="4927"/>
                  </a:cubicBezTo>
                  <a:cubicBezTo>
                    <a:pt x="162723" y="4927"/>
                    <a:pt x="132158" y="1548"/>
                    <a:pt x="101442" y="422"/>
                  </a:cubicBezTo>
                  <a:cubicBezTo>
                    <a:pt x="76884" y="-952"/>
                    <a:pt x="52251" y="812"/>
                    <a:pt x="28144" y="5678"/>
                  </a:cubicBezTo>
                  <a:cubicBezTo>
                    <a:pt x="20634" y="7329"/>
                    <a:pt x="3286" y="9207"/>
                    <a:pt x="583" y="18292"/>
                  </a:cubicBezTo>
                  <a:cubicBezTo>
                    <a:pt x="-2121" y="27377"/>
                    <a:pt x="4638" y="29479"/>
                    <a:pt x="11022" y="29330"/>
                  </a:cubicBezTo>
                  <a:cubicBezTo>
                    <a:pt x="20033" y="29330"/>
                    <a:pt x="28520" y="26476"/>
                    <a:pt x="37682" y="26701"/>
                  </a:cubicBezTo>
                  <a:lnTo>
                    <a:pt x="75983" y="27602"/>
                  </a:lnTo>
                  <a:cubicBezTo>
                    <a:pt x="101442" y="27602"/>
                    <a:pt x="126901" y="27602"/>
                    <a:pt x="152284" y="26026"/>
                  </a:cubicBezTo>
                  <a:cubicBezTo>
                    <a:pt x="180297" y="24419"/>
                    <a:pt x="208136" y="20650"/>
                    <a:pt x="235570" y="14763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4" name="Content Placeholder 4">
              <a:extLst>
                <a:ext uri="{FF2B5EF4-FFF2-40B4-BE49-F238E27FC236}">
                  <a16:creationId xmlns:a16="http://schemas.microsoft.com/office/drawing/2014/main" id="{4D94AA8D-6180-E25D-08AC-1DF9B5E559E3}"/>
                </a:ext>
              </a:extLst>
            </p:cNvPr>
            <p:cNvSpPr/>
            <p:nvPr/>
          </p:nvSpPr>
          <p:spPr>
            <a:xfrm>
              <a:off x="6991080" y="5283769"/>
              <a:ext cx="178362" cy="437247"/>
            </a:xfrm>
            <a:custGeom>
              <a:avLst/>
              <a:gdLst>
                <a:gd name="connsiteX0" fmla="*/ 178158 w 178362"/>
                <a:gd name="connsiteY0" fmla="*/ 15431 h 437247"/>
                <a:gd name="connsiteX1" fmla="*/ 177482 w 178362"/>
                <a:gd name="connsiteY1" fmla="*/ 10775 h 437247"/>
                <a:gd name="connsiteX2" fmla="*/ 173126 w 178362"/>
                <a:gd name="connsiteY2" fmla="*/ 6045 h 437247"/>
                <a:gd name="connsiteX3" fmla="*/ 149545 w 178362"/>
                <a:gd name="connsiteY3" fmla="*/ 864 h 437247"/>
                <a:gd name="connsiteX4" fmla="*/ 56797 w 178362"/>
                <a:gd name="connsiteY4" fmla="*/ 7021 h 437247"/>
                <a:gd name="connsiteX5" fmla="*/ 27207 w 178362"/>
                <a:gd name="connsiteY5" fmla="*/ 22038 h 437247"/>
                <a:gd name="connsiteX6" fmla="*/ 23152 w 178362"/>
                <a:gd name="connsiteY6" fmla="*/ 66188 h 437247"/>
                <a:gd name="connsiteX7" fmla="*/ 23152 w 178362"/>
                <a:gd name="connsiteY7" fmla="*/ 123552 h 437247"/>
                <a:gd name="connsiteX8" fmla="*/ 25555 w 178362"/>
                <a:gd name="connsiteY8" fmla="*/ 160119 h 437247"/>
                <a:gd name="connsiteX9" fmla="*/ 39974 w 178362"/>
                <a:gd name="connsiteY9" fmla="*/ 309912 h 437247"/>
                <a:gd name="connsiteX10" fmla="*/ 43954 w 178362"/>
                <a:gd name="connsiteY10" fmla="*/ 358717 h 437247"/>
                <a:gd name="connsiteX11" fmla="*/ 42378 w 178362"/>
                <a:gd name="connsiteY11" fmla="*/ 407672 h 437247"/>
                <a:gd name="connsiteX12" fmla="*/ 41551 w 178362"/>
                <a:gd name="connsiteY12" fmla="*/ 408198 h 437247"/>
                <a:gd name="connsiteX13" fmla="*/ 38322 w 178362"/>
                <a:gd name="connsiteY13" fmla="*/ 413229 h 437247"/>
                <a:gd name="connsiteX14" fmla="*/ 36444 w 178362"/>
                <a:gd name="connsiteY14" fmla="*/ 418109 h 437247"/>
                <a:gd name="connsiteX15" fmla="*/ 30136 w 178362"/>
                <a:gd name="connsiteY15" fmla="*/ 421563 h 437247"/>
                <a:gd name="connsiteX16" fmla="*/ 10009 w 178362"/>
                <a:gd name="connsiteY16" fmla="*/ 425918 h 437247"/>
                <a:gd name="connsiteX17" fmla="*/ 5503 w 178362"/>
                <a:gd name="connsiteY17" fmla="*/ 426669 h 437247"/>
                <a:gd name="connsiteX18" fmla="*/ 96 w 178362"/>
                <a:gd name="connsiteY18" fmla="*/ 434703 h 437247"/>
                <a:gd name="connsiteX19" fmla="*/ 997 w 178362"/>
                <a:gd name="connsiteY19" fmla="*/ 437106 h 437247"/>
                <a:gd name="connsiteX20" fmla="*/ 3025 w 178362"/>
                <a:gd name="connsiteY20" fmla="*/ 437106 h 437247"/>
                <a:gd name="connsiteX21" fmla="*/ 51464 w 178362"/>
                <a:gd name="connsiteY21" fmla="*/ 436505 h 437247"/>
                <a:gd name="connsiteX22" fmla="*/ 66034 w 178362"/>
                <a:gd name="connsiteY22" fmla="*/ 435378 h 437247"/>
                <a:gd name="connsiteX23" fmla="*/ 67761 w 178362"/>
                <a:gd name="connsiteY23" fmla="*/ 434778 h 437247"/>
                <a:gd name="connsiteX24" fmla="*/ 68662 w 178362"/>
                <a:gd name="connsiteY24" fmla="*/ 433426 h 437247"/>
                <a:gd name="connsiteX25" fmla="*/ 70840 w 178362"/>
                <a:gd name="connsiteY25" fmla="*/ 411952 h 437247"/>
                <a:gd name="connsiteX26" fmla="*/ 69188 w 178362"/>
                <a:gd name="connsiteY26" fmla="*/ 408348 h 437247"/>
                <a:gd name="connsiteX27" fmla="*/ 96675 w 178362"/>
                <a:gd name="connsiteY27" fmla="*/ 146979 h 437247"/>
                <a:gd name="connsiteX28" fmla="*/ 98477 w 178362"/>
                <a:gd name="connsiteY28" fmla="*/ 146453 h 437247"/>
                <a:gd name="connsiteX29" fmla="*/ 125513 w 178362"/>
                <a:gd name="connsiteY29" fmla="*/ 139320 h 437247"/>
                <a:gd name="connsiteX30" fmla="*/ 140533 w 178362"/>
                <a:gd name="connsiteY30" fmla="*/ 132938 h 437247"/>
                <a:gd name="connsiteX31" fmla="*/ 148043 w 178362"/>
                <a:gd name="connsiteY31" fmla="*/ 122426 h 437247"/>
                <a:gd name="connsiteX32" fmla="*/ 174027 w 178362"/>
                <a:gd name="connsiteY32" fmla="*/ 62358 h 437247"/>
                <a:gd name="connsiteX33" fmla="*/ 178158 w 178362"/>
                <a:gd name="connsiteY33" fmla="*/ 15431 h 437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8362" h="437247">
                  <a:moveTo>
                    <a:pt x="178158" y="15431"/>
                  </a:moveTo>
                  <a:cubicBezTo>
                    <a:pt x="178241" y="13846"/>
                    <a:pt x="178008" y="12270"/>
                    <a:pt x="177482" y="10775"/>
                  </a:cubicBezTo>
                  <a:cubicBezTo>
                    <a:pt x="176603" y="8756"/>
                    <a:pt x="175064" y="7089"/>
                    <a:pt x="173126" y="6045"/>
                  </a:cubicBezTo>
                  <a:cubicBezTo>
                    <a:pt x="165887" y="2208"/>
                    <a:pt x="157731" y="414"/>
                    <a:pt x="149545" y="864"/>
                  </a:cubicBezTo>
                  <a:cubicBezTo>
                    <a:pt x="118491" y="-1411"/>
                    <a:pt x="87272" y="662"/>
                    <a:pt x="56797" y="7021"/>
                  </a:cubicBezTo>
                  <a:cubicBezTo>
                    <a:pt x="47484" y="9349"/>
                    <a:pt x="31638" y="11752"/>
                    <a:pt x="27207" y="22038"/>
                  </a:cubicBezTo>
                  <a:cubicBezTo>
                    <a:pt x="21800" y="34202"/>
                    <a:pt x="23677" y="53048"/>
                    <a:pt x="23152" y="66188"/>
                  </a:cubicBezTo>
                  <a:cubicBezTo>
                    <a:pt x="22401" y="85260"/>
                    <a:pt x="22551" y="104406"/>
                    <a:pt x="23152" y="123552"/>
                  </a:cubicBezTo>
                  <a:cubicBezTo>
                    <a:pt x="23752" y="135716"/>
                    <a:pt x="24654" y="147955"/>
                    <a:pt x="25555" y="160119"/>
                  </a:cubicBezTo>
                  <a:cubicBezTo>
                    <a:pt x="29385" y="210575"/>
                    <a:pt x="31939" y="259606"/>
                    <a:pt x="39974" y="309912"/>
                  </a:cubicBezTo>
                  <a:cubicBezTo>
                    <a:pt x="42430" y="326070"/>
                    <a:pt x="43759" y="342379"/>
                    <a:pt x="43954" y="358717"/>
                  </a:cubicBezTo>
                  <a:cubicBezTo>
                    <a:pt x="43954" y="364949"/>
                    <a:pt x="47334" y="404894"/>
                    <a:pt x="42378" y="407672"/>
                  </a:cubicBezTo>
                  <a:lnTo>
                    <a:pt x="41551" y="408198"/>
                  </a:lnTo>
                  <a:cubicBezTo>
                    <a:pt x="40102" y="409602"/>
                    <a:pt x="38998" y="411321"/>
                    <a:pt x="38322" y="413229"/>
                  </a:cubicBezTo>
                  <a:cubicBezTo>
                    <a:pt x="38022" y="414963"/>
                    <a:pt x="37383" y="416622"/>
                    <a:pt x="36444" y="418109"/>
                  </a:cubicBezTo>
                  <a:cubicBezTo>
                    <a:pt x="34680" y="419799"/>
                    <a:pt x="32509" y="420985"/>
                    <a:pt x="30136" y="421563"/>
                  </a:cubicBezTo>
                  <a:cubicBezTo>
                    <a:pt x="23617" y="423800"/>
                    <a:pt x="16866" y="425257"/>
                    <a:pt x="10009" y="425918"/>
                  </a:cubicBezTo>
                  <a:cubicBezTo>
                    <a:pt x="8485" y="426008"/>
                    <a:pt x="6975" y="426263"/>
                    <a:pt x="5503" y="426669"/>
                  </a:cubicBezTo>
                  <a:cubicBezTo>
                    <a:pt x="2267" y="428035"/>
                    <a:pt x="148" y="431189"/>
                    <a:pt x="96" y="434703"/>
                  </a:cubicBezTo>
                  <a:cubicBezTo>
                    <a:pt x="-249" y="435619"/>
                    <a:pt x="141" y="436640"/>
                    <a:pt x="997" y="437106"/>
                  </a:cubicBezTo>
                  <a:cubicBezTo>
                    <a:pt x="1666" y="437255"/>
                    <a:pt x="2356" y="437255"/>
                    <a:pt x="3025" y="437106"/>
                  </a:cubicBezTo>
                  <a:lnTo>
                    <a:pt x="51464" y="436505"/>
                  </a:lnTo>
                  <a:cubicBezTo>
                    <a:pt x="56346" y="436505"/>
                    <a:pt x="61213" y="436129"/>
                    <a:pt x="66034" y="435378"/>
                  </a:cubicBezTo>
                  <a:cubicBezTo>
                    <a:pt x="66635" y="435273"/>
                    <a:pt x="67220" y="435071"/>
                    <a:pt x="67761" y="434778"/>
                  </a:cubicBezTo>
                  <a:cubicBezTo>
                    <a:pt x="68204" y="434440"/>
                    <a:pt x="68519" y="433959"/>
                    <a:pt x="68662" y="433426"/>
                  </a:cubicBezTo>
                  <a:cubicBezTo>
                    <a:pt x="71028" y="426534"/>
                    <a:pt x="71772" y="419183"/>
                    <a:pt x="70840" y="411952"/>
                  </a:cubicBezTo>
                  <a:cubicBezTo>
                    <a:pt x="70915" y="410556"/>
                    <a:pt x="70292" y="409204"/>
                    <a:pt x="69188" y="408348"/>
                  </a:cubicBezTo>
                  <a:cubicBezTo>
                    <a:pt x="79852" y="321325"/>
                    <a:pt x="86611" y="234002"/>
                    <a:pt x="96675" y="146979"/>
                  </a:cubicBezTo>
                  <a:lnTo>
                    <a:pt x="98477" y="146453"/>
                  </a:lnTo>
                  <a:lnTo>
                    <a:pt x="125513" y="139320"/>
                  </a:lnTo>
                  <a:cubicBezTo>
                    <a:pt x="130943" y="138367"/>
                    <a:pt x="136080" y="136182"/>
                    <a:pt x="140533" y="132938"/>
                  </a:cubicBezTo>
                  <a:cubicBezTo>
                    <a:pt x="143635" y="129905"/>
                    <a:pt x="146180" y="126346"/>
                    <a:pt x="148043" y="122426"/>
                  </a:cubicBezTo>
                  <a:cubicBezTo>
                    <a:pt x="159233" y="103595"/>
                    <a:pt x="167967" y="83405"/>
                    <a:pt x="174027" y="62358"/>
                  </a:cubicBezTo>
                  <a:cubicBezTo>
                    <a:pt x="177467" y="46966"/>
                    <a:pt x="178856" y="31183"/>
                    <a:pt x="178158" y="15431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5" name="Content Placeholder 4">
              <a:extLst>
                <a:ext uri="{FF2B5EF4-FFF2-40B4-BE49-F238E27FC236}">
                  <a16:creationId xmlns:a16="http://schemas.microsoft.com/office/drawing/2014/main" id="{94B32707-F5DE-F11C-35F9-9638E8B0BF43}"/>
                </a:ext>
              </a:extLst>
            </p:cNvPr>
            <p:cNvSpPr/>
            <p:nvPr/>
          </p:nvSpPr>
          <p:spPr>
            <a:xfrm>
              <a:off x="7069610" y="5283880"/>
              <a:ext cx="100264" cy="446419"/>
            </a:xfrm>
            <a:custGeom>
              <a:avLst/>
              <a:gdLst>
                <a:gd name="connsiteX0" fmla="*/ 96023 w 100264"/>
                <a:gd name="connsiteY0" fmla="*/ 408988 h 446419"/>
                <a:gd name="connsiteX1" fmla="*/ 91667 w 100264"/>
                <a:gd name="connsiteY1" fmla="*/ 262723 h 446419"/>
                <a:gd name="connsiteX2" fmla="*/ 88363 w 100264"/>
                <a:gd name="connsiteY2" fmla="*/ 169919 h 446419"/>
                <a:gd name="connsiteX3" fmla="*/ 91292 w 100264"/>
                <a:gd name="connsiteY3" fmla="*/ 59695 h 446419"/>
                <a:gd name="connsiteX4" fmla="*/ 88288 w 100264"/>
                <a:gd name="connsiteY4" fmla="*/ 39873 h 446419"/>
                <a:gd name="connsiteX5" fmla="*/ 73268 w 100264"/>
                <a:gd name="connsiteY5" fmla="*/ 20651 h 446419"/>
                <a:gd name="connsiteX6" fmla="*/ 65307 w 100264"/>
                <a:gd name="connsiteY6" fmla="*/ 9764 h 446419"/>
                <a:gd name="connsiteX7" fmla="*/ 5828 w 100264"/>
                <a:gd name="connsiteY7" fmla="*/ 3607 h 446419"/>
                <a:gd name="connsiteX8" fmla="*/ 2149 w 100264"/>
                <a:gd name="connsiteY8" fmla="*/ 4433 h 446419"/>
                <a:gd name="connsiteX9" fmla="*/ 947 w 100264"/>
                <a:gd name="connsiteY9" fmla="*/ 5409 h 446419"/>
                <a:gd name="connsiteX10" fmla="*/ -29 w 100264"/>
                <a:gd name="connsiteY10" fmla="*/ 12917 h 446419"/>
                <a:gd name="connsiteX11" fmla="*/ -29 w 100264"/>
                <a:gd name="connsiteY11" fmla="*/ 15696 h 446419"/>
                <a:gd name="connsiteX12" fmla="*/ -29 w 100264"/>
                <a:gd name="connsiteY12" fmla="*/ 15696 h 446419"/>
                <a:gd name="connsiteX13" fmla="*/ -29 w 100264"/>
                <a:gd name="connsiteY13" fmla="*/ 12542 h 446419"/>
                <a:gd name="connsiteX14" fmla="*/ -29 w 100264"/>
                <a:gd name="connsiteY14" fmla="*/ 17497 h 446419"/>
                <a:gd name="connsiteX15" fmla="*/ 5153 w 100264"/>
                <a:gd name="connsiteY15" fmla="*/ 61046 h 446419"/>
                <a:gd name="connsiteX16" fmla="*/ 5753 w 100264"/>
                <a:gd name="connsiteY16" fmla="*/ 98589 h 446419"/>
                <a:gd name="connsiteX17" fmla="*/ 13263 w 100264"/>
                <a:gd name="connsiteY17" fmla="*/ 97763 h 446419"/>
                <a:gd name="connsiteX18" fmla="*/ 71015 w 100264"/>
                <a:gd name="connsiteY18" fmla="*/ 411766 h 446419"/>
                <a:gd name="connsiteX19" fmla="*/ 70339 w 100264"/>
                <a:gd name="connsiteY19" fmla="*/ 412367 h 446419"/>
                <a:gd name="connsiteX20" fmla="*/ 68161 w 100264"/>
                <a:gd name="connsiteY20" fmla="*/ 417548 h 446419"/>
                <a:gd name="connsiteX21" fmla="*/ 67185 w 100264"/>
                <a:gd name="connsiteY21" fmla="*/ 422503 h 446419"/>
                <a:gd name="connsiteX22" fmla="*/ 61853 w 100264"/>
                <a:gd name="connsiteY22" fmla="*/ 426783 h 446419"/>
                <a:gd name="connsiteX23" fmla="*/ 43679 w 100264"/>
                <a:gd name="connsiteY23" fmla="*/ 434292 h 446419"/>
                <a:gd name="connsiteX24" fmla="*/ 39548 w 100264"/>
                <a:gd name="connsiteY24" fmla="*/ 435793 h 446419"/>
                <a:gd name="connsiteX25" fmla="*/ 35793 w 100264"/>
                <a:gd name="connsiteY25" fmla="*/ 444128 h 446419"/>
                <a:gd name="connsiteX26" fmla="*/ 37070 w 100264"/>
                <a:gd name="connsiteY26" fmla="*/ 446305 h 446419"/>
                <a:gd name="connsiteX27" fmla="*/ 38948 w 100264"/>
                <a:gd name="connsiteY27" fmla="*/ 446305 h 446419"/>
                <a:gd name="connsiteX28" fmla="*/ 84008 w 100264"/>
                <a:gd name="connsiteY28" fmla="*/ 437821 h 446419"/>
                <a:gd name="connsiteX29" fmla="*/ 97525 w 100264"/>
                <a:gd name="connsiteY29" fmla="*/ 434366 h 446419"/>
                <a:gd name="connsiteX30" fmla="*/ 99102 w 100264"/>
                <a:gd name="connsiteY30" fmla="*/ 433541 h 446419"/>
                <a:gd name="connsiteX31" fmla="*/ 99703 w 100264"/>
                <a:gd name="connsiteY31" fmla="*/ 432114 h 446419"/>
                <a:gd name="connsiteX32" fmla="*/ 98201 w 100264"/>
                <a:gd name="connsiteY32" fmla="*/ 411616 h 446419"/>
                <a:gd name="connsiteX33" fmla="*/ 96023 w 100264"/>
                <a:gd name="connsiteY33" fmla="*/ 408988 h 446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00264" h="446419">
                  <a:moveTo>
                    <a:pt x="96023" y="408988"/>
                  </a:moveTo>
                  <a:cubicBezTo>
                    <a:pt x="94972" y="360183"/>
                    <a:pt x="93523" y="311431"/>
                    <a:pt x="91667" y="262723"/>
                  </a:cubicBezTo>
                  <a:cubicBezTo>
                    <a:pt x="90466" y="230963"/>
                    <a:pt x="85584" y="201530"/>
                    <a:pt x="88363" y="169919"/>
                  </a:cubicBezTo>
                  <a:cubicBezTo>
                    <a:pt x="91592" y="133270"/>
                    <a:pt x="92569" y="96464"/>
                    <a:pt x="91292" y="59695"/>
                  </a:cubicBezTo>
                  <a:cubicBezTo>
                    <a:pt x="91435" y="52967"/>
                    <a:pt x="90421" y="46255"/>
                    <a:pt x="88288" y="39873"/>
                  </a:cubicBezTo>
                  <a:cubicBezTo>
                    <a:pt x="85209" y="32364"/>
                    <a:pt x="77549" y="26883"/>
                    <a:pt x="73268" y="20651"/>
                  </a:cubicBezTo>
                  <a:cubicBezTo>
                    <a:pt x="71045" y="16724"/>
                    <a:pt x="68379" y="13067"/>
                    <a:pt x="65307" y="9764"/>
                  </a:cubicBezTo>
                  <a:cubicBezTo>
                    <a:pt x="49687" y="-3902"/>
                    <a:pt x="24228" y="-523"/>
                    <a:pt x="5828" y="3607"/>
                  </a:cubicBezTo>
                  <a:lnTo>
                    <a:pt x="2149" y="4433"/>
                  </a:lnTo>
                  <a:lnTo>
                    <a:pt x="947" y="5409"/>
                  </a:lnTo>
                  <a:cubicBezTo>
                    <a:pt x="481" y="7894"/>
                    <a:pt x="158" y="10394"/>
                    <a:pt x="-29" y="12917"/>
                  </a:cubicBezTo>
                  <a:cubicBezTo>
                    <a:pt x="-29" y="13668"/>
                    <a:pt x="-29" y="14719"/>
                    <a:pt x="-29" y="15696"/>
                  </a:cubicBezTo>
                  <a:cubicBezTo>
                    <a:pt x="-29" y="19675"/>
                    <a:pt x="-29" y="17948"/>
                    <a:pt x="-29" y="15696"/>
                  </a:cubicBezTo>
                  <a:cubicBezTo>
                    <a:pt x="23" y="14644"/>
                    <a:pt x="23" y="13593"/>
                    <a:pt x="-29" y="12542"/>
                  </a:cubicBezTo>
                  <a:cubicBezTo>
                    <a:pt x="-29" y="14194"/>
                    <a:pt x="-29" y="15845"/>
                    <a:pt x="-29" y="17497"/>
                  </a:cubicBezTo>
                  <a:cubicBezTo>
                    <a:pt x="646" y="32514"/>
                    <a:pt x="3726" y="46480"/>
                    <a:pt x="5153" y="61046"/>
                  </a:cubicBezTo>
                  <a:cubicBezTo>
                    <a:pt x="6136" y="73533"/>
                    <a:pt x="6332" y="86072"/>
                    <a:pt x="5753" y="98589"/>
                  </a:cubicBezTo>
                  <a:cubicBezTo>
                    <a:pt x="8187" y="97868"/>
                    <a:pt x="10732" y="97590"/>
                    <a:pt x="13263" y="97763"/>
                  </a:cubicBezTo>
                  <a:cubicBezTo>
                    <a:pt x="16568" y="98363"/>
                    <a:pt x="69814" y="377152"/>
                    <a:pt x="71015" y="411766"/>
                  </a:cubicBezTo>
                  <a:lnTo>
                    <a:pt x="70339" y="412367"/>
                  </a:lnTo>
                  <a:cubicBezTo>
                    <a:pt x="69258" y="413921"/>
                    <a:pt x="68514" y="415686"/>
                    <a:pt x="68161" y="417548"/>
                  </a:cubicBezTo>
                  <a:cubicBezTo>
                    <a:pt x="68169" y="419245"/>
                    <a:pt x="67838" y="420934"/>
                    <a:pt x="67185" y="422503"/>
                  </a:cubicBezTo>
                  <a:cubicBezTo>
                    <a:pt x="65803" y="424358"/>
                    <a:pt x="63963" y="425837"/>
                    <a:pt x="61853" y="426783"/>
                  </a:cubicBezTo>
                  <a:cubicBezTo>
                    <a:pt x="56108" y="429982"/>
                    <a:pt x="50010" y="432504"/>
                    <a:pt x="43679" y="434292"/>
                  </a:cubicBezTo>
                  <a:cubicBezTo>
                    <a:pt x="42259" y="434667"/>
                    <a:pt x="40877" y="435170"/>
                    <a:pt x="39548" y="435793"/>
                  </a:cubicBezTo>
                  <a:cubicBezTo>
                    <a:pt x="36777" y="437603"/>
                    <a:pt x="35313" y="440854"/>
                    <a:pt x="35793" y="444128"/>
                  </a:cubicBezTo>
                  <a:cubicBezTo>
                    <a:pt x="35793" y="445029"/>
                    <a:pt x="35793" y="446005"/>
                    <a:pt x="37070" y="446305"/>
                  </a:cubicBezTo>
                  <a:cubicBezTo>
                    <a:pt x="37693" y="446418"/>
                    <a:pt x="38324" y="446418"/>
                    <a:pt x="38948" y="446305"/>
                  </a:cubicBezTo>
                  <a:lnTo>
                    <a:pt x="84008" y="437821"/>
                  </a:lnTo>
                  <a:cubicBezTo>
                    <a:pt x="88596" y="437025"/>
                    <a:pt x="93117" y="435868"/>
                    <a:pt x="97525" y="434366"/>
                  </a:cubicBezTo>
                  <a:cubicBezTo>
                    <a:pt x="98096" y="434186"/>
                    <a:pt x="98629" y="433901"/>
                    <a:pt x="99102" y="433541"/>
                  </a:cubicBezTo>
                  <a:cubicBezTo>
                    <a:pt x="99425" y="433128"/>
                    <a:pt x="99636" y="432632"/>
                    <a:pt x="99703" y="432114"/>
                  </a:cubicBezTo>
                  <a:cubicBezTo>
                    <a:pt x="100755" y="425259"/>
                    <a:pt x="100244" y="418246"/>
                    <a:pt x="98201" y="411616"/>
                  </a:cubicBezTo>
                  <a:cubicBezTo>
                    <a:pt x="97841" y="410490"/>
                    <a:pt x="97060" y="409551"/>
                    <a:pt x="96023" y="408988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6" name="Content Placeholder 4">
              <a:extLst>
                <a:ext uri="{FF2B5EF4-FFF2-40B4-BE49-F238E27FC236}">
                  <a16:creationId xmlns:a16="http://schemas.microsoft.com/office/drawing/2014/main" id="{194CA6C9-4FCB-F2E3-DF3A-02F4DA0FE73E}"/>
                </a:ext>
              </a:extLst>
            </p:cNvPr>
            <p:cNvSpPr/>
            <p:nvPr/>
          </p:nvSpPr>
          <p:spPr>
            <a:xfrm>
              <a:off x="6884273" y="5004372"/>
              <a:ext cx="34923" cy="141624"/>
            </a:xfrm>
            <a:custGeom>
              <a:avLst/>
              <a:gdLst>
                <a:gd name="connsiteX0" fmla="*/ 30151 w 34923"/>
                <a:gd name="connsiteY0" fmla="*/ 141580 h 141624"/>
                <a:gd name="connsiteX1" fmla="*/ 25945 w 34923"/>
                <a:gd name="connsiteY1" fmla="*/ 138877 h 141624"/>
                <a:gd name="connsiteX2" fmla="*/ 186 w 34923"/>
                <a:gd name="connsiteY2" fmla="*/ 46222 h 141624"/>
                <a:gd name="connsiteX3" fmla="*/ 2289 w 34923"/>
                <a:gd name="connsiteY3" fmla="*/ -30 h 141624"/>
                <a:gd name="connsiteX4" fmla="*/ 24443 w 34923"/>
                <a:gd name="connsiteY4" fmla="*/ 19417 h 141624"/>
                <a:gd name="connsiteX5" fmla="*/ 27823 w 34923"/>
                <a:gd name="connsiteY5" fmla="*/ 47574 h 141624"/>
                <a:gd name="connsiteX6" fmla="*/ 34882 w 34923"/>
                <a:gd name="connsiteY6" fmla="*/ 134446 h 141624"/>
                <a:gd name="connsiteX7" fmla="*/ 30151 w 34923"/>
                <a:gd name="connsiteY7" fmla="*/ 141580 h 141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923" h="141624">
                  <a:moveTo>
                    <a:pt x="30151" y="141580"/>
                  </a:moveTo>
                  <a:cubicBezTo>
                    <a:pt x="28424" y="141332"/>
                    <a:pt x="26884" y="140348"/>
                    <a:pt x="25945" y="138877"/>
                  </a:cubicBezTo>
                  <a:cubicBezTo>
                    <a:pt x="3941" y="112597"/>
                    <a:pt x="862" y="78433"/>
                    <a:pt x="186" y="46222"/>
                  </a:cubicBezTo>
                  <a:cubicBezTo>
                    <a:pt x="-430" y="30770"/>
                    <a:pt x="276" y="15302"/>
                    <a:pt x="2289" y="-30"/>
                  </a:cubicBezTo>
                  <a:cubicBezTo>
                    <a:pt x="12563" y="2132"/>
                    <a:pt x="20966" y="9506"/>
                    <a:pt x="24443" y="19417"/>
                  </a:cubicBezTo>
                  <a:cubicBezTo>
                    <a:pt x="27185" y="28540"/>
                    <a:pt x="28326" y="38061"/>
                    <a:pt x="27823" y="47574"/>
                  </a:cubicBezTo>
                  <a:cubicBezTo>
                    <a:pt x="28499" y="76631"/>
                    <a:pt x="33831" y="105464"/>
                    <a:pt x="34882" y="134446"/>
                  </a:cubicBezTo>
                  <a:cubicBezTo>
                    <a:pt x="35033" y="137600"/>
                    <a:pt x="33756" y="141880"/>
                    <a:pt x="30151" y="141580"/>
                  </a:cubicBezTo>
                  <a:close/>
                </a:path>
              </a:pathLst>
            </a:custGeom>
            <a:solidFill>
              <a:srgbClr val="E4D2B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7" name="Content Placeholder 4">
              <a:extLst>
                <a:ext uri="{FF2B5EF4-FFF2-40B4-BE49-F238E27FC236}">
                  <a16:creationId xmlns:a16="http://schemas.microsoft.com/office/drawing/2014/main" id="{DD630314-1B47-0A26-537A-2900D3AD8A8D}"/>
                </a:ext>
              </a:extLst>
            </p:cNvPr>
            <p:cNvSpPr/>
            <p:nvPr/>
          </p:nvSpPr>
          <p:spPr>
            <a:xfrm>
              <a:off x="6939489" y="4953052"/>
              <a:ext cx="127948" cy="142650"/>
            </a:xfrm>
            <a:custGeom>
              <a:avLst/>
              <a:gdLst>
                <a:gd name="connsiteX0" fmla="*/ 32762 w 127948"/>
                <a:gd name="connsiteY0" fmla="*/ 100396 h 142650"/>
                <a:gd name="connsiteX1" fmla="*/ 30434 w 127948"/>
                <a:gd name="connsiteY1" fmla="*/ 99720 h 142650"/>
                <a:gd name="connsiteX2" fmla="*/ 15865 w 127948"/>
                <a:gd name="connsiteY2" fmla="*/ 29816 h 142650"/>
                <a:gd name="connsiteX3" fmla="*/ 15865 w 127948"/>
                <a:gd name="connsiteY3" fmla="*/ 22833 h 142650"/>
                <a:gd name="connsiteX4" fmla="*/ 16315 w 127948"/>
                <a:gd name="connsiteY4" fmla="*/ 18253 h 142650"/>
                <a:gd name="connsiteX5" fmla="*/ 12936 w 127948"/>
                <a:gd name="connsiteY5" fmla="*/ 16226 h 142650"/>
                <a:gd name="connsiteX6" fmla="*/ 13537 w 127948"/>
                <a:gd name="connsiteY6" fmla="*/ 5264 h 142650"/>
                <a:gd name="connsiteX7" fmla="*/ 2497 w 127948"/>
                <a:gd name="connsiteY7" fmla="*/ 2936 h 142650"/>
                <a:gd name="connsiteX8" fmla="*/ 94 w 127948"/>
                <a:gd name="connsiteY8" fmla="*/ 19304 h 142650"/>
                <a:gd name="connsiteX9" fmla="*/ 2572 w 127948"/>
                <a:gd name="connsiteY9" fmla="*/ 109406 h 142650"/>
                <a:gd name="connsiteX10" fmla="*/ 6477 w 127948"/>
                <a:gd name="connsiteY10" fmla="*/ 122921 h 142650"/>
                <a:gd name="connsiteX11" fmla="*/ 16466 w 127948"/>
                <a:gd name="connsiteY11" fmla="*/ 127276 h 142650"/>
                <a:gd name="connsiteX12" fmla="*/ 107261 w 127948"/>
                <a:gd name="connsiteY12" fmla="*/ 142293 h 142650"/>
                <a:gd name="connsiteX13" fmla="*/ 127088 w 127948"/>
                <a:gd name="connsiteY13" fmla="*/ 136211 h 142650"/>
                <a:gd name="connsiteX14" fmla="*/ 122432 w 127948"/>
                <a:gd name="connsiteY14" fmla="*/ 121194 h 142650"/>
                <a:gd name="connsiteX15" fmla="*/ 106735 w 127948"/>
                <a:gd name="connsiteY15" fmla="*/ 115337 h 142650"/>
                <a:gd name="connsiteX16" fmla="*/ 38244 w 127948"/>
                <a:gd name="connsiteY16" fmla="*/ 101221 h 142650"/>
                <a:gd name="connsiteX17" fmla="*/ 32762 w 127948"/>
                <a:gd name="connsiteY17" fmla="*/ 100396 h 14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7948" h="142650">
                  <a:moveTo>
                    <a:pt x="32762" y="100396"/>
                  </a:moveTo>
                  <a:lnTo>
                    <a:pt x="30434" y="99720"/>
                  </a:lnTo>
                  <a:cubicBezTo>
                    <a:pt x="22158" y="77262"/>
                    <a:pt x="17247" y="53708"/>
                    <a:pt x="15865" y="29816"/>
                  </a:cubicBezTo>
                  <a:cubicBezTo>
                    <a:pt x="15527" y="27503"/>
                    <a:pt x="15527" y="25146"/>
                    <a:pt x="15865" y="22833"/>
                  </a:cubicBezTo>
                  <a:cubicBezTo>
                    <a:pt x="16278" y="21346"/>
                    <a:pt x="16428" y="19792"/>
                    <a:pt x="16315" y="18253"/>
                  </a:cubicBezTo>
                  <a:cubicBezTo>
                    <a:pt x="16315" y="16751"/>
                    <a:pt x="14213" y="15400"/>
                    <a:pt x="12936" y="16226"/>
                  </a:cubicBezTo>
                  <a:cubicBezTo>
                    <a:pt x="15114" y="12952"/>
                    <a:pt x="15347" y="8755"/>
                    <a:pt x="13537" y="5264"/>
                  </a:cubicBezTo>
                  <a:cubicBezTo>
                    <a:pt x="11133" y="608"/>
                    <a:pt x="5201" y="-2695"/>
                    <a:pt x="2497" y="2936"/>
                  </a:cubicBezTo>
                  <a:cubicBezTo>
                    <a:pt x="462" y="8139"/>
                    <a:pt x="-364" y="13733"/>
                    <a:pt x="94" y="19304"/>
                  </a:cubicBezTo>
                  <a:cubicBezTo>
                    <a:pt x="94" y="49338"/>
                    <a:pt x="920" y="79372"/>
                    <a:pt x="2572" y="109406"/>
                  </a:cubicBezTo>
                  <a:cubicBezTo>
                    <a:pt x="2272" y="114226"/>
                    <a:pt x="3654" y="119002"/>
                    <a:pt x="6477" y="122921"/>
                  </a:cubicBezTo>
                  <a:cubicBezTo>
                    <a:pt x="9353" y="125248"/>
                    <a:pt x="12800" y="126758"/>
                    <a:pt x="16466" y="127276"/>
                  </a:cubicBezTo>
                  <a:cubicBezTo>
                    <a:pt x="46400" y="134108"/>
                    <a:pt x="76718" y="139124"/>
                    <a:pt x="107261" y="142293"/>
                  </a:cubicBezTo>
                  <a:cubicBezTo>
                    <a:pt x="114771" y="143119"/>
                    <a:pt x="123783" y="142818"/>
                    <a:pt x="127088" y="136211"/>
                  </a:cubicBezTo>
                  <a:cubicBezTo>
                    <a:pt x="129168" y="130730"/>
                    <a:pt x="127245" y="124535"/>
                    <a:pt x="122432" y="121194"/>
                  </a:cubicBezTo>
                  <a:cubicBezTo>
                    <a:pt x="117708" y="118086"/>
                    <a:pt x="112338" y="116081"/>
                    <a:pt x="106735" y="115337"/>
                  </a:cubicBezTo>
                  <a:lnTo>
                    <a:pt x="38244" y="101221"/>
                  </a:lnTo>
                  <a:cubicBezTo>
                    <a:pt x="36517" y="101221"/>
                    <a:pt x="34640" y="100396"/>
                    <a:pt x="32762" y="100396"/>
                  </a:cubicBezTo>
                  <a:close/>
                </a:path>
              </a:pathLst>
            </a:custGeom>
            <a:solidFill>
              <a:srgbClr val="E3DAC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8" name="Content Placeholder 4">
              <a:extLst>
                <a:ext uri="{FF2B5EF4-FFF2-40B4-BE49-F238E27FC236}">
                  <a16:creationId xmlns:a16="http://schemas.microsoft.com/office/drawing/2014/main" id="{12BB8ED2-C685-12EA-328F-61235C1582C6}"/>
                </a:ext>
              </a:extLst>
            </p:cNvPr>
            <p:cNvSpPr/>
            <p:nvPr/>
          </p:nvSpPr>
          <p:spPr>
            <a:xfrm>
              <a:off x="7003672" y="5024870"/>
              <a:ext cx="90345" cy="76825"/>
            </a:xfrm>
            <a:custGeom>
              <a:avLst/>
              <a:gdLst>
                <a:gd name="connsiteX0" fmla="*/ 5002 w 90345"/>
                <a:gd name="connsiteY0" fmla="*/ 20393 h 76825"/>
                <a:gd name="connsiteX1" fmla="*/ -29 w 90345"/>
                <a:gd name="connsiteY1" fmla="*/ 76782 h 76825"/>
                <a:gd name="connsiteX2" fmla="*/ 78000 w 90345"/>
                <a:gd name="connsiteY2" fmla="*/ 60038 h 76825"/>
                <a:gd name="connsiteX3" fmla="*/ 90316 w 90345"/>
                <a:gd name="connsiteY3" fmla="*/ -30 h 76825"/>
                <a:gd name="connsiteX4" fmla="*/ 5002 w 90345"/>
                <a:gd name="connsiteY4" fmla="*/ 20393 h 7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345" h="76825">
                  <a:moveTo>
                    <a:pt x="5002" y="20393"/>
                  </a:moveTo>
                  <a:cubicBezTo>
                    <a:pt x="3350" y="39239"/>
                    <a:pt x="1623" y="57935"/>
                    <a:pt x="-29" y="76782"/>
                  </a:cubicBezTo>
                  <a:cubicBezTo>
                    <a:pt x="26909" y="77120"/>
                    <a:pt x="53577" y="71398"/>
                    <a:pt x="78000" y="60038"/>
                  </a:cubicBezTo>
                  <a:cubicBezTo>
                    <a:pt x="82130" y="40140"/>
                    <a:pt x="86185" y="20243"/>
                    <a:pt x="90316" y="-30"/>
                  </a:cubicBezTo>
                  <a:cubicBezTo>
                    <a:pt x="60922" y="1847"/>
                    <a:pt x="32061" y="8755"/>
                    <a:pt x="5002" y="20393"/>
                  </a:cubicBezTo>
                  <a:close/>
                </a:path>
              </a:pathLst>
            </a:custGeom>
            <a:solidFill>
              <a:srgbClr val="ACB18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9" name="Content Placeholder 4">
              <a:extLst>
                <a:ext uri="{FF2B5EF4-FFF2-40B4-BE49-F238E27FC236}">
                  <a16:creationId xmlns:a16="http://schemas.microsoft.com/office/drawing/2014/main" id="{A6E6F3B9-7105-007F-58F7-7A6C450E7D88}"/>
                </a:ext>
              </a:extLst>
            </p:cNvPr>
            <p:cNvSpPr/>
            <p:nvPr/>
          </p:nvSpPr>
          <p:spPr>
            <a:xfrm>
              <a:off x="6782578" y="5002495"/>
              <a:ext cx="93597" cy="169524"/>
            </a:xfrm>
            <a:custGeom>
              <a:avLst/>
              <a:gdLst>
                <a:gd name="connsiteX0" fmla="*/ 9358 w 93597"/>
                <a:gd name="connsiteY0" fmla="*/ 169361 h 169524"/>
                <a:gd name="connsiteX1" fmla="*/ 64557 w 93597"/>
                <a:gd name="connsiteY1" fmla="*/ 158924 h 169524"/>
                <a:gd name="connsiteX2" fmla="*/ 91217 w 93597"/>
                <a:gd name="connsiteY2" fmla="*/ 154494 h 169524"/>
                <a:gd name="connsiteX3" fmla="*/ 93395 w 93597"/>
                <a:gd name="connsiteY3" fmla="*/ 142180 h 169524"/>
                <a:gd name="connsiteX4" fmla="*/ 88589 w 93597"/>
                <a:gd name="connsiteY4" fmla="*/ 2598 h 169524"/>
                <a:gd name="connsiteX5" fmla="*/ -29 w 93597"/>
                <a:gd name="connsiteY5" fmla="*/ -30 h 169524"/>
                <a:gd name="connsiteX6" fmla="*/ 497 w 93597"/>
                <a:gd name="connsiteY6" fmla="*/ 157648 h 169524"/>
                <a:gd name="connsiteX7" fmla="*/ 3500 w 93597"/>
                <a:gd name="connsiteY7" fmla="*/ 167484 h 169524"/>
                <a:gd name="connsiteX8" fmla="*/ 9358 w 93597"/>
                <a:gd name="connsiteY8" fmla="*/ 169361 h 169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3597" h="169524">
                  <a:moveTo>
                    <a:pt x="9358" y="169361"/>
                  </a:moveTo>
                  <a:cubicBezTo>
                    <a:pt x="28133" y="170937"/>
                    <a:pt x="45707" y="158023"/>
                    <a:pt x="64557" y="158924"/>
                  </a:cubicBezTo>
                  <a:cubicBezTo>
                    <a:pt x="74094" y="159375"/>
                    <a:pt x="85960" y="162378"/>
                    <a:pt x="91217" y="154494"/>
                  </a:cubicBezTo>
                  <a:cubicBezTo>
                    <a:pt x="93185" y="150710"/>
                    <a:pt x="93943" y="146408"/>
                    <a:pt x="93395" y="142180"/>
                  </a:cubicBezTo>
                  <a:cubicBezTo>
                    <a:pt x="91841" y="95725"/>
                    <a:pt x="90241" y="49203"/>
                    <a:pt x="88589" y="2598"/>
                  </a:cubicBezTo>
                  <a:cubicBezTo>
                    <a:pt x="59458" y="10655"/>
                    <a:pt x="28576" y="9738"/>
                    <a:pt x="-29" y="-30"/>
                  </a:cubicBezTo>
                  <a:cubicBezTo>
                    <a:pt x="-29" y="52529"/>
                    <a:pt x="144" y="105089"/>
                    <a:pt x="497" y="157648"/>
                  </a:cubicBezTo>
                  <a:cubicBezTo>
                    <a:pt x="-7" y="161207"/>
                    <a:pt x="1097" y="164811"/>
                    <a:pt x="3500" y="167484"/>
                  </a:cubicBezTo>
                  <a:cubicBezTo>
                    <a:pt x="5205" y="168715"/>
                    <a:pt x="7255" y="169368"/>
                    <a:pt x="9358" y="169361"/>
                  </a:cubicBezTo>
                  <a:close/>
                </a:path>
              </a:pathLst>
            </a:custGeom>
            <a:solidFill>
              <a:srgbClr val="EFF3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0" name="Content Placeholder 4">
              <a:extLst>
                <a:ext uri="{FF2B5EF4-FFF2-40B4-BE49-F238E27FC236}">
                  <a16:creationId xmlns:a16="http://schemas.microsoft.com/office/drawing/2014/main" id="{775E35CE-11A7-1651-3EB9-8277B8CB1E6B}"/>
                </a:ext>
              </a:extLst>
            </p:cNvPr>
            <p:cNvSpPr/>
            <p:nvPr/>
          </p:nvSpPr>
          <p:spPr>
            <a:xfrm>
              <a:off x="6855561" y="5646321"/>
              <a:ext cx="44766" cy="72719"/>
            </a:xfrm>
            <a:custGeom>
              <a:avLst/>
              <a:gdLst>
                <a:gd name="connsiteX0" fmla="*/ 19661 w 44766"/>
                <a:gd name="connsiteY0" fmla="*/ 60362 h 72719"/>
                <a:gd name="connsiteX1" fmla="*/ 2388 w 44766"/>
                <a:gd name="connsiteY1" fmla="*/ 23871 h 72719"/>
                <a:gd name="connsiteX2" fmla="*/ 60 w 44766"/>
                <a:gd name="connsiteY2" fmla="*/ 7202 h 72719"/>
                <a:gd name="connsiteX3" fmla="*/ 1111 w 44766"/>
                <a:gd name="connsiteY3" fmla="*/ 2547 h 72719"/>
                <a:gd name="connsiteX4" fmla="*/ 5017 w 44766"/>
                <a:gd name="connsiteY4" fmla="*/ 971 h 72719"/>
                <a:gd name="connsiteX5" fmla="*/ 30626 w 44766"/>
                <a:gd name="connsiteY5" fmla="*/ 4950 h 72719"/>
                <a:gd name="connsiteX6" fmla="*/ 36108 w 44766"/>
                <a:gd name="connsiteY6" fmla="*/ 14110 h 72719"/>
                <a:gd name="connsiteX7" fmla="*/ 44219 w 44766"/>
                <a:gd name="connsiteY7" fmla="*/ 68621 h 72719"/>
                <a:gd name="connsiteX8" fmla="*/ 30401 w 44766"/>
                <a:gd name="connsiteY8" fmla="*/ 71325 h 72719"/>
                <a:gd name="connsiteX9" fmla="*/ 19661 w 44766"/>
                <a:gd name="connsiteY9" fmla="*/ 60362 h 72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4766" h="72719">
                  <a:moveTo>
                    <a:pt x="19661" y="60362"/>
                  </a:moveTo>
                  <a:cubicBezTo>
                    <a:pt x="11866" y="49272"/>
                    <a:pt x="6023" y="36929"/>
                    <a:pt x="2388" y="23871"/>
                  </a:cubicBezTo>
                  <a:cubicBezTo>
                    <a:pt x="1014" y="18413"/>
                    <a:pt x="233" y="12826"/>
                    <a:pt x="60" y="7202"/>
                  </a:cubicBezTo>
                  <a:cubicBezTo>
                    <a:pt x="-218" y="5573"/>
                    <a:pt x="158" y="3899"/>
                    <a:pt x="1111" y="2547"/>
                  </a:cubicBezTo>
                  <a:cubicBezTo>
                    <a:pt x="2185" y="1571"/>
                    <a:pt x="3567" y="1016"/>
                    <a:pt x="5017" y="971"/>
                  </a:cubicBezTo>
                  <a:cubicBezTo>
                    <a:pt x="13878" y="-381"/>
                    <a:pt x="24092" y="-1357"/>
                    <a:pt x="30626" y="4950"/>
                  </a:cubicBezTo>
                  <a:cubicBezTo>
                    <a:pt x="33059" y="7601"/>
                    <a:pt x="34921" y="10716"/>
                    <a:pt x="36108" y="14110"/>
                  </a:cubicBezTo>
                  <a:cubicBezTo>
                    <a:pt x="43205" y="31350"/>
                    <a:pt x="45991" y="50061"/>
                    <a:pt x="44219" y="68621"/>
                  </a:cubicBezTo>
                  <a:cubicBezTo>
                    <a:pt x="40877" y="72751"/>
                    <a:pt x="35057" y="73893"/>
                    <a:pt x="30401" y="71325"/>
                  </a:cubicBezTo>
                  <a:cubicBezTo>
                    <a:pt x="25917" y="68681"/>
                    <a:pt x="22215" y="64897"/>
                    <a:pt x="19661" y="60362"/>
                  </a:cubicBezTo>
                  <a:close/>
                </a:path>
              </a:pathLst>
            </a:custGeom>
            <a:solidFill>
              <a:srgbClr val="80633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1" name="Content Placeholder 4">
              <a:extLst>
                <a:ext uri="{FF2B5EF4-FFF2-40B4-BE49-F238E27FC236}">
                  <a16:creationId xmlns:a16="http://schemas.microsoft.com/office/drawing/2014/main" id="{75AF90AF-444F-F03A-BE76-0AEB83FE2FA1}"/>
                </a:ext>
              </a:extLst>
            </p:cNvPr>
            <p:cNvSpPr/>
            <p:nvPr/>
          </p:nvSpPr>
          <p:spPr>
            <a:xfrm>
              <a:off x="6750646" y="5639531"/>
              <a:ext cx="44769" cy="72751"/>
            </a:xfrm>
            <a:custGeom>
              <a:avLst/>
              <a:gdLst>
                <a:gd name="connsiteX0" fmla="*/ 25068 w 44769"/>
                <a:gd name="connsiteY0" fmla="*/ 60395 h 72751"/>
                <a:gd name="connsiteX1" fmla="*/ 42342 w 44769"/>
                <a:gd name="connsiteY1" fmla="*/ 23904 h 72751"/>
                <a:gd name="connsiteX2" fmla="*/ 44670 w 44769"/>
                <a:gd name="connsiteY2" fmla="*/ 7160 h 72751"/>
                <a:gd name="connsiteX3" fmla="*/ 43618 w 44769"/>
                <a:gd name="connsiteY3" fmla="*/ 2580 h 72751"/>
                <a:gd name="connsiteX4" fmla="*/ 39713 w 44769"/>
                <a:gd name="connsiteY4" fmla="*/ 1003 h 72751"/>
                <a:gd name="connsiteX5" fmla="*/ 14104 w 44769"/>
                <a:gd name="connsiteY5" fmla="*/ 4982 h 72751"/>
                <a:gd name="connsiteX6" fmla="*/ 8622 w 44769"/>
                <a:gd name="connsiteY6" fmla="*/ 14143 h 72751"/>
                <a:gd name="connsiteX7" fmla="*/ 511 w 44769"/>
                <a:gd name="connsiteY7" fmla="*/ 68654 h 72751"/>
                <a:gd name="connsiteX8" fmla="*/ 14329 w 44769"/>
                <a:gd name="connsiteY8" fmla="*/ 71357 h 72751"/>
                <a:gd name="connsiteX9" fmla="*/ 25068 w 44769"/>
                <a:gd name="connsiteY9" fmla="*/ 60395 h 72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4769" h="72751">
                  <a:moveTo>
                    <a:pt x="25068" y="60395"/>
                  </a:moveTo>
                  <a:cubicBezTo>
                    <a:pt x="32834" y="49290"/>
                    <a:pt x="38677" y="36954"/>
                    <a:pt x="42342" y="23904"/>
                  </a:cubicBezTo>
                  <a:cubicBezTo>
                    <a:pt x="43678" y="18415"/>
                    <a:pt x="44459" y="12807"/>
                    <a:pt x="44670" y="7160"/>
                  </a:cubicBezTo>
                  <a:cubicBezTo>
                    <a:pt x="44910" y="5553"/>
                    <a:pt x="44534" y="3924"/>
                    <a:pt x="43618" y="2580"/>
                  </a:cubicBezTo>
                  <a:cubicBezTo>
                    <a:pt x="42559" y="1589"/>
                    <a:pt x="41162" y="1026"/>
                    <a:pt x="39713" y="1003"/>
                  </a:cubicBezTo>
                  <a:cubicBezTo>
                    <a:pt x="30851" y="-423"/>
                    <a:pt x="20563" y="-1324"/>
                    <a:pt x="14104" y="4982"/>
                  </a:cubicBezTo>
                  <a:cubicBezTo>
                    <a:pt x="11656" y="7618"/>
                    <a:pt x="9786" y="10742"/>
                    <a:pt x="8622" y="14143"/>
                  </a:cubicBezTo>
                  <a:cubicBezTo>
                    <a:pt x="1480" y="31367"/>
                    <a:pt x="-1307" y="50094"/>
                    <a:pt x="511" y="68654"/>
                  </a:cubicBezTo>
                  <a:cubicBezTo>
                    <a:pt x="3853" y="72784"/>
                    <a:pt x="9673" y="73925"/>
                    <a:pt x="14329" y="71357"/>
                  </a:cubicBezTo>
                  <a:cubicBezTo>
                    <a:pt x="18783" y="68670"/>
                    <a:pt x="22477" y="64900"/>
                    <a:pt x="25068" y="60395"/>
                  </a:cubicBezTo>
                  <a:close/>
                </a:path>
              </a:pathLst>
            </a:custGeom>
            <a:solidFill>
              <a:srgbClr val="80633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2" name="Content Placeholder 4">
              <a:extLst>
                <a:ext uri="{FF2B5EF4-FFF2-40B4-BE49-F238E27FC236}">
                  <a16:creationId xmlns:a16="http://schemas.microsoft.com/office/drawing/2014/main" id="{15AA8BAD-F854-8B8B-1DFD-7B20AE2E9742}"/>
                </a:ext>
              </a:extLst>
            </p:cNvPr>
            <p:cNvSpPr/>
            <p:nvPr/>
          </p:nvSpPr>
          <p:spPr>
            <a:xfrm>
              <a:off x="6740292" y="4998672"/>
              <a:ext cx="175616" cy="660220"/>
            </a:xfrm>
            <a:custGeom>
              <a:avLst/>
              <a:gdLst>
                <a:gd name="connsiteX0" fmla="*/ 14320 w 175616"/>
                <a:gd name="connsiteY0" fmla="*/ 211477 h 660220"/>
                <a:gd name="connsiteX1" fmla="*/ 28138 w 175616"/>
                <a:gd name="connsiteY1" fmla="*/ 6271 h 660220"/>
                <a:gd name="connsiteX2" fmla="*/ 49917 w 175616"/>
                <a:gd name="connsiteY2" fmla="*/ 39 h 660220"/>
                <a:gd name="connsiteX3" fmla="*/ 53822 w 175616"/>
                <a:gd name="connsiteY3" fmla="*/ 143525 h 660220"/>
                <a:gd name="connsiteX4" fmla="*/ 95278 w 175616"/>
                <a:gd name="connsiteY4" fmla="*/ 143525 h 660220"/>
                <a:gd name="connsiteX5" fmla="*/ 95803 w 175616"/>
                <a:gd name="connsiteY5" fmla="*/ 145027 h 660220"/>
                <a:gd name="connsiteX6" fmla="*/ 122163 w 175616"/>
                <a:gd name="connsiteY6" fmla="*/ 145027 h 660220"/>
                <a:gd name="connsiteX7" fmla="*/ 126069 w 175616"/>
                <a:gd name="connsiteY7" fmla="*/ 1466 h 660220"/>
                <a:gd name="connsiteX8" fmla="*/ 147847 w 175616"/>
                <a:gd name="connsiteY8" fmla="*/ 7697 h 660220"/>
                <a:gd name="connsiteX9" fmla="*/ 164970 w 175616"/>
                <a:gd name="connsiteY9" fmla="*/ 212453 h 660220"/>
                <a:gd name="connsiteX10" fmla="*/ 175259 w 175616"/>
                <a:gd name="connsiteY10" fmla="*/ 349858 h 660220"/>
                <a:gd name="connsiteX11" fmla="*/ 157611 w 175616"/>
                <a:gd name="connsiteY11" fmla="*/ 659431 h 660220"/>
                <a:gd name="connsiteX12" fmla="*/ 18300 w 175616"/>
                <a:gd name="connsiteY12" fmla="*/ 657854 h 660220"/>
                <a:gd name="connsiteX13" fmla="*/ 6434 w 175616"/>
                <a:gd name="connsiteY13" fmla="*/ 481030 h 660220"/>
                <a:gd name="connsiteX14" fmla="*/ 1253 w 175616"/>
                <a:gd name="connsiteY14" fmla="*/ 286186 h 660220"/>
                <a:gd name="connsiteX15" fmla="*/ 14320 w 175616"/>
                <a:gd name="connsiteY15" fmla="*/ 211477 h 66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5616" h="660220">
                  <a:moveTo>
                    <a:pt x="14320" y="211477"/>
                  </a:moveTo>
                  <a:cubicBezTo>
                    <a:pt x="23632" y="142925"/>
                    <a:pt x="35799" y="73321"/>
                    <a:pt x="28138" y="6271"/>
                  </a:cubicBezTo>
                  <a:cubicBezTo>
                    <a:pt x="34462" y="1743"/>
                    <a:pt x="42159" y="-457"/>
                    <a:pt x="49917" y="39"/>
                  </a:cubicBezTo>
                  <a:cubicBezTo>
                    <a:pt x="51171" y="47890"/>
                    <a:pt x="52471" y="95719"/>
                    <a:pt x="53822" y="143525"/>
                  </a:cubicBezTo>
                  <a:lnTo>
                    <a:pt x="95278" y="143525"/>
                  </a:lnTo>
                  <a:cubicBezTo>
                    <a:pt x="95375" y="144051"/>
                    <a:pt x="95548" y="144554"/>
                    <a:pt x="95803" y="145027"/>
                  </a:cubicBezTo>
                  <a:lnTo>
                    <a:pt x="122163" y="145027"/>
                  </a:lnTo>
                  <a:cubicBezTo>
                    <a:pt x="123418" y="97123"/>
                    <a:pt x="124717" y="49272"/>
                    <a:pt x="126069" y="1466"/>
                  </a:cubicBezTo>
                  <a:cubicBezTo>
                    <a:pt x="133827" y="978"/>
                    <a:pt x="141524" y="3177"/>
                    <a:pt x="147847" y="7697"/>
                  </a:cubicBezTo>
                  <a:cubicBezTo>
                    <a:pt x="140337" y="75949"/>
                    <a:pt x="158061" y="144126"/>
                    <a:pt x="164970" y="212453"/>
                  </a:cubicBezTo>
                  <a:cubicBezTo>
                    <a:pt x="170603" y="268841"/>
                    <a:pt x="177137" y="293244"/>
                    <a:pt x="175259" y="349858"/>
                  </a:cubicBezTo>
                  <a:cubicBezTo>
                    <a:pt x="172180" y="442211"/>
                    <a:pt x="160690" y="567002"/>
                    <a:pt x="157611" y="659431"/>
                  </a:cubicBezTo>
                  <a:cubicBezTo>
                    <a:pt x="157611" y="661759"/>
                    <a:pt x="32569" y="658005"/>
                    <a:pt x="18300" y="657854"/>
                  </a:cubicBezTo>
                  <a:cubicBezTo>
                    <a:pt x="20779" y="657854"/>
                    <a:pt x="7185" y="493344"/>
                    <a:pt x="6434" y="481030"/>
                  </a:cubicBezTo>
                  <a:cubicBezTo>
                    <a:pt x="2604" y="417058"/>
                    <a:pt x="-2427" y="350158"/>
                    <a:pt x="1253" y="286186"/>
                  </a:cubicBezTo>
                  <a:cubicBezTo>
                    <a:pt x="2905" y="260807"/>
                    <a:pt x="10790" y="237606"/>
                    <a:pt x="14320" y="211477"/>
                  </a:cubicBezTo>
                  <a:close/>
                </a:path>
              </a:pathLst>
            </a:custGeom>
            <a:solidFill>
              <a:srgbClr val="AA6A6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3" name="Content Placeholder 4">
              <a:extLst>
                <a:ext uri="{FF2B5EF4-FFF2-40B4-BE49-F238E27FC236}">
                  <a16:creationId xmlns:a16="http://schemas.microsoft.com/office/drawing/2014/main" id="{6B83342F-3DC8-CFC5-DACA-348FF514D80C}"/>
                </a:ext>
              </a:extLst>
            </p:cNvPr>
            <p:cNvSpPr/>
            <p:nvPr/>
          </p:nvSpPr>
          <p:spPr>
            <a:xfrm>
              <a:off x="6786415" y="4871896"/>
              <a:ext cx="86436" cy="119013"/>
            </a:xfrm>
            <a:custGeom>
              <a:avLst/>
              <a:gdLst>
                <a:gd name="connsiteX0" fmla="*/ 264 w 86436"/>
                <a:gd name="connsiteY0" fmla="*/ 55034 h 119013"/>
                <a:gd name="connsiteX1" fmla="*/ 2367 w 86436"/>
                <a:gd name="connsiteY1" fmla="*/ 38816 h 119013"/>
                <a:gd name="connsiteX2" fmla="*/ 48704 w 86436"/>
                <a:gd name="connsiteY2" fmla="*/ 1274 h 119013"/>
                <a:gd name="connsiteX3" fmla="*/ 62447 w 86436"/>
                <a:gd name="connsiteY3" fmla="*/ 10284 h 119013"/>
                <a:gd name="connsiteX4" fmla="*/ 74388 w 86436"/>
                <a:gd name="connsiteY4" fmla="*/ 22223 h 119013"/>
                <a:gd name="connsiteX5" fmla="*/ 86404 w 86436"/>
                <a:gd name="connsiteY5" fmla="*/ 52256 h 119013"/>
                <a:gd name="connsiteX6" fmla="*/ 81447 w 86436"/>
                <a:gd name="connsiteY6" fmla="*/ 82290 h 119013"/>
                <a:gd name="connsiteX7" fmla="*/ 61095 w 86436"/>
                <a:gd name="connsiteY7" fmla="*/ 114726 h 119013"/>
                <a:gd name="connsiteX8" fmla="*/ 14233 w 86436"/>
                <a:gd name="connsiteY8" fmla="*/ 104365 h 119013"/>
                <a:gd name="connsiteX9" fmla="*/ 264 w 86436"/>
                <a:gd name="connsiteY9" fmla="*/ 55034 h 119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6436" h="119013">
                  <a:moveTo>
                    <a:pt x="264" y="55034"/>
                  </a:moveTo>
                  <a:cubicBezTo>
                    <a:pt x="392" y="49568"/>
                    <a:pt x="1098" y="44132"/>
                    <a:pt x="2367" y="38816"/>
                  </a:cubicBezTo>
                  <a:cubicBezTo>
                    <a:pt x="6948" y="20345"/>
                    <a:pt x="26474" y="-6235"/>
                    <a:pt x="48704" y="1274"/>
                  </a:cubicBezTo>
                  <a:cubicBezTo>
                    <a:pt x="53795" y="3406"/>
                    <a:pt x="58459" y="6462"/>
                    <a:pt x="62447" y="10284"/>
                  </a:cubicBezTo>
                  <a:cubicBezTo>
                    <a:pt x="66795" y="13881"/>
                    <a:pt x="70791" y="17875"/>
                    <a:pt x="74388" y="22223"/>
                  </a:cubicBezTo>
                  <a:cubicBezTo>
                    <a:pt x="81282" y="30819"/>
                    <a:pt x="85465" y="41279"/>
                    <a:pt x="86404" y="52256"/>
                  </a:cubicBezTo>
                  <a:cubicBezTo>
                    <a:pt x="86494" y="62475"/>
                    <a:pt x="84819" y="72642"/>
                    <a:pt x="81447" y="82290"/>
                  </a:cubicBezTo>
                  <a:cubicBezTo>
                    <a:pt x="77767" y="94829"/>
                    <a:pt x="72285" y="107969"/>
                    <a:pt x="61095" y="114726"/>
                  </a:cubicBezTo>
                  <a:cubicBezTo>
                    <a:pt x="46075" y="123737"/>
                    <a:pt x="25573" y="117580"/>
                    <a:pt x="14233" y="104365"/>
                  </a:cubicBezTo>
                  <a:cubicBezTo>
                    <a:pt x="3644" y="90212"/>
                    <a:pt x="-1335" y="72642"/>
                    <a:pt x="264" y="55034"/>
                  </a:cubicBezTo>
                  <a:close/>
                </a:path>
              </a:pathLst>
            </a:custGeom>
            <a:solidFill>
              <a:srgbClr val="E4D2B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4" name="Content Placeholder 4">
              <a:extLst>
                <a:ext uri="{FF2B5EF4-FFF2-40B4-BE49-F238E27FC236}">
                  <a16:creationId xmlns:a16="http://schemas.microsoft.com/office/drawing/2014/main" id="{3C94407E-67D8-158D-9C15-C285E1D13271}"/>
                </a:ext>
              </a:extLst>
            </p:cNvPr>
            <p:cNvSpPr/>
            <p:nvPr/>
          </p:nvSpPr>
          <p:spPr>
            <a:xfrm>
              <a:off x="6774225" y="4867234"/>
              <a:ext cx="113518" cy="185717"/>
            </a:xfrm>
            <a:custGeom>
              <a:avLst/>
              <a:gdLst>
                <a:gd name="connsiteX0" fmla="*/ 32055 w 113518"/>
                <a:gd name="connsiteY0" fmla="*/ 153702 h 185717"/>
                <a:gd name="connsiteX1" fmla="*/ 34458 w 113518"/>
                <a:gd name="connsiteY1" fmla="*/ 150924 h 185717"/>
                <a:gd name="connsiteX2" fmla="*/ 34458 w 113518"/>
                <a:gd name="connsiteY2" fmla="*/ 150924 h 185717"/>
                <a:gd name="connsiteX3" fmla="*/ 1039 w 113518"/>
                <a:gd name="connsiteY3" fmla="*/ 72460 h 185717"/>
                <a:gd name="connsiteX4" fmla="*/ 3067 w 113518"/>
                <a:gd name="connsiteY4" fmla="*/ 37321 h 185717"/>
                <a:gd name="connsiteX5" fmla="*/ 23794 w 113518"/>
                <a:gd name="connsiteY5" fmla="*/ 9540 h 185717"/>
                <a:gd name="connsiteX6" fmla="*/ 38814 w 113518"/>
                <a:gd name="connsiteY6" fmla="*/ 3007 h 185717"/>
                <a:gd name="connsiteX7" fmla="*/ 51356 w 113518"/>
                <a:gd name="connsiteY7" fmla="*/ 3007 h 185717"/>
                <a:gd name="connsiteX8" fmla="*/ 67878 w 113518"/>
                <a:gd name="connsiteY8" fmla="*/ 1356 h 185717"/>
                <a:gd name="connsiteX9" fmla="*/ 82898 w 113518"/>
                <a:gd name="connsiteY9" fmla="*/ 12543 h 185717"/>
                <a:gd name="connsiteX10" fmla="*/ 100621 w 113518"/>
                <a:gd name="connsiteY10" fmla="*/ 35894 h 185717"/>
                <a:gd name="connsiteX11" fmla="*/ 113238 w 113518"/>
                <a:gd name="connsiteY11" fmla="*/ 79293 h 185717"/>
                <a:gd name="connsiteX12" fmla="*/ 112337 w 113518"/>
                <a:gd name="connsiteY12" fmla="*/ 95362 h 185717"/>
                <a:gd name="connsiteX13" fmla="*/ 102048 w 113518"/>
                <a:gd name="connsiteY13" fmla="*/ 116010 h 185717"/>
                <a:gd name="connsiteX14" fmla="*/ 99270 w 113518"/>
                <a:gd name="connsiteY14" fmla="*/ 119088 h 185717"/>
                <a:gd name="connsiteX15" fmla="*/ 95440 w 113518"/>
                <a:gd name="connsiteY15" fmla="*/ 118562 h 185717"/>
                <a:gd name="connsiteX16" fmla="*/ 95440 w 113518"/>
                <a:gd name="connsiteY16" fmla="*/ 114959 h 185717"/>
                <a:gd name="connsiteX17" fmla="*/ 79368 w 113518"/>
                <a:gd name="connsiteY17" fmla="*/ 38222 h 185717"/>
                <a:gd name="connsiteX18" fmla="*/ 57589 w 113518"/>
                <a:gd name="connsiteY18" fmla="*/ 12468 h 185717"/>
                <a:gd name="connsiteX19" fmla="*/ 54660 w 113518"/>
                <a:gd name="connsiteY19" fmla="*/ 11642 h 185717"/>
                <a:gd name="connsiteX20" fmla="*/ 50905 w 113518"/>
                <a:gd name="connsiteY20" fmla="*/ 19151 h 185717"/>
                <a:gd name="connsiteX21" fmla="*/ 26573 w 113518"/>
                <a:gd name="connsiteY21" fmla="*/ 55566 h 185717"/>
                <a:gd name="connsiteX22" fmla="*/ 16735 w 113518"/>
                <a:gd name="connsiteY22" fmla="*/ 78092 h 185717"/>
                <a:gd name="connsiteX23" fmla="*/ 25822 w 113518"/>
                <a:gd name="connsiteY23" fmla="*/ 104447 h 185717"/>
                <a:gd name="connsiteX24" fmla="*/ 39941 w 113518"/>
                <a:gd name="connsiteY24" fmla="*/ 147995 h 185717"/>
                <a:gd name="connsiteX25" fmla="*/ 43395 w 113518"/>
                <a:gd name="connsiteY25" fmla="*/ 146794 h 185717"/>
                <a:gd name="connsiteX26" fmla="*/ 53534 w 113518"/>
                <a:gd name="connsiteY26" fmla="*/ 185688 h 185717"/>
                <a:gd name="connsiteX27" fmla="*/ 42194 w 113518"/>
                <a:gd name="connsiteY27" fmla="*/ 173524 h 185717"/>
                <a:gd name="connsiteX28" fmla="*/ 32280 w 113518"/>
                <a:gd name="connsiteY28" fmla="*/ 155579 h 185717"/>
                <a:gd name="connsiteX29" fmla="*/ 32055 w 113518"/>
                <a:gd name="connsiteY29" fmla="*/ 153702 h 185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13518" h="185717">
                  <a:moveTo>
                    <a:pt x="32055" y="153702"/>
                  </a:moveTo>
                  <a:cubicBezTo>
                    <a:pt x="32483" y="152508"/>
                    <a:pt x="33340" y="151517"/>
                    <a:pt x="34458" y="150924"/>
                  </a:cubicBezTo>
                  <a:lnTo>
                    <a:pt x="34458" y="150924"/>
                  </a:lnTo>
                  <a:cubicBezTo>
                    <a:pt x="11478" y="129375"/>
                    <a:pt x="4043" y="93334"/>
                    <a:pt x="1039" y="72460"/>
                  </a:cubicBezTo>
                  <a:cubicBezTo>
                    <a:pt x="-891" y="60740"/>
                    <a:pt x="-200" y="48741"/>
                    <a:pt x="3067" y="37321"/>
                  </a:cubicBezTo>
                  <a:cubicBezTo>
                    <a:pt x="6356" y="25841"/>
                    <a:pt x="13731" y="15967"/>
                    <a:pt x="23794" y="9540"/>
                  </a:cubicBezTo>
                  <a:cubicBezTo>
                    <a:pt x="28526" y="6784"/>
                    <a:pt x="33572" y="4592"/>
                    <a:pt x="38814" y="3007"/>
                  </a:cubicBezTo>
                  <a:cubicBezTo>
                    <a:pt x="42810" y="1243"/>
                    <a:pt x="47361" y="1243"/>
                    <a:pt x="51356" y="3007"/>
                  </a:cubicBezTo>
                  <a:cubicBezTo>
                    <a:pt x="56215" y="-341"/>
                    <a:pt x="62448" y="-965"/>
                    <a:pt x="67878" y="1356"/>
                  </a:cubicBezTo>
                  <a:cubicBezTo>
                    <a:pt x="73668" y="3901"/>
                    <a:pt x="78805" y="7723"/>
                    <a:pt x="82898" y="12543"/>
                  </a:cubicBezTo>
                  <a:cubicBezTo>
                    <a:pt x="89709" y="19601"/>
                    <a:pt x="95657" y="27440"/>
                    <a:pt x="100621" y="35894"/>
                  </a:cubicBezTo>
                  <a:cubicBezTo>
                    <a:pt x="107981" y="49252"/>
                    <a:pt x="112292" y="64074"/>
                    <a:pt x="113238" y="79293"/>
                  </a:cubicBezTo>
                  <a:cubicBezTo>
                    <a:pt x="113764" y="84662"/>
                    <a:pt x="113463" y="90083"/>
                    <a:pt x="112337" y="95362"/>
                  </a:cubicBezTo>
                  <a:cubicBezTo>
                    <a:pt x="110107" y="102780"/>
                    <a:pt x="106629" y="109763"/>
                    <a:pt x="102048" y="116010"/>
                  </a:cubicBezTo>
                  <a:cubicBezTo>
                    <a:pt x="101387" y="117249"/>
                    <a:pt x="100434" y="118307"/>
                    <a:pt x="99270" y="119088"/>
                  </a:cubicBezTo>
                  <a:cubicBezTo>
                    <a:pt x="98038" y="119869"/>
                    <a:pt x="96416" y="119644"/>
                    <a:pt x="95440" y="118562"/>
                  </a:cubicBezTo>
                  <a:cubicBezTo>
                    <a:pt x="94906" y="117421"/>
                    <a:pt x="94906" y="116100"/>
                    <a:pt x="95440" y="114959"/>
                  </a:cubicBezTo>
                  <a:cubicBezTo>
                    <a:pt x="100922" y="88829"/>
                    <a:pt x="92210" y="61648"/>
                    <a:pt x="79368" y="38222"/>
                  </a:cubicBezTo>
                  <a:cubicBezTo>
                    <a:pt x="74479" y="27883"/>
                    <a:pt x="66969" y="19008"/>
                    <a:pt x="57589" y="12468"/>
                  </a:cubicBezTo>
                  <a:cubicBezTo>
                    <a:pt x="56748" y="11845"/>
                    <a:pt x="55704" y="11552"/>
                    <a:pt x="54660" y="11642"/>
                  </a:cubicBezTo>
                  <a:cubicBezTo>
                    <a:pt x="53819" y="14330"/>
                    <a:pt x="52550" y="16861"/>
                    <a:pt x="50905" y="19151"/>
                  </a:cubicBezTo>
                  <a:lnTo>
                    <a:pt x="26573" y="55566"/>
                  </a:lnTo>
                  <a:cubicBezTo>
                    <a:pt x="21316" y="62047"/>
                    <a:pt x="17921" y="69833"/>
                    <a:pt x="16735" y="78092"/>
                  </a:cubicBezTo>
                  <a:cubicBezTo>
                    <a:pt x="17569" y="87485"/>
                    <a:pt x="20685" y="96533"/>
                    <a:pt x="25822" y="104447"/>
                  </a:cubicBezTo>
                  <a:cubicBezTo>
                    <a:pt x="29427" y="111955"/>
                    <a:pt x="44146" y="134030"/>
                    <a:pt x="39941" y="147995"/>
                  </a:cubicBezTo>
                  <a:cubicBezTo>
                    <a:pt x="41067" y="147515"/>
                    <a:pt x="42216" y="147117"/>
                    <a:pt x="43395" y="146794"/>
                  </a:cubicBezTo>
                  <a:cubicBezTo>
                    <a:pt x="51919" y="157847"/>
                    <a:pt x="55577" y="171887"/>
                    <a:pt x="53534" y="185688"/>
                  </a:cubicBezTo>
                  <a:cubicBezTo>
                    <a:pt x="52783" y="179982"/>
                    <a:pt x="46625" y="177054"/>
                    <a:pt x="42194" y="173524"/>
                  </a:cubicBezTo>
                  <a:cubicBezTo>
                    <a:pt x="36704" y="169042"/>
                    <a:pt x="33152" y="162615"/>
                    <a:pt x="32280" y="155579"/>
                  </a:cubicBezTo>
                  <a:cubicBezTo>
                    <a:pt x="32085" y="154971"/>
                    <a:pt x="32010" y="154333"/>
                    <a:pt x="32055" y="153702"/>
                  </a:cubicBezTo>
                  <a:close/>
                </a:path>
              </a:pathLst>
            </a:custGeom>
            <a:solidFill>
              <a:srgbClr val="9986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5" name="Content Placeholder 4">
              <a:extLst>
                <a:ext uri="{FF2B5EF4-FFF2-40B4-BE49-F238E27FC236}">
                  <a16:creationId xmlns:a16="http://schemas.microsoft.com/office/drawing/2014/main" id="{304FD424-E910-CD09-2DC8-3C9F3ACC3621}"/>
                </a:ext>
              </a:extLst>
            </p:cNvPr>
            <p:cNvSpPr/>
            <p:nvPr/>
          </p:nvSpPr>
          <p:spPr>
            <a:xfrm>
              <a:off x="6875347" y="5058640"/>
              <a:ext cx="116581" cy="71064"/>
            </a:xfrm>
            <a:custGeom>
              <a:avLst/>
              <a:gdLst>
                <a:gd name="connsiteX0" fmla="*/ 103813 w 116581"/>
                <a:gd name="connsiteY0" fmla="*/ 2842 h 71064"/>
                <a:gd name="connsiteX1" fmla="*/ 91347 w 116581"/>
                <a:gd name="connsiteY1" fmla="*/ 364 h 71064"/>
                <a:gd name="connsiteX2" fmla="*/ 37575 w 116581"/>
                <a:gd name="connsiteY2" fmla="*/ 5469 h 71064"/>
                <a:gd name="connsiteX3" fmla="*/ 26 w 116581"/>
                <a:gd name="connsiteY3" fmla="*/ 14480 h 71064"/>
                <a:gd name="connsiteX4" fmla="*/ 10464 w 116581"/>
                <a:gd name="connsiteY4" fmla="*/ 68616 h 71064"/>
                <a:gd name="connsiteX5" fmla="*/ 19026 w 116581"/>
                <a:gd name="connsiteY5" fmla="*/ 70943 h 71064"/>
                <a:gd name="connsiteX6" fmla="*/ 108620 w 116581"/>
                <a:gd name="connsiteY6" fmla="*/ 67489 h 71064"/>
                <a:gd name="connsiteX7" fmla="*/ 116130 w 116581"/>
                <a:gd name="connsiteY7" fmla="*/ 64411 h 71064"/>
                <a:gd name="connsiteX8" fmla="*/ 116130 w 116581"/>
                <a:gd name="connsiteY8" fmla="*/ 58930 h 71064"/>
                <a:gd name="connsiteX9" fmla="*/ 108620 w 116581"/>
                <a:gd name="connsiteY9" fmla="*/ 9674 h 71064"/>
                <a:gd name="connsiteX10" fmla="*/ 103813 w 116581"/>
                <a:gd name="connsiteY10" fmla="*/ 2842 h 7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581" h="71064">
                  <a:moveTo>
                    <a:pt x="103813" y="2842"/>
                  </a:moveTo>
                  <a:cubicBezTo>
                    <a:pt x="101035" y="-612"/>
                    <a:pt x="95778" y="-237"/>
                    <a:pt x="91347" y="364"/>
                  </a:cubicBezTo>
                  <a:cubicBezTo>
                    <a:pt x="73548" y="2917"/>
                    <a:pt x="55524" y="4644"/>
                    <a:pt x="37575" y="5469"/>
                  </a:cubicBezTo>
                  <a:cubicBezTo>
                    <a:pt x="28338" y="5920"/>
                    <a:pt x="-1477" y="213"/>
                    <a:pt x="26" y="14480"/>
                  </a:cubicBezTo>
                  <a:cubicBezTo>
                    <a:pt x="1610" y="32838"/>
                    <a:pt x="5110" y="50986"/>
                    <a:pt x="10464" y="68616"/>
                  </a:cubicBezTo>
                  <a:cubicBezTo>
                    <a:pt x="12267" y="71168"/>
                    <a:pt x="15947" y="71168"/>
                    <a:pt x="19026" y="70943"/>
                  </a:cubicBezTo>
                  <a:cubicBezTo>
                    <a:pt x="48810" y="68255"/>
                    <a:pt x="78715" y="67099"/>
                    <a:pt x="108620" y="67489"/>
                  </a:cubicBezTo>
                  <a:cubicBezTo>
                    <a:pt x="111489" y="67850"/>
                    <a:pt x="114335" y="66679"/>
                    <a:pt x="116130" y="64411"/>
                  </a:cubicBezTo>
                  <a:cubicBezTo>
                    <a:pt x="116693" y="62624"/>
                    <a:pt x="116693" y="60717"/>
                    <a:pt x="116130" y="58930"/>
                  </a:cubicBezTo>
                  <a:lnTo>
                    <a:pt x="108620" y="9674"/>
                  </a:lnTo>
                  <a:cubicBezTo>
                    <a:pt x="106667" y="7347"/>
                    <a:pt x="105766" y="5320"/>
                    <a:pt x="103813" y="2842"/>
                  </a:cubicBezTo>
                  <a:close/>
                </a:path>
              </a:pathLst>
            </a:custGeom>
            <a:solidFill>
              <a:srgbClr val="66676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6" name="Content Placeholder 4">
              <a:extLst>
                <a:ext uri="{FF2B5EF4-FFF2-40B4-BE49-F238E27FC236}">
                  <a16:creationId xmlns:a16="http://schemas.microsoft.com/office/drawing/2014/main" id="{96D8C96A-921C-4DAC-4FC8-1FCC02DA464F}"/>
                </a:ext>
              </a:extLst>
            </p:cNvPr>
            <p:cNvSpPr/>
            <p:nvPr/>
          </p:nvSpPr>
          <p:spPr>
            <a:xfrm>
              <a:off x="6887192" y="5073725"/>
              <a:ext cx="62296" cy="84346"/>
            </a:xfrm>
            <a:custGeom>
              <a:avLst/>
              <a:gdLst>
                <a:gd name="connsiteX0" fmla="*/ 61778 w 62296"/>
                <a:gd name="connsiteY0" fmla="*/ 8405 h 84346"/>
                <a:gd name="connsiteX1" fmla="*/ 61102 w 62296"/>
                <a:gd name="connsiteY1" fmla="*/ 14562 h 84346"/>
                <a:gd name="connsiteX2" fmla="*/ 31437 w 62296"/>
                <a:gd name="connsiteY2" fmla="*/ 69223 h 84346"/>
                <a:gd name="connsiteX3" fmla="*/ 9809 w 62296"/>
                <a:gd name="connsiteY3" fmla="*/ 84240 h 84346"/>
                <a:gd name="connsiteX4" fmla="*/ -29 w 62296"/>
                <a:gd name="connsiteY4" fmla="*/ 80411 h 84346"/>
                <a:gd name="connsiteX5" fmla="*/ 16718 w 62296"/>
                <a:gd name="connsiteY5" fmla="*/ 49551 h 84346"/>
                <a:gd name="connsiteX6" fmla="*/ 23402 w 62296"/>
                <a:gd name="connsiteY6" fmla="*/ 43845 h 84346"/>
                <a:gd name="connsiteX7" fmla="*/ 27908 w 62296"/>
                <a:gd name="connsiteY7" fmla="*/ 37613 h 84346"/>
                <a:gd name="connsiteX8" fmla="*/ 37896 w 62296"/>
                <a:gd name="connsiteY8" fmla="*/ 19743 h 84346"/>
                <a:gd name="connsiteX9" fmla="*/ 39023 w 62296"/>
                <a:gd name="connsiteY9" fmla="*/ 16138 h 84346"/>
                <a:gd name="connsiteX10" fmla="*/ 37746 w 62296"/>
                <a:gd name="connsiteY10" fmla="*/ 10132 h 84346"/>
                <a:gd name="connsiteX11" fmla="*/ 39473 w 62296"/>
                <a:gd name="connsiteY11" fmla="*/ 5702 h 84346"/>
                <a:gd name="connsiteX12" fmla="*/ 40299 w 62296"/>
                <a:gd name="connsiteY12" fmla="*/ 5702 h 84346"/>
                <a:gd name="connsiteX13" fmla="*/ 41351 w 62296"/>
                <a:gd name="connsiteY13" fmla="*/ 7429 h 84346"/>
                <a:gd name="connsiteX14" fmla="*/ 42702 w 62296"/>
                <a:gd name="connsiteY14" fmla="*/ 8855 h 84346"/>
                <a:gd name="connsiteX15" fmla="*/ 43303 w 62296"/>
                <a:gd name="connsiteY15" fmla="*/ 3374 h 84346"/>
                <a:gd name="connsiteX16" fmla="*/ 61778 w 62296"/>
                <a:gd name="connsiteY16" fmla="*/ 8405 h 84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2296" h="84346">
                  <a:moveTo>
                    <a:pt x="61778" y="8405"/>
                  </a:moveTo>
                  <a:cubicBezTo>
                    <a:pt x="62619" y="10440"/>
                    <a:pt x="62364" y="12760"/>
                    <a:pt x="61102" y="14562"/>
                  </a:cubicBezTo>
                  <a:cubicBezTo>
                    <a:pt x="51091" y="32732"/>
                    <a:pt x="41200" y="50955"/>
                    <a:pt x="31437" y="69223"/>
                  </a:cubicBezTo>
                  <a:cubicBezTo>
                    <a:pt x="27232" y="76732"/>
                    <a:pt x="21900" y="85216"/>
                    <a:pt x="9809" y="84240"/>
                  </a:cubicBezTo>
                  <a:cubicBezTo>
                    <a:pt x="6212" y="84022"/>
                    <a:pt x="2772" y="82686"/>
                    <a:pt x="-29" y="80411"/>
                  </a:cubicBezTo>
                  <a:cubicBezTo>
                    <a:pt x="466" y="68082"/>
                    <a:pt x="6655" y="56684"/>
                    <a:pt x="16718" y="49551"/>
                  </a:cubicBezTo>
                  <a:cubicBezTo>
                    <a:pt x="19061" y="47787"/>
                    <a:pt x="21291" y="45887"/>
                    <a:pt x="23402" y="43845"/>
                  </a:cubicBezTo>
                  <a:cubicBezTo>
                    <a:pt x="25099" y="41915"/>
                    <a:pt x="26601" y="39828"/>
                    <a:pt x="27908" y="37613"/>
                  </a:cubicBezTo>
                  <a:cubicBezTo>
                    <a:pt x="31513" y="31831"/>
                    <a:pt x="34817" y="25900"/>
                    <a:pt x="37896" y="19743"/>
                  </a:cubicBezTo>
                  <a:cubicBezTo>
                    <a:pt x="38527" y="18639"/>
                    <a:pt x="38910" y="17407"/>
                    <a:pt x="39023" y="16138"/>
                  </a:cubicBezTo>
                  <a:cubicBezTo>
                    <a:pt x="38767" y="14104"/>
                    <a:pt x="38339" y="12091"/>
                    <a:pt x="37746" y="10132"/>
                  </a:cubicBezTo>
                  <a:cubicBezTo>
                    <a:pt x="37371" y="8105"/>
                    <a:pt x="37746" y="6077"/>
                    <a:pt x="39473" y="5702"/>
                  </a:cubicBezTo>
                  <a:cubicBezTo>
                    <a:pt x="39736" y="5589"/>
                    <a:pt x="40037" y="5589"/>
                    <a:pt x="40299" y="5702"/>
                  </a:cubicBezTo>
                  <a:cubicBezTo>
                    <a:pt x="41050" y="5702"/>
                    <a:pt x="41200" y="6828"/>
                    <a:pt x="41351" y="7429"/>
                  </a:cubicBezTo>
                  <a:cubicBezTo>
                    <a:pt x="41501" y="8030"/>
                    <a:pt x="42102" y="8931"/>
                    <a:pt x="42702" y="8855"/>
                  </a:cubicBezTo>
                  <a:cubicBezTo>
                    <a:pt x="43303" y="8780"/>
                    <a:pt x="43153" y="5252"/>
                    <a:pt x="43303" y="3374"/>
                  </a:cubicBezTo>
                  <a:cubicBezTo>
                    <a:pt x="43754" y="-2858"/>
                    <a:pt x="58098" y="-155"/>
                    <a:pt x="61778" y="8405"/>
                  </a:cubicBezTo>
                  <a:close/>
                </a:path>
              </a:pathLst>
            </a:custGeom>
            <a:solidFill>
              <a:srgbClr val="E4D2B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7" name="Content Placeholder 4">
              <a:extLst>
                <a:ext uri="{FF2B5EF4-FFF2-40B4-BE49-F238E27FC236}">
                  <a16:creationId xmlns:a16="http://schemas.microsoft.com/office/drawing/2014/main" id="{412C3AA6-4838-D0B5-A22B-A7BFE070899E}"/>
                </a:ext>
              </a:extLst>
            </p:cNvPr>
            <p:cNvSpPr/>
            <p:nvPr/>
          </p:nvSpPr>
          <p:spPr>
            <a:xfrm>
              <a:off x="6750174" y="5002045"/>
              <a:ext cx="31466" cy="184326"/>
            </a:xfrm>
            <a:custGeom>
              <a:avLst/>
              <a:gdLst>
                <a:gd name="connsiteX0" fmla="*/ 20208 w 31466"/>
                <a:gd name="connsiteY0" fmla="*/ -30 h 184326"/>
                <a:gd name="connsiteX1" fmla="*/ 6015 w 31466"/>
                <a:gd name="connsiteY1" fmla="*/ 46823 h 184326"/>
                <a:gd name="connsiteX2" fmla="*/ 307 w 31466"/>
                <a:gd name="connsiteY2" fmla="*/ 130767 h 184326"/>
                <a:gd name="connsiteX3" fmla="*/ 4437 w 31466"/>
                <a:gd name="connsiteY3" fmla="*/ 174767 h 184326"/>
                <a:gd name="connsiteX4" fmla="*/ 14125 w 31466"/>
                <a:gd name="connsiteY4" fmla="*/ 184228 h 184326"/>
                <a:gd name="connsiteX5" fmla="*/ 20960 w 31466"/>
                <a:gd name="connsiteY5" fmla="*/ 172289 h 184326"/>
                <a:gd name="connsiteX6" fmla="*/ 30572 w 31466"/>
                <a:gd name="connsiteY6" fmla="*/ 58911 h 184326"/>
                <a:gd name="connsiteX7" fmla="*/ 20208 w 31466"/>
                <a:gd name="connsiteY7" fmla="*/ -30 h 184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466" h="184326">
                  <a:moveTo>
                    <a:pt x="20208" y="-30"/>
                  </a:moveTo>
                  <a:cubicBezTo>
                    <a:pt x="11550" y="14116"/>
                    <a:pt x="6668" y="30252"/>
                    <a:pt x="6015" y="46823"/>
                  </a:cubicBezTo>
                  <a:cubicBezTo>
                    <a:pt x="2808" y="74702"/>
                    <a:pt x="908" y="102686"/>
                    <a:pt x="307" y="130767"/>
                  </a:cubicBezTo>
                  <a:cubicBezTo>
                    <a:pt x="-737" y="145559"/>
                    <a:pt x="652" y="160426"/>
                    <a:pt x="4437" y="174767"/>
                  </a:cubicBezTo>
                  <a:cubicBezTo>
                    <a:pt x="5864" y="179497"/>
                    <a:pt x="9244" y="184978"/>
                    <a:pt x="14125" y="184228"/>
                  </a:cubicBezTo>
                  <a:cubicBezTo>
                    <a:pt x="19007" y="183477"/>
                    <a:pt x="20584" y="177245"/>
                    <a:pt x="20960" y="172289"/>
                  </a:cubicBezTo>
                  <a:lnTo>
                    <a:pt x="30572" y="58911"/>
                  </a:lnTo>
                  <a:cubicBezTo>
                    <a:pt x="32074" y="38563"/>
                    <a:pt x="33126" y="15888"/>
                    <a:pt x="20208" y="-30"/>
                  </a:cubicBezTo>
                  <a:close/>
                </a:path>
              </a:pathLst>
            </a:custGeom>
            <a:solidFill>
              <a:srgbClr val="E4D2B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8" name="Content Placeholder 4">
              <a:extLst>
                <a:ext uri="{FF2B5EF4-FFF2-40B4-BE49-F238E27FC236}">
                  <a16:creationId xmlns:a16="http://schemas.microsoft.com/office/drawing/2014/main" id="{3B15A6CA-3555-0F08-53FB-54FC14988E80}"/>
                </a:ext>
              </a:extLst>
            </p:cNvPr>
            <p:cNvSpPr/>
            <p:nvPr/>
          </p:nvSpPr>
          <p:spPr>
            <a:xfrm>
              <a:off x="7005418" y="5007727"/>
              <a:ext cx="180505" cy="332301"/>
            </a:xfrm>
            <a:custGeom>
              <a:avLst/>
              <a:gdLst>
                <a:gd name="connsiteX0" fmla="*/ 130776 w 180505"/>
                <a:gd name="connsiteY0" fmla="*/ 670 h 332301"/>
                <a:gd name="connsiteX1" fmla="*/ 168852 w 180505"/>
                <a:gd name="connsiteY1" fmla="*/ 66069 h 332301"/>
                <a:gd name="connsiteX2" fmla="*/ 173658 w 180505"/>
                <a:gd name="connsiteY2" fmla="*/ 207828 h 332301"/>
                <a:gd name="connsiteX3" fmla="*/ 179290 w 180505"/>
                <a:gd name="connsiteY3" fmla="*/ 291322 h 332301"/>
                <a:gd name="connsiteX4" fmla="*/ 155559 w 180505"/>
                <a:gd name="connsiteY4" fmla="*/ 328865 h 332301"/>
                <a:gd name="connsiteX5" fmla="*/ 5960 w 180505"/>
                <a:gd name="connsiteY5" fmla="*/ 328865 h 332301"/>
                <a:gd name="connsiteX6" fmla="*/ 177 w 180505"/>
                <a:gd name="connsiteY6" fmla="*/ 233132 h 332301"/>
                <a:gd name="connsiteX7" fmla="*/ 19553 w 180505"/>
                <a:gd name="connsiteY7" fmla="*/ 95427 h 332301"/>
                <a:gd name="connsiteX8" fmla="*/ 62510 w 180505"/>
                <a:gd name="connsiteY8" fmla="*/ 26874 h 332301"/>
                <a:gd name="connsiteX9" fmla="*/ 119661 w 180505"/>
                <a:gd name="connsiteY9" fmla="*/ 520 h 332301"/>
                <a:gd name="connsiteX10" fmla="*/ 130776 w 180505"/>
                <a:gd name="connsiteY10" fmla="*/ 670 h 332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0505" h="332301">
                  <a:moveTo>
                    <a:pt x="130776" y="670"/>
                  </a:moveTo>
                  <a:cubicBezTo>
                    <a:pt x="154432" y="6677"/>
                    <a:pt x="167951" y="45721"/>
                    <a:pt x="168852" y="66069"/>
                  </a:cubicBezTo>
                  <a:cubicBezTo>
                    <a:pt x="171030" y="113297"/>
                    <a:pt x="171105" y="160600"/>
                    <a:pt x="173658" y="207828"/>
                  </a:cubicBezTo>
                  <a:cubicBezTo>
                    <a:pt x="175258" y="235662"/>
                    <a:pt x="177135" y="263488"/>
                    <a:pt x="179290" y="291322"/>
                  </a:cubicBezTo>
                  <a:cubicBezTo>
                    <a:pt x="181618" y="320455"/>
                    <a:pt x="183346" y="326161"/>
                    <a:pt x="155559" y="328865"/>
                  </a:cubicBezTo>
                  <a:cubicBezTo>
                    <a:pt x="105798" y="333407"/>
                    <a:pt x="55721" y="333407"/>
                    <a:pt x="5960" y="328865"/>
                  </a:cubicBezTo>
                  <a:cubicBezTo>
                    <a:pt x="402" y="328414"/>
                    <a:pt x="402" y="240640"/>
                    <a:pt x="177" y="233132"/>
                  </a:cubicBezTo>
                  <a:cubicBezTo>
                    <a:pt x="-1310" y="186459"/>
                    <a:pt x="5246" y="139877"/>
                    <a:pt x="19553" y="95427"/>
                  </a:cubicBezTo>
                  <a:cubicBezTo>
                    <a:pt x="27476" y="69147"/>
                    <a:pt x="42308" y="45465"/>
                    <a:pt x="62510" y="26874"/>
                  </a:cubicBezTo>
                  <a:cubicBezTo>
                    <a:pt x="78904" y="13209"/>
                    <a:pt x="98626" y="4124"/>
                    <a:pt x="119661" y="520"/>
                  </a:cubicBezTo>
                  <a:cubicBezTo>
                    <a:pt x="123333" y="-261"/>
                    <a:pt x="127126" y="-208"/>
                    <a:pt x="130776" y="670"/>
                  </a:cubicBezTo>
                  <a:close/>
                </a:path>
              </a:pathLst>
            </a:custGeom>
            <a:solidFill>
              <a:srgbClr val="ACB18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9" name="Content Placeholder 4">
              <a:extLst>
                <a:ext uri="{FF2B5EF4-FFF2-40B4-BE49-F238E27FC236}">
                  <a16:creationId xmlns:a16="http://schemas.microsoft.com/office/drawing/2014/main" id="{2224BC3D-8DE8-CAB8-886F-24F305E94C0A}"/>
                </a:ext>
              </a:extLst>
            </p:cNvPr>
            <p:cNvSpPr/>
            <p:nvPr/>
          </p:nvSpPr>
          <p:spPr>
            <a:xfrm>
              <a:off x="7017332" y="4885830"/>
              <a:ext cx="88391" cy="120423"/>
            </a:xfrm>
            <a:custGeom>
              <a:avLst/>
              <a:gdLst>
                <a:gd name="connsiteX0" fmla="*/ 83265 w 88391"/>
                <a:gd name="connsiteY0" fmla="*/ 104397 h 120423"/>
                <a:gd name="connsiteX1" fmla="*/ 88221 w 88391"/>
                <a:gd name="connsiteY1" fmla="*/ 79769 h 120423"/>
                <a:gd name="connsiteX2" fmla="*/ 74853 w 88391"/>
                <a:gd name="connsiteY2" fmla="*/ 28186 h 120423"/>
                <a:gd name="connsiteX3" fmla="*/ 18979 w 88391"/>
                <a:gd name="connsiteY3" fmla="*/ 1831 h 120423"/>
                <a:gd name="connsiteX4" fmla="*/ 3959 w 88391"/>
                <a:gd name="connsiteY4" fmla="*/ 65879 h 120423"/>
                <a:gd name="connsiteX5" fmla="*/ 30544 w 88391"/>
                <a:gd name="connsiteY5" fmla="*/ 110929 h 120423"/>
                <a:gd name="connsiteX6" fmla="*/ 83265 w 88391"/>
                <a:gd name="connsiteY6" fmla="*/ 104397 h 12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8391" h="120423">
                  <a:moveTo>
                    <a:pt x="83265" y="104397"/>
                  </a:moveTo>
                  <a:cubicBezTo>
                    <a:pt x="87177" y="96806"/>
                    <a:pt x="88889" y="88276"/>
                    <a:pt x="88221" y="79769"/>
                  </a:cubicBezTo>
                  <a:cubicBezTo>
                    <a:pt x="88011" y="61749"/>
                    <a:pt x="83422" y="44044"/>
                    <a:pt x="74853" y="28186"/>
                  </a:cubicBezTo>
                  <a:cubicBezTo>
                    <a:pt x="64189" y="10466"/>
                    <a:pt x="40608" y="-5602"/>
                    <a:pt x="18979" y="1831"/>
                  </a:cubicBezTo>
                  <a:cubicBezTo>
                    <a:pt x="-6330" y="10541"/>
                    <a:pt x="-622" y="43804"/>
                    <a:pt x="3959" y="65879"/>
                  </a:cubicBezTo>
                  <a:cubicBezTo>
                    <a:pt x="6865" y="83696"/>
                    <a:pt x="16350" y="99772"/>
                    <a:pt x="30544" y="110929"/>
                  </a:cubicBezTo>
                  <a:cubicBezTo>
                    <a:pt x="52023" y="126622"/>
                    <a:pt x="73727" y="121666"/>
                    <a:pt x="83265" y="104397"/>
                  </a:cubicBezTo>
                  <a:close/>
                </a:path>
              </a:pathLst>
            </a:custGeom>
            <a:solidFill>
              <a:srgbClr val="E3DAC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0" name="Content Placeholder 4">
              <a:extLst>
                <a:ext uri="{FF2B5EF4-FFF2-40B4-BE49-F238E27FC236}">
                  <a16:creationId xmlns:a16="http://schemas.microsoft.com/office/drawing/2014/main" id="{9473E05B-EC25-2119-8C88-EF5D25F50F83}"/>
                </a:ext>
              </a:extLst>
            </p:cNvPr>
            <p:cNvSpPr/>
            <p:nvPr/>
          </p:nvSpPr>
          <p:spPr>
            <a:xfrm>
              <a:off x="7005471" y="4856229"/>
              <a:ext cx="106402" cy="118376"/>
            </a:xfrm>
            <a:custGeom>
              <a:avLst/>
              <a:gdLst>
                <a:gd name="connsiteX0" fmla="*/ 82058 w 106402"/>
                <a:gd name="connsiteY0" fmla="*/ 85793 h 118376"/>
                <a:gd name="connsiteX1" fmla="*/ 99857 w 106402"/>
                <a:gd name="connsiteY1" fmla="*/ 117629 h 118376"/>
                <a:gd name="connsiteX2" fmla="*/ 104814 w 106402"/>
                <a:gd name="connsiteY2" fmla="*/ 113650 h 118376"/>
                <a:gd name="connsiteX3" fmla="*/ 101284 w 106402"/>
                <a:gd name="connsiteY3" fmla="*/ 34210 h 118376"/>
                <a:gd name="connsiteX4" fmla="*/ 66362 w 106402"/>
                <a:gd name="connsiteY4" fmla="*/ 2600 h 118376"/>
                <a:gd name="connsiteX5" fmla="*/ 21828 w 106402"/>
                <a:gd name="connsiteY5" fmla="*/ 8682 h 118376"/>
                <a:gd name="connsiteX6" fmla="*/ 49 w 106402"/>
                <a:gd name="connsiteY6" fmla="*/ 48101 h 118376"/>
                <a:gd name="connsiteX7" fmla="*/ 950 w 106402"/>
                <a:gd name="connsiteY7" fmla="*/ 52306 h 118376"/>
                <a:gd name="connsiteX8" fmla="*/ 7484 w 106402"/>
                <a:gd name="connsiteY8" fmla="*/ 53207 h 118376"/>
                <a:gd name="connsiteX9" fmla="*/ 46536 w 106402"/>
                <a:gd name="connsiteY9" fmla="*/ 46374 h 118376"/>
                <a:gd name="connsiteX10" fmla="*/ 72971 w 106402"/>
                <a:gd name="connsiteY10" fmla="*/ 71002 h 118376"/>
                <a:gd name="connsiteX11" fmla="*/ 87991 w 106402"/>
                <a:gd name="connsiteY11" fmla="*/ 69575 h 118376"/>
                <a:gd name="connsiteX12" fmla="*/ 94390 w 106402"/>
                <a:gd name="connsiteY12" fmla="*/ 80470 h 118376"/>
                <a:gd name="connsiteX13" fmla="*/ 93924 w 106402"/>
                <a:gd name="connsiteY13" fmla="*/ 81814 h 118376"/>
                <a:gd name="connsiteX14" fmla="*/ 82058 w 106402"/>
                <a:gd name="connsiteY14" fmla="*/ 85793 h 118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6402" h="118376">
                  <a:moveTo>
                    <a:pt x="82058" y="85793"/>
                  </a:moveTo>
                  <a:cubicBezTo>
                    <a:pt x="85986" y="97409"/>
                    <a:pt x="92024" y="108198"/>
                    <a:pt x="99857" y="117629"/>
                  </a:cubicBezTo>
                  <a:cubicBezTo>
                    <a:pt x="101434" y="119882"/>
                    <a:pt x="104438" y="116353"/>
                    <a:pt x="104814" y="113650"/>
                  </a:cubicBezTo>
                  <a:cubicBezTo>
                    <a:pt x="107735" y="87145"/>
                    <a:pt x="106549" y="60347"/>
                    <a:pt x="101284" y="34210"/>
                  </a:cubicBezTo>
                  <a:cubicBezTo>
                    <a:pt x="96252" y="13487"/>
                    <a:pt x="86264" y="9658"/>
                    <a:pt x="66362" y="2600"/>
                  </a:cubicBezTo>
                  <a:cubicBezTo>
                    <a:pt x="51380" y="-2423"/>
                    <a:pt x="34911" y="-171"/>
                    <a:pt x="21828" y="8682"/>
                  </a:cubicBezTo>
                  <a:cubicBezTo>
                    <a:pt x="8926" y="17804"/>
                    <a:pt x="905" y="32326"/>
                    <a:pt x="49" y="48101"/>
                  </a:cubicBezTo>
                  <a:cubicBezTo>
                    <a:pt x="-191" y="49565"/>
                    <a:pt x="124" y="51067"/>
                    <a:pt x="950" y="52306"/>
                  </a:cubicBezTo>
                  <a:cubicBezTo>
                    <a:pt x="2452" y="54108"/>
                    <a:pt x="5231" y="53732"/>
                    <a:pt x="7484" y="53207"/>
                  </a:cubicBezTo>
                  <a:cubicBezTo>
                    <a:pt x="20401" y="50053"/>
                    <a:pt x="33318" y="45173"/>
                    <a:pt x="46536" y="46374"/>
                  </a:cubicBezTo>
                  <a:cubicBezTo>
                    <a:pt x="59754" y="47575"/>
                    <a:pt x="73497" y="57787"/>
                    <a:pt x="72971" y="71002"/>
                  </a:cubicBezTo>
                  <a:cubicBezTo>
                    <a:pt x="77725" y="69034"/>
                    <a:pt x="82952" y="68539"/>
                    <a:pt x="87991" y="69575"/>
                  </a:cubicBezTo>
                  <a:cubicBezTo>
                    <a:pt x="92768" y="70814"/>
                    <a:pt x="95637" y="75694"/>
                    <a:pt x="94390" y="80470"/>
                  </a:cubicBezTo>
                  <a:cubicBezTo>
                    <a:pt x="94270" y="80928"/>
                    <a:pt x="94112" y="81379"/>
                    <a:pt x="93924" y="81814"/>
                  </a:cubicBezTo>
                  <a:cubicBezTo>
                    <a:pt x="90612" y="84585"/>
                    <a:pt x="86376" y="86003"/>
                    <a:pt x="82058" y="85793"/>
                  </a:cubicBezTo>
                  <a:close/>
                </a:path>
              </a:pathLst>
            </a:custGeom>
            <a:solidFill>
              <a:srgbClr val="8C623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1" name="Content Placeholder 4">
              <a:extLst>
                <a:ext uri="{FF2B5EF4-FFF2-40B4-BE49-F238E27FC236}">
                  <a16:creationId xmlns:a16="http://schemas.microsoft.com/office/drawing/2014/main" id="{40201801-1674-85ED-B153-1B12298FACB0}"/>
                </a:ext>
              </a:extLst>
            </p:cNvPr>
            <p:cNvSpPr/>
            <p:nvPr/>
          </p:nvSpPr>
          <p:spPr>
            <a:xfrm>
              <a:off x="7044608" y="5002495"/>
              <a:ext cx="62896" cy="184161"/>
            </a:xfrm>
            <a:custGeom>
              <a:avLst/>
              <a:gdLst>
                <a:gd name="connsiteX0" fmla="*/ 25348 w 62896"/>
                <a:gd name="connsiteY0" fmla="*/ 169586 h 184161"/>
                <a:gd name="connsiteX1" fmla="*/ 42621 w 62896"/>
                <a:gd name="connsiteY1" fmla="*/ 114849 h 184161"/>
                <a:gd name="connsiteX2" fmla="*/ 61771 w 62896"/>
                <a:gd name="connsiteY2" fmla="*/ 24072 h 184161"/>
                <a:gd name="connsiteX3" fmla="*/ 62222 w 62896"/>
                <a:gd name="connsiteY3" fmla="*/ 9055 h 184161"/>
                <a:gd name="connsiteX4" fmla="*/ 51107 w 62896"/>
                <a:gd name="connsiteY4" fmla="*/ -30 h 184161"/>
                <a:gd name="connsiteX5" fmla="*/ 414 w 62896"/>
                <a:gd name="connsiteY5" fmla="*/ 168760 h 184161"/>
                <a:gd name="connsiteX6" fmla="*/ 2517 w 62896"/>
                <a:gd name="connsiteY6" fmla="*/ 181149 h 184161"/>
                <a:gd name="connsiteX7" fmla="*/ 16411 w 62896"/>
                <a:gd name="connsiteY7" fmla="*/ 182050 h 184161"/>
                <a:gd name="connsiteX8" fmla="*/ 25348 w 62896"/>
                <a:gd name="connsiteY8" fmla="*/ 169586 h 184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2896" h="184161">
                  <a:moveTo>
                    <a:pt x="25348" y="169586"/>
                  </a:moveTo>
                  <a:cubicBezTo>
                    <a:pt x="32947" y="151971"/>
                    <a:pt x="38738" y="133636"/>
                    <a:pt x="42621" y="114849"/>
                  </a:cubicBezTo>
                  <a:cubicBezTo>
                    <a:pt x="49680" y="84816"/>
                    <a:pt x="56138" y="54782"/>
                    <a:pt x="61771" y="24072"/>
                  </a:cubicBezTo>
                  <a:cubicBezTo>
                    <a:pt x="63063" y="19169"/>
                    <a:pt x="63213" y="14033"/>
                    <a:pt x="62222" y="9055"/>
                  </a:cubicBezTo>
                  <a:cubicBezTo>
                    <a:pt x="60998" y="3860"/>
                    <a:pt x="56439" y="135"/>
                    <a:pt x="51107" y="-30"/>
                  </a:cubicBezTo>
                  <a:cubicBezTo>
                    <a:pt x="24034" y="52665"/>
                    <a:pt x="6850" y="109871"/>
                    <a:pt x="414" y="168760"/>
                  </a:cubicBezTo>
                  <a:cubicBezTo>
                    <a:pt x="-607" y="173002"/>
                    <a:pt x="152" y="177478"/>
                    <a:pt x="2517" y="181149"/>
                  </a:cubicBezTo>
                  <a:cubicBezTo>
                    <a:pt x="6325" y="184753"/>
                    <a:pt x="12168" y="185136"/>
                    <a:pt x="16411" y="182050"/>
                  </a:cubicBezTo>
                  <a:cubicBezTo>
                    <a:pt x="20459" y="178776"/>
                    <a:pt x="23545" y="174474"/>
                    <a:pt x="25348" y="169586"/>
                  </a:cubicBezTo>
                  <a:close/>
                </a:path>
              </a:pathLst>
            </a:custGeom>
            <a:solidFill>
              <a:srgbClr val="E3DAC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2" name="Content Placeholder 4">
              <a:extLst>
                <a:ext uri="{FF2B5EF4-FFF2-40B4-BE49-F238E27FC236}">
                  <a16:creationId xmlns:a16="http://schemas.microsoft.com/office/drawing/2014/main" id="{26F2912F-D8BD-F8BD-F272-FC66583EFCD5}"/>
                </a:ext>
              </a:extLst>
            </p:cNvPr>
            <p:cNvSpPr/>
            <p:nvPr/>
          </p:nvSpPr>
          <p:spPr>
            <a:xfrm>
              <a:off x="7045661" y="5138902"/>
              <a:ext cx="67226" cy="53626"/>
            </a:xfrm>
            <a:custGeom>
              <a:avLst/>
              <a:gdLst>
                <a:gd name="connsiteX0" fmla="*/ 20465 w 67226"/>
                <a:gd name="connsiteY0" fmla="*/ 22067 h 53626"/>
                <a:gd name="connsiteX1" fmla="*/ 56888 w 67226"/>
                <a:gd name="connsiteY1" fmla="*/ 443 h 53626"/>
                <a:gd name="connsiteX2" fmla="*/ 59291 w 67226"/>
                <a:gd name="connsiteY2" fmla="*/ 67 h 53626"/>
                <a:gd name="connsiteX3" fmla="*/ 60718 w 67226"/>
                <a:gd name="connsiteY3" fmla="*/ 1869 h 53626"/>
                <a:gd name="connsiteX4" fmla="*/ 66426 w 67226"/>
                <a:gd name="connsiteY4" fmla="*/ 19439 h 53626"/>
                <a:gd name="connsiteX5" fmla="*/ 64623 w 67226"/>
                <a:gd name="connsiteY5" fmla="*/ 31677 h 53626"/>
                <a:gd name="connsiteX6" fmla="*/ 58390 w 67226"/>
                <a:gd name="connsiteY6" fmla="*/ 34831 h 53626"/>
                <a:gd name="connsiteX7" fmla="*/ 28350 w 67226"/>
                <a:gd name="connsiteY7" fmla="*/ 51200 h 53626"/>
                <a:gd name="connsiteX8" fmla="*/ 2891 w 67226"/>
                <a:gd name="connsiteY8" fmla="*/ 53227 h 53626"/>
                <a:gd name="connsiteX9" fmla="*/ 638 w 67226"/>
                <a:gd name="connsiteY9" fmla="*/ 52476 h 53626"/>
                <a:gd name="connsiteX10" fmla="*/ 263 w 67226"/>
                <a:gd name="connsiteY10" fmla="*/ 50974 h 53626"/>
                <a:gd name="connsiteX11" fmla="*/ 1614 w 67226"/>
                <a:gd name="connsiteY11" fmla="*/ 38661 h 53626"/>
                <a:gd name="connsiteX12" fmla="*/ 5445 w 67226"/>
                <a:gd name="connsiteY12" fmla="*/ 33555 h 53626"/>
                <a:gd name="connsiteX13" fmla="*/ 20465 w 67226"/>
                <a:gd name="connsiteY13" fmla="*/ 22067 h 53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7226" h="53626">
                  <a:moveTo>
                    <a:pt x="20465" y="22067"/>
                  </a:moveTo>
                  <a:cubicBezTo>
                    <a:pt x="31835" y="13635"/>
                    <a:pt x="44038" y="6389"/>
                    <a:pt x="56888" y="443"/>
                  </a:cubicBezTo>
                  <a:cubicBezTo>
                    <a:pt x="57602" y="-8"/>
                    <a:pt x="58473" y="-143"/>
                    <a:pt x="59291" y="67"/>
                  </a:cubicBezTo>
                  <a:cubicBezTo>
                    <a:pt x="59990" y="450"/>
                    <a:pt x="60508" y="1096"/>
                    <a:pt x="60718" y="1869"/>
                  </a:cubicBezTo>
                  <a:cubicBezTo>
                    <a:pt x="63226" y="7516"/>
                    <a:pt x="65141" y="13402"/>
                    <a:pt x="66426" y="19439"/>
                  </a:cubicBezTo>
                  <a:cubicBezTo>
                    <a:pt x="67905" y="23561"/>
                    <a:pt x="67229" y="28156"/>
                    <a:pt x="64623" y="31677"/>
                  </a:cubicBezTo>
                  <a:cubicBezTo>
                    <a:pt x="62791" y="33149"/>
                    <a:pt x="60666" y="34223"/>
                    <a:pt x="58390" y="34831"/>
                  </a:cubicBezTo>
                  <a:cubicBezTo>
                    <a:pt x="47651" y="38886"/>
                    <a:pt x="39089" y="47595"/>
                    <a:pt x="28350" y="51200"/>
                  </a:cubicBezTo>
                  <a:cubicBezTo>
                    <a:pt x="20059" y="53415"/>
                    <a:pt x="11430" y="54105"/>
                    <a:pt x="2891" y="53227"/>
                  </a:cubicBezTo>
                  <a:cubicBezTo>
                    <a:pt x="2073" y="53264"/>
                    <a:pt x="1269" y="52994"/>
                    <a:pt x="638" y="52476"/>
                  </a:cubicBezTo>
                  <a:cubicBezTo>
                    <a:pt x="398" y="52010"/>
                    <a:pt x="270" y="51500"/>
                    <a:pt x="263" y="50974"/>
                  </a:cubicBezTo>
                  <a:cubicBezTo>
                    <a:pt x="-398" y="46822"/>
                    <a:pt x="67" y="42573"/>
                    <a:pt x="1614" y="38661"/>
                  </a:cubicBezTo>
                  <a:cubicBezTo>
                    <a:pt x="2621" y="36768"/>
                    <a:pt x="3913" y="35049"/>
                    <a:pt x="5445" y="33555"/>
                  </a:cubicBezTo>
                  <a:cubicBezTo>
                    <a:pt x="12053" y="26121"/>
                    <a:pt x="12129" y="28149"/>
                    <a:pt x="20465" y="22067"/>
                  </a:cubicBezTo>
                  <a:close/>
                </a:path>
              </a:pathLst>
            </a:custGeom>
            <a:solidFill>
              <a:srgbClr val="E3DAC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3" name="Content Placeholder 4">
              <a:extLst>
                <a:ext uri="{FF2B5EF4-FFF2-40B4-BE49-F238E27FC236}">
                  <a16:creationId xmlns:a16="http://schemas.microsoft.com/office/drawing/2014/main" id="{79568A94-02B9-B42F-90DF-B1BF64495DA9}"/>
                </a:ext>
              </a:extLst>
            </p:cNvPr>
            <p:cNvSpPr/>
            <p:nvPr/>
          </p:nvSpPr>
          <p:spPr>
            <a:xfrm>
              <a:off x="6765954" y="5148610"/>
              <a:ext cx="16480" cy="507712"/>
            </a:xfrm>
            <a:custGeom>
              <a:avLst/>
              <a:gdLst>
                <a:gd name="connsiteX0" fmla="*/ 8184 w 16480"/>
                <a:gd name="connsiteY0" fmla="*/ 5602 h 507712"/>
                <a:gd name="connsiteX1" fmla="*/ 298 w 16480"/>
                <a:gd name="connsiteY1" fmla="*/ 5602 h 507712"/>
                <a:gd name="connsiteX2" fmla="*/ 6381 w 16480"/>
                <a:gd name="connsiteY2" fmla="*/ 500559 h 507712"/>
                <a:gd name="connsiteX3" fmla="*/ 16445 w 16480"/>
                <a:gd name="connsiteY3" fmla="*/ 500559 h 507712"/>
                <a:gd name="connsiteX4" fmla="*/ 8184 w 16480"/>
                <a:gd name="connsiteY4" fmla="*/ 5602 h 50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80" h="507712">
                  <a:moveTo>
                    <a:pt x="8184" y="5602"/>
                  </a:moveTo>
                  <a:cubicBezTo>
                    <a:pt x="8184" y="-1907"/>
                    <a:pt x="674" y="-1907"/>
                    <a:pt x="298" y="5602"/>
                  </a:cubicBezTo>
                  <a:cubicBezTo>
                    <a:pt x="-678" y="170788"/>
                    <a:pt x="298" y="335974"/>
                    <a:pt x="6381" y="500559"/>
                  </a:cubicBezTo>
                  <a:cubicBezTo>
                    <a:pt x="6381" y="510019"/>
                    <a:pt x="16745" y="510095"/>
                    <a:pt x="16445" y="500559"/>
                  </a:cubicBezTo>
                  <a:cubicBezTo>
                    <a:pt x="11413" y="335598"/>
                    <a:pt x="7733" y="170788"/>
                    <a:pt x="8184" y="5602"/>
                  </a:cubicBezTo>
                  <a:close/>
                </a:path>
              </a:pathLst>
            </a:custGeom>
            <a:solidFill>
              <a:srgbClr val="E3E4E5">
                <a:alpha val="2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4" name="Content Placeholder 4">
              <a:extLst>
                <a:ext uri="{FF2B5EF4-FFF2-40B4-BE49-F238E27FC236}">
                  <a16:creationId xmlns:a16="http://schemas.microsoft.com/office/drawing/2014/main" id="{B6389A2C-F7D1-BCFA-1384-429A82A45E8A}"/>
                </a:ext>
              </a:extLst>
            </p:cNvPr>
            <p:cNvSpPr/>
            <p:nvPr/>
          </p:nvSpPr>
          <p:spPr>
            <a:xfrm>
              <a:off x="6806658" y="5145907"/>
              <a:ext cx="16480" cy="507787"/>
            </a:xfrm>
            <a:custGeom>
              <a:avLst/>
              <a:gdLst>
                <a:gd name="connsiteX0" fmla="*/ 8184 w 16480"/>
                <a:gd name="connsiteY0" fmla="*/ 5602 h 507787"/>
                <a:gd name="connsiteX1" fmla="*/ 298 w 16480"/>
                <a:gd name="connsiteY1" fmla="*/ 5602 h 507787"/>
                <a:gd name="connsiteX2" fmla="*/ 6381 w 16480"/>
                <a:gd name="connsiteY2" fmla="*/ 500634 h 507787"/>
                <a:gd name="connsiteX3" fmla="*/ 16445 w 16480"/>
                <a:gd name="connsiteY3" fmla="*/ 500634 h 507787"/>
                <a:gd name="connsiteX4" fmla="*/ 8184 w 16480"/>
                <a:gd name="connsiteY4" fmla="*/ 5602 h 507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80" h="507787">
                  <a:moveTo>
                    <a:pt x="8184" y="5602"/>
                  </a:moveTo>
                  <a:cubicBezTo>
                    <a:pt x="8184" y="-1907"/>
                    <a:pt x="674" y="-1907"/>
                    <a:pt x="298" y="5602"/>
                  </a:cubicBezTo>
                  <a:cubicBezTo>
                    <a:pt x="-678" y="170788"/>
                    <a:pt x="298" y="335974"/>
                    <a:pt x="6381" y="500634"/>
                  </a:cubicBezTo>
                  <a:cubicBezTo>
                    <a:pt x="6381" y="510095"/>
                    <a:pt x="16745" y="510170"/>
                    <a:pt x="16445" y="500634"/>
                  </a:cubicBezTo>
                  <a:cubicBezTo>
                    <a:pt x="11639" y="335523"/>
                    <a:pt x="7658" y="170788"/>
                    <a:pt x="8184" y="5602"/>
                  </a:cubicBezTo>
                  <a:close/>
                </a:path>
              </a:pathLst>
            </a:custGeom>
            <a:solidFill>
              <a:srgbClr val="E3E4E5">
                <a:alpha val="2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5" name="Content Placeholder 4">
              <a:extLst>
                <a:ext uri="{FF2B5EF4-FFF2-40B4-BE49-F238E27FC236}">
                  <a16:creationId xmlns:a16="http://schemas.microsoft.com/office/drawing/2014/main" id="{394370B8-4142-6067-F42F-26EB2AE6470B}"/>
                </a:ext>
              </a:extLst>
            </p:cNvPr>
            <p:cNvSpPr/>
            <p:nvPr/>
          </p:nvSpPr>
          <p:spPr>
            <a:xfrm>
              <a:off x="6839101" y="5145907"/>
              <a:ext cx="16480" cy="507787"/>
            </a:xfrm>
            <a:custGeom>
              <a:avLst/>
              <a:gdLst>
                <a:gd name="connsiteX0" fmla="*/ 8184 w 16480"/>
                <a:gd name="connsiteY0" fmla="*/ 5602 h 507787"/>
                <a:gd name="connsiteX1" fmla="*/ 298 w 16480"/>
                <a:gd name="connsiteY1" fmla="*/ 5602 h 507787"/>
                <a:gd name="connsiteX2" fmla="*/ 6381 w 16480"/>
                <a:gd name="connsiteY2" fmla="*/ 500634 h 507787"/>
                <a:gd name="connsiteX3" fmla="*/ 16445 w 16480"/>
                <a:gd name="connsiteY3" fmla="*/ 500634 h 507787"/>
                <a:gd name="connsiteX4" fmla="*/ 8184 w 16480"/>
                <a:gd name="connsiteY4" fmla="*/ 5602 h 507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80" h="507787">
                  <a:moveTo>
                    <a:pt x="8184" y="5602"/>
                  </a:moveTo>
                  <a:cubicBezTo>
                    <a:pt x="8184" y="-1907"/>
                    <a:pt x="674" y="-1907"/>
                    <a:pt x="298" y="5602"/>
                  </a:cubicBezTo>
                  <a:cubicBezTo>
                    <a:pt x="-678" y="170788"/>
                    <a:pt x="298" y="335974"/>
                    <a:pt x="6381" y="500634"/>
                  </a:cubicBezTo>
                  <a:cubicBezTo>
                    <a:pt x="6381" y="510095"/>
                    <a:pt x="16745" y="510170"/>
                    <a:pt x="16445" y="500634"/>
                  </a:cubicBezTo>
                  <a:cubicBezTo>
                    <a:pt x="11413" y="335523"/>
                    <a:pt x="7658" y="170788"/>
                    <a:pt x="8184" y="5602"/>
                  </a:cubicBezTo>
                  <a:close/>
                </a:path>
              </a:pathLst>
            </a:custGeom>
            <a:solidFill>
              <a:srgbClr val="E3E4E5">
                <a:alpha val="2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6" name="Content Placeholder 4">
              <a:extLst>
                <a:ext uri="{FF2B5EF4-FFF2-40B4-BE49-F238E27FC236}">
                  <a16:creationId xmlns:a16="http://schemas.microsoft.com/office/drawing/2014/main" id="{F7E7B938-3F51-25CD-9AB6-2A97034DECE3}"/>
                </a:ext>
              </a:extLst>
            </p:cNvPr>
            <p:cNvSpPr/>
            <p:nvPr/>
          </p:nvSpPr>
          <p:spPr>
            <a:xfrm>
              <a:off x="6876095" y="5152364"/>
              <a:ext cx="16511" cy="507712"/>
            </a:xfrm>
            <a:custGeom>
              <a:avLst/>
              <a:gdLst>
                <a:gd name="connsiteX0" fmla="*/ 8215 w 16511"/>
                <a:gd name="connsiteY0" fmla="*/ 5602 h 507712"/>
                <a:gd name="connsiteX1" fmla="*/ 329 w 16511"/>
                <a:gd name="connsiteY1" fmla="*/ 5602 h 507712"/>
                <a:gd name="connsiteX2" fmla="*/ 6337 w 16511"/>
                <a:gd name="connsiteY2" fmla="*/ 500559 h 507712"/>
                <a:gd name="connsiteX3" fmla="*/ 16476 w 16511"/>
                <a:gd name="connsiteY3" fmla="*/ 500559 h 507712"/>
                <a:gd name="connsiteX4" fmla="*/ 8215 w 16511"/>
                <a:gd name="connsiteY4" fmla="*/ 5602 h 50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1" h="507712">
                  <a:moveTo>
                    <a:pt x="8215" y="5602"/>
                  </a:moveTo>
                  <a:cubicBezTo>
                    <a:pt x="8215" y="-1907"/>
                    <a:pt x="705" y="-1907"/>
                    <a:pt x="329" y="5602"/>
                  </a:cubicBezTo>
                  <a:cubicBezTo>
                    <a:pt x="-722" y="170788"/>
                    <a:pt x="329" y="335974"/>
                    <a:pt x="6337" y="500559"/>
                  </a:cubicBezTo>
                  <a:cubicBezTo>
                    <a:pt x="6337" y="510019"/>
                    <a:pt x="16776" y="510095"/>
                    <a:pt x="16476" y="500559"/>
                  </a:cubicBezTo>
                  <a:cubicBezTo>
                    <a:pt x="11369" y="335598"/>
                    <a:pt x="7689" y="170788"/>
                    <a:pt x="8215" y="5602"/>
                  </a:cubicBezTo>
                  <a:close/>
                </a:path>
              </a:pathLst>
            </a:custGeom>
            <a:solidFill>
              <a:srgbClr val="E3E4E5">
                <a:alpha val="2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7" name="Content Placeholder 4">
              <a:extLst>
                <a:ext uri="{FF2B5EF4-FFF2-40B4-BE49-F238E27FC236}">
                  <a16:creationId xmlns:a16="http://schemas.microsoft.com/office/drawing/2014/main" id="{BE26B0BF-F27B-E561-7A17-C1E06AC7469E}"/>
                </a:ext>
              </a:extLst>
            </p:cNvPr>
            <p:cNvSpPr/>
            <p:nvPr/>
          </p:nvSpPr>
          <p:spPr>
            <a:xfrm>
              <a:off x="6759212" y="5087286"/>
              <a:ext cx="94931" cy="101246"/>
            </a:xfrm>
            <a:custGeom>
              <a:avLst/>
              <a:gdLst>
                <a:gd name="connsiteX0" fmla="*/ 90025 w 94931"/>
                <a:gd name="connsiteY0" fmla="*/ 25 h 101246"/>
                <a:gd name="connsiteX1" fmla="*/ 79886 w 94931"/>
                <a:gd name="connsiteY1" fmla="*/ 3104 h 101246"/>
                <a:gd name="connsiteX2" fmla="*/ 74479 w 94931"/>
                <a:gd name="connsiteY2" fmla="*/ 14517 h 101246"/>
                <a:gd name="connsiteX3" fmla="*/ 70799 w 94931"/>
                <a:gd name="connsiteY3" fmla="*/ 11964 h 101246"/>
                <a:gd name="connsiteX4" fmla="*/ 68096 w 94931"/>
                <a:gd name="connsiteY4" fmla="*/ 15193 h 101246"/>
                <a:gd name="connsiteX5" fmla="*/ 69898 w 94931"/>
                <a:gd name="connsiteY5" fmla="*/ 20749 h 101246"/>
                <a:gd name="connsiteX6" fmla="*/ 67570 w 94931"/>
                <a:gd name="connsiteY6" fmla="*/ 24278 h 101246"/>
                <a:gd name="connsiteX7" fmla="*/ 14324 w 94931"/>
                <a:gd name="connsiteY7" fmla="*/ 67677 h 101246"/>
                <a:gd name="connsiteX8" fmla="*/ 4561 w 94931"/>
                <a:gd name="connsiteY8" fmla="*/ 82694 h 101246"/>
                <a:gd name="connsiteX9" fmla="*/ 1482 w 94931"/>
                <a:gd name="connsiteY9" fmla="*/ 97711 h 101246"/>
                <a:gd name="connsiteX10" fmla="*/ 15976 w 94931"/>
                <a:gd name="connsiteY10" fmla="*/ 99137 h 101246"/>
                <a:gd name="connsiteX11" fmla="*/ 93555 w 94931"/>
                <a:gd name="connsiteY11" fmla="*/ 9036 h 101246"/>
                <a:gd name="connsiteX12" fmla="*/ 90025 w 94931"/>
                <a:gd name="connsiteY12" fmla="*/ 25 h 101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931" h="101246">
                  <a:moveTo>
                    <a:pt x="90025" y="25"/>
                  </a:moveTo>
                  <a:cubicBezTo>
                    <a:pt x="86375" y="-298"/>
                    <a:pt x="82740" y="806"/>
                    <a:pt x="79886" y="3104"/>
                  </a:cubicBezTo>
                  <a:cubicBezTo>
                    <a:pt x="76988" y="6287"/>
                    <a:pt x="75103" y="10259"/>
                    <a:pt x="74479" y="14517"/>
                  </a:cubicBezTo>
                  <a:cubicBezTo>
                    <a:pt x="73969" y="12932"/>
                    <a:pt x="72459" y="11881"/>
                    <a:pt x="70799" y="11964"/>
                  </a:cubicBezTo>
                  <a:cubicBezTo>
                    <a:pt x="69207" y="12189"/>
                    <a:pt x="68043" y="13585"/>
                    <a:pt x="68096" y="15193"/>
                  </a:cubicBezTo>
                  <a:cubicBezTo>
                    <a:pt x="68096" y="17144"/>
                    <a:pt x="70048" y="18797"/>
                    <a:pt x="69898" y="20749"/>
                  </a:cubicBezTo>
                  <a:cubicBezTo>
                    <a:pt x="69643" y="22198"/>
                    <a:pt x="68802" y="23474"/>
                    <a:pt x="67570" y="24278"/>
                  </a:cubicBezTo>
                  <a:cubicBezTo>
                    <a:pt x="50147" y="39295"/>
                    <a:pt x="30996" y="51909"/>
                    <a:pt x="14324" y="67677"/>
                  </a:cubicBezTo>
                  <a:cubicBezTo>
                    <a:pt x="10366" y="72189"/>
                    <a:pt x="7077" y="77242"/>
                    <a:pt x="4561" y="82694"/>
                  </a:cubicBezTo>
                  <a:cubicBezTo>
                    <a:pt x="2008" y="86823"/>
                    <a:pt x="-2348" y="92229"/>
                    <a:pt x="1482" y="97711"/>
                  </a:cubicBezTo>
                  <a:cubicBezTo>
                    <a:pt x="5312" y="103192"/>
                    <a:pt x="11170" y="101089"/>
                    <a:pt x="15976" y="99137"/>
                  </a:cubicBezTo>
                  <a:cubicBezTo>
                    <a:pt x="53526" y="84120"/>
                    <a:pt x="74704" y="45527"/>
                    <a:pt x="93555" y="9036"/>
                  </a:cubicBezTo>
                  <a:cubicBezTo>
                    <a:pt x="96634" y="3104"/>
                    <a:pt x="94005" y="476"/>
                    <a:pt x="90025" y="25"/>
                  </a:cubicBezTo>
                  <a:close/>
                </a:path>
              </a:pathLst>
            </a:custGeom>
            <a:solidFill>
              <a:srgbClr val="E4D2B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468" name="Group 1467">
            <a:extLst>
              <a:ext uri="{FF2B5EF4-FFF2-40B4-BE49-F238E27FC236}">
                <a16:creationId xmlns:a16="http://schemas.microsoft.com/office/drawing/2014/main" id="{C69F63D2-BCA8-AA5E-1FF5-E506555FC719}"/>
              </a:ext>
            </a:extLst>
          </p:cNvPr>
          <p:cNvGrpSpPr/>
          <p:nvPr userDrawn="1"/>
        </p:nvGrpSpPr>
        <p:grpSpPr>
          <a:xfrm>
            <a:off x="6369878" y="3015492"/>
            <a:ext cx="398575" cy="853378"/>
            <a:chOff x="7648304" y="2630392"/>
            <a:chExt cx="398575" cy="853378"/>
          </a:xfrm>
        </p:grpSpPr>
        <p:sp>
          <p:nvSpPr>
            <p:cNvPr id="1469" name="Content Placeholder 4">
              <a:extLst>
                <a:ext uri="{FF2B5EF4-FFF2-40B4-BE49-F238E27FC236}">
                  <a16:creationId xmlns:a16="http://schemas.microsoft.com/office/drawing/2014/main" id="{D3294C17-8E8C-4A9F-A3DD-307C48BCC995}"/>
                </a:ext>
              </a:extLst>
            </p:cNvPr>
            <p:cNvSpPr/>
            <p:nvPr/>
          </p:nvSpPr>
          <p:spPr>
            <a:xfrm>
              <a:off x="7772340" y="3461838"/>
              <a:ext cx="274539" cy="21932"/>
            </a:xfrm>
            <a:custGeom>
              <a:avLst/>
              <a:gdLst>
                <a:gd name="connsiteX0" fmla="*/ 190480 w 274539"/>
                <a:gd name="connsiteY0" fmla="*/ 19565 h 21932"/>
                <a:gd name="connsiteX1" fmla="*/ 258070 w 274539"/>
                <a:gd name="connsiteY1" fmla="*/ 15735 h 21932"/>
                <a:gd name="connsiteX2" fmla="*/ 274291 w 274539"/>
                <a:gd name="connsiteY2" fmla="*/ 7401 h 21932"/>
                <a:gd name="connsiteX3" fmla="*/ 274291 w 274539"/>
                <a:gd name="connsiteY3" fmla="*/ 4998 h 21932"/>
                <a:gd name="connsiteX4" fmla="*/ 272263 w 274539"/>
                <a:gd name="connsiteY4" fmla="*/ 2971 h 21932"/>
                <a:gd name="connsiteX5" fmla="*/ 254615 w 274539"/>
                <a:gd name="connsiteY5" fmla="*/ 118 h 21932"/>
                <a:gd name="connsiteX6" fmla="*/ 49817 w 274539"/>
                <a:gd name="connsiteY6" fmla="*/ 1545 h 21932"/>
                <a:gd name="connsiteX7" fmla="*/ 25410 w 274539"/>
                <a:gd name="connsiteY7" fmla="*/ 2370 h 21932"/>
                <a:gd name="connsiteX8" fmla="*/ 2880 w 274539"/>
                <a:gd name="connsiteY8" fmla="*/ 7251 h 21932"/>
                <a:gd name="connsiteX9" fmla="*/ 4757 w 274539"/>
                <a:gd name="connsiteY9" fmla="*/ 19414 h 21932"/>
                <a:gd name="connsiteX10" fmla="*/ 26761 w 274539"/>
                <a:gd name="connsiteY10" fmla="*/ 21517 h 21932"/>
                <a:gd name="connsiteX11" fmla="*/ 131301 w 274539"/>
                <a:gd name="connsiteY11" fmla="*/ 20766 h 21932"/>
                <a:gd name="connsiteX12" fmla="*/ 190480 w 274539"/>
                <a:gd name="connsiteY12" fmla="*/ 19565 h 21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539" h="21932">
                  <a:moveTo>
                    <a:pt x="190480" y="19565"/>
                  </a:moveTo>
                  <a:cubicBezTo>
                    <a:pt x="213010" y="19039"/>
                    <a:pt x="235540" y="18363"/>
                    <a:pt x="258070" y="15735"/>
                  </a:cubicBezTo>
                  <a:cubicBezTo>
                    <a:pt x="264378" y="15060"/>
                    <a:pt x="271888" y="13333"/>
                    <a:pt x="274291" y="7401"/>
                  </a:cubicBezTo>
                  <a:cubicBezTo>
                    <a:pt x="274584" y="6628"/>
                    <a:pt x="274584" y="5772"/>
                    <a:pt x="274291" y="4998"/>
                  </a:cubicBezTo>
                  <a:cubicBezTo>
                    <a:pt x="273923" y="4075"/>
                    <a:pt x="273187" y="3339"/>
                    <a:pt x="272263" y="2971"/>
                  </a:cubicBezTo>
                  <a:cubicBezTo>
                    <a:pt x="266714" y="553"/>
                    <a:pt x="260645" y="-430"/>
                    <a:pt x="254615" y="118"/>
                  </a:cubicBezTo>
                  <a:lnTo>
                    <a:pt x="49817" y="1545"/>
                  </a:lnTo>
                  <a:cubicBezTo>
                    <a:pt x="41632" y="1545"/>
                    <a:pt x="33521" y="1545"/>
                    <a:pt x="25410" y="2370"/>
                  </a:cubicBezTo>
                  <a:cubicBezTo>
                    <a:pt x="19026" y="2821"/>
                    <a:pt x="8137" y="2370"/>
                    <a:pt x="2880" y="7251"/>
                  </a:cubicBezTo>
                  <a:cubicBezTo>
                    <a:pt x="-2377" y="12132"/>
                    <a:pt x="251" y="16336"/>
                    <a:pt x="4757" y="19414"/>
                  </a:cubicBezTo>
                  <a:cubicBezTo>
                    <a:pt x="10540" y="23319"/>
                    <a:pt x="20153" y="21442"/>
                    <a:pt x="26761" y="21517"/>
                  </a:cubicBezTo>
                  <a:cubicBezTo>
                    <a:pt x="61811" y="21517"/>
                    <a:pt x="96657" y="21269"/>
                    <a:pt x="131301" y="20766"/>
                  </a:cubicBezTo>
                  <a:cubicBezTo>
                    <a:pt x="151052" y="20466"/>
                    <a:pt x="170804" y="20090"/>
                    <a:pt x="190480" y="19565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0" name="Content Placeholder 4">
              <a:extLst>
                <a:ext uri="{FF2B5EF4-FFF2-40B4-BE49-F238E27FC236}">
                  <a16:creationId xmlns:a16="http://schemas.microsoft.com/office/drawing/2014/main" id="{89949496-A2BE-0675-D919-B7848A3E9258}"/>
                </a:ext>
              </a:extLst>
            </p:cNvPr>
            <p:cNvSpPr/>
            <p:nvPr/>
          </p:nvSpPr>
          <p:spPr>
            <a:xfrm>
              <a:off x="7805253" y="2630392"/>
              <a:ext cx="69740" cy="161241"/>
            </a:xfrm>
            <a:custGeom>
              <a:avLst/>
              <a:gdLst>
                <a:gd name="connsiteX0" fmla="*/ 36430 w 69740"/>
                <a:gd name="connsiteY0" fmla="*/ 32439 h 161241"/>
                <a:gd name="connsiteX1" fmla="*/ 44766 w 69740"/>
                <a:gd name="connsiteY1" fmla="*/ 54964 h 161241"/>
                <a:gd name="connsiteX2" fmla="*/ 42889 w 69740"/>
                <a:gd name="connsiteY2" fmla="*/ 78992 h 161241"/>
                <a:gd name="connsiteX3" fmla="*/ 25691 w 69740"/>
                <a:gd name="connsiteY3" fmla="*/ 154076 h 161241"/>
                <a:gd name="connsiteX4" fmla="*/ 25165 w 69740"/>
                <a:gd name="connsiteY4" fmla="*/ 158581 h 161241"/>
                <a:gd name="connsiteX5" fmla="*/ 28394 w 69740"/>
                <a:gd name="connsiteY5" fmla="*/ 161209 h 161241"/>
                <a:gd name="connsiteX6" fmla="*/ 30046 w 69740"/>
                <a:gd name="connsiteY6" fmla="*/ 160458 h 161241"/>
                <a:gd name="connsiteX7" fmla="*/ 51825 w 69740"/>
                <a:gd name="connsiteY7" fmla="*/ 133728 h 161241"/>
                <a:gd name="connsiteX8" fmla="*/ 62865 w 69740"/>
                <a:gd name="connsiteY8" fmla="*/ 100766 h 161241"/>
                <a:gd name="connsiteX9" fmla="*/ 69249 w 69740"/>
                <a:gd name="connsiteY9" fmla="*/ 71258 h 161241"/>
                <a:gd name="connsiteX10" fmla="*/ 57458 w 69740"/>
                <a:gd name="connsiteY10" fmla="*/ 23129 h 161241"/>
                <a:gd name="connsiteX11" fmla="*/ 14576 w 69740"/>
                <a:gd name="connsiteY11" fmla="*/ 3 h 161241"/>
                <a:gd name="connsiteX12" fmla="*/ 4588 w 69740"/>
                <a:gd name="connsiteY12" fmla="*/ 2180 h 161241"/>
                <a:gd name="connsiteX13" fmla="*/ 6 w 69740"/>
                <a:gd name="connsiteY13" fmla="*/ 10740 h 161241"/>
                <a:gd name="connsiteX14" fmla="*/ 16153 w 69740"/>
                <a:gd name="connsiteY14" fmla="*/ 19299 h 161241"/>
                <a:gd name="connsiteX15" fmla="*/ 36430 w 69740"/>
                <a:gd name="connsiteY15" fmla="*/ 32439 h 161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9740" h="161241">
                  <a:moveTo>
                    <a:pt x="36430" y="32439"/>
                  </a:moveTo>
                  <a:cubicBezTo>
                    <a:pt x="41537" y="38866"/>
                    <a:pt x="44458" y="46758"/>
                    <a:pt x="44766" y="54964"/>
                  </a:cubicBezTo>
                  <a:cubicBezTo>
                    <a:pt x="45119" y="63021"/>
                    <a:pt x="44488" y="71085"/>
                    <a:pt x="42889" y="78992"/>
                  </a:cubicBezTo>
                  <a:cubicBezTo>
                    <a:pt x="38661" y="104340"/>
                    <a:pt x="32915" y="129411"/>
                    <a:pt x="25691" y="154076"/>
                  </a:cubicBezTo>
                  <a:cubicBezTo>
                    <a:pt x="25105" y="155503"/>
                    <a:pt x="24924" y="157057"/>
                    <a:pt x="25165" y="158581"/>
                  </a:cubicBezTo>
                  <a:cubicBezTo>
                    <a:pt x="25428" y="160143"/>
                    <a:pt x="26810" y="161269"/>
                    <a:pt x="28394" y="161209"/>
                  </a:cubicBezTo>
                  <a:cubicBezTo>
                    <a:pt x="28987" y="161066"/>
                    <a:pt x="29551" y="160811"/>
                    <a:pt x="30046" y="160458"/>
                  </a:cubicBezTo>
                  <a:cubicBezTo>
                    <a:pt x="39607" y="153701"/>
                    <a:pt x="47139" y="144458"/>
                    <a:pt x="51825" y="133728"/>
                  </a:cubicBezTo>
                  <a:cubicBezTo>
                    <a:pt x="56444" y="123081"/>
                    <a:pt x="60139" y="112051"/>
                    <a:pt x="62865" y="100766"/>
                  </a:cubicBezTo>
                  <a:cubicBezTo>
                    <a:pt x="65839" y="91133"/>
                    <a:pt x="67972" y="81259"/>
                    <a:pt x="69249" y="71258"/>
                  </a:cubicBezTo>
                  <a:cubicBezTo>
                    <a:pt x="71186" y="54319"/>
                    <a:pt x="67003" y="37252"/>
                    <a:pt x="57458" y="23129"/>
                  </a:cubicBezTo>
                  <a:cubicBezTo>
                    <a:pt x="47627" y="9073"/>
                    <a:pt x="31721" y="498"/>
                    <a:pt x="14576" y="3"/>
                  </a:cubicBezTo>
                  <a:cubicBezTo>
                    <a:pt x="11106" y="-200"/>
                    <a:pt x="7652" y="551"/>
                    <a:pt x="4588" y="2180"/>
                  </a:cubicBezTo>
                  <a:cubicBezTo>
                    <a:pt x="1493" y="3869"/>
                    <a:pt x="-309" y="7233"/>
                    <a:pt x="6" y="10740"/>
                  </a:cubicBezTo>
                  <a:cubicBezTo>
                    <a:pt x="1208" y="18624"/>
                    <a:pt x="10521" y="17572"/>
                    <a:pt x="16153" y="19299"/>
                  </a:cubicBezTo>
                  <a:cubicBezTo>
                    <a:pt x="23948" y="21822"/>
                    <a:pt x="30940" y="26357"/>
                    <a:pt x="36430" y="32439"/>
                  </a:cubicBezTo>
                  <a:close/>
                </a:path>
              </a:pathLst>
            </a:custGeom>
            <a:solidFill>
              <a:srgbClr val="EDDD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1" name="Content Placeholder 4">
              <a:extLst>
                <a:ext uri="{FF2B5EF4-FFF2-40B4-BE49-F238E27FC236}">
                  <a16:creationId xmlns:a16="http://schemas.microsoft.com/office/drawing/2014/main" id="{7DC9322D-6038-369D-8AC7-9CB15607AE19}"/>
                </a:ext>
              </a:extLst>
            </p:cNvPr>
            <p:cNvSpPr/>
            <p:nvPr/>
          </p:nvSpPr>
          <p:spPr>
            <a:xfrm>
              <a:off x="7761656" y="3029124"/>
              <a:ext cx="68994" cy="390377"/>
            </a:xfrm>
            <a:custGeom>
              <a:avLst/>
              <a:gdLst>
                <a:gd name="connsiteX0" fmla="*/ 62979 w 68994"/>
                <a:gd name="connsiteY0" fmla="*/ 14987 h 390377"/>
                <a:gd name="connsiteX1" fmla="*/ 54568 w 68994"/>
                <a:gd name="connsiteY1" fmla="*/ -30 h 390377"/>
                <a:gd name="connsiteX2" fmla="*/ 25730 w 68994"/>
                <a:gd name="connsiteY2" fmla="*/ 3724 h 390377"/>
                <a:gd name="connsiteX3" fmla="*/ 4551 w 68994"/>
                <a:gd name="connsiteY3" fmla="*/ 13485 h 390377"/>
                <a:gd name="connsiteX4" fmla="*/ 271 w 68994"/>
                <a:gd name="connsiteY4" fmla="*/ 34959 h 390377"/>
                <a:gd name="connsiteX5" fmla="*/ 6955 w 68994"/>
                <a:gd name="connsiteY5" fmla="*/ 199019 h 390377"/>
                <a:gd name="connsiteX6" fmla="*/ 25129 w 68994"/>
                <a:gd name="connsiteY6" fmla="*/ 333796 h 390377"/>
                <a:gd name="connsiteX7" fmla="*/ 31738 w 68994"/>
                <a:gd name="connsiteY7" fmla="*/ 385905 h 390377"/>
                <a:gd name="connsiteX8" fmla="*/ 33015 w 68994"/>
                <a:gd name="connsiteY8" fmla="*/ 388608 h 390377"/>
                <a:gd name="connsiteX9" fmla="*/ 35418 w 68994"/>
                <a:gd name="connsiteY9" fmla="*/ 387857 h 390377"/>
                <a:gd name="connsiteX10" fmla="*/ 41350 w 68994"/>
                <a:gd name="connsiteY10" fmla="*/ 390335 h 390377"/>
                <a:gd name="connsiteX11" fmla="*/ 43303 w 68994"/>
                <a:gd name="connsiteY11" fmla="*/ 390335 h 390377"/>
                <a:gd name="connsiteX12" fmla="*/ 45931 w 68994"/>
                <a:gd name="connsiteY12" fmla="*/ 377195 h 390377"/>
                <a:gd name="connsiteX13" fmla="*/ 60951 w 68994"/>
                <a:gd name="connsiteY13" fmla="*/ 114399 h 390377"/>
                <a:gd name="connsiteX14" fmla="*/ 62979 w 68994"/>
                <a:gd name="connsiteY14" fmla="*/ 14987 h 390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8994" h="390377">
                  <a:moveTo>
                    <a:pt x="62979" y="14987"/>
                  </a:moveTo>
                  <a:lnTo>
                    <a:pt x="54568" y="-30"/>
                  </a:lnTo>
                  <a:cubicBezTo>
                    <a:pt x="44880" y="796"/>
                    <a:pt x="35267" y="2073"/>
                    <a:pt x="25730" y="3724"/>
                  </a:cubicBezTo>
                  <a:cubicBezTo>
                    <a:pt x="17702" y="4235"/>
                    <a:pt x="10154" y="7711"/>
                    <a:pt x="4551" y="13485"/>
                  </a:cubicBezTo>
                  <a:cubicBezTo>
                    <a:pt x="782" y="19973"/>
                    <a:pt x="-728" y="27526"/>
                    <a:pt x="271" y="34959"/>
                  </a:cubicBezTo>
                  <a:cubicBezTo>
                    <a:pt x="1675" y="89719"/>
                    <a:pt x="3898" y="144410"/>
                    <a:pt x="6955" y="199019"/>
                  </a:cubicBezTo>
                  <a:cubicBezTo>
                    <a:pt x="9733" y="249176"/>
                    <a:pt x="20998" y="283790"/>
                    <a:pt x="25129" y="333796"/>
                  </a:cubicBezTo>
                  <a:cubicBezTo>
                    <a:pt x="26781" y="353168"/>
                    <a:pt x="28133" y="349864"/>
                    <a:pt x="31738" y="385905"/>
                  </a:cubicBezTo>
                  <a:cubicBezTo>
                    <a:pt x="31738" y="388683"/>
                    <a:pt x="31738" y="387031"/>
                    <a:pt x="33015" y="388608"/>
                  </a:cubicBezTo>
                  <a:cubicBezTo>
                    <a:pt x="33750" y="388180"/>
                    <a:pt x="34569" y="387924"/>
                    <a:pt x="35418" y="387857"/>
                  </a:cubicBezTo>
                  <a:cubicBezTo>
                    <a:pt x="38647" y="387857"/>
                    <a:pt x="38046" y="390560"/>
                    <a:pt x="41350" y="390335"/>
                  </a:cubicBezTo>
                  <a:cubicBezTo>
                    <a:pt x="41996" y="390215"/>
                    <a:pt x="42657" y="390215"/>
                    <a:pt x="43303" y="390335"/>
                  </a:cubicBezTo>
                  <a:cubicBezTo>
                    <a:pt x="44828" y="386107"/>
                    <a:pt x="45714" y="381685"/>
                    <a:pt x="45931" y="377195"/>
                  </a:cubicBezTo>
                  <a:cubicBezTo>
                    <a:pt x="52615" y="278834"/>
                    <a:pt x="41726" y="211258"/>
                    <a:pt x="60951" y="114399"/>
                  </a:cubicBezTo>
                  <a:cubicBezTo>
                    <a:pt x="66809" y="81737"/>
                    <a:pt x="74545" y="46598"/>
                    <a:pt x="62979" y="14987"/>
                  </a:cubicBezTo>
                  <a:close/>
                </a:path>
              </a:pathLst>
            </a:custGeom>
            <a:solidFill>
              <a:srgbClr val="FFC3B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2" name="Content Placeholder 4">
              <a:extLst>
                <a:ext uri="{FF2B5EF4-FFF2-40B4-BE49-F238E27FC236}">
                  <a16:creationId xmlns:a16="http://schemas.microsoft.com/office/drawing/2014/main" id="{017DE7F0-336B-9E6D-FDC0-F116048C2618}"/>
                </a:ext>
              </a:extLst>
            </p:cNvPr>
            <p:cNvSpPr/>
            <p:nvPr/>
          </p:nvSpPr>
          <p:spPr>
            <a:xfrm>
              <a:off x="7793440" y="3028030"/>
              <a:ext cx="160246" cy="387778"/>
            </a:xfrm>
            <a:custGeom>
              <a:avLst/>
              <a:gdLst>
                <a:gd name="connsiteX0" fmla="*/ 135134 w 160246"/>
                <a:gd name="connsiteY0" fmla="*/ 281805 h 387778"/>
                <a:gd name="connsiteX1" fmla="*/ 160217 w 160246"/>
                <a:gd name="connsiteY1" fmla="*/ 387749 h 387778"/>
                <a:gd name="connsiteX2" fmla="*/ 149853 w 160246"/>
                <a:gd name="connsiteY2" fmla="*/ 385421 h 387778"/>
                <a:gd name="connsiteX3" fmla="*/ 130102 w 160246"/>
                <a:gd name="connsiteY3" fmla="*/ 332862 h 387778"/>
                <a:gd name="connsiteX4" fmla="*/ 110501 w 160246"/>
                <a:gd name="connsiteY4" fmla="*/ 280303 h 387778"/>
                <a:gd name="connsiteX5" fmla="*/ 43361 w 160246"/>
                <a:gd name="connsiteY5" fmla="*/ 137642 h 387778"/>
                <a:gd name="connsiteX6" fmla="*/ 15049 w 160246"/>
                <a:gd name="connsiteY6" fmla="*/ 74271 h 387778"/>
                <a:gd name="connsiteX7" fmla="*/ 16626 w 160246"/>
                <a:gd name="connsiteY7" fmla="*/ 6170 h 387778"/>
                <a:gd name="connsiteX8" fmla="*/ 70998 w 160246"/>
                <a:gd name="connsiteY8" fmla="*/ 10224 h 387778"/>
                <a:gd name="connsiteX9" fmla="*/ 93528 w 160246"/>
                <a:gd name="connsiteY9" fmla="*/ 71718 h 387778"/>
                <a:gd name="connsiteX10" fmla="*/ 113204 w 160246"/>
                <a:gd name="connsiteY10" fmla="*/ 170830 h 387778"/>
                <a:gd name="connsiteX11" fmla="*/ 135134 w 160246"/>
                <a:gd name="connsiteY11" fmla="*/ 281805 h 38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246" h="387778">
                  <a:moveTo>
                    <a:pt x="135134" y="281805"/>
                  </a:moveTo>
                  <a:cubicBezTo>
                    <a:pt x="143695" y="325279"/>
                    <a:pt x="149402" y="344726"/>
                    <a:pt x="160217" y="387749"/>
                  </a:cubicBezTo>
                  <a:cubicBezTo>
                    <a:pt x="154284" y="387749"/>
                    <a:pt x="155861" y="385346"/>
                    <a:pt x="149853" y="385421"/>
                  </a:cubicBezTo>
                  <a:cubicBezTo>
                    <a:pt x="142298" y="368280"/>
                    <a:pt x="135704" y="350732"/>
                    <a:pt x="130102" y="332862"/>
                  </a:cubicBezTo>
                  <a:cubicBezTo>
                    <a:pt x="124244" y="315067"/>
                    <a:pt x="117410" y="297648"/>
                    <a:pt x="110501" y="280303"/>
                  </a:cubicBezTo>
                  <a:cubicBezTo>
                    <a:pt x="91350" y="231648"/>
                    <a:pt x="62587" y="186673"/>
                    <a:pt x="43361" y="137642"/>
                  </a:cubicBezTo>
                  <a:cubicBezTo>
                    <a:pt x="35378" y="115898"/>
                    <a:pt x="25916" y="94724"/>
                    <a:pt x="15049" y="74271"/>
                  </a:cubicBezTo>
                  <a:cubicBezTo>
                    <a:pt x="2882" y="52647"/>
                    <a:pt x="-12438" y="21712"/>
                    <a:pt x="16626" y="6170"/>
                  </a:cubicBezTo>
                  <a:cubicBezTo>
                    <a:pt x="32998" y="-2540"/>
                    <a:pt x="56954" y="-2841"/>
                    <a:pt x="70998" y="10224"/>
                  </a:cubicBezTo>
                  <a:cubicBezTo>
                    <a:pt x="86994" y="25241"/>
                    <a:pt x="89623" y="51671"/>
                    <a:pt x="93528" y="71718"/>
                  </a:cubicBezTo>
                  <a:lnTo>
                    <a:pt x="113204" y="170830"/>
                  </a:lnTo>
                  <a:cubicBezTo>
                    <a:pt x="120512" y="207922"/>
                    <a:pt x="127826" y="244916"/>
                    <a:pt x="135134" y="281805"/>
                  </a:cubicBezTo>
                  <a:close/>
                </a:path>
              </a:pathLst>
            </a:custGeom>
            <a:solidFill>
              <a:srgbClr val="FFC3B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3" name="Content Placeholder 4">
              <a:extLst>
                <a:ext uri="{FF2B5EF4-FFF2-40B4-BE49-F238E27FC236}">
                  <a16:creationId xmlns:a16="http://schemas.microsoft.com/office/drawing/2014/main" id="{995DE21C-8866-3DBB-89CF-29EB517E7254}"/>
                </a:ext>
              </a:extLst>
            </p:cNvPr>
            <p:cNvSpPr/>
            <p:nvPr/>
          </p:nvSpPr>
          <p:spPr>
            <a:xfrm>
              <a:off x="7939117" y="3410549"/>
              <a:ext cx="77017" cy="68560"/>
            </a:xfrm>
            <a:custGeom>
              <a:avLst/>
              <a:gdLst>
                <a:gd name="connsiteX0" fmla="*/ 13188 w 77017"/>
                <a:gd name="connsiteY0" fmla="*/ 275 h 68560"/>
                <a:gd name="connsiteX1" fmla="*/ 16793 w 77017"/>
                <a:gd name="connsiteY1" fmla="*/ 1476 h 68560"/>
                <a:gd name="connsiteX2" fmla="*/ 18295 w 77017"/>
                <a:gd name="connsiteY2" fmla="*/ 4179 h 68560"/>
                <a:gd name="connsiteX3" fmla="*/ 25805 w 77017"/>
                <a:gd name="connsiteY3" fmla="*/ 28131 h 68560"/>
                <a:gd name="connsiteX4" fmla="*/ 29936 w 77017"/>
                <a:gd name="connsiteY4" fmla="*/ 39619 h 68560"/>
                <a:gd name="connsiteX5" fmla="*/ 50363 w 77017"/>
                <a:gd name="connsiteY5" fmla="*/ 53810 h 68560"/>
                <a:gd name="connsiteX6" fmla="*/ 70339 w 77017"/>
                <a:gd name="connsiteY6" fmla="*/ 55762 h 68560"/>
                <a:gd name="connsiteX7" fmla="*/ 76347 w 77017"/>
                <a:gd name="connsiteY7" fmla="*/ 57189 h 68560"/>
                <a:gd name="connsiteX8" fmla="*/ 75446 w 77017"/>
                <a:gd name="connsiteY8" fmla="*/ 65148 h 68560"/>
                <a:gd name="connsiteX9" fmla="*/ 64557 w 77017"/>
                <a:gd name="connsiteY9" fmla="*/ 68226 h 68560"/>
                <a:gd name="connsiteX10" fmla="*/ 31137 w 77017"/>
                <a:gd name="connsiteY10" fmla="*/ 63946 h 68560"/>
                <a:gd name="connsiteX11" fmla="*/ 23627 w 77017"/>
                <a:gd name="connsiteY11" fmla="*/ 61393 h 68560"/>
                <a:gd name="connsiteX12" fmla="*/ 20999 w 77017"/>
                <a:gd name="connsiteY12" fmla="*/ 58390 h 68560"/>
                <a:gd name="connsiteX13" fmla="*/ 12512 w 77017"/>
                <a:gd name="connsiteY13" fmla="*/ 45701 h 68560"/>
                <a:gd name="connsiteX14" fmla="*/ 11311 w 77017"/>
                <a:gd name="connsiteY14" fmla="*/ 62595 h 68560"/>
                <a:gd name="connsiteX15" fmla="*/ 8082 w 77017"/>
                <a:gd name="connsiteY15" fmla="*/ 63195 h 68560"/>
                <a:gd name="connsiteX16" fmla="*/ -29 w 77017"/>
                <a:gd name="connsiteY16" fmla="*/ 575 h 68560"/>
                <a:gd name="connsiteX17" fmla="*/ 13188 w 77017"/>
                <a:gd name="connsiteY17" fmla="*/ 275 h 68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7017" h="68560">
                  <a:moveTo>
                    <a:pt x="13188" y="275"/>
                  </a:moveTo>
                  <a:cubicBezTo>
                    <a:pt x="14480" y="305"/>
                    <a:pt x="15742" y="725"/>
                    <a:pt x="16793" y="1476"/>
                  </a:cubicBezTo>
                  <a:cubicBezTo>
                    <a:pt x="17477" y="2264"/>
                    <a:pt x="17987" y="3180"/>
                    <a:pt x="18295" y="4179"/>
                  </a:cubicBezTo>
                  <a:cubicBezTo>
                    <a:pt x="21149" y="12063"/>
                    <a:pt x="23703" y="20022"/>
                    <a:pt x="25805" y="28131"/>
                  </a:cubicBezTo>
                  <a:cubicBezTo>
                    <a:pt x="26766" y="32095"/>
                    <a:pt x="28148" y="35947"/>
                    <a:pt x="29936" y="39619"/>
                  </a:cubicBezTo>
                  <a:cubicBezTo>
                    <a:pt x="34584" y="46880"/>
                    <a:pt x="41937" y="51985"/>
                    <a:pt x="50363" y="53810"/>
                  </a:cubicBezTo>
                  <a:cubicBezTo>
                    <a:pt x="56912" y="55319"/>
                    <a:pt x="63626" y="55980"/>
                    <a:pt x="70339" y="55762"/>
                  </a:cubicBezTo>
                  <a:cubicBezTo>
                    <a:pt x="72518" y="55762"/>
                    <a:pt x="74996" y="55236"/>
                    <a:pt x="76347" y="57189"/>
                  </a:cubicBezTo>
                  <a:cubicBezTo>
                    <a:pt x="77451" y="59817"/>
                    <a:pt x="77114" y="62835"/>
                    <a:pt x="75446" y="65148"/>
                  </a:cubicBezTo>
                  <a:cubicBezTo>
                    <a:pt x="72585" y="67978"/>
                    <a:pt x="68477" y="69135"/>
                    <a:pt x="64557" y="68226"/>
                  </a:cubicBezTo>
                  <a:cubicBezTo>
                    <a:pt x="53367" y="67400"/>
                    <a:pt x="42027" y="65673"/>
                    <a:pt x="31137" y="63946"/>
                  </a:cubicBezTo>
                  <a:cubicBezTo>
                    <a:pt x="28449" y="63781"/>
                    <a:pt x="25858" y="62903"/>
                    <a:pt x="23627" y="61393"/>
                  </a:cubicBezTo>
                  <a:cubicBezTo>
                    <a:pt x="22614" y="60523"/>
                    <a:pt x="21727" y="59509"/>
                    <a:pt x="20999" y="58390"/>
                  </a:cubicBezTo>
                  <a:cubicBezTo>
                    <a:pt x="18070" y="54261"/>
                    <a:pt x="15216" y="49981"/>
                    <a:pt x="12512" y="45701"/>
                  </a:cubicBezTo>
                  <a:cubicBezTo>
                    <a:pt x="12445" y="51355"/>
                    <a:pt x="12047" y="56994"/>
                    <a:pt x="11311" y="62595"/>
                  </a:cubicBezTo>
                  <a:cubicBezTo>
                    <a:pt x="10199" y="62377"/>
                    <a:pt x="9043" y="62587"/>
                    <a:pt x="8082" y="63195"/>
                  </a:cubicBezTo>
                  <a:cubicBezTo>
                    <a:pt x="6129" y="42224"/>
                    <a:pt x="3426" y="21351"/>
                    <a:pt x="-29" y="575"/>
                  </a:cubicBezTo>
                  <a:cubicBezTo>
                    <a:pt x="4342" y="-116"/>
                    <a:pt x="8788" y="-213"/>
                    <a:pt x="13188" y="275"/>
                  </a:cubicBezTo>
                  <a:close/>
                </a:path>
              </a:pathLst>
            </a:custGeom>
            <a:solidFill>
              <a:srgbClr val="662E2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4" name="Content Placeholder 4">
              <a:extLst>
                <a:ext uri="{FF2B5EF4-FFF2-40B4-BE49-F238E27FC236}">
                  <a16:creationId xmlns:a16="http://schemas.microsoft.com/office/drawing/2014/main" id="{B9E4DD5F-46EF-7A9B-C8D2-F82F37460B23}"/>
                </a:ext>
              </a:extLst>
            </p:cNvPr>
            <p:cNvSpPr/>
            <p:nvPr/>
          </p:nvSpPr>
          <p:spPr>
            <a:xfrm>
              <a:off x="7777966" y="3409277"/>
              <a:ext cx="30338" cy="68903"/>
            </a:xfrm>
            <a:custGeom>
              <a:avLst/>
              <a:gdLst>
                <a:gd name="connsiteX0" fmla="*/ 6115 w 30338"/>
                <a:gd name="connsiteY0" fmla="*/ 42018 h 68903"/>
                <a:gd name="connsiteX1" fmla="*/ 9044 w 30338"/>
                <a:gd name="connsiteY1" fmla="*/ 30680 h 68903"/>
                <a:gd name="connsiteX2" fmla="*/ 15277 w 30338"/>
                <a:gd name="connsiteY2" fmla="*/ -30 h 68903"/>
                <a:gd name="connsiteX3" fmla="*/ 25266 w 30338"/>
                <a:gd name="connsiteY3" fmla="*/ 1097 h 68903"/>
                <a:gd name="connsiteX4" fmla="*/ 27143 w 30338"/>
                <a:gd name="connsiteY4" fmla="*/ 1622 h 68903"/>
                <a:gd name="connsiteX5" fmla="*/ 28795 w 30338"/>
                <a:gd name="connsiteY5" fmla="*/ 5602 h 68903"/>
                <a:gd name="connsiteX6" fmla="*/ 30222 w 30338"/>
                <a:gd name="connsiteY6" fmla="*/ 57185 h 68903"/>
                <a:gd name="connsiteX7" fmla="*/ 28870 w 30338"/>
                <a:gd name="connsiteY7" fmla="*/ 63867 h 68903"/>
                <a:gd name="connsiteX8" fmla="*/ 25266 w 30338"/>
                <a:gd name="connsiteY8" fmla="*/ 66420 h 68903"/>
                <a:gd name="connsiteX9" fmla="*/ 2736 w 30338"/>
                <a:gd name="connsiteY9" fmla="*/ 65444 h 68903"/>
                <a:gd name="connsiteX10" fmla="*/ 933 w 30338"/>
                <a:gd name="connsiteY10" fmla="*/ 63942 h 68903"/>
                <a:gd name="connsiteX11" fmla="*/ 107 w 30338"/>
                <a:gd name="connsiteY11" fmla="*/ 61540 h 68903"/>
                <a:gd name="connsiteX12" fmla="*/ 6115 w 30338"/>
                <a:gd name="connsiteY12" fmla="*/ 42018 h 68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338" h="68903">
                  <a:moveTo>
                    <a:pt x="6115" y="42018"/>
                  </a:moveTo>
                  <a:cubicBezTo>
                    <a:pt x="7422" y="38331"/>
                    <a:pt x="8406" y="34539"/>
                    <a:pt x="9044" y="30680"/>
                  </a:cubicBezTo>
                  <a:cubicBezTo>
                    <a:pt x="11147" y="20393"/>
                    <a:pt x="13174" y="10182"/>
                    <a:pt x="15277" y="-30"/>
                  </a:cubicBezTo>
                  <a:lnTo>
                    <a:pt x="25266" y="1097"/>
                  </a:lnTo>
                  <a:cubicBezTo>
                    <a:pt x="25926" y="1112"/>
                    <a:pt x="26572" y="1292"/>
                    <a:pt x="27143" y="1622"/>
                  </a:cubicBezTo>
                  <a:cubicBezTo>
                    <a:pt x="28315" y="2598"/>
                    <a:pt x="28930" y="4085"/>
                    <a:pt x="28795" y="5602"/>
                  </a:cubicBezTo>
                  <a:cubicBezTo>
                    <a:pt x="30049" y="22818"/>
                    <a:pt x="30522" y="40013"/>
                    <a:pt x="30222" y="57185"/>
                  </a:cubicBezTo>
                  <a:cubicBezTo>
                    <a:pt x="30357" y="59490"/>
                    <a:pt x="29892" y="61795"/>
                    <a:pt x="28870" y="63867"/>
                  </a:cubicBezTo>
                  <a:cubicBezTo>
                    <a:pt x="28112" y="65211"/>
                    <a:pt x="26790" y="66150"/>
                    <a:pt x="25266" y="66420"/>
                  </a:cubicBezTo>
                  <a:cubicBezTo>
                    <a:pt x="18094" y="70009"/>
                    <a:pt x="9570" y="69641"/>
                    <a:pt x="2736" y="65444"/>
                  </a:cubicBezTo>
                  <a:cubicBezTo>
                    <a:pt x="2022" y="65099"/>
                    <a:pt x="1407" y="64581"/>
                    <a:pt x="933" y="63942"/>
                  </a:cubicBezTo>
                  <a:cubicBezTo>
                    <a:pt x="438" y="63237"/>
                    <a:pt x="152" y="62403"/>
                    <a:pt x="107" y="61540"/>
                  </a:cubicBezTo>
                  <a:cubicBezTo>
                    <a:pt x="-869" y="54707"/>
                    <a:pt x="3637" y="48400"/>
                    <a:pt x="6115" y="42018"/>
                  </a:cubicBezTo>
                  <a:close/>
                </a:path>
              </a:pathLst>
            </a:custGeom>
            <a:solidFill>
              <a:srgbClr val="662E2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5" name="Content Placeholder 4">
              <a:extLst>
                <a:ext uri="{FF2B5EF4-FFF2-40B4-BE49-F238E27FC236}">
                  <a16:creationId xmlns:a16="http://schemas.microsoft.com/office/drawing/2014/main" id="{B593F038-77E0-C0C9-41F9-F90327FB57A0}"/>
                </a:ext>
              </a:extLst>
            </p:cNvPr>
            <p:cNvSpPr/>
            <p:nvPr/>
          </p:nvSpPr>
          <p:spPr>
            <a:xfrm>
              <a:off x="7855336" y="2765549"/>
              <a:ext cx="106568" cy="166999"/>
            </a:xfrm>
            <a:custGeom>
              <a:avLst/>
              <a:gdLst>
                <a:gd name="connsiteX0" fmla="*/ 37415 w 106568"/>
                <a:gd name="connsiteY0" fmla="*/ 23500 h 166999"/>
                <a:gd name="connsiteX1" fmla="*/ 46803 w 106568"/>
                <a:gd name="connsiteY1" fmla="*/ 46776 h 166999"/>
                <a:gd name="connsiteX2" fmla="*/ 64752 w 106568"/>
                <a:gd name="connsiteY2" fmla="*/ 76810 h 166999"/>
                <a:gd name="connsiteX3" fmla="*/ 89009 w 106568"/>
                <a:gd name="connsiteY3" fmla="*/ 129820 h 166999"/>
                <a:gd name="connsiteX4" fmla="*/ 103278 w 106568"/>
                <a:gd name="connsiteY4" fmla="*/ 144837 h 166999"/>
                <a:gd name="connsiteX5" fmla="*/ 103278 w 106568"/>
                <a:gd name="connsiteY5" fmla="*/ 163833 h 166999"/>
                <a:gd name="connsiteX6" fmla="*/ 85479 w 106568"/>
                <a:gd name="connsiteY6" fmla="*/ 163833 h 166999"/>
                <a:gd name="connsiteX7" fmla="*/ 74064 w 106568"/>
                <a:gd name="connsiteY7" fmla="*/ 148366 h 166999"/>
                <a:gd name="connsiteX8" fmla="*/ 53261 w 106568"/>
                <a:gd name="connsiteY8" fmla="*/ 108346 h 166999"/>
                <a:gd name="connsiteX9" fmla="*/ 37115 w 106568"/>
                <a:gd name="connsiteY9" fmla="*/ 83192 h 166999"/>
                <a:gd name="connsiteX10" fmla="*/ 29605 w 106568"/>
                <a:gd name="connsiteY10" fmla="*/ 74933 h 166999"/>
                <a:gd name="connsiteX11" fmla="*/ 21269 w 106568"/>
                <a:gd name="connsiteY11" fmla="*/ 59916 h 166999"/>
                <a:gd name="connsiteX12" fmla="*/ 1968 w 106568"/>
                <a:gd name="connsiteY12" fmla="*/ 8483 h 166999"/>
                <a:gd name="connsiteX13" fmla="*/ 37415 w 106568"/>
                <a:gd name="connsiteY13" fmla="*/ 23500 h 166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6568" h="166999">
                  <a:moveTo>
                    <a:pt x="37415" y="23500"/>
                  </a:moveTo>
                  <a:cubicBezTo>
                    <a:pt x="41546" y="31009"/>
                    <a:pt x="43348" y="39118"/>
                    <a:pt x="46803" y="46776"/>
                  </a:cubicBezTo>
                  <a:cubicBezTo>
                    <a:pt x="51609" y="57513"/>
                    <a:pt x="59420" y="66599"/>
                    <a:pt x="64752" y="76810"/>
                  </a:cubicBezTo>
                  <a:cubicBezTo>
                    <a:pt x="73689" y="94230"/>
                    <a:pt x="75866" y="115404"/>
                    <a:pt x="89009" y="129820"/>
                  </a:cubicBezTo>
                  <a:cubicBezTo>
                    <a:pt x="94146" y="134445"/>
                    <a:pt x="98922" y="139468"/>
                    <a:pt x="103278" y="144837"/>
                  </a:cubicBezTo>
                  <a:cubicBezTo>
                    <a:pt x="107626" y="150423"/>
                    <a:pt x="107626" y="158247"/>
                    <a:pt x="103278" y="163833"/>
                  </a:cubicBezTo>
                  <a:cubicBezTo>
                    <a:pt x="98081" y="168015"/>
                    <a:pt x="90676" y="168015"/>
                    <a:pt x="85479" y="163833"/>
                  </a:cubicBezTo>
                  <a:cubicBezTo>
                    <a:pt x="80515" y="159643"/>
                    <a:pt x="76603" y="154342"/>
                    <a:pt x="74064" y="148366"/>
                  </a:cubicBezTo>
                  <a:lnTo>
                    <a:pt x="53261" y="108346"/>
                  </a:lnTo>
                  <a:cubicBezTo>
                    <a:pt x="49063" y="99260"/>
                    <a:pt x="43626" y="90798"/>
                    <a:pt x="37115" y="83192"/>
                  </a:cubicBezTo>
                  <a:cubicBezTo>
                    <a:pt x="34456" y="80579"/>
                    <a:pt x="31956" y="77824"/>
                    <a:pt x="29605" y="74933"/>
                  </a:cubicBezTo>
                  <a:cubicBezTo>
                    <a:pt x="26481" y="70128"/>
                    <a:pt x="23694" y="65112"/>
                    <a:pt x="21269" y="59916"/>
                  </a:cubicBezTo>
                  <a:cubicBezTo>
                    <a:pt x="11431" y="42947"/>
                    <a:pt x="-5918" y="30483"/>
                    <a:pt x="1968" y="8483"/>
                  </a:cubicBezTo>
                  <a:cubicBezTo>
                    <a:pt x="9854" y="-13517"/>
                    <a:pt x="31557" y="12838"/>
                    <a:pt x="37415" y="23500"/>
                  </a:cubicBezTo>
                  <a:close/>
                </a:path>
              </a:pathLst>
            </a:custGeom>
            <a:solidFill>
              <a:srgbClr val="FFC3B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6" name="Content Placeholder 4">
              <a:extLst>
                <a:ext uri="{FF2B5EF4-FFF2-40B4-BE49-F238E27FC236}">
                  <a16:creationId xmlns:a16="http://schemas.microsoft.com/office/drawing/2014/main" id="{968C633D-AA3A-8E0E-DCFB-AE83B361790C}"/>
                </a:ext>
              </a:extLst>
            </p:cNvPr>
            <p:cNvSpPr/>
            <p:nvPr/>
          </p:nvSpPr>
          <p:spPr>
            <a:xfrm>
              <a:off x="7857689" y="2771480"/>
              <a:ext cx="148866" cy="192493"/>
            </a:xfrm>
            <a:custGeom>
              <a:avLst/>
              <a:gdLst>
                <a:gd name="connsiteX0" fmla="*/ 132766 w 148866"/>
                <a:gd name="connsiteY0" fmla="*/ 20723 h 192493"/>
                <a:gd name="connsiteX1" fmla="*/ 79295 w 148866"/>
                <a:gd name="connsiteY1" fmla="*/ 1051 h 192493"/>
                <a:gd name="connsiteX2" fmla="*/ 68631 w 148866"/>
                <a:gd name="connsiteY2" fmla="*/ 375 h 192493"/>
                <a:gd name="connsiteX3" fmla="*/ 59469 w 148866"/>
                <a:gd name="connsiteY3" fmla="*/ 9310 h 192493"/>
                <a:gd name="connsiteX4" fmla="*/ 25599 w 148866"/>
                <a:gd name="connsiteY4" fmla="*/ 78388 h 192493"/>
                <a:gd name="connsiteX5" fmla="*/ 15610 w 148866"/>
                <a:gd name="connsiteY5" fmla="*/ 107520 h 192493"/>
                <a:gd name="connsiteX6" fmla="*/ 590 w 148866"/>
                <a:gd name="connsiteY6" fmla="*/ 163909 h 192493"/>
                <a:gd name="connsiteX7" fmla="*/ 590 w 148866"/>
                <a:gd name="connsiteY7" fmla="*/ 169690 h 192493"/>
                <a:gd name="connsiteX8" fmla="*/ 4270 w 148866"/>
                <a:gd name="connsiteY8" fmla="*/ 171868 h 192493"/>
                <a:gd name="connsiteX9" fmla="*/ 64876 w 148866"/>
                <a:gd name="connsiteY9" fmla="*/ 191990 h 192493"/>
                <a:gd name="connsiteX10" fmla="*/ 69607 w 148866"/>
                <a:gd name="connsiteY10" fmla="*/ 191990 h 192493"/>
                <a:gd name="connsiteX11" fmla="*/ 72010 w 148866"/>
                <a:gd name="connsiteY11" fmla="*/ 189438 h 192493"/>
                <a:gd name="connsiteX12" fmla="*/ 143956 w 148866"/>
                <a:gd name="connsiteY12" fmla="*/ 58866 h 192493"/>
                <a:gd name="connsiteX13" fmla="*/ 148837 w 148866"/>
                <a:gd name="connsiteY13" fmla="*/ 43398 h 192493"/>
                <a:gd name="connsiteX14" fmla="*/ 132766 w 148866"/>
                <a:gd name="connsiteY14" fmla="*/ 20723 h 19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8866" h="192493">
                  <a:moveTo>
                    <a:pt x="132766" y="20723"/>
                  </a:moveTo>
                  <a:cubicBezTo>
                    <a:pt x="116169" y="11217"/>
                    <a:pt x="98093" y="4572"/>
                    <a:pt x="79295" y="1051"/>
                  </a:cubicBezTo>
                  <a:cubicBezTo>
                    <a:pt x="75863" y="-106"/>
                    <a:pt x="72183" y="-338"/>
                    <a:pt x="68631" y="375"/>
                  </a:cubicBezTo>
                  <a:lnTo>
                    <a:pt x="59469" y="9310"/>
                  </a:lnTo>
                  <a:lnTo>
                    <a:pt x="25599" y="78388"/>
                  </a:lnTo>
                  <a:cubicBezTo>
                    <a:pt x="21326" y="87751"/>
                    <a:pt x="17976" y="97504"/>
                    <a:pt x="15610" y="107520"/>
                  </a:cubicBezTo>
                  <a:cubicBezTo>
                    <a:pt x="10504" y="126291"/>
                    <a:pt x="5472" y="145063"/>
                    <a:pt x="590" y="163909"/>
                  </a:cubicBezTo>
                  <a:cubicBezTo>
                    <a:pt x="-236" y="165748"/>
                    <a:pt x="-236" y="167851"/>
                    <a:pt x="590" y="169690"/>
                  </a:cubicBezTo>
                  <a:cubicBezTo>
                    <a:pt x="1551" y="170794"/>
                    <a:pt x="2844" y="171553"/>
                    <a:pt x="4270" y="171868"/>
                  </a:cubicBezTo>
                  <a:lnTo>
                    <a:pt x="64876" y="191990"/>
                  </a:lnTo>
                  <a:cubicBezTo>
                    <a:pt x="66393" y="192621"/>
                    <a:pt x="68090" y="192621"/>
                    <a:pt x="69607" y="191990"/>
                  </a:cubicBezTo>
                  <a:cubicBezTo>
                    <a:pt x="70643" y="191397"/>
                    <a:pt x="71477" y="190504"/>
                    <a:pt x="72010" y="189438"/>
                  </a:cubicBezTo>
                  <a:cubicBezTo>
                    <a:pt x="97694" y="146887"/>
                    <a:pt x="121674" y="103368"/>
                    <a:pt x="143956" y="58866"/>
                  </a:cubicBezTo>
                  <a:cubicBezTo>
                    <a:pt x="146742" y="54150"/>
                    <a:pt x="148410" y="48857"/>
                    <a:pt x="148837" y="43398"/>
                  </a:cubicBezTo>
                  <a:cubicBezTo>
                    <a:pt x="147509" y="33667"/>
                    <a:pt x="141508" y="25198"/>
                    <a:pt x="132766" y="20723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7" name="Content Placeholder 4">
              <a:extLst>
                <a:ext uri="{FF2B5EF4-FFF2-40B4-BE49-F238E27FC236}">
                  <a16:creationId xmlns:a16="http://schemas.microsoft.com/office/drawing/2014/main" id="{D6648ED5-F241-889A-9B30-50803CDB50FA}"/>
                </a:ext>
              </a:extLst>
            </p:cNvPr>
            <p:cNvSpPr/>
            <p:nvPr/>
          </p:nvSpPr>
          <p:spPr>
            <a:xfrm>
              <a:off x="7752054" y="2757560"/>
              <a:ext cx="127650" cy="150192"/>
            </a:xfrm>
            <a:custGeom>
              <a:avLst/>
              <a:gdLst>
                <a:gd name="connsiteX0" fmla="*/ 96012 w 127650"/>
                <a:gd name="connsiteY0" fmla="*/ 1980 h 150192"/>
                <a:gd name="connsiteX1" fmla="*/ 105700 w 127650"/>
                <a:gd name="connsiteY1" fmla="*/ 28 h 150192"/>
                <a:gd name="connsiteX2" fmla="*/ 114938 w 127650"/>
                <a:gd name="connsiteY2" fmla="*/ 7161 h 150192"/>
                <a:gd name="connsiteX3" fmla="*/ 125902 w 127650"/>
                <a:gd name="connsiteY3" fmla="*/ 52212 h 150192"/>
                <a:gd name="connsiteX4" fmla="*/ 125226 w 127650"/>
                <a:gd name="connsiteY4" fmla="*/ 103795 h 150192"/>
                <a:gd name="connsiteX5" fmla="*/ 116064 w 127650"/>
                <a:gd name="connsiteY5" fmla="*/ 142539 h 150192"/>
                <a:gd name="connsiteX6" fmla="*/ 113811 w 127650"/>
                <a:gd name="connsiteY6" fmla="*/ 145993 h 150192"/>
                <a:gd name="connsiteX7" fmla="*/ 108704 w 127650"/>
                <a:gd name="connsiteY7" fmla="*/ 147419 h 150192"/>
                <a:gd name="connsiteX8" fmla="*/ 42617 w 127650"/>
                <a:gd name="connsiteY8" fmla="*/ 149747 h 150192"/>
                <a:gd name="connsiteX9" fmla="*/ 33980 w 127650"/>
                <a:gd name="connsiteY9" fmla="*/ 147870 h 150192"/>
                <a:gd name="connsiteX10" fmla="*/ 30450 w 127650"/>
                <a:gd name="connsiteY10" fmla="*/ 141938 h 150192"/>
                <a:gd name="connsiteX11" fmla="*/ 2438 w 127650"/>
                <a:gd name="connsiteY11" fmla="*/ 43052 h 150192"/>
                <a:gd name="connsiteX12" fmla="*/ 185 w 127650"/>
                <a:gd name="connsiteY12" fmla="*/ 24806 h 150192"/>
                <a:gd name="connsiteX13" fmla="*/ 13327 w 127650"/>
                <a:gd name="connsiteY13" fmla="*/ 10240 h 150192"/>
                <a:gd name="connsiteX14" fmla="*/ 43367 w 127650"/>
                <a:gd name="connsiteY14" fmla="*/ 12192 h 150192"/>
                <a:gd name="connsiteX15" fmla="*/ 96012 w 127650"/>
                <a:gd name="connsiteY15" fmla="*/ 1980 h 150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7650" h="150192">
                  <a:moveTo>
                    <a:pt x="96012" y="1980"/>
                  </a:moveTo>
                  <a:cubicBezTo>
                    <a:pt x="98994" y="434"/>
                    <a:pt x="102351" y="-242"/>
                    <a:pt x="105700" y="28"/>
                  </a:cubicBezTo>
                  <a:cubicBezTo>
                    <a:pt x="109703" y="884"/>
                    <a:pt x="113098" y="3512"/>
                    <a:pt x="114938" y="7161"/>
                  </a:cubicBezTo>
                  <a:cubicBezTo>
                    <a:pt x="125151" y="23980"/>
                    <a:pt x="130633" y="34417"/>
                    <a:pt x="125902" y="52212"/>
                  </a:cubicBezTo>
                  <a:cubicBezTo>
                    <a:pt x="121171" y="70007"/>
                    <a:pt x="129807" y="85625"/>
                    <a:pt x="125226" y="103795"/>
                  </a:cubicBezTo>
                  <a:cubicBezTo>
                    <a:pt x="121922" y="116710"/>
                    <a:pt x="120645" y="129849"/>
                    <a:pt x="116064" y="142539"/>
                  </a:cubicBezTo>
                  <a:cubicBezTo>
                    <a:pt x="115711" y="143905"/>
                    <a:pt x="114923" y="145122"/>
                    <a:pt x="113811" y="145993"/>
                  </a:cubicBezTo>
                  <a:cubicBezTo>
                    <a:pt x="112227" y="146826"/>
                    <a:pt x="110492" y="147314"/>
                    <a:pt x="108704" y="147419"/>
                  </a:cubicBezTo>
                  <a:cubicBezTo>
                    <a:pt x="86775" y="149957"/>
                    <a:pt x="64673" y="150738"/>
                    <a:pt x="42617" y="149747"/>
                  </a:cubicBezTo>
                  <a:cubicBezTo>
                    <a:pt x="39627" y="149852"/>
                    <a:pt x="36654" y="149206"/>
                    <a:pt x="33980" y="147870"/>
                  </a:cubicBezTo>
                  <a:cubicBezTo>
                    <a:pt x="32118" y="146391"/>
                    <a:pt x="30856" y="144281"/>
                    <a:pt x="30450" y="141938"/>
                  </a:cubicBezTo>
                  <a:cubicBezTo>
                    <a:pt x="21138" y="108953"/>
                    <a:pt x="11803" y="75991"/>
                    <a:pt x="2438" y="43052"/>
                  </a:cubicBezTo>
                  <a:cubicBezTo>
                    <a:pt x="320" y="37218"/>
                    <a:pt x="-446" y="30978"/>
                    <a:pt x="185" y="24806"/>
                  </a:cubicBezTo>
                  <a:cubicBezTo>
                    <a:pt x="1544" y="17898"/>
                    <a:pt x="6591" y="12297"/>
                    <a:pt x="13327" y="10240"/>
                  </a:cubicBezTo>
                  <a:cubicBezTo>
                    <a:pt x="22865" y="7161"/>
                    <a:pt x="33604" y="10240"/>
                    <a:pt x="43367" y="12192"/>
                  </a:cubicBezTo>
                  <a:cubicBezTo>
                    <a:pt x="78890" y="18274"/>
                    <a:pt x="69427" y="13994"/>
                    <a:pt x="96012" y="1980"/>
                  </a:cubicBezTo>
                  <a:close/>
                </a:path>
              </a:pathLst>
            </a:custGeom>
            <a:solidFill>
              <a:srgbClr val="FF8FA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8" name="Content Placeholder 4">
              <a:extLst>
                <a:ext uri="{FF2B5EF4-FFF2-40B4-BE49-F238E27FC236}">
                  <a16:creationId xmlns:a16="http://schemas.microsoft.com/office/drawing/2014/main" id="{AA1879B4-DDE1-3394-D4A3-B10B28CE0B68}"/>
                </a:ext>
              </a:extLst>
            </p:cNvPr>
            <p:cNvSpPr/>
            <p:nvPr/>
          </p:nvSpPr>
          <p:spPr>
            <a:xfrm>
              <a:off x="7777606" y="2643153"/>
              <a:ext cx="79605" cy="123645"/>
            </a:xfrm>
            <a:custGeom>
              <a:avLst/>
              <a:gdLst>
                <a:gd name="connsiteX0" fmla="*/ 12409 w 79605"/>
                <a:gd name="connsiteY0" fmla="*/ 12996 h 123645"/>
                <a:gd name="connsiteX1" fmla="*/ 92 w 79605"/>
                <a:gd name="connsiteY1" fmla="*/ 51290 h 123645"/>
                <a:gd name="connsiteX2" fmla="*/ 2195 w 79605"/>
                <a:gd name="connsiteY2" fmla="*/ 83275 h 123645"/>
                <a:gd name="connsiteX3" fmla="*/ 14511 w 79605"/>
                <a:gd name="connsiteY3" fmla="*/ 112633 h 123645"/>
                <a:gd name="connsiteX4" fmla="*/ 45452 w 79605"/>
                <a:gd name="connsiteY4" fmla="*/ 122845 h 123645"/>
                <a:gd name="connsiteX5" fmla="*/ 69259 w 79605"/>
                <a:gd name="connsiteY5" fmla="*/ 95289 h 123645"/>
                <a:gd name="connsiteX6" fmla="*/ 79398 w 79605"/>
                <a:gd name="connsiteY6" fmla="*/ 44006 h 123645"/>
                <a:gd name="connsiteX7" fmla="*/ 53338 w 79605"/>
                <a:gd name="connsiteY7" fmla="*/ 4962 h 123645"/>
                <a:gd name="connsiteX8" fmla="*/ 12409 w 79605"/>
                <a:gd name="connsiteY8" fmla="*/ 12996 h 123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605" h="123645">
                  <a:moveTo>
                    <a:pt x="12409" y="12996"/>
                  </a:moveTo>
                  <a:cubicBezTo>
                    <a:pt x="4095" y="24004"/>
                    <a:pt x="-246" y="37504"/>
                    <a:pt x="92" y="51290"/>
                  </a:cubicBezTo>
                  <a:cubicBezTo>
                    <a:pt x="-336" y="61997"/>
                    <a:pt x="370" y="72719"/>
                    <a:pt x="2195" y="83275"/>
                  </a:cubicBezTo>
                  <a:cubicBezTo>
                    <a:pt x="3464" y="94020"/>
                    <a:pt x="7737" y="104194"/>
                    <a:pt x="14511" y="112633"/>
                  </a:cubicBezTo>
                  <a:cubicBezTo>
                    <a:pt x="22149" y="121486"/>
                    <a:pt x="34045" y="125406"/>
                    <a:pt x="45452" y="122845"/>
                  </a:cubicBezTo>
                  <a:cubicBezTo>
                    <a:pt x="58144" y="119166"/>
                    <a:pt x="64678" y="106627"/>
                    <a:pt x="69259" y="95289"/>
                  </a:cubicBezTo>
                  <a:cubicBezTo>
                    <a:pt x="76942" y="79334"/>
                    <a:pt x="80434" y="61681"/>
                    <a:pt x="79398" y="44006"/>
                  </a:cubicBezTo>
                  <a:cubicBezTo>
                    <a:pt x="77295" y="27488"/>
                    <a:pt x="66856" y="15399"/>
                    <a:pt x="53338" y="4962"/>
                  </a:cubicBezTo>
                  <a:cubicBezTo>
                    <a:pt x="39820" y="-5474"/>
                    <a:pt x="21796" y="2034"/>
                    <a:pt x="12409" y="12996"/>
                  </a:cubicBezTo>
                  <a:close/>
                </a:path>
              </a:pathLst>
            </a:custGeom>
            <a:solidFill>
              <a:srgbClr val="FFC3B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9" name="Content Placeholder 4">
              <a:extLst>
                <a:ext uri="{FF2B5EF4-FFF2-40B4-BE49-F238E27FC236}">
                  <a16:creationId xmlns:a16="http://schemas.microsoft.com/office/drawing/2014/main" id="{64D9EC9B-70E7-4E4C-C6A7-4016B177CA42}"/>
                </a:ext>
              </a:extLst>
            </p:cNvPr>
            <p:cNvSpPr/>
            <p:nvPr/>
          </p:nvSpPr>
          <p:spPr>
            <a:xfrm>
              <a:off x="7648304" y="2632093"/>
              <a:ext cx="180296" cy="353811"/>
            </a:xfrm>
            <a:custGeom>
              <a:avLst/>
              <a:gdLst>
                <a:gd name="connsiteX0" fmla="*/ 143663 w 180296"/>
                <a:gd name="connsiteY0" fmla="*/ 47858 h 353811"/>
                <a:gd name="connsiteX1" fmla="*/ 134200 w 180296"/>
                <a:gd name="connsiteY1" fmla="*/ 95086 h 353811"/>
                <a:gd name="connsiteX2" fmla="*/ 93646 w 180296"/>
                <a:gd name="connsiteY2" fmla="*/ 209965 h 353811"/>
                <a:gd name="connsiteX3" fmla="*/ 97101 w 180296"/>
                <a:gd name="connsiteY3" fmla="*/ 351950 h 353811"/>
                <a:gd name="connsiteX4" fmla="*/ 76373 w 180296"/>
                <a:gd name="connsiteY4" fmla="*/ 350598 h 353811"/>
                <a:gd name="connsiteX5" fmla="*/ 44380 w 180296"/>
                <a:gd name="connsiteY5" fmla="*/ 337759 h 353811"/>
                <a:gd name="connsiteX6" fmla="*/ 19297 w 180296"/>
                <a:gd name="connsiteY6" fmla="*/ 324544 h 353811"/>
                <a:gd name="connsiteX7" fmla="*/ 672 w 180296"/>
                <a:gd name="connsiteY7" fmla="*/ 267780 h 353811"/>
                <a:gd name="connsiteX8" fmla="*/ 22451 w 180296"/>
                <a:gd name="connsiteY8" fmla="*/ 209665 h 353811"/>
                <a:gd name="connsiteX9" fmla="*/ 106563 w 180296"/>
                <a:gd name="connsiteY9" fmla="*/ 44479 h 353811"/>
                <a:gd name="connsiteX10" fmla="*/ 131271 w 180296"/>
                <a:gd name="connsiteY10" fmla="*/ 9114 h 353811"/>
                <a:gd name="connsiteX11" fmla="*/ 171675 w 180296"/>
                <a:gd name="connsiteY11" fmla="*/ 4459 h 353811"/>
                <a:gd name="connsiteX12" fmla="*/ 168671 w 180296"/>
                <a:gd name="connsiteY12" fmla="*/ 23380 h 353811"/>
                <a:gd name="connsiteX13" fmla="*/ 143663 w 180296"/>
                <a:gd name="connsiteY13" fmla="*/ 47858 h 353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0296" h="353811">
                  <a:moveTo>
                    <a:pt x="143663" y="47858"/>
                  </a:moveTo>
                  <a:cubicBezTo>
                    <a:pt x="137354" y="62875"/>
                    <a:pt x="137054" y="79243"/>
                    <a:pt x="134200" y="95086"/>
                  </a:cubicBezTo>
                  <a:cubicBezTo>
                    <a:pt x="127140" y="135181"/>
                    <a:pt x="104160" y="170621"/>
                    <a:pt x="93646" y="209965"/>
                  </a:cubicBezTo>
                  <a:cubicBezTo>
                    <a:pt x="81404" y="256142"/>
                    <a:pt x="87262" y="305172"/>
                    <a:pt x="97101" y="351950"/>
                  </a:cubicBezTo>
                  <a:cubicBezTo>
                    <a:pt x="90364" y="354803"/>
                    <a:pt x="82681" y="354300"/>
                    <a:pt x="76373" y="350598"/>
                  </a:cubicBezTo>
                  <a:lnTo>
                    <a:pt x="44380" y="337759"/>
                  </a:lnTo>
                  <a:cubicBezTo>
                    <a:pt x="35383" y="334688"/>
                    <a:pt x="26919" y="330228"/>
                    <a:pt x="19297" y="324544"/>
                  </a:cubicBezTo>
                  <a:cubicBezTo>
                    <a:pt x="3226" y="311329"/>
                    <a:pt x="-2107" y="288428"/>
                    <a:pt x="672" y="267780"/>
                  </a:cubicBezTo>
                  <a:cubicBezTo>
                    <a:pt x="4615" y="247319"/>
                    <a:pt x="11982" y="227677"/>
                    <a:pt x="22451" y="209665"/>
                  </a:cubicBezTo>
                  <a:lnTo>
                    <a:pt x="106563" y="44479"/>
                  </a:lnTo>
                  <a:cubicBezTo>
                    <a:pt x="112218" y="31084"/>
                    <a:pt x="120637" y="19033"/>
                    <a:pt x="131271" y="9114"/>
                  </a:cubicBezTo>
                  <a:cubicBezTo>
                    <a:pt x="142611" y="29"/>
                    <a:pt x="159584" y="-3650"/>
                    <a:pt x="171675" y="4459"/>
                  </a:cubicBezTo>
                  <a:cubicBezTo>
                    <a:pt x="186695" y="14520"/>
                    <a:pt x="179635" y="18124"/>
                    <a:pt x="168671" y="23380"/>
                  </a:cubicBezTo>
                  <a:cubicBezTo>
                    <a:pt x="157473" y="27983"/>
                    <a:pt x="148506" y="36760"/>
                    <a:pt x="143663" y="47858"/>
                  </a:cubicBezTo>
                  <a:close/>
                </a:path>
              </a:pathLst>
            </a:custGeom>
            <a:solidFill>
              <a:srgbClr val="EDDD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0" name="Content Placeholder 4">
              <a:extLst>
                <a:ext uri="{FF2B5EF4-FFF2-40B4-BE49-F238E27FC236}">
                  <a16:creationId xmlns:a16="http://schemas.microsoft.com/office/drawing/2014/main" id="{4C20BF35-EFD7-9A81-FE5C-FC4765E398E6}"/>
                </a:ext>
              </a:extLst>
            </p:cNvPr>
            <p:cNvSpPr/>
            <p:nvPr/>
          </p:nvSpPr>
          <p:spPr>
            <a:xfrm>
              <a:off x="7939196" y="2899379"/>
              <a:ext cx="29143" cy="40847"/>
            </a:xfrm>
            <a:custGeom>
              <a:avLst/>
              <a:gdLst>
                <a:gd name="connsiteX0" fmla="*/ 942 w 29143"/>
                <a:gd name="connsiteY0" fmla="*/ 30453 h 40847"/>
                <a:gd name="connsiteX1" fmla="*/ 7251 w 29143"/>
                <a:gd name="connsiteY1" fmla="*/ 40139 h 40847"/>
                <a:gd name="connsiteX2" fmla="*/ 22271 w 29143"/>
                <a:gd name="connsiteY2" fmla="*/ 35634 h 40847"/>
                <a:gd name="connsiteX3" fmla="*/ 18140 w 29143"/>
                <a:gd name="connsiteY3" fmla="*/ 1245 h 40847"/>
                <a:gd name="connsiteX4" fmla="*/ 942 w 29143"/>
                <a:gd name="connsiteY4" fmla="*/ 30453 h 40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143" h="40847">
                  <a:moveTo>
                    <a:pt x="942" y="30453"/>
                  </a:moveTo>
                  <a:cubicBezTo>
                    <a:pt x="1671" y="34395"/>
                    <a:pt x="3939" y="37879"/>
                    <a:pt x="7251" y="40139"/>
                  </a:cubicBezTo>
                  <a:cubicBezTo>
                    <a:pt x="12711" y="41918"/>
                    <a:pt x="18696" y="40124"/>
                    <a:pt x="22271" y="35634"/>
                  </a:cubicBezTo>
                  <a:cubicBezTo>
                    <a:pt x="31508" y="26098"/>
                    <a:pt x="32560" y="7177"/>
                    <a:pt x="18140" y="1245"/>
                  </a:cubicBezTo>
                  <a:cubicBezTo>
                    <a:pt x="867" y="-6038"/>
                    <a:pt x="-1911" y="19791"/>
                    <a:pt x="942" y="30453"/>
                  </a:cubicBezTo>
                  <a:close/>
                </a:path>
              </a:pathLst>
            </a:custGeom>
            <a:solidFill>
              <a:srgbClr val="FFC3B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1" name="Content Placeholder 4">
              <a:extLst>
                <a:ext uri="{FF2B5EF4-FFF2-40B4-BE49-F238E27FC236}">
                  <a16:creationId xmlns:a16="http://schemas.microsoft.com/office/drawing/2014/main" id="{5CC15BBC-08AA-5B06-3B50-34740A362C5A}"/>
                </a:ext>
              </a:extLst>
            </p:cNvPr>
            <p:cNvSpPr/>
            <p:nvPr/>
          </p:nvSpPr>
          <p:spPr>
            <a:xfrm>
              <a:off x="7710042" y="2889921"/>
              <a:ext cx="193963" cy="302255"/>
            </a:xfrm>
            <a:custGeom>
              <a:avLst/>
              <a:gdLst>
                <a:gd name="connsiteX0" fmla="*/ 157099 w 193963"/>
                <a:gd name="connsiteY0" fmla="*/ 2820 h 302255"/>
                <a:gd name="connsiteX1" fmla="*/ 163483 w 193963"/>
                <a:gd name="connsiteY1" fmla="*/ 4246 h 302255"/>
                <a:gd name="connsiteX2" fmla="*/ 164835 w 193963"/>
                <a:gd name="connsiteY2" fmla="*/ 8526 h 302255"/>
                <a:gd name="connsiteX3" fmla="*/ 166337 w 193963"/>
                <a:gd name="connsiteY3" fmla="*/ 85413 h 302255"/>
                <a:gd name="connsiteX4" fmla="*/ 191195 w 193963"/>
                <a:gd name="connsiteY4" fmla="*/ 248947 h 302255"/>
                <a:gd name="connsiteX5" fmla="*/ 193072 w 193963"/>
                <a:gd name="connsiteY5" fmla="*/ 266667 h 302255"/>
                <a:gd name="connsiteX6" fmla="*/ 181056 w 193963"/>
                <a:gd name="connsiteY6" fmla="*/ 276803 h 302255"/>
                <a:gd name="connsiteX7" fmla="*/ 39493 w 193963"/>
                <a:gd name="connsiteY7" fmla="*/ 300530 h 302255"/>
                <a:gd name="connsiteX8" fmla="*/ 12382 w 193963"/>
                <a:gd name="connsiteY8" fmla="*/ 294523 h 302255"/>
                <a:gd name="connsiteX9" fmla="*/ 2995 w 193963"/>
                <a:gd name="connsiteY9" fmla="*/ 288141 h 302255"/>
                <a:gd name="connsiteX10" fmla="*/ 366 w 193963"/>
                <a:gd name="connsiteY10" fmla="*/ 279807 h 302255"/>
                <a:gd name="connsiteX11" fmla="*/ 5323 w 193963"/>
                <a:gd name="connsiteY11" fmla="*/ 232353 h 302255"/>
                <a:gd name="connsiteX12" fmla="*/ 59545 w 193963"/>
                <a:gd name="connsiteY12" fmla="*/ 22116 h 302255"/>
                <a:gd name="connsiteX13" fmla="*/ 69007 w 193963"/>
                <a:gd name="connsiteY13" fmla="*/ 642 h 302255"/>
                <a:gd name="connsiteX14" fmla="*/ 96269 w 193963"/>
                <a:gd name="connsiteY14" fmla="*/ 3195 h 302255"/>
                <a:gd name="connsiteX15" fmla="*/ 157099 w 193963"/>
                <a:gd name="connsiteY15" fmla="*/ 2820 h 302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3963" h="302255">
                  <a:moveTo>
                    <a:pt x="157099" y="2820"/>
                  </a:moveTo>
                  <a:cubicBezTo>
                    <a:pt x="159330" y="2294"/>
                    <a:pt x="161688" y="2820"/>
                    <a:pt x="163483" y="4246"/>
                  </a:cubicBezTo>
                  <a:cubicBezTo>
                    <a:pt x="164399" y="5485"/>
                    <a:pt x="164872" y="6987"/>
                    <a:pt x="164835" y="8526"/>
                  </a:cubicBezTo>
                  <a:cubicBezTo>
                    <a:pt x="167163" y="34055"/>
                    <a:pt x="166187" y="59734"/>
                    <a:pt x="166337" y="85413"/>
                  </a:cubicBezTo>
                  <a:cubicBezTo>
                    <a:pt x="166712" y="140825"/>
                    <a:pt x="172570" y="196763"/>
                    <a:pt x="191195" y="248947"/>
                  </a:cubicBezTo>
                  <a:cubicBezTo>
                    <a:pt x="194018" y="254413"/>
                    <a:pt x="194687" y="260735"/>
                    <a:pt x="193072" y="266667"/>
                  </a:cubicBezTo>
                  <a:cubicBezTo>
                    <a:pt x="190414" y="271382"/>
                    <a:pt x="186148" y="274979"/>
                    <a:pt x="181056" y="276803"/>
                  </a:cubicBezTo>
                  <a:cubicBezTo>
                    <a:pt x="137048" y="297879"/>
                    <a:pt x="87977" y="306101"/>
                    <a:pt x="39493" y="300530"/>
                  </a:cubicBezTo>
                  <a:cubicBezTo>
                    <a:pt x="30241" y="299674"/>
                    <a:pt x="21131" y="297654"/>
                    <a:pt x="12382" y="294523"/>
                  </a:cubicBezTo>
                  <a:cubicBezTo>
                    <a:pt x="8702" y="293344"/>
                    <a:pt x="5443" y="291129"/>
                    <a:pt x="2995" y="288141"/>
                  </a:cubicBezTo>
                  <a:cubicBezTo>
                    <a:pt x="1485" y="285603"/>
                    <a:pt x="583" y="282750"/>
                    <a:pt x="366" y="279807"/>
                  </a:cubicBezTo>
                  <a:cubicBezTo>
                    <a:pt x="-873" y="263821"/>
                    <a:pt x="809" y="247738"/>
                    <a:pt x="5323" y="232353"/>
                  </a:cubicBezTo>
                  <a:cubicBezTo>
                    <a:pt x="21694" y="161924"/>
                    <a:pt x="40620" y="92170"/>
                    <a:pt x="59545" y="22116"/>
                  </a:cubicBezTo>
                  <a:cubicBezTo>
                    <a:pt x="61122" y="16185"/>
                    <a:pt x="62699" y="2970"/>
                    <a:pt x="69007" y="642"/>
                  </a:cubicBezTo>
                  <a:cubicBezTo>
                    <a:pt x="75316" y="-1685"/>
                    <a:pt x="89435" y="2745"/>
                    <a:pt x="96269" y="3195"/>
                  </a:cubicBezTo>
                  <a:cubicBezTo>
                    <a:pt x="116530" y="4532"/>
                    <a:pt x="136860" y="4411"/>
                    <a:pt x="157099" y="2820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2" name="Content Placeholder 4">
              <a:extLst>
                <a:ext uri="{FF2B5EF4-FFF2-40B4-BE49-F238E27FC236}">
                  <a16:creationId xmlns:a16="http://schemas.microsoft.com/office/drawing/2014/main" id="{0C561B79-4C50-809F-7C56-6961D4CADA98}"/>
                </a:ext>
              </a:extLst>
            </p:cNvPr>
            <p:cNvSpPr/>
            <p:nvPr/>
          </p:nvSpPr>
          <p:spPr>
            <a:xfrm>
              <a:off x="7767946" y="2717353"/>
              <a:ext cx="40888" cy="57684"/>
            </a:xfrm>
            <a:custGeom>
              <a:avLst/>
              <a:gdLst>
                <a:gd name="connsiteX0" fmla="*/ 27475 w 40888"/>
                <a:gd name="connsiteY0" fmla="*/ 4721 h 57684"/>
                <a:gd name="connsiteX1" fmla="*/ 31080 w 40888"/>
                <a:gd name="connsiteY1" fmla="*/ 13731 h 57684"/>
                <a:gd name="connsiteX2" fmla="*/ 36487 w 40888"/>
                <a:gd name="connsiteY2" fmla="*/ 28297 h 57684"/>
                <a:gd name="connsiteX3" fmla="*/ 40468 w 40888"/>
                <a:gd name="connsiteY3" fmla="*/ 46768 h 57684"/>
                <a:gd name="connsiteX4" fmla="*/ 34610 w 40888"/>
                <a:gd name="connsiteY4" fmla="*/ 54276 h 57684"/>
                <a:gd name="connsiteX5" fmla="*/ 25823 w 40888"/>
                <a:gd name="connsiteY5" fmla="*/ 57655 h 57684"/>
                <a:gd name="connsiteX6" fmla="*/ 14933 w 40888"/>
                <a:gd name="connsiteY6" fmla="*/ 48119 h 57684"/>
                <a:gd name="connsiteX7" fmla="*/ 4570 w 40888"/>
                <a:gd name="connsiteY7" fmla="*/ 30400 h 57684"/>
                <a:gd name="connsiteX8" fmla="*/ 4570 w 40888"/>
                <a:gd name="connsiteY8" fmla="*/ 5021 h 57684"/>
                <a:gd name="connsiteX9" fmla="*/ 27475 w 40888"/>
                <a:gd name="connsiteY9" fmla="*/ 4721 h 57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888" h="57684">
                  <a:moveTo>
                    <a:pt x="27475" y="4721"/>
                  </a:moveTo>
                  <a:cubicBezTo>
                    <a:pt x="29195" y="7491"/>
                    <a:pt x="30419" y="10540"/>
                    <a:pt x="31080" y="13731"/>
                  </a:cubicBezTo>
                  <a:cubicBezTo>
                    <a:pt x="32484" y="18724"/>
                    <a:pt x="34294" y="23597"/>
                    <a:pt x="36487" y="28297"/>
                  </a:cubicBezTo>
                  <a:cubicBezTo>
                    <a:pt x="40197" y="33688"/>
                    <a:pt x="41624" y="40326"/>
                    <a:pt x="40468" y="46768"/>
                  </a:cubicBezTo>
                  <a:cubicBezTo>
                    <a:pt x="39266" y="49779"/>
                    <a:pt x="37238" y="52384"/>
                    <a:pt x="34610" y="54276"/>
                  </a:cubicBezTo>
                  <a:cubicBezTo>
                    <a:pt x="32199" y="56454"/>
                    <a:pt x="29067" y="57663"/>
                    <a:pt x="25823" y="57655"/>
                  </a:cubicBezTo>
                  <a:cubicBezTo>
                    <a:pt x="20791" y="57205"/>
                    <a:pt x="17487" y="52399"/>
                    <a:pt x="14933" y="48119"/>
                  </a:cubicBezTo>
                  <a:lnTo>
                    <a:pt x="4570" y="30400"/>
                  </a:lnTo>
                  <a:cubicBezTo>
                    <a:pt x="-11" y="22440"/>
                    <a:pt x="-2940" y="12154"/>
                    <a:pt x="4570" y="5021"/>
                  </a:cubicBezTo>
                  <a:cubicBezTo>
                    <a:pt x="10803" y="-761"/>
                    <a:pt x="22218" y="-2487"/>
                    <a:pt x="27475" y="4721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3" name="Content Placeholder 4">
              <a:extLst>
                <a:ext uri="{FF2B5EF4-FFF2-40B4-BE49-F238E27FC236}">
                  <a16:creationId xmlns:a16="http://schemas.microsoft.com/office/drawing/2014/main" id="{1A48774A-0596-1BF7-BEA7-47B7E3D34990}"/>
                </a:ext>
              </a:extLst>
            </p:cNvPr>
            <p:cNvSpPr/>
            <p:nvPr/>
          </p:nvSpPr>
          <p:spPr>
            <a:xfrm>
              <a:off x="7779327" y="2742907"/>
              <a:ext cx="29936" cy="47939"/>
            </a:xfrm>
            <a:custGeom>
              <a:avLst/>
              <a:gdLst>
                <a:gd name="connsiteX0" fmla="*/ 1225 w 29936"/>
                <a:gd name="connsiteY0" fmla="*/ 2968 h 47939"/>
                <a:gd name="connsiteX1" fmla="*/ 6181 w 29936"/>
                <a:gd name="connsiteY1" fmla="*/ 415 h 47939"/>
                <a:gd name="connsiteX2" fmla="*/ 13691 w 29936"/>
                <a:gd name="connsiteY2" fmla="*/ 1091 h 47939"/>
                <a:gd name="connsiteX3" fmla="*/ 16920 w 29936"/>
                <a:gd name="connsiteY3" fmla="*/ 5221 h 47939"/>
                <a:gd name="connsiteX4" fmla="*/ 27585 w 29936"/>
                <a:gd name="connsiteY4" fmla="*/ 27746 h 47939"/>
                <a:gd name="connsiteX5" fmla="*/ 29612 w 29936"/>
                <a:gd name="connsiteY5" fmla="*/ 41336 h 47939"/>
                <a:gd name="connsiteX6" fmla="*/ 19842 w 29936"/>
                <a:gd name="connsiteY6" fmla="*/ 47734 h 47939"/>
                <a:gd name="connsiteX7" fmla="*/ 19174 w 29936"/>
                <a:gd name="connsiteY7" fmla="*/ 47568 h 47939"/>
                <a:gd name="connsiteX8" fmla="*/ 15419 w 29936"/>
                <a:gd name="connsiteY8" fmla="*/ 44490 h 47939"/>
                <a:gd name="connsiteX9" fmla="*/ 924 w 29936"/>
                <a:gd name="connsiteY9" fmla="*/ 23992 h 47939"/>
                <a:gd name="connsiteX10" fmla="*/ 1225 w 29936"/>
                <a:gd name="connsiteY10" fmla="*/ 2968 h 47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936" h="47939">
                  <a:moveTo>
                    <a:pt x="1225" y="2968"/>
                  </a:moveTo>
                  <a:cubicBezTo>
                    <a:pt x="2486" y="1512"/>
                    <a:pt x="4266" y="596"/>
                    <a:pt x="6181" y="415"/>
                  </a:cubicBezTo>
                  <a:cubicBezTo>
                    <a:pt x="8674" y="-358"/>
                    <a:pt x="11378" y="-118"/>
                    <a:pt x="13691" y="1091"/>
                  </a:cubicBezTo>
                  <a:cubicBezTo>
                    <a:pt x="15103" y="2165"/>
                    <a:pt x="16222" y="3591"/>
                    <a:pt x="16920" y="5221"/>
                  </a:cubicBezTo>
                  <a:cubicBezTo>
                    <a:pt x="20916" y="12512"/>
                    <a:pt x="24476" y="20035"/>
                    <a:pt x="27585" y="27746"/>
                  </a:cubicBezTo>
                  <a:cubicBezTo>
                    <a:pt x="29657" y="31951"/>
                    <a:pt x="30371" y="36704"/>
                    <a:pt x="29612" y="41336"/>
                  </a:cubicBezTo>
                  <a:cubicBezTo>
                    <a:pt x="28681" y="45804"/>
                    <a:pt x="24303" y="48665"/>
                    <a:pt x="19842" y="47734"/>
                  </a:cubicBezTo>
                  <a:cubicBezTo>
                    <a:pt x="19616" y="47689"/>
                    <a:pt x="19391" y="47636"/>
                    <a:pt x="19174" y="47568"/>
                  </a:cubicBezTo>
                  <a:cubicBezTo>
                    <a:pt x="17731" y="46803"/>
                    <a:pt x="16455" y="45752"/>
                    <a:pt x="15419" y="44490"/>
                  </a:cubicBezTo>
                  <a:cubicBezTo>
                    <a:pt x="10086" y="38634"/>
                    <a:pt x="2126" y="32251"/>
                    <a:pt x="924" y="23992"/>
                  </a:cubicBezTo>
                  <a:cubicBezTo>
                    <a:pt x="-443" y="17039"/>
                    <a:pt x="-338" y="9876"/>
                    <a:pt x="1225" y="2968"/>
                  </a:cubicBezTo>
                  <a:close/>
                </a:path>
              </a:pathLst>
            </a:custGeom>
            <a:solidFill>
              <a:srgbClr val="FFC3B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4" name="Content Placeholder 4">
              <a:extLst>
                <a:ext uri="{FF2B5EF4-FFF2-40B4-BE49-F238E27FC236}">
                  <a16:creationId xmlns:a16="http://schemas.microsoft.com/office/drawing/2014/main" id="{A9F68883-EA02-2F92-D9A6-4CDC24F7E714}"/>
                </a:ext>
              </a:extLst>
            </p:cNvPr>
            <p:cNvSpPr/>
            <p:nvPr/>
          </p:nvSpPr>
          <p:spPr>
            <a:xfrm>
              <a:off x="7754531" y="2776545"/>
              <a:ext cx="54588" cy="145660"/>
            </a:xfrm>
            <a:custGeom>
              <a:avLst/>
              <a:gdLst>
                <a:gd name="connsiteX0" fmla="*/ 37136 w 54588"/>
                <a:gd name="connsiteY0" fmla="*/ 33303 h 145660"/>
                <a:gd name="connsiteX1" fmla="*/ 12803 w 54588"/>
                <a:gd name="connsiteY1" fmla="*/ 96073 h 145660"/>
                <a:gd name="connsiteX2" fmla="*/ 337 w 54588"/>
                <a:gd name="connsiteY2" fmla="*/ 129936 h 145660"/>
                <a:gd name="connsiteX3" fmla="*/ 337 w 54588"/>
                <a:gd name="connsiteY3" fmla="*/ 136169 h 145660"/>
                <a:gd name="connsiteX4" fmla="*/ 9349 w 54588"/>
                <a:gd name="connsiteY4" fmla="*/ 143301 h 145660"/>
                <a:gd name="connsiteX5" fmla="*/ 21214 w 54588"/>
                <a:gd name="connsiteY5" fmla="*/ 145404 h 145660"/>
                <a:gd name="connsiteX6" fmla="*/ 31053 w 54588"/>
                <a:gd name="connsiteY6" fmla="*/ 133165 h 145660"/>
                <a:gd name="connsiteX7" fmla="*/ 40666 w 54588"/>
                <a:gd name="connsiteY7" fmla="*/ 91043 h 145660"/>
                <a:gd name="connsiteX8" fmla="*/ 54559 w 54588"/>
                <a:gd name="connsiteY8" fmla="*/ 941 h 145660"/>
                <a:gd name="connsiteX9" fmla="*/ 45472 w 54588"/>
                <a:gd name="connsiteY9" fmla="*/ 2143 h 145660"/>
                <a:gd name="connsiteX10" fmla="*/ 40891 w 54588"/>
                <a:gd name="connsiteY10" fmla="*/ 10327 h 145660"/>
                <a:gd name="connsiteX11" fmla="*/ 37136 w 54588"/>
                <a:gd name="connsiteY11" fmla="*/ 33303 h 145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588" h="145660">
                  <a:moveTo>
                    <a:pt x="37136" y="33303"/>
                  </a:moveTo>
                  <a:cubicBezTo>
                    <a:pt x="30535" y="54777"/>
                    <a:pt x="22401" y="75755"/>
                    <a:pt x="12803" y="96073"/>
                  </a:cubicBezTo>
                  <a:cubicBezTo>
                    <a:pt x="6968" y="106668"/>
                    <a:pt x="2763" y="118088"/>
                    <a:pt x="337" y="129936"/>
                  </a:cubicBezTo>
                  <a:cubicBezTo>
                    <a:pt x="-151" y="131986"/>
                    <a:pt x="-151" y="134119"/>
                    <a:pt x="337" y="136169"/>
                  </a:cubicBezTo>
                  <a:cubicBezTo>
                    <a:pt x="2274" y="139645"/>
                    <a:pt x="5519" y="142213"/>
                    <a:pt x="9349" y="143301"/>
                  </a:cubicBezTo>
                  <a:cubicBezTo>
                    <a:pt x="12961" y="145306"/>
                    <a:pt x="17137" y="146049"/>
                    <a:pt x="21214" y="145404"/>
                  </a:cubicBezTo>
                  <a:cubicBezTo>
                    <a:pt x="26472" y="143977"/>
                    <a:pt x="29250" y="138271"/>
                    <a:pt x="31053" y="133165"/>
                  </a:cubicBezTo>
                  <a:cubicBezTo>
                    <a:pt x="35431" y="119417"/>
                    <a:pt x="38645" y="105331"/>
                    <a:pt x="40666" y="91043"/>
                  </a:cubicBezTo>
                  <a:cubicBezTo>
                    <a:pt x="45675" y="61009"/>
                    <a:pt x="50301" y="30975"/>
                    <a:pt x="54559" y="941"/>
                  </a:cubicBezTo>
                  <a:cubicBezTo>
                    <a:pt x="54559" y="-1612"/>
                    <a:pt x="46223" y="1617"/>
                    <a:pt x="45472" y="2143"/>
                  </a:cubicBezTo>
                  <a:cubicBezTo>
                    <a:pt x="43001" y="4222"/>
                    <a:pt x="41371" y="7136"/>
                    <a:pt x="40891" y="10327"/>
                  </a:cubicBezTo>
                  <a:cubicBezTo>
                    <a:pt x="39388" y="17685"/>
                    <a:pt x="39539" y="25494"/>
                    <a:pt x="37136" y="33303"/>
                  </a:cubicBezTo>
                  <a:close/>
                </a:path>
              </a:pathLst>
            </a:custGeom>
            <a:solidFill>
              <a:srgbClr val="FFC3B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5" name="Content Placeholder 4">
              <a:extLst>
                <a:ext uri="{FF2B5EF4-FFF2-40B4-BE49-F238E27FC236}">
                  <a16:creationId xmlns:a16="http://schemas.microsoft.com/office/drawing/2014/main" id="{FB00DBE3-5439-91D8-8C95-D4B528FDAE75}"/>
                </a:ext>
              </a:extLst>
            </p:cNvPr>
            <p:cNvSpPr/>
            <p:nvPr/>
          </p:nvSpPr>
          <p:spPr>
            <a:xfrm>
              <a:off x="7743874" y="2772989"/>
              <a:ext cx="41371" cy="139867"/>
            </a:xfrm>
            <a:custGeom>
              <a:avLst/>
              <a:gdLst>
                <a:gd name="connsiteX0" fmla="*/ 41183 w 41371"/>
                <a:gd name="connsiteY0" fmla="*/ 119226 h 139867"/>
                <a:gd name="connsiteX1" fmla="*/ 40432 w 41371"/>
                <a:gd name="connsiteY1" fmla="*/ 128461 h 139867"/>
                <a:gd name="connsiteX2" fmla="*/ 17902 w 41371"/>
                <a:gd name="connsiteY2" fmla="*/ 139724 h 139867"/>
                <a:gd name="connsiteX3" fmla="*/ 13622 w 41371"/>
                <a:gd name="connsiteY3" fmla="*/ 139048 h 139867"/>
                <a:gd name="connsiteX4" fmla="*/ 11744 w 41371"/>
                <a:gd name="connsiteY4" fmla="*/ 134543 h 139867"/>
                <a:gd name="connsiteX5" fmla="*/ 3633 w 41371"/>
                <a:gd name="connsiteY5" fmla="*/ 68394 h 139867"/>
                <a:gd name="connsiteX6" fmla="*/ 18653 w 41371"/>
                <a:gd name="connsiteY6" fmla="*/ 442 h 139867"/>
                <a:gd name="connsiteX7" fmla="*/ 35776 w 41371"/>
                <a:gd name="connsiteY7" fmla="*/ 21391 h 139867"/>
                <a:gd name="connsiteX8" fmla="*/ 38480 w 41371"/>
                <a:gd name="connsiteY8" fmla="*/ 67943 h 139867"/>
                <a:gd name="connsiteX9" fmla="*/ 41183 w 41371"/>
                <a:gd name="connsiteY9" fmla="*/ 119226 h 139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371" h="139867">
                  <a:moveTo>
                    <a:pt x="41183" y="119226"/>
                  </a:moveTo>
                  <a:cubicBezTo>
                    <a:pt x="41544" y="122327"/>
                    <a:pt x="41289" y="125465"/>
                    <a:pt x="40432" y="128461"/>
                  </a:cubicBezTo>
                  <a:cubicBezTo>
                    <a:pt x="37428" y="136720"/>
                    <a:pt x="26914" y="138898"/>
                    <a:pt x="17902" y="139724"/>
                  </a:cubicBezTo>
                  <a:cubicBezTo>
                    <a:pt x="16438" y="140002"/>
                    <a:pt x="14928" y="139769"/>
                    <a:pt x="13622" y="139048"/>
                  </a:cubicBezTo>
                  <a:cubicBezTo>
                    <a:pt x="12360" y="137899"/>
                    <a:pt x="11677" y="136247"/>
                    <a:pt x="11744" y="134543"/>
                  </a:cubicBezTo>
                  <a:lnTo>
                    <a:pt x="3633" y="68394"/>
                  </a:lnTo>
                  <a:cubicBezTo>
                    <a:pt x="1455" y="50373"/>
                    <a:pt x="-8758" y="6223"/>
                    <a:pt x="18653" y="442"/>
                  </a:cubicBezTo>
                  <a:cubicBezTo>
                    <a:pt x="33673" y="-2711"/>
                    <a:pt x="35175" y="10579"/>
                    <a:pt x="35776" y="21391"/>
                  </a:cubicBezTo>
                  <a:cubicBezTo>
                    <a:pt x="36677" y="36933"/>
                    <a:pt x="37654" y="52401"/>
                    <a:pt x="38480" y="67943"/>
                  </a:cubicBezTo>
                  <a:cubicBezTo>
                    <a:pt x="39381" y="85010"/>
                    <a:pt x="40282" y="102107"/>
                    <a:pt x="41183" y="119226"/>
                  </a:cubicBezTo>
                  <a:close/>
                </a:path>
              </a:pathLst>
            </a:custGeom>
            <a:solidFill>
              <a:srgbClr val="FFC3B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486" name="Group 1485">
            <a:extLst>
              <a:ext uri="{FF2B5EF4-FFF2-40B4-BE49-F238E27FC236}">
                <a16:creationId xmlns:a16="http://schemas.microsoft.com/office/drawing/2014/main" id="{587BDB77-7924-B0BB-9EC6-E9DAF8E9BABB}"/>
              </a:ext>
            </a:extLst>
          </p:cNvPr>
          <p:cNvGrpSpPr/>
          <p:nvPr userDrawn="1"/>
        </p:nvGrpSpPr>
        <p:grpSpPr>
          <a:xfrm>
            <a:off x="8917690" y="1956382"/>
            <a:ext cx="330255" cy="803312"/>
            <a:chOff x="10261410" y="1577134"/>
            <a:chExt cx="330255" cy="803312"/>
          </a:xfrm>
        </p:grpSpPr>
        <p:sp>
          <p:nvSpPr>
            <p:cNvPr id="1487" name="Content Placeholder 4">
              <a:extLst>
                <a:ext uri="{FF2B5EF4-FFF2-40B4-BE49-F238E27FC236}">
                  <a16:creationId xmlns:a16="http://schemas.microsoft.com/office/drawing/2014/main" id="{1DD25201-D2EC-1B9C-A6B1-D215F635C56D}"/>
                </a:ext>
              </a:extLst>
            </p:cNvPr>
            <p:cNvSpPr/>
            <p:nvPr/>
          </p:nvSpPr>
          <p:spPr>
            <a:xfrm>
              <a:off x="10275137" y="2341426"/>
              <a:ext cx="316528" cy="39020"/>
            </a:xfrm>
            <a:custGeom>
              <a:avLst/>
              <a:gdLst>
                <a:gd name="connsiteX0" fmla="*/ 308669 w 316528"/>
                <a:gd name="connsiteY0" fmla="*/ 31504 h 39020"/>
                <a:gd name="connsiteX1" fmla="*/ 314902 w 316528"/>
                <a:gd name="connsiteY1" fmla="*/ 17914 h 39020"/>
                <a:gd name="connsiteX2" fmla="*/ 293949 w 316528"/>
                <a:gd name="connsiteY2" fmla="*/ 13634 h 39020"/>
                <a:gd name="connsiteX3" fmla="*/ 217573 w 316528"/>
                <a:gd name="connsiteY3" fmla="*/ 4699 h 39020"/>
                <a:gd name="connsiteX4" fmla="*/ 59863 w 316528"/>
                <a:gd name="connsiteY4" fmla="*/ 870 h 39020"/>
                <a:gd name="connsiteX5" fmla="*/ 234 w 316528"/>
                <a:gd name="connsiteY5" fmla="*/ 17614 h 39020"/>
                <a:gd name="connsiteX6" fmla="*/ 34104 w 316528"/>
                <a:gd name="connsiteY6" fmla="*/ 23921 h 39020"/>
                <a:gd name="connsiteX7" fmla="*/ 87349 w 316528"/>
                <a:gd name="connsiteY7" fmla="*/ 28501 h 39020"/>
                <a:gd name="connsiteX8" fmla="*/ 193916 w 316528"/>
                <a:gd name="connsiteY8" fmla="*/ 37661 h 39020"/>
                <a:gd name="connsiteX9" fmla="*/ 308669 w 316528"/>
                <a:gd name="connsiteY9" fmla="*/ 31504 h 39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6528" h="39020">
                  <a:moveTo>
                    <a:pt x="308669" y="31504"/>
                  </a:moveTo>
                  <a:cubicBezTo>
                    <a:pt x="315653" y="28276"/>
                    <a:pt x="318582" y="23996"/>
                    <a:pt x="314902" y="17914"/>
                  </a:cubicBezTo>
                  <a:cubicBezTo>
                    <a:pt x="311974" y="13108"/>
                    <a:pt x="299356" y="14385"/>
                    <a:pt x="293949" y="13634"/>
                  </a:cubicBezTo>
                  <a:cubicBezTo>
                    <a:pt x="268641" y="10180"/>
                    <a:pt x="243257" y="6952"/>
                    <a:pt x="217573" y="4699"/>
                  </a:cubicBezTo>
                  <a:cubicBezTo>
                    <a:pt x="165130" y="171"/>
                    <a:pt x="112463" y="-1105"/>
                    <a:pt x="59863" y="870"/>
                  </a:cubicBezTo>
                  <a:cubicBezTo>
                    <a:pt x="52353" y="870"/>
                    <a:pt x="-4348" y="-106"/>
                    <a:pt x="234" y="17614"/>
                  </a:cubicBezTo>
                  <a:cubicBezTo>
                    <a:pt x="2562" y="26624"/>
                    <a:pt x="25993" y="23170"/>
                    <a:pt x="34104" y="23921"/>
                  </a:cubicBezTo>
                  <a:lnTo>
                    <a:pt x="87349" y="28501"/>
                  </a:lnTo>
                  <a:lnTo>
                    <a:pt x="193916" y="37661"/>
                  </a:lnTo>
                  <a:cubicBezTo>
                    <a:pt x="202027" y="38037"/>
                    <a:pt x="283135" y="42842"/>
                    <a:pt x="308669" y="31504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8" name="Content Placeholder 4">
              <a:extLst>
                <a:ext uri="{FF2B5EF4-FFF2-40B4-BE49-F238E27FC236}">
                  <a16:creationId xmlns:a16="http://schemas.microsoft.com/office/drawing/2014/main" id="{3745E52F-AC46-38BE-1ABE-81301E2A1A53}"/>
                </a:ext>
              </a:extLst>
            </p:cNvPr>
            <p:cNvSpPr/>
            <p:nvPr/>
          </p:nvSpPr>
          <p:spPr>
            <a:xfrm>
              <a:off x="10346214" y="1884731"/>
              <a:ext cx="111354" cy="455266"/>
            </a:xfrm>
            <a:custGeom>
              <a:avLst/>
              <a:gdLst>
                <a:gd name="connsiteX0" fmla="*/ 106243 w 111354"/>
                <a:gd name="connsiteY0" fmla="*/ 160080 h 455266"/>
                <a:gd name="connsiteX1" fmla="*/ 111049 w 111354"/>
                <a:gd name="connsiteY1" fmla="*/ 203028 h 455266"/>
                <a:gd name="connsiteX2" fmla="*/ 87393 w 111354"/>
                <a:gd name="connsiteY2" fmla="*/ 328795 h 455266"/>
                <a:gd name="connsiteX3" fmla="*/ 39329 w 111354"/>
                <a:gd name="connsiteY3" fmla="*/ 455237 h 455266"/>
                <a:gd name="connsiteX4" fmla="*/ 15297 w 111354"/>
                <a:gd name="connsiteY4" fmla="*/ 449606 h 455266"/>
                <a:gd name="connsiteX5" fmla="*/ 53973 w 111354"/>
                <a:gd name="connsiteY5" fmla="*/ 283219 h 455266"/>
                <a:gd name="connsiteX6" fmla="*/ 55851 w 111354"/>
                <a:gd name="connsiteY6" fmla="*/ 271055 h 455266"/>
                <a:gd name="connsiteX7" fmla="*/ 53372 w 111354"/>
                <a:gd name="connsiteY7" fmla="*/ 258140 h 455266"/>
                <a:gd name="connsiteX8" fmla="*/ 8312 w 111354"/>
                <a:gd name="connsiteY8" fmla="*/ 98961 h 455266"/>
                <a:gd name="connsiteX9" fmla="*/ 127 w 111354"/>
                <a:gd name="connsiteY9" fmla="*/ 57214 h 455266"/>
                <a:gd name="connsiteX10" fmla="*/ 11842 w 111354"/>
                <a:gd name="connsiteY10" fmla="*/ 16593 h 455266"/>
                <a:gd name="connsiteX11" fmla="*/ 69744 w 111354"/>
                <a:gd name="connsiteY11" fmla="*/ 5180 h 455266"/>
                <a:gd name="connsiteX12" fmla="*/ 99784 w 111354"/>
                <a:gd name="connsiteY12" fmla="*/ 61644 h 455266"/>
                <a:gd name="connsiteX13" fmla="*/ 106243 w 111354"/>
                <a:gd name="connsiteY13" fmla="*/ 160080 h 455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1354" h="455266">
                  <a:moveTo>
                    <a:pt x="106243" y="160080"/>
                  </a:moveTo>
                  <a:cubicBezTo>
                    <a:pt x="108120" y="174346"/>
                    <a:pt x="110298" y="188612"/>
                    <a:pt x="111049" y="203028"/>
                  </a:cubicBezTo>
                  <a:cubicBezTo>
                    <a:pt x="113227" y="245676"/>
                    <a:pt x="102262" y="288474"/>
                    <a:pt x="87393" y="328795"/>
                  </a:cubicBezTo>
                  <a:cubicBezTo>
                    <a:pt x="72523" y="369115"/>
                    <a:pt x="54349" y="414767"/>
                    <a:pt x="39329" y="455237"/>
                  </a:cubicBezTo>
                  <a:cubicBezTo>
                    <a:pt x="31038" y="454877"/>
                    <a:pt x="22889" y="452962"/>
                    <a:pt x="15297" y="449606"/>
                  </a:cubicBezTo>
                  <a:cubicBezTo>
                    <a:pt x="28890" y="396521"/>
                    <a:pt x="41582" y="336528"/>
                    <a:pt x="53973" y="283219"/>
                  </a:cubicBezTo>
                  <a:cubicBezTo>
                    <a:pt x="55070" y="279254"/>
                    <a:pt x="55700" y="275169"/>
                    <a:pt x="55851" y="271055"/>
                  </a:cubicBezTo>
                  <a:cubicBezTo>
                    <a:pt x="55595" y="266662"/>
                    <a:pt x="54762" y="262315"/>
                    <a:pt x="53372" y="258140"/>
                  </a:cubicBezTo>
                  <a:lnTo>
                    <a:pt x="8312" y="98961"/>
                  </a:lnTo>
                  <a:cubicBezTo>
                    <a:pt x="3912" y="85423"/>
                    <a:pt x="1163" y="71413"/>
                    <a:pt x="127" y="57214"/>
                  </a:cubicBezTo>
                  <a:cubicBezTo>
                    <a:pt x="-910" y="42715"/>
                    <a:pt x="3243" y="28314"/>
                    <a:pt x="11842" y="16593"/>
                  </a:cubicBezTo>
                  <a:cubicBezTo>
                    <a:pt x="26201" y="-105"/>
                    <a:pt x="50121" y="-4821"/>
                    <a:pt x="69744" y="5180"/>
                  </a:cubicBezTo>
                  <a:cubicBezTo>
                    <a:pt x="90592" y="15857"/>
                    <a:pt x="102578" y="38390"/>
                    <a:pt x="99784" y="61644"/>
                  </a:cubicBezTo>
                  <a:cubicBezTo>
                    <a:pt x="98658" y="94591"/>
                    <a:pt x="100820" y="127561"/>
                    <a:pt x="106243" y="160080"/>
                  </a:cubicBezTo>
                  <a:close/>
                </a:path>
              </a:pathLst>
            </a:custGeom>
            <a:solidFill>
              <a:srgbClr val="4D3C3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9" name="Content Placeholder 4">
              <a:extLst>
                <a:ext uri="{FF2B5EF4-FFF2-40B4-BE49-F238E27FC236}">
                  <a16:creationId xmlns:a16="http://schemas.microsoft.com/office/drawing/2014/main" id="{1859F24D-BECE-5ECB-C2C9-4E3CC0B4A76C}"/>
                </a:ext>
              </a:extLst>
            </p:cNvPr>
            <p:cNvSpPr/>
            <p:nvPr/>
          </p:nvSpPr>
          <p:spPr>
            <a:xfrm>
              <a:off x="10272021" y="1939612"/>
              <a:ext cx="128871" cy="371380"/>
            </a:xfrm>
            <a:custGeom>
              <a:avLst/>
              <a:gdLst>
                <a:gd name="connsiteX0" fmla="*/ 30011 w 128871"/>
                <a:gd name="connsiteY0" fmla="*/ 371073 h 371380"/>
                <a:gd name="connsiteX1" fmla="*/ -29 w 128871"/>
                <a:gd name="connsiteY1" fmla="*/ 364465 h 371380"/>
                <a:gd name="connsiteX2" fmla="*/ 33841 w 128871"/>
                <a:gd name="connsiteY2" fmla="*/ 264003 h 371380"/>
                <a:gd name="connsiteX3" fmla="*/ 46533 w 128871"/>
                <a:gd name="connsiteY3" fmla="*/ 231866 h 371380"/>
                <a:gd name="connsiteX4" fmla="*/ 51264 w 128871"/>
                <a:gd name="connsiteY4" fmla="*/ 190269 h 371380"/>
                <a:gd name="connsiteX5" fmla="*/ 38122 w 128871"/>
                <a:gd name="connsiteY5" fmla="*/ 19978 h 371380"/>
                <a:gd name="connsiteX6" fmla="*/ 40600 w 128871"/>
                <a:gd name="connsiteY6" fmla="*/ 6613 h 371380"/>
                <a:gd name="connsiteX7" fmla="*/ 108640 w 128871"/>
                <a:gd name="connsiteY7" fmla="*/ 2633 h 371380"/>
                <a:gd name="connsiteX8" fmla="*/ 117051 w 128871"/>
                <a:gd name="connsiteY8" fmla="*/ 4736 h 371380"/>
                <a:gd name="connsiteX9" fmla="*/ 123735 w 128871"/>
                <a:gd name="connsiteY9" fmla="*/ 3234 h 371380"/>
                <a:gd name="connsiteX10" fmla="*/ 128842 w 128871"/>
                <a:gd name="connsiteY10" fmla="*/ 60373 h 371380"/>
                <a:gd name="connsiteX11" fmla="*/ 118629 w 128871"/>
                <a:gd name="connsiteY11" fmla="*/ 186590 h 371380"/>
                <a:gd name="connsiteX12" fmla="*/ 89490 w 128871"/>
                <a:gd name="connsiteY12" fmla="*/ 262726 h 371380"/>
                <a:gd name="connsiteX13" fmla="*/ 30011 w 128871"/>
                <a:gd name="connsiteY13" fmla="*/ 371073 h 371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8871" h="371380">
                  <a:moveTo>
                    <a:pt x="30011" y="371073"/>
                  </a:moveTo>
                  <a:cubicBezTo>
                    <a:pt x="19542" y="372199"/>
                    <a:pt x="8998" y="369879"/>
                    <a:pt x="-29" y="364465"/>
                  </a:cubicBezTo>
                  <a:cubicBezTo>
                    <a:pt x="14991" y="331353"/>
                    <a:pt x="18520" y="296889"/>
                    <a:pt x="33841" y="264003"/>
                  </a:cubicBezTo>
                  <a:cubicBezTo>
                    <a:pt x="39008" y="253686"/>
                    <a:pt x="43258" y="242934"/>
                    <a:pt x="46533" y="231866"/>
                  </a:cubicBezTo>
                  <a:cubicBezTo>
                    <a:pt x="49649" y="218216"/>
                    <a:pt x="51234" y="204265"/>
                    <a:pt x="51264" y="190269"/>
                  </a:cubicBezTo>
                  <a:cubicBezTo>
                    <a:pt x="53442" y="136133"/>
                    <a:pt x="36244" y="74114"/>
                    <a:pt x="38122" y="19978"/>
                  </a:cubicBezTo>
                  <a:cubicBezTo>
                    <a:pt x="38039" y="15405"/>
                    <a:pt x="38888" y="10855"/>
                    <a:pt x="40600" y="6613"/>
                  </a:cubicBezTo>
                  <a:cubicBezTo>
                    <a:pt x="46458" y="-5251"/>
                    <a:pt x="95047" y="2333"/>
                    <a:pt x="108640" y="2633"/>
                  </a:cubicBezTo>
                  <a:cubicBezTo>
                    <a:pt x="111599" y="2370"/>
                    <a:pt x="114566" y="3106"/>
                    <a:pt x="117051" y="4736"/>
                  </a:cubicBezTo>
                  <a:cubicBezTo>
                    <a:pt x="119530" y="6913"/>
                    <a:pt x="123510" y="-70"/>
                    <a:pt x="123735" y="3234"/>
                  </a:cubicBezTo>
                  <a:cubicBezTo>
                    <a:pt x="125763" y="29964"/>
                    <a:pt x="128242" y="17725"/>
                    <a:pt x="128842" y="60373"/>
                  </a:cubicBezTo>
                  <a:cubicBezTo>
                    <a:pt x="128842" y="75390"/>
                    <a:pt x="121933" y="171799"/>
                    <a:pt x="118629" y="186590"/>
                  </a:cubicBezTo>
                  <a:cubicBezTo>
                    <a:pt x="113424" y="213471"/>
                    <a:pt x="103564" y="239240"/>
                    <a:pt x="89490" y="262726"/>
                  </a:cubicBezTo>
                  <a:cubicBezTo>
                    <a:pt x="66885" y="298166"/>
                    <a:pt x="52466" y="329551"/>
                    <a:pt x="30011" y="371073"/>
                  </a:cubicBezTo>
                  <a:close/>
                </a:path>
              </a:pathLst>
            </a:custGeom>
            <a:solidFill>
              <a:srgbClr val="4D3C3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0" name="Content Placeholder 4">
              <a:extLst>
                <a:ext uri="{FF2B5EF4-FFF2-40B4-BE49-F238E27FC236}">
                  <a16:creationId xmlns:a16="http://schemas.microsoft.com/office/drawing/2014/main" id="{C2B9CBA2-2033-D8AE-6673-AD155EE1201B}"/>
                </a:ext>
              </a:extLst>
            </p:cNvPr>
            <p:cNvSpPr/>
            <p:nvPr/>
          </p:nvSpPr>
          <p:spPr>
            <a:xfrm>
              <a:off x="10261410" y="2289917"/>
              <a:ext cx="76040" cy="64160"/>
            </a:xfrm>
            <a:custGeom>
              <a:avLst/>
              <a:gdLst>
                <a:gd name="connsiteX0" fmla="*/ 44902 w 76040"/>
                <a:gd name="connsiteY0" fmla="*/ 15438 h 64160"/>
                <a:gd name="connsiteX1" fmla="*/ 48357 w 76040"/>
                <a:gd name="connsiteY1" fmla="*/ 29854 h 64160"/>
                <a:gd name="connsiteX2" fmla="*/ 70886 w 76040"/>
                <a:gd name="connsiteY2" fmla="*/ 36311 h 64160"/>
                <a:gd name="connsiteX3" fmla="*/ 74641 w 76040"/>
                <a:gd name="connsiteY3" fmla="*/ 43294 h 64160"/>
                <a:gd name="connsiteX4" fmla="*/ 75843 w 76040"/>
                <a:gd name="connsiteY4" fmla="*/ 57109 h 64160"/>
                <a:gd name="connsiteX5" fmla="*/ 75167 w 76040"/>
                <a:gd name="connsiteY5" fmla="*/ 59737 h 64160"/>
                <a:gd name="connsiteX6" fmla="*/ 73440 w 76040"/>
                <a:gd name="connsiteY6" fmla="*/ 61465 h 64160"/>
                <a:gd name="connsiteX7" fmla="*/ 59621 w 76040"/>
                <a:gd name="connsiteY7" fmla="*/ 63642 h 64160"/>
                <a:gd name="connsiteX8" fmla="*/ 46329 w 76040"/>
                <a:gd name="connsiteY8" fmla="*/ 58236 h 64160"/>
                <a:gd name="connsiteX9" fmla="*/ 2246 w 76040"/>
                <a:gd name="connsiteY9" fmla="*/ 35711 h 64160"/>
                <a:gd name="connsiteX10" fmla="*/ 443 w 76040"/>
                <a:gd name="connsiteY10" fmla="*/ 34284 h 64160"/>
                <a:gd name="connsiteX11" fmla="*/ -8 w 76040"/>
                <a:gd name="connsiteY11" fmla="*/ 31731 h 64160"/>
                <a:gd name="connsiteX12" fmla="*/ 4723 w 76040"/>
                <a:gd name="connsiteY12" fmla="*/ 13936 h 64160"/>
                <a:gd name="connsiteX13" fmla="*/ 10206 w 76040"/>
                <a:gd name="connsiteY13" fmla="*/ -30 h 64160"/>
                <a:gd name="connsiteX14" fmla="*/ 44902 w 76040"/>
                <a:gd name="connsiteY14" fmla="*/ 15438 h 64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040" h="64160">
                  <a:moveTo>
                    <a:pt x="44902" y="15438"/>
                  </a:moveTo>
                  <a:cubicBezTo>
                    <a:pt x="48657" y="18967"/>
                    <a:pt x="44902" y="26475"/>
                    <a:pt x="48357" y="29854"/>
                  </a:cubicBezTo>
                  <a:cubicBezTo>
                    <a:pt x="54365" y="35260"/>
                    <a:pt x="64954" y="30680"/>
                    <a:pt x="70886" y="36311"/>
                  </a:cubicBezTo>
                  <a:cubicBezTo>
                    <a:pt x="72727" y="38271"/>
                    <a:pt x="74019" y="40681"/>
                    <a:pt x="74641" y="43294"/>
                  </a:cubicBezTo>
                  <a:cubicBezTo>
                    <a:pt x="75866" y="47792"/>
                    <a:pt x="76279" y="52469"/>
                    <a:pt x="75843" y="57109"/>
                  </a:cubicBezTo>
                  <a:cubicBezTo>
                    <a:pt x="75813" y="58026"/>
                    <a:pt x="75588" y="58919"/>
                    <a:pt x="75167" y="59737"/>
                  </a:cubicBezTo>
                  <a:cubicBezTo>
                    <a:pt x="74732" y="60436"/>
                    <a:pt x="74139" y="61029"/>
                    <a:pt x="73440" y="61465"/>
                  </a:cubicBezTo>
                  <a:cubicBezTo>
                    <a:pt x="69295" y="63965"/>
                    <a:pt x="64338" y="64746"/>
                    <a:pt x="59621" y="63642"/>
                  </a:cubicBezTo>
                  <a:cubicBezTo>
                    <a:pt x="54973" y="62426"/>
                    <a:pt x="50504" y="60608"/>
                    <a:pt x="46329" y="58236"/>
                  </a:cubicBezTo>
                  <a:lnTo>
                    <a:pt x="2246" y="35711"/>
                  </a:lnTo>
                  <a:cubicBezTo>
                    <a:pt x="1524" y="35410"/>
                    <a:pt x="901" y="34915"/>
                    <a:pt x="443" y="34284"/>
                  </a:cubicBezTo>
                  <a:cubicBezTo>
                    <a:pt x="67" y="33488"/>
                    <a:pt x="-90" y="32609"/>
                    <a:pt x="-8" y="31731"/>
                  </a:cubicBezTo>
                  <a:cubicBezTo>
                    <a:pt x="668" y="25597"/>
                    <a:pt x="2268" y="19597"/>
                    <a:pt x="4723" y="13936"/>
                  </a:cubicBezTo>
                  <a:cubicBezTo>
                    <a:pt x="6526" y="9281"/>
                    <a:pt x="8253" y="4550"/>
                    <a:pt x="10206" y="-30"/>
                  </a:cubicBezTo>
                  <a:cubicBezTo>
                    <a:pt x="22808" y="2388"/>
                    <a:pt x="34681" y="7682"/>
                    <a:pt x="44902" y="15438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1" name="Content Placeholder 4">
              <a:extLst>
                <a:ext uri="{FF2B5EF4-FFF2-40B4-BE49-F238E27FC236}">
                  <a16:creationId xmlns:a16="http://schemas.microsoft.com/office/drawing/2014/main" id="{820171D2-D933-3937-4E66-632EE27B85DD}"/>
                </a:ext>
              </a:extLst>
            </p:cNvPr>
            <p:cNvSpPr/>
            <p:nvPr/>
          </p:nvSpPr>
          <p:spPr>
            <a:xfrm>
              <a:off x="10354492" y="2327896"/>
              <a:ext cx="72000" cy="37803"/>
            </a:xfrm>
            <a:custGeom>
              <a:avLst/>
              <a:gdLst>
                <a:gd name="connsiteX0" fmla="*/ 35181 w 72000"/>
                <a:gd name="connsiteY0" fmla="*/ 734 h 37803"/>
                <a:gd name="connsiteX1" fmla="*/ 41039 w 72000"/>
                <a:gd name="connsiteY1" fmla="*/ 10045 h 37803"/>
                <a:gd name="connsiteX2" fmla="*/ 49901 w 72000"/>
                <a:gd name="connsiteY2" fmla="*/ 11997 h 37803"/>
                <a:gd name="connsiteX3" fmla="*/ 61692 w 72000"/>
                <a:gd name="connsiteY3" fmla="*/ 12673 h 37803"/>
                <a:gd name="connsiteX4" fmla="*/ 69202 w 72000"/>
                <a:gd name="connsiteY4" fmla="*/ 15000 h 37803"/>
                <a:gd name="connsiteX5" fmla="*/ 71830 w 72000"/>
                <a:gd name="connsiteY5" fmla="*/ 23936 h 37803"/>
                <a:gd name="connsiteX6" fmla="*/ 70103 w 72000"/>
                <a:gd name="connsiteY6" fmla="*/ 33621 h 37803"/>
                <a:gd name="connsiteX7" fmla="*/ 58312 w 72000"/>
                <a:gd name="connsiteY7" fmla="*/ 37601 h 37803"/>
                <a:gd name="connsiteX8" fmla="*/ 5292 w 72000"/>
                <a:gd name="connsiteY8" fmla="*/ 35348 h 37803"/>
                <a:gd name="connsiteX9" fmla="*/ 560 w 72000"/>
                <a:gd name="connsiteY9" fmla="*/ 33246 h 37803"/>
                <a:gd name="connsiteX10" fmla="*/ 34 w 72000"/>
                <a:gd name="connsiteY10" fmla="*/ 29642 h 37803"/>
                <a:gd name="connsiteX11" fmla="*/ 1461 w 72000"/>
                <a:gd name="connsiteY11" fmla="*/ 1635 h 37803"/>
                <a:gd name="connsiteX12" fmla="*/ 35181 w 72000"/>
                <a:gd name="connsiteY12" fmla="*/ 734 h 37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2000" h="37803">
                  <a:moveTo>
                    <a:pt x="35181" y="734"/>
                  </a:moveTo>
                  <a:cubicBezTo>
                    <a:pt x="38936" y="1485"/>
                    <a:pt x="37885" y="8243"/>
                    <a:pt x="41039" y="10045"/>
                  </a:cubicBezTo>
                  <a:cubicBezTo>
                    <a:pt x="43788" y="11411"/>
                    <a:pt x="46829" y="12087"/>
                    <a:pt x="49901" y="11997"/>
                  </a:cubicBezTo>
                  <a:lnTo>
                    <a:pt x="61692" y="12673"/>
                  </a:lnTo>
                  <a:cubicBezTo>
                    <a:pt x="64395" y="12515"/>
                    <a:pt x="67061" y="13341"/>
                    <a:pt x="69202" y="15000"/>
                  </a:cubicBezTo>
                  <a:cubicBezTo>
                    <a:pt x="71147" y="17553"/>
                    <a:pt x="72085" y="20737"/>
                    <a:pt x="71830" y="23936"/>
                  </a:cubicBezTo>
                  <a:cubicBezTo>
                    <a:pt x="72273" y="27262"/>
                    <a:pt x="71665" y="30648"/>
                    <a:pt x="70103" y="33621"/>
                  </a:cubicBezTo>
                  <a:cubicBezTo>
                    <a:pt x="67076" y="36820"/>
                    <a:pt x="62660" y="38307"/>
                    <a:pt x="58312" y="37601"/>
                  </a:cubicBezTo>
                  <a:cubicBezTo>
                    <a:pt x="43292" y="37601"/>
                    <a:pt x="20762" y="36625"/>
                    <a:pt x="5292" y="35348"/>
                  </a:cubicBezTo>
                  <a:cubicBezTo>
                    <a:pt x="3459" y="35483"/>
                    <a:pt x="1687" y="34695"/>
                    <a:pt x="560" y="33246"/>
                  </a:cubicBezTo>
                  <a:cubicBezTo>
                    <a:pt x="42" y="32120"/>
                    <a:pt x="-138" y="30866"/>
                    <a:pt x="34" y="29642"/>
                  </a:cubicBezTo>
                  <a:lnTo>
                    <a:pt x="1461" y="1635"/>
                  </a:lnTo>
                  <a:cubicBezTo>
                    <a:pt x="12606" y="-227"/>
                    <a:pt x="23954" y="-527"/>
                    <a:pt x="35181" y="734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2" name="Content Placeholder 4">
              <a:extLst>
                <a:ext uri="{FF2B5EF4-FFF2-40B4-BE49-F238E27FC236}">
                  <a16:creationId xmlns:a16="http://schemas.microsoft.com/office/drawing/2014/main" id="{9BE427EF-C723-3E69-5547-0D4F28BDFC2B}"/>
                </a:ext>
              </a:extLst>
            </p:cNvPr>
            <p:cNvSpPr/>
            <p:nvPr/>
          </p:nvSpPr>
          <p:spPr>
            <a:xfrm>
              <a:off x="10490862" y="1751485"/>
              <a:ext cx="7354" cy="14641"/>
            </a:xfrm>
            <a:custGeom>
              <a:avLst/>
              <a:gdLst>
                <a:gd name="connsiteX0" fmla="*/ 5903 w 7354"/>
                <a:gd name="connsiteY0" fmla="*/ -30 h 14641"/>
                <a:gd name="connsiteX1" fmla="*/ -29 w 7354"/>
                <a:gd name="connsiteY1" fmla="*/ 14086 h 14641"/>
                <a:gd name="connsiteX2" fmla="*/ 1022 w 7354"/>
                <a:gd name="connsiteY2" fmla="*/ 14612 h 14641"/>
                <a:gd name="connsiteX3" fmla="*/ 1472 w 7354"/>
                <a:gd name="connsiteY3" fmla="*/ 14612 h 14641"/>
                <a:gd name="connsiteX4" fmla="*/ 1472 w 7354"/>
                <a:gd name="connsiteY4" fmla="*/ 14612 h 14641"/>
                <a:gd name="connsiteX5" fmla="*/ 5453 w 7354"/>
                <a:gd name="connsiteY5" fmla="*/ 7103 h 14641"/>
                <a:gd name="connsiteX6" fmla="*/ 6805 w 7354"/>
                <a:gd name="connsiteY6" fmla="*/ 3049 h 14641"/>
                <a:gd name="connsiteX7" fmla="*/ 5903 w 7354"/>
                <a:gd name="connsiteY7" fmla="*/ -30 h 14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354" h="14641">
                  <a:moveTo>
                    <a:pt x="5903" y="-30"/>
                  </a:moveTo>
                  <a:cubicBezTo>
                    <a:pt x="3350" y="4400"/>
                    <a:pt x="2524" y="9656"/>
                    <a:pt x="-29" y="14086"/>
                  </a:cubicBezTo>
                  <a:lnTo>
                    <a:pt x="1022" y="14612"/>
                  </a:lnTo>
                  <a:lnTo>
                    <a:pt x="1472" y="14612"/>
                  </a:lnTo>
                  <a:lnTo>
                    <a:pt x="1472" y="14612"/>
                  </a:lnTo>
                  <a:cubicBezTo>
                    <a:pt x="2997" y="12224"/>
                    <a:pt x="4334" y="9709"/>
                    <a:pt x="5453" y="7103"/>
                  </a:cubicBezTo>
                  <a:cubicBezTo>
                    <a:pt x="5994" y="5782"/>
                    <a:pt x="6444" y="4430"/>
                    <a:pt x="6805" y="3049"/>
                  </a:cubicBezTo>
                  <a:cubicBezTo>
                    <a:pt x="7781" y="721"/>
                    <a:pt x="7330" y="871"/>
                    <a:pt x="5903" y="-30"/>
                  </a:cubicBezTo>
                  <a:close/>
                </a:path>
              </a:pathLst>
            </a:custGeom>
            <a:solidFill>
              <a:srgbClr val="B8B6B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3" name="Content Placeholder 4">
              <a:extLst>
                <a:ext uri="{FF2B5EF4-FFF2-40B4-BE49-F238E27FC236}">
                  <a16:creationId xmlns:a16="http://schemas.microsoft.com/office/drawing/2014/main" id="{80E1E1CD-5C72-6D39-7009-F76CBAF5BCF7}"/>
                </a:ext>
              </a:extLst>
            </p:cNvPr>
            <p:cNvSpPr/>
            <p:nvPr/>
          </p:nvSpPr>
          <p:spPr>
            <a:xfrm>
              <a:off x="10490905" y="1720966"/>
              <a:ext cx="29471" cy="53035"/>
            </a:xfrm>
            <a:custGeom>
              <a:avLst/>
              <a:gdLst>
                <a:gd name="connsiteX0" fmla="*/ 303 w 29471"/>
                <a:gd name="connsiteY0" fmla="*/ 46033 h 53035"/>
                <a:gd name="connsiteX1" fmla="*/ 303 w 29471"/>
                <a:gd name="connsiteY1" fmla="*/ 48886 h 53035"/>
                <a:gd name="connsiteX2" fmla="*/ 1355 w 29471"/>
                <a:gd name="connsiteY2" fmla="*/ 49712 h 53035"/>
                <a:gd name="connsiteX3" fmla="*/ 8264 w 29471"/>
                <a:gd name="connsiteY3" fmla="*/ 52865 h 53035"/>
                <a:gd name="connsiteX4" fmla="*/ 9465 w 29471"/>
                <a:gd name="connsiteY4" fmla="*/ 52865 h 53035"/>
                <a:gd name="connsiteX5" fmla="*/ 10141 w 29471"/>
                <a:gd name="connsiteY5" fmla="*/ 52114 h 53035"/>
                <a:gd name="connsiteX6" fmla="*/ 19829 w 29471"/>
                <a:gd name="connsiteY6" fmla="*/ 29139 h 53035"/>
                <a:gd name="connsiteX7" fmla="*/ 29442 w 29471"/>
                <a:gd name="connsiteY7" fmla="*/ 3835 h 53035"/>
                <a:gd name="connsiteX8" fmla="*/ 20580 w 29471"/>
                <a:gd name="connsiteY8" fmla="*/ 81 h 53035"/>
                <a:gd name="connsiteX9" fmla="*/ 16375 w 29471"/>
                <a:gd name="connsiteY9" fmla="*/ 8415 h 53035"/>
                <a:gd name="connsiteX10" fmla="*/ 6236 w 29471"/>
                <a:gd name="connsiteY10" fmla="*/ 32442 h 53035"/>
                <a:gd name="connsiteX11" fmla="*/ 303 w 29471"/>
                <a:gd name="connsiteY11" fmla="*/ 46033 h 53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471" h="53035">
                  <a:moveTo>
                    <a:pt x="303" y="46033"/>
                  </a:moveTo>
                  <a:cubicBezTo>
                    <a:pt x="-140" y="46934"/>
                    <a:pt x="-140" y="47985"/>
                    <a:pt x="303" y="48886"/>
                  </a:cubicBezTo>
                  <a:cubicBezTo>
                    <a:pt x="581" y="49239"/>
                    <a:pt x="942" y="49524"/>
                    <a:pt x="1355" y="49712"/>
                  </a:cubicBezTo>
                  <a:cubicBezTo>
                    <a:pt x="3555" y="50973"/>
                    <a:pt x="5868" y="52032"/>
                    <a:pt x="8264" y="52865"/>
                  </a:cubicBezTo>
                  <a:cubicBezTo>
                    <a:pt x="8639" y="53053"/>
                    <a:pt x="9090" y="53053"/>
                    <a:pt x="9465" y="52865"/>
                  </a:cubicBezTo>
                  <a:cubicBezTo>
                    <a:pt x="9465" y="52865"/>
                    <a:pt x="9991" y="52415"/>
                    <a:pt x="10141" y="52114"/>
                  </a:cubicBezTo>
                  <a:cubicBezTo>
                    <a:pt x="14047" y="44756"/>
                    <a:pt x="17291" y="37068"/>
                    <a:pt x="19829" y="29139"/>
                  </a:cubicBezTo>
                  <a:cubicBezTo>
                    <a:pt x="23058" y="19978"/>
                    <a:pt x="26288" y="12920"/>
                    <a:pt x="29442" y="3835"/>
                  </a:cubicBezTo>
                  <a:cubicBezTo>
                    <a:pt x="29442" y="3310"/>
                    <a:pt x="21932" y="-745"/>
                    <a:pt x="20580" y="81"/>
                  </a:cubicBezTo>
                  <a:cubicBezTo>
                    <a:pt x="19229" y="907"/>
                    <a:pt x="17276" y="6238"/>
                    <a:pt x="16375" y="8415"/>
                  </a:cubicBezTo>
                  <a:lnTo>
                    <a:pt x="6236" y="32442"/>
                  </a:lnTo>
                  <a:cubicBezTo>
                    <a:pt x="4058" y="37023"/>
                    <a:pt x="2181" y="41528"/>
                    <a:pt x="303" y="46033"/>
                  </a:cubicBezTo>
                  <a:close/>
                </a:path>
              </a:pathLst>
            </a:custGeom>
            <a:solidFill>
              <a:srgbClr val="43424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4" name="Content Placeholder 4">
              <a:extLst>
                <a:ext uri="{FF2B5EF4-FFF2-40B4-BE49-F238E27FC236}">
                  <a16:creationId xmlns:a16="http://schemas.microsoft.com/office/drawing/2014/main" id="{AC90695A-8EAB-71E6-FBE4-DDCE811FD160}"/>
                </a:ext>
              </a:extLst>
            </p:cNvPr>
            <p:cNvSpPr/>
            <p:nvPr/>
          </p:nvSpPr>
          <p:spPr>
            <a:xfrm>
              <a:off x="10512975" y="1694041"/>
              <a:ext cx="14685" cy="33818"/>
            </a:xfrm>
            <a:custGeom>
              <a:avLst/>
              <a:gdLst>
                <a:gd name="connsiteX0" fmla="*/ 2415 w 14685"/>
                <a:gd name="connsiteY0" fmla="*/ 33162 h 33818"/>
                <a:gd name="connsiteX1" fmla="*/ 14656 w 14685"/>
                <a:gd name="connsiteY1" fmla="*/ 651 h 33818"/>
                <a:gd name="connsiteX2" fmla="*/ 13530 w 14685"/>
                <a:gd name="connsiteY2" fmla="*/ 651 h 33818"/>
                <a:gd name="connsiteX3" fmla="*/ 87 w 14685"/>
                <a:gd name="connsiteY3" fmla="*/ 32787 h 33818"/>
                <a:gd name="connsiteX4" fmla="*/ 2415 w 14685"/>
                <a:gd name="connsiteY4" fmla="*/ 33162 h 33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85" h="33818">
                  <a:moveTo>
                    <a:pt x="2415" y="33162"/>
                  </a:moveTo>
                  <a:lnTo>
                    <a:pt x="14656" y="651"/>
                  </a:lnTo>
                  <a:cubicBezTo>
                    <a:pt x="14656" y="-100"/>
                    <a:pt x="13830" y="-401"/>
                    <a:pt x="13530" y="651"/>
                  </a:cubicBezTo>
                  <a:cubicBezTo>
                    <a:pt x="9024" y="11388"/>
                    <a:pt x="4593" y="22125"/>
                    <a:pt x="87" y="32787"/>
                  </a:cubicBezTo>
                  <a:cubicBezTo>
                    <a:pt x="-589" y="33613"/>
                    <a:pt x="1889" y="34364"/>
                    <a:pt x="2415" y="33162"/>
                  </a:cubicBezTo>
                  <a:close/>
                </a:path>
              </a:pathLst>
            </a:custGeom>
            <a:solidFill>
              <a:srgbClr val="43424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5" name="Content Placeholder 4">
              <a:extLst>
                <a:ext uri="{FF2B5EF4-FFF2-40B4-BE49-F238E27FC236}">
                  <a16:creationId xmlns:a16="http://schemas.microsoft.com/office/drawing/2014/main" id="{35FF322B-0157-DA0D-7936-A33EE37C7D54}"/>
                </a:ext>
              </a:extLst>
            </p:cNvPr>
            <p:cNvSpPr/>
            <p:nvPr/>
          </p:nvSpPr>
          <p:spPr>
            <a:xfrm>
              <a:off x="10496651" y="1729251"/>
              <a:ext cx="11211" cy="16377"/>
            </a:xfrm>
            <a:custGeom>
              <a:avLst/>
              <a:gdLst>
                <a:gd name="connsiteX0" fmla="*/ 4395 w 11211"/>
                <a:gd name="connsiteY0" fmla="*/ 1481 h 16377"/>
                <a:gd name="connsiteX1" fmla="*/ 5522 w 11211"/>
                <a:gd name="connsiteY1" fmla="*/ 55 h 16377"/>
                <a:gd name="connsiteX2" fmla="*/ 6723 w 11211"/>
                <a:gd name="connsiteY2" fmla="*/ 55 h 16377"/>
                <a:gd name="connsiteX3" fmla="*/ 10628 w 11211"/>
                <a:gd name="connsiteY3" fmla="*/ 1556 h 16377"/>
                <a:gd name="connsiteX4" fmla="*/ 11154 w 11211"/>
                <a:gd name="connsiteY4" fmla="*/ 2007 h 16377"/>
                <a:gd name="connsiteX5" fmla="*/ 11154 w 11211"/>
                <a:gd name="connsiteY5" fmla="*/ 2533 h 16377"/>
                <a:gd name="connsiteX6" fmla="*/ 10628 w 11211"/>
                <a:gd name="connsiteY6" fmla="*/ 4935 h 16377"/>
                <a:gd name="connsiteX7" fmla="*/ 6272 w 11211"/>
                <a:gd name="connsiteY7" fmla="*/ 15898 h 16377"/>
                <a:gd name="connsiteX8" fmla="*/ 6272 w 11211"/>
                <a:gd name="connsiteY8" fmla="*/ 16348 h 16377"/>
                <a:gd name="connsiteX9" fmla="*/ 5822 w 11211"/>
                <a:gd name="connsiteY9" fmla="*/ 16348 h 16377"/>
                <a:gd name="connsiteX10" fmla="*/ 940 w 11211"/>
                <a:gd name="connsiteY10" fmla="*/ 14696 h 16377"/>
                <a:gd name="connsiteX11" fmla="*/ 414 w 11211"/>
                <a:gd name="connsiteY11" fmla="*/ 11843 h 16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211" h="16377">
                  <a:moveTo>
                    <a:pt x="4395" y="1481"/>
                  </a:moveTo>
                  <a:cubicBezTo>
                    <a:pt x="4395" y="881"/>
                    <a:pt x="4921" y="205"/>
                    <a:pt x="5522" y="55"/>
                  </a:cubicBezTo>
                  <a:cubicBezTo>
                    <a:pt x="5912" y="-58"/>
                    <a:pt x="6332" y="-58"/>
                    <a:pt x="6723" y="55"/>
                  </a:cubicBezTo>
                  <a:cubicBezTo>
                    <a:pt x="8067" y="445"/>
                    <a:pt x="9374" y="948"/>
                    <a:pt x="10628" y="1556"/>
                  </a:cubicBezTo>
                  <a:cubicBezTo>
                    <a:pt x="10838" y="1662"/>
                    <a:pt x="11019" y="1819"/>
                    <a:pt x="11154" y="2007"/>
                  </a:cubicBezTo>
                  <a:cubicBezTo>
                    <a:pt x="11191" y="2180"/>
                    <a:pt x="11191" y="2360"/>
                    <a:pt x="11154" y="2533"/>
                  </a:cubicBezTo>
                  <a:cubicBezTo>
                    <a:pt x="11049" y="3351"/>
                    <a:pt x="10876" y="4154"/>
                    <a:pt x="10628" y="4935"/>
                  </a:cubicBezTo>
                  <a:cubicBezTo>
                    <a:pt x="9382" y="8667"/>
                    <a:pt x="7924" y="12324"/>
                    <a:pt x="6272" y="15898"/>
                  </a:cubicBezTo>
                  <a:cubicBezTo>
                    <a:pt x="6325" y="16040"/>
                    <a:pt x="6325" y="16205"/>
                    <a:pt x="6272" y="16348"/>
                  </a:cubicBezTo>
                  <a:lnTo>
                    <a:pt x="5822" y="16348"/>
                  </a:lnTo>
                  <a:cubicBezTo>
                    <a:pt x="4124" y="16040"/>
                    <a:pt x="2480" y="15477"/>
                    <a:pt x="940" y="14696"/>
                  </a:cubicBezTo>
                  <a:cubicBezTo>
                    <a:pt x="-412" y="13870"/>
                    <a:pt x="-111" y="13195"/>
                    <a:pt x="414" y="11843"/>
                  </a:cubicBezTo>
                  <a:close/>
                </a:path>
              </a:pathLst>
            </a:custGeom>
            <a:solidFill>
              <a:srgbClr val="62616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6" name="Content Placeholder 4">
              <a:extLst>
                <a:ext uri="{FF2B5EF4-FFF2-40B4-BE49-F238E27FC236}">
                  <a16:creationId xmlns:a16="http://schemas.microsoft.com/office/drawing/2014/main" id="{947FE954-CD86-E3DE-5DB3-EABAAF01E511}"/>
                </a:ext>
              </a:extLst>
            </p:cNvPr>
            <p:cNvSpPr/>
            <p:nvPr/>
          </p:nvSpPr>
          <p:spPr>
            <a:xfrm>
              <a:off x="10342569" y="1593418"/>
              <a:ext cx="80161" cy="120181"/>
            </a:xfrm>
            <a:custGeom>
              <a:avLst/>
              <a:gdLst>
                <a:gd name="connsiteX0" fmla="*/ 14660 w 80161"/>
                <a:gd name="connsiteY0" fmla="*/ 108782 h 120181"/>
                <a:gd name="connsiteX1" fmla="*/ 7150 w 80161"/>
                <a:gd name="connsiteY1" fmla="*/ 94366 h 120181"/>
                <a:gd name="connsiteX2" fmla="*/ 5348 w 80161"/>
                <a:gd name="connsiteY2" fmla="*/ 85506 h 120181"/>
                <a:gd name="connsiteX3" fmla="*/ 3395 w 80161"/>
                <a:gd name="connsiteY3" fmla="*/ 76346 h 120181"/>
                <a:gd name="connsiteX4" fmla="*/ 2945 w 80161"/>
                <a:gd name="connsiteY4" fmla="*/ 66510 h 120181"/>
                <a:gd name="connsiteX5" fmla="*/ 542 w 80161"/>
                <a:gd name="connsiteY5" fmla="*/ 57800 h 120181"/>
                <a:gd name="connsiteX6" fmla="*/ 1218 w 80161"/>
                <a:gd name="connsiteY6" fmla="*/ 45111 h 120181"/>
                <a:gd name="connsiteX7" fmla="*/ 4072 w 80161"/>
                <a:gd name="connsiteY7" fmla="*/ 39179 h 120181"/>
                <a:gd name="connsiteX8" fmla="*/ 8277 w 80161"/>
                <a:gd name="connsiteY8" fmla="*/ 34298 h 120181"/>
                <a:gd name="connsiteX9" fmla="*/ 10380 w 80161"/>
                <a:gd name="connsiteY9" fmla="*/ 29118 h 120181"/>
                <a:gd name="connsiteX10" fmla="*/ 13384 w 80161"/>
                <a:gd name="connsiteY10" fmla="*/ 23561 h 120181"/>
                <a:gd name="connsiteX11" fmla="*/ 20894 w 80161"/>
                <a:gd name="connsiteY11" fmla="*/ 13275 h 120181"/>
                <a:gd name="connsiteX12" fmla="*/ 54313 w 80161"/>
                <a:gd name="connsiteY12" fmla="*/ 210 h 120181"/>
                <a:gd name="connsiteX13" fmla="*/ 80073 w 80161"/>
                <a:gd name="connsiteY13" fmla="*/ 58926 h 120181"/>
                <a:gd name="connsiteX14" fmla="*/ 64001 w 80161"/>
                <a:gd name="connsiteY14" fmla="*/ 106455 h 120181"/>
                <a:gd name="connsiteX15" fmla="*/ 14660 w 80161"/>
                <a:gd name="connsiteY15" fmla="*/ 108782 h 120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0161" h="120181">
                  <a:moveTo>
                    <a:pt x="14660" y="108782"/>
                  </a:moveTo>
                  <a:cubicBezTo>
                    <a:pt x="11266" y="104495"/>
                    <a:pt x="8713" y="99607"/>
                    <a:pt x="7150" y="94366"/>
                  </a:cubicBezTo>
                  <a:cubicBezTo>
                    <a:pt x="6324" y="91438"/>
                    <a:pt x="6174" y="88359"/>
                    <a:pt x="5348" y="85506"/>
                  </a:cubicBezTo>
                  <a:cubicBezTo>
                    <a:pt x="4282" y="82555"/>
                    <a:pt x="3628" y="79477"/>
                    <a:pt x="3395" y="76346"/>
                  </a:cubicBezTo>
                  <a:cubicBezTo>
                    <a:pt x="3508" y="73057"/>
                    <a:pt x="3358" y="69768"/>
                    <a:pt x="2945" y="66510"/>
                  </a:cubicBezTo>
                  <a:cubicBezTo>
                    <a:pt x="2419" y="63581"/>
                    <a:pt x="1143" y="60728"/>
                    <a:pt x="542" y="57800"/>
                  </a:cubicBezTo>
                  <a:cubicBezTo>
                    <a:pt x="-404" y="53588"/>
                    <a:pt x="-172" y="49195"/>
                    <a:pt x="1218" y="45111"/>
                  </a:cubicBezTo>
                  <a:cubicBezTo>
                    <a:pt x="1894" y="43008"/>
                    <a:pt x="2855" y="41018"/>
                    <a:pt x="4072" y="39179"/>
                  </a:cubicBezTo>
                  <a:cubicBezTo>
                    <a:pt x="5273" y="37377"/>
                    <a:pt x="7226" y="36025"/>
                    <a:pt x="8277" y="34298"/>
                  </a:cubicBezTo>
                  <a:cubicBezTo>
                    <a:pt x="9103" y="32624"/>
                    <a:pt x="9802" y="30890"/>
                    <a:pt x="10380" y="29118"/>
                  </a:cubicBezTo>
                  <a:cubicBezTo>
                    <a:pt x="11281" y="27210"/>
                    <a:pt x="12280" y="25356"/>
                    <a:pt x="13384" y="23561"/>
                  </a:cubicBezTo>
                  <a:cubicBezTo>
                    <a:pt x="15502" y="19867"/>
                    <a:pt x="18025" y="16421"/>
                    <a:pt x="20894" y="13275"/>
                  </a:cubicBezTo>
                  <a:cubicBezTo>
                    <a:pt x="29200" y="3679"/>
                    <a:pt x="41704" y="-1202"/>
                    <a:pt x="54313" y="210"/>
                  </a:cubicBezTo>
                  <a:cubicBezTo>
                    <a:pt x="79172" y="4340"/>
                    <a:pt x="80073" y="37152"/>
                    <a:pt x="80073" y="58926"/>
                  </a:cubicBezTo>
                  <a:cubicBezTo>
                    <a:pt x="80786" y="76211"/>
                    <a:pt x="75064" y="93150"/>
                    <a:pt x="64001" y="106455"/>
                  </a:cubicBezTo>
                  <a:cubicBezTo>
                    <a:pt x="47404" y="124925"/>
                    <a:pt x="26602" y="123724"/>
                    <a:pt x="14660" y="108782"/>
                  </a:cubicBezTo>
                  <a:close/>
                </a:path>
              </a:pathLst>
            </a:custGeom>
            <a:solidFill>
              <a:srgbClr val="DBCC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7" name="Content Placeholder 4">
              <a:extLst>
                <a:ext uri="{FF2B5EF4-FFF2-40B4-BE49-F238E27FC236}">
                  <a16:creationId xmlns:a16="http://schemas.microsoft.com/office/drawing/2014/main" id="{F6873214-654B-D6D7-8F69-934A54D5DC80}"/>
                </a:ext>
              </a:extLst>
            </p:cNvPr>
            <p:cNvSpPr/>
            <p:nvPr/>
          </p:nvSpPr>
          <p:spPr>
            <a:xfrm>
              <a:off x="10419401" y="1643280"/>
              <a:ext cx="36063" cy="31726"/>
            </a:xfrm>
            <a:custGeom>
              <a:avLst/>
              <a:gdLst>
                <a:gd name="connsiteX0" fmla="*/ 35760 w 36063"/>
                <a:gd name="connsiteY0" fmla="*/ 21528 h 31726"/>
                <a:gd name="connsiteX1" fmla="*/ 32755 w 36063"/>
                <a:gd name="connsiteY1" fmla="*/ 29036 h 31726"/>
                <a:gd name="connsiteX2" fmla="*/ 22241 w 36063"/>
                <a:gd name="connsiteY2" fmla="*/ 31514 h 31726"/>
                <a:gd name="connsiteX3" fmla="*/ 5044 w 36063"/>
                <a:gd name="connsiteY3" fmla="*/ 30913 h 31726"/>
                <a:gd name="connsiteX4" fmla="*/ 387 w 36063"/>
                <a:gd name="connsiteY4" fmla="*/ 29036 h 31726"/>
                <a:gd name="connsiteX5" fmla="*/ 387 w 36063"/>
                <a:gd name="connsiteY5" fmla="*/ 24907 h 31726"/>
                <a:gd name="connsiteX6" fmla="*/ 1514 w 36063"/>
                <a:gd name="connsiteY6" fmla="*/ 8088 h 31726"/>
                <a:gd name="connsiteX7" fmla="*/ 1514 w 36063"/>
                <a:gd name="connsiteY7" fmla="*/ 3583 h 31726"/>
                <a:gd name="connsiteX8" fmla="*/ 3316 w 36063"/>
                <a:gd name="connsiteY8" fmla="*/ 2156 h 31726"/>
                <a:gd name="connsiteX9" fmla="*/ 12478 w 36063"/>
                <a:gd name="connsiteY9" fmla="*/ 504 h 31726"/>
                <a:gd name="connsiteX10" fmla="*/ 23969 w 36063"/>
                <a:gd name="connsiteY10" fmla="*/ 504 h 31726"/>
                <a:gd name="connsiteX11" fmla="*/ 34483 w 36063"/>
                <a:gd name="connsiteY11" fmla="*/ 504 h 31726"/>
                <a:gd name="connsiteX12" fmla="*/ 35910 w 36063"/>
                <a:gd name="connsiteY12" fmla="*/ 9139 h 31726"/>
                <a:gd name="connsiteX13" fmla="*/ 35760 w 36063"/>
                <a:gd name="connsiteY13" fmla="*/ 21528 h 3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063" h="31726">
                  <a:moveTo>
                    <a:pt x="35760" y="21528"/>
                  </a:moveTo>
                  <a:cubicBezTo>
                    <a:pt x="35564" y="24284"/>
                    <a:pt x="34520" y="26911"/>
                    <a:pt x="32755" y="29036"/>
                  </a:cubicBezTo>
                  <a:cubicBezTo>
                    <a:pt x="29722" y="31221"/>
                    <a:pt x="25936" y="32115"/>
                    <a:pt x="22241" y="31514"/>
                  </a:cubicBezTo>
                  <a:lnTo>
                    <a:pt x="5044" y="30913"/>
                  </a:lnTo>
                  <a:cubicBezTo>
                    <a:pt x="3271" y="31116"/>
                    <a:pt x="1521" y="30410"/>
                    <a:pt x="387" y="29036"/>
                  </a:cubicBezTo>
                  <a:cubicBezTo>
                    <a:pt x="-168" y="27715"/>
                    <a:pt x="-168" y="26228"/>
                    <a:pt x="387" y="24907"/>
                  </a:cubicBezTo>
                  <a:cubicBezTo>
                    <a:pt x="1957" y="19448"/>
                    <a:pt x="2340" y="13712"/>
                    <a:pt x="1514" y="8088"/>
                  </a:cubicBezTo>
                  <a:cubicBezTo>
                    <a:pt x="988" y="6631"/>
                    <a:pt x="988" y="5039"/>
                    <a:pt x="1514" y="3583"/>
                  </a:cubicBezTo>
                  <a:cubicBezTo>
                    <a:pt x="1994" y="2967"/>
                    <a:pt x="2611" y="2479"/>
                    <a:pt x="3316" y="2156"/>
                  </a:cubicBezTo>
                  <a:cubicBezTo>
                    <a:pt x="6230" y="1000"/>
                    <a:pt x="9347" y="437"/>
                    <a:pt x="12478" y="504"/>
                  </a:cubicBezTo>
                  <a:lnTo>
                    <a:pt x="23969" y="504"/>
                  </a:lnTo>
                  <a:cubicBezTo>
                    <a:pt x="26522" y="504"/>
                    <a:pt x="32305" y="-697"/>
                    <a:pt x="34483" y="504"/>
                  </a:cubicBezTo>
                  <a:cubicBezTo>
                    <a:pt x="36661" y="1706"/>
                    <a:pt x="35910" y="6886"/>
                    <a:pt x="35910" y="9139"/>
                  </a:cubicBezTo>
                  <a:cubicBezTo>
                    <a:pt x="36097" y="13269"/>
                    <a:pt x="36045" y="17406"/>
                    <a:pt x="35760" y="21528"/>
                  </a:cubicBezTo>
                  <a:close/>
                </a:path>
              </a:pathLst>
            </a:custGeom>
            <a:solidFill>
              <a:srgbClr val="43424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8" name="Content Placeholder 4">
              <a:extLst>
                <a:ext uri="{FF2B5EF4-FFF2-40B4-BE49-F238E27FC236}">
                  <a16:creationId xmlns:a16="http://schemas.microsoft.com/office/drawing/2014/main" id="{97D4DD85-1FAE-1C14-A68B-8778EA3DEDC4}"/>
                </a:ext>
              </a:extLst>
            </p:cNvPr>
            <p:cNvSpPr/>
            <p:nvPr/>
          </p:nvSpPr>
          <p:spPr>
            <a:xfrm>
              <a:off x="10302914" y="1717045"/>
              <a:ext cx="148261" cy="279966"/>
            </a:xfrm>
            <a:custGeom>
              <a:avLst/>
              <a:gdLst>
                <a:gd name="connsiteX0" fmla="*/ 1070 w 148261"/>
                <a:gd name="connsiteY0" fmla="*/ 242095 h 279966"/>
                <a:gd name="connsiteX1" fmla="*/ 9106 w 148261"/>
                <a:gd name="connsiteY1" fmla="*/ 74356 h 279966"/>
                <a:gd name="connsiteX2" fmla="*/ 34865 w 148261"/>
                <a:gd name="connsiteY2" fmla="*/ 21271 h 279966"/>
                <a:gd name="connsiteX3" fmla="*/ 49885 w 148261"/>
                <a:gd name="connsiteY3" fmla="*/ 6254 h 279966"/>
                <a:gd name="connsiteX4" fmla="*/ 56719 w 148261"/>
                <a:gd name="connsiteY4" fmla="*/ 1524 h 279966"/>
                <a:gd name="connsiteX5" fmla="*/ 100127 w 148261"/>
                <a:gd name="connsiteY5" fmla="*/ 8281 h 279966"/>
                <a:gd name="connsiteX6" fmla="*/ 105084 w 148261"/>
                <a:gd name="connsiteY6" fmla="*/ 11059 h 279966"/>
                <a:gd name="connsiteX7" fmla="*/ 108763 w 148261"/>
                <a:gd name="connsiteY7" fmla="*/ 16991 h 279966"/>
                <a:gd name="connsiteX8" fmla="*/ 145412 w 148261"/>
                <a:gd name="connsiteY8" fmla="*/ 144635 h 279966"/>
                <a:gd name="connsiteX9" fmla="*/ 147365 w 148261"/>
                <a:gd name="connsiteY9" fmla="*/ 212211 h 279966"/>
                <a:gd name="connsiteX10" fmla="*/ 141732 w 148261"/>
                <a:gd name="connsiteY10" fmla="*/ 272879 h 279966"/>
                <a:gd name="connsiteX11" fmla="*/ 104859 w 148261"/>
                <a:gd name="connsiteY11" fmla="*/ 279937 h 279966"/>
                <a:gd name="connsiteX12" fmla="*/ 102680 w 148261"/>
                <a:gd name="connsiteY12" fmla="*/ 279937 h 279966"/>
                <a:gd name="connsiteX13" fmla="*/ 83981 w 148261"/>
                <a:gd name="connsiteY13" fmla="*/ 279937 h 279966"/>
                <a:gd name="connsiteX14" fmla="*/ 64154 w 148261"/>
                <a:gd name="connsiteY14" fmla="*/ 278886 h 279966"/>
                <a:gd name="connsiteX15" fmla="*/ 9482 w 148261"/>
                <a:gd name="connsiteY15" fmla="*/ 268599 h 279966"/>
                <a:gd name="connsiteX16" fmla="*/ 995 w 148261"/>
                <a:gd name="connsiteY16" fmla="*/ 263569 h 279966"/>
                <a:gd name="connsiteX17" fmla="*/ 1070 w 148261"/>
                <a:gd name="connsiteY17" fmla="*/ 242095 h 279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8261" h="279966">
                  <a:moveTo>
                    <a:pt x="1070" y="242095"/>
                  </a:moveTo>
                  <a:cubicBezTo>
                    <a:pt x="1070" y="186907"/>
                    <a:pt x="-4412" y="128116"/>
                    <a:pt x="9106" y="74356"/>
                  </a:cubicBezTo>
                  <a:cubicBezTo>
                    <a:pt x="13394" y="54879"/>
                    <a:pt x="22218" y="36693"/>
                    <a:pt x="34865" y="21271"/>
                  </a:cubicBezTo>
                  <a:cubicBezTo>
                    <a:pt x="39567" y="15970"/>
                    <a:pt x="44583" y="10954"/>
                    <a:pt x="49885" y="6254"/>
                  </a:cubicBezTo>
                  <a:cubicBezTo>
                    <a:pt x="51838" y="4257"/>
                    <a:pt x="54158" y="2650"/>
                    <a:pt x="56719" y="1524"/>
                  </a:cubicBezTo>
                  <a:cubicBezTo>
                    <a:pt x="69937" y="-2981"/>
                    <a:pt x="87736" y="3251"/>
                    <a:pt x="100127" y="8281"/>
                  </a:cubicBezTo>
                  <a:cubicBezTo>
                    <a:pt x="101922" y="8920"/>
                    <a:pt x="103597" y="9858"/>
                    <a:pt x="105084" y="11059"/>
                  </a:cubicBezTo>
                  <a:cubicBezTo>
                    <a:pt x="106706" y="12764"/>
                    <a:pt x="107953" y="14784"/>
                    <a:pt x="108763" y="16991"/>
                  </a:cubicBezTo>
                  <a:cubicBezTo>
                    <a:pt x="127614" y="58813"/>
                    <a:pt x="143235" y="97632"/>
                    <a:pt x="145412" y="144635"/>
                  </a:cubicBezTo>
                  <a:cubicBezTo>
                    <a:pt x="146389" y="167160"/>
                    <a:pt x="146990" y="189686"/>
                    <a:pt x="147365" y="212211"/>
                  </a:cubicBezTo>
                  <a:cubicBezTo>
                    <a:pt x="147365" y="223999"/>
                    <a:pt x="151495" y="264770"/>
                    <a:pt x="141732" y="272879"/>
                  </a:cubicBezTo>
                  <a:cubicBezTo>
                    <a:pt x="135950" y="277459"/>
                    <a:pt x="120629" y="279337"/>
                    <a:pt x="104859" y="279937"/>
                  </a:cubicBezTo>
                  <a:lnTo>
                    <a:pt x="102680" y="279937"/>
                  </a:lnTo>
                  <a:cubicBezTo>
                    <a:pt x="96222" y="279937"/>
                    <a:pt x="89839" y="279937"/>
                    <a:pt x="83981" y="279937"/>
                  </a:cubicBezTo>
                  <a:cubicBezTo>
                    <a:pt x="75419" y="279937"/>
                    <a:pt x="68135" y="279337"/>
                    <a:pt x="64154" y="278886"/>
                  </a:cubicBezTo>
                  <a:cubicBezTo>
                    <a:pt x="45710" y="276761"/>
                    <a:pt x="27438" y="273322"/>
                    <a:pt x="9482" y="268599"/>
                  </a:cubicBezTo>
                  <a:cubicBezTo>
                    <a:pt x="6080" y="268171"/>
                    <a:pt x="3008" y="266347"/>
                    <a:pt x="995" y="263569"/>
                  </a:cubicBezTo>
                  <a:cubicBezTo>
                    <a:pt x="417" y="256421"/>
                    <a:pt x="447" y="249235"/>
                    <a:pt x="1070" y="242095"/>
                  </a:cubicBezTo>
                  <a:close/>
                </a:path>
              </a:pathLst>
            </a:custGeom>
            <a:solidFill>
              <a:srgbClr val="98B99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9" name="Content Placeholder 4">
              <a:extLst>
                <a:ext uri="{FF2B5EF4-FFF2-40B4-BE49-F238E27FC236}">
                  <a16:creationId xmlns:a16="http://schemas.microsoft.com/office/drawing/2014/main" id="{6AF82355-9F0D-0EDD-F5EE-1CB9EE786BB1}"/>
                </a:ext>
              </a:extLst>
            </p:cNvPr>
            <p:cNvSpPr/>
            <p:nvPr/>
          </p:nvSpPr>
          <p:spPr>
            <a:xfrm>
              <a:off x="10319134" y="1577134"/>
              <a:ext cx="110908" cy="112482"/>
            </a:xfrm>
            <a:custGeom>
              <a:avLst/>
              <a:gdLst>
                <a:gd name="connsiteX0" fmla="*/ 86761 w 110908"/>
                <a:gd name="connsiteY0" fmla="*/ 4931 h 112482"/>
                <a:gd name="connsiteX1" fmla="*/ 106211 w 110908"/>
                <a:gd name="connsiteY1" fmla="*/ 6583 h 112482"/>
                <a:gd name="connsiteX2" fmla="*/ 110642 w 110908"/>
                <a:gd name="connsiteY2" fmla="*/ 18672 h 112482"/>
                <a:gd name="connsiteX3" fmla="*/ 108615 w 110908"/>
                <a:gd name="connsiteY3" fmla="*/ 32037 h 112482"/>
                <a:gd name="connsiteX4" fmla="*/ 108615 w 110908"/>
                <a:gd name="connsiteY4" fmla="*/ 41047 h 112482"/>
                <a:gd name="connsiteX5" fmla="*/ 98026 w 110908"/>
                <a:gd name="connsiteY5" fmla="*/ 47429 h 112482"/>
                <a:gd name="connsiteX6" fmla="*/ 85033 w 110908"/>
                <a:gd name="connsiteY6" fmla="*/ 48180 h 112482"/>
                <a:gd name="connsiteX7" fmla="*/ 44930 w 110908"/>
                <a:gd name="connsiteY7" fmla="*/ 69354 h 112482"/>
                <a:gd name="connsiteX8" fmla="*/ 40874 w 110908"/>
                <a:gd name="connsiteY8" fmla="*/ 67026 h 112482"/>
                <a:gd name="connsiteX9" fmla="*/ 29459 w 110908"/>
                <a:gd name="connsiteY9" fmla="*/ 69054 h 112482"/>
                <a:gd name="connsiteX10" fmla="*/ 26755 w 110908"/>
                <a:gd name="connsiteY10" fmla="*/ 77538 h 112482"/>
                <a:gd name="connsiteX11" fmla="*/ 27582 w 110908"/>
                <a:gd name="connsiteY11" fmla="*/ 82193 h 112482"/>
                <a:gd name="connsiteX12" fmla="*/ 32388 w 110908"/>
                <a:gd name="connsiteY12" fmla="*/ 85647 h 112482"/>
                <a:gd name="connsiteX13" fmla="*/ 38246 w 110908"/>
                <a:gd name="connsiteY13" fmla="*/ 87374 h 112482"/>
                <a:gd name="connsiteX14" fmla="*/ 37570 w 110908"/>
                <a:gd name="connsiteY14" fmla="*/ 94883 h 112482"/>
                <a:gd name="connsiteX15" fmla="*/ 33965 w 110908"/>
                <a:gd name="connsiteY15" fmla="*/ 112453 h 112482"/>
                <a:gd name="connsiteX16" fmla="*/ 2423 w 110908"/>
                <a:gd name="connsiteY16" fmla="*/ 66275 h 112482"/>
                <a:gd name="connsiteX17" fmla="*/ 16692 w 110908"/>
                <a:gd name="connsiteY17" fmla="*/ 15969 h 112482"/>
                <a:gd name="connsiteX18" fmla="*/ 34191 w 110908"/>
                <a:gd name="connsiteY18" fmla="*/ 9211 h 112482"/>
                <a:gd name="connsiteX19" fmla="*/ 71741 w 110908"/>
                <a:gd name="connsiteY19" fmla="*/ 426 h 112482"/>
                <a:gd name="connsiteX20" fmla="*/ 79251 w 110908"/>
                <a:gd name="connsiteY20" fmla="*/ 426 h 112482"/>
                <a:gd name="connsiteX21" fmla="*/ 86761 w 110908"/>
                <a:gd name="connsiteY21" fmla="*/ 4931 h 112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0908" h="112482">
                  <a:moveTo>
                    <a:pt x="86761" y="4931"/>
                  </a:moveTo>
                  <a:cubicBezTo>
                    <a:pt x="92919" y="7334"/>
                    <a:pt x="100654" y="3129"/>
                    <a:pt x="106211" y="6583"/>
                  </a:cubicBezTo>
                  <a:cubicBezTo>
                    <a:pt x="109831" y="9467"/>
                    <a:pt x="111544" y="14129"/>
                    <a:pt x="110642" y="18672"/>
                  </a:cubicBezTo>
                  <a:cubicBezTo>
                    <a:pt x="109741" y="23087"/>
                    <a:pt x="109065" y="27547"/>
                    <a:pt x="108615" y="32037"/>
                  </a:cubicBezTo>
                  <a:cubicBezTo>
                    <a:pt x="109178" y="35010"/>
                    <a:pt x="109178" y="38074"/>
                    <a:pt x="108615" y="41047"/>
                  </a:cubicBezTo>
                  <a:cubicBezTo>
                    <a:pt x="106519" y="44952"/>
                    <a:pt x="102456" y="47407"/>
                    <a:pt x="98026" y="47429"/>
                  </a:cubicBezTo>
                  <a:cubicBezTo>
                    <a:pt x="93685" y="47414"/>
                    <a:pt x="89344" y="47670"/>
                    <a:pt x="85033" y="48180"/>
                  </a:cubicBezTo>
                  <a:cubicBezTo>
                    <a:pt x="70013" y="51784"/>
                    <a:pt x="62503" y="74535"/>
                    <a:pt x="44930" y="69354"/>
                  </a:cubicBezTo>
                  <a:cubicBezTo>
                    <a:pt x="43481" y="68753"/>
                    <a:pt x="42121" y="67972"/>
                    <a:pt x="40874" y="67026"/>
                  </a:cubicBezTo>
                  <a:cubicBezTo>
                    <a:pt x="37052" y="65044"/>
                    <a:pt x="32373" y="65878"/>
                    <a:pt x="29459" y="69054"/>
                  </a:cubicBezTo>
                  <a:cubicBezTo>
                    <a:pt x="27634" y="71501"/>
                    <a:pt x="26688" y="74490"/>
                    <a:pt x="26755" y="77538"/>
                  </a:cubicBezTo>
                  <a:cubicBezTo>
                    <a:pt x="26613" y="79137"/>
                    <a:pt x="26898" y="80744"/>
                    <a:pt x="27582" y="82193"/>
                  </a:cubicBezTo>
                  <a:cubicBezTo>
                    <a:pt x="28641" y="83950"/>
                    <a:pt x="30383" y="85204"/>
                    <a:pt x="32388" y="85647"/>
                  </a:cubicBezTo>
                  <a:cubicBezTo>
                    <a:pt x="34641" y="86323"/>
                    <a:pt x="37119" y="85647"/>
                    <a:pt x="38246" y="87374"/>
                  </a:cubicBezTo>
                  <a:cubicBezTo>
                    <a:pt x="39373" y="89101"/>
                    <a:pt x="37871" y="93381"/>
                    <a:pt x="37570" y="94883"/>
                  </a:cubicBezTo>
                  <a:lnTo>
                    <a:pt x="33965" y="112453"/>
                  </a:lnTo>
                  <a:cubicBezTo>
                    <a:pt x="21198" y="98562"/>
                    <a:pt x="8131" y="84146"/>
                    <a:pt x="2423" y="66275"/>
                  </a:cubicBezTo>
                  <a:cubicBezTo>
                    <a:pt x="-3285" y="48405"/>
                    <a:pt x="771" y="26105"/>
                    <a:pt x="16692" y="15969"/>
                  </a:cubicBezTo>
                  <a:cubicBezTo>
                    <a:pt x="22145" y="12838"/>
                    <a:pt x="28048" y="10563"/>
                    <a:pt x="34191" y="9211"/>
                  </a:cubicBezTo>
                  <a:cubicBezTo>
                    <a:pt x="46582" y="5908"/>
                    <a:pt x="59049" y="2904"/>
                    <a:pt x="71741" y="426"/>
                  </a:cubicBezTo>
                  <a:cubicBezTo>
                    <a:pt x="74204" y="-182"/>
                    <a:pt x="76787" y="-182"/>
                    <a:pt x="79251" y="426"/>
                  </a:cubicBezTo>
                  <a:cubicBezTo>
                    <a:pt x="81428" y="1252"/>
                    <a:pt x="83907" y="3730"/>
                    <a:pt x="86761" y="4931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0" name="Content Placeholder 4">
              <a:extLst>
                <a:ext uri="{FF2B5EF4-FFF2-40B4-BE49-F238E27FC236}">
                  <a16:creationId xmlns:a16="http://schemas.microsoft.com/office/drawing/2014/main" id="{98F6CE0D-A92A-3259-C575-8A5AB38890F1}"/>
                </a:ext>
              </a:extLst>
            </p:cNvPr>
            <p:cNvSpPr/>
            <p:nvPr/>
          </p:nvSpPr>
          <p:spPr>
            <a:xfrm>
              <a:off x="10346913" y="1736740"/>
              <a:ext cx="55066" cy="120194"/>
            </a:xfrm>
            <a:custGeom>
              <a:avLst/>
              <a:gdLst>
                <a:gd name="connsiteX0" fmla="*/ 42459 w 55066"/>
                <a:gd name="connsiteY0" fmla="*/ 120135 h 120194"/>
                <a:gd name="connsiteX1" fmla="*/ 53799 w 55066"/>
                <a:gd name="connsiteY1" fmla="*/ 112626 h 120194"/>
                <a:gd name="connsiteX2" fmla="*/ 54400 w 55066"/>
                <a:gd name="connsiteY2" fmla="*/ 97609 h 120194"/>
                <a:gd name="connsiteX3" fmla="*/ 29242 w 55066"/>
                <a:gd name="connsiteY3" fmla="*/ 7508 h 120194"/>
                <a:gd name="connsiteX4" fmla="*/ 25637 w 55066"/>
                <a:gd name="connsiteY4" fmla="*/ 1877 h 120194"/>
                <a:gd name="connsiteX5" fmla="*/ 8815 w 55066"/>
                <a:gd name="connsiteY5" fmla="*/ 5931 h 120194"/>
                <a:gd name="connsiteX6" fmla="*/ 28 w 55066"/>
                <a:gd name="connsiteY6" fmla="*/ 33037 h 120194"/>
                <a:gd name="connsiteX7" fmla="*/ 6411 w 55066"/>
                <a:gd name="connsiteY7" fmla="*/ 61343 h 120194"/>
                <a:gd name="connsiteX8" fmla="*/ 32997 w 55066"/>
                <a:gd name="connsiteY8" fmla="*/ 112101 h 120194"/>
                <a:gd name="connsiteX9" fmla="*/ 42459 w 55066"/>
                <a:gd name="connsiteY9" fmla="*/ 120135 h 120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066" h="120194">
                  <a:moveTo>
                    <a:pt x="42459" y="120135"/>
                  </a:moveTo>
                  <a:cubicBezTo>
                    <a:pt x="47506" y="120503"/>
                    <a:pt x="52170" y="117417"/>
                    <a:pt x="53799" y="112626"/>
                  </a:cubicBezTo>
                  <a:cubicBezTo>
                    <a:pt x="55211" y="107746"/>
                    <a:pt x="55422" y="102587"/>
                    <a:pt x="54400" y="97609"/>
                  </a:cubicBezTo>
                  <a:cubicBezTo>
                    <a:pt x="50435" y="66517"/>
                    <a:pt x="41956" y="36160"/>
                    <a:pt x="29242" y="7508"/>
                  </a:cubicBezTo>
                  <a:cubicBezTo>
                    <a:pt x="28506" y="5375"/>
                    <a:pt x="27267" y="3438"/>
                    <a:pt x="25637" y="1877"/>
                  </a:cubicBezTo>
                  <a:cubicBezTo>
                    <a:pt x="20755" y="-2328"/>
                    <a:pt x="13020" y="1051"/>
                    <a:pt x="8815" y="5931"/>
                  </a:cubicBezTo>
                  <a:cubicBezTo>
                    <a:pt x="2634" y="13567"/>
                    <a:pt x="-498" y="23223"/>
                    <a:pt x="28" y="33037"/>
                  </a:cubicBezTo>
                  <a:cubicBezTo>
                    <a:pt x="576" y="42760"/>
                    <a:pt x="2731" y="52326"/>
                    <a:pt x="6411" y="61343"/>
                  </a:cubicBezTo>
                  <a:cubicBezTo>
                    <a:pt x="13095" y="79319"/>
                    <a:pt x="22025" y="96370"/>
                    <a:pt x="32997" y="112101"/>
                  </a:cubicBezTo>
                  <a:cubicBezTo>
                    <a:pt x="34934" y="115945"/>
                    <a:pt x="38351" y="118851"/>
                    <a:pt x="42459" y="120135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1" name="Content Placeholder 4">
              <a:extLst>
                <a:ext uri="{FF2B5EF4-FFF2-40B4-BE49-F238E27FC236}">
                  <a16:creationId xmlns:a16="http://schemas.microsoft.com/office/drawing/2014/main" id="{CF406786-50E3-D65E-D8AA-04C68153FB9B}"/>
                </a:ext>
              </a:extLst>
            </p:cNvPr>
            <p:cNvSpPr/>
            <p:nvPr/>
          </p:nvSpPr>
          <p:spPr>
            <a:xfrm>
              <a:off x="10378893" y="1762223"/>
              <a:ext cx="110604" cy="95570"/>
            </a:xfrm>
            <a:custGeom>
              <a:avLst/>
              <a:gdLst>
                <a:gd name="connsiteX0" fmla="*/ 3270 w 110604"/>
                <a:gd name="connsiteY0" fmla="*/ 88870 h 95570"/>
                <a:gd name="connsiteX1" fmla="*/ 866 w 110604"/>
                <a:gd name="connsiteY1" fmla="*/ 76556 h 95570"/>
                <a:gd name="connsiteX2" fmla="*/ 7475 w 110604"/>
                <a:gd name="connsiteY2" fmla="*/ 67546 h 95570"/>
                <a:gd name="connsiteX3" fmla="*/ 96093 w 110604"/>
                <a:gd name="connsiteY3" fmla="*/ -30 h 95570"/>
                <a:gd name="connsiteX4" fmla="*/ 106607 w 110604"/>
                <a:gd name="connsiteY4" fmla="*/ 8605 h 95570"/>
                <a:gd name="connsiteX5" fmla="*/ 110437 w 110604"/>
                <a:gd name="connsiteY5" fmla="*/ 20243 h 95570"/>
                <a:gd name="connsiteX6" fmla="*/ 107508 w 110604"/>
                <a:gd name="connsiteY6" fmla="*/ 24748 h 95570"/>
                <a:gd name="connsiteX7" fmla="*/ 52761 w 110604"/>
                <a:gd name="connsiteY7" fmla="*/ 80311 h 95570"/>
                <a:gd name="connsiteX8" fmla="*/ 31958 w 110604"/>
                <a:gd name="connsiteY8" fmla="*/ 94502 h 95570"/>
                <a:gd name="connsiteX9" fmla="*/ 3270 w 110604"/>
                <a:gd name="connsiteY9" fmla="*/ 88870 h 95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604" h="95570">
                  <a:moveTo>
                    <a:pt x="3270" y="88870"/>
                  </a:moveTo>
                  <a:cubicBezTo>
                    <a:pt x="25" y="85642"/>
                    <a:pt x="-928" y="80769"/>
                    <a:pt x="866" y="76556"/>
                  </a:cubicBezTo>
                  <a:cubicBezTo>
                    <a:pt x="2331" y="73073"/>
                    <a:pt x="4591" y="69987"/>
                    <a:pt x="7475" y="67546"/>
                  </a:cubicBezTo>
                  <a:cubicBezTo>
                    <a:pt x="33986" y="41492"/>
                    <a:pt x="65602" y="20994"/>
                    <a:pt x="96093" y="-30"/>
                  </a:cubicBezTo>
                  <a:cubicBezTo>
                    <a:pt x="99953" y="2380"/>
                    <a:pt x="103491" y="5286"/>
                    <a:pt x="106607" y="8605"/>
                  </a:cubicBezTo>
                  <a:cubicBezTo>
                    <a:pt x="109626" y="11676"/>
                    <a:pt x="111046" y="15978"/>
                    <a:pt x="110437" y="20243"/>
                  </a:cubicBezTo>
                  <a:cubicBezTo>
                    <a:pt x="109814" y="21948"/>
                    <a:pt x="108815" y="23487"/>
                    <a:pt x="107508" y="24748"/>
                  </a:cubicBezTo>
                  <a:cubicBezTo>
                    <a:pt x="90033" y="44022"/>
                    <a:pt x="71783" y="62538"/>
                    <a:pt x="52761" y="80311"/>
                  </a:cubicBezTo>
                  <a:cubicBezTo>
                    <a:pt x="46970" y="86528"/>
                    <a:pt x="39866" y="91378"/>
                    <a:pt x="31958" y="94502"/>
                  </a:cubicBezTo>
                  <a:cubicBezTo>
                    <a:pt x="22037" y="97002"/>
                    <a:pt x="11508" y="94937"/>
                    <a:pt x="3270" y="88870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2" name="Content Placeholder 4">
              <a:extLst>
                <a:ext uri="{FF2B5EF4-FFF2-40B4-BE49-F238E27FC236}">
                  <a16:creationId xmlns:a16="http://schemas.microsoft.com/office/drawing/2014/main" id="{465A910A-0D3B-31D1-1141-33796561B8B7}"/>
                </a:ext>
              </a:extLst>
            </p:cNvPr>
            <p:cNvSpPr/>
            <p:nvPr/>
          </p:nvSpPr>
          <p:spPr>
            <a:xfrm>
              <a:off x="10356827" y="1637754"/>
              <a:ext cx="99188" cy="10716"/>
            </a:xfrm>
            <a:custGeom>
              <a:avLst/>
              <a:gdLst>
                <a:gd name="connsiteX0" fmla="*/ 99159 w 99188"/>
                <a:gd name="connsiteY0" fmla="*/ 6857 h 10716"/>
                <a:gd name="connsiteX1" fmla="*/ 99159 w 99188"/>
                <a:gd name="connsiteY1" fmla="*/ 3703 h 10716"/>
                <a:gd name="connsiteX2" fmla="*/ 95238 w 99188"/>
                <a:gd name="connsiteY2" fmla="*/ -29 h 10716"/>
                <a:gd name="connsiteX3" fmla="*/ 93301 w 99188"/>
                <a:gd name="connsiteY3" fmla="*/ 550 h 10716"/>
                <a:gd name="connsiteX4" fmla="*/ 37652 w 99188"/>
                <a:gd name="connsiteY4" fmla="*/ 1300 h 10716"/>
                <a:gd name="connsiteX5" fmla="*/ 703 w 99188"/>
                <a:gd name="connsiteY5" fmla="*/ 4980 h 10716"/>
                <a:gd name="connsiteX6" fmla="*/ 703 w 99188"/>
                <a:gd name="connsiteY6" fmla="*/ 6932 h 10716"/>
                <a:gd name="connsiteX7" fmla="*/ 39905 w 99188"/>
                <a:gd name="connsiteY7" fmla="*/ 7683 h 10716"/>
                <a:gd name="connsiteX8" fmla="*/ 73775 w 99188"/>
                <a:gd name="connsiteY8" fmla="*/ 8809 h 10716"/>
                <a:gd name="connsiteX9" fmla="*/ 91799 w 99188"/>
                <a:gd name="connsiteY9" fmla="*/ 8809 h 10716"/>
                <a:gd name="connsiteX10" fmla="*/ 91799 w 99188"/>
                <a:gd name="connsiteY10" fmla="*/ 8809 h 10716"/>
                <a:gd name="connsiteX11" fmla="*/ 91799 w 99188"/>
                <a:gd name="connsiteY11" fmla="*/ 9184 h 10716"/>
                <a:gd name="connsiteX12" fmla="*/ 97169 w 99188"/>
                <a:gd name="connsiteY12" fmla="*/ 9898 h 10716"/>
                <a:gd name="connsiteX13" fmla="*/ 98258 w 99188"/>
                <a:gd name="connsiteY13" fmla="*/ 8584 h 10716"/>
                <a:gd name="connsiteX14" fmla="*/ 99159 w 99188"/>
                <a:gd name="connsiteY14" fmla="*/ 6857 h 10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9188" h="10716">
                  <a:moveTo>
                    <a:pt x="99159" y="6857"/>
                  </a:moveTo>
                  <a:lnTo>
                    <a:pt x="99159" y="3703"/>
                  </a:lnTo>
                  <a:cubicBezTo>
                    <a:pt x="99106" y="1586"/>
                    <a:pt x="97349" y="-81"/>
                    <a:pt x="95238" y="-29"/>
                  </a:cubicBezTo>
                  <a:cubicBezTo>
                    <a:pt x="94548" y="-13"/>
                    <a:pt x="93879" y="189"/>
                    <a:pt x="93301" y="550"/>
                  </a:cubicBezTo>
                  <a:cubicBezTo>
                    <a:pt x="74774" y="1774"/>
                    <a:pt x="56202" y="2029"/>
                    <a:pt x="37652" y="1300"/>
                  </a:cubicBezTo>
                  <a:cubicBezTo>
                    <a:pt x="25215" y="32"/>
                    <a:pt x="12644" y="1278"/>
                    <a:pt x="703" y="4980"/>
                  </a:cubicBezTo>
                  <a:cubicBezTo>
                    <a:pt x="-273" y="5355"/>
                    <a:pt x="-273" y="7007"/>
                    <a:pt x="703" y="6932"/>
                  </a:cubicBezTo>
                  <a:cubicBezTo>
                    <a:pt x="13770" y="6053"/>
                    <a:pt x="26883" y="6309"/>
                    <a:pt x="39905" y="7683"/>
                  </a:cubicBezTo>
                  <a:cubicBezTo>
                    <a:pt x="51125" y="9260"/>
                    <a:pt x="62480" y="9635"/>
                    <a:pt x="73775" y="8809"/>
                  </a:cubicBezTo>
                  <a:cubicBezTo>
                    <a:pt x="73775" y="8809"/>
                    <a:pt x="91799" y="8809"/>
                    <a:pt x="91799" y="8809"/>
                  </a:cubicBezTo>
                  <a:lnTo>
                    <a:pt x="91799" y="8809"/>
                  </a:lnTo>
                  <a:lnTo>
                    <a:pt x="91799" y="9184"/>
                  </a:lnTo>
                  <a:cubicBezTo>
                    <a:pt x="93083" y="10866"/>
                    <a:pt x="95486" y="11182"/>
                    <a:pt x="97169" y="9898"/>
                  </a:cubicBezTo>
                  <a:cubicBezTo>
                    <a:pt x="97627" y="9545"/>
                    <a:pt x="97995" y="9094"/>
                    <a:pt x="98258" y="8584"/>
                  </a:cubicBezTo>
                  <a:cubicBezTo>
                    <a:pt x="98708" y="8096"/>
                    <a:pt x="99016" y="7502"/>
                    <a:pt x="99159" y="6857"/>
                  </a:cubicBezTo>
                  <a:close/>
                </a:path>
              </a:pathLst>
            </a:custGeom>
            <a:solidFill>
              <a:srgbClr val="43424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3" name="Content Placeholder 4">
              <a:extLst>
                <a:ext uri="{FF2B5EF4-FFF2-40B4-BE49-F238E27FC236}">
                  <a16:creationId xmlns:a16="http://schemas.microsoft.com/office/drawing/2014/main" id="{45FF4DDC-C9C1-48BA-F683-679FE3EDB1C9}"/>
                </a:ext>
              </a:extLst>
            </p:cNvPr>
            <p:cNvSpPr/>
            <p:nvPr/>
          </p:nvSpPr>
          <p:spPr>
            <a:xfrm>
              <a:off x="10386005" y="1641712"/>
              <a:ext cx="70001" cy="5990"/>
            </a:xfrm>
            <a:custGeom>
              <a:avLst/>
              <a:gdLst>
                <a:gd name="connsiteX0" fmla="*/ 438 w 70001"/>
                <a:gd name="connsiteY0" fmla="*/ 346 h 5990"/>
                <a:gd name="connsiteX1" fmla="*/ 438 w 70001"/>
                <a:gd name="connsiteY1" fmla="*/ 4851 h 5990"/>
                <a:gd name="connsiteX2" fmla="*/ 69605 w 70001"/>
                <a:gd name="connsiteY2" fmla="*/ 5602 h 5990"/>
                <a:gd name="connsiteX3" fmla="*/ 69605 w 70001"/>
                <a:gd name="connsiteY3" fmla="*/ -30 h 5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001" h="5990">
                  <a:moveTo>
                    <a:pt x="438" y="346"/>
                  </a:moveTo>
                  <a:cubicBezTo>
                    <a:pt x="438" y="346"/>
                    <a:pt x="-613" y="4400"/>
                    <a:pt x="438" y="4851"/>
                  </a:cubicBezTo>
                  <a:cubicBezTo>
                    <a:pt x="1490" y="5301"/>
                    <a:pt x="68779" y="6578"/>
                    <a:pt x="69605" y="5602"/>
                  </a:cubicBezTo>
                  <a:cubicBezTo>
                    <a:pt x="70431" y="4625"/>
                    <a:pt x="69605" y="-30"/>
                    <a:pt x="69605" y="-30"/>
                  </a:cubicBezTo>
                  <a:close/>
                </a:path>
              </a:pathLst>
            </a:custGeom>
            <a:solidFill>
              <a:srgbClr val="AA4A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4" name="Content Placeholder 4">
              <a:extLst>
                <a:ext uri="{FF2B5EF4-FFF2-40B4-BE49-F238E27FC236}">
                  <a16:creationId xmlns:a16="http://schemas.microsoft.com/office/drawing/2014/main" id="{59E4CFDE-E26D-78AC-2B82-E0C7E35A2BBA}"/>
                </a:ext>
              </a:extLst>
            </p:cNvPr>
            <p:cNvSpPr/>
            <p:nvPr/>
          </p:nvSpPr>
          <p:spPr>
            <a:xfrm>
              <a:off x="10385648" y="1641637"/>
              <a:ext cx="70884" cy="6628"/>
            </a:xfrm>
            <a:custGeom>
              <a:avLst/>
              <a:gdLst>
                <a:gd name="connsiteX0" fmla="*/ 63203 w 70884"/>
                <a:gd name="connsiteY0" fmla="*/ 6428 h 6628"/>
                <a:gd name="connsiteX1" fmla="*/ 63203 w 70884"/>
                <a:gd name="connsiteY1" fmla="*/ 6428 h 6628"/>
                <a:gd name="connsiteX2" fmla="*/ 570 w 70884"/>
                <a:gd name="connsiteY2" fmla="*/ 5376 h 6628"/>
                <a:gd name="connsiteX3" fmla="*/ 570 w 70884"/>
                <a:gd name="connsiteY3" fmla="*/ 346 h 6628"/>
                <a:gd name="connsiteX4" fmla="*/ 570 w 70884"/>
                <a:gd name="connsiteY4" fmla="*/ -30 h 6628"/>
                <a:gd name="connsiteX5" fmla="*/ 70488 w 70884"/>
                <a:gd name="connsiteY5" fmla="*/ -30 h 6628"/>
                <a:gd name="connsiteX6" fmla="*/ 70488 w 70884"/>
                <a:gd name="connsiteY6" fmla="*/ -30 h 6628"/>
                <a:gd name="connsiteX7" fmla="*/ 70488 w 70884"/>
                <a:gd name="connsiteY7" fmla="*/ 5977 h 6628"/>
                <a:gd name="connsiteX8" fmla="*/ 63203 w 70884"/>
                <a:gd name="connsiteY8" fmla="*/ 6428 h 6628"/>
                <a:gd name="connsiteX9" fmla="*/ 1171 w 70884"/>
                <a:gd name="connsiteY9" fmla="*/ 946 h 6628"/>
                <a:gd name="connsiteX10" fmla="*/ 1171 w 70884"/>
                <a:gd name="connsiteY10" fmla="*/ 4475 h 6628"/>
                <a:gd name="connsiteX11" fmla="*/ 63429 w 70884"/>
                <a:gd name="connsiteY11" fmla="*/ 5526 h 6628"/>
                <a:gd name="connsiteX12" fmla="*/ 63429 w 70884"/>
                <a:gd name="connsiteY12" fmla="*/ 5526 h 6628"/>
                <a:gd name="connsiteX13" fmla="*/ 69887 w 70884"/>
                <a:gd name="connsiteY13" fmla="*/ 5526 h 6628"/>
                <a:gd name="connsiteX14" fmla="*/ 69887 w 70884"/>
                <a:gd name="connsiteY14" fmla="*/ 796 h 6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884" h="6628">
                  <a:moveTo>
                    <a:pt x="63203" y="6428"/>
                  </a:moveTo>
                  <a:lnTo>
                    <a:pt x="63203" y="6428"/>
                  </a:lnTo>
                  <a:cubicBezTo>
                    <a:pt x="50361" y="6428"/>
                    <a:pt x="1546" y="5827"/>
                    <a:pt x="570" y="5376"/>
                  </a:cubicBezTo>
                  <a:cubicBezTo>
                    <a:pt x="-406" y="4926"/>
                    <a:pt x="-31" y="1622"/>
                    <a:pt x="570" y="346"/>
                  </a:cubicBezTo>
                  <a:lnTo>
                    <a:pt x="570" y="-30"/>
                  </a:lnTo>
                  <a:lnTo>
                    <a:pt x="70488" y="-30"/>
                  </a:lnTo>
                  <a:lnTo>
                    <a:pt x="70488" y="-30"/>
                  </a:lnTo>
                  <a:cubicBezTo>
                    <a:pt x="70488" y="1096"/>
                    <a:pt x="71314" y="4926"/>
                    <a:pt x="70488" y="5977"/>
                  </a:cubicBezTo>
                  <a:cubicBezTo>
                    <a:pt x="69662" y="7028"/>
                    <a:pt x="69887" y="6428"/>
                    <a:pt x="63203" y="6428"/>
                  </a:cubicBezTo>
                  <a:close/>
                  <a:moveTo>
                    <a:pt x="1171" y="946"/>
                  </a:moveTo>
                  <a:cubicBezTo>
                    <a:pt x="848" y="2103"/>
                    <a:pt x="848" y="3319"/>
                    <a:pt x="1171" y="4475"/>
                  </a:cubicBezTo>
                  <a:cubicBezTo>
                    <a:pt x="2448" y="4851"/>
                    <a:pt x="49385" y="5526"/>
                    <a:pt x="63429" y="5526"/>
                  </a:cubicBezTo>
                  <a:lnTo>
                    <a:pt x="63429" y="5526"/>
                  </a:lnTo>
                  <a:cubicBezTo>
                    <a:pt x="65576" y="5692"/>
                    <a:pt x="67740" y="5692"/>
                    <a:pt x="69887" y="5526"/>
                  </a:cubicBezTo>
                  <a:cubicBezTo>
                    <a:pt x="70188" y="3965"/>
                    <a:pt x="70188" y="2358"/>
                    <a:pt x="69887" y="796"/>
                  </a:cubicBezTo>
                  <a:close/>
                </a:path>
              </a:pathLst>
            </a:custGeom>
            <a:solidFill>
              <a:srgbClr val="43424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5" name="Content Placeholder 4">
              <a:extLst>
                <a:ext uri="{FF2B5EF4-FFF2-40B4-BE49-F238E27FC236}">
                  <a16:creationId xmlns:a16="http://schemas.microsoft.com/office/drawing/2014/main" id="{A4E8753A-7361-997C-7A21-C8F6DCB42DE8}"/>
                </a:ext>
              </a:extLst>
            </p:cNvPr>
            <p:cNvSpPr/>
            <p:nvPr/>
          </p:nvSpPr>
          <p:spPr>
            <a:xfrm>
              <a:off x="10451322" y="1643664"/>
              <a:ext cx="2027" cy="2027"/>
            </a:xfrm>
            <a:custGeom>
              <a:avLst/>
              <a:gdLst>
                <a:gd name="connsiteX0" fmla="*/ 985 w 2027"/>
                <a:gd name="connsiteY0" fmla="*/ -30 h 2027"/>
                <a:gd name="connsiteX1" fmla="*/ -29 w 2027"/>
                <a:gd name="connsiteY1" fmla="*/ 984 h 2027"/>
                <a:gd name="connsiteX2" fmla="*/ 985 w 2027"/>
                <a:gd name="connsiteY2" fmla="*/ 1998 h 2027"/>
                <a:gd name="connsiteX3" fmla="*/ 1999 w 2027"/>
                <a:gd name="connsiteY3" fmla="*/ 984 h 2027"/>
                <a:gd name="connsiteX4" fmla="*/ 985 w 2027"/>
                <a:gd name="connsiteY4" fmla="*/ -30 h 2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27" h="2027">
                  <a:moveTo>
                    <a:pt x="985" y="-30"/>
                  </a:moveTo>
                  <a:cubicBezTo>
                    <a:pt x="421" y="-30"/>
                    <a:pt x="-29" y="421"/>
                    <a:pt x="-29" y="984"/>
                  </a:cubicBezTo>
                  <a:cubicBezTo>
                    <a:pt x="-29" y="1547"/>
                    <a:pt x="421" y="1998"/>
                    <a:pt x="985" y="1998"/>
                  </a:cubicBezTo>
                  <a:cubicBezTo>
                    <a:pt x="1548" y="1998"/>
                    <a:pt x="1999" y="1547"/>
                    <a:pt x="1999" y="984"/>
                  </a:cubicBezTo>
                  <a:cubicBezTo>
                    <a:pt x="1999" y="421"/>
                    <a:pt x="1548" y="-30"/>
                    <a:pt x="985" y="-30"/>
                  </a:cubicBezTo>
                  <a:close/>
                </a:path>
              </a:pathLst>
            </a:custGeom>
            <a:solidFill>
              <a:srgbClr val="27252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6" name="Content Placeholder 4">
              <a:extLst>
                <a:ext uri="{FF2B5EF4-FFF2-40B4-BE49-F238E27FC236}">
                  <a16:creationId xmlns:a16="http://schemas.microsoft.com/office/drawing/2014/main" id="{D8C9E05E-4DEC-6E10-6797-853C037CF73B}"/>
                </a:ext>
              </a:extLst>
            </p:cNvPr>
            <p:cNvSpPr/>
            <p:nvPr/>
          </p:nvSpPr>
          <p:spPr>
            <a:xfrm>
              <a:off x="10363107" y="1640908"/>
              <a:ext cx="12175" cy="8297"/>
            </a:xfrm>
            <a:custGeom>
              <a:avLst/>
              <a:gdLst>
                <a:gd name="connsiteX0" fmla="*/ 11921 w 12175"/>
                <a:gd name="connsiteY0" fmla="*/ 7081 h 8297"/>
                <a:gd name="connsiteX1" fmla="*/ 11921 w 12175"/>
                <a:gd name="connsiteY1" fmla="*/ 2501 h 8297"/>
                <a:gd name="connsiteX2" fmla="*/ 10291 w 12175"/>
                <a:gd name="connsiteY2" fmla="*/ 16 h 8297"/>
                <a:gd name="connsiteX3" fmla="*/ 9142 w 12175"/>
                <a:gd name="connsiteY3" fmla="*/ 99 h 8297"/>
                <a:gd name="connsiteX4" fmla="*/ 55 w 12175"/>
                <a:gd name="connsiteY4" fmla="*/ 1675 h 8297"/>
                <a:gd name="connsiteX5" fmla="*/ 55 w 12175"/>
                <a:gd name="connsiteY5" fmla="*/ 5204 h 8297"/>
                <a:gd name="connsiteX6" fmla="*/ 55 w 12175"/>
                <a:gd name="connsiteY6" fmla="*/ 6631 h 8297"/>
                <a:gd name="connsiteX7" fmla="*/ 2608 w 12175"/>
                <a:gd name="connsiteY7" fmla="*/ 7682 h 8297"/>
                <a:gd name="connsiteX8" fmla="*/ 9142 w 12175"/>
                <a:gd name="connsiteY8" fmla="*/ 8133 h 8297"/>
                <a:gd name="connsiteX9" fmla="*/ 10344 w 12175"/>
                <a:gd name="connsiteY9" fmla="*/ 8133 h 8297"/>
                <a:gd name="connsiteX10" fmla="*/ 11861 w 12175"/>
                <a:gd name="connsiteY10" fmla="*/ 7374 h 8297"/>
                <a:gd name="connsiteX11" fmla="*/ 11921 w 12175"/>
                <a:gd name="connsiteY11" fmla="*/ 7081 h 8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75" h="8297">
                  <a:moveTo>
                    <a:pt x="11921" y="7081"/>
                  </a:moveTo>
                  <a:cubicBezTo>
                    <a:pt x="12221" y="5572"/>
                    <a:pt x="12221" y="4011"/>
                    <a:pt x="11921" y="2501"/>
                  </a:cubicBezTo>
                  <a:cubicBezTo>
                    <a:pt x="12154" y="1368"/>
                    <a:pt x="11425" y="249"/>
                    <a:pt x="10291" y="16"/>
                  </a:cubicBezTo>
                  <a:cubicBezTo>
                    <a:pt x="9908" y="-67"/>
                    <a:pt x="9510" y="-37"/>
                    <a:pt x="9142" y="99"/>
                  </a:cubicBezTo>
                  <a:cubicBezTo>
                    <a:pt x="6063" y="249"/>
                    <a:pt x="3007" y="782"/>
                    <a:pt x="55" y="1675"/>
                  </a:cubicBezTo>
                  <a:lnTo>
                    <a:pt x="55" y="5204"/>
                  </a:lnTo>
                  <a:cubicBezTo>
                    <a:pt x="-57" y="5670"/>
                    <a:pt x="-57" y="6166"/>
                    <a:pt x="55" y="6631"/>
                  </a:cubicBezTo>
                  <a:cubicBezTo>
                    <a:pt x="693" y="7367"/>
                    <a:pt x="1640" y="7757"/>
                    <a:pt x="2608" y="7682"/>
                  </a:cubicBezTo>
                  <a:cubicBezTo>
                    <a:pt x="4779" y="7945"/>
                    <a:pt x="6957" y="8095"/>
                    <a:pt x="9142" y="8133"/>
                  </a:cubicBezTo>
                  <a:cubicBezTo>
                    <a:pt x="9525" y="8313"/>
                    <a:pt x="9961" y="8313"/>
                    <a:pt x="10344" y="8133"/>
                  </a:cubicBezTo>
                  <a:cubicBezTo>
                    <a:pt x="10975" y="8343"/>
                    <a:pt x="11651" y="7998"/>
                    <a:pt x="11861" y="7374"/>
                  </a:cubicBezTo>
                  <a:cubicBezTo>
                    <a:pt x="11891" y="7277"/>
                    <a:pt x="11913" y="7179"/>
                    <a:pt x="11921" y="7081"/>
                  </a:cubicBezTo>
                  <a:close/>
                </a:path>
              </a:pathLst>
            </a:custGeom>
            <a:solidFill>
              <a:srgbClr val="43424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7" name="Content Placeholder 4">
              <a:extLst>
                <a:ext uri="{FF2B5EF4-FFF2-40B4-BE49-F238E27FC236}">
                  <a16:creationId xmlns:a16="http://schemas.microsoft.com/office/drawing/2014/main" id="{7A325884-9340-85E9-517E-975ABED0A9AC}"/>
                </a:ext>
              </a:extLst>
            </p:cNvPr>
            <p:cNvSpPr/>
            <p:nvPr/>
          </p:nvSpPr>
          <p:spPr>
            <a:xfrm>
              <a:off x="10475236" y="1736492"/>
              <a:ext cx="48139" cy="42108"/>
            </a:xfrm>
            <a:custGeom>
              <a:avLst/>
              <a:gdLst>
                <a:gd name="connsiteX0" fmla="*/ 16498 w 48139"/>
                <a:gd name="connsiteY0" fmla="*/ 40117 h 42108"/>
                <a:gd name="connsiteX1" fmla="*/ 12668 w 48139"/>
                <a:gd name="connsiteY1" fmla="*/ 41994 h 42108"/>
                <a:gd name="connsiteX2" fmla="*/ 11767 w 48139"/>
                <a:gd name="connsiteY2" fmla="*/ 41994 h 42108"/>
                <a:gd name="connsiteX3" fmla="*/ 11091 w 48139"/>
                <a:gd name="connsiteY3" fmla="*/ 41469 h 42108"/>
                <a:gd name="connsiteX4" fmla="*/ 1028 w 48139"/>
                <a:gd name="connsiteY4" fmla="*/ 29230 h 42108"/>
                <a:gd name="connsiteX5" fmla="*/ -24 w 48139"/>
                <a:gd name="connsiteY5" fmla="*/ 27353 h 42108"/>
                <a:gd name="connsiteX6" fmla="*/ 427 w 48139"/>
                <a:gd name="connsiteY6" fmla="*/ 25250 h 42108"/>
                <a:gd name="connsiteX7" fmla="*/ 7937 w 48139"/>
                <a:gd name="connsiteY7" fmla="*/ 14288 h 42108"/>
                <a:gd name="connsiteX8" fmla="*/ 22506 w 48139"/>
                <a:gd name="connsiteY8" fmla="*/ 1373 h 42108"/>
                <a:gd name="connsiteX9" fmla="*/ 24233 w 48139"/>
                <a:gd name="connsiteY9" fmla="*/ 4227 h 42108"/>
                <a:gd name="connsiteX10" fmla="*/ 21305 w 48139"/>
                <a:gd name="connsiteY10" fmla="*/ 9257 h 42108"/>
                <a:gd name="connsiteX11" fmla="*/ 34071 w 48139"/>
                <a:gd name="connsiteY11" fmla="*/ 1749 h 42108"/>
                <a:gd name="connsiteX12" fmla="*/ 47064 w 48139"/>
                <a:gd name="connsiteY12" fmla="*/ 2199 h 42108"/>
                <a:gd name="connsiteX13" fmla="*/ 44060 w 48139"/>
                <a:gd name="connsiteY13" fmla="*/ 14138 h 42108"/>
                <a:gd name="connsiteX14" fmla="*/ 29040 w 48139"/>
                <a:gd name="connsiteY14" fmla="*/ 29530 h 42108"/>
                <a:gd name="connsiteX15" fmla="*/ 16498 w 48139"/>
                <a:gd name="connsiteY15" fmla="*/ 40117 h 42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8139" h="42108">
                  <a:moveTo>
                    <a:pt x="16498" y="40117"/>
                  </a:moveTo>
                  <a:cubicBezTo>
                    <a:pt x="15282" y="40860"/>
                    <a:pt x="14005" y="41491"/>
                    <a:pt x="12668" y="41994"/>
                  </a:cubicBezTo>
                  <a:cubicBezTo>
                    <a:pt x="12375" y="42107"/>
                    <a:pt x="12060" y="42107"/>
                    <a:pt x="11767" y="41994"/>
                  </a:cubicBezTo>
                  <a:cubicBezTo>
                    <a:pt x="11481" y="41912"/>
                    <a:pt x="11241" y="41724"/>
                    <a:pt x="11091" y="41469"/>
                  </a:cubicBezTo>
                  <a:lnTo>
                    <a:pt x="1028" y="29230"/>
                  </a:lnTo>
                  <a:cubicBezTo>
                    <a:pt x="547" y="28682"/>
                    <a:pt x="194" y="28044"/>
                    <a:pt x="-24" y="27353"/>
                  </a:cubicBezTo>
                  <a:cubicBezTo>
                    <a:pt x="-61" y="26624"/>
                    <a:pt x="96" y="25896"/>
                    <a:pt x="427" y="25250"/>
                  </a:cubicBezTo>
                  <a:cubicBezTo>
                    <a:pt x="2349" y="21233"/>
                    <a:pt x="4880" y="17532"/>
                    <a:pt x="7937" y="14288"/>
                  </a:cubicBezTo>
                  <a:cubicBezTo>
                    <a:pt x="8988" y="13087"/>
                    <a:pt x="21380" y="-729"/>
                    <a:pt x="22506" y="1373"/>
                  </a:cubicBezTo>
                  <a:lnTo>
                    <a:pt x="24233" y="4227"/>
                  </a:lnTo>
                  <a:lnTo>
                    <a:pt x="21305" y="9257"/>
                  </a:lnTo>
                  <a:cubicBezTo>
                    <a:pt x="25202" y="6186"/>
                    <a:pt x="29498" y="3664"/>
                    <a:pt x="34071" y="1749"/>
                  </a:cubicBezTo>
                  <a:cubicBezTo>
                    <a:pt x="38578" y="-203"/>
                    <a:pt x="44510" y="-1179"/>
                    <a:pt x="47064" y="2199"/>
                  </a:cubicBezTo>
                  <a:cubicBezTo>
                    <a:pt x="49617" y="5578"/>
                    <a:pt x="47064" y="10459"/>
                    <a:pt x="44060" y="14138"/>
                  </a:cubicBezTo>
                  <a:cubicBezTo>
                    <a:pt x="39584" y="19762"/>
                    <a:pt x="34552" y="24912"/>
                    <a:pt x="29040" y="29530"/>
                  </a:cubicBezTo>
                  <a:cubicBezTo>
                    <a:pt x="25157" y="33397"/>
                    <a:pt x="20967" y="36941"/>
                    <a:pt x="16498" y="40117"/>
                  </a:cubicBezTo>
                  <a:close/>
                </a:path>
              </a:pathLst>
            </a:custGeom>
            <a:solidFill>
              <a:srgbClr val="CEBCA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8" name="Content Placeholder 4">
              <a:extLst>
                <a:ext uri="{FF2B5EF4-FFF2-40B4-BE49-F238E27FC236}">
                  <a16:creationId xmlns:a16="http://schemas.microsoft.com/office/drawing/2014/main" id="{9180A80D-C8BE-571C-FA33-9B27B92AC342}"/>
                </a:ext>
              </a:extLst>
            </p:cNvPr>
            <p:cNvSpPr/>
            <p:nvPr/>
          </p:nvSpPr>
          <p:spPr>
            <a:xfrm>
              <a:off x="10452636" y="1647412"/>
              <a:ext cx="3010" cy="22381"/>
            </a:xfrm>
            <a:custGeom>
              <a:avLst/>
              <a:gdLst>
                <a:gd name="connsiteX0" fmla="*/ -29 w 3010"/>
                <a:gd name="connsiteY0" fmla="*/ 17246 h 22381"/>
                <a:gd name="connsiteX1" fmla="*/ -29 w 3010"/>
                <a:gd name="connsiteY1" fmla="*/ 22352 h 22381"/>
                <a:gd name="connsiteX2" fmla="*/ 1097 w 3010"/>
                <a:gd name="connsiteY2" fmla="*/ 21301 h 22381"/>
                <a:gd name="connsiteX3" fmla="*/ 2449 w 3010"/>
                <a:gd name="connsiteY3" fmla="*/ 8987 h 22381"/>
                <a:gd name="connsiteX4" fmla="*/ 2975 w 3010"/>
                <a:gd name="connsiteY4" fmla="*/ 1854 h 22381"/>
                <a:gd name="connsiteX5" fmla="*/ 2524 w 3010"/>
                <a:gd name="connsiteY5" fmla="*/ 427 h 22381"/>
                <a:gd name="connsiteX6" fmla="*/ 1022 w 3010"/>
                <a:gd name="connsiteY6" fmla="*/ 2154 h 22381"/>
                <a:gd name="connsiteX7" fmla="*/ 1022 w 3010"/>
                <a:gd name="connsiteY7" fmla="*/ 7260 h 22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10" h="22381">
                  <a:moveTo>
                    <a:pt x="-29" y="17246"/>
                  </a:moveTo>
                  <a:cubicBezTo>
                    <a:pt x="-29" y="18898"/>
                    <a:pt x="-29" y="20625"/>
                    <a:pt x="-29" y="22352"/>
                  </a:cubicBezTo>
                  <a:cubicBezTo>
                    <a:pt x="497" y="22352"/>
                    <a:pt x="947" y="21827"/>
                    <a:pt x="1097" y="21301"/>
                  </a:cubicBezTo>
                  <a:cubicBezTo>
                    <a:pt x="2171" y="17291"/>
                    <a:pt x="2622" y="13139"/>
                    <a:pt x="2449" y="8987"/>
                  </a:cubicBezTo>
                  <a:cubicBezTo>
                    <a:pt x="2449" y="6659"/>
                    <a:pt x="3050" y="4182"/>
                    <a:pt x="2975" y="1854"/>
                  </a:cubicBezTo>
                  <a:cubicBezTo>
                    <a:pt x="2982" y="1343"/>
                    <a:pt x="2825" y="840"/>
                    <a:pt x="2524" y="427"/>
                  </a:cubicBezTo>
                  <a:cubicBezTo>
                    <a:pt x="1247" y="-1074"/>
                    <a:pt x="1097" y="1554"/>
                    <a:pt x="1022" y="2154"/>
                  </a:cubicBezTo>
                  <a:cubicBezTo>
                    <a:pt x="1022" y="3881"/>
                    <a:pt x="1022" y="5533"/>
                    <a:pt x="1022" y="7260"/>
                  </a:cubicBezTo>
                  <a:close/>
                </a:path>
              </a:pathLst>
            </a:custGeom>
            <a:solidFill>
              <a:srgbClr val="302F3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9" name="Content Placeholder 4">
              <a:extLst>
                <a:ext uri="{FF2B5EF4-FFF2-40B4-BE49-F238E27FC236}">
                  <a16:creationId xmlns:a16="http://schemas.microsoft.com/office/drawing/2014/main" id="{30782B22-2142-AF69-D044-409B81CAD0A5}"/>
                </a:ext>
              </a:extLst>
            </p:cNvPr>
            <p:cNvSpPr/>
            <p:nvPr/>
          </p:nvSpPr>
          <p:spPr>
            <a:xfrm>
              <a:off x="10423088" y="1670319"/>
              <a:ext cx="1911" cy="1726"/>
            </a:xfrm>
            <a:custGeom>
              <a:avLst/>
              <a:gdLst>
                <a:gd name="connsiteX0" fmla="*/ 1882 w 1911"/>
                <a:gd name="connsiteY0" fmla="*/ 45 h 1726"/>
                <a:gd name="connsiteX1" fmla="*/ 1882 w 1911"/>
                <a:gd name="connsiteY1" fmla="*/ 45 h 1726"/>
                <a:gd name="connsiteX2" fmla="*/ 4 w 1911"/>
                <a:gd name="connsiteY2" fmla="*/ 45 h 1726"/>
                <a:gd name="connsiteX3" fmla="*/ 4 w 1911"/>
                <a:gd name="connsiteY3" fmla="*/ 45 h 1726"/>
                <a:gd name="connsiteX4" fmla="*/ 4 w 1911"/>
                <a:gd name="connsiteY4" fmla="*/ 1322 h 1726"/>
                <a:gd name="connsiteX5" fmla="*/ 4 w 1911"/>
                <a:gd name="connsiteY5" fmla="*/ 1697 h 1726"/>
                <a:gd name="connsiteX6" fmla="*/ 4 w 1911"/>
                <a:gd name="connsiteY6" fmla="*/ 1697 h 1726"/>
                <a:gd name="connsiteX7" fmla="*/ 1732 w 1911"/>
                <a:gd name="connsiteY7" fmla="*/ 1697 h 1726"/>
                <a:gd name="connsiteX8" fmla="*/ 1732 w 1911"/>
                <a:gd name="connsiteY8" fmla="*/ -30 h 1726"/>
                <a:gd name="connsiteX9" fmla="*/ 1882 w 1911"/>
                <a:gd name="connsiteY9" fmla="*/ 45 h 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11" h="1726">
                  <a:moveTo>
                    <a:pt x="1882" y="45"/>
                  </a:moveTo>
                  <a:lnTo>
                    <a:pt x="1882" y="45"/>
                  </a:lnTo>
                  <a:lnTo>
                    <a:pt x="4" y="45"/>
                  </a:lnTo>
                  <a:lnTo>
                    <a:pt x="4" y="45"/>
                  </a:lnTo>
                  <a:lnTo>
                    <a:pt x="4" y="1322"/>
                  </a:lnTo>
                  <a:cubicBezTo>
                    <a:pt x="-40" y="1442"/>
                    <a:pt x="-40" y="1577"/>
                    <a:pt x="4" y="1697"/>
                  </a:cubicBezTo>
                  <a:lnTo>
                    <a:pt x="4" y="1697"/>
                  </a:lnTo>
                  <a:lnTo>
                    <a:pt x="1732" y="1697"/>
                  </a:lnTo>
                  <a:cubicBezTo>
                    <a:pt x="1807" y="1127"/>
                    <a:pt x="1807" y="541"/>
                    <a:pt x="1732" y="-30"/>
                  </a:cubicBezTo>
                  <a:lnTo>
                    <a:pt x="1882" y="45"/>
                  </a:lnTo>
                  <a:close/>
                </a:path>
              </a:pathLst>
            </a:custGeom>
            <a:solidFill>
              <a:srgbClr val="D1D1D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0" name="Content Placeholder 4">
              <a:extLst>
                <a:ext uri="{FF2B5EF4-FFF2-40B4-BE49-F238E27FC236}">
                  <a16:creationId xmlns:a16="http://schemas.microsoft.com/office/drawing/2014/main" id="{0BBAEAAA-4FDB-2CD2-3A30-6EFA3506B0A2}"/>
                </a:ext>
              </a:extLst>
            </p:cNvPr>
            <p:cNvSpPr/>
            <p:nvPr/>
          </p:nvSpPr>
          <p:spPr>
            <a:xfrm>
              <a:off x="10426200" y="1670319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D1D1D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1" name="Content Placeholder 4">
              <a:extLst>
                <a:ext uri="{FF2B5EF4-FFF2-40B4-BE49-F238E27FC236}">
                  <a16:creationId xmlns:a16="http://schemas.microsoft.com/office/drawing/2014/main" id="{774C2680-D984-9E05-B81C-D114CC1677DC}"/>
                </a:ext>
              </a:extLst>
            </p:cNvPr>
            <p:cNvSpPr/>
            <p:nvPr/>
          </p:nvSpPr>
          <p:spPr>
            <a:xfrm>
              <a:off x="10426313" y="1670319"/>
              <a:ext cx="2215" cy="1952"/>
            </a:xfrm>
            <a:custGeom>
              <a:avLst/>
              <a:gdLst>
                <a:gd name="connsiteX0" fmla="*/ 84 w 2215"/>
                <a:gd name="connsiteY0" fmla="*/ -30 h 1952"/>
                <a:gd name="connsiteX1" fmla="*/ 84 w 2215"/>
                <a:gd name="connsiteY1" fmla="*/ 1922 h 1952"/>
                <a:gd name="connsiteX2" fmla="*/ 2186 w 2215"/>
                <a:gd name="connsiteY2" fmla="*/ 1922 h 1952"/>
                <a:gd name="connsiteX3" fmla="*/ 2186 w 2215"/>
                <a:gd name="connsiteY3" fmla="*/ 1922 h 1952"/>
                <a:gd name="connsiteX4" fmla="*/ 2186 w 2215"/>
                <a:gd name="connsiteY4" fmla="*/ 346 h 1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15" h="1952">
                  <a:moveTo>
                    <a:pt x="84" y="-30"/>
                  </a:moveTo>
                  <a:cubicBezTo>
                    <a:pt x="-67" y="616"/>
                    <a:pt x="-67" y="1277"/>
                    <a:pt x="84" y="1922"/>
                  </a:cubicBezTo>
                  <a:lnTo>
                    <a:pt x="2186" y="1922"/>
                  </a:lnTo>
                  <a:cubicBezTo>
                    <a:pt x="2186" y="1922"/>
                    <a:pt x="2186" y="1922"/>
                    <a:pt x="2186" y="1922"/>
                  </a:cubicBezTo>
                  <a:lnTo>
                    <a:pt x="2186" y="346"/>
                  </a:lnTo>
                  <a:close/>
                </a:path>
              </a:pathLst>
            </a:custGeom>
            <a:solidFill>
              <a:srgbClr val="D1D1D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512" name="Group 1511">
            <a:extLst>
              <a:ext uri="{FF2B5EF4-FFF2-40B4-BE49-F238E27FC236}">
                <a16:creationId xmlns:a16="http://schemas.microsoft.com/office/drawing/2014/main" id="{10DC0EE3-39E0-978B-6BAE-C9D8AD5B6BAF}"/>
              </a:ext>
            </a:extLst>
          </p:cNvPr>
          <p:cNvGrpSpPr/>
          <p:nvPr userDrawn="1"/>
        </p:nvGrpSpPr>
        <p:grpSpPr>
          <a:xfrm>
            <a:off x="5171240" y="5173491"/>
            <a:ext cx="588717" cy="825414"/>
            <a:chOff x="8009109" y="4892611"/>
            <a:chExt cx="588717" cy="825414"/>
          </a:xfrm>
        </p:grpSpPr>
        <p:sp>
          <p:nvSpPr>
            <p:cNvPr id="1513" name="Content Placeholder 4">
              <a:extLst>
                <a:ext uri="{FF2B5EF4-FFF2-40B4-BE49-F238E27FC236}">
                  <a16:creationId xmlns:a16="http://schemas.microsoft.com/office/drawing/2014/main" id="{B507572F-C01E-C873-299D-F79F954C339D}"/>
                </a:ext>
              </a:extLst>
            </p:cNvPr>
            <p:cNvSpPr/>
            <p:nvPr/>
          </p:nvSpPr>
          <p:spPr>
            <a:xfrm>
              <a:off x="8038513" y="5684627"/>
              <a:ext cx="257177" cy="20126"/>
            </a:xfrm>
            <a:custGeom>
              <a:avLst/>
              <a:gdLst>
                <a:gd name="connsiteX0" fmla="*/ 239125 w 257177"/>
                <a:gd name="connsiteY0" fmla="*/ 12221 h 20126"/>
                <a:gd name="connsiteX1" fmla="*/ 257149 w 257177"/>
                <a:gd name="connsiteY1" fmla="*/ 2460 h 20126"/>
                <a:gd name="connsiteX2" fmla="*/ 210136 w 257177"/>
                <a:gd name="connsiteY2" fmla="*/ 57 h 20126"/>
                <a:gd name="connsiteX3" fmla="*/ 101542 w 257177"/>
                <a:gd name="connsiteY3" fmla="*/ 57 h 20126"/>
                <a:gd name="connsiteX4" fmla="*/ 45292 w 257177"/>
                <a:gd name="connsiteY4" fmla="*/ 1408 h 20126"/>
                <a:gd name="connsiteX5" fmla="*/ 232 w 257177"/>
                <a:gd name="connsiteY5" fmla="*/ 15975 h 20126"/>
                <a:gd name="connsiteX6" fmla="*/ 46569 w 257177"/>
                <a:gd name="connsiteY6" fmla="*/ 18378 h 20126"/>
                <a:gd name="connsiteX7" fmla="*/ 169207 w 257177"/>
                <a:gd name="connsiteY7" fmla="*/ 15299 h 20126"/>
                <a:gd name="connsiteX8" fmla="*/ 239125 w 257177"/>
                <a:gd name="connsiteY8" fmla="*/ 12221 h 20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7177" h="20126">
                  <a:moveTo>
                    <a:pt x="239125" y="12221"/>
                  </a:moveTo>
                  <a:cubicBezTo>
                    <a:pt x="246635" y="12221"/>
                    <a:pt x="256022" y="9818"/>
                    <a:pt x="257149" y="2460"/>
                  </a:cubicBezTo>
                  <a:cubicBezTo>
                    <a:pt x="241558" y="492"/>
                    <a:pt x="225847" y="-311"/>
                    <a:pt x="210136" y="57"/>
                  </a:cubicBezTo>
                  <a:lnTo>
                    <a:pt x="101542" y="57"/>
                  </a:lnTo>
                  <a:cubicBezTo>
                    <a:pt x="82842" y="57"/>
                    <a:pt x="63992" y="57"/>
                    <a:pt x="45292" y="1408"/>
                  </a:cubicBezTo>
                  <a:cubicBezTo>
                    <a:pt x="38983" y="1859"/>
                    <a:pt x="-3749" y="4562"/>
                    <a:pt x="232" y="15975"/>
                  </a:cubicBezTo>
                  <a:cubicBezTo>
                    <a:pt x="2560" y="23483"/>
                    <a:pt x="40260" y="18453"/>
                    <a:pt x="46569" y="18378"/>
                  </a:cubicBezTo>
                  <a:cubicBezTo>
                    <a:pt x="87423" y="17777"/>
                    <a:pt x="128300" y="16748"/>
                    <a:pt x="169207" y="15299"/>
                  </a:cubicBezTo>
                  <a:cubicBezTo>
                    <a:pt x="192390" y="14398"/>
                    <a:pt x="215694" y="13370"/>
                    <a:pt x="239125" y="12221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4" name="Content Placeholder 4">
              <a:extLst>
                <a:ext uri="{FF2B5EF4-FFF2-40B4-BE49-F238E27FC236}">
                  <a16:creationId xmlns:a16="http://schemas.microsoft.com/office/drawing/2014/main" id="{EDE8DF2C-73E5-9D19-0BBA-C22455FD6620}"/>
                </a:ext>
              </a:extLst>
            </p:cNvPr>
            <p:cNvSpPr/>
            <p:nvPr/>
          </p:nvSpPr>
          <p:spPr>
            <a:xfrm>
              <a:off x="8318944" y="5676943"/>
              <a:ext cx="278882" cy="41082"/>
            </a:xfrm>
            <a:custGeom>
              <a:avLst/>
              <a:gdLst>
                <a:gd name="connsiteX0" fmla="*/ 227627 w 278882"/>
                <a:gd name="connsiteY0" fmla="*/ 41003 h 41082"/>
                <a:gd name="connsiteX1" fmla="*/ 274789 w 278882"/>
                <a:gd name="connsiteY1" fmla="*/ 28013 h 41082"/>
                <a:gd name="connsiteX2" fmla="*/ 278845 w 278882"/>
                <a:gd name="connsiteY2" fmla="*/ 17727 h 41082"/>
                <a:gd name="connsiteX3" fmla="*/ 259319 w 278882"/>
                <a:gd name="connsiteY3" fmla="*/ 4812 h 41082"/>
                <a:gd name="connsiteX4" fmla="*/ 110246 w 278882"/>
                <a:gd name="connsiteY4" fmla="*/ 3085 h 41082"/>
                <a:gd name="connsiteX5" fmla="*/ 18248 w 278882"/>
                <a:gd name="connsiteY5" fmla="*/ 16075 h 41082"/>
                <a:gd name="connsiteX6" fmla="*/ 9988 w 278882"/>
                <a:gd name="connsiteY6" fmla="*/ 38600 h 41082"/>
                <a:gd name="connsiteX7" fmla="*/ 77577 w 278882"/>
                <a:gd name="connsiteY7" fmla="*/ 39051 h 41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8882" h="41082">
                  <a:moveTo>
                    <a:pt x="227627" y="41003"/>
                  </a:moveTo>
                  <a:cubicBezTo>
                    <a:pt x="244600" y="41003"/>
                    <a:pt x="263975" y="40477"/>
                    <a:pt x="274789" y="28013"/>
                  </a:cubicBezTo>
                  <a:cubicBezTo>
                    <a:pt x="277508" y="25295"/>
                    <a:pt x="278973" y="21571"/>
                    <a:pt x="278845" y="17727"/>
                  </a:cubicBezTo>
                  <a:cubicBezTo>
                    <a:pt x="277944" y="9618"/>
                    <a:pt x="267730" y="6164"/>
                    <a:pt x="259319" y="4812"/>
                  </a:cubicBezTo>
                  <a:cubicBezTo>
                    <a:pt x="210204" y="-2696"/>
                    <a:pt x="159962" y="7"/>
                    <a:pt x="110246" y="3085"/>
                  </a:cubicBezTo>
                  <a:cubicBezTo>
                    <a:pt x="79177" y="3806"/>
                    <a:pt x="48303" y="8161"/>
                    <a:pt x="18248" y="16075"/>
                  </a:cubicBezTo>
                  <a:cubicBezTo>
                    <a:pt x="2778" y="20805"/>
                    <a:pt x="-9464" y="33119"/>
                    <a:pt x="9988" y="38600"/>
                  </a:cubicBezTo>
                  <a:cubicBezTo>
                    <a:pt x="29438" y="44081"/>
                    <a:pt x="57751" y="38600"/>
                    <a:pt x="77577" y="39051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5" name="Content Placeholder 4">
              <a:extLst>
                <a:ext uri="{FF2B5EF4-FFF2-40B4-BE49-F238E27FC236}">
                  <a16:creationId xmlns:a16="http://schemas.microsoft.com/office/drawing/2014/main" id="{6305F657-180E-F68E-FAB6-6960C8B7CA5E}"/>
                </a:ext>
              </a:extLst>
            </p:cNvPr>
            <p:cNvSpPr/>
            <p:nvPr/>
          </p:nvSpPr>
          <p:spPr>
            <a:xfrm>
              <a:off x="8444541" y="5113956"/>
              <a:ext cx="97805" cy="163560"/>
            </a:xfrm>
            <a:custGeom>
              <a:avLst/>
              <a:gdLst>
                <a:gd name="connsiteX0" fmla="*/ 36167 w 97805"/>
                <a:gd name="connsiteY0" fmla="*/ 6317 h 163560"/>
                <a:gd name="connsiteX1" fmla="*/ 43301 w 97805"/>
                <a:gd name="connsiteY1" fmla="*/ 17204 h 163560"/>
                <a:gd name="connsiteX2" fmla="*/ 84456 w 97805"/>
                <a:gd name="connsiteY2" fmla="*/ 102425 h 163560"/>
                <a:gd name="connsiteX3" fmla="*/ 96622 w 97805"/>
                <a:gd name="connsiteY3" fmla="*/ 131332 h 163560"/>
                <a:gd name="connsiteX4" fmla="*/ 97373 w 97805"/>
                <a:gd name="connsiteY4" fmla="*/ 141093 h 163560"/>
                <a:gd name="connsiteX5" fmla="*/ 92492 w 97805"/>
                <a:gd name="connsiteY5" fmla="*/ 147626 h 163560"/>
                <a:gd name="connsiteX6" fmla="*/ 58547 w 97805"/>
                <a:gd name="connsiteY6" fmla="*/ 163243 h 163560"/>
                <a:gd name="connsiteX7" fmla="*/ 49760 w 97805"/>
                <a:gd name="connsiteY7" fmla="*/ 162342 h 163560"/>
                <a:gd name="connsiteX8" fmla="*/ 43452 w 97805"/>
                <a:gd name="connsiteY8" fmla="*/ 153933 h 163560"/>
                <a:gd name="connsiteX9" fmla="*/ 795 w 97805"/>
                <a:gd name="connsiteY9" fmla="*/ 26890 h 163560"/>
                <a:gd name="connsiteX10" fmla="*/ 15252 w 97805"/>
                <a:gd name="connsiteY10" fmla="*/ 790 h 163560"/>
                <a:gd name="connsiteX11" fmla="*/ 36167 w 97805"/>
                <a:gd name="connsiteY11" fmla="*/ 6317 h 163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7805" h="163560">
                  <a:moveTo>
                    <a:pt x="36167" y="6317"/>
                  </a:moveTo>
                  <a:cubicBezTo>
                    <a:pt x="39216" y="9455"/>
                    <a:pt x="41642" y="13149"/>
                    <a:pt x="43301" y="17204"/>
                  </a:cubicBezTo>
                  <a:cubicBezTo>
                    <a:pt x="57067" y="45586"/>
                    <a:pt x="70788" y="73991"/>
                    <a:pt x="84456" y="102425"/>
                  </a:cubicBezTo>
                  <a:cubicBezTo>
                    <a:pt x="89285" y="111720"/>
                    <a:pt x="93348" y="121384"/>
                    <a:pt x="96622" y="131332"/>
                  </a:cubicBezTo>
                  <a:cubicBezTo>
                    <a:pt x="97839" y="134441"/>
                    <a:pt x="98102" y="137835"/>
                    <a:pt x="97373" y="141093"/>
                  </a:cubicBezTo>
                  <a:cubicBezTo>
                    <a:pt x="96359" y="143669"/>
                    <a:pt x="94677" y="145921"/>
                    <a:pt x="92492" y="147626"/>
                  </a:cubicBezTo>
                  <a:cubicBezTo>
                    <a:pt x="83052" y="156200"/>
                    <a:pt x="71201" y="161652"/>
                    <a:pt x="58547" y="163243"/>
                  </a:cubicBezTo>
                  <a:cubicBezTo>
                    <a:pt x="55595" y="163829"/>
                    <a:pt x="52531" y="163514"/>
                    <a:pt x="49760" y="162342"/>
                  </a:cubicBezTo>
                  <a:cubicBezTo>
                    <a:pt x="46801" y="160300"/>
                    <a:pt x="44586" y="157342"/>
                    <a:pt x="43452" y="153933"/>
                  </a:cubicBezTo>
                  <a:cubicBezTo>
                    <a:pt x="24850" y="113184"/>
                    <a:pt x="10550" y="70604"/>
                    <a:pt x="795" y="26890"/>
                  </a:cubicBezTo>
                  <a:cubicBezTo>
                    <a:pt x="-2420" y="15687"/>
                    <a:pt x="4054" y="4004"/>
                    <a:pt x="15252" y="790"/>
                  </a:cubicBezTo>
                  <a:cubicBezTo>
                    <a:pt x="22709" y="-1349"/>
                    <a:pt x="30745" y="768"/>
                    <a:pt x="36167" y="6317"/>
                  </a:cubicBezTo>
                  <a:close/>
                </a:path>
              </a:pathLst>
            </a:custGeom>
            <a:solidFill>
              <a:srgbClr val="94827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6" name="Content Placeholder 4">
              <a:extLst>
                <a:ext uri="{FF2B5EF4-FFF2-40B4-BE49-F238E27FC236}">
                  <a16:creationId xmlns:a16="http://schemas.microsoft.com/office/drawing/2014/main" id="{C74CDD78-6EDF-04E8-C4DD-85FDBFA3D4FF}"/>
                </a:ext>
              </a:extLst>
            </p:cNvPr>
            <p:cNvSpPr/>
            <p:nvPr/>
          </p:nvSpPr>
          <p:spPr>
            <a:xfrm>
              <a:off x="8413036" y="5672380"/>
              <a:ext cx="55995" cy="37293"/>
            </a:xfrm>
            <a:custGeom>
              <a:avLst/>
              <a:gdLst>
                <a:gd name="connsiteX0" fmla="*/ 14576 w 55995"/>
                <a:gd name="connsiteY0" fmla="*/ 741 h 37293"/>
                <a:gd name="connsiteX1" fmla="*/ 29071 w 55995"/>
                <a:gd name="connsiteY1" fmla="*/ 6222 h 37293"/>
                <a:gd name="connsiteX2" fmla="*/ 45668 w 55995"/>
                <a:gd name="connsiteY2" fmla="*/ 5621 h 37293"/>
                <a:gd name="connsiteX3" fmla="*/ 51601 w 55995"/>
                <a:gd name="connsiteY3" fmla="*/ 7423 h 37293"/>
                <a:gd name="connsiteX4" fmla="*/ 55431 w 55995"/>
                <a:gd name="connsiteY4" fmla="*/ 15758 h 37293"/>
                <a:gd name="connsiteX5" fmla="*/ 55431 w 55995"/>
                <a:gd name="connsiteY5" fmla="*/ 31300 h 37293"/>
                <a:gd name="connsiteX6" fmla="*/ 54605 w 55995"/>
                <a:gd name="connsiteY6" fmla="*/ 34003 h 37293"/>
                <a:gd name="connsiteX7" fmla="*/ 52126 w 55995"/>
                <a:gd name="connsiteY7" fmla="*/ 35730 h 37293"/>
                <a:gd name="connsiteX8" fmla="*/ 36506 w 55995"/>
                <a:gd name="connsiteY8" fmla="*/ 36180 h 37293"/>
                <a:gd name="connsiteX9" fmla="*/ 21486 w 55995"/>
                <a:gd name="connsiteY9" fmla="*/ 30399 h 37293"/>
                <a:gd name="connsiteX10" fmla="*/ 5940 w 55995"/>
                <a:gd name="connsiteY10" fmla="*/ 22890 h 37293"/>
                <a:gd name="connsiteX11" fmla="*/ 14576 w 55995"/>
                <a:gd name="connsiteY11" fmla="*/ 741 h 3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5995" h="37293">
                  <a:moveTo>
                    <a:pt x="14576" y="741"/>
                  </a:moveTo>
                  <a:cubicBezTo>
                    <a:pt x="19278" y="2888"/>
                    <a:pt x="24122" y="4720"/>
                    <a:pt x="29071" y="6222"/>
                  </a:cubicBezTo>
                  <a:cubicBezTo>
                    <a:pt x="34613" y="6357"/>
                    <a:pt x="40155" y="6154"/>
                    <a:pt x="45668" y="5621"/>
                  </a:cubicBezTo>
                  <a:cubicBezTo>
                    <a:pt x="47786" y="5591"/>
                    <a:pt x="49858" y="6222"/>
                    <a:pt x="51601" y="7423"/>
                  </a:cubicBezTo>
                  <a:cubicBezTo>
                    <a:pt x="53899" y="9608"/>
                    <a:pt x="55266" y="12589"/>
                    <a:pt x="55431" y="15758"/>
                  </a:cubicBezTo>
                  <a:cubicBezTo>
                    <a:pt x="56144" y="20916"/>
                    <a:pt x="56144" y="26142"/>
                    <a:pt x="55431" y="31300"/>
                  </a:cubicBezTo>
                  <a:cubicBezTo>
                    <a:pt x="55341" y="32246"/>
                    <a:pt x="55063" y="33170"/>
                    <a:pt x="54605" y="34003"/>
                  </a:cubicBezTo>
                  <a:cubicBezTo>
                    <a:pt x="53959" y="34807"/>
                    <a:pt x="53103" y="35407"/>
                    <a:pt x="52126" y="35730"/>
                  </a:cubicBezTo>
                  <a:cubicBezTo>
                    <a:pt x="47110" y="37607"/>
                    <a:pt x="41620" y="37765"/>
                    <a:pt x="36506" y="36180"/>
                  </a:cubicBezTo>
                  <a:cubicBezTo>
                    <a:pt x="31376" y="34596"/>
                    <a:pt x="26352" y="32666"/>
                    <a:pt x="21486" y="30399"/>
                  </a:cubicBezTo>
                  <a:cubicBezTo>
                    <a:pt x="15958" y="28687"/>
                    <a:pt x="10716" y="26157"/>
                    <a:pt x="5940" y="22890"/>
                  </a:cubicBezTo>
                  <a:cubicBezTo>
                    <a:pt x="-4048" y="14256"/>
                    <a:pt x="-1720" y="-3990"/>
                    <a:pt x="14576" y="741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7" name="Content Placeholder 4">
              <a:extLst>
                <a:ext uri="{FF2B5EF4-FFF2-40B4-BE49-F238E27FC236}">
                  <a16:creationId xmlns:a16="http://schemas.microsoft.com/office/drawing/2014/main" id="{4AA27F98-A315-DE99-897E-F90C118DD706}"/>
                </a:ext>
              </a:extLst>
            </p:cNvPr>
            <p:cNvSpPr/>
            <p:nvPr/>
          </p:nvSpPr>
          <p:spPr>
            <a:xfrm>
              <a:off x="8338621" y="5674803"/>
              <a:ext cx="58397" cy="37523"/>
            </a:xfrm>
            <a:custGeom>
              <a:avLst/>
              <a:gdLst>
                <a:gd name="connsiteX0" fmla="*/ 48813 w 58397"/>
                <a:gd name="connsiteY0" fmla="*/ 3798 h 37523"/>
                <a:gd name="connsiteX1" fmla="*/ 55047 w 58397"/>
                <a:gd name="connsiteY1" fmla="*/ 5300 h 37523"/>
                <a:gd name="connsiteX2" fmla="*/ 56999 w 58397"/>
                <a:gd name="connsiteY2" fmla="*/ 11382 h 37523"/>
                <a:gd name="connsiteX3" fmla="*/ 58276 w 58397"/>
                <a:gd name="connsiteY3" fmla="*/ 32106 h 37523"/>
                <a:gd name="connsiteX4" fmla="*/ 56038 w 58397"/>
                <a:gd name="connsiteY4" fmla="*/ 35837 h 37523"/>
                <a:gd name="connsiteX5" fmla="*/ 55948 w 58397"/>
                <a:gd name="connsiteY5" fmla="*/ 35860 h 37523"/>
                <a:gd name="connsiteX6" fmla="*/ 41678 w 58397"/>
                <a:gd name="connsiteY6" fmla="*/ 37136 h 37523"/>
                <a:gd name="connsiteX7" fmla="*/ 10212 w 58397"/>
                <a:gd name="connsiteY7" fmla="*/ 25122 h 37523"/>
                <a:gd name="connsiteX8" fmla="*/ 599 w 58397"/>
                <a:gd name="connsiteY8" fmla="*/ 13635 h 37523"/>
                <a:gd name="connsiteX9" fmla="*/ 5555 w 58397"/>
                <a:gd name="connsiteY9" fmla="*/ 720 h 37523"/>
                <a:gd name="connsiteX10" fmla="*/ 13065 w 58397"/>
                <a:gd name="connsiteY10" fmla="*/ 269 h 37523"/>
                <a:gd name="connsiteX11" fmla="*/ 32291 w 58397"/>
                <a:gd name="connsiteY11" fmla="*/ 4099 h 37523"/>
                <a:gd name="connsiteX12" fmla="*/ 48813 w 58397"/>
                <a:gd name="connsiteY12" fmla="*/ 3798 h 37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8397" h="37523">
                  <a:moveTo>
                    <a:pt x="48813" y="3798"/>
                  </a:moveTo>
                  <a:cubicBezTo>
                    <a:pt x="51006" y="3475"/>
                    <a:pt x="53244" y="4009"/>
                    <a:pt x="55047" y="5300"/>
                  </a:cubicBezTo>
                  <a:cubicBezTo>
                    <a:pt x="56421" y="7020"/>
                    <a:pt x="57111" y="9182"/>
                    <a:pt x="56999" y="11382"/>
                  </a:cubicBezTo>
                  <a:cubicBezTo>
                    <a:pt x="57450" y="18290"/>
                    <a:pt x="57825" y="25197"/>
                    <a:pt x="58276" y="32106"/>
                  </a:cubicBezTo>
                  <a:cubicBezTo>
                    <a:pt x="58689" y="33757"/>
                    <a:pt x="57682" y="35424"/>
                    <a:pt x="56038" y="35837"/>
                  </a:cubicBezTo>
                  <a:cubicBezTo>
                    <a:pt x="56008" y="35845"/>
                    <a:pt x="55977" y="35852"/>
                    <a:pt x="55948" y="35860"/>
                  </a:cubicBezTo>
                  <a:cubicBezTo>
                    <a:pt x="51367" y="37451"/>
                    <a:pt x="46470" y="37887"/>
                    <a:pt x="41678" y="37136"/>
                  </a:cubicBezTo>
                  <a:cubicBezTo>
                    <a:pt x="30331" y="35897"/>
                    <a:pt x="19494" y="31760"/>
                    <a:pt x="10212" y="25122"/>
                  </a:cubicBezTo>
                  <a:cubicBezTo>
                    <a:pt x="5841" y="22442"/>
                    <a:pt x="2461" y="18410"/>
                    <a:pt x="599" y="13635"/>
                  </a:cubicBezTo>
                  <a:cubicBezTo>
                    <a:pt x="-1181" y="8694"/>
                    <a:pt x="930" y="3198"/>
                    <a:pt x="5555" y="720"/>
                  </a:cubicBezTo>
                  <a:cubicBezTo>
                    <a:pt x="7974" y="-91"/>
                    <a:pt x="10565" y="-249"/>
                    <a:pt x="13065" y="269"/>
                  </a:cubicBezTo>
                  <a:cubicBezTo>
                    <a:pt x="19599" y="1020"/>
                    <a:pt x="25833" y="3498"/>
                    <a:pt x="32291" y="4099"/>
                  </a:cubicBezTo>
                  <a:cubicBezTo>
                    <a:pt x="37803" y="4294"/>
                    <a:pt x="43316" y="4189"/>
                    <a:pt x="48813" y="3798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8" name="Content Placeholder 4">
              <a:extLst>
                <a:ext uri="{FF2B5EF4-FFF2-40B4-BE49-F238E27FC236}">
                  <a16:creationId xmlns:a16="http://schemas.microsoft.com/office/drawing/2014/main" id="{6271BA22-6825-7B27-8E62-C714422DBCE6}"/>
                </a:ext>
              </a:extLst>
            </p:cNvPr>
            <p:cNvSpPr/>
            <p:nvPr/>
          </p:nvSpPr>
          <p:spPr>
            <a:xfrm>
              <a:off x="8398526" y="5234286"/>
              <a:ext cx="111755" cy="440526"/>
            </a:xfrm>
            <a:custGeom>
              <a:avLst/>
              <a:gdLst>
                <a:gd name="connsiteX0" fmla="*/ 36220 w 111755"/>
                <a:gd name="connsiteY0" fmla="*/ 430350 h 440526"/>
                <a:gd name="connsiteX1" fmla="*/ 38248 w 111755"/>
                <a:gd name="connsiteY1" fmla="*/ 435831 h 440526"/>
                <a:gd name="connsiteX2" fmla="*/ 43130 w 111755"/>
                <a:gd name="connsiteY2" fmla="*/ 438159 h 440526"/>
                <a:gd name="connsiteX3" fmla="*/ 68063 w 111755"/>
                <a:gd name="connsiteY3" fmla="*/ 440261 h 440526"/>
                <a:gd name="connsiteX4" fmla="*/ 110044 w 111755"/>
                <a:gd name="connsiteY4" fmla="*/ 172510 h 440526"/>
                <a:gd name="connsiteX5" fmla="*/ 109218 w 111755"/>
                <a:gd name="connsiteY5" fmla="*/ 104934 h 440526"/>
                <a:gd name="connsiteX6" fmla="*/ 104862 w 111755"/>
                <a:gd name="connsiteY6" fmla="*/ 42388 h 440526"/>
                <a:gd name="connsiteX7" fmla="*/ 66185 w 111755"/>
                <a:gd name="connsiteY7" fmla="*/ 7549 h 440526"/>
                <a:gd name="connsiteX8" fmla="*/ 5505 w 111755"/>
                <a:gd name="connsiteY8" fmla="*/ 17235 h 440526"/>
                <a:gd name="connsiteX9" fmla="*/ 22 w 111755"/>
                <a:gd name="connsiteY9" fmla="*/ 115371 h 440526"/>
                <a:gd name="connsiteX10" fmla="*/ 17596 w 111755"/>
                <a:gd name="connsiteY10" fmla="*/ 318099 h 440526"/>
                <a:gd name="connsiteX11" fmla="*/ 36220 w 111755"/>
                <a:gd name="connsiteY11" fmla="*/ 430350 h 440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1755" h="440526">
                  <a:moveTo>
                    <a:pt x="36220" y="430350"/>
                  </a:moveTo>
                  <a:cubicBezTo>
                    <a:pt x="36371" y="432332"/>
                    <a:pt x="37069" y="434232"/>
                    <a:pt x="38248" y="435831"/>
                  </a:cubicBezTo>
                  <a:cubicBezTo>
                    <a:pt x="39615" y="437063"/>
                    <a:pt x="41313" y="437873"/>
                    <a:pt x="43130" y="438159"/>
                  </a:cubicBezTo>
                  <a:cubicBezTo>
                    <a:pt x="51271" y="440209"/>
                    <a:pt x="59689" y="440914"/>
                    <a:pt x="68063" y="440261"/>
                  </a:cubicBezTo>
                  <a:cubicBezTo>
                    <a:pt x="78074" y="350460"/>
                    <a:pt x="92072" y="261207"/>
                    <a:pt x="110044" y="172510"/>
                  </a:cubicBezTo>
                  <a:cubicBezTo>
                    <a:pt x="114474" y="150660"/>
                    <a:pt x="108692" y="126933"/>
                    <a:pt x="109218" y="104934"/>
                  </a:cubicBezTo>
                  <a:cubicBezTo>
                    <a:pt x="109744" y="82934"/>
                    <a:pt x="116352" y="61385"/>
                    <a:pt x="104862" y="42388"/>
                  </a:cubicBezTo>
                  <a:cubicBezTo>
                    <a:pt x="95587" y="27296"/>
                    <a:pt x="82159" y="15200"/>
                    <a:pt x="66185" y="7549"/>
                  </a:cubicBezTo>
                  <a:cubicBezTo>
                    <a:pt x="50264" y="41"/>
                    <a:pt x="8959" y="-8369"/>
                    <a:pt x="5505" y="17235"/>
                  </a:cubicBezTo>
                  <a:cubicBezTo>
                    <a:pt x="1464" y="49784"/>
                    <a:pt x="-368" y="82573"/>
                    <a:pt x="22" y="115371"/>
                  </a:cubicBezTo>
                  <a:cubicBezTo>
                    <a:pt x="826" y="183292"/>
                    <a:pt x="6706" y="251056"/>
                    <a:pt x="17596" y="318099"/>
                  </a:cubicBezTo>
                  <a:cubicBezTo>
                    <a:pt x="23228" y="355191"/>
                    <a:pt x="29687" y="392808"/>
                    <a:pt x="36220" y="430350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9" name="Content Placeholder 4">
              <a:extLst>
                <a:ext uri="{FF2B5EF4-FFF2-40B4-BE49-F238E27FC236}">
                  <a16:creationId xmlns:a16="http://schemas.microsoft.com/office/drawing/2014/main" id="{89E15235-D0A8-54D6-0B71-8F0ABEE42574}"/>
                </a:ext>
              </a:extLst>
            </p:cNvPr>
            <p:cNvSpPr/>
            <p:nvPr/>
          </p:nvSpPr>
          <p:spPr>
            <a:xfrm>
              <a:off x="8290026" y="5265156"/>
              <a:ext cx="138691" cy="410102"/>
            </a:xfrm>
            <a:custGeom>
              <a:avLst/>
              <a:gdLst>
                <a:gd name="connsiteX0" fmla="*/ 59032 w 138691"/>
                <a:gd name="connsiteY0" fmla="*/ 364190 h 410102"/>
                <a:gd name="connsiteX1" fmla="*/ 70372 w 138691"/>
                <a:gd name="connsiteY1" fmla="*/ 403534 h 410102"/>
                <a:gd name="connsiteX2" fmla="*/ 74802 w 138691"/>
                <a:gd name="connsiteY2" fmla="*/ 409316 h 410102"/>
                <a:gd name="connsiteX3" fmla="*/ 81261 w 138691"/>
                <a:gd name="connsiteY3" fmla="*/ 409842 h 410102"/>
                <a:gd name="connsiteX4" fmla="*/ 98158 w 138691"/>
                <a:gd name="connsiteY4" fmla="*/ 408114 h 410102"/>
                <a:gd name="connsiteX5" fmla="*/ 103941 w 138691"/>
                <a:gd name="connsiteY5" fmla="*/ 406538 h 410102"/>
                <a:gd name="connsiteX6" fmla="*/ 107396 w 138691"/>
                <a:gd name="connsiteY6" fmla="*/ 396251 h 410102"/>
                <a:gd name="connsiteX7" fmla="*/ 131127 w 138691"/>
                <a:gd name="connsiteY7" fmla="*/ 121892 h 410102"/>
                <a:gd name="connsiteX8" fmla="*/ 138637 w 138691"/>
                <a:gd name="connsiteY8" fmla="*/ 69333 h 410102"/>
                <a:gd name="connsiteX9" fmla="*/ 121139 w 138691"/>
                <a:gd name="connsiteY9" fmla="*/ 21054 h 410102"/>
                <a:gd name="connsiteX10" fmla="*/ 50170 w 138691"/>
                <a:gd name="connsiteY10" fmla="*/ 105 h 410102"/>
                <a:gd name="connsiteX11" fmla="*/ 11644 w 138691"/>
                <a:gd name="connsiteY11" fmla="*/ 6112 h 410102"/>
                <a:gd name="connsiteX12" fmla="*/ 1280 w 138691"/>
                <a:gd name="connsiteY12" fmla="*/ 29538 h 410102"/>
                <a:gd name="connsiteX13" fmla="*/ 12470 w 138691"/>
                <a:gd name="connsiteY13" fmla="*/ 110780 h 410102"/>
                <a:gd name="connsiteX14" fmla="*/ 40106 w 138691"/>
                <a:gd name="connsiteY14" fmla="*/ 272512 h 410102"/>
                <a:gd name="connsiteX15" fmla="*/ 59032 w 138691"/>
                <a:gd name="connsiteY15" fmla="*/ 364190 h 410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691" h="410102">
                  <a:moveTo>
                    <a:pt x="59032" y="364190"/>
                  </a:moveTo>
                  <a:cubicBezTo>
                    <a:pt x="61593" y="377623"/>
                    <a:pt x="65393" y="390792"/>
                    <a:pt x="70372" y="403534"/>
                  </a:cubicBezTo>
                  <a:cubicBezTo>
                    <a:pt x="71130" y="405922"/>
                    <a:pt x="72700" y="407964"/>
                    <a:pt x="74802" y="409316"/>
                  </a:cubicBezTo>
                  <a:cubicBezTo>
                    <a:pt x="76860" y="410097"/>
                    <a:pt x="79106" y="410277"/>
                    <a:pt x="81261" y="409842"/>
                  </a:cubicBezTo>
                  <a:lnTo>
                    <a:pt x="98158" y="408114"/>
                  </a:lnTo>
                  <a:cubicBezTo>
                    <a:pt x="100186" y="408054"/>
                    <a:pt x="102169" y="407513"/>
                    <a:pt x="103941" y="406538"/>
                  </a:cubicBezTo>
                  <a:cubicBezTo>
                    <a:pt x="106742" y="403902"/>
                    <a:pt x="108042" y="400043"/>
                    <a:pt x="107396" y="396251"/>
                  </a:cubicBezTo>
                  <a:cubicBezTo>
                    <a:pt x="107396" y="304423"/>
                    <a:pt x="112202" y="212069"/>
                    <a:pt x="131127" y="121892"/>
                  </a:cubicBezTo>
                  <a:cubicBezTo>
                    <a:pt x="135536" y="104698"/>
                    <a:pt x="138052" y="87076"/>
                    <a:pt x="138637" y="69333"/>
                  </a:cubicBezTo>
                  <a:cubicBezTo>
                    <a:pt x="139110" y="51605"/>
                    <a:pt x="132862" y="34358"/>
                    <a:pt x="121139" y="21054"/>
                  </a:cubicBezTo>
                  <a:cubicBezTo>
                    <a:pt x="103791" y="3183"/>
                    <a:pt x="76079" y="-871"/>
                    <a:pt x="50170" y="105"/>
                  </a:cubicBezTo>
                  <a:cubicBezTo>
                    <a:pt x="37117" y="413"/>
                    <a:pt x="24170" y="2433"/>
                    <a:pt x="11644" y="6112"/>
                  </a:cubicBezTo>
                  <a:cubicBezTo>
                    <a:pt x="-2851" y="10692"/>
                    <a:pt x="-448" y="15948"/>
                    <a:pt x="1280" y="29538"/>
                  </a:cubicBezTo>
                  <a:cubicBezTo>
                    <a:pt x="4734" y="56666"/>
                    <a:pt x="8467" y="83749"/>
                    <a:pt x="12470" y="110780"/>
                  </a:cubicBezTo>
                  <a:cubicBezTo>
                    <a:pt x="20528" y="164938"/>
                    <a:pt x="29742" y="218849"/>
                    <a:pt x="40106" y="272512"/>
                  </a:cubicBezTo>
                  <a:cubicBezTo>
                    <a:pt x="46062" y="303049"/>
                    <a:pt x="52370" y="333608"/>
                    <a:pt x="59032" y="364190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0" name="Content Placeholder 4">
              <a:extLst>
                <a:ext uri="{FF2B5EF4-FFF2-40B4-BE49-F238E27FC236}">
                  <a16:creationId xmlns:a16="http://schemas.microsoft.com/office/drawing/2014/main" id="{6DA5E5E9-6A7C-9611-377E-596B8510E72B}"/>
                </a:ext>
              </a:extLst>
            </p:cNvPr>
            <p:cNvSpPr/>
            <p:nvPr/>
          </p:nvSpPr>
          <p:spPr>
            <a:xfrm>
              <a:off x="8352617" y="4952264"/>
              <a:ext cx="101835" cy="128844"/>
            </a:xfrm>
            <a:custGeom>
              <a:avLst/>
              <a:gdLst>
                <a:gd name="connsiteX0" fmla="*/ 101806 w 101835"/>
                <a:gd name="connsiteY0" fmla="*/ 42768 h 128844"/>
                <a:gd name="connsiteX1" fmla="*/ 50889 w 101835"/>
                <a:gd name="connsiteY1" fmla="*/ -30 h 128844"/>
                <a:gd name="connsiteX2" fmla="*/ -29 w 101835"/>
                <a:gd name="connsiteY2" fmla="*/ 42768 h 128844"/>
                <a:gd name="connsiteX3" fmla="*/ 1848 w 101835"/>
                <a:gd name="connsiteY3" fmla="*/ 54106 h 128844"/>
                <a:gd name="connsiteX4" fmla="*/ 1848 w 101835"/>
                <a:gd name="connsiteY4" fmla="*/ 57034 h 128844"/>
                <a:gd name="connsiteX5" fmla="*/ 3951 w 101835"/>
                <a:gd name="connsiteY5" fmla="*/ 82488 h 128844"/>
                <a:gd name="connsiteX6" fmla="*/ 34667 w 101835"/>
                <a:gd name="connsiteY6" fmla="*/ 123409 h 128844"/>
                <a:gd name="connsiteX7" fmla="*/ 54418 w 101835"/>
                <a:gd name="connsiteY7" fmla="*/ 128815 h 128844"/>
                <a:gd name="connsiteX8" fmla="*/ 79201 w 101835"/>
                <a:gd name="connsiteY8" fmla="*/ 118904 h 128844"/>
                <a:gd name="connsiteX9" fmla="*/ 101356 w 101835"/>
                <a:gd name="connsiteY9" fmla="*/ 47949 h 128844"/>
                <a:gd name="connsiteX10" fmla="*/ 101806 w 101835"/>
                <a:gd name="connsiteY10" fmla="*/ 42768 h 128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1835" h="128844">
                  <a:moveTo>
                    <a:pt x="101806" y="42768"/>
                  </a:moveTo>
                  <a:cubicBezTo>
                    <a:pt x="101806" y="19117"/>
                    <a:pt x="79276" y="-30"/>
                    <a:pt x="50889" y="-30"/>
                  </a:cubicBezTo>
                  <a:cubicBezTo>
                    <a:pt x="22501" y="-30"/>
                    <a:pt x="-29" y="19117"/>
                    <a:pt x="-29" y="42768"/>
                  </a:cubicBezTo>
                  <a:cubicBezTo>
                    <a:pt x="-14" y="46620"/>
                    <a:pt x="617" y="50449"/>
                    <a:pt x="1848" y="54106"/>
                  </a:cubicBezTo>
                  <a:cubicBezTo>
                    <a:pt x="1848" y="55082"/>
                    <a:pt x="1848" y="55983"/>
                    <a:pt x="1848" y="57034"/>
                  </a:cubicBezTo>
                  <a:cubicBezTo>
                    <a:pt x="1578" y="65572"/>
                    <a:pt x="2276" y="74108"/>
                    <a:pt x="3951" y="82488"/>
                  </a:cubicBezTo>
                  <a:cubicBezTo>
                    <a:pt x="7436" y="100088"/>
                    <a:pt x="18738" y="115142"/>
                    <a:pt x="34667" y="123409"/>
                  </a:cubicBezTo>
                  <a:cubicBezTo>
                    <a:pt x="40712" y="126795"/>
                    <a:pt x="47494" y="128650"/>
                    <a:pt x="54418" y="128815"/>
                  </a:cubicBezTo>
                  <a:cubicBezTo>
                    <a:pt x="63573" y="128470"/>
                    <a:pt x="72330" y="124963"/>
                    <a:pt x="79201" y="118904"/>
                  </a:cubicBezTo>
                  <a:cubicBezTo>
                    <a:pt x="100980" y="100809"/>
                    <a:pt x="102858" y="73853"/>
                    <a:pt x="101356" y="47949"/>
                  </a:cubicBezTo>
                  <a:cubicBezTo>
                    <a:pt x="101619" y="46237"/>
                    <a:pt x="101769" y="44503"/>
                    <a:pt x="101806" y="42768"/>
                  </a:cubicBezTo>
                  <a:close/>
                </a:path>
              </a:pathLst>
            </a:custGeom>
            <a:solidFill>
              <a:srgbClr val="E8CB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1" name="Content Placeholder 4">
              <a:extLst>
                <a:ext uri="{FF2B5EF4-FFF2-40B4-BE49-F238E27FC236}">
                  <a16:creationId xmlns:a16="http://schemas.microsoft.com/office/drawing/2014/main" id="{7512EE9A-9B68-6FD5-0484-4DBDF2F28434}"/>
                </a:ext>
              </a:extLst>
            </p:cNvPr>
            <p:cNvSpPr/>
            <p:nvPr/>
          </p:nvSpPr>
          <p:spPr>
            <a:xfrm>
              <a:off x="8346203" y="4939471"/>
              <a:ext cx="128915" cy="146358"/>
            </a:xfrm>
            <a:custGeom>
              <a:avLst/>
              <a:gdLst>
                <a:gd name="connsiteX0" fmla="*/ 226 w 128915"/>
                <a:gd name="connsiteY0" fmla="*/ 79212 h 146358"/>
                <a:gd name="connsiteX1" fmla="*/ 7736 w 128915"/>
                <a:gd name="connsiteY1" fmla="*/ 73731 h 146358"/>
                <a:gd name="connsiteX2" fmla="*/ 17049 w 128915"/>
                <a:gd name="connsiteY2" fmla="*/ 91301 h 146358"/>
                <a:gd name="connsiteX3" fmla="*/ 20203 w 128915"/>
                <a:gd name="connsiteY3" fmla="*/ 93854 h 146358"/>
                <a:gd name="connsiteX4" fmla="*/ 22531 w 128915"/>
                <a:gd name="connsiteY4" fmla="*/ 93178 h 146358"/>
                <a:gd name="connsiteX5" fmla="*/ 25911 w 128915"/>
                <a:gd name="connsiteY5" fmla="*/ 96257 h 146358"/>
                <a:gd name="connsiteX6" fmla="*/ 25911 w 128915"/>
                <a:gd name="connsiteY6" fmla="*/ 96407 h 146358"/>
                <a:gd name="connsiteX7" fmla="*/ 24033 w 128915"/>
                <a:gd name="connsiteY7" fmla="*/ 100912 h 146358"/>
                <a:gd name="connsiteX8" fmla="*/ 24634 w 128915"/>
                <a:gd name="connsiteY8" fmla="*/ 118407 h 146358"/>
                <a:gd name="connsiteX9" fmla="*/ 37401 w 128915"/>
                <a:gd name="connsiteY9" fmla="*/ 132597 h 146358"/>
                <a:gd name="connsiteX10" fmla="*/ 59405 w 128915"/>
                <a:gd name="connsiteY10" fmla="*/ 144386 h 146358"/>
                <a:gd name="connsiteX11" fmla="*/ 85015 w 128915"/>
                <a:gd name="connsiteY11" fmla="*/ 144386 h 146358"/>
                <a:gd name="connsiteX12" fmla="*/ 107545 w 128915"/>
                <a:gd name="connsiteY12" fmla="*/ 128768 h 146358"/>
                <a:gd name="connsiteX13" fmla="*/ 114454 w 128915"/>
                <a:gd name="connsiteY13" fmla="*/ 114427 h 146358"/>
                <a:gd name="connsiteX14" fmla="*/ 128572 w 128915"/>
                <a:gd name="connsiteY14" fmla="*/ 56161 h 146358"/>
                <a:gd name="connsiteX15" fmla="*/ 126395 w 128915"/>
                <a:gd name="connsiteY15" fmla="*/ 33636 h 146358"/>
                <a:gd name="connsiteX16" fmla="*/ 91698 w 128915"/>
                <a:gd name="connsiteY16" fmla="*/ 3602 h 146358"/>
                <a:gd name="connsiteX17" fmla="*/ 41456 w 128915"/>
                <a:gd name="connsiteY17" fmla="*/ 3602 h 146358"/>
                <a:gd name="connsiteX18" fmla="*/ 26436 w 128915"/>
                <a:gd name="connsiteY18" fmla="*/ 9910 h 146358"/>
                <a:gd name="connsiteX19" fmla="*/ 226 w 128915"/>
                <a:gd name="connsiteY19" fmla="*/ 79212 h 146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8915" h="146358">
                  <a:moveTo>
                    <a:pt x="226" y="79212"/>
                  </a:moveTo>
                  <a:cubicBezTo>
                    <a:pt x="2570" y="77178"/>
                    <a:pt x="5078" y="75338"/>
                    <a:pt x="7736" y="73731"/>
                  </a:cubicBezTo>
                  <a:lnTo>
                    <a:pt x="17049" y="91301"/>
                  </a:lnTo>
                  <a:cubicBezTo>
                    <a:pt x="17650" y="92503"/>
                    <a:pt x="18626" y="93929"/>
                    <a:pt x="20203" y="93854"/>
                  </a:cubicBezTo>
                  <a:cubicBezTo>
                    <a:pt x="21780" y="93779"/>
                    <a:pt x="21705" y="93328"/>
                    <a:pt x="22531" y="93178"/>
                  </a:cubicBezTo>
                  <a:cubicBezTo>
                    <a:pt x="24311" y="93096"/>
                    <a:pt x="25821" y="94469"/>
                    <a:pt x="25911" y="96257"/>
                  </a:cubicBezTo>
                  <a:cubicBezTo>
                    <a:pt x="25911" y="96302"/>
                    <a:pt x="25911" y="96354"/>
                    <a:pt x="25911" y="96407"/>
                  </a:cubicBezTo>
                  <a:cubicBezTo>
                    <a:pt x="25603" y="98021"/>
                    <a:pt x="24964" y="99560"/>
                    <a:pt x="24033" y="100912"/>
                  </a:cubicBezTo>
                  <a:cubicBezTo>
                    <a:pt x="21413" y="106498"/>
                    <a:pt x="21638" y="113008"/>
                    <a:pt x="24634" y="118407"/>
                  </a:cubicBezTo>
                  <a:cubicBezTo>
                    <a:pt x="27826" y="123993"/>
                    <a:pt x="32182" y="128836"/>
                    <a:pt x="37401" y="132597"/>
                  </a:cubicBezTo>
                  <a:cubicBezTo>
                    <a:pt x="43912" y="137906"/>
                    <a:pt x="51385" y="141908"/>
                    <a:pt x="59405" y="144386"/>
                  </a:cubicBezTo>
                  <a:cubicBezTo>
                    <a:pt x="67749" y="146976"/>
                    <a:pt x="76678" y="146976"/>
                    <a:pt x="85015" y="144386"/>
                  </a:cubicBezTo>
                  <a:cubicBezTo>
                    <a:pt x="93583" y="140902"/>
                    <a:pt x="101274" y="135571"/>
                    <a:pt x="107545" y="128768"/>
                  </a:cubicBezTo>
                  <a:cubicBezTo>
                    <a:pt x="110601" y="124391"/>
                    <a:pt x="112936" y="119548"/>
                    <a:pt x="114454" y="114427"/>
                  </a:cubicBezTo>
                  <a:cubicBezTo>
                    <a:pt x="121761" y="95731"/>
                    <a:pt x="126507" y="76126"/>
                    <a:pt x="128572" y="56161"/>
                  </a:cubicBezTo>
                  <a:cubicBezTo>
                    <a:pt x="129376" y="48586"/>
                    <a:pt x="128633" y="40919"/>
                    <a:pt x="126395" y="33636"/>
                  </a:cubicBezTo>
                  <a:cubicBezTo>
                    <a:pt x="120041" y="18837"/>
                    <a:pt x="107252" y="7769"/>
                    <a:pt x="91698" y="3602"/>
                  </a:cubicBezTo>
                  <a:cubicBezTo>
                    <a:pt x="75304" y="-1240"/>
                    <a:pt x="57851" y="-1240"/>
                    <a:pt x="41456" y="3602"/>
                  </a:cubicBezTo>
                  <a:cubicBezTo>
                    <a:pt x="36169" y="4961"/>
                    <a:pt x="31108" y="7086"/>
                    <a:pt x="26436" y="9910"/>
                  </a:cubicBezTo>
                  <a:cubicBezTo>
                    <a:pt x="3381" y="24326"/>
                    <a:pt x="-1275" y="56837"/>
                    <a:pt x="226" y="79212"/>
                  </a:cubicBezTo>
                  <a:close/>
                </a:path>
              </a:pathLst>
            </a:custGeom>
            <a:solidFill>
              <a:srgbClr val="EDD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2" name="Content Placeholder 4">
              <a:extLst>
                <a:ext uri="{FF2B5EF4-FFF2-40B4-BE49-F238E27FC236}">
                  <a16:creationId xmlns:a16="http://schemas.microsoft.com/office/drawing/2014/main" id="{1AD8DFB5-3703-E734-623D-4AEAF3553B73}"/>
                </a:ext>
              </a:extLst>
            </p:cNvPr>
            <p:cNvSpPr/>
            <p:nvPr/>
          </p:nvSpPr>
          <p:spPr>
            <a:xfrm>
              <a:off x="8438683" y="4948691"/>
              <a:ext cx="138510" cy="204533"/>
            </a:xfrm>
            <a:custGeom>
              <a:avLst/>
              <a:gdLst>
                <a:gd name="connsiteX0" fmla="*/ 51638 w 138510"/>
                <a:gd name="connsiteY0" fmla="*/ 2716 h 204533"/>
                <a:gd name="connsiteX1" fmla="*/ 79049 w 138510"/>
                <a:gd name="connsiteY1" fmla="*/ 36129 h 204533"/>
                <a:gd name="connsiteX2" fmla="*/ 79049 w 138510"/>
                <a:gd name="connsiteY2" fmla="*/ 78927 h 204533"/>
                <a:gd name="connsiteX3" fmla="*/ 74393 w 138510"/>
                <a:gd name="connsiteY3" fmla="*/ 121651 h 204533"/>
                <a:gd name="connsiteX4" fmla="*/ 84156 w 138510"/>
                <a:gd name="connsiteY4" fmla="*/ 151684 h 204533"/>
                <a:gd name="connsiteX5" fmla="*/ 106686 w 138510"/>
                <a:gd name="connsiteY5" fmla="*/ 166701 h 204533"/>
                <a:gd name="connsiteX6" fmla="*/ 138454 w 138510"/>
                <a:gd name="connsiteY6" fmla="*/ 169705 h 204533"/>
                <a:gd name="connsiteX7" fmla="*/ 123434 w 138510"/>
                <a:gd name="connsiteY7" fmla="*/ 198087 h 204533"/>
                <a:gd name="connsiteX8" fmla="*/ 88587 w 138510"/>
                <a:gd name="connsiteY8" fmla="*/ 202967 h 204533"/>
                <a:gd name="connsiteX9" fmla="*/ 38946 w 138510"/>
                <a:gd name="connsiteY9" fmla="*/ 157917 h 204533"/>
                <a:gd name="connsiteX10" fmla="*/ 39697 w 138510"/>
                <a:gd name="connsiteY10" fmla="*/ 105733 h 204533"/>
                <a:gd name="connsiteX11" fmla="*/ 27681 w 138510"/>
                <a:gd name="connsiteY11" fmla="*/ 56177 h 204533"/>
                <a:gd name="connsiteX12" fmla="*/ 2748 w 138510"/>
                <a:gd name="connsiteY12" fmla="*/ 18184 h 204533"/>
                <a:gd name="connsiteX13" fmla="*/ 51638 w 138510"/>
                <a:gd name="connsiteY13" fmla="*/ 2716 h 204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510" h="204533">
                  <a:moveTo>
                    <a:pt x="51638" y="2716"/>
                  </a:moveTo>
                  <a:cubicBezTo>
                    <a:pt x="65434" y="9039"/>
                    <a:pt x="75550" y="21368"/>
                    <a:pt x="79049" y="36129"/>
                  </a:cubicBezTo>
                  <a:cubicBezTo>
                    <a:pt x="81941" y="50245"/>
                    <a:pt x="81941" y="64812"/>
                    <a:pt x="79049" y="78927"/>
                  </a:cubicBezTo>
                  <a:cubicBezTo>
                    <a:pt x="76195" y="92998"/>
                    <a:pt x="74634" y="107295"/>
                    <a:pt x="74393" y="121651"/>
                  </a:cubicBezTo>
                  <a:cubicBezTo>
                    <a:pt x="74198" y="132470"/>
                    <a:pt x="77637" y="143042"/>
                    <a:pt x="84156" y="151684"/>
                  </a:cubicBezTo>
                  <a:cubicBezTo>
                    <a:pt x="90269" y="158517"/>
                    <a:pt x="98027" y="163683"/>
                    <a:pt x="106686" y="166701"/>
                  </a:cubicBezTo>
                  <a:cubicBezTo>
                    <a:pt x="116689" y="171041"/>
                    <a:pt x="127812" y="172093"/>
                    <a:pt x="138454" y="169705"/>
                  </a:cubicBezTo>
                  <a:cubicBezTo>
                    <a:pt x="138934" y="181185"/>
                    <a:pt x="133196" y="192027"/>
                    <a:pt x="123434" y="198087"/>
                  </a:cubicBezTo>
                  <a:cubicBezTo>
                    <a:pt x="112957" y="204371"/>
                    <a:pt x="100385" y="206128"/>
                    <a:pt x="88587" y="202967"/>
                  </a:cubicBezTo>
                  <a:cubicBezTo>
                    <a:pt x="66861" y="194896"/>
                    <a:pt x="49084" y="178760"/>
                    <a:pt x="38946" y="157917"/>
                  </a:cubicBezTo>
                  <a:cubicBezTo>
                    <a:pt x="32562" y="141323"/>
                    <a:pt x="37219" y="123152"/>
                    <a:pt x="39697" y="105733"/>
                  </a:cubicBezTo>
                  <a:cubicBezTo>
                    <a:pt x="42175" y="88313"/>
                    <a:pt x="41574" y="68190"/>
                    <a:pt x="27681" y="56177"/>
                  </a:cubicBezTo>
                  <a:cubicBezTo>
                    <a:pt x="16041" y="45890"/>
                    <a:pt x="-8217" y="36430"/>
                    <a:pt x="2748" y="18184"/>
                  </a:cubicBezTo>
                  <a:cubicBezTo>
                    <a:pt x="13427" y="2244"/>
                    <a:pt x="33727" y="-4176"/>
                    <a:pt x="51638" y="2716"/>
                  </a:cubicBezTo>
                  <a:close/>
                </a:path>
              </a:pathLst>
            </a:custGeom>
            <a:solidFill>
              <a:srgbClr val="EDD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3" name="Content Placeholder 4">
              <a:extLst>
                <a:ext uri="{FF2B5EF4-FFF2-40B4-BE49-F238E27FC236}">
                  <a16:creationId xmlns:a16="http://schemas.microsoft.com/office/drawing/2014/main" id="{CCFBCB28-1C70-62AD-AC61-31B0457197FC}"/>
                </a:ext>
              </a:extLst>
            </p:cNvPr>
            <p:cNvSpPr/>
            <p:nvPr/>
          </p:nvSpPr>
          <p:spPr>
            <a:xfrm>
              <a:off x="8234466" y="5091184"/>
              <a:ext cx="287899" cy="483019"/>
            </a:xfrm>
            <a:custGeom>
              <a:avLst/>
              <a:gdLst>
                <a:gd name="connsiteX0" fmla="*/ 153944 w 287899"/>
                <a:gd name="connsiteY0" fmla="*/ 181 h 483019"/>
                <a:gd name="connsiteX1" fmla="*/ 130663 w 287899"/>
                <a:gd name="connsiteY1" fmla="*/ 4611 h 483019"/>
                <a:gd name="connsiteX2" fmla="*/ 114066 w 287899"/>
                <a:gd name="connsiteY2" fmla="*/ 37122 h 483019"/>
                <a:gd name="connsiteX3" fmla="*/ 76516 w 287899"/>
                <a:gd name="connsiteY3" fmla="*/ 109429 h 483019"/>
                <a:gd name="connsiteX4" fmla="*/ 53986 w 287899"/>
                <a:gd name="connsiteY4" fmla="*/ 190295 h 483019"/>
                <a:gd name="connsiteX5" fmla="*/ 50607 w 287899"/>
                <a:gd name="connsiteY5" fmla="*/ 329352 h 483019"/>
                <a:gd name="connsiteX6" fmla="*/ 18915 w 287899"/>
                <a:gd name="connsiteY6" fmla="*/ 390320 h 483019"/>
                <a:gd name="connsiteX7" fmla="*/ -10 w 287899"/>
                <a:gd name="connsiteY7" fmla="*/ 427262 h 483019"/>
                <a:gd name="connsiteX8" fmla="*/ 19816 w 287899"/>
                <a:gd name="connsiteY8" fmla="*/ 454968 h 483019"/>
                <a:gd name="connsiteX9" fmla="*/ 54737 w 287899"/>
                <a:gd name="connsiteY9" fmla="*/ 461275 h 483019"/>
                <a:gd name="connsiteX10" fmla="*/ 89509 w 287899"/>
                <a:gd name="connsiteY10" fmla="*/ 464654 h 483019"/>
                <a:gd name="connsiteX11" fmla="*/ 113240 w 287899"/>
                <a:gd name="connsiteY11" fmla="*/ 479070 h 483019"/>
                <a:gd name="connsiteX12" fmla="*/ 148988 w 287899"/>
                <a:gd name="connsiteY12" fmla="*/ 479070 h 483019"/>
                <a:gd name="connsiteX13" fmla="*/ 181131 w 287899"/>
                <a:gd name="connsiteY13" fmla="*/ 464654 h 483019"/>
                <a:gd name="connsiteX14" fmla="*/ 211171 w 287899"/>
                <a:gd name="connsiteY14" fmla="*/ 471336 h 483019"/>
                <a:gd name="connsiteX15" fmla="*/ 224463 w 287899"/>
                <a:gd name="connsiteY15" fmla="*/ 466832 h 483019"/>
                <a:gd name="connsiteX16" fmla="*/ 263515 w 287899"/>
                <a:gd name="connsiteY16" fmla="*/ 466832 h 483019"/>
                <a:gd name="connsiteX17" fmla="*/ 277934 w 287899"/>
                <a:gd name="connsiteY17" fmla="*/ 423207 h 483019"/>
                <a:gd name="connsiteX18" fmla="*/ 267195 w 287899"/>
                <a:gd name="connsiteY18" fmla="*/ 162964 h 483019"/>
                <a:gd name="connsiteX19" fmla="*/ 259009 w 287899"/>
                <a:gd name="connsiteY19" fmla="*/ 84726 h 483019"/>
                <a:gd name="connsiteX20" fmla="*/ 234001 w 287899"/>
                <a:gd name="connsiteY20" fmla="*/ 18802 h 483019"/>
                <a:gd name="connsiteX21" fmla="*/ 200506 w 287899"/>
                <a:gd name="connsiteY21" fmla="*/ 3785 h 483019"/>
                <a:gd name="connsiteX22" fmla="*/ 153944 w 287899"/>
                <a:gd name="connsiteY22" fmla="*/ 181 h 483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87899" h="483019">
                  <a:moveTo>
                    <a:pt x="153944" y="181"/>
                  </a:moveTo>
                  <a:cubicBezTo>
                    <a:pt x="145916" y="-630"/>
                    <a:pt x="137828" y="909"/>
                    <a:pt x="130663" y="4611"/>
                  </a:cubicBezTo>
                  <a:cubicBezTo>
                    <a:pt x="120225" y="11369"/>
                    <a:pt x="117746" y="25184"/>
                    <a:pt x="114066" y="37122"/>
                  </a:cubicBezTo>
                  <a:cubicBezTo>
                    <a:pt x="106031" y="63102"/>
                    <a:pt x="88908" y="85177"/>
                    <a:pt x="76516" y="109429"/>
                  </a:cubicBezTo>
                  <a:cubicBezTo>
                    <a:pt x="63712" y="134620"/>
                    <a:pt x="56051" y="162109"/>
                    <a:pt x="53986" y="190295"/>
                  </a:cubicBezTo>
                  <a:cubicBezTo>
                    <a:pt x="50532" y="236697"/>
                    <a:pt x="62322" y="284376"/>
                    <a:pt x="50607" y="329352"/>
                  </a:cubicBezTo>
                  <a:cubicBezTo>
                    <a:pt x="44449" y="351674"/>
                    <a:pt x="33649" y="372450"/>
                    <a:pt x="18915" y="390320"/>
                  </a:cubicBezTo>
                  <a:cubicBezTo>
                    <a:pt x="10053" y="401358"/>
                    <a:pt x="-536" y="412846"/>
                    <a:pt x="-10" y="427262"/>
                  </a:cubicBezTo>
                  <a:cubicBezTo>
                    <a:pt x="1176" y="439373"/>
                    <a:pt x="8731" y="449930"/>
                    <a:pt x="19816" y="454968"/>
                  </a:cubicBezTo>
                  <a:cubicBezTo>
                    <a:pt x="30803" y="459774"/>
                    <a:pt x="42766" y="461928"/>
                    <a:pt x="54737" y="461275"/>
                  </a:cubicBezTo>
                  <a:cubicBezTo>
                    <a:pt x="66438" y="460082"/>
                    <a:pt x="78259" y="461230"/>
                    <a:pt x="89509" y="464654"/>
                  </a:cubicBezTo>
                  <a:cubicBezTo>
                    <a:pt x="98070" y="468258"/>
                    <a:pt x="104529" y="475016"/>
                    <a:pt x="113240" y="479070"/>
                  </a:cubicBezTo>
                  <a:cubicBezTo>
                    <a:pt x="124580" y="484296"/>
                    <a:pt x="137648" y="484296"/>
                    <a:pt x="148988" y="479070"/>
                  </a:cubicBezTo>
                  <a:cubicBezTo>
                    <a:pt x="159802" y="474115"/>
                    <a:pt x="169265" y="464053"/>
                    <a:pt x="181131" y="464654"/>
                  </a:cubicBezTo>
                  <a:cubicBezTo>
                    <a:pt x="191419" y="464654"/>
                    <a:pt x="200732" y="472838"/>
                    <a:pt x="211171" y="471336"/>
                  </a:cubicBezTo>
                  <a:cubicBezTo>
                    <a:pt x="215699" y="470127"/>
                    <a:pt x="220137" y="468626"/>
                    <a:pt x="224463" y="466832"/>
                  </a:cubicBezTo>
                  <a:cubicBezTo>
                    <a:pt x="237155" y="463377"/>
                    <a:pt x="250973" y="470736"/>
                    <a:pt x="263515" y="466832"/>
                  </a:cubicBezTo>
                  <a:cubicBezTo>
                    <a:pt x="280112" y="461876"/>
                    <a:pt x="275606" y="440326"/>
                    <a:pt x="277934" y="423207"/>
                  </a:cubicBezTo>
                  <a:cubicBezTo>
                    <a:pt x="289650" y="338437"/>
                    <a:pt x="296184" y="253366"/>
                    <a:pt x="267195" y="162964"/>
                  </a:cubicBezTo>
                  <a:cubicBezTo>
                    <a:pt x="258709" y="136460"/>
                    <a:pt x="265017" y="111832"/>
                    <a:pt x="259009" y="84726"/>
                  </a:cubicBezTo>
                  <a:cubicBezTo>
                    <a:pt x="253452" y="59723"/>
                    <a:pt x="243989" y="42679"/>
                    <a:pt x="234001" y="18802"/>
                  </a:cubicBezTo>
                  <a:cubicBezTo>
                    <a:pt x="229195" y="7389"/>
                    <a:pt x="212823" y="6338"/>
                    <a:pt x="200506" y="3785"/>
                  </a:cubicBezTo>
                  <a:cubicBezTo>
                    <a:pt x="185103" y="1405"/>
                    <a:pt x="169535" y="203"/>
                    <a:pt x="153944" y="181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4" name="Content Placeholder 4">
              <a:extLst>
                <a:ext uri="{FF2B5EF4-FFF2-40B4-BE49-F238E27FC236}">
                  <a16:creationId xmlns:a16="http://schemas.microsoft.com/office/drawing/2014/main" id="{5383B42E-371C-9F35-F663-EBB27BD87D8C}"/>
                </a:ext>
              </a:extLst>
            </p:cNvPr>
            <p:cNvSpPr/>
            <p:nvPr/>
          </p:nvSpPr>
          <p:spPr>
            <a:xfrm>
              <a:off x="8222640" y="5354253"/>
              <a:ext cx="42410" cy="27744"/>
            </a:xfrm>
            <a:custGeom>
              <a:avLst/>
              <a:gdLst>
                <a:gd name="connsiteX0" fmla="*/ 39603 w 42410"/>
                <a:gd name="connsiteY0" fmla="*/ 5915 h 27744"/>
                <a:gd name="connsiteX1" fmla="*/ 41630 w 42410"/>
                <a:gd name="connsiteY1" fmla="*/ 7042 h 27744"/>
                <a:gd name="connsiteX2" fmla="*/ 42231 w 42410"/>
                <a:gd name="connsiteY2" fmla="*/ 9069 h 27744"/>
                <a:gd name="connsiteX3" fmla="*/ 39903 w 42410"/>
                <a:gd name="connsiteY3" fmla="*/ 25362 h 27744"/>
                <a:gd name="connsiteX4" fmla="*/ 38627 w 42410"/>
                <a:gd name="connsiteY4" fmla="*/ 27239 h 27744"/>
                <a:gd name="connsiteX5" fmla="*/ 35923 w 42410"/>
                <a:gd name="connsiteY5" fmla="*/ 27690 h 27744"/>
                <a:gd name="connsiteX6" fmla="*/ 4531 w 42410"/>
                <a:gd name="connsiteY6" fmla="*/ 22434 h 27744"/>
                <a:gd name="connsiteX7" fmla="*/ 1978 w 42410"/>
                <a:gd name="connsiteY7" fmla="*/ 21308 h 27744"/>
                <a:gd name="connsiteX8" fmla="*/ 175 w 42410"/>
                <a:gd name="connsiteY8" fmla="*/ 16802 h 27744"/>
                <a:gd name="connsiteX9" fmla="*/ 1152 w 42410"/>
                <a:gd name="connsiteY9" fmla="*/ 3362 h 27744"/>
                <a:gd name="connsiteX10" fmla="*/ 2729 w 42410"/>
                <a:gd name="connsiteY10" fmla="*/ 584 h 27744"/>
                <a:gd name="connsiteX11" fmla="*/ 6334 w 42410"/>
                <a:gd name="connsiteY11" fmla="*/ 59 h 27744"/>
                <a:gd name="connsiteX12" fmla="*/ 39603 w 42410"/>
                <a:gd name="connsiteY12" fmla="*/ 5915 h 27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410" h="27744">
                  <a:moveTo>
                    <a:pt x="39603" y="5915"/>
                  </a:moveTo>
                  <a:cubicBezTo>
                    <a:pt x="40369" y="6096"/>
                    <a:pt x="41075" y="6486"/>
                    <a:pt x="41630" y="7042"/>
                  </a:cubicBezTo>
                  <a:cubicBezTo>
                    <a:pt x="42013" y="7650"/>
                    <a:pt x="42216" y="8348"/>
                    <a:pt x="42231" y="9069"/>
                  </a:cubicBezTo>
                  <a:cubicBezTo>
                    <a:pt x="42742" y="14610"/>
                    <a:pt x="41946" y="20189"/>
                    <a:pt x="39903" y="25362"/>
                  </a:cubicBezTo>
                  <a:cubicBezTo>
                    <a:pt x="39640" y="26083"/>
                    <a:pt x="39197" y="26729"/>
                    <a:pt x="38627" y="27239"/>
                  </a:cubicBezTo>
                  <a:cubicBezTo>
                    <a:pt x="37778" y="27622"/>
                    <a:pt x="36847" y="27780"/>
                    <a:pt x="35923" y="27690"/>
                  </a:cubicBezTo>
                  <a:cubicBezTo>
                    <a:pt x="25289" y="27187"/>
                    <a:pt x="14752" y="25422"/>
                    <a:pt x="4531" y="22434"/>
                  </a:cubicBezTo>
                  <a:cubicBezTo>
                    <a:pt x="3615" y="22223"/>
                    <a:pt x="2751" y="21841"/>
                    <a:pt x="1978" y="21308"/>
                  </a:cubicBezTo>
                  <a:cubicBezTo>
                    <a:pt x="814" y="20099"/>
                    <a:pt x="168" y="18484"/>
                    <a:pt x="175" y="16802"/>
                  </a:cubicBezTo>
                  <a:cubicBezTo>
                    <a:pt x="-290" y="12298"/>
                    <a:pt x="40" y="7747"/>
                    <a:pt x="1152" y="3362"/>
                  </a:cubicBezTo>
                  <a:cubicBezTo>
                    <a:pt x="1339" y="2281"/>
                    <a:pt x="1895" y="1297"/>
                    <a:pt x="2729" y="584"/>
                  </a:cubicBezTo>
                  <a:cubicBezTo>
                    <a:pt x="3840" y="28"/>
                    <a:pt x="5109" y="-159"/>
                    <a:pt x="6334" y="59"/>
                  </a:cubicBezTo>
                  <a:cubicBezTo>
                    <a:pt x="17613" y="712"/>
                    <a:pt x="28781" y="2679"/>
                    <a:pt x="39603" y="5915"/>
                  </a:cubicBezTo>
                  <a:close/>
                </a:path>
              </a:pathLst>
            </a:custGeom>
            <a:solidFill>
              <a:srgbClr val="1919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5" name="Content Placeholder 4">
              <a:extLst>
                <a:ext uri="{FF2B5EF4-FFF2-40B4-BE49-F238E27FC236}">
                  <a16:creationId xmlns:a16="http://schemas.microsoft.com/office/drawing/2014/main" id="{B5EE7E2E-4302-335B-D3B4-2F9B29FDB510}"/>
                </a:ext>
              </a:extLst>
            </p:cNvPr>
            <p:cNvSpPr/>
            <p:nvPr/>
          </p:nvSpPr>
          <p:spPr>
            <a:xfrm>
              <a:off x="8235276" y="5272283"/>
              <a:ext cx="46672" cy="112469"/>
            </a:xfrm>
            <a:custGeom>
              <a:avLst/>
              <a:gdLst>
                <a:gd name="connsiteX0" fmla="*/ 41085 w 46672"/>
                <a:gd name="connsiteY0" fmla="*/ 3941 h 112469"/>
                <a:gd name="connsiteX1" fmla="*/ 28543 w 46672"/>
                <a:gd name="connsiteY1" fmla="*/ 262 h 112469"/>
                <a:gd name="connsiteX2" fmla="*/ 18255 w 46672"/>
                <a:gd name="connsiteY2" fmla="*/ 2139 h 112469"/>
                <a:gd name="connsiteX3" fmla="*/ 14500 w 46672"/>
                <a:gd name="connsiteY3" fmla="*/ 7545 h 112469"/>
                <a:gd name="connsiteX4" fmla="*/ 12022 w 46672"/>
                <a:gd name="connsiteY4" fmla="*/ 18057 h 112469"/>
                <a:gd name="connsiteX5" fmla="*/ 9619 w 46672"/>
                <a:gd name="connsiteY5" fmla="*/ 85633 h 112469"/>
                <a:gd name="connsiteX6" fmla="*/ 2109 w 46672"/>
                <a:gd name="connsiteY6" fmla="*/ 91490 h 112469"/>
                <a:gd name="connsiteX7" fmla="*/ 231 w 46672"/>
                <a:gd name="connsiteY7" fmla="*/ 105981 h 112469"/>
                <a:gd name="connsiteX8" fmla="*/ 3310 w 46672"/>
                <a:gd name="connsiteY8" fmla="*/ 112213 h 112469"/>
                <a:gd name="connsiteX9" fmla="*/ 9543 w 46672"/>
                <a:gd name="connsiteY9" fmla="*/ 109285 h 112469"/>
                <a:gd name="connsiteX10" fmla="*/ 13599 w 46672"/>
                <a:gd name="connsiteY10" fmla="*/ 100725 h 112469"/>
                <a:gd name="connsiteX11" fmla="*/ 17278 w 46672"/>
                <a:gd name="connsiteY11" fmla="*/ 91114 h 112469"/>
                <a:gd name="connsiteX12" fmla="*/ 17278 w 46672"/>
                <a:gd name="connsiteY12" fmla="*/ 88636 h 112469"/>
                <a:gd name="connsiteX13" fmla="*/ 15627 w 46672"/>
                <a:gd name="connsiteY13" fmla="*/ 86609 h 112469"/>
                <a:gd name="connsiteX14" fmla="*/ 16603 w 46672"/>
                <a:gd name="connsiteY14" fmla="*/ 85708 h 112469"/>
                <a:gd name="connsiteX15" fmla="*/ 19457 w 46672"/>
                <a:gd name="connsiteY15" fmla="*/ 79176 h 112469"/>
                <a:gd name="connsiteX16" fmla="*/ 25990 w 46672"/>
                <a:gd name="connsiteY16" fmla="*/ 64159 h 112469"/>
                <a:gd name="connsiteX17" fmla="*/ 33951 w 46672"/>
                <a:gd name="connsiteY17" fmla="*/ 49142 h 112469"/>
                <a:gd name="connsiteX18" fmla="*/ 43488 w 46672"/>
                <a:gd name="connsiteY18" fmla="*/ 32623 h 112469"/>
                <a:gd name="connsiteX19" fmla="*/ 46643 w 46672"/>
                <a:gd name="connsiteY19" fmla="*/ 12350 h 112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6672" h="112469">
                  <a:moveTo>
                    <a:pt x="41085" y="3941"/>
                  </a:moveTo>
                  <a:cubicBezTo>
                    <a:pt x="37158" y="1974"/>
                    <a:pt x="32915" y="727"/>
                    <a:pt x="28543" y="262"/>
                  </a:cubicBezTo>
                  <a:cubicBezTo>
                    <a:pt x="24999" y="-474"/>
                    <a:pt x="21312" y="194"/>
                    <a:pt x="18255" y="2139"/>
                  </a:cubicBezTo>
                  <a:cubicBezTo>
                    <a:pt x="16543" y="3573"/>
                    <a:pt x="15243" y="5435"/>
                    <a:pt x="14500" y="7545"/>
                  </a:cubicBezTo>
                  <a:cubicBezTo>
                    <a:pt x="13261" y="10939"/>
                    <a:pt x="12427" y="14468"/>
                    <a:pt x="12022" y="18057"/>
                  </a:cubicBezTo>
                  <a:cubicBezTo>
                    <a:pt x="8492" y="40402"/>
                    <a:pt x="7688" y="63092"/>
                    <a:pt x="9619" y="85633"/>
                  </a:cubicBezTo>
                  <a:cubicBezTo>
                    <a:pt x="6404" y="86444"/>
                    <a:pt x="3678" y="88569"/>
                    <a:pt x="2109" y="91490"/>
                  </a:cubicBezTo>
                  <a:cubicBezTo>
                    <a:pt x="201" y="96070"/>
                    <a:pt x="-445" y="101071"/>
                    <a:pt x="231" y="105981"/>
                  </a:cubicBezTo>
                  <a:cubicBezTo>
                    <a:pt x="231" y="108384"/>
                    <a:pt x="907" y="111312"/>
                    <a:pt x="3310" y="112213"/>
                  </a:cubicBezTo>
                  <a:cubicBezTo>
                    <a:pt x="5713" y="113114"/>
                    <a:pt x="8117" y="111162"/>
                    <a:pt x="9543" y="109285"/>
                  </a:cubicBezTo>
                  <a:cubicBezTo>
                    <a:pt x="11503" y="106762"/>
                    <a:pt x="12885" y="103841"/>
                    <a:pt x="13599" y="100725"/>
                  </a:cubicBezTo>
                  <a:lnTo>
                    <a:pt x="17278" y="91114"/>
                  </a:lnTo>
                  <a:cubicBezTo>
                    <a:pt x="17504" y="90303"/>
                    <a:pt x="17504" y="89447"/>
                    <a:pt x="17278" y="88636"/>
                  </a:cubicBezTo>
                  <a:cubicBezTo>
                    <a:pt x="16993" y="87780"/>
                    <a:pt x="16408" y="87060"/>
                    <a:pt x="15627" y="86609"/>
                  </a:cubicBezTo>
                  <a:cubicBezTo>
                    <a:pt x="15987" y="86354"/>
                    <a:pt x="16317" y="86046"/>
                    <a:pt x="16603" y="85708"/>
                  </a:cubicBezTo>
                  <a:cubicBezTo>
                    <a:pt x="17962" y="83733"/>
                    <a:pt x="18931" y="81518"/>
                    <a:pt x="19457" y="79176"/>
                  </a:cubicBezTo>
                  <a:cubicBezTo>
                    <a:pt x="21124" y="73965"/>
                    <a:pt x="23317" y="68934"/>
                    <a:pt x="25990" y="64159"/>
                  </a:cubicBezTo>
                  <a:cubicBezTo>
                    <a:pt x="28934" y="59308"/>
                    <a:pt x="31593" y="54300"/>
                    <a:pt x="33951" y="49142"/>
                  </a:cubicBezTo>
                  <a:cubicBezTo>
                    <a:pt x="36053" y="43886"/>
                    <a:pt x="41987" y="38104"/>
                    <a:pt x="43488" y="32623"/>
                  </a:cubicBezTo>
                  <a:cubicBezTo>
                    <a:pt x="45238" y="25993"/>
                    <a:pt x="46297" y="19198"/>
                    <a:pt x="46643" y="12350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6" name="Content Placeholder 4">
              <a:extLst>
                <a:ext uri="{FF2B5EF4-FFF2-40B4-BE49-F238E27FC236}">
                  <a16:creationId xmlns:a16="http://schemas.microsoft.com/office/drawing/2014/main" id="{C1A5E6E7-D2DA-A3B6-3504-DB0851FE2712}"/>
                </a:ext>
              </a:extLst>
            </p:cNvPr>
            <p:cNvSpPr/>
            <p:nvPr/>
          </p:nvSpPr>
          <p:spPr>
            <a:xfrm>
              <a:off x="8246576" y="5103842"/>
              <a:ext cx="124208" cy="185092"/>
            </a:xfrm>
            <a:custGeom>
              <a:avLst/>
              <a:gdLst>
                <a:gd name="connsiteX0" fmla="*/ 2975 w 124208"/>
                <a:gd name="connsiteY0" fmla="*/ 164423 h 185092"/>
                <a:gd name="connsiteX1" fmla="*/ 7856 w 124208"/>
                <a:gd name="connsiteY1" fmla="*/ 163747 h 185092"/>
                <a:gd name="connsiteX2" fmla="*/ 38723 w 124208"/>
                <a:gd name="connsiteY2" fmla="*/ 63509 h 185092"/>
                <a:gd name="connsiteX3" fmla="*/ 69889 w 124208"/>
                <a:gd name="connsiteY3" fmla="*/ 18984 h 185092"/>
                <a:gd name="connsiteX4" fmla="*/ 114423 w 124208"/>
                <a:gd name="connsiteY4" fmla="*/ 1415 h 185092"/>
                <a:gd name="connsiteX5" fmla="*/ 119906 w 124208"/>
                <a:gd name="connsiteY5" fmla="*/ 44888 h 185092"/>
                <a:gd name="connsiteX6" fmla="*/ 64557 w 124208"/>
                <a:gd name="connsiteY6" fmla="*/ 122751 h 185092"/>
                <a:gd name="connsiteX7" fmla="*/ 35869 w 124208"/>
                <a:gd name="connsiteY7" fmla="*/ 173208 h 185092"/>
                <a:gd name="connsiteX8" fmla="*/ 38723 w 124208"/>
                <a:gd name="connsiteY8" fmla="*/ 175010 h 185092"/>
                <a:gd name="connsiteX9" fmla="*/ 39323 w 124208"/>
                <a:gd name="connsiteY9" fmla="*/ 178539 h 185092"/>
                <a:gd name="connsiteX10" fmla="*/ 37746 w 124208"/>
                <a:gd name="connsiteY10" fmla="*/ 184095 h 185092"/>
                <a:gd name="connsiteX11" fmla="*/ 31513 w 124208"/>
                <a:gd name="connsiteY11" fmla="*/ 184621 h 185092"/>
                <a:gd name="connsiteX12" fmla="*/ 13639 w 124208"/>
                <a:gd name="connsiteY12" fmla="*/ 178239 h 185092"/>
                <a:gd name="connsiteX13" fmla="*/ 6129 w 124208"/>
                <a:gd name="connsiteY13" fmla="*/ 174860 h 185092"/>
                <a:gd name="connsiteX14" fmla="*/ -29 w 124208"/>
                <a:gd name="connsiteY14" fmla="*/ 169078 h 185092"/>
                <a:gd name="connsiteX15" fmla="*/ 2975 w 124208"/>
                <a:gd name="connsiteY15" fmla="*/ 164423 h 185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4208" h="185092">
                  <a:moveTo>
                    <a:pt x="2975" y="164423"/>
                  </a:moveTo>
                  <a:cubicBezTo>
                    <a:pt x="4529" y="163822"/>
                    <a:pt x="6196" y="163590"/>
                    <a:pt x="7856" y="163747"/>
                  </a:cubicBezTo>
                  <a:cubicBezTo>
                    <a:pt x="13128" y="128990"/>
                    <a:pt x="23530" y="95210"/>
                    <a:pt x="38723" y="63509"/>
                  </a:cubicBezTo>
                  <a:cubicBezTo>
                    <a:pt x="46112" y="46781"/>
                    <a:pt x="56701" y="31651"/>
                    <a:pt x="69889" y="18984"/>
                  </a:cubicBezTo>
                  <a:cubicBezTo>
                    <a:pt x="78826" y="11025"/>
                    <a:pt x="101131" y="-4893"/>
                    <a:pt x="114423" y="1415"/>
                  </a:cubicBezTo>
                  <a:cubicBezTo>
                    <a:pt x="128917" y="8322"/>
                    <a:pt x="124111" y="33776"/>
                    <a:pt x="119906" y="44888"/>
                  </a:cubicBezTo>
                  <a:cubicBezTo>
                    <a:pt x="108790" y="74547"/>
                    <a:pt x="83632" y="97072"/>
                    <a:pt x="64557" y="122751"/>
                  </a:cubicBezTo>
                  <a:cubicBezTo>
                    <a:pt x="53074" y="138398"/>
                    <a:pt x="43446" y="155338"/>
                    <a:pt x="35869" y="173208"/>
                  </a:cubicBezTo>
                  <a:cubicBezTo>
                    <a:pt x="37100" y="173170"/>
                    <a:pt x="38234" y="173883"/>
                    <a:pt x="38723" y="175010"/>
                  </a:cubicBezTo>
                  <a:cubicBezTo>
                    <a:pt x="39188" y="176129"/>
                    <a:pt x="39391" y="177330"/>
                    <a:pt x="39323" y="178539"/>
                  </a:cubicBezTo>
                  <a:cubicBezTo>
                    <a:pt x="39631" y="180529"/>
                    <a:pt x="39060" y="182563"/>
                    <a:pt x="37746" y="184095"/>
                  </a:cubicBezTo>
                  <a:cubicBezTo>
                    <a:pt x="35846" y="185169"/>
                    <a:pt x="33570" y="185357"/>
                    <a:pt x="31513" y="184621"/>
                  </a:cubicBezTo>
                  <a:cubicBezTo>
                    <a:pt x="25385" y="183014"/>
                    <a:pt x="19399" y="180874"/>
                    <a:pt x="13639" y="178239"/>
                  </a:cubicBezTo>
                  <a:lnTo>
                    <a:pt x="6129" y="174860"/>
                  </a:lnTo>
                  <a:cubicBezTo>
                    <a:pt x="3350" y="173658"/>
                    <a:pt x="196" y="171931"/>
                    <a:pt x="-29" y="169078"/>
                  </a:cubicBezTo>
                  <a:cubicBezTo>
                    <a:pt x="8" y="167081"/>
                    <a:pt x="1173" y="165279"/>
                    <a:pt x="2975" y="164423"/>
                  </a:cubicBezTo>
                  <a:close/>
                </a:path>
              </a:pathLst>
            </a:custGeom>
            <a:solidFill>
              <a:srgbClr val="94827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7" name="Content Placeholder 4">
              <a:extLst>
                <a:ext uri="{FF2B5EF4-FFF2-40B4-BE49-F238E27FC236}">
                  <a16:creationId xmlns:a16="http://schemas.microsoft.com/office/drawing/2014/main" id="{B9B524D4-DC25-80FB-256C-4118FCEBE18D}"/>
                </a:ext>
              </a:extLst>
            </p:cNvPr>
            <p:cNvSpPr/>
            <p:nvPr/>
          </p:nvSpPr>
          <p:spPr>
            <a:xfrm>
              <a:off x="8027559" y="5254480"/>
              <a:ext cx="124390" cy="427906"/>
            </a:xfrm>
            <a:custGeom>
              <a:avLst/>
              <a:gdLst>
                <a:gd name="connsiteX0" fmla="*/ 114523 w 124390"/>
                <a:gd name="connsiteY0" fmla="*/ 32481 h 427906"/>
                <a:gd name="connsiteX1" fmla="*/ 124361 w 124390"/>
                <a:gd name="connsiteY1" fmla="*/ 424798 h 427906"/>
                <a:gd name="connsiteX2" fmla="*/ 112946 w 124390"/>
                <a:gd name="connsiteY2" fmla="*/ 425549 h 427906"/>
                <a:gd name="connsiteX3" fmla="*/ 65258 w 124390"/>
                <a:gd name="connsiteY3" fmla="*/ 97504 h 427906"/>
                <a:gd name="connsiteX4" fmla="*/ 56171 w 124390"/>
                <a:gd name="connsiteY4" fmla="*/ 97504 h 427906"/>
                <a:gd name="connsiteX5" fmla="*/ 46032 w 124390"/>
                <a:gd name="connsiteY5" fmla="*/ 427876 h 427906"/>
                <a:gd name="connsiteX6" fmla="*/ 34242 w 124390"/>
                <a:gd name="connsiteY6" fmla="*/ 427876 h 427906"/>
                <a:gd name="connsiteX7" fmla="*/ 71 w 124390"/>
                <a:gd name="connsiteY7" fmla="*/ 34283 h 427906"/>
                <a:gd name="connsiteX8" fmla="*/ 48961 w 124390"/>
                <a:gd name="connsiteY8" fmla="*/ 195 h 427906"/>
                <a:gd name="connsiteX9" fmla="*/ 114523 w 124390"/>
                <a:gd name="connsiteY9" fmla="*/ 32481 h 427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4390" h="427906">
                  <a:moveTo>
                    <a:pt x="114523" y="32481"/>
                  </a:moveTo>
                  <a:cubicBezTo>
                    <a:pt x="114523" y="32481"/>
                    <a:pt x="124211" y="372539"/>
                    <a:pt x="124361" y="424798"/>
                  </a:cubicBezTo>
                  <a:lnTo>
                    <a:pt x="112946" y="425549"/>
                  </a:lnTo>
                  <a:cubicBezTo>
                    <a:pt x="112946" y="425549"/>
                    <a:pt x="81104" y="113197"/>
                    <a:pt x="65258" y="97504"/>
                  </a:cubicBezTo>
                  <a:cubicBezTo>
                    <a:pt x="62261" y="96889"/>
                    <a:pt x="59167" y="96889"/>
                    <a:pt x="56171" y="97504"/>
                  </a:cubicBezTo>
                  <a:cubicBezTo>
                    <a:pt x="53692" y="98706"/>
                    <a:pt x="41827" y="408805"/>
                    <a:pt x="46032" y="427876"/>
                  </a:cubicBezTo>
                  <a:lnTo>
                    <a:pt x="34242" y="427876"/>
                  </a:lnTo>
                  <a:cubicBezTo>
                    <a:pt x="34242" y="427876"/>
                    <a:pt x="-2182" y="108842"/>
                    <a:pt x="71" y="34283"/>
                  </a:cubicBezTo>
                  <a:cubicBezTo>
                    <a:pt x="71" y="34283"/>
                    <a:pt x="-1431" y="-3259"/>
                    <a:pt x="48961" y="195"/>
                  </a:cubicBezTo>
                  <a:cubicBezTo>
                    <a:pt x="99353" y="3649"/>
                    <a:pt x="109491" y="-4761"/>
                    <a:pt x="114523" y="32481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8" name="Content Placeholder 4">
              <a:extLst>
                <a:ext uri="{FF2B5EF4-FFF2-40B4-BE49-F238E27FC236}">
                  <a16:creationId xmlns:a16="http://schemas.microsoft.com/office/drawing/2014/main" id="{A0E2F6A6-258C-3B57-3C5C-DB3100E50EEA}"/>
                </a:ext>
              </a:extLst>
            </p:cNvPr>
            <p:cNvSpPr/>
            <p:nvPr/>
          </p:nvSpPr>
          <p:spPr>
            <a:xfrm>
              <a:off x="8136935" y="5679340"/>
              <a:ext cx="44282" cy="17627"/>
            </a:xfrm>
            <a:custGeom>
              <a:avLst/>
              <a:gdLst>
                <a:gd name="connsiteX0" fmla="*/ 2068 w 44282"/>
                <a:gd name="connsiteY0" fmla="*/ 764 h 17627"/>
                <a:gd name="connsiteX1" fmla="*/ 21444 w 44282"/>
                <a:gd name="connsiteY1" fmla="*/ 388 h 17627"/>
                <a:gd name="connsiteX2" fmla="*/ 38116 w 44282"/>
                <a:gd name="connsiteY2" fmla="*/ 8347 h 17627"/>
                <a:gd name="connsiteX3" fmla="*/ 42922 w 44282"/>
                <a:gd name="connsiteY3" fmla="*/ 10675 h 17627"/>
                <a:gd name="connsiteX4" fmla="*/ 43748 w 44282"/>
                <a:gd name="connsiteY4" fmla="*/ 15480 h 17627"/>
                <a:gd name="connsiteX5" fmla="*/ 39543 w 44282"/>
                <a:gd name="connsiteY5" fmla="*/ 17057 h 17627"/>
                <a:gd name="connsiteX6" fmla="*/ 3721 w 44282"/>
                <a:gd name="connsiteY6" fmla="*/ 16381 h 17627"/>
                <a:gd name="connsiteX7" fmla="*/ 1693 w 44282"/>
                <a:gd name="connsiteY7" fmla="*/ 15706 h 17627"/>
                <a:gd name="connsiteX8" fmla="*/ 792 w 44282"/>
                <a:gd name="connsiteY8" fmla="*/ 14204 h 17627"/>
                <a:gd name="connsiteX9" fmla="*/ 2068 w 44282"/>
                <a:gd name="connsiteY9" fmla="*/ 764 h 1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4282" h="17627">
                  <a:moveTo>
                    <a:pt x="2068" y="764"/>
                  </a:moveTo>
                  <a:cubicBezTo>
                    <a:pt x="8489" y="-152"/>
                    <a:pt x="14993" y="-272"/>
                    <a:pt x="21444" y="388"/>
                  </a:cubicBezTo>
                  <a:cubicBezTo>
                    <a:pt x="26656" y="3715"/>
                    <a:pt x="32251" y="6388"/>
                    <a:pt x="38116" y="8347"/>
                  </a:cubicBezTo>
                  <a:cubicBezTo>
                    <a:pt x="39873" y="8753"/>
                    <a:pt x="41518" y="9549"/>
                    <a:pt x="42922" y="10675"/>
                  </a:cubicBezTo>
                  <a:cubicBezTo>
                    <a:pt x="44312" y="11869"/>
                    <a:pt x="44657" y="13889"/>
                    <a:pt x="43748" y="15480"/>
                  </a:cubicBezTo>
                  <a:cubicBezTo>
                    <a:pt x="42660" y="16622"/>
                    <a:pt x="41113" y="17200"/>
                    <a:pt x="39543" y="17057"/>
                  </a:cubicBezTo>
                  <a:cubicBezTo>
                    <a:pt x="27610" y="17958"/>
                    <a:pt x="15616" y="17733"/>
                    <a:pt x="3721" y="16381"/>
                  </a:cubicBezTo>
                  <a:cubicBezTo>
                    <a:pt x="2992" y="16367"/>
                    <a:pt x="2286" y="16134"/>
                    <a:pt x="1693" y="15706"/>
                  </a:cubicBezTo>
                  <a:cubicBezTo>
                    <a:pt x="1265" y="15293"/>
                    <a:pt x="957" y="14774"/>
                    <a:pt x="792" y="14204"/>
                  </a:cubicBezTo>
                  <a:cubicBezTo>
                    <a:pt x="-643" y="9737"/>
                    <a:pt x="-185" y="4878"/>
                    <a:pt x="2068" y="764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9" name="Content Placeholder 4">
              <a:extLst>
                <a:ext uri="{FF2B5EF4-FFF2-40B4-BE49-F238E27FC236}">
                  <a16:creationId xmlns:a16="http://schemas.microsoft.com/office/drawing/2014/main" id="{65C14410-7D48-28C4-CE11-680AE8CE3DD6}"/>
                </a:ext>
              </a:extLst>
            </p:cNvPr>
            <p:cNvSpPr/>
            <p:nvPr/>
          </p:nvSpPr>
          <p:spPr>
            <a:xfrm>
              <a:off x="8056269" y="5678907"/>
              <a:ext cx="42822" cy="18120"/>
            </a:xfrm>
            <a:custGeom>
              <a:avLst/>
              <a:gdLst>
                <a:gd name="connsiteX0" fmla="*/ 22505 w 42822"/>
                <a:gd name="connsiteY0" fmla="*/ 370 h 18120"/>
                <a:gd name="connsiteX1" fmla="*/ 4255 w 42822"/>
                <a:gd name="connsiteY1" fmla="*/ 370 h 18120"/>
                <a:gd name="connsiteX2" fmla="*/ 1477 w 42822"/>
                <a:gd name="connsiteY2" fmla="*/ 15837 h 18120"/>
                <a:gd name="connsiteX3" fmla="*/ 41956 w 42822"/>
                <a:gd name="connsiteY3" fmla="*/ 18090 h 18120"/>
                <a:gd name="connsiteX4" fmla="*/ 35722 w 42822"/>
                <a:gd name="connsiteY4" fmla="*/ 9005 h 18120"/>
                <a:gd name="connsiteX5" fmla="*/ 22505 w 42822"/>
                <a:gd name="connsiteY5" fmla="*/ 370 h 18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822" h="18120">
                  <a:moveTo>
                    <a:pt x="22505" y="370"/>
                  </a:moveTo>
                  <a:cubicBezTo>
                    <a:pt x="16437" y="-163"/>
                    <a:pt x="10331" y="-163"/>
                    <a:pt x="4255" y="370"/>
                  </a:cubicBezTo>
                  <a:cubicBezTo>
                    <a:pt x="1702" y="1496"/>
                    <a:pt x="-2203" y="13585"/>
                    <a:pt x="1477" y="15837"/>
                  </a:cubicBezTo>
                  <a:cubicBezTo>
                    <a:pt x="5157" y="18090"/>
                    <a:pt x="41956" y="18090"/>
                    <a:pt x="41956" y="18090"/>
                  </a:cubicBezTo>
                  <a:cubicBezTo>
                    <a:pt x="41956" y="18090"/>
                    <a:pt x="46161" y="13435"/>
                    <a:pt x="35722" y="9005"/>
                  </a:cubicBezTo>
                  <a:cubicBezTo>
                    <a:pt x="25284" y="4575"/>
                    <a:pt x="23706" y="4350"/>
                    <a:pt x="22505" y="37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0" name="Content Placeholder 4">
              <a:extLst>
                <a:ext uri="{FF2B5EF4-FFF2-40B4-BE49-F238E27FC236}">
                  <a16:creationId xmlns:a16="http://schemas.microsoft.com/office/drawing/2014/main" id="{640A3266-1A00-2B5F-14C3-4C80F2B9EDA2}"/>
                </a:ext>
              </a:extLst>
            </p:cNvPr>
            <p:cNvSpPr/>
            <p:nvPr/>
          </p:nvSpPr>
          <p:spPr>
            <a:xfrm>
              <a:off x="8170653" y="5124281"/>
              <a:ext cx="53820" cy="116666"/>
            </a:xfrm>
            <a:custGeom>
              <a:avLst/>
              <a:gdLst>
                <a:gd name="connsiteX0" fmla="*/ 3948 w 53820"/>
                <a:gd name="connsiteY0" fmla="*/ 94353 h 116666"/>
                <a:gd name="connsiteX1" fmla="*/ 6351 w 53820"/>
                <a:gd name="connsiteY1" fmla="*/ 83841 h 116666"/>
                <a:gd name="connsiteX2" fmla="*/ 11007 w 53820"/>
                <a:gd name="connsiteY2" fmla="*/ 74606 h 116666"/>
                <a:gd name="connsiteX3" fmla="*/ 18968 w 53820"/>
                <a:gd name="connsiteY3" fmla="*/ 34060 h 116666"/>
                <a:gd name="connsiteX4" fmla="*/ 24751 w 53820"/>
                <a:gd name="connsiteY4" fmla="*/ 2975 h 116666"/>
                <a:gd name="connsiteX5" fmla="*/ 32937 w 53820"/>
                <a:gd name="connsiteY5" fmla="*/ 197 h 116666"/>
                <a:gd name="connsiteX6" fmla="*/ 45028 w 53820"/>
                <a:gd name="connsiteY6" fmla="*/ 1173 h 116666"/>
                <a:gd name="connsiteX7" fmla="*/ 52538 w 53820"/>
                <a:gd name="connsiteY7" fmla="*/ 8682 h 116666"/>
                <a:gd name="connsiteX8" fmla="*/ 53664 w 53820"/>
                <a:gd name="connsiteY8" fmla="*/ 16190 h 116666"/>
                <a:gd name="connsiteX9" fmla="*/ 53664 w 53820"/>
                <a:gd name="connsiteY9" fmla="*/ 30681 h 116666"/>
                <a:gd name="connsiteX10" fmla="*/ 53139 w 53820"/>
                <a:gd name="connsiteY10" fmla="*/ 44422 h 116666"/>
                <a:gd name="connsiteX11" fmla="*/ 50885 w 53820"/>
                <a:gd name="connsiteY11" fmla="*/ 53657 h 116666"/>
                <a:gd name="connsiteX12" fmla="*/ 29782 w 53820"/>
                <a:gd name="connsiteY12" fmla="*/ 108844 h 116666"/>
                <a:gd name="connsiteX13" fmla="*/ 24676 w 53820"/>
                <a:gd name="connsiteY13" fmla="*/ 115527 h 116666"/>
                <a:gd name="connsiteX14" fmla="*/ 17166 w 53820"/>
                <a:gd name="connsiteY14" fmla="*/ 116428 h 116666"/>
                <a:gd name="connsiteX15" fmla="*/ 8980 w 53820"/>
                <a:gd name="connsiteY15" fmla="*/ 115076 h 116666"/>
                <a:gd name="connsiteX16" fmla="*/ 43 w 53820"/>
                <a:gd name="connsiteY16" fmla="*/ 107568 h 116666"/>
                <a:gd name="connsiteX17" fmla="*/ 3948 w 53820"/>
                <a:gd name="connsiteY17" fmla="*/ 94353 h 116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3820" h="116666">
                  <a:moveTo>
                    <a:pt x="3948" y="94353"/>
                  </a:moveTo>
                  <a:cubicBezTo>
                    <a:pt x="5000" y="90899"/>
                    <a:pt x="5225" y="87295"/>
                    <a:pt x="6351" y="83841"/>
                  </a:cubicBezTo>
                  <a:cubicBezTo>
                    <a:pt x="7643" y="80643"/>
                    <a:pt x="9205" y="77549"/>
                    <a:pt x="11007" y="74606"/>
                  </a:cubicBezTo>
                  <a:cubicBezTo>
                    <a:pt x="17616" y="62892"/>
                    <a:pt x="16941" y="47350"/>
                    <a:pt x="18968" y="34060"/>
                  </a:cubicBezTo>
                  <a:cubicBezTo>
                    <a:pt x="19862" y="23533"/>
                    <a:pt x="21799" y="13119"/>
                    <a:pt x="24751" y="2975"/>
                  </a:cubicBezTo>
                  <a:cubicBezTo>
                    <a:pt x="25502" y="948"/>
                    <a:pt x="30759" y="497"/>
                    <a:pt x="32937" y="197"/>
                  </a:cubicBezTo>
                  <a:cubicBezTo>
                    <a:pt x="36992" y="-306"/>
                    <a:pt x="41107" y="32"/>
                    <a:pt x="45028" y="1173"/>
                  </a:cubicBezTo>
                  <a:cubicBezTo>
                    <a:pt x="48775" y="2014"/>
                    <a:pt x="51697" y="4935"/>
                    <a:pt x="52538" y="8682"/>
                  </a:cubicBezTo>
                  <a:cubicBezTo>
                    <a:pt x="53341" y="11099"/>
                    <a:pt x="53725" y="13644"/>
                    <a:pt x="53664" y="16190"/>
                  </a:cubicBezTo>
                  <a:cubicBezTo>
                    <a:pt x="53664" y="21070"/>
                    <a:pt x="53664" y="25876"/>
                    <a:pt x="53664" y="30681"/>
                  </a:cubicBezTo>
                  <a:cubicBezTo>
                    <a:pt x="53942" y="35269"/>
                    <a:pt x="53762" y="39872"/>
                    <a:pt x="53139" y="44422"/>
                  </a:cubicBezTo>
                  <a:cubicBezTo>
                    <a:pt x="52613" y="47553"/>
                    <a:pt x="51854" y="50639"/>
                    <a:pt x="50885" y="53657"/>
                  </a:cubicBezTo>
                  <a:cubicBezTo>
                    <a:pt x="45170" y="72533"/>
                    <a:pt x="38119" y="90974"/>
                    <a:pt x="29782" y="108844"/>
                  </a:cubicBezTo>
                  <a:cubicBezTo>
                    <a:pt x="28814" y="111547"/>
                    <a:pt x="27034" y="113883"/>
                    <a:pt x="24676" y="115527"/>
                  </a:cubicBezTo>
                  <a:cubicBezTo>
                    <a:pt x="22318" y="116578"/>
                    <a:pt x="19704" y="116893"/>
                    <a:pt x="17166" y="116428"/>
                  </a:cubicBezTo>
                  <a:cubicBezTo>
                    <a:pt x="14417" y="116128"/>
                    <a:pt x="11684" y="115677"/>
                    <a:pt x="8980" y="115076"/>
                  </a:cubicBezTo>
                  <a:cubicBezTo>
                    <a:pt x="4752" y="114626"/>
                    <a:pt x="1215" y="111660"/>
                    <a:pt x="43" y="107568"/>
                  </a:cubicBezTo>
                  <a:cubicBezTo>
                    <a:pt x="-558" y="103363"/>
                    <a:pt x="2747" y="98407"/>
                    <a:pt x="3948" y="94353"/>
                  </a:cubicBezTo>
                  <a:close/>
                </a:path>
              </a:pathLst>
            </a:custGeom>
            <a:solidFill>
              <a:srgbClr val="1919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1" name="Content Placeholder 4">
              <a:extLst>
                <a:ext uri="{FF2B5EF4-FFF2-40B4-BE49-F238E27FC236}">
                  <a16:creationId xmlns:a16="http://schemas.microsoft.com/office/drawing/2014/main" id="{184615C0-0459-3CDA-1EE2-F79497F6C3A8}"/>
                </a:ext>
              </a:extLst>
            </p:cNvPr>
            <p:cNvSpPr/>
            <p:nvPr/>
          </p:nvSpPr>
          <p:spPr>
            <a:xfrm>
              <a:off x="8173851" y="5181647"/>
              <a:ext cx="16991" cy="12075"/>
            </a:xfrm>
            <a:custGeom>
              <a:avLst/>
              <a:gdLst>
                <a:gd name="connsiteX0" fmla="*/ 600 w 16991"/>
                <a:gd name="connsiteY0" fmla="*/ 2298 h 12075"/>
                <a:gd name="connsiteX1" fmla="*/ 3529 w 16991"/>
                <a:gd name="connsiteY1" fmla="*/ -30 h 12075"/>
                <a:gd name="connsiteX2" fmla="*/ 7584 w 16991"/>
                <a:gd name="connsiteY2" fmla="*/ 1547 h 12075"/>
                <a:gd name="connsiteX3" fmla="*/ 12541 w 16991"/>
                <a:gd name="connsiteY3" fmla="*/ 2298 h 12075"/>
                <a:gd name="connsiteX4" fmla="*/ 16746 w 16991"/>
                <a:gd name="connsiteY4" fmla="*/ 4701 h 12075"/>
                <a:gd name="connsiteX5" fmla="*/ 15170 w 16991"/>
                <a:gd name="connsiteY5" fmla="*/ 9731 h 12075"/>
                <a:gd name="connsiteX6" fmla="*/ 6308 w 16991"/>
                <a:gd name="connsiteY6" fmla="*/ 11533 h 12075"/>
                <a:gd name="connsiteX7" fmla="*/ 3003 w 16991"/>
                <a:gd name="connsiteY7" fmla="*/ 9881 h 12075"/>
                <a:gd name="connsiteX8" fmla="*/ 525 w 16991"/>
                <a:gd name="connsiteY8" fmla="*/ 8305 h 12075"/>
                <a:gd name="connsiteX9" fmla="*/ -1 w 16991"/>
                <a:gd name="connsiteY9" fmla="*/ 6202 h 12075"/>
                <a:gd name="connsiteX10" fmla="*/ 600 w 16991"/>
                <a:gd name="connsiteY10" fmla="*/ 2298 h 12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991" h="12075">
                  <a:moveTo>
                    <a:pt x="600" y="2298"/>
                  </a:moveTo>
                  <a:cubicBezTo>
                    <a:pt x="1066" y="1036"/>
                    <a:pt x="2192" y="143"/>
                    <a:pt x="3529" y="-30"/>
                  </a:cubicBezTo>
                  <a:cubicBezTo>
                    <a:pt x="4986" y="181"/>
                    <a:pt x="6368" y="721"/>
                    <a:pt x="7584" y="1547"/>
                  </a:cubicBezTo>
                  <a:cubicBezTo>
                    <a:pt x="9199" y="1983"/>
                    <a:pt x="10866" y="2238"/>
                    <a:pt x="12541" y="2298"/>
                  </a:cubicBezTo>
                  <a:cubicBezTo>
                    <a:pt x="14245" y="2380"/>
                    <a:pt x="15808" y="3274"/>
                    <a:pt x="16746" y="4701"/>
                  </a:cubicBezTo>
                  <a:cubicBezTo>
                    <a:pt x="17332" y="6540"/>
                    <a:pt x="16701" y="8552"/>
                    <a:pt x="15170" y="9731"/>
                  </a:cubicBezTo>
                  <a:cubicBezTo>
                    <a:pt x="12781" y="11939"/>
                    <a:pt x="9364" y="12629"/>
                    <a:pt x="6308" y="11533"/>
                  </a:cubicBezTo>
                  <a:lnTo>
                    <a:pt x="3003" y="9881"/>
                  </a:lnTo>
                  <a:cubicBezTo>
                    <a:pt x="2553" y="8980"/>
                    <a:pt x="1276" y="8980"/>
                    <a:pt x="525" y="8305"/>
                  </a:cubicBezTo>
                  <a:cubicBezTo>
                    <a:pt x="82" y="7696"/>
                    <a:pt x="-106" y="6946"/>
                    <a:pt x="-1" y="6202"/>
                  </a:cubicBezTo>
                  <a:cubicBezTo>
                    <a:pt x="-31" y="4873"/>
                    <a:pt x="172" y="3552"/>
                    <a:pt x="600" y="2298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2" name="Content Placeholder 4">
              <a:extLst>
                <a:ext uri="{FF2B5EF4-FFF2-40B4-BE49-F238E27FC236}">
                  <a16:creationId xmlns:a16="http://schemas.microsoft.com/office/drawing/2014/main" id="{589E9C97-9F5B-3F90-4374-89F18A5E386F}"/>
                </a:ext>
              </a:extLst>
            </p:cNvPr>
            <p:cNvSpPr/>
            <p:nvPr/>
          </p:nvSpPr>
          <p:spPr>
            <a:xfrm>
              <a:off x="8171960" y="5127159"/>
              <a:ext cx="50512" cy="107299"/>
            </a:xfrm>
            <a:custGeom>
              <a:avLst/>
              <a:gdLst>
                <a:gd name="connsiteX0" fmla="*/ 49503 w 50512"/>
                <a:gd name="connsiteY0" fmla="*/ 4827 h 107299"/>
                <a:gd name="connsiteX1" fmla="*/ 48226 w 50512"/>
                <a:gd name="connsiteY1" fmla="*/ 2725 h 107299"/>
                <a:gd name="connsiteX2" fmla="*/ 45748 w 50512"/>
                <a:gd name="connsiteY2" fmla="*/ 1824 h 107299"/>
                <a:gd name="connsiteX3" fmla="*/ 29677 w 50512"/>
                <a:gd name="connsiteY3" fmla="*/ 22 h 107299"/>
                <a:gd name="connsiteX4" fmla="*/ 24419 w 50512"/>
                <a:gd name="connsiteY4" fmla="*/ 2274 h 107299"/>
                <a:gd name="connsiteX5" fmla="*/ 20514 w 50512"/>
                <a:gd name="connsiteY5" fmla="*/ 10308 h 107299"/>
                <a:gd name="connsiteX6" fmla="*/ 1589 w 50512"/>
                <a:gd name="connsiteY6" fmla="*/ 75782 h 107299"/>
                <a:gd name="connsiteX7" fmla="*/ 838 w 50512"/>
                <a:gd name="connsiteY7" fmla="*/ 98307 h 107299"/>
                <a:gd name="connsiteX8" fmla="*/ 3091 w 50512"/>
                <a:gd name="connsiteY8" fmla="*/ 102812 h 107299"/>
                <a:gd name="connsiteX9" fmla="*/ 13530 w 50512"/>
                <a:gd name="connsiteY9" fmla="*/ 106792 h 107299"/>
                <a:gd name="connsiteX10" fmla="*/ 21040 w 50512"/>
                <a:gd name="connsiteY10" fmla="*/ 107242 h 107299"/>
                <a:gd name="connsiteX11" fmla="*/ 23894 w 50512"/>
                <a:gd name="connsiteY11" fmla="*/ 106642 h 107299"/>
                <a:gd name="connsiteX12" fmla="*/ 25771 w 50512"/>
                <a:gd name="connsiteY12" fmla="*/ 104239 h 107299"/>
                <a:gd name="connsiteX13" fmla="*/ 49277 w 50512"/>
                <a:gd name="connsiteY13" fmla="*/ 22397 h 107299"/>
                <a:gd name="connsiteX14" fmla="*/ 49503 w 50512"/>
                <a:gd name="connsiteY14" fmla="*/ 4827 h 107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0512" h="107299">
                  <a:moveTo>
                    <a:pt x="49503" y="4827"/>
                  </a:moveTo>
                  <a:cubicBezTo>
                    <a:pt x="49322" y="4009"/>
                    <a:pt x="48872" y="3265"/>
                    <a:pt x="48226" y="2725"/>
                  </a:cubicBezTo>
                  <a:cubicBezTo>
                    <a:pt x="47475" y="2252"/>
                    <a:pt x="46626" y="1944"/>
                    <a:pt x="45748" y="1824"/>
                  </a:cubicBezTo>
                  <a:cubicBezTo>
                    <a:pt x="39515" y="697"/>
                    <a:pt x="35234" y="772"/>
                    <a:pt x="29677" y="22"/>
                  </a:cubicBezTo>
                  <a:cubicBezTo>
                    <a:pt x="27641" y="-256"/>
                    <a:pt x="25621" y="607"/>
                    <a:pt x="24419" y="2274"/>
                  </a:cubicBezTo>
                  <a:cubicBezTo>
                    <a:pt x="22302" y="4474"/>
                    <a:pt x="20935" y="7282"/>
                    <a:pt x="20514" y="10308"/>
                  </a:cubicBezTo>
                  <a:cubicBezTo>
                    <a:pt x="18854" y="33217"/>
                    <a:pt x="12404" y="55516"/>
                    <a:pt x="1589" y="75782"/>
                  </a:cubicBezTo>
                  <a:lnTo>
                    <a:pt x="838" y="98307"/>
                  </a:lnTo>
                  <a:cubicBezTo>
                    <a:pt x="-1265" y="100334"/>
                    <a:pt x="838" y="100635"/>
                    <a:pt x="3091" y="102812"/>
                  </a:cubicBezTo>
                  <a:cubicBezTo>
                    <a:pt x="6042" y="105238"/>
                    <a:pt x="9707" y="106634"/>
                    <a:pt x="13530" y="106792"/>
                  </a:cubicBezTo>
                  <a:cubicBezTo>
                    <a:pt x="16016" y="107182"/>
                    <a:pt x="18532" y="107340"/>
                    <a:pt x="21040" y="107242"/>
                  </a:cubicBezTo>
                  <a:cubicBezTo>
                    <a:pt x="22031" y="107310"/>
                    <a:pt x="23015" y="107100"/>
                    <a:pt x="23894" y="106642"/>
                  </a:cubicBezTo>
                  <a:cubicBezTo>
                    <a:pt x="24735" y="106041"/>
                    <a:pt x="25388" y="105200"/>
                    <a:pt x="25771" y="104239"/>
                  </a:cubicBezTo>
                  <a:cubicBezTo>
                    <a:pt x="39665" y="77884"/>
                    <a:pt x="42894" y="51304"/>
                    <a:pt x="49277" y="22397"/>
                  </a:cubicBezTo>
                  <a:cubicBezTo>
                    <a:pt x="50802" y="16645"/>
                    <a:pt x="50885" y="10608"/>
                    <a:pt x="49503" y="4827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3" name="Content Placeholder 4">
              <a:extLst>
                <a:ext uri="{FF2B5EF4-FFF2-40B4-BE49-F238E27FC236}">
                  <a16:creationId xmlns:a16="http://schemas.microsoft.com/office/drawing/2014/main" id="{DB2D9786-6D64-2CEA-2404-74E6341BB075}"/>
                </a:ext>
              </a:extLst>
            </p:cNvPr>
            <p:cNvSpPr/>
            <p:nvPr/>
          </p:nvSpPr>
          <p:spPr>
            <a:xfrm>
              <a:off x="8192409" y="5176539"/>
              <a:ext cx="27490" cy="26230"/>
            </a:xfrm>
            <a:custGeom>
              <a:avLst/>
              <a:gdLst>
                <a:gd name="connsiteX0" fmla="*/ 20944 w 27490"/>
                <a:gd name="connsiteY0" fmla="*/ 22573 h 26230"/>
                <a:gd name="connsiteX1" fmla="*/ 25300 w 27490"/>
                <a:gd name="connsiteY1" fmla="*/ 19344 h 26230"/>
                <a:gd name="connsiteX2" fmla="*/ 27327 w 27490"/>
                <a:gd name="connsiteY2" fmla="*/ 9583 h 26230"/>
                <a:gd name="connsiteX3" fmla="*/ 25750 w 27490"/>
                <a:gd name="connsiteY3" fmla="*/ 6129 h 26230"/>
                <a:gd name="connsiteX4" fmla="*/ 20493 w 27490"/>
                <a:gd name="connsiteY4" fmla="*/ 6955 h 26230"/>
                <a:gd name="connsiteX5" fmla="*/ 20493 w 27490"/>
                <a:gd name="connsiteY5" fmla="*/ 2450 h 26230"/>
                <a:gd name="connsiteX6" fmla="*/ 17114 w 27490"/>
                <a:gd name="connsiteY6" fmla="*/ -28 h 26230"/>
                <a:gd name="connsiteX7" fmla="*/ 15236 w 27490"/>
                <a:gd name="connsiteY7" fmla="*/ 7481 h 26230"/>
                <a:gd name="connsiteX8" fmla="*/ 6525 w 27490"/>
                <a:gd name="connsiteY8" fmla="*/ 11910 h 26230"/>
                <a:gd name="connsiteX9" fmla="*/ 1042 w 27490"/>
                <a:gd name="connsiteY9" fmla="*/ 17842 h 26230"/>
                <a:gd name="connsiteX10" fmla="*/ 1996 w 27490"/>
                <a:gd name="connsiteY10" fmla="*/ 25103 h 26230"/>
                <a:gd name="connsiteX11" fmla="*/ 5023 w 27490"/>
                <a:gd name="connsiteY11" fmla="*/ 26177 h 26230"/>
                <a:gd name="connsiteX12" fmla="*/ 20944 w 27490"/>
                <a:gd name="connsiteY12" fmla="*/ 22573 h 2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490" h="26230">
                  <a:moveTo>
                    <a:pt x="20944" y="22573"/>
                  </a:moveTo>
                  <a:cubicBezTo>
                    <a:pt x="22618" y="21829"/>
                    <a:pt x="24106" y="20725"/>
                    <a:pt x="25300" y="19344"/>
                  </a:cubicBezTo>
                  <a:cubicBezTo>
                    <a:pt x="27064" y="16416"/>
                    <a:pt x="27785" y="12969"/>
                    <a:pt x="27327" y="9583"/>
                  </a:cubicBezTo>
                  <a:cubicBezTo>
                    <a:pt x="27327" y="8231"/>
                    <a:pt x="27327" y="6580"/>
                    <a:pt x="25750" y="6129"/>
                  </a:cubicBezTo>
                  <a:cubicBezTo>
                    <a:pt x="24173" y="5679"/>
                    <a:pt x="22220" y="7631"/>
                    <a:pt x="20493" y="6955"/>
                  </a:cubicBezTo>
                  <a:cubicBezTo>
                    <a:pt x="20831" y="5476"/>
                    <a:pt x="20831" y="3929"/>
                    <a:pt x="20493" y="2450"/>
                  </a:cubicBezTo>
                  <a:cubicBezTo>
                    <a:pt x="20080" y="941"/>
                    <a:pt x="18676" y="-80"/>
                    <a:pt x="17114" y="-28"/>
                  </a:cubicBezTo>
                  <a:cubicBezTo>
                    <a:pt x="16212" y="2525"/>
                    <a:pt x="17114" y="5604"/>
                    <a:pt x="15236" y="7481"/>
                  </a:cubicBezTo>
                  <a:cubicBezTo>
                    <a:pt x="13359" y="9358"/>
                    <a:pt x="9453" y="10334"/>
                    <a:pt x="6525" y="11910"/>
                  </a:cubicBezTo>
                  <a:cubicBezTo>
                    <a:pt x="4257" y="13427"/>
                    <a:pt x="2379" y="15462"/>
                    <a:pt x="1042" y="17842"/>
                  </a:cubicBezTo>
                  <a:cubicBezTo>
                    <a:pt x="-700" y="20110"/>
                    <a:pt x="-272" y="23361"/>
                    <a:pt x="1996" y="25103"/>
                  </a:cubicBezTo>
                  <a:cubicBezTo>
                    <a:pt x="2867" y="25771"/>
                    <a:pt x="3926" y="26146"/>
                    <a:pt x="5023" y="26177"/>
                  </a:cubicBezTo>
                  <a:cubicBezTo>
                    <a:pt x="10558" y="26394"/>
                    <a:pt x="16047" y="25156"/>
                    <a:pt x="20944" y="22573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4" name="Content Placeholder 4">
              <a:extLst>
                <a:ext uri="{FF2B5EF4-FFF2-40B4-BE49-F238E27FC236}">
                  <a16:creationId xmlns:a16="http://schemas.microsoft.com/office/drawing/2014/main" id="{441A4C89-63CE-7BB0-472C-2BE507E71AB9}"/>
                </a:ext>
              </a:extLst>
            </p:cNvPr>
            <p:cNvSpPr/>
            <p:nvPr/>
          </p:nvSpPr>
          <p:spPr>
            <a:xfrm>
              <a:off x="8108682" y="5087511"/>
              <a:ext cx="71899" cy="100301"/>
            </a:xfrm>
            <a:custGeom>
              <a:avLst/>
              <a:gdLst>
                <a:gd name="connsiteX0" fmla="*/ 17779 w 71899"/>
                <a:gd name="connsiteY0" fmla="*/ 73457 h 100301"/>
                <a:gd name="connsiteX1" fmla="*/ 68246 w 71899"/>
                <a:gd name="connsiteY1" fmla="*/ 100188 h 100301"/>
                <a:gd name="connsiteX2" fmla="*/ 69523 w 71899"/>
                <a:gd name="connsiteY2" fmla="*/ 100188 h 100301"/>
                <a:gd name="connsiteX3" fmla="*/ 70425 w 71899"/>
                <a:gd name="connsiteY3" fmla="*/ 98761 h 100301"/>
                <a:gd name="connsiteX4" fmla="*/ 71401 w 71899"/>
                <a:gd name="connsiteY4" fmla="*/ 94856 h 100301"/>
                <a:gd name="connsiteX5" fmla="*/ 71851 w 71899"/>
                <a:gd name="connsiteY5" fmla="*/ 91403 h 100301"/>
                <a:gd name="connsiteX6" fmla="*/ 66519 w 71899"/>
                <a:gd name="connsiteY6" fmla="*/ 85471 h 100301"/>
                <a:gd name="connsiteX7" fmla="*/ 51499 w 71899"/>
                <a:gd name="connsiteY7" fmla="*/ 75259 h 100301"/>
                <a:gd name="connsiteX8" fmla="*/ 34827 w 71899"/>
                <a:gd name="connsiteY8" fmla="*/ 38918 h 100301"/>
                <a:gd name="connsiteX9" fmla="*/ 17329 w 71899"/>
                <a:gd name="connsiteY9" fmla="*/ 3629 h 100301"/>
                <a:gd name="connsiteX10" fmla="*/ 13799 w 71899"/>
                <a:gd name="connsiteY10" fmla="*/ 250 h 100301"/>
                <a:gd name="connsiteX11" fmla="*/ 5012 w 71899"/>
                <a:gd name="connsiteY11" fmla="*/ 3103 h 100301"/>
                <a:gd name="connsiteX12" fmla="*/ 507 w 71899"/>
                <a:gd name="connsiteY12" fmla="*/ 19997 h 100301"/>
                <a:gd name="connsiteX13" fmla="*/ 2835 w 71899"/>
                <a:gd name="connsiteY13" fmla="*/ 36666 h 100301"/>
                <a:gd name="connsiteX14" fmla="*/ 17779 w 71899"/>
                <a:gd name="connsiteY14" fmla="*/ 73457 h 100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1899" h="100301">
                  <a:moveTo>
                    <a:pt x="17779" y="73457"/>
                  </a:moveTo>
                  <a:cubicBezTo>
                    <a:pt x="30374" y="88722"/>
                    <a:pt x="48540" y="98340"/>
                    <a:pt x="68246" y="100188"/>
                  </a:cubicBezTo>
                  <a:cubicBezTo>
                    <a:pt x="68667" y="100300"/>
                    <a:pt x="69103" y="100300"/>
                    <a:pt x="69523" y="100188"/>
                  </a:cubicBezTo>
                  <a:cubicBezTo>
                    <a:pt x="70124" y="100188"/>
                    <a:pt x="70274" y="99287"/>
                    <a:pt x="70425" y="98761"/>
                  </a:cubicBezTo>
                  <a:cubicBezTo>
                    <a:pt x="70574" y="98235"/>
                    <a:pt x="71100" y="96133"/>
                    <a:pt x="71401" y="94856"/>
                  </a:cubicBezTo>
                  <a:cubicBezTo>
                    <a:pt x="71769" y="93745"/>
                    <a:pt x="71927" y="92574"/>
                    <a:pt x="71851" y="91403"/>
                  </a:cubicBezTo>
                  <a:cubicBezTo>
                    <a:pt x="71851" y="88850"/>
                    <a:pt x="68922" y="86973"/>
                    <a:pt x="66519" y="85471"/>
                  </a:cubicBezTo>
                  <a:cubicBezTo>
                    <a:pt x="61202" y="82550"/>
                    <a:pt x="56171" y="79134"/>
                    <a:pt x="51499" y="75259"/>
                  </a:cubicBezTo>
                  <a:cubicBezTo>
                    <a:pt x="41361" y="65649"/>
                    <a:pt x="38883" y="51683"/>
                    <a:pt x="34827" y="38918"/>
                  </a:cubicBezTo>
                  <a:cubicBezTo>
                    <a:pt x="30817" y="26334"/>
                    <a:pt x="24921" y="14433"/>
                    <a:pt x="17329" y="3629"/>
                  </a:cubicBezTo>
                  <a:cubicBezTo>
                    <a:pt x="16488" y="2202"/>
                    <a:pt x="15263" y="1031"/>
                    <a:pt x="13799" y="250"/>
                  </a:cubicBezTo>
                  <a:cubicBezTo>
                    <a:pt x="10562" y="-599"/>
                    <a:pt x="7130" y="520"/>
                    <a:pt x="5012" y="3103"/>
                  </a:cubicBezTo>
                  <a:cubicBezTo>
                    <a:pt x="709" y="7586"/>
                    <a:pt x="-996" y="13968"/>
                    <a:pt x="507" y="19997"/>
                  </a:cubicBezTo>
                  <a:cubicBezTo>
                    <a:pt x="1783" y="25471"/>
                    <a:pt x="2557" y="31050"/>
                    <a:pt x="2835" y="36666"/>
                  </a:cubicBezTo>
                  <a:cubicBezTo>
                    <a:pt x="4164" y="50114"/>
                    <a:pt x="9353" y="62885"/>
                    <a:pt x="17779" y="73457"/>
                  </a:cubicBezTo>
                  <a:close/>
                </a:path>
              </a:pathLst>
            </a:custGeom>
            <a:solidFill>
              <a:srgbClr val="99999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5" name="Content Placeholder 4">
              <a:extLst>
                <a:ext uri="{FF2B5EF4-FFF2-40B4-BE49-F238E27FC236}">
                  <a16:creationId xmlns:a16="http://schemas.microsoft.com/office/drawing/2014/main" id="{D5B621A8-7364-0EFA-A966-D879C36D3CF7}"/>
                </a:ext>
              </a:extLst>
            </p:cNvPr>
            <p:cNvSpPr/>
            <p:nvPr/>
          </p:nvSpPr>
          <p:spPr>
            <a:xfrm>
              <a:off x="8082032" y="4958491"/>
              <a:ext cx="84384" cy="96825"/>
            </a:xfrm>
            <a:custGeom>
              <a:avLst/>
              <a:gdLst>
                <a:gd name="connsiteX0" fmla="*/ 27983 w 84384"/>
                <a:gd name="connsiteY0" fmla="*/ 96008 h 96825"/>
                <a:gd name="connsiteX1" fmla="*/ -29 w 84384"/>
                <a:gd name="connsiteY1" fmla="*/ 84370 h 96825"/>
                <a:gd name="connsiteX2" fmla="*/ 2749 w 84384"/>
                <a:gd name="connsiteY2" fmla="*/ 58691 h 96825"/>
                <a:gd name="connsiteX3" fmla="*/ 13789 w 84384"/>
                <a:gd name="connsiteY3" fmla="*/ 25353 h 96825"/>
                <a:gd name="connsiteX4" fmla="*/ 30086 w 84384"/>
                <a:gd name="connsiteY4" fmla="*/ 2377 h 96825"/>
                <a:gd name="connsiteX5" fmla="*/ 35117 w 84384"/>
                <a:gd name="connsiteY5" fmla="*/ -25 h 96825"/>
                <a:gd name="connsiteX6" fmla="*/ 39849 w 84384"/>
                <a:gd name="connsiteY6" fmla="*/ 876 h 96825"/>
                <a:gd name="connsiteX7" fmla="*/ 81829 w 84384"/>
                <a:gd name="connsiteY7" fmla="*/ 18821 h 96825"/>
                <a:gd name="connsiteX8" fmla="*/ 84157 w 84384"/>
                <a:gd name="connsiteY8" fmla="*/ 21148 h 96825"/>
                <a:gd name="connsiteX9" fmla="*/ 84157 w 84384"/>
                <a:gd name="connsiteY9" fmla="*/ 24077 h 96825"/>
                <a:gd name="connsiteX10" fmla="*/ 50513 w 84384"/>
                <a:gd name="connsiteY10" fmla="*/ 95407 h 96825"/>
                <a:gd name="connsiteX11" fmla="*/ 27983 w 84384"/>
                <a:gd name="connsiteY11" fmla="*/ 96008 h 9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384" h="96825">
                  <a:moveTo>
                    <a:pt x="27983" y="96008"/>
                  </a:moveTo>
                  <a:cubicBezTo>
                    <a:pt x="18746" y="91878"/>
                    <a:pt x="9358" y="88049"/>
                    <a:pt x="-29" y="84370"/>
                  </a:cubicBezTo>
                  <a:cubicBezTo>
                    <a:pt x="3951" y="76861"/>
                    <a:pt x="2149" y="67401"/>
                    <a:pt x="2749" y="58691"/>
                  </a:cubicBezTo>
                  <a:cubicBezTo>
                    <a:pt x="4221" y="46962"/>
                    <a:pt x="7969" y="35640"/>
                    <a:pt x="13789" y="25353"/>
                  </a:cubicBezTo>
                  <a:cubicBezTo>
                    <a:pt x="17364" y="16539"/>
                    <a:pt x="22944" y="8669"/>
                    <a:pt x="30086" y="2377"/>
                  </a:cubicBezTo>
                  <a:cubicBezTo>
                    <a:pt x="31483" y="1094"/>
                    <a:pt x="33240" y="260"/>
                    <a:pt x="35117" y="-25"/>
                  </a:cubicBezTo>
                  <a:cubicBezTo>
                    <a:pt x="36740" y="-70"/>
                    <a:pt x="38354" y="238"/>
                    <a:pt x="39849" y="876"/>
                  </a:cubicBezTo>
                  <a:cubicBezTo>
                    <a:pt x="54598" y="4900"/>
                    <a:pt x="68725" y="10937"/>
                    <a:pt x="81829" y="18821"/>
                  </a:cubicBezTo>
                  <a:cubicBezTo>
                    <a:pt x="82843" y="19317"/>
                    <a:pt x="83662" y="20135"/>
                    <a:pt x="84157" y="21148"/>
                  </a:cubicBezTo>
                  <a:cubicBezTo>
                    <a:pt x="84421" y="22109"/>
                    <a:pt x="84421" y="23116"/>
                    <a:pt x="84157" y="24077"/>
                  </a:cubicBezTo>
                  <a:cubicBezTo>
                    <a:pt x="78871" y="50221"/>
                    <a:pt x="67320" y="74692"/>
                    <a:pt x="50513" y="95407"/>
                  </a:cubicBezTo>
                  <a:cubicBezTo>
                    <a:pt x="43108" y="97029"/>
                    <a:pt x="35463" y="97232"/>
                    <a:pt x="27983" y="96008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6" name="Content Placeholder 4">
              <a:extLst>
                <a:ext uri="{FF2B5EF4-FFF2-40B4-BE49-F238E27FC236}">
                  <a16:creationId xmlns:a16="http://schemas.microsoft.com/office/drawing/2014/main" id="{27E7E766-67AA-A287-05A2-9313CDE82DD3}"/>
                </a:ext>
              </a:extLst>
            </p:cNvPr>
            <p:cNvSpPr/>
            <p:nvPr/>
          </p:nvSpPr>
          <p:spPr>
            <a:xfrm>
              <a:off x="8009109" y="5048188"/>
              <a:ext cx="151326" cy="349702"/>
            </a:xfrm>
            <a:custGeom>
              <a:avLst/>
              <a:gdLst>
                <a:gd name="connsiteX0" fmla="*/ 100905 w 151326"/>
                <a:gd name="connsiteY0" fmla="*/ 15997 h 349702"/>
                <a:gd name="connsiteX1" fmla="*/ 94297 w 151326"/>
                <a:gd name="connsiteY1" fmla="*/ 13519 h 349702"/>
                <a:gd name="connsiteX2" fmla="*/ 61403 w 151326"/>
                <a:gd name="connsiteY2" fmla="*/ 905 h 349702"/>
                <a:gd name="connsiteX3" fmla="*/ 56371 w 151326"/>
                <a:gd name="connsiteY3" fmla="*/ 4 h 349702"/>
                <a:gd name="connsiteX4" fmla="*/ 52841 w 151326"/>
                <a:gd name="connsiteY4" fmla="*/ 1956 h 349702"/>
                <a:gd name="connsiteX5" fmla="*/ 21225 w 151326"/>
                <a:gd name="connsiteY5" fmla="*/ 69532 h 349702"/>
                <a:gd name="connsiteX6" fmla="*/ 3276 w 151326"/>
                <a:gd name="connsiteY6" fmla="*/ 333379 h 349702"/>
                <a:gd name="connsiteX7" fmla="*/ 151298 w 151326"/>
                <a:gd name="connsiteY7" fmla="*/ 349672 h 349702"/>
                <a:gd name="connsiteX8" fmla="*/ 142210 w 151326"/>
                <a:gd name="connsiteY8" fmla="*/ 283223 h 349702"/>
                <a:gd name="connsiteX9" fmla="*/ 136803 w 151326"/>
                <a:gd name="connsiteY9" fmla="*/ 178104 h 349702"/>
                <a:gd name="connsiteX10" fmla="*/ 132673 w 151326"/>
                <a:gd name="connsiteY10" fmla="*/ 72986 h 349702"/>
                <a:gd name="connsiteX11" fmla="*/ 129218 w 151326"/>
                <a:gd name="connsiteY11" fmla="*/ 30413 h 349702"/>
                <a:gd name="connsiteX12" fmla="*/ 108566 w 151326"/>
                <a:gd name="connsiteY12" fmla="*/ 18249 h 349702"/>
                <a:gd name="connsiteX13" fmla="*/ 100905 w 151326"/>
                <a:gd name="connsiteY13" fmla="*/ 15997 h 349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1326" h="349702">
                  <a:moveTo>
                    <a:pt x="100905" y="15997"/>
                  </a:moveTo>
                  <a:cubicBezTo>
                    <a:pt x="98653" y="15246"/>
                    <a:pt x="96474" y="14420"/>
                    <a:pt x="94297" y="13519"/>
                  </a:cubicBezTo>
                  <a:lnTo>
                    <a:pt x="61403" y="905"/>
                  </a:lnTo>
                  <a:cubicBezTo>
                    <a:pt x="59833" y="176"/>
                    <a:pt x="58098" y="-139"/>
                    <a:pt x="56371" y="4"/>
                  </a:cubicBezTo>
                  <a:cubicBezTo>
                    <a:pt x="55064" y="379"/>
                    <a:pt x="53855" y="1048"/>
                    <a:pt x="52841" y="1956"/>
                  </a:cubicBezTo>
                  <a:cubicBezTo>
                    <a:pt x="32414" y="18475"/>
                    <a:pt x="26782" y="45355"/>
                    <a:pt x="21225" y="69532"/>
                  </a:cubicBezTo>
                  <a:cubicBezTo>
                    <a:pt x="1518" y="156007"/>
                    <a:pt x="-4535" y="245035"/>
                    <a:pt x="3276" y="333379"/>
                  </a:cubicBezTo>
                  <a:cubicBezTo>
                    <a:pt x="52248" y="341774"/>
                    <a:pt x="101671" y="347210"/>
                    <a:pt x="151298" y="349672"/>
                  </a:cubicBezTo>
                  <a:cubicBezTo>
                    <a:pt x="148519" y="349672"/>
                    <a:pt x="142887" y="289154"/>
                    <a:pt x="142210" y="283223"/>
                  </a:cubicBezTo>
                  <a:cubicBezTo>
                    <a:pt x="138335" y="248323"/>
                    <a:pt x="136533" y="213221"/>
                    <a:pt x="136803" y="178104"/>
                  </a:cubicBezTo>
                  <a:cubicBezTo>
                    <a:pt x="136803" y="142815"/>
                    <a:pt x="135226" y="107750"/>
                    <a:pt x="132673" y="72986"/>
                  </a:cubicBezTo>
                  <a:cubicBezTo>
                    <a:pt x="131696" y="58795"/>
                    <a:pt x="130495" y="44604"/>
                    <a:pt x="129218" y="30413"/>
                  </a:cubicBezTo>
                  <a:cubicBezTo>
                    <a:pt x="128693" y="24857"/>
                    <a:pt x="112621" y="19075"/>
                    <a:pt x="108566" y="18249"/>
                  </a:cubicBezTo>
                  <a:cubicBezTo>
                    <a:pt x="105967" y="17671"/>
                    <a:pt x="103406" y="16920"/>
                    <a:pt x="100905" y="15997"/>
                  </a:cubicBezTo>
                  <a:close/>
                </a:path>
              </a:pathLst>
            </a:custGeom>
            <a:solidFill>
              <a:srgbClr val="537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7" name="Content Placeholder 4">
              <a:extLst>
                <a:ext uri="{FF2B5EF4-FFF2-40B4-BE49-F238E27FC236}">
                  <a16:creationId xmlns:a16="http://schemas.microsoft.com/office/drawing/2014/main" id="{69085070-6347-0288-085C-2E3136B4A7F9}"/>
                </a:ext>
              </a:extLst>
            </p:cNvPr>
            <p:cNvSpPr/>
            <p:nvPr/>
          </p:nvSpPr>
          <p:spPr>
            <a:xfrm>
              <a:off x="8040796" y="5087857"/>
              <a:ext cx="120041" cy="286448"/>
            </a:xfrm>
            <a:custGeom>
              <a:avLst/>
              <a:gdLst>
                <a:gd name="connsiteX0" fmla="*/ 1028 w 120041"/>
                <a:gd name="connsiteY0" fmla="*/ 251288 h 286448"/>
                <a:gd name="connsiteX1" fmla="*/ 3356 w 120041"/>
                <a:gd name="connsiteY1" fmla="*/ 270885 h 286448"/>
                <a:gd name="connsiteX2" fmla="*/ 7412 w 120041"/>
                <a:gd name="connsiteY2" fmla="*/ 282673 h 286448"/>
                <a:gd name="connsiteX3" fmla="*/ 25661 w 120041"/>
                <a:gd name="connsiteY3" fmla="*/ 284851 h 286448"/>
                <a:gd name="connsiteX4" fmla="*/ 54199 w 120041"/>
                <a:gd name="connsiteY4" fmla="*/ 280946 h 286448"/>
                <a:gd name="connsiteX5" fmla="*/ 111350 w 120041"/>
                <a:gd name="connsiteY5" fmla="*/ 272086 h 286448"/>
                <a:gd name="connsiteX6" fmla="*/ 115555 w 120041"/>
                <a:gd name="connsiteY6" fmla="*/ 270735 h 286448"/>
                <a:gd name="connsiteX7" fmla="*/ 117583 w 120041"/>
                <a:gd name="connsiteY7" fmla="*/ 267356 h 286448"/>
                <a:gd name="connsiteX8" fmla="*/ 113678 w 120041"/>
                <a:gd name="connsiteY8" fmla="*/ 216374 h 286448"/>
                <a:gd name="connsiteX9" fmla="*/ 110974 w 120041"/>
                <a:gd name="connsiteY9" fmla="*/ 211493 h 286448"/>
                <a:gd name="connsiteX10" fmla="*/ 106769 w 120041"/>
                <a:gd name="connsiteY10" fmla="*/ 209841 h 286448"/>
                <a:gd name="connsiteX11" fmla="*/ 94603 w 120041"/>
                <a:gd name="connsiteY11" fmla="*/ 208415 h 286448"/>
                <a:gd name="connsiteX12" fmla="*/ 90397 w 120041"/>
                <a:gd name="connsiteY12" fmla="*/ 208415 h 286448"/>
                <a:gd name="connsiteX13" fmla="*/ 89796 w 120041"/>
                <a:gd name="connsiteY13" fmla="*/ 204585 h 286448"/>
                <a:gd name="connsiteX14" fmla="*/ 84689 w 120041"/>
                <a:gd name="connsiteY14" fmla="*/ 166367 h 286448"/>
                <a:gd name="connsiteX15" fmla="*/ 71773 w 120041"/>
                <a:gd name="connsiteY15" fmla="*/ 90757 h 286448"/>
                <a:gd name="connsiteX16" fmla="*/ 66515 w 120041"/>
                <a:gd name="connsiteY16" fmla="*/ 47734 h 286448"/>
                <a:gd name="connsiteX17" fmla="*/ 55025 w 120041"/>
                <a:gd name="connsiteY17" fmla="*/ 7113 h 286448"/>
                <a:gd name="connsiteX18" fmla="*/ 37377 w 120041"/>
                <a:gd name="connsiteY18" fmla="*/ 280 h 286448"/>
                <a:gd name="connsiteX19" fmla="*/ 24459 w 120041"/>
                <a:gd name="connsiteY19" fmla="*/ 18826 h 286448"/>
                <a:gd name="connsiteX20" fmla="*/ 20178 w 120041"/>
                <a:gd name="connsiteY20" fmla="*/ 48860 h 286448"/>
                <a:gd name="connsiteX21" fmla="*/ 24459 w 120041"/>
                <a:gd name="connsiteY21" fmla="*/ 216073 h 286448"/>
                <a:gd name="connsiteX22" fmla="*/ 9439 w 120041"/>
                <a:gd name="connsiteY22" fmla="*/ 217875 h 286448"/>
                <a:gd name="connsiteX23" fmla="*/ 4332 w 120041"/>
                <a:gd name="connsiteY23" fmla="*/ 219152 h 286448"/>
                <a:gd name="connsiteX24" fmla="*/ 953 w 120041"/>
                <a:gd name="connsiteY24" fmla="*/ 225008 h 286448"/>
                <a:gd name="connsiteX25" fmla="*/ 1028 w 120041"/>
                <a:gd name="connsiteY25" fmla="*/ 251288 h 286448"/>
                <a:gd name="connsiteX26" fmla="*/ 27839 w 120041"/>
                <a:gd name="connsiteY26" fmla="*/ 216073 h 286448"/>
                <a:gd name="connsiteX27" fmla="*/ 28515 w 120041"/>
                <a:gd name="connsiteY27" fmla="*/ 166968 h 286448"/>
                <a:gd name="connsiteX28" fmla="*/ 26487 w 120041"/>
                <a:gd name="connsiteY28" fmla="*/ 130702 h 286448"/>
                <a:gd name="connsiteX29" fmla="*/ 22357 w 120041"/>
                <a:gd name="connsiteY29" fmla="*/ 111555 h 286448"/>
                <a:gd name="connsiteX30" fmla="*/ 22357 w 120041"/>
                <a:gd name="connsiteY30" fmla="*/ 86853 h 286448"/>
                <a:gd name="connsiteX31" fmla="*/ 23784 w 120041"/>
                <a:gd name="connsiteY31" fmla="*/ 58170 h 286448"/>
                <a:gd name="connsiteX32" fmla="*/ 35724 w 120041"/>
                <a:gd name="connsiteY32" fmla="*/ 13645 h 286448"/>
                <a:gd name="connsiteX33" fmla="*/ 39104 w 120041"/>
                <a:gd name="connsiteY33" fmla="*/ 10642 h 286448"/>
                <a:gd name="connsiteX34" fmla="*/ 53223 w 120041"/>
                <a:gd name="connsiteY34" fmla="*/ 17324 h 286448"/>
                <a:gd name="connsiteX35" fmla="*/ 65839 w 120041"/>
                <a:gd name="connsiteY35" fmla="*/ 84225 h 286448"/>
                <a:gd name="connsiteX36" fmla="*/ 70420 w 120041"/>
                <a:gd name="connsiteY36" fmla="*/ 103071 h 286448"/>
                <a:gd name="connsiteX37" fmla="*/ 74326 w 120041"/>
                <a:gd name="connsiteY37" fmla="*/ 124019 h 286448"/>
                <a:gd name="connsiteX38" fmla="*/ 78081 w 120041"/>
                <a:gd name="connsiteY38" fmla="*/ 147821 h 286448"/>
                <a:gd name="connsiteX39" fmla="*/ 83788 w 120041"/>
                <a:gd name="connsiteY39" fmla="*/ 209316 h 286448"/>
                <a:gd name="connsiteX40" fmla="*/ 80033 w 120041"/>
                <a:gd name="connsiteY40" fmla="*/ 209766 h 286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20041" h="286448">
                  <a:moveTo>
                    <a:pt x="1028" y="251288"/>
                  </a:moveTo>
                  <a:lnTo>
                    <a:pt x="3356" y="270885"/>
                  </a:lnTo>
                  <a:cubicBezTo>
                    <a:pt x="3424" y="275142"/>
                    <a:pt x="4843" y="279272"/>
                    <a:pt x="7412" y="282673"/>
                  </a:cubicBezTo>
                  <a:cubicBezTo>
                    <a:pt x="12668" y="288830"/>
                    <a:pt x="18902" y="285752"/>
                    <a:pt x="25661" y="284851"/>
                  </a:cubicBezTo>
                  <a:lnTo>
                    <a:pt x="54199" y="280946"/>
                  </a:lnTo>
                  <a:cubicBezTo>
                    <a:pt x="73349" y="278318"/>
                    <a:pt x="92350" y="275315"/>
                    <a:pt x="111350" y="272086"/>
                  </a:cubicBezTo>
                  <a:cubicBezTo>
                    <a:pt x="112837" y="271966"/>
                    <a:pt x="114279" y="271508"/>
                    <a:pt x="115555" y="270735"/>
                  </a:cubicBezTo>
                  <a:cubicBezTo>
                    <a:pt x="116584" y="269864"/>
                    <a:pt x="117298" y="268678"/>
                    <a:pt x="117583" y="267356"/>
                  </a:cubicBezTo>
                  <a:cubicBezTo>
                    <a:pt x="122990" y="250987"/>
                    <a:pt x="118334" y="233268"/>
                    <a:pt x="113678" y="216374"/>
                  </a:cubicBezTo>
                  <a:cubicBezTo>
                    <a:pt x="113363" y="214481"/>
                    <a:pt x="112409" y="212762"/>
                    <a:pt x="110974" y="211493"/>
                  </a:cubicBezTo>
                  <a:cubicBezTo>
                    <a:pt x="109698" y="210667"/>
                    <a:pt x="108263" y="210111"/>
                    <a:pt x="106769" y="209841"/>
                  </a:cubicBezTo>
                  <a:cubicBezTo>
                    <a:pt x="102774" y="208955"/>
                    <a:pt x="98696" y="208475"/>
                    <a:pt x="94603" y="208415"/>
                  </a:cubicBezTo>
                  <a:lnTo>
                    <a:pt x="90397" y="208415"/>
                  </a:lnTo>
                  <a:cubicBezTo>
                    <a:pt x="90397" y="206763"/>
                    <a:pt x="89871" y="205411"/>
                    <a:pt x="89796" y="204585"/>
                  </a:cubicBezTo>
                  <a:cubicBezTo>
                    <a:pt x="88520" y="191821"/>
                    <a:pt x="86717" y="179056"/>
                    <a:pt x="84689" y="166367"/>
                  </a:cubicBezTo>
                  <a:cubicBezTo>
                    <a:pt x="80709" y="141064"/>
                    <a:pt x="75677" y="116060"/>
                    <a:pt x="71773" y="90757"/>
                  </a:cubicBezTo>
                  <a:cubicBezTo>
                    <a:pt x="69519" y="76491"/>
                    <a:pt x="67642" y="62150"/>
                    <a:pt x="66515" y="47734"/>
                  </a:cubicBezTo>
                  <a:cubicBezTo>
                    <a:pt x="65389" y="33317"/>
                    <a:pt x="64412" y="17700"/>
                    <a:pt x="55025" y="7113"/>
                  </a:cubicBezTo>
                  <a:cubicBezTo>
                    <a:pt x="50917" y="1669"/>
                    <a:pt x="44083" y="-981"/>
                    <a:pt x="37377" y="280"/>
                  </a:cubicBezTo>
                  <a:cubicBezTo>
                    <a:pt x="29867" y="2457"/>
                    <a:pt x="26262" y="11092"/>
                    <a:pt x="24459" y="18826"/>
                  </a:cubicBezTo>
                  <a:cubicBezTo>
                    <a:pt x="22251" y="28707"/>
                    <a:pt x="20817" y="38754"/>
                    <a:pt x="20178" y="48860"/>
                  </a:cubicBezTo>
                  <a:cubicBezTo>
                    <a:pt x="15823" y="104497"/>
                    <a:pt x="24234" y="160285"/>
                    <a:pt x="24459" y="216073"/>
                  </a:cubicBezTo>
                  <a:lnTo>
                    <a:pt x="9439" y="217875"/>
                  </a:lnTo>
                  <a:cubicBezTo>
                    <a:pt x="7674" y="217973"/>
                    <a:pt x="5940" y="218401"/>
                    <a:pt x="4332" y="219152"/>
                  </a:cubicBezTo>
                  <a:cubicBezTo>
                    <a:pt x="2395" y="220503"/>
                    <a:pt x="1156" y="222651"/>
                    <a:pt x="953" y="225008"/>
                  </a:cubicBezTo>
                  <a:cubicBezTo>
                    <a:pt x="-384" y="233718"/>
                    <a:pt x="-353" y="242585"/>
                    <a:pt x="1028" y="251288"/>
                  </a:cubicBezTo>
                  <a:close/>
                  <a:moveTo>
                    <a:pt x="27839" y="216073"/>
                  </a:moveTo>
                  <a:lnTo>
                    <a:pt x="28515" y="166968"/>
                  </a:lnTo>
                  <a:cubicBezTo>
                    <a:pt x="29086" y="154842"/>
                    <a:pt x="28402" y="142685"/>
                    <a:pt x="26487" y="130702"/>
                  </a:cubicBezTo>
                  <a:cubicBezTo>
                    <a:pt x="25286" y="124245"/>
                    <a:pt x="23333" y="118013"/>
                    <a:pt x="22357" y="111555"/>
                  </a:cubicBezTo>
                  <a:cubicBezTo>
                    <a:pt x="21531" y="103341"/>
                    <a:pt x="21531" y="95067"/>
                    <a:pt x="22357" y="86853"/>
                  </a:cubicBezTo>
                  <a:lnTo>
                    <a:pt x="23784" y="58170"/>
                  </a:lnTo>
                  <a:cubicBezTo>
                    <a:pt x="24610" y="42553"/>
                    <a:pt x="25811" y="25734"/>
                    <a:pt x="35724" y="13645"/>
                  </a:cubicBezTo>
                  <a:cubicBezTo>
                    <a:pt x="36663" y="12452"/>
                    <a:pt x="37812" y="11438"/>
                    <a:pt x="39104" y="10642"/>
                  </a:cubicBezTo>
                  <a:cubicBezTo>
                    <a:pt x="44135" y="8014"/>
                    <a:pt x="50069" y="12519"/>
                    <a:pt x="53223" y="17324"/>
                  </a:cubicBezTo>
                  <a:cubicBezTo>
                    <a:pt x="65689" y="36546"/>
                    <a:pt x="61559" y="61699"/>
                    <a:pt x="65839" y="84225"/>
                  </a:cubicBezTo>
                  <a:cubicBezTo>
                    <a:pt x="67041" y="90607"/>
                    <a:pt x="68993" y="96764"/>
                    <a:pt x="70420" y="103071"/>
                  </a:cubicBezTo>
                  <a:cubicBezTo>
                    <a:pt x="71847" y="109378"/>
                    <a:pt x="73199" y="117036"/>
                    <a:pt x="74326" y="124019"/>
                  </a:cubicBezTo>
                  <a:cubicBezTo>
                    <a:pt x="75452" y="131003"/>
                    <a:pt x="76804" y="139937"/>
                    <a:pt x="78081" y="147821"/>
                  </a:cubicBezTo>
                  <a:cubicBezTo>
                    <a:pt x="81964" y="168087"/>
                    <a:pt x="83871" y="188682"/>
                    <a:pt x="83788" y="209316"/>
                  </a:cubicBezTo>
                  <a:lnTo>
                    <a:pt x="80033" y="209766"/>
                  </a:ln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8" name="Content Placeholder 4">
              <a:extLst>
                <a:ext uri="{FF2B5EF4-FFF2-40B4-BE49-F238E27FC236}">
                  <a16:creationId xmlns:a16="http://schemas.microsoft.com/office/drawing/2014/main" id="{0B1916DA-8D5E-2F2E-45AF-C4BE6B2294FA}"/>
                </a:ext>
              </a:extLst>
            </p:cNvPr>
            <p:cNvSpPr/>
            <p:nvPr/>
          </p:nvSpPr>
          <p:spPr>
            <a:xfrm>
              <a:off x="8065941" y="5101479"/>
              <a:ext cx="132243" cy="144104"/>
            </a:xfrm>
            <a:custGeom>
              <a:avLst/>
              <a:gdLst>
                <a:gd name="connsiteX0" fmla="*/ 20793 w 132243"/>
                <a:gd name="connsiteY0" fmla="*/ 111598 h 144104"/>
                <a:gd name="connsiteX1" fmla="*/ 42121 w 132243"/>
                <a:gd name="connsiteY1" fmla="*/ 142684 h 144104"/>
                <a:gd name="connsiteX2" fmla="*/ 67280 w 132243"/>
                <a:gd name="connsiteY2" fmla="*/ 141182 h 144104"/>
                <a:gd name="connsiteX3" fmla="*/ 114142 w 132243"/>
                <a:gd name="connsiteY3" fmla="*/ 120458 h 144104"/>
                <a:gd name="connsiteX4" fmla="*/ 132091 w 132243"/>
                <a:gd name="connsiteY4" fmla="*/ 95681 h 144104"/>
                <a:gd name="connsiteX5" fmla="*/ 130063 w 132243"/>
                <a:gd name="connsiteY5" fmla="*/ 91250 h 144104"/>
                <a:gd name="connsiteX6" fmla="*/ 119474 w 132243"/>
                <a:gd name="connsiteY6" fmla="*/ 93503 h 144104"/>
                <a:gd name="connsiteX7" fmla="*/ 66078 w 132243"/>
                <a:gd name="connsiteY7" fmla="*/ 113025 h 144104"/>
                <a:gd name="connsiteX8" fmla="*/ 58943 w 132243"/>
                <a:gd name="connsiteY8" fmla="*/ 112499 h 144104"/>
                <a:gd name="connsiteX9" fmla="*/ 49481 w 132243"/>
                <a:gd name="connsiteY9" fmla="*/ 97482 h 144104"/>
                <a:gd name="connsiteX10" fmla="*/ 37465 w 132243"/>
                <a:gd name="connsiteY10" fmla="*/ 23599 h 144104"/>
                <a:gd name="connsiteX11" fmla="*/ 34085 w 132243"/>
                <a:gd name="connsiteY11" fmla="*/ 9709 h 144104"/>
                <a:gd name="connsiteX12" fmla="*/ 15310 w 132243"/>
                <a:gd name="connsiteY12" fmla="*/ 98 h 144104"/>
                <a:gd name="connsiteX13" fmla="*/ 5022 w 132243"/>
                <a:gd name="connsiteY13" fmla="*/ 47927 h 144104"/>
                <a:gd name="connsiteX14" fmla="*/ 20793 w 132243"/>
                <a:gd name="connsiteY14" fmla="*/ 111598 h 144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2243" h="144104">
                  <a:moveTo>
                    <a:pt x="20793" y="111598"/>
                  </a:moveTo>
                  <a:cubicBezTo>
                    <a:pt x="24473" y="124137"/>
                    <a:pt x="29880" y="138178"/>
                    <a:pt x="42121" y="142684"/>
                  </a:cubicBezTo>
                  <a:cubicBezTo>
                    <a:pt x="50442" y="144958"/>
                    <a:pt x="59289" y="144433"/>
                    <a:pt x="67280" y="141182"/>
                  </a:cubicBezTo>
                  <a:cubicBezTo>
                    <a:pt x="83689" y="136211"/>
                    <a:pt x="99422" y="129251"/>
                    <a:pt x="114142" y="120458"/>
                  </a:cubicBezTo>
                  <a:cubicBezTo>
                    <a:pt x="123454" y="114977"/>
                    <a:pt x="133443" y="106418"/>
                    <a:pt x="132091" y="95681"/>
                  </a:cubicBezTo>
                  <a:cubicBezTo>
                    <a:pt x="131986" y="94006"/>
                    <a:pt x="131265" y="92422"/>
                    <a:pt x="130063" y="91250"/>
                  </a:cubicBezTo>
                  <a:cubicBezTo>
                    <a:pt x="127059" y="88698"/>
                    <a:pt x="122553" y="91250"/>
                    <a:pt x="119474" y="93503"/>
                  </a:cubicBezTo>
                  <a:cubicBezTo>
                    <a:pt x="103808" y="104788"/>
                    <a:pt x="85334" y="111546"/>
                    <a:pt x="66078" y="113025"/>
                  </a:cubicBezTo>
                  <a:cubicBezTo>
                    <a:pt x="63690" y="113378"/>
                    <a:pt x="61257" y="113198"/>
                    <a:pt x="58943" y="112499"/>
                  </a:cubicBezTo>
                  <a:cubicBezTo>
                    <a:pt x="53011" y="110397"/>
                    <a:pt x="50833" y="103339"/>
                    <a:pt x="49481" y="97482"/>
                  </a:cubicBezTo>
                  <a:cubicBezTo>
                    <a:pt x="44299" y="73080"/>
                    <a:pt x="40244" y="48452"/>
                    <a:pt x="37465" y="23599"/>
                  </a:cubicBezTo>
                  <a:cubicBezTo>
                    <a:pt x="37262" y="18794"/>
                    <a:pt x="36113" y="14071"/>
                    <a:pt x="34085" y="9709"/>
                  </a:cubicBezTo>
                  <a:cubicBezTo>
                    <a:pt x="30346" y="3004"/>
                    <a:pt x="22933" y="-788"/>
                    <a:pt x="15310" y="98"/>
                  </a:cubicBezTo>
                  <a:cubicBezTo>
                    <a:pt x="-8796" y="3401"/>
                    <a:pt x="1943" y="32835"/>
                    <a:pt x="5022" y="47927"/>
                  </a:cubicBezTo>
                  <a:cubicBezTo>
                    <a:pt x="9303" y="69100"/>
                    <a:pt x="14635" y="90500"/>
                    <a:pt x="20793" y="111598"/>
                  </a:cubicBezTo>
                  <a:close/>
                </a:path>
              </a:pathLst>
            </a:custGeom>
            <a:solidFill>
              <a:srgbClr val="99999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9" name="Content Placeholder 4">
              <a:extLst>
                <a:ext uri="{FF2B5EF4-FFF2-40B4-BE49-F238E27FC236}">
                  <a16:creationId xmlns:a16="http://schemas.microsoft.com/office/drawing/2014/main" id="{9C76CE6F-686D-E76D-FAAF-DDAB30923614}"/>
                </a:ext>
              </a:extLst>
            </p:cNvPr>
            <p:cNvSpPr/>
            <p:nvPr/>
          </p:nvSpPr>
          <p:spPr>
            <a:xfrm>
              <a:off x="8179424" y="5235351"/>
              <a:ext cx="3466" cy="1558"/>
            </a:xfrm>
            <a:custGeom>
              <a:avLst/>
              <a:gdLst>
                <a:gd name="connsiteX0" fmla="*/ 433 w 3466"/>
                <a:gd name="connsiteY0" fmla="*/ 27 h 1558"/>
                <a:gd name="connsiteX1" fmla="*/ 1334 w 3466"/>
                <a:gd name="connsiteY1" fmla="*/ 27 h 1558"/>
                <a:gd name="connsiteX2" fmla="*/ 2912 w 3466"/>
                <a:gd name="connsiteY2" fmla="*/ 27 h 1558"/>
                <a:gd name="connsiteX3" fmla="*/ 3437 w 3466"/>
                <a:gd name="connsiteY3" fmla="*/ 402 h 1558"/>
                <a:gd name="connsiteX4" fmla="*/ 3437 w 3466"/>
                <a:gd name="connsiteY4" fmla="*/ 1078 h 1558"/>
                <a:gd name="connsiteX5" fmla="*/ 2837 w 3466"/>
                <a:gd name="connsiteY5" fmla="*/ 1528 h 1558"/>
                <a:gd name="connsiteX6" fmla="*/ 2086 w 3466"/>
                <a:gd name="connsiteY6" fmla="*/ 1528 h 1558"/>
                <a:gd name="connsiteX7" fmla="*/ 433 w 3466"/>
                <a:gd name="connsiteY7" fmla="*/ 27 h 1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66" h="1558">
                  <a:moveTo>
                    <a:pt x="433" y="27"/>
                  </a:moveTo>
                  <a:cubicBezTo>
                    <a:pt x="726" y="-49"/>
                    <a:pt x="1042" y="-49"/>
                    <a:pt x="1334" y="27"/>
                  </a:cubicBezTo>
                  <a:lnTo>
                    <a:pt x="2912" y="27"/>
                  </a:lnTo>
                  <a:lnTo>
                    <a:pt x="3437" y="402"/>
                  </a:lnTo>
                  <a:cubicBezTo>
                    <a:pt x="3437" y="402"/>
                    <a:pt x="3437" y="853"/>
                    <a:pt x="3437" y="1078"/>
                  </a:cubicBezTo>
                  <a:cubicBezTo>
                    <a:pt x="3332" y="1326"/>
                    <a:pt x="3100" y="1499"/>
                    <a:pt x="2837" y="1528"/>
                  </a:cubicBezTo>
                  <a:lnTo>
                    <a:pt x="2086" y="1528"/>
                  </a:lnTo>
                  <a:cubicBezTo>
                    <a:pt x="2086" y="1528"/>
                    <a:pt x="-1219" y="703"/>
                    <a:pt x="433" y="27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0" name="Content Placeholder 4">
              <a:extLst>
                <a:ext uri="{FF2B5EF4-FFF2-40B4-BE49-F238E27FC236}">
                  <a16:creationId xmlns:a16="http://schemas.microsoft.com/office/drawing/2014/main" id="{1038F63A-32EE-E853-2131-66C8816FA206}"/>
                </a:ext>
              </a:extLst>
            </p:cNvPr>
            <p:cNvSpPr/>
            <p:nvPr/>
          </p:nvSpPr>
          <p:spPr>
            <a:xfrm>
              <a:off x="8025645" y="4892611"/>
              <a:ext cx="166352" cy="153608"/>
            </a:xfrm>
            <a:custGeom>
              <a:avLst/>
              <a:gdLst>
                <a:gd name="connsiteX0" fmla="*/ 163600 w 166352"/>
                <a:gd name="connsiteY0" fmla="*/ 75691 h 153608"/>
                <a:gd name="connsiteX1" fmla="*/ 142647 w 166352"/>
                <a:gd name="connsiteY1" fmla="*/ 87705 h 153608"/>
                <a:gd name="connsiteX2" fmla="*/ 121394 w 166352"/>
                <a:gd name="connsiteY2" fmla="*/ 79746 h 153608"/>
                <a:gd name="connsiteX3" fmla="*/ 85797 w 166352"/>
                <a:gd name="connsiteY3" fmla="*/ 92736 h 153608"/>
                <a:gd name="connsiteX4" fmla="*/ 79789 w 166352"/>
                <a:gd name="connsiteY4" fmla="*/ 105650 h 153608"/>
                <a:gd name="connsiteX5" fmla="*/ 63041 w 166352"/>
                <a:gd name="connsiteY5" fmla="*/ 149499 h 153608"/>
                <a:gd name="connsiteX6" fmla="*/ 2961 w 166352"/>
                <a:gd name="connsiteY6" fmla="*/ 140489 h 153608"/>
                <a:gd name="connsiteX7" fmla="*/ 333 w 166352"/>
                <a:gd name="connsiteY7" fmla="*/ 114435 h 153608"/>
                <a:gd name="connsiteX8" fmla="*/ 1009 w 166352"/>
                <a:gd name="connsiteY8" fmla="*/ 104449 h 153608"/>
                <a:gd name="connsiteX9" fmla="*/ 16480 w 166352"/>
                <a:gd name="connsiteY9" fmla="*/ 96940 h 153608"/>
                <a:gd name="connsiteX10" fmla="*/ 34428 w 166352"/>
                <a:gd name="connsiteY10" fmla="*/ 96940 h 153608"/>
                <a:gd name="connsiteX11" fmla="*/ 62891 w 166352"/>
                <a:gd name="connsiteY11" fmla="*/ 26961 h 153608"/>
                <a:gd name="connsiteX12" fmla="*/ 134612 w 166352"/>
                <a:gd name="connsiteY12" fmla="*/ 4887 h 153608"/>
                <a:gd name="connsiteX13" fmla="*/ 163600 w 166352"/>
                <a:gd name="connsiteY13" fmla="*/ 75691 h 15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6352" h="153608">
                  <a:moveTo>
                    <a:pt x="163600" y="75691"/>
                  </a:moveTo>
                  <a:cubicBezTo>
                    <a:pt x="159808" y="83673"/>
                    <a:pt x="151457" y="88463"/>
                    <a:pt x="142647" y="87705"/>
                  </a:cubicBezTo>
                  <a:cubicBezTo>
                    <a:pt x="135333" y="85722"/>
                    <a:pt x="128213" y="83057"/>
                    <a:pt x="121394" y="79746"/>
                  </a:cubicBezTo>
                  <a:cubicBezTo>
                    <a:pt x="107966" y="75902"/>
                    <a:pt x="93592" y="81150"/>
                    <a:pt x="85797" y="92736"/>
                  </a:cubicBezTo>
                  <a:cubicBezTo>
                    <a:pt x="83371" y="96835"/>
                    <a:pt x="81358" y="101160"/>
                    <a:pt x="79789" y="105650"/>
                  </a:cubicBezTo>
                  <a:lnTo>
                    <a:pt x="63041" y="149499"/>
                  </a:lnTo>
                  <a:cubicBezTo>
                    <a:pt x="42817" y="157241"/>
                    <a:pt x="20024" y="153817"/>
                    <a:pt x="2961" y="140489"/>
                  </a:cubicBezTo>
                  <a:cubicBezTo>
                    <a:pt x="2060" y="131780"/>
                    <a:pt x="1234" y="123145"/>
                    <a:pt x="333" y="114435"/>
                  </a:cubicBezTo>
                  <a:cubicBezTo>
                    <a:pt x="-320" y="111101"/>
                    <a:pt x="-87" y="107663"/>
                    <a:pt x="1009" y="104449"/>
                  </a:cubicBezTo>
                  <a:cubicBezTo>
                    <a:pt x="4201" y="99080"/>
                    <a:pt x="10284" y="96122"/>
                    <a:pt x="16480" y="96940"/>
                  </a:cubicBezTo>
                  <a:cubicBezTo>
                    <a:pt x="22420" y="97954"/>
                    <a:pt x="28488" y="97954"/>
                    <a:pt x="34428" y="96940"/>
                  </a:cubicBezTo>
                  <a:cubicBezTo>
                    <a:pt x="51401" y="78395"/>
                    <a:pt x="49974" y="48736"/>
                    <a:pt x="62891" y="26961"/>
                  </a:cubicBezTo>
                  <a:cubicBezTo>
                    <a:pt x="77941" y="2747"/>
                    <a:pt x="108544" y="-6676"/>
                    <a:pt x="134612" y="4887"/>
                  </a:cubicBezTo>
                  <a:cubicBezTo>
                    <a:pt x="160003" y="18492"/>
                    <a:pt x="172162" y="48195"/>
                    <a:pt x="163600" y="75691"/>
                  </a:cubicBezTo>
                  <a:close/>
                </a:path>
              </a:pathLst>
            </a:custGeom>
            <a:solidFill>
              <a:srgbClr val="AA6A6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541" name="Group 1540">
            <a:extLst>
              <a:ext uri="{FF2B5EF4-FFF2-40B4-BE49-F238E27FC236}">
                <a16:creationId xmlns:a16="http://schemas.microsoft.com/office/drawing/2014/main" id="{F902B583-AEE9-7254-4702-E0E314A2057B}"/>
              </a:ext>
            </a:extLst>
          </p:cNvPr>
          <p:cNvGrpSpPr/>
          <p:nvPr userDrawn="1"/>
        </p:nvGrpSpPr>
        <p:grpSpPr>
          <a:xfrm>
            <a:off x="7605478" y="5177316"/>
            <a:ext cx="317227" cy="827020"/>
            <a:chOff x="10443347" y="4896436"/>
            <a:chExt cx="317227" cy="827020"/>
          </a:xfrm>
        </p:grpSpPr>
        <p:sp>
          <p:nvSpPr>
            <p:cNvPr id="1542" name="Content Placeholder 4">
              <a:extLst>
                <a:ext uri="{FF2B5EF4-FFF2-40B4-BE49-F238E27FC236}">
                  <a16:creationId xmlns:a16="http://schemas.microsoft.com/office/drawing/2014/main" id="{EAACDC72-4534-7643-B403-AB4B5FEFF906}"/>
                </a:ext>
              </a:extLst>
            </p:cNvPr>
            <p:cNvSpPr/>
            <p:nvPr/>
          </p:nvSpPr>
          <p:spPr>
            <a:xfrm>
              <a:off x="10443347" y="5687234"/>
              <a:ext cx="317227" cy="36222"/>
            </a:xfrm>
            <a:custGeom>
              <a:avLst/>
              <a:gdLst>
                <a:gd name="connsiteX0" fmla="*/ 68964 w 317227"/>
                <a:gd name="connsiteY0" fmla="*/ 35892 h 36222"/>
                <a:gd name="connsiteX1" fmla="*/ 129044 w 317227"/>
                <a:gd name="connsiteY1" fmla="*/ 35892 h 36222"/>
                <a:gd name="connsiteX2" fmla="*/ 296667 w 317227"/>
                <a:gd name="connsiteY2" fmla="*/ 32889 h 36222"/>
                <a:gd name="connsiteX3" fmla="*/ 317170 w 317227"/>
                <a:gd name="connsiteY3" fmla="*/ 24329 h 36222"/>
                <a:gd name="connsiteX4" fmla="*/ 301474 w 317227"/>
                <a:gd name="connsiteY4" fmla="*/ 12841 h 36222"/>
                <a:gd name="connsiteX5" fmla="*/ 218864 w 317227"/>
                <a:gd name="connsiteY5" fmla="*/ 4206 h 36222"/>
                <a:gd name="connsiteX6" fmla="*/ 96150 w 317227"/>
                <a:gd name="connsiteY6" fmla="*/ 302 h 36222"/>
                <a:gd name="connsiteX7" fmla="*/ 20600 w 317227"/>
                <a:gd name="connsiteY7" fmla="*/ 5783 h 36222"/>
                <a:gd name="connsiteX8" fmla="*/ 9109 w 317227"/>
                <a:gd name="connsiteY8" fmla="*/ 31838 h 36222"/>
                <a:gd name="connsiteX9" fmla="*/ 32541 w 317227"/>
                <a:gd name="connsiteY9" fmla="*/ 33565 h 36222"/>
                <a:gd name="connsiteX10" fmla="*/ 68964 w 317227"/>
                <a:gd name="connsiteY10" fmla="*/ 35892 h 36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17227" h="36222">
                  <a:moveTo>
                    <a:pt x="68964" y="35892"/>
                  </a:moveTo>
                  <a:cubicBezTo>
                    <a:pt x="89016" y="36568"/>
                    <a:pt x="108992" y="35892"/>
                    <a:pt x="129044" y="35892"/>
                  </a:cubicBezTo>
                  <a:lnTo>
                    <a:pt x="296667" y="32889"/>
                  </a:lnTo>
                  <a:cubicBezTo>
                    <a:pt x="305303" y="32889"/>
                    <a:pt x="316568" y="30862"/>
                    <a:pt x="317170" y="24329"/>
                  </a:cubicBezTo>
                  <a:cubicBezTo>
                    <a:pt x="317770" y="17797"/>
                    <a:pt x="308908" y="14643"/>
                    <a:pt x="301474" y="12841"/>
                  </a:cubicBezTo>
                  <a:cubicBezTo>
                    <a:pt x="274287" y="7360"/>
                    <a:pt x="246576" y="4469"/>
                    <a:pt x="218864" y="4206"/>
                  </a:cubicBezTo>
                  <a:cubicBezTo>
                    <a:pt x="177934" y="2607"/>
                    <a:pt x="137005" y="1301"/>
                    <a:pt x="96150" y="302"/>
                  </a:cubicBezTo>
                  <a:cubicBezTo>
                    <a:pt x="70616" y="-298"/>
                    <a:pt x="44331" y="-824"/>
                    <a:pt x="20600" y="5783"/>
                  </a:cubicBezTo>
                  <a:cubicBezTo>
                    <a:pt x="7608" y="9313"/>
                    <a:pt x="-11618" y="24479"/>
                    <a:pt x="9109" y="31838"/>
                  </a:cubicBezTo>
                  <a:cubicBezTo>
                    <a:pt x="16845" y="33174"/>
                    <a:pt x="24693" y="33753"/>
                    <a:pt x="32541" y="33565"/>
                  </a:cubicBezTo>
                  <a:cubicBezTo>
                    <a:pt x="44632" y="34466"/>
                    <a:pt x="56723" y="35442"/>
                    <a:pt x="68964" y="35892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3" name="Content Placeholder 4">
              <a:extLst>
                <a:ext uri="{FF2B5EF4-FFF2-40B4-BE49-F238E27FC236}">
                  <a16:creationId xmlns:a16="http://schemas.microsoft.com/office/drawing/2014/main" id="{8A81BAD7-C6E8-8AD0-0CF1-D01478F11D72}"/>
                </a:ext>
              </a:extLst>
            </p:cNvPr>
            <p:cNvSpPr/>
            <p:nvPr/>
          </p:nvSpPr>
          <p:spPr>
            <a:xfrm>
              <a:off x="10607176" y="5592751"/>
              <a:ext cx="28593" cy="79542"/>
            </a:xfrm>
            <a:custGeom>
              <a:avLst/>
              <a:gdLst>
                <a:gd name="connsiteX0" fmla="*/ 6820 w 28593"/>
                <a:gd name="connsiteY0" fmla="*/ 75789 h 79542"/>
                <a:gd name="connsiteX1" fmla="*/ 8171 w 28593"/>
                <a:gd name="connsiteY1" fmla="*/ 78943 h 79542"/>
                <a:gd name="connsiteX2" fmla="*/ 10425 w 28593"/>
                <a:gd name="connsiteY2" fmla="*/ 79468 h 79542"/>
                <a:gd name="connsiteX3" fmla="*/ 20939 w 28593"/>
                <a:gd name="connsiteY3" fmla="*/ 78792 h 79542"/>
                <a:gd name="connsiteX4" fmla="*/ 22591 w 28593"/>
                <a:gd name="connsiteY4" fmla="*/ 78116 h 79542"/>
                <a:gd name="connsiteX5" fmla="*/ 23042 w 28593"/>
                <a:gd name="connsiteY5" fmla="*/ 76090 h 79542"/>
                <a:gd name="connsiteX6" fmla="*/ 26045 w 28593"/>
                <a:gd name="connsiteY6" fmla="*/ 35844 h 79542"/>
                <a:gd name="connsiteX7" fmla="*/ 26721 w 28593"/>
                <a:gd name="connsiteY7" fmla="*/ 15947 h 79542"/>
                <a:gd name="connsiteX8" fmla="*/ 27998 w 28593"/>
                <a:gd name="connsiteY8" fmla="*/ 7387 h 79542"/>
                <a:gd name="connsiteX9" fmla="*/ 15081 w 28593"/>
                <a:gd name="connsiteY9" fmla="*/ 479 h 79542"/>
                <a:gd name="connsiteX10" fmla="*/ 61 w 28593"/>
                <a:gd name="connsiteY10" fmla="*/ 5210 h 79542"/>
                <a:gd name="connsiteX11" fmla="*/ 1413 w 28593"/>
                <a:gd name="connsiteY11" fmla="*/ 26834 h 79542"/>
                <a:gd name="connsiteX12" fmla="*/ 6820 w 28593"/>
                <a:gd name="connsiteY12" fmla="*/ 75789 h 79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593" h="79542">
                  <a:moveTo>
                    <a:pt x="6820" y="75789"/>
                  </a:moveTo>
                  <a:cubicBezTo>
                    <a:pt x="6820" y="76983"/>
                    <a:pt x="7346" y="78124"/>
                    <a:pt x="8171" y="78943"/>
                  </a:cubicBezTo>
                  <a:cubicBezTo>
                    <a:pt x="8848" y="79273"/>
                    <a:pt x="9674" y="79453"/>
                    <a:pt x="10425" y="79468"/>
                  </a:cubicBezTo>
                  <a:cubicBezTo>
                    <a:pt x="13954" y="79618"/>
                    <a:pt x="17484" y="79393"/>
                    <a:pt x="20939" y="78792"/>
                  </a:cubicBezTo>
                  <a:cubicBezTo>
                    <a:pt x="21540" y="78725"/>
                    <a:pt x="22140" y="78492"/>
                    <a:pt x="22591" y="78116"/>
                  </a:cubicBezTo>
                  <a:cubicBezTo>
                    <a:pt x="22966" y="77508"/>
                    <a:pt x="23117" y="76795"/>
                    <a:pt x="23042" y="76090"/>
                  </a:cubicBezTo>
                  <a:cubicBezTo>
                    <a:pt x="23267" y="62627"/>
                    <a:pt x="24243" y="49187"/>
                    <a:pt x="26045" y="35844"/>
                  </a:cubicBezTo>
                  <a:cubicBezTo>
                    <a:pt x="26721" y="29229"/>
                    <a:pt x="26946" y="22584"/>
                    <a:pt x="26721" y="15947"/>
                  </a:cubicBezTo>
                  <a:cubicBezTo>
                    <a:pt x="26721" y="12342"/>
                    <a:pt x="29800" y="10540"/>
                    <a:pt x="27998" y="7387"/>
                  </a:cubicBezTo>
                  <a:cubicBezTo>
                    <a:pt x="24919" y="3280"/>
                    <a:pt x="20188" y="750"/>
                    <a:pt x="15081" y="479"/>
                  </a:cubicBezTo>
                  <a:cubicBezTo>
                    <a:pt x="10199" y="-272"/>
                    <a:pt x="1187" y="-1098"/>
                    <a:pt x="61" y="5210"/>
                  </a:cubicBezTo>
                  <a:cubicBezTo>
                    <a:pt x="-240" y="12448"/>
                    <a:pt x="211" y="19693"/>
                    <a:pt x="1413" y="26834"/>
                  </a:cubicBezTo>
                  <a:cubicBezTo>
                    <a:pt x="2689" y="43202"/>
                    <a:pt x="4416" y="59496"/>
                    <a:pt x="6820" y="75789"/>
                  </a:cubicBezTo>
                  <a:close/>
                </a:path>
              </a:pathLst>
            </a:custGeom>
            <a:solidFill>
              <a:srgbClr val="BDA88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4" name="Content Placeholder 4">
              <a:extLst>
                <a:ext uri="{FF2B5EF4-FFF2-40B4-BE49-F238E27FC236}">
                  <a16:creationId xmlns:a16="http://schemas.microsoft.com/office/drawing/2014/main" id="{2E70E31D-1DAA-285B-31EA-90BC2E0191F5}"/>
                </a:ext>
              </a:extLst>
            </p:cNvPr>
            <p:cNvSpPr/>
            <p:nvPr/>
          </p:nvSpPr>
          <p:spPr>
            <a:xfrm>
              <a:off x="10522513" y="5562898"/>
              <a:ext cx="34790" cy="112890"/>
            </a:xfrm>
            <a:custGeom>
              <a:avLst/>
              <a:gdLst>
                <a:gd name="connsiteX0" fmla="*/ 162 w 34790"/>
                <a:gd name="connsiteY0" fmla="*/ 109546 h 112890"/>
                <a:gd name="connsiteX1" fmla="*/ 162 w 34790"/>
                <a:gd name="connsiteY1" fmla="*/ 111198 h 112890"/>
                <a:gd name="connsiteX2" fmla="*/ 1288 w 34790"/>
                <a:gd name="connsiteY2" fmla="*/ 111648 h 112890"/>
                <a:gd name="connsiteX3" fmla="*/ 18261 w 34790"/>
                <a:gd name="connsiteY3" fmla="*/ 112850 h 112890"/>
                <a:gd name="connsiteX4" fmla="*/ 34257 w 34790"/>
                <a:gd name="connsiteY4" fmla="*/ 16742 h 112890"/>
                <a:gd name="connsiteX5" fmla="*/ 33882 w 34790"/>
                <a:gd name="connsiteY5" fmla="*/ 7506 h 112890"/>
                <a:gd name="connsiteX6" fmla="*/ 24720 w 34790"/>
                <a:gd name="connsiteY6" fmla="*/ 1124 h 112890"/>
                <a:gd name="connsiteX7" fmla="*/ 4142 w 34790"/>
                <a:gd name="connsiteY7" fmla="*/ 4053 h 112890"/>
                <a:gd name="connsiteX8" fmla="*/ 1739 w 34790"/>
                <a:gd name="connsiteY8" fmla="*/ 22598 h 112890"/>
                <a:gd name="connsiteX9" fmla="*/ 1139 w 34790"/>
                <a:gd name="connsiteY9" fmla="*/ 77786 h 112890"/>
                <a:gd name="connsiteX10" fmla="*/ 162 w 34790"/>
                <a:gd name="connsiteY10" fmla="*/ 109546 h 112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790" h="112890">
                  <a:moveTo>
                    <a:pt x="162" y="109546"/>
                  </a:moveTo>
                  <a:cubicBezTo>
                    <a:pt x="-93" y="110064"/>
                    <a:pt x="-93" y="110680"/>
                    <a:pt x="162" y="111198"/>
                  </a:cubicBezTo>
                  <a:cubicBezTo>
                    <a:pt x="485" y="111453"/>
                    <a:pt x="875" y="111611"/>
                    <a:pt x="1288" y="111648"/>
                  </a:cubicBezTo>
                  <a:cubicBezTo>
                    <a:pt x="6899" y="112535"/>
                    <a:pt x="12584" y="112932"/>
                    <a:pt x="18261" y="112850"/>
                  </a:cubicBezTo>
                  <a:cubicBezTo>
                    <a:pt x="24119" y="80864"/>
                    <a:pt x="29451" y="48826"/>
                    <a:pt x="34257" y="16742"/>
                  </a:cubicBezTo>
                  <a:cubicBezTo>
                    <a:pt x="35039" y="13693"/>
                    <a:pt x="34911" y="10479"/>
                    <a:pt x="33882" y="7506"/>
                  </a:cubicBezTo>
                  <a:cubicBezTo>
                    <a:pt x="31884" y="4165"/>
                    <a:pt x="28550" y="1845"/>
                    <a:pt x="24720" y="1124"/>
                  </a:cubicBezTo>
                  <a:cubicBezTo>
                    <a:pt x="17773" y="-1128"/>
                    <a:pt x="10180" y="-47"/>
                    <a:pt x="4142" y="4053"/>
                  </a:cubicBezTo>
                  <a:cubicBezTo>
                    <a:pt x="-363" y="8182"/>
                    <a:pt x="1664" y="17192"/>
                    <a:pt x="1739" y="22598"/>
                  </a:cubicBezTo>
                  <a:cubicBezTo>
                    <a:pt x="1739" y="40994"/>
                    <a:pt x="1739" y="59390"/>
                    <a:pt x="1139" y="77786"/>
                  </a:cubicBezTo>
                  <a:cubicBezTo>
                    <a:pt x="1041" y="88395"/>
                    <a:pt x="710" y="98982"/>
                    <a:pt x="162" y="109546"/>
                  </a:cubicBezTo>
                  <a:close/>
                </a:path>
              </a:pathLst>
            </a:custGeom>
            <a:solidFill>
              <a:srgbClr val="BDA88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5" name="Content Placeholder 4">
              <a:extLst>
                <a:ext uri="{FF2B5EF4-FFF2-40B4-BE49-F238E27FC236}">
                  <a16:creationId xmlns:a16="http://schemas.microsoft.com/office/drawing/2014/main" id="{C82309CF-EE37-6BB4-6432-2945A29008F8}"/>
                </a:ext>
              </a:extLst>
            </p:cNvPr>
            <p:cNvSpPr/>
            <p:nvPr/>
          </p:nvSpPr>
          <p:spPr>
            <a:xfrm>
              <a:off x="10473110" y="5204874"/>
              <a:ext cx="201232" cy="428034"/>
            </a:xfrm>
            <a:custGeom>
              <a:avLst/>
              <a:gdLst>
                <a:gd name="connsiteX0" fmla="*/ 32592 w 201232"/>
                <a:gd name="connsiteY0" fmla="*/ 65793 h 428034"/>
                <a:gd name="connsiteX1" fmla="*/ 2552 w 201232"/>
                <a:gd name="connsiteY1" fmla="*/ 333545 h 428034"/>
                <a:gd name="connsiteX2" fmla="*/ 449 w 201232"/>
                <a:gd name="connsiteY2" fmla="*/ 379196 h 428034"/>
                <a:gd name="connsiteX3" fmla="*/ 7959 w 201232"/>
                <a:gd name="connsiteY3" fmla="*/ 401196 h 428034"/>
                <a:gd name="connsiteX4" fmla="*/ 40402 w 201232"/>
                <a:gd name="connsiteY4" fmla="*/ 417639 h 428034"/>
                <a:gd name="connsiteX5" fmla="*/ 91245 w 201232"/>
                <a:gd name="connsiteY5" fmla="*/ 426574 h 428034"/>
                <a:gd name="connsiteX6" fmla="*/ 151325 w 201232"/>
                <a:gd name="connsiteY6" fmla="*/ 423421 h 428034"/>
                <a:gd name="connsiteX7" fmla="*/ 195784 w 201232"/>
                <a:gd name="connsiteY7" fmla="*/ 389783 h 428034"/>
                <a:gd name="connsiteX8" fmla="*/ 201116 w 201232"/>
                <a:gd name="connsiteY8" fmla="*/ 358473 h 428034"/>
                <a:gd name="connsiteX9" fmla="*/ 197737 w 201232"/>
                <a:gd name="connsiteY9" fmla="*/ 274153 h 428034"/>
                <a:gd name="connsiteX10" fmla="*/ 191203 w 201232"/>
                <a:gd name="connsiteY10" fmla="*/ 204399 h 428034"/>
                <a:gd name="connsiteX11" fmla="*/ 172954 w 201232"/>
                <a:gd name="connsiteY11" fmla="*/ 93575 h 428034"/>
                <a:gd name="connsiteX12" fmla="*/ 157934 w 201232"/>
                <a:gd name="connsiteY12" fmla="*/ 5425 h 428034"/>
                <a:gd name="connsiteX13" fmla="*/ 152902 w 201232"/>
                <a:gd name="connsiteY13" fmla="*/ 169 h 428034"/>
                <a:gd name="connsiteX14" fmla="*/ 146969 w 201232"/>
                <a:gd name="connsiteY14" fmla="*/ 620 h 428034"/>
                <a:gd name="connsiteX15" fmla="*/ 92372 w 201232"/>
                <a:gd name="connsiteY15" fmla="*/ 8128 h 428034"/>
                <a:gd name="connsiteX16" fmla="*/ 59778 w 201232"/>
                <a:gd name="connsiteY16" fmla="*/ 6551 h 428034"/>
                <a:gd name="connsiteX17" fmla="*/ 32592 w 201232"/>
                <a:gd name="connsiteY17" fmla="*/ 65793 h 428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1232" h="428034">
                  <a:moveTo>
                    <a:pt x="32592" y="65793"/>
                  </a:moveTo>
                  <a:cubicBezTo>
                    <a:pt x="29964" y="155444"/>
                    <a:pt x="14043" y="244345"/>
                    <a:pt x="2552" y="333545"/>
                  </a:cubicBezTo>
                  <a:cubicBezTo>
                    <a:pt x="89" y="348629"/>
                    <a:pt x="-610" y="363946"/>
                    <a:pt x="449" y="379196"/>
                  </a:cubicBezTo>
                  <a:cubicBezTo>
                    <a:pt x="750" y="387103"/>
                    <a:pt x="3363" y="394754"/>
                    <a:pt x="7959" y="401196"/>
                  </a:cubicBezTo>
                  <a:cubicBezTo>
                    <a:pt x="15469" y="410356"/>
                    <a:pt x="28161" y="414561"/>
                    <a:pt x="40402" y="417639"/>
                  </a:cubicBezTo>
                  <a:cubicBezTo>
                    <a:pt x="57104" y="421867"/>
                    <a:pt x="74100" y="424855"/>
                    <a:pt x="91245" y="426574"/>
                  </a:cubicBezTo>
                  <a:cubicBezTo>
                    <a:pt x="111297" y="429240"/>
                    <a:pt x="131649" y="428174"/>
                    <a:pt x="151325" y="423421"/>
                  </a:cubicBezTo>
                  <a:cubicBezTo>
                    <a:pt x="170626" y="418015"/>
                    <a:pt x="188349" y="406302"/>
                    <a:pt x="195784" y="389783"/>
                  </a:cubicBezTo>
                  <a:cubicBezTo>
                    <a:pt x="199689" y="379819"/>
                    <a:pt x="201492" y="369165"/>
                    <a:pt x="201116" y="358473"/>
                  </a:cubicBezTo>
                  <a:cubicBezTo>
                    <a:pt x="201642" y="330316"/>
                    <a:pt x="199689" y="302234"/>
                    <a:pt x="197737" y="274153"/>
                  </a:cubicBezTo>
                  <a:cubicBezTo>
                    <a:pt x="196085" y="250802"/>
                    <a:pt x="194507" y="227525"/>
                    <a:pt x="191203" y="204399"/>
                  </a:cubicBezTo>
                  <a:cubicBezTo>
                    <a:pt x="185871" y="167308"/>
                    <a:pt x="176183" y="130742"/>
                    <a:pt x="172954" y="93575"/>
                  </a:cubicBezTo>
                  <a:cubicBezTo>
                    <a:pt x="170250" y="63541"/>
                    <a:pt x="171227" y="32906"/>
                    <a:pt x="157934" y="5425"/>
                  </a:cubicBezTo>
                  <a:cubicBezTo>
                    <a:pt x="157108" y="3038"/>
                    <a:pt x="155230" y="1130"/>
                    <a:pt x="152902" y="169"/>
                  </a:cubicBezTo>
                  <a:cubicBezTo>
                    <a:pt x="150950" y="-206"/>
                    <a:pt x="148847" y="-48"/>
                    <a:pt x="146969" y="620"/>
                  </a:cubicBezTo>
                  <a:cubicBezTo>
                    <a:pt x="129170" y="5380"/>
                    <a:pt x="110846" y="7903"/>
                    <a:pt x="92372" y="8128"/>
                  </a:cubicBezTo>
                  <a:cubicBezTo>
                    <a:pt x="81542" y="7002"/>
                    <a:pt x="70660" y="6477"/>
                    <a:pt x="59778" y="6551"/>
                  </a:cubicBezTo>
                  <a:cubicBezTo>
                    <a:pt x="31315" y="9405"/>
                    <a:pt x="32592" y="46947"/>
                    <a:pt x="32592" y="65793"/>
                  </a:cubicBezTo>
                  <a:close/>
                </a:path>
              </a:pathLst>
            </a:custGeom>
            <a:solidFill>
              <a:srgbClr val="D3E4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6" name="Content Placeholder 4">
              <a:extLst>
                <a:ext uri="{FF2B5EF4-FFF2-40B4-BE49-F238E27FC236}">
                  <a16:creationId xmlns:a16="http://schemas.microsoft.com/office/drawing/2014/main" id="{31469895-2C91-D364-937C-480B07A66549}"/>
                </a:ext>
              </a:extLst>
            </p:cNvPr>
            <p:cNvSpPr/>
            <p:nvPr/>
          </p:nvSpPr>
          <p:spPr>
            <a:xfrm>
              <a:off x="10511075" y="5031131"/>
              <a:ext cx="123579" cy="179057"/>
            </a:xfrm>
            <a:custGeom>
              <a:avLst/>
              <a:gdLst>
                <a:gd name="connsiteX0" fmla="*/ 91432 w 123579"/>
                <a:gd name="connsiteY0" fmla="*/ 918 h 179057"/>
                <a:gd name="connsiteX1" fmla="*/ 96163 w 123579"/>
                <a:gd name="connsiteY1" fmla="*/ 317 h 179057"/>
                <a:gd name="connsiteX2" fmla="*/ 97590 w 123579"/>
                <a:gd name="connsiteY2" fmla="*/ 2720 h 179057"/>
                <a:gd name="connsiteX3" fmla="*/ 101345 w 123579"/>
                <a:gd name="connsiteY3" fmla="*/ 16836 h 179057"/>
                <a:gd name="connsiteX4" fmla="*/ 110507 w 123579"/>
                <a:gd name="connsiteY4" fmla="*/ 43040 h 179057"/>
                <a:gd name="connsiteX5" fmla="*/ 119819 w 123579"/>
                <a:gd name="connsiteY5" fmla="*/ 63689 h 179057"/>
                <a:gd name="connsiteX6" fmla="*/ 123499 w 123579"/>
                <a:gd name="connsiteY6" fmla="*/ 88767 h 179057"/>
                <a:gd name="connsiteX7" fmla="*/ 112835 w 123579"/>
                <a:gd name="connsiteY7" fmla="*/ 159572 h 179057"/>
                <a:gd name="connsiteX8" fmla="*/ 112384 w 123579"/>
                <a:gd name="connsiteY8" fmla="*/ 164527 h 179057"/>
                <a:gd name="connsiteX9" fmla="*/ 109906 w 123579"/>
                <a:gd name="connsiteY9" fmla="*/ 167981 h 179057"/>
                <a:gd name="connsiteX10" fmla="*/ 85498 w 123579"/>
                <a:gd name="connsiteY10" fmla="*/ 178493 h 179057"/>
                <a:gd name="connsiteX11" fmla="*/ 63945 w 123579"/>
                <a:gd name="connsiteY11" fmla="*/ 178493 h 179057"/>
                <a:gd name="connsiteX12" fmla="*/ 43743 w 123579"/>
                <a:gd name="connsiteY12" fmla="*/ 176766 h 179057"/>
                <a:gd name="connsiteX13" fmla="*/ 15280 w 123579"/>
                <a:gd name="connsiteY13" fmla="*/ 165203 h 179057"/>
                <a:gd name="connsiteX14" fmla="*/ 12201 w 123579"/>
                <a:gd name="connsiteY14" fmla="*/ 161449 h 179057"/>
                <a:gd name="connsiteX15" fmla="*/ 12201 w 123579"/>
                <a:gd name="connsiteY15" fmla="*/ 155742 h 179057"/>
                <a:gd name="connsiteX16" fmla="*/ 35 w 123579"/>
                <a:gd name="connsiteY16" fmla="*/ 67142 h 179057"/>
                <a:gd name="connsiteX17" fmla="*/ 711 w 123579"/>
                <a:gd name="connsiteY17" fmla="*/ 58282 h 179057"/>
                <a:gd name="connsiteX18" fmla="*/ 6494 w 123579"/>
                <a:gd name="connsiteY18" fmla="*/ 47921 h 179057"/>
                <a:gd name="connsiteX19" fmla="*/ 24142 w 123579"/>
                <a:gd name="connsiteY19" fmla="*/ 22092 h 179057"/>
                <a:gd name="connsiteX20" fmla="*/ 38036 w 123579"/>
                <a:gd name="connsiteY20" fmla="*/ 3996 h 179057"/>
                <a:gd name="connsiteX21" fmla="*/ 62819 w 123579"/>
                <a:gd name="connsiteY21" fmla="*/ 7225 h 179057"/>
                <a:gd name="connsiteX22" fmla="*/ 91432 w 123579"/>
                <a:gd name="connsiteY22" fmla="*/ 918 h 179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23579" h="179057">
                  <a:moveTo>
                    <a:pt x="91432" y="918"/>
                  </a:moveTo>
                  <a:cubicBezTo>
                    <a:pt x="92783" y="-80"/>
                    <a:pt x="94586" y="-306"/>
                    <a:pt x="96163" y="317"/>
                  </a:cubicBezTo>
                  <a:cubicBezTo>
                    <a:pt x="96914" y="948"/>
                    <a:pt x="97364" y="1789"/>
                    <a:pt x="97590" y="2720"/>
                  </a:cubicBezTo>
                  <a:cubicBezTo>
                    <a:pt x="99091" y="7353"/>
                    <a:pt x="100369" y="12060"/>
                    <a:pt x="101345" y="16836"/>
                  </a:cubicBezTo>
                  <a:cubicBezTo>
                    <a:pt x="103598" y="25838"/>
                    <a:pt x="106677" y="34609"/>
                    <a:pt x="110507" y="43040"/>
                  </a:cubicBezTo>
                  <a:cubicBezTo>
                    <a:pt x="114037" y="49730"/>
                    <a:pt x="117116" y="56623"/>
                    <a:pt x="119819" y="63689"/>
                  </a:cubicBezTo>
                  <a:cubicBezTo>
                    <a:pt x="122298" y="71820"/>
                    <a:pt x="123499" y="80275"/>
                    <a:pt x="123499" y="88767"/>
                  </a:cubicBezTo>
                  <a:cubicBezTo>
                    <a:pt x="124475" y="125108"/>
                    <a:pt x="111183" y="123381"/>
                    <a:pt x="112835" y="159572"/>
                  </a:cubicBezTo>
                  <a:cubicBezTo>
                    <a:pt x="113060" y="161239"/>
                    <a:pt x="112910" y="162928"/>
                    <a:pt x="112384" y="164527"/>
                  </a:cubicBezTo>
                  <a:cubicBezTo>
                    <a:pt x="111783" y="165826"/>
                    <a:pt x="110957" y="166997"/>
                    <a:pt x="109906" y="167981"/>
                  </a:cubicBezTo>
                  <a:cubicBezTo>
                    <a:pt x="103072" y="173995"/>
                    <a:pt x="94510" y="177682"/>
                    <a:pt x="85498" y="178493"/>
                  </a:cubicBezTo>
                  <a:cubicBezTo>
                    <a:pt x="78364" y="179206"/>
                    <a:pt x="71079" y="179206"/>
                    <a:pt x="63945" y="178493"/>
                  </a:cubicBezTo>
                  <a:cubicBezTo>
                    <a:pt x="57171" y="178561"/>
                    <a:pt x="50404" y="177982"/>
                    <a:pt x="43743" y="176766"/>
                  </a:cubicBezTo>
                  <a:cubicBezTo>
                    <a:pt x="33379" y="175580"/>
                    <a:pt x="23534" y="171585"/>
                    <a:pt x="15280" y="165203"/>
                  </a:cubicBezTo>
                  <a:cubicBezTo>
                    <a:pt x="13973" y="164204"/>
                    <a:pt x="12922" y="162920"/>
                    <a:pt x="12201" y="161449"/>
                  </a:cubicBezTo>
                  <a:cubicBezTo>
                    <a:pt x="11713" y="159579"/>
                    <a:pt x="11713" y="157612"/>
                    <a:pt x="12201" y="155742"/>
                  </a:cubicBezTo>
                  <a:cubicBezTo>
                    <a:pt x="16557" y="113770"/>
                    <a:pt x="711" y="109340"/>
                    <a:pt x="35" y="67142"/>
                  </a:cubicBezTo>
                  <a:cubicBezTo>
                    <a:pt x="-153" y="64169"/>
                    <a:pt x="72" y="61188"/>
                    <a:pt x="711" y="58282"/>
                  </a:cubicBezTo>
                  <a:cubicBezTo>
                    <a:pt x="2010" y="54514"/>
                    <a:pt x="3970" y="51007"/>
                    <a:pt x="6494" y="47921"/>
                  </a:cubicBezTo>
                  <a:cubicBezTo>
                    <a:pt x="12577" y="39437"/>
                    <a:pt x="18810" y="31027"/>
                    <a:pt x="24142" y="22092"/>
                  </a:cubicBezTo>
                  <a:cubicBezTo>
                    <a:pt x="27672" y="16235"/>
                    <a:pt x="30450" y="5573"/>
                    <a:pt x="38036" y="3996"/>
                  </a:cubicBezTo>
                  <a:cubicBezTo>
                    <a:pt x="45620" y="2419"/>
                    <a:pt x="55008" y="7150"/>
                    <a:pt x="62819" y="7225"/>
                  </a:cubicBezTo>
                  <a:cubicBezTo>
                    <a:pt x="72732" y="7390"/>
                    <a:pt x="82495" y="5228"/>
                    <a:pt x="91432" y="918"/>
                  </a:cubicBezTo>
                  <a:close/>
                </a:path>
              </a:pathLst>
            </a:custGeom>
            <a:solidFill>
              <a:srgbClr val="D3E4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7" name="Content Placeholder 4">
              <a:extLst>
                <a:ext uri="{FF2B5EF4-FFF2-40B4-BE49-F238E27FC236}">
                  <a16:creationId xmlns:a16="http://schemas.microsoft.com/office/drawing/2014/main" id="{9AD7E5B8-C18A-4422-891A-96EC288CAC74}"/>
                </a:ext>
              </a:extLst>
            </p:cNvPr>
            <p:cNvSpPr/>
            <p:nvPr/>
          </p:nvSpPr>
          <p:spPr>
            <a:xfrm>
              <a:off x="10520572" y="4945492"/>
              <a:ext cx="96313" cy="88763"/>
            </a:xfrm>
            <a:custGeom>
              <a:avLst/>
              <a:gdLst>
                <a:gd name="connsiteX0" fmla="*/ 51519 w 96313"/>
                <a:gd name="connsiteY0" fmla="*/ 88734 h 88763"/>
                <a:gd name="connsiteX1" fmla="*/ 74950 w 96313"/>
                <a:gd name="connsiteY1" fmla="*/ 80249 h 88763"/>
                <a:gd name="connsiteX2" fmla="*/ 95227 w 96313"/>
                <a:gd name="connsiteY2" fmla="*/ 11997 h 88763"/>
                <a:gd name="connsiteX3" fmla="*/ 92674 w 96313"/>
                <a:gd name="connsiteY3" fmla="*/ 4489 h 88763"/>
                <a:gd name="connsiteX4" fmla="*/ 78104 w 96313"/>
                <a:gd name="connsiteY4" fmla="*/ -16 h 88763"/>
                <a:gd name="connsiteX5" fmla="*/ 8712 w 96313"/>
                <a:gd name="connsiteY5" fmla="*/ 1486 h 88763"/>
                <a:gd name="connsiteX6" fmla="*/ 3080 w 96313"/>
                <a:gd name="connsiteY6" fmla="*/ 2537 h 88763"/>
                <a:gd name="connsiteX7" fmla="*/ 451 w 96313"/>
                <a:gd name="connsiteY7" fmla="*/ 6516 h 88763"/>
                <a:gd name="connsiteX8" fmla="*/ 1803 w 96313"/>
                <a:gd name="connsiteY8" fmla="*/ 27690 h 88763"/>
                <a:gd name="connsiteX9" fmla="*/ 3830 w 96313"/>
                <a:gd name="connsiteY9" fmla="*/ 49239 h 88763"/>
                <a:gd name="connsiteX10" fmla="*/ 32819 w 96313"/>
                <a:gd name="connsiteY10" fmla="*/ 83853 h 88763"/>
                <a:gd name="connsiteX11" fmla="*/ 51519 w 96313"/>
                <a:gd name="connsiteY11" fmla="*/ 88734 h 88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313" h="88763">
                  <a:moveTo>
                    <a:pt x="51519" y="88734"/>
                  </a:moveTo>
                  <a:cubicBezTo>
                    <a:pt x="60005" y="88434"/>
                    <a:pt x="68191" y="85468"/>
                    <a:pt x="74950" y="80249"/>
                  </a:cubicBezTo>
                  <a:cubicBezTo>
                    <a:pt x="98231" y="62980"/>
                    <a:pt x="97480" y="35949"/>
                    <a:pt x="95227" y="11997"/>
                  </a:cubicBezTo>
                  <a:cubicBezTo>
                    <a:pt x="95302" y="9265"/>
                    <a:pt x="94401" y="6599"/>
                    <a:pt x="92674" y="4489"/>
                  </a:cubicBezTo>
                  <a:cubicBezTo>
                    <a:pt x="88468" y="1396"/>
                    <a:pt x="83361" y="-196"/>
                    <a:pt x="78104" y="-16"/>
                  </a:cubicBezTo>
                  <a:cubicBezTo>
                    <a:pt x="54898" y="-16"/>
                    <a:pt x="32068" y="735"/>
                    <a:pt x="8712" y="1486"/>
                  </a:cubicBezTo>
                  <a:cubicBezTo>
                    <a:pt x="6782" y="1418"/>
                    <a:pt x="4859" y="1779"/>
                    <a:pt x="3080" y="2537"/>
                  </a:cubicBezTo>
                  <a:cubicBezTo>
                    <a:pt x="1690" y="3445"/>
                    <a:pt x="744" y="4887"/>
                    <a:pt x="451" y="6516"/>
                  </a:cubicBezTo>
                  <a:cubicBezTo>
                    <a:pt x="-1201" y="13424"/>
                    <a:pt x="1953" y="20632"/>
                    <a:pt x="1803" y="27690"/>
                  </a:cubicBezTo>
                  <a:cubicBezTo>
                    <a:pt x="1502" y="34928"/>
                    <a:pt x="2186" y="42181"/>
                    <a:pt x="3830" y="49239"/>
                  </a:cubicBezTo>
                  <a:cubicBezTo>
                    <a:pt x="7503" y="64700"/>
                    <a:pt x="18242" y="77524"/>
                    <a:pt x="32819" y="83853"/>
                  </a:cubicBezTo>
                  <a:cubicBezTo>
                    <a:pt x="38624" y="86812"/>
                    <a:pt x="45008" y="88479"/>
                    <a:pt x="51519" y="88734"/>
                  </a:cubicBezTo>
                  <a:close/>
                </a:path>
              </a:pathLst>
            </a:custGeom>
            <a:solidFill>
              <a:srgbClr val="BDA88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8" name="Content Placeholder 4">
              <a:extLst>
                <a:ext uri="{FF2B5EF4-FFF2-40B4-BE49-F238E27FC236}">
                  <a16:creationId xmlns:a16="http://schemas.microsoft.com/office/drawing/2014/main" id="{D03A8802-D781-88D3-BD73-CA01FF9416EC}"/>
                </a:ext>
              </a:extLst>
            </p:cNvPr>
            <p:cNvSpPr/>
            <p:nvPr/>
          </p:nvSpPr>
          <p:spPr>
            <a:xfrm>
              <a:off x="10515739" y="5189626"/>
              <a:ext cx="114256" cy="30526"/>
            </a:xfrm>
            <a:custGeom>
              <a:avLst/>
              <a:gdLst>
                <a:gd name="connsiteX0" fmla="*/ 26 w 114256"/>
                <a:gd name="connsiteY0" fmla="*/ 5957 h 30526"/>
                <a:gd name="connsiteX1" fmla="*/ 12643 w 114256"/>
                <a:gd name="connsiteY1" fmla="*/ 20974 h 30526"/>
                <a:gd name="connsiteX2" fmla="*/ 42683 w 114256"/>
                <a:gd name="connsiteY2" fmla="*/ 30059 h 30526"/>
                <a:gd name="connsiteX3" fmla="*/ 82786 w 114256"/>
                <a:gd name="connsiteY3" fmla="*/ 27657 h 30526"/>
                <a:gd name="connsiteX4" fmla="*/ 92324 w 114256"/>
                <a:gd name="connsiteY4" fmla="*/ 26230 h 30526"/>
                <a:gd name="connsiteX5" fmla="*/ 107344 w 114256"/>
                <a:gd name="connsiteY5" fmla="*/ 21650 h 30526"/>
                <a:gd name="connsiteX6" fmla="*/ 114103 w 114256"/>
                <a:gd name="connsiteY6" fmla="*/ 8060 h 30526"/>
                <a:gd name="connsiteX7" fmla="*/ 108621 w 114256"/>
                <a:gd name="connsiteY7" fmla="*/ 2728 h 30526"/>
                <a:gd name="connsiteX8" fmla="*/ 103364 w 114256"/>
                <a:gd name="connsiteY8" fmla="*/ 4756 h 30526"/>
                <a:gd name="connsiteX9" fmla="*/ 15948 w 114256"/>
                <a:gd name="connsiteY9" fmla="*/ 5356 h 30526"/>
                <a:gd name="connsiteX10" fmla="*/ 26 w 114256"/>
                <a:gd name="connsiteY10" fmla="*/ 5957 h 30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4256" h="30526">
                  <a:moveTo>
                    <a:pt x="26" y="5957"/>
                  </a:moveTo>
                  <a:cubicBezTo>
                    <a:pt x="-725" y="12940"/>
                    <a:pt x="6259" y="18046"/>
                    <a:pt x="12643" y="20974"/>
                  </a:cubicBezTo>
                  <a:cubicBezTo>
                    <a:pt x="22076" y="25659"/>
                    <a:pt x="32229" y="28730"/>
                    <a:pt x="42683" y="30059"/>
                  </a:cubicBezTo>
                  <a:cubicBezTo>
                    <a:pt x="56096" y="31095"/>
                    <a:pt x="69569" y="30292"/>
                    <a:pt x="82786" y="27657"/>
                  </a:cubicBezTo>
                  <a:lnTo>
                    <a:pt x="92324" y="26230"/>
                  </a:lnTo>
                  <a:cubicBezTo>
                    <a:pt x="97581" y="25704"/>
                    <a:pt x="102688" y="24150"/>
                    <a:pt x="107344" y="21650"/>
                  </a:cubicBezTo>
                  <a:cubicBezTo>
                    <a:pt x="112151" y="18917"/>
                    <a:pt x="114854" y="13541"/>
                    <a:pt x="114103" y="8060"/>
                  </a:cubicBezTo>
                  <a:cubicBezTo>
                    <a:pt x="113652" y="5274"/>
                    <a:pt x="111399" y="3119"/>
                    <a:pt x="108621" y="2728"/>
                  </a:cubicBezTo>
                  <a:cubicBezTo>
                    <a:pt x="106743" y="2893"/>
                    <a:pt x="104866" y="3600"/>
                    <a:pt x="103364" y="4756"/>
                  </a:cubicBezTo>
                  <a:cubicBezTo>
                    <a:pt x="76553" y="20907"/>
                    <a:pt x="43006" y="21132"/>
                    <a:pt x="15948" y="5356"/>
                  </a:cubicBezTo>
                  <a:cubicBezTo>
                    <a:pt x="11291" y="2428"/>
                    <a:pt x="1378" y="-5456"/>
                    <a:pt x="26" y="5957"/>
                  </a:cubicBezTo>
                  <a:close/>
                </a:path>
              </a:pathLst>
            </a:custGeom>
            <a:solidFill>
              <a:srgbClr val="AA6A6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9" name="Content Placeholder 4">
              <a:extLst>
                <a:ext uri="{FF2B5EF4-FFF2-40B4-BE49-F238E27FC236}">
                  <a16:creationId xmlns:a16="http://schemas.microsoft.com/office/drawing/2014/main" id="{3910BEB5-9B64-6CF9-9A71-4AD73DE82DC6}"/>
                </a:ext>
              </a:extLst>
            </p:cNvPr>
            <p:cNvSpPr/>
            <p:nvPr/>
          </p:nvSpPr>
          <p:spPr>
            <a:xfrm>
              <a:off x="10574751" y="5042825"/>
              <a:ext cx="87592" cy="153999"/>
            </a:xfrm>
            <a:custGeom>
              <a:avLst/>
              <a:gdLst>
                <a:gd name="connsiteX0" fmla="*/ 42549 w 87592"/>
                <a:gd name="connsiteY0" fmla="*/ 261 h 153999"/>
                <a:gd name="connsiteX1" fmla="*/ 59597 w 87592"/>
                <a:gd name="connsiteY1" fmla="*/ 13325 h 153999"/>
                <a:gd name="connsiteX2" fmla="*/ 67107 w 87592"/>
                <a:gd name="connsiteY2" fmla="*/ 33899 h 153999"/>
                <a:gd name="connsiteX3" fmla="*/ 86032 w 87592"/>
                <a:gd name="connsiteY3" fmla="*/ 102075 h 153999"/>
                <a:gd name="connsiteX4" fmla="*/ 86633 w 87592"/>
                <a:gd name="connsiteY4" fmla="*/ 116492 h 153999"/>
                <a:gd name="connsiteX5" fmla="*/ 77771 w 87592"/>
                <a:gd name="connsiteY5" fmla="*/ 124901 h 153999"/>
                <a:gd name="connsiteX6" fmla="*/ 15363 w 87592"/>
                <a:gd name="connsiteY6" fmla="*/ 152157 h 153999"/>
                <a:gd name="connsiteX7" fmla="*/ 5525 w 87592"/>
                <a:gd name="connsiteY7" fmla="*/ 153884 h 153999"/>
                <a:gd name="connsiteX8" fmla="*/ 43 w 87592"/>
                <a:gd name="connsiteY8" fmla="*/ 146458 h 153999"/>
                <a:gd name="connsiteX9" fmla="*/ 43 w 87592"/>
                <a:gd name="connsiteY9" fmla="*/ 146375 h 153999"/>
                <a:gd name="connsiteX10" fmla="*/ 4098 w 87592"/>
                <a:gd name="connsiteY10" fmla="*/ 141570 h 153999"/>
                <a:gd name="connsiteX11" fmla="*/ 40371 w 87592"/>
                <a:gd name="connsiteY11" fmla="*/ 119570 h 153999"/>
                <a:gd name="connsiteX12" fmla="*/ 56142 w 87592"/>
                <a:gd name="connsiteY12" fmla="*/ 105679 h 153999"/>
                <a:gd name="connsiteX13" fmla="*/ 50660 w 87592"/>
                <a:gd name="connsiteY13" fmla="*/ 85707 h 153999"/>
                <a:gd name="connsiteX14" fmla="*/ 28130 w 87592"/>
                <a:gd name="connsiteY14" fmla="*/ 34575 h 153999"/>
                <a:gd name="connsiteX15" fmla="*/ 24300 w 87592"/>
                <a:gd name="connsiteY15" fmla="*/ 9046 h 153999"/>
                <a:gd name="connsiteX16" fmla="*/ 42549 w 87592"/>
                <a:gd name="connsiteY16" fmla="*/ 261 h 15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7592" h="153999">
                  <a:moveTo>
                    <a:pt x="42549" y="261"/>
                  </a:moveTo>
                  <a:cubicBezTo>
                    <a:pt x="49759" y="2100"/>
                    <a:pt x="55917" y="6823"/>
                    <a:pt x="59597" y="13325"/>
                  </a:cubicBezTo>
                  <a:cubicBezTo>
                    <a:pt x="62977" y="19820"/>
                    <a:pt x="65530" y="26743"/>
                    <a:pt x="67107" y="33899"/>
                  </a:cubicBezTo>
                  <a:lnTo>
                    <a:pt x="86032" y="102075"/>
                  </a:lnTo>
                  <a:cubicBezTo>
                    <a:pt x="87835" y="106671"/>
                    <a:pt x="88060" y="111761"/>
                    <a:pt x="86633" y="116492"/>
                  </a:cubicBezTo>
                  <a:cubicBezTo>
                    <a:pt x="84605" y="120118"/>
                    <a:pt x="81526" y="123047"/>
                    <a:pt x="77771" y="124901"/>
                  </a:cubicBezTo>
                  <a:cubicBezTo>
                    <a:pt x="57870" y="135991"/>
                    <a:pt x="36992" y="145122"/>
                    <a:pt x="15363" y="152157"/>
                  </a:cubicBezTo>
                  <a:cubicBezTo>
                    <a:pt x="12284" y="153614"/>
                    <a:pt x="8905" y="154207"/>
                    <a:pt x="5525" y="153884"/>
                  </a:cubicBezTo>
                  <a:cubicBezTo>
                    <a:pt x="1920" y="153350"/>
                    <a:pt x="-483" y="150024"/>
                    <a:pt x="43" y="146458"/>
                  </a:cubicBezTo>
                  <a:cubicBezTo>
                    <a:pt x="43" y="146428"/>
                    <a:pt x="43" y="146405"/>
                    <a:pt x="43" y="146375"/>
                  </a:cubicBezTo>
                  <a:cubicBezTo>
                    <a:pt x="794" y="144348"/>
                    <a:pt x="2221" y="142651"/>
                    <a:pt x="4098" y="141570"/>
                  </a:cubicBezTo>
                  <a:cubicBezTo>
                    <a:pt x="15589" y="133243"/>
                    <a:pt x="27680" y="125885"/>
                    <a:pt x="40371" y="119570"/>
                  </a:cubicBezTo>
                  <a:cubicBezTo>
                    <a:pt x="46830" y="116342"/>
                    <a:pt x="54115" y="112587"/>
                    <a:pt x="56142" y="105679"/>
                  </a:cubicBezTo>
                  <a:cubicBezTo>
                    <a:pt x="57119" y="98554"/>
                    <a:pt x="55091" y="91346"/>
                    <a:pt x="50660" y="85707"/>
                  </a:cubicBezTo>
                  <a:cubicBezTo>
                    <a:pt x="40747" y="69834"/>
                    <a:pt x="33162" y="52610"/>
                    <a:pt x="28130" y="34575"/>
                  </a:cubicBezTo>
                  <a:cubicBezTo>
                    <a:pt x="25502" y="26323"/>
                    <a:pt x="24225" y="17703"/>
                    <a:pt x="24300" y="9046"/>
                  </a:cubicBezTo>
                  <a:cubicBezTo>
                    <a:pt x="25877" y="1913"/>
                    <a:pt x="36091" y="-1015"/>
                    <a:pt x="42549" y="261"/>
                  </a:cubicBezTo>
                  <a:close/>
                </a:path>
              </a:pathLst>
            </a:custGeom>
            <a:solidFill>
              <a:srgbClr val="BDA88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0" name="Content Placeholder 4">
              <a:extLst>
                <a:ext uri="{FF2B5EF4-FFF2-40B4-BE49-F238E27FC236}">
                  <a16:creationId xmlns:a16="http://schemas.microsoft.com/office/drawing/2014/main" id="{B291E0CB-67FC-13BC-8D1F-46EA72BD11DA}"/>
                </a:ext>
              </a:extLst>
            </p:cNvPr>
            <p:cNvSpPr/>
            <p:nvPr/>
          </p:nvSpPr>
          <p:spPr>
            <a:xfrm>
              <a:off x="10501848" y="4896436"/>
              <a:ext cx="149649" cy="234828"/>
            </a:xfrm>
            <a:custGeom>
              <a:avLst/>
              <a:gdLst>
                <a:gd name="connsiteX0" fmla="*/ 31566 w 149649"/>
                <a:gd name="connsiteY0" fmla="*/ 167598 h 234828"/>
                <a:gd name="connsiteX1" fmla="*/ 28487 w 149649"/>
                <a:gd name="connsiteY1" fmla="*/ 90036 h 234828"/>
                <a:gd name="connsiteX2" fmla="*/ 35997 w 149649"/>
                <a:gd name="connsiteY2" fmla="*/ 63531 h 234828"/>
                <a:gd name="connsiteX3" fmla="*/ 55072 w 149649"/>
                <a:gd name="connsiteY3" fmla="*/ 58350 h 234828"/>
                <a:gd name="connsiteX4" fmla="*/ 97428 w 149649"/>
                <a:gd name="connsiteY4" fmla="*/ 56323 h 234828"/>
                <a:gd name="connsiteX5" fmla="*/ 104938 w 149649"/>
                <a:gd name="connsiteY5" fmla="*/ 57675 h 234828"/>
                <a:gd name="connsiteX6" fmla="*/ 108243 w 149649"/>
                <a:gd name="connsiteY6" fmla="*/ 67736 h 234828"/>
                <a:gd name="connsiteX7" fmla="*/ 101934 w 149649"/>
                <a:gd name="connsiteY7" fmla="*/ 213775 h 234828"/>
                <a:gd name="connsiteX8" fmla="*/ 104863 w 149649"/>
                <a:gd name="connsiteY8" fmla="*/ 234799 h 234828"/>
                <a:gd name="connsiteX9" fmla="*/ 122136 w 149649"/>
                <a:gd name="connsiteY9" fmla="*/ 207017 h 234828"/>
                <a:gd name="connsiteX10" fmla="*/ 147445 w 149649"/>
                <a:gd name="connsiteY10" fmla="*/ 165121 h 234828"/>
                <a:gd name="connsiteX11" fmla="*/ 148496 w 149649"/>
                <a:gd name="connsiteY11" fmla="*/ 130281 h 234828"/>
                <a:gd name="connsiteX12" fmla="*/ 139710 w 149649"/>
                <a:gd name="connsiteY12" fmla="*/ 71791 h 234828"/>
                <a:gd name="connsiteX13" fmla="*/ 136180 w 149649"/>
                <a:gd name="connsiteY13" fmla="*/ 55272 h 234828"/>
                <a:gd name="connsiteX14" fmla="*/ 126867 w 149649"/>
                <a:gd name="connsiteY14" fmla="*/ 35299 h 234828"/>
                <a:gd name="connsiteX15" fmla="*/ 91570 w 149649"/>
                <a:gd name="connsiteY15" fmla="*/ 1737 h 234828"/>
                <a:gd name="connsiteX16" fmla="*/ 48088 w 149649"/>
                <a:gd name="connsiteY16" fmla="*/ 7668 h 234828"/>
                <a:gd name="connsiteX17" fmla="*/ 25558 w 149649"/>
                <a:gd name="connsiteY17" fmla="*/ 20883 h 234828"/>
                <a:gd name="connsiteX18" fmla="*/ 8435 w 149649"/>
                <a:gd name="connsiteY18" fmla="*/ 52268 h 234828"/>
                <a:gd name="connsiteX19" fmla="*/ 4229 w 149649"/>
                <a:gd name="connsiteY19" fmla="*/ 88459 h 234828"/>
                <a:gd name="connsiteX20" fmla="*/ 324 w 149649"/>
                <a:gd name="connsiteY20" fmla="*/ 162718 h 234828"/>
                <a:gd name="connsiteX21" fmla="*/ 1375 w 149649"/>
                <a:gd name="connsiteY21" fmla="*/ 183741 h 234828"/>
                <a:gd name="connsiteX22" fmla="*/ 10613 w 149649"/>
                <a:gd name="connsiteY22" fmla="*/ 202738 h 234828"/>
                <a:gd name="connsiteX23" fmla="*/ 34119 w 149649"/>
                <a:gd name="connsiteY23" fmla="*/ 215577 h 234828"/>
                <a:gd name="connsiteX24" fmla="*/ 31566 w 149649"/>
                <a:gd name="connsiteY24" fmla="*/ 167598 h 23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49649" h="234828">
                  <a:moveTo>
                    <a:pt x="31566" y="167598"/>
                  </a:moveTo>
                  <a:cubicBezTo>
                    <a:pt x="29012" y="141844"/>
                    <a:pt x="28787" y="115940"/>
                    <a:pt x="28487" y="90036"/>
                  </a:cubicBezTo>
                  <a:cubicBezTo>
                    <a:pt x="28487" y="80500"/>
                    <a:pt x="28937" y="69613"/>
                    <a:pt x="35997" y="63531"/>
                  </a:cubicBezTo>
                  <a:cubicBezTo>
                    <a:pt x="41621" y="59769"/>
                    <a:pt x="48321" y="57952"/>
                    <a:pt x="55072" y="58350"/>
                  </a:cubicBezTo>
                  <a:lnTo>
                    <a:pt x="97428" y="56323"/>
                  </a:lnTo>
                  <a:cubicBezTo>
                    <a:pt x="99982" y="55903"/>
                    <a:pt x="102685" y="56383"/>
                    <a:pt x="104938" y="57675"/>
                  </a:cubicBezTo>
                  <a:cubicBezTo>
                    <a:pt x="107492" y="60340"/>
                    <a:pt x="108768" y="64049"/>
                    <a:pt x="108243" y="67736"/>
                  </a:cubicBezTo>
                  <a:cubicBezTo>
                    <a:pt x="108994" y="116466"/>
                    <a:pt x="100733" y="164970"/>
                    <a:pt x="101934" y="213775"/>
                  </a:cubicBezTo>
                  <a:cubicBezTo>
                    <a:pt x="101784" y="220893"/>
                    <a:pt x="102760" y="227996"/>
                    <a:pt x="104863" y="234799"/>
                  </a:cubicBezTo>
                  <a:cubicBezTo>
                    <a:pt x="109895" y="225120"/>
                    <a:pt x="115678" y="215840"/>
                    <a:pt x="122136" y="207017"/>
                  </a:cubicBezTo>
                  <a:cubicBezTo>
                    <a:pt x="131749" y="193803"/>
                    <a:pt x="143164" y="181114"/>
                    <a:pt x="147445" y="165121"/>
                  </a:cubicBezTo>
                  <a:cubicBezTo>
                    <a:pt x="149923" y="153670"/>
                    <a:pt x="150299" y="141859"/>
                    <a:pt x="148496" y="130281"/>
                  </a:cubicBezTo>
                  <a:cubicBezTo>
                    <a:pt x="146318" y="110684"/>
                    <a:pt x="143014" y="91237"/>
                    <a:pt x="139710" y="71791"/>
                  </a:cubicBezTo>
                  <a:cubicBezTo>
                    <a:pt x="138883" y="66212"/>
                    <a:pt x="137757" y="60693"/>
                    <a:pt x="136180" y="55272"/>
                  </a:cubicBezTo>
                  <a:cubicBezTo>
                    <a:pt x="133777" y="48296"/>
                    <a:pt x="130698" y="41606"/>
                    <a:pt x="126867" y="35299"/>
                  </a:cubicBezTo>
                  <a:cubicBezTo>
                    <a:pt x="118381" y="20808"/>
                    <a:pt x="107267" y="6467"/>
                    <a:pt x="91570" y="1737"/>
                  </a:cubicBezTo>
                  <a:cubicBezTo>
                    <a:pt x="77227" y="-2618"/>
                    <a:pt x="61906" y="1737"/>
                    <a:pt x="48088" y="7668"/>
                  </a:cubicBezTo>
                  <a:cubicBezTo>
                    <a:pt x="39864" y="10724"/>
                    <a:pt x="32242" y="15199"/>
                    <a:pt x="25558" y="20883"/>
                  </a:cubicBezTo>
                  <a:cubicBezTo>
                    <a:pt x="16936" y="29473"/>
                    <a:pt x="10988" y="40375"/>
                    <a:pt x="8435" y="52268"/>
                  </a:cubicBezTo>
                  <a:cubicBezTo>
                    <a:pt x="5904" y="64177"/>
                    <a:pt x="4492" y="76288"/>
                    <a:pt x="4229" y="88459"/>
                  </a:cubicBezTo>
                  <a:cubicBezTo>
                    <a:pt x="2930" y="113237"/>
                    <a:pt x="1623" y="137992"/>
                    <a:pt x="324" y="162718"/>
                  </a:cubicBezTo>
                  <a:cubicBezTo>
                    <a:pt x="-382" y="169738"/>
                    <a:pt x="-29" y="176826"/>
                    <a:pt x="1375" y="183741"/>
                  </a:cubicBezTo>
                  <a:cubicBezTo>
                    <a:pt x="3441" y="190522"/>
                    <a:pt x="6557" y="196926"/>
                    <a:pt x="10613" y="202738"/>
                  </a:cubicBezTo>
                  <a:cubicBezTo>
                    <a:pt x="14668" y="209345"/>
                    <a:pt x="30439" y="235625"/>
                    <a:pt x="34119" y="215577"/>
                  </a:cubicBezTo>
                  <a:cubicBezTo>
                    <a:pt x="37123" y="200410"/>
                    <a:pt x="32993" y="182765"/>
                    <a:pt x="31566" y="167598"/>
                  </a:cubicBezTo>
                  <a:close/>
                </a:path>
              </a:pathLst>
            </a:custGeom>
            <a:solidFill>
              <a:srgbClr val="7C6C6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1" name="Content Placeholder 4">
              <a:extLst>
                <a:ext uri="{FF2B5EF4-FFF2-40B4-BE49-F238E27FC236}">
                  <a16:creationId xmlns:a16="http://schemas.microsoft.com/office/drawing/2014/main" id="{E578FE45-9C69-DB94-6B50-24AF5D73F66C}"/>
                </a:ext>
              </a:extLst>
            </p:cNvPr>
            <p:cNvSpPr/>
            <p:nvPr/>
          </p:nvSpPr>
          <p:spPr>
            <a:xfrm>
              <a:off x="10459026" y="5095846"/>
              <a:ext cx="108758" cy="142538"/>
            </a:xfrm>
            <a:custGeom>
              <a:avLst/>
              <a:gdLst>
                <a:gd name="connsiteX0" fmla="*/ 716 w 108758"/>
                <a:gd name="connsiteY0" fmla="*/ 43048 h 142538"/>
                <a:gd name="connsiteX1" fmla="*/ 2142 w 108758"/>
                <a:gd name="connsiteY1" fmla="*/ 23977 h 142538"/>
                <a:gd name="connsiteX2" fmla="*/ 21743 w 108758"/>
                <a:gd name="connsiteY2" fmla="*/ 10237 h 142538"/>
                <a:gd name="connsiteX3" fmla="*/ 68005 w 108758"/>
                <a:gd name="connsiteY3" fmla="*/ 250 h 142538"/>
                <a:gd name="connsiteX4" fmla="*/ 78820 w 108758"/>
                <a:gd name="connsiteY4" fmla="*/ 701 h 142538"/>
                <a:gd name="connsiteX5" fmla="*/ 89559 w 108758"/>
                <a:gd name="connsiteY5" fmla="*/ 7683 h 142538"/>
                <a:gd name="connsiteX6" fmla="*/ 100148 w 108758"/>
                <a:gd name="connsiteY6" fmla="*/ 51908 h 142538"/>
                <a:gd name="connsiteX7" fmla="*/ 108259 w 108758"/>
                <a:gd name="connsiteY7" fmla="*/ 101765 h 142538"/>
                <a:gd name="connsiteX8" fmla="*/ 105029 w 108758"/>
                <a:gd name="connsiteY8" fmla="*/ 122788 h 142538"/>
                <a:gd name="connsiteX9" fmla="*/ 92037 w 108758"/>
                <a:gd name="connsiteY9" fmla="*/ 131348 h 142538"/>
                <a:gd name="connsiteX10" fmla="*/ 52535 w 108758"/>
                <a:gd name="connsiteY10" fmla="*/ 141634 h 142538"/>
                <a:gd name="connsiteX11" fmla="*/ 22495 w 108758"/>
                <a:gd name="connsiteY11" fmla="*/ 138406 h 142538"/>
                <a:gd name="connsiteX12" fmla="*/ 6273 w 108758"/>
                <a:gd name="connsiteY12" fmla="*/ 90577 h 142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758" h="142538">
                  <a:moveTo>
                    <a:pt x="716" y="43048"/>
                  </a:moveTo>
                  <a:cubicBezTo>
                    <a:pt x="-636" y="36689"/>
                    <a:pt x="-141" y="30066"/>
                    <a:pt x="2142" y="23977"/>
                  </a:cubicBezTo>
                  <a:cubicBezTo>
                    <a:pt x="6619" y="17002"/>
                    <a:pt x="13655" y="12061"/>
                    <a:pt x="21743" y="10237"/>
                  </a:cubicBezTo>
                  <a:cubicBezTo>
                    <a:pt x="36703" y="5048"/>
                    <a:pt x="52234" y="1692"/>
                    <a:pt x="68005" y="250"/>
                  </a:cubicBezTo>
                  <a:cubicBezTo>
                    <a:pt x="71610" y="-238"/>
                    <a:pt x="75267" y="-88"/>
                    <a:pt x="78820" y="701"/>
                  </a:cubicBezTo>
                  <a:cubicBezTo>
                    <a:pt x="82957" y="2030"/>
                    <a:pt x="86667" y="4440"/>
                    <a:pt x="89559" y="7683"/>
                  </a:cubicBezTo>
                  <a:cubicBezTo>
                    <a:pt x="101049" y="19397"/>
                    <a:pt x="98646" y="35540"/>
                    <a:pt x="100148" y="51908"/>
                  </a:cubicBezTo>
                  <a:cubicBezTo>
                    <a:pt x="101650" y="68277"/>
                    <a:pt x="107658" y="85396"/>
                    <a:pt x="108259" y="101765"/>
                  </a:cubicBezTo>
                  <a:cubicBezTo>
                    <a:pt x="109468" y="108935"/>
                    <a:pt x="108334" y="116309"/>
                    <a:pt x="105029" y="122788"/>
                  </a:cubicBezTo>
                  <a:cubicBezTo>
                    <a:pt x="101597" y="126813"/>
                    <a:pt x="97091" y="129779"/>
                    <a:pt x="92037" y="131348"/>
                  </a:cubicBezTo>
                  <a:cubicBezTo>
                    <a:pt x="79233" y="136041"/>
                    <a:pt x="66000" y="139480"/>
                    <a:pt x="52535" y="141634"/>
                  </a:cubicBezTo>
                  <a:cubicBezTo>
                    <a:pt x="42418" y="143496"/>
                    <a:pt x="31980" y="142370"/>
                    <a:pt x="22495" y="138406"/>
                  </a:cubicBezTo>
                  <a:cubicBezTo>
                    <a:pt x="7925" y="131498"/>
                    <a:pt x="7475" y="103341"/>
                    <a:pt x="6273" y="90577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2" name="Content Placeholder 4">
              <a:extLst>
                <a:ext uri="{FF2B5EF4-FFF2-40B4-BE49-F238E27FC236}">
                  <a16:creationId xmlns:a16="http://schemas.microsoft.com/office/drawing/2014/main" id="{F8581EE6-037B-B0AE-A620-00ACDACFF646}"/>
                </a:ext>
              </a:extLst>
            </p:cNvPr>
            <p:cNvSpPr/>
            <p:nvPr/>
          </p:nvSpPr>
          <p:spPr>
            <a:xfrm>
              <a:off x="10500479" y="5150897"/>
              <a:ext cx="30378" cy="32472"/>
            </a:xfrm>
            <a:custGeom>
              <a:avLst/>
              <a:gdLst>
                <a:gd name="connsiteX0" fmla="*/ 29556 w 30378"/>
                <a:gd name="connsiteY0" fmla="*/ 23512 h 32472"/>
                <a:gd name="connsiteX1" fmla="*/ 10856 w 30378"/>
                <a:gd name="connsiteY1" fmla="*/ 986 h 32472"/>
                <a:gd name="connsiteX2" fmla="*/ 6951 w 30378"/>
                <a:gd name="connsiteY2" fmla="*/ 1437 h 32472"/>
                <a:gd name="connsiteX3" fmla="*/ 3121 w 30378"/>
                <a:gd name="connsiteY3" fmla="*/ 25839 h 32472"/>
                <a:gd name="connsiteX4" fmla="*/ -26 w 30378"/>
                <a:gd name="connsiteY4" fmla="*/ 29293 h 32472"/>
                <a:gd name="connsiteX5" fmla="*/ 3429 w 30378"/>
                <a:gd name="connsiteY5" fmla="*/ 32440 h 32472"/>
                <a:gd name="connsiteX6" fmla="*/ 4247 w 30378"/>
                <a:gd name="connsiteY6" fmla="*/ 32297 h 32472"/>
                <a:gd name="connsiteX7" fmla="*/ 28354 w 30378"/>
                <a:gd name="connsiteY7" fmla="*/ 27942 h 32472"/>
                <a:gd name="connsiteX8" fmla="*/ 30270 w 30378"/>
                <a:gd name="connsiteY8" fmla="*/ 24758 h 32472"/>
                <a:gd name="connsiteX9" fmla="*/ 29556 w 30378"/>
                <a:gd name="connsiteY9" fmla="*/ 23512 h 32472"/>
                <a:gd name="connsiteX10" fmla="*/ 10030 w 30378"/>
                <a:gd name="connsiteY10" fmla="*/ 7669 h 32472"/>
                <a:gd name="connsiteX11" fmla="*/ 21971 w 30378"/>
                <a:gd name="connsiteY11" fmla="*/ 23437 h 32472"/>
                <a:gd name="connsiteX12" fmla="*/ 6425 w 30378"/>
                <a:gd name="connsiteY12" fmla="*/ 25314 h 32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378" h="32472">
                  <a:moveTo>
                    <a:pt x="29556" y="23512"/>
                  </a:moveTo>
                  <a:cubicBezTo>
                    <a:pt x="22481" y="16747"/>
                    <a:pt x="16203" y="9186"/>
                    <a:pt x="10856" y="986"/>
                  </a:cubicBezTo>
                  <a:cubicBezTo>
                    <a:pt x="9880" y="-365"/>
                    <a:pt x="7251" y="-515"/>
                    <a:pt x="6951" y="1437"/>
                  </a:cubicBezTo>
                  <a:cubicBezTo>
                    <a:pt x="5599" y="9546"/>
                    <a:pt x="4322" y="17731"/>
                    <a:pt x="3121" y="25839"/>
                  </a:cubicBezTo>
                  <a:cubicBezTo>
                    <a:pt x="1296" y="25922"/>
                    <a:pt x="-109" y="27469"/>
                    <a:pt x="-26" y="29293"/>
                  </a:cubicBezTo>
                  <a:cubicBezTo>
                    <a:pt x="57" y="31118"/>
                    <a:pt x="1604" y="32522"/>
                    <a:pt x="3429" y="32440"/>
                  </a:cubicBezTo>
                  <a:cubicBezTo>
                    <a:pt x="3706" y="32424"/>
                    <a:pt x="3985" y="32380"/>
                    <a:pt x="4247" y="32297"/>
                  </a:cubicBezTo>
                  <a:lnTo>
                    <a:pt x="28354" y="27942"/>
                  </a:lnTo>
                  <a:cubicBezTo>
                    <a:pt x="29766" y="27589"/>
                    <a:pt x="30622" y="26163"/>
                    <a:pt x="30270" y="24758"/>
                  </a:cubicBezTo>
                  <a:cubicBezTo>
                    <a:pt x="30149" y="24285"/>
                    <a:pt x="29901" y="23850"/>
                    <a:pt x="29556" y="23512"/>
                  </a:cubicBezTo>
                  <a:close/>
                  <a:moveTo>
                    <a:pt x="10030" y="7669"/>
                  </a:moveTo>
                  <a:cubicBezTo>
                    <a:pt x="13530" y="13270"/>
                    <a:pt x="17525" y="18549"/>
                    <a:pt x="21971" y="23437"/>
                  </a:cubicBezTo>
                  <a:lnTo>
                    <a:pt x="6425" y="25314"/>
                  </a:ln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3" name="Content Placeholder 4">
              <a:extLst>
                <a:ext uri="{FF2B5EF4-FFF2-40B4-BE49-F238E27FC236}">
                  <a16:creationId xmlns:a16="http://schemas.microsoft.com/office/drawing/2014/main" id="{BA24A1E7-EC08-A4C6-D969-97CD26D0A3DA}"/>
                </a:ext>
              </a:extLst>
            </p:cNvPr>
            <p:cNvSpPr/>
            <p:nvPr/>
          </p:nvSpPr>
          <p:spPr>
            <a:xfrm>
              <a:off x="10541286" y="5170619"/>
              <a:ext cx="38881" cy="28238"/>
            </a:xfrm>
            <a:custGeom>
              <a:avLst/>
              <a:gdLst>
                <a:gd name="connsiteX0" fmla="*/ 28702 w 38881"/>
                <a:gd name="connsiteY0" fmla="*/ 7244 h 28238"/>
                <a:gd name="connsiteX1" fmla="*/ 23069 w 38881"/>
                <a:gd name="connsiteY1" fmla="*/ 3565 h 28238"/>
                <a:gd name="connsiteX2" fmla="*/ 20591 w 38881"/>
                <a:gd name="connsiteY2" fmla="*/ 4165 h 28238"/>
                <a:gd name="connsiteX3" fmla="*/ 14733 w 38881"/>
                <a:gd name="connsiteY3" fmla="*/ 637 h 28238"/>
                <a:gd name="connsiteX4" fmla="*/ 3393 w 38881"/>
                <a:gd name="connsiteY4" fmla="*/ 3715 h 28238"/>
                <a:gd name="connsiteX5" fmla="*/ 239 w 38881"/>
                <a:gd name="connsiteY5" fmla="*/ 8220 h 28238"/>
                <a:gd name="connsiteX6" fmla="*/ 3018 w 38881"/>
                <a:gd name="connsiteY6" fmla="*/ 17456 h 28238"/>
                <a:gd name="connsiteX7" fmla="*/ 11504 w 38881"/>
                <a:gd name="connsiteY7" fmla="*/ 22411 h 28238"/>
                <a:gd name="connsiteX8" fmla="*/ 19690 w 38881"/>
                <a:gd name="connsiteY8" fmla="*/ 25790 h 28238"/>
                <a:gd name="connsiteX9" fmla="*/ 32607 w 38881"/>
                <a:gd name="connsiteY9" fmla="*/ 27742 h 28238"/>
                <a:gd name="connsiteX10" fmla="*/ 38690 w 38881"/>
                <a:gd name="connsiteY10" fmla="*/ 20234 h 28238"/>
                <a:gd name="connsiteX11" fmla="*/ 28702 w 38881"/>
                <a:gd name="connsiteY11" fmla="*/ 7244 h 28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8881" h="28238">
                  <a:moveTo>
                    <a:pt x="28702" y="7244"/>
                  </a:moveTo>
                  <a:cubicBezTo>
                    <a:pt x="27124" y="5517"/>
                    <a:pt x="25397" y="3264"/>
                    <a:pt x="23069" y="3565"/>
                  </a:cubicBezTo>
                  <a:cubicBezTo>
                    <a:pt x="22243" y="3565"/>
                    <a:pt x="21417" y="4091"/>
                    <a:pt x="20591" y="4165"/>
                  </a:cubicBezTo>
                  <a:cubicBezTo>
                    <a:pt x="18263" y="4165"/>
                    <a:pt x="16686" y="1838"/>
                    <a:pt x="14733" y="637"/>
                  </a:cubicBezTo>
                  <a:cubicBezTo>
                    <a:pt x="10685" y="-925"/>
                    <a:pt x="6089" y="321"/>
                    <a:pt x="3393" y="3715"/>
                  </a:cubicBezTo>
                  <a:cubicBezTo>
                    <a:pt x="1959" y="4909"/>
                    <a:pt x="870" y="6463"/>
                    <a:pt x="239" y="8220"/>
                  </a:cubicBezTo>
                  <a:cubicBezTo>
                    <a:pt x="-572" y="11576"/>
                    <a:pt x="486" y="15105"/>
                    <a:pt x="3018" y="17456"/>
                  </a:cubicBezTo>
                  <a:cubicBezTo>
                    <a:pt x="5519" y="19618"/>
                    <a:pt x="8395" y="21292"/>
                    <a:pt x="11504" y="22411"/>
                  </a:cubicBezTo>
                  <a:lnTo>
                    <a:pt x="19690" y="25790"/>
                  </a:lnTo>
                  <a:cubicBezTo>
                    <a:pt x="23588" y="28072"/>
                    <a:pt x="28213" y="28778"/>
                    <a:pt x="32607" y="27742"/>
                  </a:cubicBezTo>
                  <a:cubicBezTo>
                    <a:pt x="35836" y="26473"/>
                    <a:pt x="38089" y="23628"/>
                    <a:pt x="38690" y="20234"/>
                  </a:cubicBezTo>
                  <a:cubicBezTo>
                    <a:pt x="40042" y="12951"/>
                    <a:pt x="32607" y="11449"/>
                    <a:pt x="28702" y="7244"/>
                  </a:cubicBezTo>
                  <a:close/>
                </a:path>
              </a:pathLst>
            </a:custGeom>
            <a:solidFill>
              <a:srgbClr val="BDA88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4" name="Content Placeholder 4">
              <a:extLst>
                <a:ext uri="{FF2B5EF4-FFF2-40B4-BE49-F238E27FC236}">
                  <a16:creationId xmlns:a16="http://schemas.microsoft.com/office/drawing/2014/main" id="{A0C894BE-BCD4-7987-F631-E320F40E9EFB}"/>
                </a:ext>
              </a:extLst>
            </p:cNvPr>
            <p:cNvSpPr/>
            <p:nvPr/>
          </p:nvSpPr>
          <p:spPr>
            <a:xfrm>
              <a:off x="10482115" y="5669002"/>
              <a:ext cx="61166" cy="43003"/>
            </a:xfrm>
            <a:custGeom>
              <a:avLst/>
              <a:gdLst>
                <a:gd name="connsiteX0" fmla="*/ 40785 w 61166"/>
                <a:gd name="connsiteY0" fmla="*/ 139 h 43003"/>
                <a:gd name="connsiteX1" fmla="*/ 37706 w 61166"/>
                <a:gd name="connsiteY1" fmla="*/ 139 h 43003"/>
                <a:gd name="connsiteX2" fmla="*/ 35153 w 61166"/>
                <a:gd name="connsiteY2" fmla="*/ 3293 h 43003"/>
                <a:gd name="connsiteX3" fmla="*/ 31097 w 61166"/>
                <a:gd name="connsiteY3" fmla="*/ 15682 h 43003"/>
                <a:gd name="connsiteX4" fmla="*/ 23587 w 61166"/>
                <a:gd name="connsiteY4" fmla="*/ 20187 h 43003"/>
                <a:gd name="connsiteX5" fmla="*/ 9393 w 61166"/>
                <a:gd name="connsiteY5" fmla="*/ 25443 h 43003"/>
                <a:gd name="connsiteX6" fmla="*/ 757 w 61166"/>
                <a:gd name="connsiteY6" fmla="*/ 31675 h 43003"/>
                <a:gd name="connsiteX7" fmla="*/ 6 w 61166"/>
                <a:gd name="connsiteY7" fmla="*/ 37381 h 43003"/>
                <a:gd name="connsiteX8" fmla="*/ 832 w 61166"/>
                <a:gd name="connsiteY8" fmla="*/ 40535 h 43003"/>
                <a:gd name="connsiteX9" fmla="*/ 3836 w 61166"/>
                <a:gd name="connsiteY9" fmla="*/ 41586 h 43003"/>
                <a:gd name="connsiteX10" fmla="*/ 50698 w 61166"/>
                <a:gd name="connsiteY10" fmla="*/ 42412 h 43003"/>
                <a:gd name="connsiteX11" fmla="*/ 55505 w 61166"/>
                <a:gd name="connsiteY11" fmla="*/ 40760 h 43003"/>
                <a:gd name="connsiteX12" fmla="*/ 56781 w 61166"/>
                <a:gd name="connsiteY12" fmla="*/ 37606 h 43003"/>
                <a:gd name="connsiteX13" fmla="*/ 61137 w 61166"/>
                <a:gd name="connsiteY13" fmla="*/ 7648 h 43003"/>
                <a:gd name="connsiteX14" fmla="*/ 40785 w 61166"/>
                <a:gd name="connsiteY14" fmla="*/ 139 h 4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1166" h="43003">
                  <a:moveTo>
                    <a:pt x="40785" y="139"/>
                  </a:moveTo>
                  <a:cubicBezTo>
                    <a:pt x="39772" y="-86"/>
                    <a:pt x="38720" y="-86"/>
                    <a:pt x="37706" y="139"/>
                  </a:cubicBezTo>
                  <a:cubicBezTo>
                    <a:pt x="36459" y="800"/>
                    <a:pt x="35543" y="1941"/>
                    <a:pt x="35153" y="3293"/>
                  </a:cubicBezTo>
                  <a:cubicBezTo>
                    <a:pt x="33576" y="7348"/>
                    <a:pt x="33876" y="12303"/>
                    <a:pt x="31097" y="15682"/>
                  </a:cubicBezTo>
                  <a:cubicBezTo>
                    <a:pt x="29040" y="17829"/>
                    <a:pt x="26449" y="19383"/>
                    <a:pt x="23587" y="20187"/>
                  </a:cubicBezTo>
                  <a:lnTo>
                    <a:pt x="9393" y="25443"/>
                  </a:lnTo>
                  <a:cubicBezTo>
                    <a:pt x="5796" y="26284"/>
                    <a:pt x="2687" y="28529"/>
                    <a:pt x="757" y="31675"/>
                  </a:cubicBezTo>
                  <a:cubicBezTo>
                    <a:pt x="126" y="33507"/>
                    <a:pt x="-129" y="35452"/>
                    <a:pt x="6" y="37381"/>
                  </a:cubicBezTo>
                  <a:cubicBezTo>
                    <a:pt x="-114" y="38500"/>
                    <a:pt x="179" y="39619"/>
                    <a:pt x="832" y="40535"/>
                  </a:cubicBezTo>
                  <a:cubicBezTo>
                    <a:pt x="1681" y="41218"/>
                    <a:pt x="2740" y="41594"/>
                    <a:pt x="3836" y="41586"/>
                  </a:cubicBezTo>
                  <a:cubicBezTo>
                    <a:pt x="19412" y="43103"/>
                    <a:pt x="35078" y="43373"/>
                    <a:pt x="50698" y="42412"/>
                  </a:cubicBezTo>
                  <a:cubicBezTo>
                    <a:pt x="52448" y="42479"/>
                    <a:pt x="54161" y="41886"/>
                    <a:pt x="55505" y="40760"/>
                  </a:cubicBezTo>
                  <a:cubicBezTo>
                    <a:pt x="56203" y="39844"/>
                    <a:pt x="56639" y="38755"/>
                    <a:pt x="56781" y="37606"/>
                  </a:cubicBezTo>
                  <a:cubicBezTo>
                    <a:pt x="59590" y="27868"/>
                    <a:pt x="61055" y="17784"/>
                    <a:pt x="61137" y="7648"/>
                  </a:cubicBezTo>
                  <a:cubicBezTo>
                    <a:pt x="60236" y="-1438"/>
                    <a:pt x="47169" y="665"/>
                    <a:pt x="40785" y="139"/>
                  </a:cubicBezTo>
                  <a:close/>
                </a:path>
              </a:pathLst>
            </a:custGeom>
            <a:solidFill>
              <a:srgbClr val="E0E0E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5" name="Content Placeholder 4">
              <a:extLst>
                <a:ext uri="{FF2B5EF4-FFF2-40B4-BE49-F238E27FC236}">
                  <a16:creationId xmlns:a16="http://schemas.microsoft.com/office/drawing/2014/main" id="{64ED2671-EA11-090C-A287-756FD4B40819}"/>
                </a:ext>
              </a:extLst>
            </p:cNvPr>
            <p:cNvSpPr/>
            <p:nvPr/>
          </p:nvSpPr>
          <p:spPr>
            <a:xfrm>
              <a:off x="10609072" y="5664131"/>
              <a:ext cx="29288" cy="50280"/>
            </a:xfrm>
            <a:custGeom>
              <a:avLst/>
              <a:gdLst>
                <a:gd name="connsiteX0" fmla="*/ 20996 w 29288"/>
                <a:gd name="connsiteY0" fmla="*/ 55 h 50280"/>
                <a:gd name="connsiteX1" fmla="*/ 22347 w 29288"/>
                <a:gd name="connsiteY1" fmla="*/ 55 h 50280"/>
                <a:gd name="connsiteX2" fmla="*/ 23699 w 29288"/>
                <a:gd name="connsiteY2" fmla="*/ 2607 h 50280"/>
                <a:gd name="connsiteX3" fmla="*/ 25126 w 29288"/>
                <a:gd name="connsiteY3" fmla="*/ 16047 h 50280"/>
                <a:gd name="connsiteX4" fmla="*/ 27229 w 29288"/>
                <a:gd name="connsiteY4" fmla="*/ 30238 h 50280"/>
                <a:gd name="connsiteX5" fmla="*/ 28956 w 29288"/>
                <a:gd name="connsiteY5" fmla="*/ 34669 h 50280"/>
                <a:gd name="connsiteX6" fmla="*/ 22122 w 29288"/>
                <a:gd name="connsiteY6" fmla="*/ 48860 h 50280"/>
                <a:gd name="connsiteX7" fmla="*/ 6051 w 29288"/>
                <a:gd name="connsiteY7" fmla="*/ 47208 h 50280"/>
                <a:gd name="connsiteX8" fmla="*/ 2822 w 29288"/>
                <a:gd name="connsiteY8" fmla="*/ 43754 h 50280"/>
                <a:gd name="connsiteX9" fmla="*/ 1695 w 29288"/>
                <a:gd name="connsiteY9" fmla="*/ 38873 h 50280"/>
                <a:gd name="connsiteX10" fmla="*/ 118 w 29288"/>
                <a:gd name="connsiteY10" fmla="*/ 6887 h 50280"/>
                <a:gd name="connsiteX11" fmla="*/ 4624 w 29288"/>
                <a:gd name="connsiteY11" fmla="*/ 355 h 50280"/>
                <a:gd name="connsiteX12" fmla="*/ 20996 w 29288"/>
                <a:gd name="connsiteY12" fmla="*/ 55 h 50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288" h="50280">
                  <a:moveTo>
                    <a:pt x="20996" y="55"/>
                  </a:moveTo>
                  <a:cubicBezTo>
                    <a:pt x="21446" y="-58"/>
                    <a:pt x="21897" y="-58"/>
                    <a:pt x="22347" y="55"/>
                  </a:cubicBezTo>
                  <a:cubicBezTo>
                    <a:pt x="23324" y="505"/>
                    <a:pt x="23549" y="1631"/>
                    <a:pt x="23699" y="2607"/>
                  </a:cubicBezTo>
                  <a:cubicBezTo>
                    <a:pt x="24375" y="7038"/>
                    <a:pt x="24826" y="11543"/>
                    <a:pt x="25126" y="16047"/>
                  </a:cubicBezTo>
                  <a:cubicBezTo>
                    <a:pt x="25126" y="20853"/>
                    <a:pt x="25802" y="25643"/>
                    <a:pt x="27229" y="30238"/>
                  </a:cubicBezTo>
                  <a:cubicBezTo>
                    <a:pt x="27755" y="31740"/>
                    <a:pt x="28506" y="33167"/>
                    <a:pt x="28956" y="34669"/>
                  </a:cubicBezTo>
                  <a:cubicBezTo>
                    <a:pt x="30233" y="40405"/>
                    <a:pt x="27379" y="46269"/>
                    <a:pt x="22122" y="48860"/>
                  </a:cubicBezTo>
                  <a:cubicBezTo>
                    <a:pt x="16865" y="51187"/>
                    <a:pt x="10707" y="50564"/>
                    <a:pt x="6051" y="47208"/>
                  </a:cubicBezTo>
                  <a:cubicBezTo>
                    <a:pt x="4774" y="46284"/>
                    <a:pt x="3648" y="45113"/>
                    <a:pt x="2822" y="43754"/>
                  </a:cubicBezTo>
                  <a:cubicBezTo>
                    <a:pt x="2146" y="42200"/>
                    <a:pt x="1770" y="40547"/>
                    <a:pt x="1695" y="38873"/>
                  </a:cubicBezTo>
                  <a:cubicBezTo>
                    <a:pt x="268" y="28279"/>
                    <a:pt x="-333" y="17572"/>
                    <a:pt x="118" y="6887"/>
                  </a:cubicBezTo>
                  <a:cubicBezTo>
                    <a:pt x="118" y="3283"/>
                    <a:pt x="719" y="805"/>
                    <a:pt x="4624" y="355"/>
                  </a:cubicBezTo>
                  <a:cubicBezTo>
                    <a:pt x="9956" y="-96"/>
                    <a:pt x="15589" y="205"/>
                    <a:pt x="20996" y="55"/>
                  </a:cubicBezTo>
                  <a:close/>
                </a:path>
              </a:pathLst>
            </a:custGeom>
            <a:solidFill>
              <a:srgbClr val="E0E0E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556" name="Group 1555">
            <a:extLst>
              <a:ext uri="{FF2B5EF4-FFF2-40B4-BE49-F238E27FC236}">
                <a16:creationId xmlns:a16="http://schemas.microsoft.com/office/drawing/2014/main" id="{3DC6D72F-54E6-34C6-114B-EAFE220F3AF8}"/>
              </a:ext>
            </a:extLst>
          </p:cNvPr>
          <p:cNvGrpSpPr/>
          <p:nvPr userDrawn="1"/>
        </p:nvGrpSpPr>
        <p:grpSpPr>
          <a:xfrm>
            <a:off x="1972711" y="4106273"/>
            <a:ext cx="260299" cy="803170"/>
            <a:chOff x="3358714" y="2658855"/>
            <a:chExt cx="260299" cy="803170"/>
          </a:xfrm>
        </p:grpSpPr>
        <p:sp>
          <p:nvSpPr>
            <p:cNvPr id="1557" name="Content Placeholder 4">
              <a:extLst>
                <a:ext uri="{FF2B5EF4-FFF2-40B4-BE49-F238E27FC236}">
                  <a16:creationId xmlns:a16="http://schemas.microsoft.com/office/drawing/2014/main" id="{7C703FB6-F978-C886-42F4-B4C656EC2877}"/>
                </a:ext>
              </a:extLst>
            </p:cNvPr>
            <p:cNvSpPr/>
            <p:nvPr/>
          </p:nvSpPr>
          <p:spPr>
            <a:xfrm>
              <a:off x="3358714" y="3434692"/>
              <a:ext cx="260299" cy="27333"/>
            </a:xfrm>
            <a:custGeom>
              <a:avLst/>
              <a:gdLst>
                <a:gd name="connsiteX0" fmla="*/ 56429 w 260299"/>
                <a:gd name="connsiteY0" fmla="*/ 26964 h 27333"/>
                <a:gd name="connsiteX1" fmla="*/ 105770 w 260299"/>
                <a:gd name="connsiteY1" fmla="*/ 26964 h 27333"/>
                <a:gd name="connsiteX2" fmla="*/ 243428 w 260299"/>
                <a:gd name="connsiteY2" fmla="*/ 25387 h 27333"/>
                <a:gd name="connsiteX3" fmla="*/ 260251 w 260299"/>
                <a:gd name="connsiteY3" fmla="*/ 19155 h 27333"/>
                <a:gd name="connsiteX4" fmla="*/ 247258 w 260299"/>
                <a:gd name="connsiteY4" fmla="*/ 10671 h 27333"/>
                <a:gd name="connsiteX5" fmla="*/ 179668 w 260299"/>
                <a:gd name="connsiteY5" fmla="*/ 3988 h 27333"/>
                <a:gd name="connsiteX6" fmla="*/ 78884 w 260299"/>
                <a:gd name="connsiteY6" fmla="*/ 534 h 27333"/>
                <a:gd name="connsiteX7" fmla="*/ 16852 w 260299"/>
                <a:gd name="connsiteY7" fmla="*/ 4289 h 27333"/>
                <a:gd name="connsiteX8" fmla="*/ 7464 w 260299"/>
                <a:gd name="connsiteY8" fmla="*/ 23435 h 27333"/>
                <a:gd name="connsiteX9" fmla="*/ 26765 w 260299"/>
                <a:gd name="connsiteY9" fmla="*/ 24787 h 27333"/>
                <a:gd name="connsiteX10" fmla="*/ 56429 w 260299"/>
                <a:gd name="connsiteY10" fmla="*/ 26964 h 27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0299" h="27333">
                  <a:moveTo>
                    <a:pt x="56429" y="26964"/>
                  </a:moveTo>
                  <a:cubicBezTo>
                    <a:pt x="72876" y="27490"/>
                    <a:pt x="89323" y="27339"/>
                    <a:pt x="105770" y="26964"/>
                  </a:cubicBezTo>
                  <a:lnTo>
                    <a:pt x="243428" y="25387"/>
                  </a:lnTo>
                  <a:cubicBezTo>
                    <a:pt x="250938" y="25387"/>
                    <a:pt x="259800" y="24036"/>
                    <a:pt x="260251" y="19155"/>
                  </a:cubicBezTo>
                  <a:cubicBezTo>
                    <a:pt x="260701" y="14275"/>
                    <a:pt x="253417" y="12022"/>
                    <a:pt x="247258" y="10671"/>
                  </a:cubicBezTo>
                  <a:cubicBezTo>
                    <a:pt x="224964" y="6489"/>
                    <a:pt x="202349" y="4259"/>
                    <a:pt x="179668" y="3988"/>
                  </a:cubicBezTo>
                  <a:cubicBezTo>
                    <a:pt x="146024" y="2637"/>
                    <a:pt x="112429" y="1488"/>
                    <a:pt x="78884" y="534"/>
                  </a:cubicBezTo>
                  <a:cubicBezTo>
                    <a:pt x="58131" y="-885"/>
                    <a:pt x="37282" y="377"/>
                    <a:pt x="16852" y="4289"/>
                  </a:cubicBezTo>
                  <a:cubicBezTo>
                    <a:pt x="6188" y="6841"/>
                    <a:pt x="-9508" y="17954"/>
                    <a:pt x="7464" y="23435"/>
                  </a:cubicBezTo>
                  <a:cubicBezTo>
                    <a:pt x="13845" y="24456"/>
                    <a:pt x="20304" y="24907"/>
                    <a:pt x="26765" y="24787"/>
                  </a:cubicBezTo>
                  <a:cubicBezTo>
                    <a:pt x="36453" y="25913"/>
                    <a:pt x="46441" y="26964"/>
                    <a:pt x="56429" y="26964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8" name="Content Placeholder 4">
              <a:extLst>
                <a:ext uri="{FF2B5EF4-FFF2-40B4-BE49-F238E27FC236}">
                  <a16:creationId xmlns:a16="http://schemas.microsoft.com/office/drawing/2014/main" id="{8C865540-D194-59ED-35D8-3D9414178A93}"/>
                </a:ext>
              </a:extLst>
            </p:cNvPr>
            <p:cNvSpPr/>
            <p:nvPr/>
          </p:nvSpPr>
          <p:spPr>
            <a:xfrm>
              <a:off x="3488729" y="2779092"/>
              <a:ext cx="99717" cy="169716"/>
            </a:xfrm>
            <a:custGeom>
              <a:avLst/>
              <a:gdLst>
                <a:gd name="connsiteX0" fmla="*/ 21340 w 99717"/>
                <a:gd name="connsiteY0" fmla="*/ 122959 h 169716"/>
                <a:gd name="connsiteX1" fmla="*/ 35684 w 99717"/>
                <a:gd name="connsiteY1" fmla="*/ 152993 h 169716"/>
                <a:gd name="connsiteX2" fmla="*/ 63321 w 99717"/>
                <a:gd name="connsiteY2" fmla="*/ 169586 h 169716"/>
                <a:gd name="connsiteX3" fmla="*/ 76313 w 99717"/>
                <a:gd name="connsiteY3" fmla="*/ 165457 h 169716"/>
                <a:gd name="connsiteX4" fmla="*/ 91859 w 99717"/>
                <a:gd name="connsiteY4" fmla="*/ 146761 h 169716"/>
                <a:gd name="connsiteX5" fmla="*/ 98318 w 99717"/>
                <a:gd name="connsiteY5" fmla="*/ 74229 h 169716"/>
                <a:gd name="connsiteX6" fmla="*/ 91333 w 99717"/>
                <a:gd name="connsiteY6" fmla="*/ 30605 h 169716"/>
                <a:gd name="connsiteX7" fmla="*/ 81721 w 99717"/>
                <a:gd name="connsiteY7" fmla="*/ -30 h 169716"/>
                <a:gd name="connsiteX8" fmla="*/ 70456 w 99717"/>
                <a:gd name="connsiteY8" fmla="*/ 3424 h 169716"/>
                <a:gd name="connsiteX9" fmla="*/ 76013 w 99717"/>
                <a:gd name="connsiteY9" fmla="*/ 81587 h 169716"/>
                <a:gd name="connsiteX10" fmla="*/ 70381 w 99717"/>
                <a:gd name="connsiteY10" fmla="*/ 112672 h 169716"/>
                <a:gd name="connsiteX11" fmla="*/ 61894 w 99717"/>
                <a:gd name="connsiteY11" fmla="*/ 122358 h 169716"/>
                <a:gd name="connsiteX12" fmla="*/ 51530 w 99717"/>
                <a:gd name="connsiteY12" fmla="*/ 118604 h 169716"/>
                <a:gd name="connsiteX13" fmla="*/ 45973 w 99717"/>
                <a:gd name="connsiteY13" fmla="*/ 108542 h 169716"/>
                <a:gd name="connsiteX14" fmla="*/ 27498 w 99717"/>
                <a:gd name="connsiteY14" fmla="*/ 63492 h 169716"/>
                <a:gd name="connsiteX15" fmla="*/ 20514 w 99717"/>
                <a:gd name="connsiteY15" fmla="*/ 53205 h 169716"/>
                <a:gd name="connsiteX16" fmla="*/ 7071 w 99717"/>
                <a:gd name="connsiteY16" fmla="*/ 54181 h 169716"/>
                <a:gd name="connsiteX17" fmla="*/ 87 w 99717"/>
                <a:gd name="connsiteY17" fmla="*/ 66270 h 169716"/>
                <a:gd name="connsiteX18" fmla="*/ 3842 w 99717"/>
                <a:gd name="connsiteY18" fmla="*/ 75580 h 169716"/>
                <a:gd name="connsiteX19" fmla="*/ 9625 w 99717"/>
                <a:gd name="connsiteY19" fmla="*/ 91348 h 169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9717" h="169716">
                  <a:moveTo>
                    <a:pt x="21340" y="122959"/>
                  </a:moveTo>
                  <a:cubicBezTo>
                    <a:pt x="24582" y="133636"/>
                    <a:pt x="29418" y="143757"/>
                    <a:pt x="35684" y="152993"/>
                  </a:cubicBezTo>
                  <a:cubicBezTo>
                    <a:pt x="42035" y="162288"/>
                    <a:pt x="52129" y="168347"/>
                    <a:pt x="63321" y="169586"/>
                  </a:cubicBezTo>
                  <a:cubicBezTo>
                    <a:pt x="68040" y="170104"/>
                    <a:pt x="72760" y="168603"/>
                    <a:pt x="76313" y="165457"/>
                  </a:cubicBezTo>
                  <a:cubicBezTo>
                    <a:pt x="82406" y="160043"/>
                    <a:pt x="87647" y="153736"/>
                    <a:pt x="91859" y="146761"/>
                  </a:cubicBezTo>
                  <a:cubicBezTo>
                    <a:pt x="99227" y="123334"/>
                    <a:pt x="101431" y="98586"/>
                    <a:pt x="98318" y="74229"/>
                  </a:cubicBezTo>
                  <a:cubicBezTo>
                    <a:pt x="96741" y="58686"/>
                    <a:pt x="93211" y="46072"/>
                    <a:pt x="91333" y="30605"/>
                  </a:cubicBezTo>
                  <a:cubicBezTo>
                    <a:pt x="89239" y="20078"/>
                    <a:pt x="86016" y="9806"/>
                    <a:pt x="81721" y="-30"/>
                  </a:cubicBezTo>
                  <a:cubicBezTo>
                    <a:pt x="77826" y="601"/>
                    <a:pt x="74036" y="1765"/>
                    <a:pt x="70456" y="3424"/>
                  </a:cubicBezTo>
                  <a:cubicBezTo>
                    <a:pt x="75714" y="29126"/>
                    <a:pt x="77583" y="55405"/>
                    <a:pt x="76013" y="81587"/>
                  </a:cubicBezTo>
                  <a:cubicBezTo>
                    <a:pt x="75777" y="92182"/>
                    <a:pt x="73876" y="102671"/>
                    <a:pt x="70381" y="112672"/>
                  </a:cubicBezTo>
                  <a:cubicBezTo>
                    <a:pt x="69150" y="117012"/>
                    <a:pt x="66035" y="120571"/>
                    <a:pt x="61894" y="122358"/>
                  </a:cubicBezTo>
                  <a:cubicBezTo>
                    <a:pt x="58015" y="123079"/>
                    <a:pt x="54049" y="121637"/>
                    <a:pt x="51530" y="118604"/>
                  </a:cubicBezTo>
                  <a:cubicBezTo>
                    <a:pt x="49060" y="115630"/>
                    <a:pt x="47174" y="112214"/>
                    <a:pt x="45973" y="108542"/>
                  </a:cubicBezTo>
                  <a:lnTo>
                    <a:pt x="27498" y="63492"/>
                  </a:lnTo>
                  <a:cubicBezTo>
                    <a:pt x="26305" y="59415"/>
                    <a:pt x="23862" y="55818"/>
                    <a:pt x="20514" y="53205"/>
                  </a:cubicBezTo>
                  <a:cubicBezTo>
                    <a:pt x="16237" y="50833"/>
                    <a:pt x="10961" y="51216"/>
                    <a:pt x="7071" y="54181"/>
                  </a:cubicBezTo>
                  <a:cubicBezTo>
                    <a:pt x="3322" y="57200"/>
                    <a:pt x="831" y="61510"/>
                    <a:pt x="87" y="66270"/>
                  </a:cubicBezTo>
                  <a:cubicBezTo>
                    <a:pt x="-664" y="69874"/>
                    <a:pt x="2415" y="72502"/>
                    <a:pt x="3842" y="75580"/>
                  </a:cubicBezTo>
                  <a:cubicBezTo>
                    <a:pt x="6036" y="80731"/>
                    <a:pt x="7967" y="85995"/>
                    <a:pt x="9625" y="91348"/>
                  </a:cubicBezTo>
                  <a:close/>
                </a:path>
              </a:pathLst>
            </a:custGeom>
            <a:solidFill>
              <a:srgbClr val="A2B3B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9" name="Content Placeholder 4">
              <a:extLst>
                <a:ext uri="{FF2B5EF4-FFF2-40B4-BE49-F238E27FC236}">
                  <a16:creationId xmlns:a16="http://schemas.microsoft.com/office/drawing/2014/main" id="{8C90253F-D9B6-C580-8445-2B3ABB254B5D}"/>
                </a:ext>
              </a:extLst>
            </p:cNvPr>
            <p:cNvSpPr/>
            <p:nvPr/>
          </p:nvSpPr>
          <p:spPr>
            <a:xfrm>
              <a:off x="3547030" y="2739197"/>
              <a:ext cx="24180" cy="49142"/>
            </a:xfrm>
            <a:custGeom>
              <a:avLst/>
              <a:gdLst>
                <a:gd name="connsiteX0" fmla="*/ 21468 w 24180"/>
                <a:gd name="connsiteY0" fmla="*/ 46698 h 49142"/>
                <a:gd name="connsiteX1" fmla="*/ 23721 w 24180"/>
                <a:gd name="connsiteY1" fmla="*/ 44520 h 49142"/>
                <a:gd name="connsiteX2" fmla="*/ 24096 w 24180"/>
                <a:gd name="connsiteY2" fmla="*/ 41592 h 49142"/>
                <a:gd name="connsiteX3" fmla="*/ 24096 w 24180"/>
                <a:gd name="connsiteY3" fmla="*/ 22896 h 49142"/>
                <a:gd name="connsiteX4" fmla="*/ 22894 w 24180"/>
                <a:gd name="connsiteY4" fmla="*/ 7879 h 49142"/>
                <a:gd name="connsiteX5" fmla="*/ 19440 w 24180"/>
                <a:gd name="connsiteY5" fmla="*/ 1647 h 49142"/>
                <a:gd name="connsiteX6" fmla="*/ 11930 w 24180"/>
                <a:gd name="connsiteY6" fmla="*/ 70 h 49142"/>
                <a:gd name="connsiteX7" fmla="*/ 2242 w 24180"/>
                <a:gd name="connsiteY7" fmla="*/ 1347 h 49142"/>
                <a:gd name="connsiteX8" fmla="*/ 740 w 24180"/>
                <a:gd name="connsiteY8" fmla="*/ 2323 h 49142"/>
                <a:gd name="connsiteX9" fmla="*/ 139 w 24180"/>
                <a:gd name="connsiteY9" fmla="*/ 4050 h 49142"/>
                <a:gd name="connsiteX10" fmla="*/ 139 w 24180"/>
                <a:gd name="connsiteY10" fmla="*/ 11558 h 49142"/>
                <a:gd name="connsiteX11" fmla="*/ 665 w 24180"/>
                <a:gd name="connsiteY11" fmla="*/ 27326 h 49142"/>
                <a:gd name="connsiteX12" fmla="*/ 5171 w 24180"/>
                <a:gd name="connsiteY12" fmla="*/ 46322 h 49142"/>
                <a:gd name="connsiteX13" fmla="*/ 12681 w 24180"/>
                <a:gd name="connsiteY13" fmla="*/ 49100 h 49142"/>
                <a:gd name="connsiteX14" fmla="*/ 21468 w 24180"/>
                <a:gd name="connsiteY14" fmla="*/ 46698 h 49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4180" h="49142">
                  <a:moveTo>
                    <a:pt x="21468" y="46698"/>
                  </a:moveTo>
                  <a:cubicBezTo>
                    <a:pt x="22422" y="46217"/>
                    <a:pt x="23208" y="45459"/>
                    <a:pt x="23721" y="44520"/>
                  </a:cubicBezTo>
                  <a:cubicBezTo>
                    <a:pt x="24107" y="43597"/>
                    <a:pt x="24237" y="42583"/>
                    <a:pt x="24096" y="41592"/>
                  </a:cubicBezTo>
                  <a:cubicBezTo>
                    <a:pt x="24096" y="35360"/>
                    <a:pt x="24096" y="29128"/>
                    <a:pt x="24096" y="22896"/>
                  </a:cubicBezTo>
                  <a:cubicBezTo>
                    <a:pt x="24094" y="17865"/>
                    <a:pt x="23692" y="12842"/>
                    <a:pt x="22894" y="7879"/>
                  </a:cubicBezTo>
                  <a:cubicBezTo>
                    <a:pt x="22529" y="5454"/>
                    <a:pt x="21302" y="3239"/>
                    <a:pt x="19440" y="1647"/>
                  </a:cubicBezTo>
                  <a:cubicBezTo>
                    <a:pt x="17189" y="280"/>
                    <a:pt x="14540" y="-275"/>
                    <a:pt x="11930" y="70"/>
                  </a:cubicBezTo>
                  <a:cubicBezTo>
                    <a:pt x="8648" y="-155"/>
                    <a:pt x="5355" y="280"/>
                    <a:pt x="2242" y="1347"/>
                  </a:cubicBezTo>
                  <a:cubicBezTo>
                    <a:pt x="1673" y="1557"/>
                    <a:pt x="1160" y="1887"/>
                    <a:pt x="740" y="2323"/>
                  </a:cubicBezTo>
                  <a:cubicBezTo>
                    <a:pt x="398" y="2841"/>
                    <a:pt x="191" y="3434"/>
                    <a:pt x="139" y="4050"/>
                  </a:cubicBezTo>
                  <a:cubicBezTo>
                    <a:pt x="-85" y="6550"/>
                    <a:pt x="-85" y="9058"/>
                    <a:pt x="139" y="11558"/>
                  </a:cubicBezTo>
                  <a:cubicBezTo>
                    <a:pt x="139" y="16814"/>
                    <a:pt x="139" y="22070"/>
                    <a:pt x="665" y="27326"/>
                  </a:cubicBezTo>
                  <a:cubicBezTo>
                    <a:pt x="740" y="33911"/>
                    <a:pt x="2279" y="40406"/>
                    <a:pt x="5171" y="46322"/>
                  </a:cubicBezTo>
                  <a:cubicBezTo>
                    <a:pt x="6673" y="49100"/>
                    <a:pt x="9527" y="48875"/>
                    <a:pt x="12681" y="49100"/>
                  </a:cubicBezTo>
                  <a:cubicBezTo>
                    <a:pt x="15788" y="49228"/>
                    <a:pt x="18858" y="48387"/>
                    <a:pt x="21468" y="46698"/>
                  </a:cubicBezTo>
                  <a:close/>
                </a:path>
              </a:pathLst>
            </a:custGeom>
            <a:solidFill>
              <a:srgbClr val="BFBF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0" name="Content Placeholder 4">
              <a:extLst>
                <a:ext uri="{FF2B5EF4-FFF2-40B4-BE49-F238E27FC236}">
                  <a16:creationId xmlns:a16="http://schemas.microsoft.com/office/drawing/2014/main" id="{B31123C3-80A8-7138-300C-3CD9C93F4AB1}"/>
                </a:ext>
              </a:extLst>
            </p:cNvPr>
            <p:cNvSpPr/>
            <p:nvPr/>
          </p:nvSpPr>
          <p:spPr>
            <a:xfrm>
              <a:off x="3551170" y="2745483"/>
              <a:ext cx="16431" cy="37757"/>
            </a:xfrm>
            <a:custGeom>
              <a:avLst/>
              <a:gdLst>
                <a:gd name="connsiteX0" fmla="*/ 3209 w 16431"/>
                <a:gd name="connsiteY0" fmla="*/ 35907 h 37757"/>
                <a:gd name="connsiteX1" fmla="*/ 3209 w 16431"/>
                <a:gd name="connsiteY1" fmla="*/ 36959 h 37757"/>
                <a:gd name="connsiteX2" fmla="*/ 4936 w 16431"/>
                <a:gd name="connsiteY2" fmla="*/ 37559 h 37757"/>
                <a:gd name="connsiteX3" fmla="*/ 10418 w 16431"/>
                <a:gd name="connsiteY3" fmla="*/ 37559 h 37757"/>
                <a:gd name="connsiteX4" fmla="*/ 15375 w 16431"/>
                <a:gd name="connsiteY4" fmla="*/ 34856 h 37757"/>
                <a:gd name="connsiteX5" fmla="*/ 16351 w 16431"/>
                <a:gd name="connsiteY5" fmla="*/ 29676 h 37757"/>
                <a:gd name="connsiteX6" fmla="*/ 14774 w 16431"/>
                <a:gd name="connsiteY6" fmla="*/ 2044 h 37757"/>
                <a:gd name="connsiteX7" fmla="*/ 14248 w 16431"/>
                <a:gd name="connsiteY7" fmla="*/ 618 h 37757"/>
                <a:gd name="connsiteX8" fmla="*/ 13047 w 16431"/>
                <a:gd name="connsiteY8" fmla="*/ 167 h 37757"/>
                <a:gd name="connsiteX9" fmla="*/ 7189 w 16431"/>
                <a:gd name="connsiteY9" fmla="*/ 167 h 37757"/>
                <a:gd name="connsiteX10" fmla="*/ 1256 w 16431"/>
                <a:gd name="connsiteY10" fmla="*/ 2345 h 37757"/>
                <a:gd name="connsiteX11" fmla="*/ -21 w 16431"/>
                <a:gd name="connsiteY11" fmla="*/ 7075 h 37757"/>
                <a:gd name="connsiteX12" fmla="*/ 3209 w 16431"/>
                <a:gd name="connsiteY12" fmla="*/ 35907 h 37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431" h="37757">
                  <a:moveTo>
                    <a:pt x="3209" y="35907"/>
                  </a:moveTo>
                  <a:cubicBezTo>
                    <a:pt x="3100" y="36253"/>
                    <a:pt x="3100" y="36613"/>
                    <a:pt x="3209" y="36959"/>
                  </a:cubicBezTo>
                  <a:cubicBezTo>
                    <a:pt x="3678" y="37387"/>
                    <a:pt x="4302" y="37604"/>
                    <a:pt x="4936" y="37559"/>
                  </a:cubicBezTo>
                  <a:cubicBezTo>
                    <a:pt x="6756" y="37785"/>
                    <a:pt x="8598" y="37785"/>
                    <a:pt x="10418" y="37559"/>
                  </a:cubicBezTo>
                  <a:cubicBezTo>
                    <a:pt x="12360" y="37334"/>
                    <a:pt x="14137" y="36366"/>
                    <a:pt x="15375" y="34856"/>
                  </a:cubicBezTo>
                  <a:cubicBezTo>
                    <a:pt x="16201" y="33265"/>
                    <a:pt x="16540" y="31463"/>
                    <a:pt x="16351" y="29676"/>
                  </a:cubicBezTo>
                  <a:cubicBezTo>
                    <a:pt x="16352" y="20440"/>
                    <a:pt x="15825" y="11220"/>
                    <a:pt x="14774" y="2044"/>
                  </a:cubicBezTo>
                  <a:cubicBezTo>
                    <a:pt x="14758" y="1526"/>
                    <a:pt x="14574" y="1023"/>
                    <a:pt x="14248" y="618"/>
                  </a:cubicBezTo>
                  <a:cubicBezTo>
                    <a:pt x="13921" y="317"/>
                    <a:pt x="13491" y="160"/>
                    <a:pt x="13047" y="167"/>
                  </a:cubicBezTo>
                  <a:cubicBezTo>
                    <a:pt x="11103" y="-95"/>
                    <a:pt x="9133" y="-95"/>
                    <a:pt x="7189" y="167"/>
                  </a:cubicBezTo>
                  <a:cubicBezTo>
                    <a:pt x="5005" y="100"/>
                    <a:pt x="2880" y="880"/>
                    <a:pt x="1256" y="2345"/>
                  </a:cubicBezTo>
                  <a:cubicBezTo>
                    <a:pt x="348" y="3749"/>
                    <a:pt x="-98" y="5401"/>
                    <a:pt x="-21" y="7075"/>
                  </a:cubicBezTo>
                  <a:cubicBezTo>
                    <a:pt x="-52" y="16776"/>
                    <a:pt x="1032" y="26454"/>
                    <a:pt x="3209" y="3590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1" name="Content Placeholder 4">
              <a:extLst>
                <a:ext uri="{FF2B5EF4-FFF2-40B4-BE49-F238E27FC236}">
                  <a16:creationId xmlns:a16="http://schemas.microsoft.com/office/drawing/2014/main" id="{053FFB3F-D745-B81C-77FF-BAC7E66F0943}"/>
                </a:ext>
              </a:extLst>
            </p:cNvPr>
            <p:cNvSpPr/>
            <p:nvPr/>
          </p:nvSpPr>
          <p:spPr>
            <a:xfrm>
              <a:off x="3371840" y="3147286"/>
              <a:ext cx="92748" cy="279690"/>
            </a:xfrm>
            <a:custGeom>
              <a:avLst/>
              <a:gdLst>
                <a:gd name="connsiteX0" fmla="*/ 21900 w 92748"/>
                <a:gd name="connsiteY0" fmla="*/ 279531 h 279690"/>
                <a:gd name="connsiteX1" fmla="*/ -29 w 92748"/>
                <a:gd name="connsiteY1" fmla="*/ 274050 h 279690"/>
                <a:gd name="connsiteX2" fmla="*/ 33165 w 92748"/>
                <a:gd name="connsiteY2" fmla="*/ 198965 h 279690"/>
                <a:gd name="connsiteX3" fmla="*/ 42327 w 92748"/>
                <a:gd name="connsiteY3" fmla="*/ 174713 h 279690"/>
                <a:gd name="connsiteX4" fmla="*/ 45556 w 92748"/>
                <a:gd name="connsiteY4" fmla="*/ 143102 h 279690"/>
                <a:gd name="connsiteX5" fmla="*/ 49687 w 92748"/>
                <a:gd name="connsiteY5" fmla="*/ 19513 h 279690"/>
                <a:gd name="connsiteX6" fmla="*/ 51414 w 92748"/>
                <a:gd name="connsiteY6" fmla="*/ 9377 h 279690"/>
                <a:gd name="connsiteX7" fmla="*/ 77849 w 92748"/>
                <a:gd name="connsiteY7" fmla="*/ 66 h 279690"/>
                <a:gd name="connsiteX8" fmla="*/ 83932 w 92748"/>
                <a:gd name="connsiteY8" fmla="*/ 1793 h 279690"/>
                <a:gd name="connsiteX9" fmla="*/ 85960 w 92748"/>
                <a:gd name="connsiteY9" fmla="*/ 8776 h 279690"/>
                <a:gd name="connsiteX10" fmla="*/ 92719 w 92748"/>
                <a:gd name="connsiteY10" fmla="*/ 44366 h 279690"/>
                <a:gd name="connsiteX11" fmla="*/ 85810 w 92748"/>
                <a:gd name="connsiteY11" fmla="*/ 140399 h 279690"/>
                <a:gd name="connsiteX12" fmla="*/ 64857 w 92748"/>
                <a:gd name="connsiteY12" fmla="*/ 197989 h 279690"/>
                <a:gd name="connsiteX13" fmla="*/ 21900 w 92748"/>
                <a:gd name="connsiteY13" fmla="*/ 279531 h 279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2748" h="279690">
                  <a:moveTo>
                    <a:pt x="21900" y="279531"/>
                  </a:moveTo>
                  <a:cubicBezTo>
                    <a:pt x="14183" y="280199"/>
                    <a:pt x="6464" y="278269"/>
                    <a:pt x="-29" y="274050"/>
                  </a:cubicBezTo>
                  <a:lnTo>
                    <a:pt x="33165" y="198965"/>
                  </a:lnTo>
                  <a:cubicBezTo>
                    <a:pt x="36924" y="191164"/>
                    <a:pt x="39990" y="183047"/>
                    <a:pt x="42327" y="174713"/>
                  </a:cubicBezTo>
                  <a:cubicBezTo>
                    <a:pt x="44531" y="164321"/>
                    <a:pt x="45613" y="153727"/>
                    <a:pt x="45556" y="143102"/>
                  </a:cubicBezTo>
                  <a:cubicBezTo>
                    <a:pt x="47008" y="101858"/>
                    <a:pt x="48385" y="60659"/>
                    <a:pt x="49687" y="19513"/>
                  </a:cubicBezTo>
                  <a:cubicBezTo>
                    <a:pt x="49575" y="16052"/>
                    <a:pt x="50163" y="12605"/>
                    <a:pt x="51414" y="9377"/>
                  </a:cubicBezTo>
                  <a:cubicBezTo>
                    <a:pt x="55695" y="442"/>
                    <a:pt x="67936" y="-384"/>
                    <a:pt x="77849" y="66"/>
                  </a:cubicBezTo>
                  <a:cubicBezTo>
                    <a:pt x="80016" y="-76"/>
                    <a:pt x="82165" y="532"/>
                    <a:pt x="83932" y="1793"/>
                  </a:cubicBezTo>
                  <a:cubicBezTo>
                    <a:pt x="85543" y="3738"/>
                    <a:pt x="86277" y="6268"/>
                    <a:pt x="85960" y="8776"/>
                  </a:cubicBezTo>
                  <a:cubicBezTo>
                    <a:pt x="86561" y="41288"/>
                    <a:pt x="92118" y="11930"/>
                    <a:pt x="92719" y="44366"/>
                  </a:cubicBezTo>
                  <a:cubicBezTo>
                    <a:pt x="92719" y="55854"/>
                    <a:pt x="88138" y="129212"/>
                    <a:pt x="85810" y="140399"/>
                  </a:cubicBezTo>
                  <a:cubicBezTo>
                    <a:pt x="82184" y="160657"/>
                    <a:pt x="75096" y="180134"/>
                    <a:pt x="64857" y="197989"/>
                  </a:cubicBezTo>
                  <a:cubicBezTo>
                    <a:pt x="48485" y="224269"/>
                    <a:pt x="38122" y="248371"/>
                    <a:pt x="21900" y="279531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2" name="Content Placeholder 4">
              <a:extLst>
                <a:ext uri="{FF2B5EF4-FFF2-40B4-BE49-F238E27FC236}">
                  <a16:creationId xmlns:a16="http://schemas.microsoft.com/office/drawing/2014/main" id="{F289A2D3-C59E-A9B1-2F50-1E7B5AE8A7BB}"/>
                </a:ext>
              </a:extLst>
            </p:cNvPr>
            <p:cNvSpPr/>
            <p:nvPr/>
          </p:nvSpPr>
          <p:spPr>
            <a:xfrm>
              <a:off x="3469530" y="3167855"/>
              <a:ext cx="56250" cy="272731"/>
            </a:xfrm>
            <a:custGeom>
              <a:avLst/>
              <a:gdLst>
                <a:gd name="connsiteX0" fmla="*/ 11776 w 56250"/>
                <a:gd name="connsiteY0" fmla="*/ 5927 h 272731"/>
                <a:gd name="connsiteX1" fmla="*/ 52931 w 56250"/>
                <a:gd name="connsiteY1" fmla="*/ 746 h 272731"/>
                <a:gd name="connsiteX2" fmla="*/ 50377 w 56250"/>
                <a:gd name="connsiteY2" fmla="*/ 2698 h 272731"/>
                <a:gd name="connsiteX3" fmla="*/ 52255 w 56250"/>
                <a:gd name="connsiteY3" fmla="*/ 190410 h 272731"/>
                <a:gd name="connsiteX4" fmla="*/ 48575 w 56250"/>
                <a:gd name="connsiteY4" fmla="*/ 271050 h 272731"/>
                <a:gd name="connsiteX5" fmla="*/ 31602 w 56250"/>
                <a:gd name="connsiteY5" fmla="*/ 272702 h 272731"/>
                <a:gd name="connsiteX6" fmla="*/ 887 w 56250"/>
                <a:gd name="connsiteY6" fmla="*/ 21469 h 272731"/>
                <a:gd name="connsiteX7" fmla="*/ 6379 w 56250"/>
                <a:gd name="connsiteY7" fmla="*/ 7316 h 272731"/>
                <a:gd name="connsiteX8" fmla="*/ 11776 w 56250"/>
                <a:gd name="connsiteY8" fmla="*/ 6452 h 27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6250" h="272731">
                  <a:moveTo>
                    <a:pt x="11776" y="5927"/>
                  </a:moveTo>
                  <a:lnTo>
                    <a:pt x="52931" y="746"/>
                  </a:lnTo>
                  <a:cubicBezTo>
                    <a:pt x="53607" y="-1131"/>
                    <a:pt x="50152" y="746"/>
                    <a:pt x="50377" y="2698"/>
                  </a:cubicBezTo>
                  <a:cubicBezTo>
                    <a:pt x="57481" y="65033"/>
                    <a:pt x="58111" y="127939"/>
                    <a:pt x="52255" y="190410"/>
                  </a:cubicBezTo>
                  <a:cubicBezTo>
                    <a:pt x="48481" y="217110"/>
                    <a:pt x="47249" y="244117"/>
                    <a:pt x="48575" y="271050"/>
                  </a:cubicBezTo>
                  <a:lnTo>
                    <a:pt x="31602" y="272702"/>
                  </a:lnTo>
                  <a:cubicBezTo>
                    <a:pt x="21589" y="189005"/>
                    <a:pt x="11350" y="105264"/>
                    <a:pt x="887" y="21469"/>
                  </a:cubicBezTo>
                  <a:cubicBezTo>
                    <a:pt x="-1507" y="16041"/>
                    <a:pt x="953" y="9703"/>
                    <a:pt x="6379" y="7316"/>
                  </a:cubicBezTo>
                  <a:cubicBezTo>
                    <a:pt x="8074" y="6565"/>
                    <a:pt x="9933" y="6272"/>
                    <a:pt x="11776" y="6452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3" name="Content Placeholder 4">
              <a:extLst>
                <a:ext uri="{FF2B5EF4-FFF2-40B4-BE49-F238E27FC236}">
                  <a16:creationId xmlns:a16="http://schemas.microsoft.com/office/drawing/2014/main" id="{CE2031AA-9180-6027-CE85-FC08FED41D22}"/>
                </a:ext>
              </a:extLst>
            </p:cNvPr>
            <p:cNvSpPr/>
            <p:nvPr/>
          </p:nvSpPr>
          <p:spPr>
            <a:xfrm>
              <a:off x="3497779" y="3435406"/>
              <a:ext cx="56262" cy="20535"/>
            </a:xfrm>
            <a:custGeom>
              <a:avLst/>
              <a:gdLst>
                <a:gd name="connsiteX0" fmla="*/ 17773 w 56262"/>
                <a:gd name="connsiteY0" fmla="*/ 16264 h 20535"/>
                <a:gd name="connsiteX1" fmla="*/ 15746 w 56262"/>
                <a:gd name="connsiteY1" fmla="*/ 20168 h 20535"/>
                <a:gd name="connsiteX2" fmla="*/ 7259 w 56262"/>
                <a:gd name="connsiteY2" fmla="*/ 20168 h 20535"/>
                <a:gd name="connsiteX3" fmla="*/ 5156 w 56262"/>
                <a:gd name="connsiteY3" fmla="*/ 19492 h 20535"/>
                <a:gd name="connsiteX4" fmla="*/ 3880 w 56262"/>
                <a:gd name="connsiteY4" fmla="*/ 18291 h 20535"/>
                <a:gd name="connsiteX5" fmla="*/ 50 w 56262"/>
                <a:gd name="connsiteY5" fmla="*/ 13561 h 20535"/>
                <a:gd name="connsiteX6" fmla="*/ 726 w 56262"/>
                <a:gd name="connsiteY6" fmla="*/ 9806 h 20535"/>
                <a:gd name="connsiteX7" fmla="*/ 3354 w 56262"/>
                <a:gd name="connsiteY7" fmla="*/ 1472 h 20535"/>
                <a:gd name="connsiteX8" fmla="*/ 20176 w 56262"/>
                <a:gd name="connsiteY8" fmla="*/ -30 h 20535"/>
                <a:gd name="connsiteX9" fmla="*/ 21979 w 56262"/>
                <a:gd name="connsiteY9" fmla="*/ 5301 h 20535"/>
                <a:gd name="connsiteX10" fmla="*/ 39102 w 56262"/>
                <a:gd name="connsiteY10" fmla="*/ 6578 h 20535"/>
                <a:gd name="connsiteX11" fmla="*/ 47663 w 56262"/>
                <a:gd name="connsiteY11" fmla="*/ 7028 h 20535"/>
                <a:gd name="connsiteX12" fmla="*/ 55173 w 56262"/>
                <a:gd name="connsiteY12" fmla="*/ 7629 h 20535"/>
                <a:gd name="connsiteX13" fmla="*/ 56149 w 56262"/>
                <a:gd name="connsiteY13" fmla="*/ 10182 h 20535"/>
                <a:gd name="connsiteX14" fmla="*/ 56149 w 56262"/>
                <a:gd name="connsiteY14" fmla="*/ 12209 h 20535"/>
                <a:gd name="connsiteX15" fmla="*/ 53896 w 56262"/>
                <a:gd name="connsiteY15" fmla="*/ 14762 h 20535"/>
                <a:gd name="connsiteX16" fmla="*/ 17773 w 56262"/>
                <a:gd name="connsiteY16" fmla="*/ 16264 h 20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6262" h="20535">
                  <a:moveTo>
                    <a:pt x="17773" y="16264"/>
                  </a:moveTo>
                  <a:cubicBezTo>
                    <a:pt x="20252" y="17991"/>
                    <a:pt x="17248" y="19868"/>
                    <a:pt x="15746" y="20168"/>
                  </a:cubicBezTo>
                  <a:cubicBezTo>
                    <a:pt x="12935" y="20619"/>
                    <a:pt x="10070" y="20619"/>
                    <a:pt x="7259" y="20168"/>
                  </a:cubicBezTo>
                  <a:cubicBezTo>
                    <a:pt x="6510" y="20138"/>
                    <a:pt x="5783" y="19905"/>
                    <a:pt x="5156" y="19492"/>
                  </a:cubicBezTo>
                  <a:cubicBezTo>
                    <a:pt x="4662" y="19169"/>
                    <a:pt x="4229" y="18764"/>
                    <a:pt x="3880" y="18291"/>
                  </a:cubicBezTo>
                  <a:cubicBezTo>
                    <a:pt x="2828" y="17014"/>
                    <a:pt x="500" y="15137"/>
                    <a:pt x="50" y="13561"/>
                  </a:cubicBezTo>
                  <a:cubicBezTo>
                    <a:pt x="-169" y="12269"/>
                    <a:pt x="70" y="10940"/>
                    <a:pt x="726" y="9806"/>
                  </a:cubicBezTo>
                  <a:cubicBezTo>
                    <a:pt x="2281" y="7291"/>
                    <a:pt x="3184" y="4423"/>
                    <a:pt x="3354" y="1472"/>
                  </a:cubicBezTo>
                  <a:cubicBezTo>
                    <a:pt x="8908" y="488"/>
                    <a:pt x="14536" y="-15"/>
                    <a:pt x="20176" y="-30"/>
                  </a:cubicBezTo>
                  <a:cubicBezTo>
                    <a:pt x="20852" y="2073"/>
                    <a:pt x="22580" y="3649"/>
                    <a:pt x="21979" y="5301"/>
                  </a:cubicBezTo>
                  <a:cubicBezTo>
                    <a:pt x="27715" y="5136"/>
                    <a:pt x="33453" y="5564"/>
                    <a:pt x="39102" y="6578"/>
                  </a:cubicBezTo>
                  <a:cubicBezTo>
                    <a:pt x="41946" y="6878"/>
                    <a:pt x="44803" y="7028"/>
                    <a:pt x="47663" y="7028"/>
                  </a:cubicBezTo>
                  <a:cubicBezTo>
                    <a:pt x="49841" y="7028"/>
                    <a:pt x="53971" y="5526"/>
                    <a:pt x="55173" y="7629"/>
                  </a:cubicBezTo>
                  <a:cubicBezTo>
                    <a:pt x="55652" y="8410"/>
                    <a:pt x="55983" y="9281"/>
                    <a:pt x="56149" y="10182"/>
                  </a:cubicBezTo>
                  <a:cubicBezTo>
                    <a:pt x="56261" y="10850"/>
                    <a:pt x="56261" y="11541"/>
                    <a:pt x="56149" y="12209"/>
                  </a:cubicBezTo>
                  <a:cubicBezTo>
                    <a:pt x="55792" y="13343"/>
                    <a:pt x="54974" y="14266"/>
                    <a:pt x="53896" y="14762"/>
                  </a:cubicBezTo>
                  <a:cubicBezTo>
                    <a:pt x="42556" y="20694"/>
                    <a:pt x="29939" y="14912"/>
                    <a:pt x="17773" y="16264"/>
                  </a:cubicBezTo>
                  <a:close/>
                </a:path>
              </a:pathLst>
            </a:custGeom>
            <a:solidFill>
              <a:srgbClr val="1919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4" name="Content Placeholder 4">
              <a:extLst>
                <a:ext uri="{FF2B5EF4-FFF2-40B4-BE49-F238E27FC236}">
                  <a16:creationId xmlns:a16="http://schemas.microsoft.com/office/drawing/2014/main" id="{FCE000BE-940F-FD3C-8CB2-4767C257F143}"/>
                </a:ext>
              </a:extLst>
            </p:cNvPr>
            <p:cNvSpPr/>
            <p:nvPr/>
          </p:nvSpPr>
          <p:spPr>
            <a:xfrm>
              <a:off x="3365006" y="3416560"/>
              <a:ext cx="57513" cy="37210"/>
            </a:xfrm>
            <a:custGeom>
              <a:avLst/>
              <a:gdLst>
                <a:gd name="connsiteX0" fmla="*/ 16418 w 57513"/>
                <a:gd name="connsiteY0" fmla="*/ 22571 h 37210"/>
                <a:gd name="connsiteX1" fmla="*/ 12738 w 57513"/>
                <a:gd name="connsiteY1" fmla="*/ 25574 h 37210"/>
                <a:gd name="connsiteX2" fmla="*/ 4251 w 57513"/>
                <a:gd name="connsiteY2" fmla="*/ 22120 h 37210"/>
                <a:gd name="connsiteX3" fmla="*/ 2449 w 57513"/>
                <a:gd name="connsiteY3" fmla="*/ 20544 h 37210"/>
                <a:gd name="connsiteX4" fmla="*/ 1698 w 57513"/>
                <a:gd name="connsiteY4" fmla="*/ 18817 h 37210"/>
                <a:gd name="connsiteX5" fmla="*/ -29 w 57513"/>
                <a:gd name="connsiteY5" fmla="*/ 12509 h 37210"/>
                <a:gd name="connsiteX6" fmla="*/ 2374 w 57513"/>
                <a:gd name="connsiteY6" fmla="*/ 9056 h 37210"/>
                <a:gd name="connsiteX7" fmla="*/ 9133 w 57513"/>
                <a:gd name="connsiteY7" fmla="*/ -30 h 37210"/>
                <a:gd name="connsiteX8" fmla="*/ 28734 w 57513"/>
                <a:gd name="connsiteY8" fmla="*/ 9281 h 37210"/>
                <a:gd name="connsiteX9" fmla="*/ 25204 w 57513"/>
                <a:gd name="connsiteY9" fmla="*/ 14161 h 37210"/>
                <a:gd name="connsiteX10" fmla="*/ 41576 w 57513"/>
                <a:gd name="connsiteY10" fmla="*/ 22571 h 37210"/>
                <a:gd name="connsiteX11" fmla="*/ 49837 w 57513"/>
                <a:gd name="connsiteY11" fmla="*/ 26700 h 37210"/>
                <a:gd name="connsiteX12" fmla="*/ 57347 w 57513"/>
                <a:gd name="connsiteY12" fmla="*/ 30755 h 37210"/>
                <a:gd name="connsiteX13" fmla="*/ 57347 w 57513"/>
                <a:gd name="connsiteY13" fmla="*/ 33608 h 37210"/>
                <a:gd name="connsiteX14" fmla="*/ 56521 w 57513"/>
                <a:gd name="connsiteY14" fmla="*/ 35635 h 37210"/>
                <a:gd name="connsiteX15" fmla="*/ 53142 w 57513"/>
                <a:gd name="connsiteY15" fmla="*/ 37137 h 37210"/>
                <a:gd name="connsiteX16" fmla="*/ 16418 w 57513"/>
                <a:gd name="connsiteY16" fmla="*/ 22571 h 3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7513" h="37210">
                  <a:moveTo>
                    <a:pt x="16418" y="22571"/>
                  </a:moveTo>
                  <a:cubicBezTo>
                    <a:pt x="18145" y="25424"/>
                    <a:pt x="14315" y="25950"/>
                    <a:pt x="12738" y="25574"/>
                  </a:cubicBezTo>
                  <a:cubicBezTo>
                    <a:pt x="9729" y="24928"/>
                    <a:pt x="6856" y="23757"/>
                    <a:pt x="4251" y="22120"/>
                  </a:cubicBezTo>
                  <a:cubicBezTo>
                    <a:pt x="3522" y="21767"/>
                    <a:pt x="2900" y="21219"/>
                    <a:pt x="2449" y="20544"/>
                  </a:cubicBezTo>
                  <a:cubicBezTo>
                    <a:pt x="2122" y="20003"/>
                    <a:pt x="1870" y="19425"/>
                    <a:pt x="1698" y="18817"/>
                  </a:cubicBezTo>
                  <a:cubicBezTo>
                    <a:pt x="811" y="16812"/>
                    <a:pt x="229" y="14687"/>
                    <a:pt x="-29" y="12509"/>
                  </a:cubicBezTo>
                  <a:cubicBezTo>
                    <a:pt x="335" y="11105"/>
                    <a:pt x="1187" y="9881"/>
                    <a:pt x="2374" y="9056"/>
                  </a:cubicBezTo>
                  <a:cubicBezTo>
                    <a:pt x="5247" y="6540"/>
                    <a:pt x="7551" y="3447"/>
                    <a:pt x="9133" y="-30"/>
                  </a:cubicBezTo>
                  <a:cubicBezTo>
                    <a:pt x="15910" y="2531"/>
                    <a:pt x="22465" y="5647"/>
                    <a:pt x="28734" y="9281"/>
                  </a:cubicBezTo>
                  <a:cubicBezTo>
                    <a:pt x="26556" y="11233"/>
                    <a:pt x="26481" y="12735"/>
                    <a:pt x="25204" y="14161"/>
                  </a:cubicBezTo>
                  <a:cubicBezTo>
                    <a:pt x="30934" y="16399"/>
                    <a:pt x="36421" y="19215"/>
                    <a:pt x="41576" y="22571"/>
                  </a:cubicBezTo>
                  <a:cubicBezTo>
                    <a:pt x="44253" y="24095"/>
                    <a:pt x="47010" y="25476"/>
                    <a:pt x="49837" y="26700"/>
                  </a:cubicBezTo>
                  <a:cubicBezTo>
                    <a:pt x="52015" y="27676"/>
                    <a:pt x="56746" y="28052"/>
                    <a:pt x="57347" y="30755"/>
                  </a:cubicBezTo>
                  <a:cubicBezTo>
                    <a:pt x="57530" y="31694"/>
                    <a:pt x="57530" y="32662"/>
                    <a:pt x="57347" y="33608"/>
                  </a:cubicBezTo>
                  <a:cubicBezTo>
                    <a:pt x="57197" y="34329"/>
                    <a:pt x="56917" y="35012"/>
                    <a:pt x="56521" y="35635"/>
                  </a:cubicBezTo>
                  <a:cubicBezTo>
                    <a:pt x="55687" y="36634"/>
                    <a:pt x="54439" y="37182"/>
                    <a:pt x="53142" y="37137"/>
                  </a:cubicBezTo>
                  <a:cubicBezTo>
                    <a:pt x="38948" y="37963"/>
                    <a:pt x="28734" y="26775"/>
                    <a:pt x="16418" y="22571"/>
                  </a:cubicBezTo>
                  <a:close/>
                </a:path>
              </a:pathLst>
            </a:custGeom>
            <a:solidFill>
              <a:srgbClr val="1919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5" name="Content Placeholder 4">
              <a:extLst>
                <a:ext uri="{FF2B5EF4-FFF2-40B4-BE49-F238E27FC236}">
                  <a16:creationId xmlns:a16="http://schemas.microsoft.com/office/drawing/2014/main" id="{C074E44A-6ED5-817F-E095-A723EA9F1C40}"/>
                </a:ext>
              </a:extLst>
            </p:cNvPr>
            <p:cNvSpPr/>
            <p:nvPr/>
          </p:nvSpPr>
          <p:spPr>
            <a:xfrm>
              <a:off x="3382655" y="2778910"/>
              <a:ext cx="187419" cy="459770"/>
            </a:xfrm>
            <a:custGeom>
              <a:avLst/>
              <a:gdLst>
                <a:gd name="connsiteX0" fmla="*/ 102030 w 187419"/>
                <a:gd name="connsiteY0" fmla="*/ 13517 h 459770"/>
                <a:gd name="connsiteX1" fmla="*/ 92943 w 187419"/>
                <a:gd name="connsiteY1" fmla="*/ 4657 h 459770"/>
                <a:gd name="connsiteX2" fmla="*/ 59073 w 187419"/>
                <a:gd name="connsiteY2" fmla="*/ 13818 h 459770"/>
                <a:gd name="connsiteX3" fmla="*/ 30986 w 187419"/>
                <a:gd name="connsiteY3" fmla="*/ 76138 h 459770"/>
                <a:gd name="connsiteX4" fmla="*/ 15966 w 187419"/>
                <a:gd name="connsiteY4" fmla="*/ 124192 h 459770"/>
                <a:gd name="connsiteX5" fmla="*/ 946 w 187419"/>
                <a:gd name="connsiteY5" fmla="*/ 443977 h 459770"/>
                <a:gd name="connsiteX6" fmla="*/ 91066 w 187419"/>
                <a:gd name="connsiteY6" fmla="*/ 456141 h 459770"/>
                <a:gd name="connsiteX7" fmla="*/ 145438 w 187419"/>
                <a:gd name="connsiteY7" fmla="*/ 459519 h 459770"/>
                <a:gd name="connsiteX8" fmla="*/ 187119 w 187419"/>
                <a:gd name="connsiteY8" fmla="*/ 440373 h 459770"/>
                <a:gd name="connsiteX9" fmla="*/ 172099 w 187419"/>
                <a:gd name="connsiteY9" fmla="*/ 387814 h 459770"/>
                <a:gd name="connsiteX10" fmla="*/ 162636 w 187419"/>
                <a:gd name="connsiteY10" fmla="*/ 158280 h 459770"/>
                <a:gd name="connsiteX11" fmla="*/ 163838 w 187419"/>
                <a:gd name="connsiteY11" fmla="*/ 86349 h 459770"/>
                <a:gd name="connsiteX12" fmla="*/ 144912 w 187419"/>
                <a:gd name="connsiteY12" fmla="*/ 42650 h 459770"/>
                <a:gd name="connsiteX13" fmla="*/ 107813 w 187419"/>
                <a:gd name="connsiteY13" fmla="*/ 19224 h 459770"/>
                <a:gd name="connsiteX14" fmla="*/ 102030 w 187419"/>
                <a:gd name="connsiteY14" fmla="*/ 13517 h 459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7419" h="459770">
                  <a:moveTo>
                    <a:pt x="102030" y="13517"/>
                  </a:moveTo>
                  <a:cubicBezTo>
                    <a:pt x="99462" y="10123"/>
                    <a:pt x="96399" y="7143"/>
                    <a:pt x="92943" y="4657"/>
                  </a:cubicBezTo>
                  <a:cubicBezTo>
                    <a:pt x="78374" y="-4728"/>
                    <a:pt x="68536" y="828"/>
                    <a:pt x="59073" y="13818"/>
                  </a:cubicBezTo>
                  <a:cubicBezTo>
                    <a:pt x="46487" y="32987"/>
                    <a:pt x="37008" y="54018"/>
                    <a:pt x="30986" y="76138"/>
                  </a:cubicBezTo>
                  <a:cubicBezTo>
                    <a:pt x="25729" y="92056"/>
                    <a:pt x="20472" y="108049"/>
                    <a:pt x="15966" y="124192"/>
                  </a:cubicBezTo>
                  <a:cubicBezTo>
                    <a:pt x="-11070" y="228034"/>
                    <a:pt x="5377" y="337132"/>
                    <a:pt x="946" y="443977"/>
                  </a:cubicBezTo>
                  <a:lnTo>
                    <a:pt x="91066" y="456141"/>
                  </a:lnTo>
                  <a:cubicBezTo>
                    <a:pt x="109025" y="459136"/>
                    <a:pt x="127246" y="460263"/>
                    <a:pt x="145438" y="459519"/>
                  </a:cubicBezTo>
                  <a:cubicBezTo>
                    <a:pt x="150169" y="459519"/>
                    <a:pt x="191099" y="448332"/>
                    <a:pt x="187119" y="440373"/>
                  </a:cubicBezTo>
                  <a:cubicBezTo>
                    <a:pt x="179573" y="423682"/>
                    <a:pt x="174513" y="405969"/>
                    <a:pt x="172099" y="387814"/>
                  </a:cubicBezTo>
                  <a:cubicBezTo>
                    <a:pt x="159195" y="312016"/>
                    <a:pt x="156015" y="234881"/>
                    <a:pt x="162636" y="158280"/>
                  </a:cubicBezTo>
                  <a:cubicBezTo>
                    <a:pt x="164739" y="134328"/>
                    <a:pt x="167818" y="110076"/>
                    <a:pt x="163838" y="86349"/>
                  </a:cubicBezTo>
                  <a:cubicBezTo>
                    <a:pt x="161438" y="70386"/>
                    <a:pt x="154915" y="55324"/>
                    <a:pt x="144912" y="42650"/>
                  </a:cubicBezTo>
                  <a:cubicBezTo>
                    <a:pt x="133873" y="29285"/>
                    <a:pt x="120880" y="28759"/>
                    <a:pt x="107813" y="19224"/>
                  </a:cubicBezTo>
                  <a:cubicBezTo>
                    <a:pt x="105685" y="17534"/>
                    <a:pt x="103746" y="15620"/>
                    <a:pt x="102030" y="13517"/>
                  </a:cubicBezTo>
                  <a:close/>
                </a:path>
              </a:pathLst>
            </a:custGeom>
            <a:solidFill>
              <a:srgbClr val="ABBC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6" name="Content Placeholder 4">
              <a:extLst>
                <a:ext uri="{FF2B5EF4-FFF2-40B4-BE49-F238E27FC236}">
                  <a16:creationId xmlns:a16="http://schemas.microsoft.com/office/drawing/2014/main" id="{D57671D0-6058-B679-6D49-B4B119A56931}"/>
                </a:ext>
              </a:extLst>
            </p:cNvPr>
            <p:cNvSpPr/>
            <p:nvPr/>
          </p:nvSpPr>
          <p:spPr>
            <a:xfrm>
              <a:off x="3478279" y="2677854"/>
              <a:ext cx="89337" cy="122089"/>
            </a:xfrm>
            <a:custGeom>
              <a:avLst/>
              <a:gdLst>
                <a:gd name="connsiteX0" fmla="*/ 25332 w 89337"/>
                <a:gd name="connsiteY0" fmla="*/ 13960 h 122089"/>
                <a:gd name="connsiteX1" fmla="*/ 3253 w 89337"/>
                <a:gd name="connsiteY1" fmla="*/ 51502 h 122089"/>
                <a:gd name="connsiteX2" fmla="*/ 5280 w 89337"/>
                <a:gd name="connsiteY2" fmla="*/ 98881 h 122089"/>
                <a:gd name="connsiteX3" fmla="*/ 44107 w 89337"/>
                <a:gd name="connsiteY3" fmla="*/ 121932 h 122089"/>
                <a:gd name="connsiteX4" fmla="*/ 70918 w 89337"/>
                <a:gd name="connsiteY4" fmla="*/ 105113 h 122089"/>
                <a:gd name="connsiteX5" fmla="*/ 85036 w 89337"/>
                <a:gd name="connsiteY5" fmla="*/ 26950 h 122089"/>
                <a:gd name="connsiteX6" fmla="*/ 64384 w 89337"/>
                <a:gd name="connsiteY6" fmla="*/ 520 h 122089"/>
                <a:gd name="connsiteX7" fmla="*/ 25332 w 89337"/>
                <a:gd name="connsiteY7" fmla="*/ 13960 h 122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9337" h="122089">
                  <a:moveTo>
                    <a:pt x="25332" y="13960"/>
                  </a:moveTo>
                  <a:cubicBezTo>
                    <a:pt x="14456" y="24044"/>
                    <a:pt x="6779" y="37101"/>
                    <a:pt x="3253" y="51502"/>
                  </a:cubicBezTo>
                  <a:cubicBezTo>
                    <a:pt x="-1737" y="67030"/>
                    <a:pt x="-1018" y="83834"/>
                    <a:pt x="5280" y="98881"/>
                  </a:cubicBezTo>
                  <a:cubicBezTo>
                    <a:pt x="12017" y="114025"/>
                    <a:pt x="27583" y="123268"/>
                    <a:pt x="44107" y="121932"/>
                  </a:cubicBezTo>
                  <a:cubicBezTo>
                    <a:pt x="54784" y="119754"/>
                    <a:pt x="64309" y="113777"/>
                    <a:pt x="70918" y="105113"/>
                  </a:cubicBezTo>
                  <a:cubicBezTo>
                    <a:pt x="88668" y="83180"/>
                    <a:pt x="93992" y="53702"/>
                    <a:pt x="85036" y="26950"/>
                  </a:cubicBezTo>
                  <a:cubicBezTo>
                    <a:pt x="81507" y="16363"/>
                    <a:pt x="75874" y="3298"/>
                    <a:pt x="64384" y="520"/>
                  </a:cubicBezTo>
                  <a:cubicBezTo>
                    <a:pt x="52894" y="-2258"/>
                    <a:pt x="34344" y="6001"/>
                    <a:pt x="25332" y="13960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7" name="Content Placeholder 4">
              <a:extLst>
                <a:ext uri="{FF2B5EF4-FFF2-40B4-BE49-F238E27FC236}">
                  <a16:creationId xmlns:a16="http://schemas.microsoft.com/office/drawing/2014/main" id="{3283879F-71F6-E394-69C6-3F292B57081C}"/>
                </a:ext>
              </a:extLst>
            </p:cNvPr>
            <p:cNvSpPr/>
            <p:nvPr/>
          </p:nvSpPr>
          <p:spPr>
            <a:xfrm>
              <a:off x="3464231" y="2658855"/>
              <a:ext cx="116010" cy="103758"/>
            </a:xfrm>
            <a:custGeom>
              <a:avLst/>
              <a:gdLst>
                <a:gd name="connsiteX0" fmla="*/ 111250 w 116010"/>
                <a:gd name="connsiteY0" fmla="*/ 43696 h 103758"/>
                <a:gd name="connsiteX1" fmla="*/ 115981 w 116010"/>
                <a:gd name="connsiteY1" fmla="*/ 34761 h 103758"/>
                <a:gd name="connsiteX2" fmla="*/ 112602 w 116010"/>
                <a:gd name="connsiteY2" fmla="*/ 26727 h 103758"/>
                <a:gd name="connsiteX3" fmla="*/ 58305 w 116010"/>
                <a:gd name="connsiteY3" fmla="*/ -3 h 103758"/>
                <a:gd name="connsiteX4" fmla="*/ 43285 w 116010"/>
                <a:gd name="connsiteY4" fmla="*/ 2775 h 103758"/>
                <a:gd name="connsiteX5" fmla="*/ 15573 w 116010"/>
                <a:gd name="connsiteY5" fmla="*/ 28529 h 103758"/>
                <a:gd name="connsiteX6" fmla="*/ 3106 w 116010"/>
                <a:gd name="connsiteY6" fmla="*/ 93778 h 103758"/>
                <a:gd name="connsiteX7" fmla="*/ 8513 w 116010"/>
                <a:gd name="connsiteY7" fmla="*/ 102112 h 103758"/>
                <a:gd name="connsiteX8" fmla="*/ 17826 w 116010"/>
                <a:gd name="connsiteY8" fmla="*/ 102112 h 103758"/>
                <a:gd name="connsiteX9" fmla="*/ 20605 w 116010"/>
                <a:gd name="connsiteY9" fmla="*/ 97006 h 103758"/>
                <a:gd name="connsiteX10" fmla="*/ 34949 w 116010"/>
                <a:gd name="connsiteY10" fmla="*/ 60140 h 103758"/>
                <a:gd name="connsiteX11" fmla="*/ 52372 w 116010"/>
                <a:gd name="connsiteY11" fmla="*/ 43696 h 103758"/>
                <a:gd name="connsiteX12" fmla="*/ 111250 w 116010"/>
                <a:gd name="connsiteY12" fmla="*/ 43696 h 103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6010" h="103758">
                  <a:moveTo>
                    <a:pt x="111250" y="43696"/>
                  </a:moveTo>
                  <a:cubicBezTo>
                    <a:pt x="114019" y="41519"/>
                    <a:pt x="115737" y="38275"/>
                    <a:pt x="115981" y="34761"/>
                  </a:cubicBezTo>
                  <a:cubicBezTo>
                    <a:pt x="115674" y="31810"/>
                    <a:pt x="114498" y="29010"/>
                    <a:pt x="112602" y="26727"/>
                  </a:cubicBezTo>
                  <a:cubicBezTo>
                    <a:pt x="100039" y="9383"/>
                    <a:pt x="79712" y="-619"/>
                    <a:pt x="58305" y="-3"/>
                  </a:cubicBezTo>
                  <a:cubicBezTo>
                    <a:pt x="53178" y="80"/>
                    <a:pt x="48101" y="1018"/>
                    <a:pt x="43285" y="2775"/>
                  </a:cubicBezTo>
                  <a:cubicBezTo>
                    <a:pt x="31544" y="8196"/>
                    <a:pt x="21837" y="17214"/>
                    <a:pt x="15573" y="28529"/>
                  </a:cubicBezTo>
                  <a:cubicBezTo>
                    <a:pt x="3256" y="47826"/>
                    <a:pt x="-4779" y="72153"/>
                    <a:pt x="3106" y="93778"/>
                  </a:cubicBezTo>
                  <a:cubicBezTo>
                    <a:pt x="4057" y="97022"/>
                    <a:pt x="5937" y="99920"/>
                    <a:pt x="8513" y="102112"/>
                  </a:cubicBezTo>
                  <a:cubicBezTo>
                    <a:pt x="11243" y="104267"/>
                    <a:pt x="15097" y="104267"/>
                    <a:pt x="17826" y="102112"/>
                  </a:cubicBezTo>
                  <a:cubicBezTo>
                    <a:pt x="19139" y="100648"/>
                    <a:pt x="20091" y="98906"/>
                    <a:pt x="20605" y="97006"/>
                  </a:cubicBezTo>
                  <a:cubicBezTo>
                    <a:pt x="24960" y="84618"/>
                    <a:pt x="29391" y="72078"/>
                    <a:pt x="34949" y="60140"/>
                  </a:cubicBezTo>
                  <a:cubicBezTo>
                    <a:pt x="38553" y="52631"/>
                    <a:pt x="43059" y="44447"/>
                    <a:pt x="52372" y="43696"/>
                  </a:cubicBezTo>
                  <a:cubicBezTo>
                    <a:pt x="72198" y="42270"/>
                    <a:pt x="93226" y="59464"/>
                    <a:pt x="111250" y="43696"/>
                  </a:cubicBezTo>
                  <a:close/>
                </a:path>
              </a:pathLst>
            </a:custGeom>
            <a:solidFill>
              <a:srgbClr val="D9AC7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8" name="Content Placeholder 4">
              <a:extLst>
                <a:ext uri="{FF2B5EF4-FFF2-40B4-BE49-F238E27FC236}">
                  <a16:creationId xmlns:a16="http://schemas.microsoft.com/office/drawing/2014/main" id="{54902769-4E23-6B13-05F9-F11DED757D98}"/>
                </a:ext>
              </a:extLst>
            </p:cNvPr>
            <p:cNvSpPr/>
            <p:nvPr/>
          </p:nvSpPr>
          <p:spPr>
            <a:xfrm>
              <a:off x="3418110" y="2977790"/>
              <a:ext cx="183319" cy="133567"/>
            </a:xfrm>
            <a:custGeom>
              <a:avLst/>
              <a:gdLst>
                <a:gd name="connsiteX0" fmla="*/ 150988 w 183319"/>
                <a:gd name="connsiteY0" fmla="*/ 96 h 133567"/>
                <a:gd name="connsiteX1" fmla="*/ 170214 w 183319"/>
                <a:gd name="connsiteY1" fmla="*/ 3475 h 133567"/>
                <a:gd name="connsiteX2" fmla="*/ 176973 w 183319"/>
                <a:gd name="connsiteY2" fmla="*/ 27052 h 133567"/>
                <a:gd name="connsiteX3" fmla="*/ 183056 w 183319"/>
                <a:gd name="connsiteY3" fmla="*/ 112723 h 133567"/>
                <a:gd name="connsiteX4" fmla="*/ 180427 w 183319"/>
                <a:gd name="connsiteY4" fmla="*/ 119556 h 133567"/>
                <a:gd name="connsiteX5" fmla="*/ 175095 w 183319"/>
                <a:gd name="connsiteY5" fmla="*/ 121283 h 133567"/>
                <a:gd name="connsiteX6" fmla="*/ 21216 w 183319"/>
                <a:gd name="connsiteY6" fmla="*/ 133371 h 133567"/>
                <a:gd name="connsiteX7" fmla="*/ 15883 w 183319"/>
                <a:gd name="connsiteY7" fmla="*/ 132545 h 133567"/>
                <a:gd name="connsiteX8" fmla="*/ 11678 w 183319"/>
                <a:gd name="connsiteY8" fmla="*/ 126013 h 133567"/>
                <a:gd name="connsiteX9" fmla="*/ 263 w 183319"/>
                <a:gd name="connsiteY9" fmla="*/ 29154 h 133567"/>
                <a:gd name="connsiteX10" fmla="*/ 1915 w 183319"/>
                <a:gd name="connsiteY10" fmla="*/ 16765 h 133567"/>
                <a:gd name="connsiteX11" fmla="*/ 23318 w 183319"/>
                <a:gd name="connsiteY11" fmla="*/ 8656 h 133567"/>
                <a:gd name="connsiteX12" fmla="*/ 70481 w 183319"/>
                <a:gd name="connsiteY12" fmla="*/ 3700 h 133567"/>
                <a:gd name="connsiteX13" fmla="*/ 150988 w 183319"/>
                <a:gd name="connsiteY13" fmla="*/ 96 h 133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3319" h="133567">
                  <a:moveTo>
                    <a:pt x="150988" y="96"/>
                  </a:moveTo>
                  <a:cubicBezTo>
                    <a:pt x="157581" y="-437"/>
                    <a:pt x="164198" y="727"/>
                    <a:pt x="170214" y="3475"/>
                  </a:cubicBezTo>
                  <a:cubicBezTo>
                    <a:pt x="179076" y="8431"/>
                    <a:pt x="176372" y="18492"/>
                    <a:pt x="176973" y="27052"/>
                  </a:cubicBezTo>
                  <a:cubicBezTo>
                    <a:pt x="179001" y="55659"/>
                    <a:pt x="184483" y="84041"/>
                    <a:pt x="183056" y="112723"/>
                  </a:cubicBezTo>
                  <a:cubicBezTo>
                    <a:pt x="183317" y="115291"/>
                    <a:pt x="182340" y="117829"/>
                    <a:pt x="180427" y="119556"/>
                  </a:cubicBezTo>
                  <a:cubicBezTo>
                    <a:pt x="178774" y="120464"/>
                    <a:pt x="176965" y="121050"/>
                    <a:pt x="175095" y="121283"/>
                  </a:cubicBezTo>
                  <a:cubicBezTo>
                    <a:pt x="124328" y="130391"/>
                    <a:pt x="72782" y="134438"/>
                    <a:pt x="21216" y="133371"/>
                  </a:cubicBezTo>
                  <a:cubicBezTo>
                    <a:pt x="19403" y="133409"/>
                    <a:pt x="17599" y="133131"/>
                    <a:pt x="15883" y="132545"/>
                  </a:cubicBezTo>
                  <a:cubicBezTo>
                    <a:pt x="13567" y="131119"/>
                    <a:pt x="12020" y="128716"/>
                    <a:pt x="11678" y="126013"/>
                  </a:cubicBezTo>
                  <a:cubicBezTo>
                    <a:pt x="4168" y="93952"/>
                    <a:pt x="2741" y="61816"/>
                    <a:pt x="263" y="29154"/>
                  </a:cubicBezTo>
                  <a:cubicBezTo>
                    <a:pt x="-441" y="24949"/>
                    <a:pt x="134" y="20639"/>
                    <a:pt x="1915" y="16765"/>
                  </a:cubicBezTo>
                  <a:cubicBezTo>
                    <a:pt x="6346" y="9257"/>
                    <a:pt x="14306" y="10008"/>
                    <a:pt x="23318" y="8656"/>
                  </a:cubicBezTo>
                  <a:cubicBezTo>
                    <a:pt x="36686" y="6704"/>
                    <a:pt x="57038" y="4977"/>
                    <a:pt x="70481" y="3700"/>
                  </a:cubicBezTo>
                  <a:cubicBezTo>
                    <a:pt x="97236" y="1110"/>
                    <a:pt x="124108" y="-91"/>
                    <a:pt x="150988" y="96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9" name="Content Placeholder 4">
              <a:extLst>
                <a:ext uri="{FF2B5EF4-FFF2-40B4-BE49-F238E27FC236}">
                  <a16:creationId xmlns:a16="http://schemas.microsoft.com/office/drawing/2014/main" id="{734665D9-F383-79E7-2F7E-0188748FA202}"/>
                </a:ext>
              </a:extLst>
            </p:cNvPr>
            <p:cNvSpPr/>
            <p:nvPr/>
          </p:nvSpPr>
          <p:spPr>
            <a:xfrm>
              <a:off x="3444878" y="2816227"/>
              <a:ext cx="94284" cy="276915"/>
            </a:xfrm>
            <a:custGeom>
              <a:avLst/>
              <a:gdLst>
                <a:gd name="connsiteX0" fmla="*/ 9843 w 94284"/>
                <a:gd name="connsiteY0" fmla="*/ 111202 h 276915"/>
                <a:gd name="connsiteX1" fmla="*/ 380 w 94284"/>
                <a:gd name="connsiteY1" fmla="*/ 62698 h 276915"/>
                <a:gd name="connsiteX2" fmla="*/ 7890 w 94284"/>
                <a:gd name="connsiteY2" fmla="*/ 14343 h 276915"/>
                <a:gd name="connsiteX3" fmla="*/ 27341 w 94284"/>
                <a:gd name="connsiteY3" fmla="*/ 302 h 276915"/>
                <a:gd name="connsiteX4" fmla="*/ 39582 w 94284"/>
                <a:gd name="connsiteY4" fmla="*/ 19749 h 276915"/>
                <a:gd name="connsiteX5" fmla="*/ 52875 w 94284"/>
                <a:gd name="connsiteY5" fmla="*/ 129298 h 276915"/>
                <a:gd name="connsiteX6" fmla="*/ 58207 w 94284"/>
                <a:gd name="connsiteY6" fmla="*/ 174348 h 276915"/>
                <a:gd name="connsiteX7" fmla="*/ 94255 w 94284"/>
                <a:gd name="connsiteY7" fmla="*/ 272334 h 276915"/>
                <a:gd name="connsiteX8" fmla="*/ 78409 w 94284"/>
                <a:gd name="connsiteY8" fmla="*/ 275562 h 276915"/>
                <a:gd name="connsiteX9" fmla="*/ 71575 w 94284"/>
                <a:gd name="connsiteY9" fmla="*/ 264300 h 276915"/>
                <a:gd name="connsiteX10" fmla="*/ 62938 w 94284"/>
                <a:gd name="connsiteY10" fmla="*/ 252061 h 276915"/>
                <a:gd name="connsiteX11" fmla="*/ 47468 w 94284"/>
                <a:gd name="connsiteY11" fmla="*/ 218949 h 276915"/>
                <a:gd name="connsiteX12" fmla="*/ 21258 w 94284"/>
                <a:gd name="connsiteY12" fmla="*/ 150021 h 276915"/>
                <a:gd name="connsiteX13" fmla="*/ 9843 w 94284"/>
                <a:gd name="connsiteY13" fmla="*/ 111202 h 276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4284" h="276915">
                  <a:moveTo>
                    <a:pt x="9843" y="111202"/>
                  </a:moveTo>
                  <a:cubicBezTo>
                    <a:pt x="5048" y="95397"/>
                    <a:pt x="1878" y="79149"/>
                    <a:pt x="380" y="62698"/>
                  </a:cubicBezTo>
                  <a:cubicBezTo>
                    <a:pt x="-1107" y="46209"/>
                    <a:pt x="1471" y="29608"/>
                    <a:pt x="7890" y="14343"/>
                  </a:cubicBezTo>
                  <a:cubicBezTo>
                    <a:pt x="11570" y="6459"/>
                    <a:pt x="18855" y="-1800"/>
                    <a:pt x="27341" y="302"/>
                  </a:cubicBezTo>
                  <a:cubicBezTo>
                    <a:pt x="35827" y="2405"/>
                    <a:pt x="38155" y="11715"/>
                    <a:pt x="39582" y="19749"/>
                  </a:cubicBezTo>
                  <a:cubicBezTo>
                    <a:pt x="45966" y="56015"/>
                    <a:pt x="49646" y="92656"/>
                    <a:pt x="52875" y="129298"/>
                  </a:cubicBezTo>
                  <a:cubicBezTo>
                    <a:pt x="54227" y="144315"/>
                    <a:pt x="55503" y="159332"/>
                    <a:pt x="58207" y="174348"/>
                  </a:cubicBezTo>
                  <a:cubicBezTo>
                    <a:pt x="64885" y="208730"/>
                    <a:pt x="77057" y="241819"/>
                    <a:pt x="94255" y="272334"/>
                  </a:cubicBezTo>
                  <a:cubicBezTo>
                    <a:pt x="89524" y="275487"/>
                    <a:pt x="83215" y="278791"/>
                    <a:pt x="78409" y="275562"/>
                  </a:cubicBezTo>
                  <a:cubicBezTo>
                    <a:pt x="73603" y="272334"/>
                    <a:pt x="74128" y="268054"/>
                    <a:pt x="71575" y="264300"/>
                  </a:cubicBezTo>
                  <a:cubicBezTo>
                    <a:pt x="68391" y="260448"/>
                    <a:pt x="65503" y="256356"/>
                    <a:pt x="62938" y="252061"/>
                  </a:cubicBezTo>
                  <a:cubicBezTo>
                    <a:pt x="57531" y="241196"/>
                    <a:pt x="52374" y="230159"/>
                    <a:pt x="47468" y="218949"/>
                  </a:cubicBezTo>
                  <a:cubicBezTo>
                    <a:pt x="37455" y="196423"/>
                    <a:pt x="28718" y="173448"/>
                    <a:pt x="21258" y="150021"/>
                  </a:cubicBezTo>
                  <a:cubicBezTo>
                    <a:pt x="17278" y="137257"/>
                    <a:pt x="13447" y="124267"/>
                    <a:pt x="9843" y="111202"/>
                  </a:cubicBezTo>
                  <a:close/>
                </a:path>
              </a:pathLst>
            </a:custGeom>
            <a:solidFill>
              <a:srgbClr val="A2B3B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0" name="Content Placeholder 4">
              <a:extLst>
                <a:ext uri="{FF2B5EF4-FFF2-40B4-BE49-F238E27FC236}">
                  <a16:creationId xmlns:a16="http://schemas.microsoft.com/office/drawing/2014/main" id="{EB02E245-71E9-1050-4FA0-9BEB842070DD}"/>
                </a:ext>
              </a:extLst>
            </p:cNvPr>
            <p:cNvSpPr/>
            <p:nvPr/>
          </p:nvSpPr>
          <p:spPr>
            <a:xfrm>
              <a:off x="3527943" y="3087298"/>
              <a:ext cx="21301" cy="26220"/>
            </a:xfrm>
            <a:custGeom>
              <a:avLst/>
              <a:gdLst>
                <a:gd name="connsiteX0" fmla="*/ 2930 w 21301"/>
                <a:gd name="connsiteY0" fmla="*/ 22436 h 26220"/>
                <a:gd name="connsiteX1" fmla="*/ 3981 w 21301"/>
                <a:gd name="connsiteY1" fmla="*/ 25064 h 26220"/>
                <a:gd name="connsiteX2" fmla="*/ 6084 w 21301"/>
                <a:gd name="connsiteY2" fmla="*/ 25740 h 26220"/>
                <a:gd name="connsiteX3" fmla="*/ 14870 w 21301"/>
                <a:gd name="connsiteY3" fmla="*/ 25740 h 26220"/>
                <a:gd name="connsiteX4" fmla="*/ 21104 w 21301"/>
                <a:gd name="connsiteY4" fmla="*/ 20184 h 26220"/>
                <a:gd name="connsiteX5" fmla="*/ 21104 w 21301"/>
                <a:gd name="connsiteY5" fmla="*/ 16655 h 26220"/>
                <a:gd name="connsiteX6" fmla="*/ 9538 w 21301"/>
                <a:gd name="connsiteY6" fmla="*/ 2013 h 26220"/>
                <a:gd name="connsiteX7" fmla="*/ 1 w 21301"/>
                <a:gd name="connsiteY7" fmla="*/ 4716 h 26220"/>
                <a:gd name="connsiteX8" fmla="*/ 2930 w 21301"/>
                <a:gd name="connsiteY8" fmla="*/ 22436 h 26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301" h="26220">
                  <a:moveTo>
                    <a:pt x="2930" y="22436"/>
                  </a:moveTo>
                  <a:cubicBezTo>
                    <a:pt x="2946" y="23413"/>
                    <a:pt x="3320" y="24344"/>
                    <a:pt x="3981" y="25064"/>
                  </a:cubicBezTo>
                  <a:cubicBezTo>
                    <a:pt x="4592" y="25507"/>
                    <a:pt x="5328" y="25748"/>
                    <a:pt x="6084" y="25740"/>
                  </a:cubicBezTo>
                  <a:cubicBezTo>
                    <a:pt x="8982" y="26341"/>
                    <a:pt x="11972" y="26341"/>
                    <a:pt x="14870" y="25740"/>
                  </a:cubicBezTo>
                  <a:cubicBezTo>
                    <a:pt x="17815" y="25184"/>
                    <a:pt x="20212" y="23045"/>
                    <a:pt x="21104" y="20184"/>
                  </a:cubicBezTo>
                  <a:cubicBezTo>
                    <a:pt x="21329" y="19020"/>
                    <a:pt x="21329" y="17819"/>
                    <a:pt x="21104" y="16655"/>
                  </a:cubicBezTo>
                  <a:cubicBezTo>
                    <a:pt x="19120" y="10550"/>
                    <a:pt x="15018" y="5355"/>
                    <a:pt x="9538" y="2013"/>
                  </a:cubicBezTo>
                  <a:cubicBezTo>
                    <a:pt x="6009" y="-765"/>
                    <a:pt x="-525" y="-1440"/>
                    <a:pt x="1" y="4716"/>
                  </a:cubicBezTo>
                  <a:cubicBezTo>
                    <a:pt x="526" y="10873"/>
                    <a:pt x="2028" y="16655"/>
                    <a:pt x="2930" y="22436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1" name="Content Placeholder 4">
              <a:extLst>
                <a:ext uri="{FF2B5EF4-FFF2-40B4-BE49-F238E27FC236}">
                  <a16:creationId xmlns:a16="http://schemas.microsoft.com/office/drawing/2014/main" id="{9624799A-BC55-4C06-E781-AB278D03E2E4}"/>
                </a:ext>
              </a:extLst>
            </p:cNvPr>
            <p:cNvSpPr/>
            <p:nvPr/>
          </p:nvSpPr>
          <p:spPr>
            <a:xfrm>
              <a:off x="3560266" y="2783949"/>
              <a:ext cx="3686" cy="1791"/>
            </a:xfrm>
            <a:custGeom>
              <a:avLst/>
              <a:gdLst>
                <a:gd name="connsiteX0" fmla="*/ 496 w 3686"/>
                <a:gd name="connsiteY0" fmla="*/ 594 h 1791"/>
                <a:gd name="connsiteX1" fmla="*/ 3200 w 3686"/>
                <a:gd name="connsiteY1" fmla="*/ 144 h 1791"/>
                <a:gd name="connsiteX2" fmla="*/ 3200 w 3686"/>
                <a:gd name="connsiteY2" fmla="*/ 1270 h 1791"/>
                <a:gd name="connsiteX3" fmla="*/ 1172 w 3686"/>
                <a:gd name="connsiteY3" fmla="*/ 1721 h 1791"/>
                <a:gd name="connsiteX4" fmla="*/ 496 w 3686"/>
                <a:gd name="connsiteY4" fmla="*/ 594 h 1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6" h="1791">
                  <a:moveTo>
                    <a:pt x="496" y="594"/>
                  </a:moveTo>
                  <a:cubicBezTo>
                    <a:pt x="1172" y="219"/>
                    <a:pt x="2449" y="-307"/>
                    <a:pt x="3200" y="144"/>
                  </a:cubicBezTo>
                  <a:cubicBezTo>
                    <a:pt x="3951" y="594"/>
                    <a:pt x="3651" y="970"/>
                    <a:pt x="3200" y="1270"/>
                  </a:cubicBezTo>
                  <a:cubicBezTo>
                    <a:pt x="2557" y="1541"/>
                    <a:pt x="1870" y="1698"/>
                    <a:pt x="1172" y="1721"/>
                  </a:cubicBezTo>
                  <a:cubicBezTo>
                    <a:pt x="271" y="1946"/>
                    <a:pt x="-630" y="1195"/>
                    <a:pt x="496" y="594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572" name="Group 1571">
            <a:extLst>
              <a:ext uri="{FF2B5EF4-FFF2-40B4-BE49-F238E27FC236}">
                <a16:creationId xmlns:a16="http://schemas.microsoft.com/office/drawing/2014/main" id="{57A06229-6A59-4A9E-5577-E23F91D08ED3}"/>
              </a:ext>
            </a:extLst>
          </p:cNvPr>
          <p:cNvGrpSpPr/>
          <p:nvPr userDrawn="1"/>
        </p:nvGrpSpPr>
        <p:grpSpPr>
          <a:xfrm>
            <a:off x="9647238" y="4106738"/>
            <a:ext cx="360029" cy="789991"/>
            <a:chOff x="12303582" y="3820364"/>
            <a:chExt cx="360029" cy="789991"/>
          </a:xfrm>
        </p:grpSpPr>
        <p:sp>
          <p:nvSpPr>
            <p:cNvPr id="1573" name="Content Placeholder 4">
              <a:extLst>
                <a:ext uri="{FF2B5EF4-FFF2-40B4-BE49-F238E27FC236}">
                  <a16:creationId xmlns:a16="http://schemas.microsoft.com/office/drawing/2014/main" id="{0A2A41CF-5B27-A1DF-AFBA-5EA280456BC3}"/>
                </a:ext>
              </a:extLst>
            </p:cNvPr>
            <p:cNvSpPr/>
            <p:nvPr/>
          </p:nvSpPr>
          <p:spPr>
            <a:xfrm>
              <a:off x="12336920" y="4574865"/>
              <a:ext cx="326691" cy="35490"/>
            </a:xfrm>
            <a:custGeom>
              <a:avLst/>
              <a:gdLst>
                <a:gd name="connsiteX0" fmla="*/ 70913 w 326691"/>
                <a:gd name="connsiteY0" fmla="*/ 35058 h 35490"/>
                <a:gd name="connsiteX1" fmla="*/ 132720 w 326691"/>
                <a:gd name="connsiteY1" fmla="*/ 35058 h 35490"/>
                <a:gd name="connsiteX2" fmla="*/ 305450 w 326691"/>
                <a:gd name="connsiteY2" fmla="*/ 32130 h 35490"/>
                <a:gd name="connsiteX3" fmla="*/ 326628 w 326691"/>
                <a:gd name="connsiteY3" fmla="*/ 23796 h 35490"/>
                <a:gd name="connsiteX4" fmla="*/ 310407 w 326691"/>
                <a:gd name="connsiteY4" fmla="*/ 12759 h 35490"/>
                <a:gd name="connsiteX5" fmla="*/ 225243 w 326691"/>
                <a:gd name="connsiteY5" fmla="*/ 4424 h 35490"/>
                <a:gd name="connsiteX6" fmla="*/ 99000 w 326691"/>
                <a:gd name="connsiteY6" fmla="*/ 670 h 35490"/>
                <a:gd name="connsiteX7" fmla="*/ 21197 w 326691"/>
                <a:gd name="connsiteY7" fmla="*/ 5926 h 35490"/>
                <a:gd name="connsiteX8" fmla="*/ 9330 w 326691"/>
                <a:gd name="connsiteY8" fmla="*/ 31154 h 35490"/>
                <a:gd name="connsiteX9" fmla="*/ 33513 w 326691"/>
                <a:gd name="connsiteY9" fmla="*/ 32731 h 35490"/>
                <a:gd name="connsiteX10" fmla="*/ 70913 w 326691"/>
                <a:gd name="connsiteY10" fmla="*/ 35058 h 3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6691" h="35490">
                  <a:moveTo>
                    <a:pt x="70913" y="35058"/>
                  </a:moveTo>
                  <a:cubicBezTo>
                    <a:pt x="91565" y="35734"/>
                    <a:pt x="112143" y="35434"/>
                    <a:pt x="132720" y="35058"/>
                  </a:cubicBezTo>
                  <a:lnTo>
                    <a:pt x="305450" y="32130"/>
                  </a:lnTo>
                  <a:cubicBezTo>
                    <a:pt x="314386" y="32130"/>
                    <a:pt x="325952" y="30178"/>
                    <a:pt x="326628" y="23796"/>
                  </a:cubicBezTo>
                  <a:cubicBezTo>
                    <a:pt x="327304" y="17414"/>
                    <a:pt x="318066" y="14485"/>
                    <a:pt x="310407" y="12759"/>
                  </a:cubicBezTo>
                  <a:cubicBezTo>
                    <a:pt x="282319" y="7442"/>
                    <a:pt x="253856" y="4657"/>
                    <a:pt x="225243" y="4424"/>
                  </a:cubicBezTo>
                  <a:cubicBezTo>
                    <a:pt x="183187" y="2922"/>
                    <a:pt x="141131" y="1668"/>
                    <a:pt x="99000" y="670"/>
                  </a:cubicBezTo>
                  <a:cubicBezTo>
                    <a:pt x="72941" y="-1162"/>
                    <a:pt x="46731" y="610"/>
                    <a:pt x="21197" y="5926"/>
                  </a:cubicBezTo>
                  <a:cubicBezTo>
                    <a:pt x="7829" y="9380"/>
                    <a:pt x="-11923" y="24021"/>
                    <a:pt x="9330" y="31154"/>
                  </a:cubicBezTo>
                  <a:cubicBezTo>
                    <a:pt x="17291" y="32400"/>
                    <a:pt x="25402" y="32933"/>
                    <a:pt x="33513" y="32731"/>
                  </a:cubicBezTo>
                  <a:cubicBezTo>
                    <a:pt x="45829" y="33782"/>
                    <a:pt x="58371" y="34683"/>
                    <a:pt x="70913" y="35058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4" name="Content Placeholder 4">
              <a:extLst>
                <a:ext uri="{FF2B5EF4-FFF2-40B4-BE49-F238E27FC236}">
                  <a16:creationId xmlns:a16="http://schemas.microsoft.com/office/drawing/2014/main" id="{40B90A57-B2D6-D5B0-65E6-6DBE22F60656}"/>
                </a:ext>
              </a:extLst>
            </p:cNvPr>
            <p:cNvSpPr/>
            <p:nvPr/>
          </p:nvSpPr>
          <p:spPr>
            <a:xfrm>
              <a:off x="12314466" y="4174688"/>
              <a:ext cx="38107" cy="36701"/>
            </a:xfrm>
            <a:custGeom>
              <a:avLst/>
              <a:gdLst>
                <a:gd name="connsiteX0" fmla="*/ 37718 w 38107"/>
                <a:gd name="connsiteY0" fmla="*/ 9581 h 36701"/>
                <a:gd name="connsiteX1" fmla="*/ 37042 w 38107"/>
                <a:gd name="connsiteY1" fmla="*/ 14987 h 36701"/>
                <a:gd name="connsiteX2" fmla="*/ 33437 w 38107"/>
                <a:gd name="connsiteY2" fmla="*/ 19417 h 36701"/>
                <a:gd name="connsiteX3" fmla="*/ 25476 w 38107"/>
                <a:gd name="connsiteY3" fmla="*/ 30680 h 36701"/>
                <a:gd name="connsiteX4" fmla="*/ 22397 w 38107"/>
                <a:gd name="connsiteY4" fmla="*/ 32707 h 36701"/>
                <a:gd name="connsiteX5" fmla="*/ 19168 w 38107"/>
                <a:gd name="connsiteY5" fmla="*/ 31881 h 36701"/>
                <a:gd name="connsiteX6" fmla="*/ 15863 w 38107"/>
                <a:gd name="connsiteY6" fmla="*/ 34058 h 36701"/>
                <a:gd name="connsiteX7" fmla="*/ 6701 w 38107"/>
                <a:gd name="connsiteY7" fmla="*/ 36311 h 36701"/>
                <a:gd name="connsiteX8" fmla="*/ 92 w 38107"/>
                <a:gd name="connsiteY8" fmla="*/ 29478 h 36701"/>
                <a:gd name="connsiteX9" fmla="*/ 5650 w 38107"/>
                <a:gd name="connsiteY9" fmla="*/ 15888 h 36701"/>
                <a:gd name="connsiteX10" fmla="*/ 17666 w 38107"/>
                <a:gd name="connsiteY10" fmla="*/ 6277 h 36701"/>
                <a:gd name="connsiteX11" fmla="*/ 21872 w 38107"/>
                <a:gd name="connsiteY11" fmla="*/ 2148 h 36701"/>
                <a:gd name="connsiteX12" fmla="*/ 27128 w 38107"/>
                <a:gd name="connsiteY12" fmla="*/ -30 h 36701"/>
                <a:gd name="connsiteX13" fmla="*/ 32536 w 38107"/>
                <a:gd name="connsiteY13" fmla="*/ 4250 h 36701"/>
                <a:gd name="connsiteX14" fmla="*/ 37718 w 38107"/>
                <a:gd name="connsiteY14" fmla="*/ 9581 h 36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107" h="36701">
                  <a:moveTo>
                    <a:pt x="37718" y="9581"/>
                  </a:moveTo>
                  <a:cubicBezTo>
                    <a:pt x="38393" y="11391"/>
                    <a:pt x="38093" y="13395"/>
                    <a:pt x="37042" y="14987"/>
                  </a:cubicBezTo>
                  <a:cubicBezTo>
                    <a:pt x="35990" y="16579"/>
                    <a:pt x="34789" y="18065"/>
                    <a:pt x="33437" y="19417"/>
                  </a:cubicBezTo>
                  <a:cubicBezTo>
                    <a:pt x="30508" y="22946"/>
                    <a:pt x="28405" y="26925"/>
                    <a:pt x="25476" y="30680"/>
                  </a:cubicBezTo>
                  <a:cubicBezTo>
                    <a:pt x="24801" y="31784"/>
                    <a:pt x="23674" y="32527"/>
                    <a:pt x="22397" y="32707"/>
                  </a:cubicBezTo>
                  <a:cubicBezTo>
                    <a:pt x="21271" y="32707"/>
                    <a:pt x="20295" y="31881"/>
                    <a:pt x="19168" y="31881"/>
                  </a:cubicBezTo>
                  <a:cubicBezTo>
                    <a:pt x="18041" y="31881"/>
                    <a:pt x="16840" y="33157"/>
                    <a:pt x="15863" y="34058"/>
                  </a:cubicBezTo>
                  <a:cubicBezTo>
                    <a:pt x="13385" y="36371"/>
                    <a:pt x="9931" y="37227"/>
                    <a:pt x="6701" y="36311"/>
                  </a:cubicBezTo>
                  <a:cubicBezTo>
                    <a:pt x="3472" y="35283"/>
                    <a:pt x="994" y="32714"/>
                    <a:pt x="92" y="29478"/>
                  </a:cubicBezTo>
                  <a:cubicBezTo>
                    <a:pt x="-583" y="24290"/>
                    <a:pt x="1595" y="19139"/>
                    <a:pt x="5650" y="15888"/>
                  </a:cubicBezTo>
                  <a:cubicBezTo>
                    <a:pt x="9405" y="12359"/>
                    <a:pt x="14061" y="9881"/>
                    <a:pt x="17666" y="6277"/>
                  </a:cubicBezTo>
                  <a:cubicBezTo>
                    <a:pt x="19093" y="4926"/>
                    <a:pt x="20370" y="3349"/>
                    <a:pt x="21872" y="2148"/>
                  </a:cubicBezTo>
                  <a:cubicBezTo>
                    <a:pt x="23298" y="759"/>
                    <a:pt x="25176" y="-22"/>
                    <a:pt x="27128" y="-30"/>
                  </a:cubicBezTo>
                  <a:cubicBezTo>
                    <a:pt x="30132" y="-30"/>
                    <a:pt x="30958" y="2223"/>
                    <a:pt x="32536" y="4250"/>
                  </a:cubicBezTo>
                  <a:cubicBezTo>
                    <a:pt x="34113" y="6277"/>
                    <a:pt x="36666" y="7253"/>
                    <a:pt x="37718" y="9581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5" name="Content Placeholder 4">
              <a:extLst>
                <a:ext uri="{FF2B5EF4-FFF2-40B4-BE49-F238E27FC236}">
                  <a16:creationId xmlns:a16="http://schemas.microsoft.com/office/drawing/2014/main" id="{1AC83BB2-7C70-6C75-4B26-5EEB3C3DA7AA}"/>
                </a:ext>
              </a:extLst>
            </p:cNvPr>
            <p:cNvSpPr/>
            <p:nvPr/>
          </p:nvSpPr>
          <p:spPr>
            <a:xfrm>
              <a:off x="12342664" y="3981503"/>
              <a:ext cx="105431" cy="203621"/>
            </a:xfrm>
            <a:custGeom>
              <a:avLst/>
              <a:gdLst>
                <a:gd name="connsiteX0" fmla="*/ 16354 w 105431"/>
                <a:gd name="connsiteY0" fmla="*/ 174459 h 203621"/>
                <a:gd name="connsiteX1" fmla="*/ 68023 w 105431"/>
                <a:gd name="connsiteY1" fmla="*/ 26618 h 203621"/>
                <a:gd name="connsiteX2" fmla="*/ 71928 w 105431"/>
                <a:gd name="connsiteY2" fmla="*/ 10400 h 203621"/>
                <a:gd name="connsiteX3" fmla="*/ 84095 w 105431"/>
                <a:gd name="connsiteY3" fmla="*/ 38 h 203621"/>
                <a:gd name="connsiteX4" fmla="*/ 100691 w 105431"/>
                <a:gd name="connsiteY4" fmla="*/ 8973 h 203621"/>
                <a:gd name="connsiteX5" fmla="*/ 105272 w 105431"/>
                <a:gd name="connsiteY5" fmla="*/ 28195 h 203621"/>
                <a:gd name="connsiteX6" fmla="*/ 81766 w 105431"/>
                <a:gd name="connsiteY6" fmla="*/ 124753 h 203621"/>
                <a:gd name="connsiteX7" fmla="*/ 15903 w 105431"/>
                <a:gd name="connsiteY7" fmla="*/ 199838 h 203621"/>
                <a:gd name="connsiteX8" fmla="*/ 7042 w 105431"/>
                <a:gd name="connsiteY8" fmla="*/ 203592 h 203621"/>
                <a:gd name="connsiteX9" fmla="*/ -18 w 105431"/>
                <a:gd name="connsiteY9" fmla="*/ 195671 h 203621"/>
                <a:gd name="connsiteX10" fmla="*/ 1709 w 105431"/>
                <a:gd name="connsiteY10" fmla="*/ 191279 h 203621"/>
                <a:gd name="connsiteX11" fmla="*/ 16354 w 105431"/>
                <a:gd name="connsiteY11" fmla="*/ 174459 h 203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5431" h="203621">
                  <a:moveTo>
                    <a:pt x="16354" y="174459"/>
                  </a:moveTo>
                  <a:cubicBezTo>
                    <a:pt x="42939" y="128951"/>
                    <a:pt x="60438" y="78757"/>
                    <a:pt x="68023" y="26618"/>
                  </a:cubicBezTo>
                  <a:cubicBezTo>
                    <a:pt x="68548" y="21047"/>
                    <a:pt x="69825" y="15588"/>
                    <a:pt x="71928" y="10400"/>
                  </a:cubicBezTo>
                  <a:cubicBezTo>
                    <a:pt x="74031" y="5174"/>
                    <a:pt x="78612" y="1307"/>
                    <a:pt x="84095" y="38"/>
                  </a:cubicBezTo>
                  <a:cubicBezTo>
                    <a:pt x="90928" y="-570"/>
                    <a:pt x="97462" y="2944"/>
                    <a:pt x="100691" y="8973"/>
                  </a:cubicBezTo>
                  <a:cubicBezTo>
                    <a:pt x="103696" y="14920"/>
                    <a:pt x="105272" y="21513"/>
                    <a:pt x="105272" y="28195"/>
                  </a:cubicBezTo>
                  <a:cubicBezTo>
                    <a:pt x="106549" y="61938"/>
                    <a:pt x="98363" y="95365"/>
                    <a:pt x="81766" y="124753"/>
                  </a:cubicBezTo>
                  <a:cubicBezTo>
                    <a:pt x="65094" y="153946"/>
                    <a:pt x="42639" y="179483"/>
                    <a:pt x="15903" y="199838"/>
                  </a:cubicBezTo>
                  <a:cubicBezTo>
                    <a:pt x="13500" y="202173"/>
                    <a:pt x="10346" y="203510"/>
                    <a:pt x="7042" y="203592"/>
                  </a:cubicBezTo>
                  <a:cubicBezTo>
                    <a:pt x="2911" y="203352"/>
                    <a:pt x="-243" y="199808"/>
                    <a:pt x="-18" y="195671"/>
                  </a:cubicBezTo>
                  <a:cubicBezTo>
                    <a:pt x="57" y="194057"/>
                    <a:pt x="658" y="192517"/>
                    <a:pt x="1709" y="191279"/>
                  </a:cubicBezTo>
                  <a:cubicBezTo>
                    <a:pt x="6967" y="186015"/>
                    <a:pt x="11849" y="180399"/>
                    <a:pt x="16354" y="174459"/>
                  </a:cubicBezTo>
                  <a:close/>
                </a:path>
              </a:pathLst>
            </a:custGeom>
            <a:solidFill>
              <a:srgbClr val="965E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6" name="Content Placeholder 4">
              <a:extLst>
                <a:ext uri="{FF2B5EF4-FFF2-40B4-BE49-F238E27FC236}">
                  <a16:creationId xmlns:a16="http://schemas.microsoft.com/office/drawing/2014/main" id="{8924BC04-2CB6-D827-B0EA-9A614DA1B6B2}"/>
                </a:ext>
              </a:extLst>
            </p:cNvPr>
            <p:cNvSpPr/>
            <p:nvPr/>
          </p:nvSpPr>
          <p:spPr>
            <a:xfrm>
              <a:off x="12431656" y="4553408"/>
              <a:ext cx="77742" cy="38618"/>
            </a:xfrm>
            <a:custGeom>
              <a:avLst/>
              <a:gdLst>
                <a:gd name="connsiteX0" fmla="*/ 19810 w 77742"/>
                <a:gd name="connsiteY0" fmla="*/ 17546 h 38618"/>
                <a:gd name="connsiteX1" fmla="*/ 37008 w 77742"/>
                <a:gd name="connsiteY1" fmla="*/ 13117 h 38618"/>
                <a:gd name="connsiteX2" fmla="*/ 45871 w 77742"/>
                <a:gd name="connsiteY2" fmla="*/ 9888 h 38618"/>
                <a:gd name="connsiteX3" fmla="*/ 48799 w 77742"/>
                <a:gd name="connsiteY3" fmla="*/ 1553 h 38618"/>
                <a:gd name="connsiteX4" fmla="*/ 66748 w 77742"/>
                <a:gd name="connsiteY4" fmla="*/ 52 h 38618"/>
                <a:gd name="connsiteX5" fmla="*/ 70879 w 77742"/>
                <a:gd name="connsiteY5" fmla="*/ 953 h 38618"/>
                <a:gd name="connsiteX6" fmla="*/ 72606 w 77742"/>
                <a:gd name="connsiteY6" fmla="*/ 4106 h 38618"/>
                <a:gd name="connsiteX7" fmla="*/ 77487 w 77742"/>
                <a:gd name="connsiteY7" fmla="*/ 30236 h 38618"/>
                <a:gd name="connsiteX8" fmla="*/ 77487 w 77742"/>
                <a:gd name="connsiteY8" fmla="*/ 32113 h 38618"/>
                <a:gd name="connsiteX9" fmla="*/ 76210 w 77742"/>
                <a:gd name="connsiteY9" fmla="*/ 32563 h 38618"/>
                <a:gd name="connsiteX10" fmla="*/ 12676 w 77742"/>
                <a:gd name="connsiteY10" fmla="*/ 38570 h 38618"/>
                <a:gd name="connsiteX11" fmla="*/ 1035 w 77742"/>
                <a:gd name="connsiteY11" fmla="*/ 30011 h 38618"/>
                <a:gd name="connsiteX12" fmla="*/ 19810 w 77742"/>
                <a:gd name="connsiteY12" fmla="*/ 17546 h 38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7742" h="38618">
                  <a:moveTo>
                    <a:pt x="19810" y="17546"/>
                  </a:moveTo>
                  <a:cubicBezTo>
                    <a:pt x="25518" y="15895"/>
                    <a:pt x="31226" y="14393"/>
                    <a:pt x="37008" y="13117"/>
                  </a:cubicBezTo>
                  <a:cubicBezTo>
                    <a:pt x="40163" y="12703"/>
                    <a:pt x="43166" y="11600"/>
                    <a:pt x="45871" y="9888"/>
                  </a:cubicBezTo>
                  <a:cubicBezTo>
                    <a:pt x="48574" y="8041"/>
                    <a:pt x="49700" y="4670"/>
                    <a:pt x="48799" y="1553"/>
                  </a:cubicBezTo>
                  <a:cubicBezTo>
                    <a:pt x="54732" y="803"/>
                    <a:pt x="60740" y="352"/>
                    <a:pt x="66748" y="52"/>
                  </a:cubicBezTo>
                  <a:cubicBezTo>
                    <a:pt x="68175" y="-196"/>
                    <a:pt x="69677" y="127"/>
                    <a:pt x="70879" y="953"/>
                  </a:cubicBezTo>
                  <a:cubicBezTo>
                    <a:pt x="71780" y="1801"/>
                    <a:pt x="72380" y="2905"/>
                    <a:pt x="72606" y="4106"/>
                  </a:cubicBezTo>
                  <a:cubicBezTo>
                    <a:pt x="74934" y="12666"/>
                    <a:pt x="76586" y="21406"/>
                    <a:pt x="77487" y="30236"/>
                  </a:cubicBezTo>
                  <a:cubicBezTo>
                    <a:pt x="77788" y="30829"/>
                    <a:pt x="77788" y="31520"/>
                    <a:pt x="77487" y="32113"/>
                  </a:cubicBezTo>
                  <a:cubicBezTo>
                    <a:pt x="77112" y="32368"/>
                    <a:pt x="76661" y="32526"/>
                    <a:pt x="76210" y="32563"/>
                  </a:cubicBezTo>
                  <a:cubicBezTo>
                    <a:pt x="55183" y="35845"/>
                    <a:pt x="33929" y="37849"/>
                    <a:pt x="12676" y="38570"/>
                  </a:cubicBezTo>
                  <a:cubicBezTo>
                    <a:pt x="5992" y="38570"/>
                    <a:pt x="-3170" y="39396"/>
                    <a:pt x="1035" y="30011"/>
                  </a:cubicBezTo>
                  <a:cubicBezTo>
                    <a:pt x="5241" y="23410"/>
                    <a:pt x="12076" y="18890"/>
                    <a:pt x="19810" y="17546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7" name="Content Placeholder 4">
              <a:extLst>
                <a:ext uri="{FF2B5EF4-FFF2-40B4-BE49-F238E27FC236}">
                  <a16:creationId xmlns:a16="http://schemas.microsoft.com/office/drawing/2014/main" id="{8C4BD999-8147-7C08-377F-E5B6601F9951}"/>
                </a:ext>
              </a:extLst>
            </p:cNvPr>
            <p:cNvSpPr/>
            <p:nvPr/>
          </p:nvSpPr>
          <p:spPr>
            <a:xfrm>
              <a:off x="12523591" y="4549508"/>
              <a:ext cx="73790" cy="42349"/>
            </a:xfrm>
            <a:custGeom>
              <a:avLst/>
              <a:gdLst>
                <a:gd name="connsiteX0" fmla="*/ 48110 w 73790"/>
                <a:gd name="connsiteY0" fmla="*/ 1774 h 42349"/>
                <a:gd name="connsiteX1" fmla="*/ 39473 w 73790"/>
                <a:gd name="connsiteY1" fmla="*/ 5528 h 42349"/>
                <a:gd name="connsiteX2" fmla="*/ 39473 w 73790"/>
                <a:gd name="connsiteY2" fmla="*/ 14088 h 42349"/>
                <a:gd name="connsiteX3" fmla="*/ 36920 w 73790"/>
                <a:gd name="connsiteY3" fmla="*/ 17692 h 42349"/>
                <a:gd name="connsiteX4" fmla="*/ 22501 w 73790"/>
                <a:gd name="connsiteY4" fmla="*/ 24450 h 42349"/>
                <a:gd name="connsiteX5" fmla="*/ 7481 w 73790"/>
                <a:gd name="connsiteY5" fmla="*/ 30306 h 42349"/>
                <a:gd name="connsiteX6" fmla="*/ -29 w 73790"/>
                <a:gd name="connsiteY6" fmla="*/ 42245 h 42349"/>
                <a:gd name="connsiteX7" fmla="*/ 70640 w 73790"/>
                <a:gd name="connsiteY7" fmla="*/ 37890 h 42349"/>
                <a:gd name="connsiteX8" fmla="*/ 72969 w 73790"/>
                <a:gd name="connsiteY8" fmla="*/ 37139 h 42349"/>
                <a:gd name="connsiteX9" fmla="*/ 73719 w 73790"/>
                <a:gd name="connsiteY9" fmla="*/ 34961 h 42349"/>
                <a:gd name="connsiteX10" fmla="*/ 67786 w 73790"/>
                <a:gd name="connsiteY10" fmla="*/ 9658 h 42349"/>
                <a:gd name="connsiteX11" fmla="*/ 64857 w 73790"/>
                <a:gd name="connsiteY11" fmla="*/ 47 h 42349"/>
                <a:gd name="connsiteX12" fmla="*/ 48110 w 73790"/>
                <a:gd name="connsiteY12" fmla="*/ 1774 h 42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3790" h="42349">
                  <a:moveTo>
                    <a:pt x="48110" y="1774"/>
                  </a:moveTo>
                  <a:cubicBezTo>
                    <a:pt x="44731" y="1774"/>
                    <a:pt x="40600" y="2901"/>
                    <a:pt x="39473" y="5528"/>
                  </a:cubicBezTo>
                  <a:cubicBezTo>
                    <a:pt x="38348" y="8156"/>
                    <a:pt x="40375" y="11310"/>
                    <a:pt x="39473" y="14088"/>
                  </a:cubicBezTo>
                  <a:cubicBezTo>
                    <a:pt x="39023" y="15522"/>
                    <a:pt x="38122" y="16776"/>
                    <a:pt x="36920" y="17692"/>
                  </a:cubicBezTo>
                  <a:cubicBezTo>
                    <a:pt x="32640" y="20906"/>
                    <a:pt x="27683" y="23203"/>
                    <a:pt x="22501" y="24450"/>
                  </a:cubicBezTo>
                  <a:cubicBezTo>
                    <a:pt x="17244" y="25749"/>
                    <a:pt x="12212" y="27716"/>
                    <a:pt x="7481" y="30306"/>
                  </a:cubicBezTo>
                  <a:cubicBezTo>
                    <a:pt x="2900" y="32559"/>
                    <a:pt x="46" y="37169"/>
                    <a:pt x="-29" y="42245"/>
                  </a:cubicBezTo>
                  <a:cubicBezTo>
                    <a:pt x="23627" y="42680"/>
                    <a:pt x="47209" y="41224"/>
                    <a:pt x="70640" y="37890"/>
                  </a:cubicBezTo>
                  <a:cubicBezTo>
                    <a:pt x="71466" y="37883"/>
                    <a:pt x="72292" y="37619"/>
                    <a:pt x="72969" y="37139"/>
                  </a:cubicBezTo>
                  <a:cubicBezTo>
                    <a:pt x="73494" y="36554"/>
                    <a:pt x="73795" y="35757"/>
                    <a:pt x="73719" y="34961"/>
                  </a:cubicBezTo>
                  <a:cubicBezTo>
                    <a:pt x="74245" y="26252"/>
                    <a:pt x="69664" y="18143"/>
                    <a:pt x="67786" y="9658"/>
                  </a:cubicBezTo>
                  <a:cubicBezTo>
                    <a:pt x="67186" y="6955"/>
                    <a:pt x="67786" y="1399"/>
                    <a:pt x="64857" y="47"/>
                  </a:cubicBezTo>
                  <a:cubicBezTo>
                    <a:pt x="59225" y="-253"/>
                    <a:pt x="53592" y="325"/>
                    <a:pt x="48110" y="1774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8" name="Content Placeholder 4">
              <a:extLst>
                <a:ext uri="{FF2B5EF4-FFF2-40B4-BE49-F238E27FC236}">
                  <a16:creationId xmlns:a16="http://schemas.microsoft.com/office/drawing/2014/main" id="{01861A7B-1F16-DACC-342D-A16A8DB9A6CA}"/>
                </a:ext>
              </a:extLst>
            </p:cNvPr>
            <p:cNvSpPr/>
            <p:nvPr/>
          </p:nvSpPr>
          <p:spPr>
            <a:xfrm>
              <a:off x="12429416" y="4162053"/>
              <a:ext cx="113945" cy="398085"/>
            </a:xfrm>
            <a:custGeom>
              <a:avLst/>
              <a:gdLst>
                <a:gd name="connsiteX0" fmla="*/ 111945 w 113945"/>
                <a:gd name="connsiteY0" fmla="*/ 49773 h 398085"/>
                <a:gd name="connsiteX1" fmla="*/ 111945 w 113945"/>
                <a:gd name="connsiteY1" fmla="*/ 28299 h 398085"/>
                <a:gd name="connsiteX2" fmla="*/ 90016 w 113945"/>
                <a:gd name="connsiteY2" fmla="*/ 11104 h 398085"/>
                <a:gd name="connsiteX3" fmla="*/ 53141 w 113945"/>
                <a:gd name="connsiteY3" fmla="*/ 67 h 398085"/>
                <a:gd name="connsiteX4" fmla="*/ 14315 w 113945"/>
                <a:gd name="connsiteY4" fmla="*/ 16660 h 398085"/>
                <a:gd name="connsiteX5" fmla="*/ 8907 w 113945"/>
                <a:gd name="connsiteY5" fmla="*/ 71923 h 398085"/>
                <a:gd name="connsiteX6" fmla="*/ -29 w 113945"/>
                <a:gd name="connsiteY6" fmla="*/ 188604 h 398085"/>
                <a:gd name="connsiteX7" fmla="*/ 6805 w 113945"/>
                <a:gd name="connsiteY7" fmla="*/ 253778 h 398085"/>
                <a:gd name="connsiteX8" fmla="*/ 21825 w 113945"/>
                <a:gd name="connsiteY8" fmla="*/ 306337 h 398085"/>
                <a:gd name="connsiteX9" fmla="*/ 36845 w 113945"/>
                <a:gd name="connsiteY9" fmla="*/ 351387 h 398085"/>
                <a:gd name="connsiteX10" fmla="*/ 36319 w 113945"/>
                <a:gd name="connsiteY10" fmla="*/ 356643 h 398085"/>
                <a:gd name="connsiteX11" fmla="*/ 41276 w 113945"/>
                <a:gd name="connsiteY11" fmla="*/ 371660 h 398085"/>
                <a:gd name="connsiteX12" fmla="*/ 38947 w 113945"/>
                <a:gd name="connsiteY12" fmla="*/ 375940 h 398085"/>
                <a:gd name="connsiteX13" fmla="*/ 38947 w 113945"/>
                <a:gd name="connsiteY13" fmla="*/ 380670 h 398085"/>
                <a:gd name="connsiteX14" fmla="*/ 42928 w 113945"/>
                <a:gd name="connsiteY14" fmla="*/ 383974 h 398085"/>
                <a:gd name="connsiteX15" fmla="*/ 42928 w 113945"/>
                <a:gd name="connsiteY15" fmla="*/ 389230 h 398085"/>
                <a:gd name="connsiteX16" fmla="*/ 41651 w 113945"/>
                <a:gd name="connsiteY16" fmla="*/ 394486 h 398085"/>
                <a:gd name="connsiteX17" fmla="*/ 64932 w 113945"/>
                <a:gd name="connsiteY17" fmla="*/ 397339 h 398085"/>
                <a:gd name="connsiteX18" fmla="*/ 79276 w 113945"/>
                <a:gd name="connsiteY18" fmla="*/ 395913 h 398085"/>
                <a:gd name="connsiteX19" fmla="*/ 82956 w 113945"/>
                <a:gd name="connsiteY19" fmla="*/ 394786 h 398085"/>
                <a:gd name="connsiteX20" fmla="*/ 83707 w 113945"/>
                <a:gd name="connsiteY20" fmla="*/ 388930 h 398085"/>
                <a:gd name="connsiteX21" fmla="*/ 81078 w 113945"/>
                <a:gd name="connsiteY21" fmla="*/ 383223 h 398085"/>
                <a:gd name="connsiteX22" fmla="*/ 80628 w 113945"/>
                <a:gd name="connsiteY22" fmla="*/ 368206 h 398085"/>
                <a:gd name="connsiteX23" fmla="*/ 78299 w 113945"/>
                <a:gd name="connsiteY23" fmla="*/ 365428 h 398085"/>
                <a:gd name="connsiteX24" fmla="*/ 78299 w 113945"/>
                <a:gd name="connsiteY24" fmla="*/ 358445 h 398085"/>
                <a:gd name="connsiteX25" fmla="*/ 74395 w 113945"/>
                <a:gd name="connsiteY25" fmla="*/ 345381 h 398085"/>
                <a:gd name="connsiteX26" fmla="*/ 73193 w 113945"/>
                <a:gd name="connsiteY26" fmla="*/ 343879 h 398085"/>
                <a:gd name="connsiteX27" fmla="*/ 72592 w 113945"/>
                <a:gd name="connsiteY27" fmla="*/ 343879 h 398085"/>
                <a:gd name="connsiteX28" fmla="*/ 56671 w 113945"/>
                <a:gd name="connsiteY28" fmla="*/ 209252 h 398085"/>
                <a:gd name="connsiteX29" fmla="*/ 111945 w 113945"/>
                <a:gd name="connsiteY29" fmla="*/ 49773 h 398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13945" h="398085">
                  <a:moveTo>
                    <a:pt x="111945" y="49773"/>
                  </a:moveTo>
                  <a:cubicBezTo>
                    <a:pt x="114573" y="42858"/>
                    <a:pt x="114573" y="35214"/>
                    <a:pt x="111945" y="28299"/>
                  </a:cubicBezTo>
                  <a:cubicBezTo>
                    <a:pt x="106612" y="20392"/>
                    <a:pt x="98952" y="14378"/>
                    <a:pt x="90016" y="11104"/>
                  </a:cubicBezTo>
                  <a:cubicBezTo>
                    <a:pt x="78600" y="5045"/>
                    <a:pt x="66058" y="1298"/>
                    <a:pt x="53141" y="67"/>
                  </a:cubicBezTo>
                  <a:cubicBezTo>
                    <a:pt x="38121" y="-834"/>
                    <a:pt x="18370" y="4572"/>
                    <a:pt x="14315" y="16660"/>
                  </a:cubicBezTo>
                  <a:cubicBezTo>
                    <a:pt x="8683" y="33630"/>
                    <a:pt x="10860" y="54203"/>
                    <a:pt x="8907" y="71923"/>
                  </a:cubicBezTo>
                  <a:cubicBezTo>
                    <a:pt x="3575" y="110606"/>
                    <a:pt x="646" y="149568"/>
                    <a:pt x="-29" y="188604"/>
                  </a:cubicBezTo>
                  <a:cubicBezTo>
                    <a:pt x="46" y="210506"/>
                    <a:pt x="2298" y="232341"/>
                    <a:pt x="6805" y="253778"/>
                  </a:cubicBezTo>
                  <a:cubicBezTo>
                    <a:pt x="10935" y="271542"/>
                    <a:pt x="15892" y="289090"/>
                    <a:pt x="21825" y="306337"/>
                  </a:cubicBezTo>
                  <a:cubicBezTo>
                    <a:pt x="26706" y="321354"/>
                    <a:pt x="31663" y="336371"/>
                    <a:pt x="36845" y="351387"/>
                  </a:cubicBezTo>
                  <a:cubicBezTo>
                    <a:pt x="36469" y="353114"/>
                    <a:pt x="36319" y="354879"/>
                    <a:pt x="36319" y="356643"/>
                  </a:cubicBezTo>
                  <a:cubicBezTo>
                    <a:pt x="36319" y="362049"/>
                    <a:pt x="42702" y="366554"/>
                    <a:pt x="41276" y="371660"/>
                  </a:cubicBezTo>
                  <a:cubicBezTo>
                    <a:pt x="40674" y="373162"/>
                    <a:pt x="39848" y="374596"/>
                    <a:pt x="38947" y="375940"/>
                  </a:cubicBezTo>
                  <a:cubicBezTo>
                    <a:pt x="38196" y="377419"/>
                    <a:pt x="38196" y="379191"/>
                    <a:pt x="38947" y="380670"/>
                  </a:cubicBezTo>
                  <a:cubicBezTo>
                    <a:pt x="39848" y="382097"/>
                    <a:pt x="41876" y="382547"/>
                    <a:pt x="42928" y="383974"/>
                  </a:cubicBezTo>
                  <a:cubicBezTo>
                    <a:pt x="43829" y="385618"/>
                    <a:pt x="43829" y="387586"/>
                    <a:pt x="42928" y="389230"/>
                  </a:cubicBezTo>
                  <a:cubicBezTo>
                    <a:pt x="42177" y="390874"/>
                    <a:pt x="41726" y="392661"/>
                    <a:pt x="41651" y="394486"/>
                  </a:cubicBezTo>
                  <a:cubicBezTo>
                    <a:pt x="48936" y="397895"/>
                    <a:pt x="57047" y="398901"/>
                    <a:pt x="64932" y="397339"/>
                  </a:cubicBezTo>
                  <a:lnTo>
                    <a:pt x="79276" y="395913"/>
                  </a:lnTo>
                  <a:cubicBezTo>
                    <a:pt x="80553" y="395928"/>
                    <a:pt x="81905" y="395537"/>
                    <a:pt x="82956" y="394786"/>
                  </a:cubicBezTo>
                  <a:cubicBezTo>
                    <a:pt x="84383" y="393179"/>
                    <a:pt x="84684" y="390844"/>
                    <a:pt x="83707" y="388930"/>
                  </a:cubicBezTo>
                  <a:cubicBezTo>
                    <a:pt x="82731" y="387090"/>
                    <a:pt x="81830" y="385183"/>
                    <a:pt x="81078" y="383223"/>
                  </a:cubicBezTo>
                  <a:cubicBezTo>
                    <a:pt x="79877" y="378343"/>
                    <a:pt x="83557" y="372561"/>
                    <a:pt x="80628" y="368206"/>
                  </a:cubicBezTo>
                  <a:cubicBezTo>
                    <a:pt x="79802" y="367335"/>
                    <a:pt x="78976" y="366404"/>
                    <a:pt x="78299" y="365428"/>
                  </a:cubicBezTo>
                  <a:cubicBezTo>
                    <a:pt x="77624" y="363153"/>
                    <a:pt x="77624" y="360720"/>
                    <a:pt x="78299" y="358445"/>
                  </a:cubicBezTo>
                  <a:cubicBezTo>
                    <a:pt x="78150" y="353820"/>
                    <a:pt x="76873" y="349307"/>
                    <a:pt x="74395" y="345381"/>
                  </a:cubicBezTo>
                  <a:cubicBezTo>
                    <a:pt x="74170" y="344772"/>
                    <a:pt x="73718" y="344254"/>
                    <a:pt x="73193" y="343879"/>
                  </a:cubicBezTo>
                  <a:cubicBezTo>
                    <a:pt x="72968" y="343811"/>
                    <a:pt x="72817" y="343811"/>
                    <a:pt x="72592" y="343879"/>
                  </a:cubicBezTo>
                  <a:cubicBezTo>
                    <a:pt x="65983" y="298828"/>
                    <a:pt x="51640" y="254228"/>
                    <a:pt x="56671" y="209252"/>
                  </a:cubicBezTo>
                  <a:cubicBezTo>
                    <a:pt x="62378" y="154891"/>
                    <a:pt x="97300" y="104059"/>
                    <a:pt x="111945" y="49773"/>
                  </a:cubicBezTo>
                  <a:close/>
                </a:path>
              </a:pathLst>
            </a:custGeom>
            <a:solidFill>
              <a:srgbClr val="662E2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9" name="Content Placeholder 4">
              <a:extLst>
                <a:ext uri="{FF2B5EF4-FFF2-40B4-BE49-F238E27FC236}">
                  <a16:creationId xmlns:a16="http://schemas.microsoft.com/office/drawing/2014/main" id="{832B8C16-46FE-CF51-6E39-86E28A0742E3}"/>
                </a:ext>
              </a:extLst>
            </p:cNvPr>
            <p:cNvSpPr/>
            <p:nvPr/>
          </p:nvSpPr>
          <p:spPr>
            <a:xfrm>
              <a:off x="12499751" y="4181631"/>
              <a:ext cx="93983" cy="374807"/>
            </a:xfrm>
            <a:custGeom>
              <a:avLst/>
              <a:gdLst>
                <a:gd name="connsiteX0" fmla="*/ 93729 w 93983"/>
                <a:gd name="connsiteY0" fmla="*/ 28543 h 374807"/>
                <a:gd name="connsiteX1" fmla="*/ 93053 w 93983"/>
                <a:gd name="connsiteY1" fmla="*/ 18932 h 374807"/>
                <a:gd name="connsiteX2" fmla="*/ 86069 w 93983"/>
                <a:gd name="connsiteY2" fmla="*/ 9847 h 374807"/>
                <a:gd name="connsiteX3" fmla="*/ 45740 w 93983"/>
                <a:gd name="connsiteY3" fmla="*/ 987 h 374807"/>
                <a:gd name="connsiteX4" fmla="*/ 13672 w 93983"/>
                <a:gd name="connsiteY4" fmla="*/ 14277 h 374807"/>
                <a:gd name="connsiteX5" fmla="*/ 7439 w 93983"/>
                <a:gd name="connsiteY5" fmla="*/ 43635 h 374807"/>
                <a:gd name="connsiteX6" fmla="*/ 455 w 93983"/>
                <a:gd name="connsiteY6" fmla="*/ 140043 h 374807"/>
                <a:gd name="connsiteX7" fmla="*/ 1431 w 93983"/>
                <a:gd name="connsiteY7" fmla="*/ 180364 h 374807"/>
                <a:gd name="connsiteX8" fmla="*/ 9917 w 93983"/>
                <a:gd name="connsiteY8" fmla="*/ 215879 h 374807"/>
                <a:gd name="connsiteX9" fmla="*/ 33198 w 93983"/>
                <a:gd name="connsiteY9" fmla="*/ 285182 h 374807"/>
                <a:gd name="connsiteX10" fmla="*/ 49420 w 93983"/>
                <a:gd name="connsiteY10" fmla="*/ 324000 h 374807"/>
                <a:gd name="connsiteX11" fmla="*/ 47993 w 93983"/>
                <a:gd name="connsiteY11" fmla="*/ 335789 h 374807"/>
                <a:gd name="connsiteX12" fmla="*/ 46266 w 93983"/>
                <a:gd name="connsiteY12" fmla="*/ 339393 h 374807"/>
                <a:gd name="connsiteX13" fmla="*/ 47768 w 93983"/>
                <a:gd name="connsiteY13" fmla="*/ 345400 h 374807"/>
                <a:gd name="connsiteX14" fmla="*/ 52199 w 93983"/>
                <a:gd name="connsiteY14" fmla="*/ 349079 h 374807"/>
                <a:gd name="connsiteX15" fmla="*/ 53626 w 93983"/>
                <a:gd name="connsiteY15" fmla="*/ 355761 h 374807"/>
                <a:gd name="connsiteX16" fmla="*/ 52048 w 93983"/>
                <a:gd name="connsiteY16" fmla="*/ 362519 h 374807"/>
                <a:gd name="connsiteX17" fmla="*/ 52048 w 93983"/>
                <a:gd name="connsiteY17" fmla="*/ 364546 h 374807"/>
                <a:gd name="connsiteX18" fmla="*/ 54001 w 93983"/>
                <a:gd name="connsiteY18" fmla="*/ 366273 h 374807"/>
                <a:gd name="connsiteX19" fmla="*/ 55803 w 93983"/>
                <a:gd name="connsiteY19" fmla="*/ 373781 h 374807"/>
                <a:gd name="connsiteX20" fmla="*/ 70823 w 93983"/>
                <a:gd name="connsiteY20" fmla="*/ 373781 h 374807"/>
                <a:gd name="connsiteX21" fmla="*/ 85843 w 93983"/>
                <a:gd name="connsiteY21" fmla="*/ 371454 h 374807"/>
                <a:gd name="connsiteX22" fmla="*/ 89523 w 93983"/>
                <a:gd name="connsiteY22" fmla="*/ 371454 h 374807"/>
                <a:gd name="connsiteX23" fmla="*/ 92152 w 93983"/>
                <a:gd name="connsiteY23" fmla="*/ 369126 h 374807"/>
                <a:gd name="connsiteX24" fmla="*/ 89824 w 93983"/>
                <a:gd name="connsiteY24" fmla="*/ 363570 h 374807"/>
                <a:gd name="connsiteX25" fmla="*/ 88923 w 93983"/>
                <a:gd name="connsiteY25" fmla="*/ 358615 h 374807"/>
                <a:gd name="connsiteX26" fmla="*/ 88923 w 93983"/>
                <a:gd name="connsiteY26" fmla="*/ 349379 h 374807"/>
                <a:gd name="connsiteX27" fmla="*/ 88172 w 93983"/>
                <a:gd name="connsiteY27" fmla="*/ 343898 h 374807"/>
                <a:gd name="connsiteX28" fmla="*/ 85243 w 93983"/>
                <a:gd name="connsiteY28" fmla="*/ 339092 h 374807"/>
                <a:gd name="connsiteX29" fmla="*/ 82690 w 93983"/>
                <a:gd name="connsiteY29" fmla="*/ 325202 h 374807"/>
                <a:gd name="connsiteX30" fmla="*/ 80587 w 93983"/>
                <a:gd name="connsiteY30" fmla="*/ 311537 h 374807"/>
                <a:gd name="connsiteX31" fmla="*/ 79761 w 93983"/>
                <a:gd name="connsiteY31" fmla="*/ 309284 h 374807"/>
                <a:gd name="connsiteX32" fmla="*/ 79761 w 93983"/>
                <a:gd name="connsiteY32" fmla="*/ 309284 h 374807"/>
                <a:gd name="connsiteX33" fmla="*/ 73827 w 93983"/>
                <a:gd name="connsiteY33" fmla="*/ 261230 h 374807"/>
                <a:gd name="connsiteX34" fmla="*/ 66317 w 93983"/>
                <a:gd name="connsiteY34" fmla="*/ 229469 h 374807"/>
                <a:gd name="connsiteX35" fmla="*/ 63614 w 93983"/>
                <a:gd name="connsiteY35" fmla="*/ 193128 h 374807"/>
                <a:gd name="connsiteX36" fmla="*/ 82989 w 93983"/>
                <a:gd name="connsiteY36" fmla="*/ 71867 h 374807"/>
                <a:gd name="connsiteX37" fmla="*/ 93729 w 93983"/>
                <a:gd name="connsiteY37" fmla="*/ 28543 h 37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93983" h="374807">
                  <a:moveTo>
                    <a:pt x="93729" y="28543"/>
                  </a:moveTo>
                  <a:cubicBezTo>
                    <a:pt x="94180" y="25330"/>
                    <a:pt x="93955" y="22056"/>
                    <a:pt x="93053" y="18932"/>
                  </a:cubicBezTo>
                  <a:cubicBezTo>
                    <a:pt x="91626" y="15306"/>
                    <a:pt x="89223" y="12159"/>
                    <a:pt x="86069" y="9847"/>
                  </a:cubicBezTo>
                  <a:cubicBezTo>
                    <a:pt x="74503" y="1347"/>
                    <a:pt x="59859" y="-1866"/>
                    <a:pt x="45740" y="987"/>
                  </a:cubicBezTo>
                  <a:cubicBezTo>
                    <a:pt x="35902" y="2564"/>
                    <a:pt x="20431" y="6093"/>
                    <a:pt x="13672" y="14277"/>
                  </a:cubicBezTo>
                  <a:cubicBezTo>
                    <a:pt x="6913" y="22461"/>
                    <a:pt x="8416" y="34850"/>
                    <a:pt x="7439" y="43635"/>
                  </a:cubicBezTo>
                  <a:cubicBezTo>
                    <a:pt x="3985" y="75673"/>
                    <a:pt x="1656" y="107810"/>
                    <a:pt x="455" y="140043"/>
                  </a:cubicBezTo>
                  <a:cubicBezTo>
                    <a:pt x="-447" y="153484"/>
                    <a:pt x="-71" y="166976"/>
                    <a:pt x="1431" y="180364"/>
                  </a:cubicBezTo>
                  <a:cubicBezTo>
                    <a:pt x="3384" y="192393"/>
                    <a:pt x="6237" y="204263"/>
                    <a:pt x="9917" y="215879"/>
                  </a:cubicBezTo>
                  <a:cubicBezTo>
                    <a:pt x="16226" y="239433"/>
                    <a:pt x="24036" y="262574"/>
                    <a:pt x="33198" y="285182"/>
                  </a:cubicBezTo>
                  <a:cubicBezTo>
                    <a:pt x="39282" y="297826"/>
                    <a:pt x="44689" y="310786"/>
                    <a:pt x="49420" y="324000"/>
                  </a:cubicBezTo>
                  <a:cubicBezTo>
                    <a:pt x="50246" y="327980"/>
                    <a:pt x="49796" y="332125"/>
                    <a:pt x="47993" y="335789"/>
                  </a:cubicBezTo>
                  <a:cubicBezTo>
                    <a:pt x="47317" y="336938"/>
                    <a:pt x="46716" y="338139"/>
                    <a:pt x="46266" y="339393"/>
                  </a:cubicBezTo>
                  <a:cubicBezTo>
                    <a:pt x="45740" y="341518"/>
                    <a:pt x="46266" y="343778"/>
                    <a:pt x="47768" y="345400"/>
                  </a:cubicBezTo>
                  <a:cubicBezTo>
                    <a:pt x="49045" y="346826"/>
                    <a:pt x="50998" y="347652"/>
                    <a:pt x="52199" y="349079"/>
                  </a:cubicBezTo>
                  <a:cubicBezTo>
                    <a:pt x="53551" y="351016"/>
                    <a:pt x="54076" y="353434"/>
                    <a:pt x="53626" y="355761"/>
                  </a:cubicBezTo>
                  <a:cubicBezTo>
                    <a:pt x="53626" y="358014"/>
                    <a:pt x="52499" y="360266"/>
                    <a:pt x="52048" y="362519"/>
                  </a:cubicBezTo>
                  <a:cubicBezTo>
                    <a:pt x="51899" y="363180"/>
                    <a:pt x="51899" y="363885"/>
                    <a:pt x="52048" y="364546"/>
                  </a:cubicBezTo>
                  <a:cubicBezTo>
                    <a:pt x="52048" y="365297"/>
                    <a:pt x="53325" y="365747"/>
                    <a:pt x="54001" y="366273"/>
                  </a:cubicBezTo>
                  <a:cubicBezTo>
                    <a:pt x="56329" y="368045"/>
                    <a:pt x="57005" y="371169"/>
                    <a:pt x="55803" y="373781"/>
                  </a:cubicBezTo>
                  <a:cubicBezTo>
                    <a:pt x="60685" y="375111"/>
                    <a:pt x="65942" y="375111"/>
                    <a:pt x="70823" y="373781"/>
                  </a:cubicBezTo>
                  <a:cubicBezTo>
                    <a:pt x="75705" y="372498"/>
                    <a:pt x="80737" y="371717"/>
                    <a:pt x="85843" y="371454"/>
                  </a:cubicBezTo>
                  <a:cubicBezTo>
                    <a:pt x="87045" y="371604"/>
                    <a:pt x="88322" y="371604"/>
                    <a:pt x="89523" y="371454"/>
                  </a:cubicBezTo>
                  <a:cubicBezTo>
                    <a:pt x="90725" y="371184"/>
                    <a:pt x="91701" y="370305"/>
                    <a:pt x="92152" y="369126"/>
                  </a:cubicBezTo>
                  <a:cubicBezTo>
                    <a:pt x="92678" y="367099"/>
                    <a:pt x="90725" y="365447"/>
                    <a:pt x="89824" y="363570"/>
                  </a:cubicBezTo>
                  <a:cubicBezTo>
                    <a:pt x="89148" y="362001"/>
                    <a:pt x="88847" y="360311"/>
                    <a:pt x="88923" y="358615"/>
                  </a:cubicBezTo>
                  <a:lnTo>
                    <a:pt x="88923" y="349379"/>
                  </a:lnTo>
                  <a:cubicBezTo>
                    <a:pt x="88998" y="347524"/>
                    <a:pt x="88772" y="345662"/>
                    <a:pt x="88172" y="343898"/>
                  </a:cubicBezTo>
                  <a:cubicBezTo>
                    <a:pt x="87346" y="342223"/>
                    <a:pt x="86369" y="340617"/>
                    <a:pt x="85243" y="339092"/>
                  </a:cubicBezTo>
                  <a:cubicBezTo>
                    <a:pt x="83365" y="334708"/>
                    <a:pt x="82464" y="329962"/>
                    <a:pt x="82690" y="325202"/>
                  </a:cubicBezTo>
                  <a:cubicBezTo>
                    <a:pt x="82389" y="320592"/>
                    <a:pt x="81713" y="316019"/>
                    <a:pt x="80587" y="311537"/>
                  </a:cubicBezTo>
                  <a:cubicBezTo>
                    <a:pt x="80436" y="310733"/>
                    <a:pt x="80211" y="309967"/>
                    <a:pt x="79761" y="309284"/>
                  </a:cubicBezTo>
                  <a:lnTo>
                    <a:pt x="79761" y="309284"/>
                  </a:lnTo>
                  <a:cubicBezTo>
                    <a:pt x="79010" y="293141"/>
                    <a:pt x="76982" y="277080"/>
                    <a:pt x="73827" y="261230"/>
                  </a:cubicBezTo>
                  <a:cubicBezTo>
                    <a:pt x="71500" y="250643"/>
                    <a:pt x="68120" y="240206"/>
                    <a:pt x="66317" y="229469"/>
                  </a:cubicBezTo>
                  <a:cubicBezTo>
                    <a:pt x="64214" y="217471"/>
                    <a:pt x="63313" y="205300"/>
                    <a:pt x="63614" y="193128"/>
                  </a:cubicBezTo>
                  <a:cubicBezTo>
                    <a:pt x="63764" y="151944"/>
                    <a:pt x="70298" y="111038"/>
                    <a:pt x="82989" y="71867"/>
                  </a:cubicBezTo>
                  <a:cubicBezTo>
                    <a:pt x="88247" y="57886"/>
                    <a:pt x="91852" y="43350"/>
                    <a:pt x="93729" y="28543"/>
                  </a:cubicBezTo>
                  <a:close/>
                </a:path>
              </a:pathLst>
            </a:custGeom>
            <a:solidFill>
              <a:srgbClr val="662E2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0" name="Content Placeholder 4">
              <a:extLst>
                <a:ext uri="{FF2B5EF4-FFF2-40B4-BE49-F238E27FC236}">
                  <a16:creationId xmlns:a16="http://schemas.microsoft.com/office/drawing/2014/main" id="{D90F6206-EA53-C06D-647C-44D3B524DBC1}"/>
                </a:ext>
              </a:extLst>
            </p:cNvPr>
            <p:cNvSpPr/>
            <p:nvPr/>
          </p:nvSpPr>
          <p:spPr>
            <a:xfrm>
              <a:off x="12374919" y="3820364"/>
              <a:ext cx="104881" cy="135040"/>
            </a:xfrm>
            <a:custGeom>
              <a:avLst/>
              <a:gdLst>
                <a:gd name="connsiteX0" fmla="*/ 10759 w 104881"/>
                <a:gd name="connsiteY0" fmla="*/ 88045 h 135040"/>
                <a:gd name="connsiteX1" fmla="*/ 36895 w 104881"/>
                <a:gd name="connsiteY1" fmla="*/ 128440 h 135040"/>
                <a:gd name="connsiteX2" fmla="*/ 72717 w 104881"/>
                <a:gd name="connsiteY2" fmla="*/ 133170 h 135040"/>
                <a:gd name="connsiteX3" fmla="*/ 99453 w 104881"/>
                <a:gd name="connsiteY3" fmla="*/ 109519 h 135040"/>
                <a:gd name="connsiteX4" fmla="*/ 103433 w 104881"/>
                <a:gd name="connsiteY4" fmla="*/ 93150 h 135040"/>
                <a:gd name="connsiteX5" fmla="*/ 101780 w 104881"/>
                <a:gd name="connsiteY5" fmla="*/ 38339 h 135040"/>
                <a:gd name="connsiteX6" fmla="*/ 93369 w 104881"/>
                <a:gd name="connsiteY6" fmla="*/ 21294 h 135040"/>
                <a:gd name="connsiteX7" fmla="*/ 70389 w 104881"/>
                <a:gd name="connsiteY7" fmla="*/ 2073 h 135040"/>
                <a:gd name="connsiteX8" fmla="*/ 27582 w 104881"/>
                <a:gd name="connsiteY8" fmla="*/ 6428 h 135040"/>
                <a:gd name="connsiteX9" fmla="*/ 246 w 104881"/>
                <a:gd name="connsiteY9" fmla="*/ 45772 h 135040"/>
                <a:gd name="connsiteX10" fmla="*/ 10759 w 104881"/>
                <a:gd name="connsiteY10" fmla="*/ 88045 h 135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881" h="135040">
                  <a:moveTo>
                    <a:pt x="10759" y="88045"/>
                  </a:moveTo>
                  <a:cubicBezTo>
                    <a:pt x="16167" y="103061"/>
                    <a:pt x="22776" y="119505"/>
                    <a:pt x="36895" y="128440"/>
                  </a:cubicBezTo>
                  <a:cubicBezTo>
                    <a:pt x="47634" y="135040"/>
                    <a:pt x="60626" y="136767"/>
                    <a:pt x="72717" y="133170"/>
                  </a:cubicBezTo>
                  <a:cubicBezTo>
                    <a:pt x="84658" y="129581"/>
                    <a:pt x="94421" y="120939"/>
                    <a:pt x="99453" y="109519"/>
                  </a:cubicBezTo>
                  <a:cubicBezTo>
                    <a:pt x="101556" y="104270"/>
                    <a:pt x="102832" y="98767"/>
                    <a:pt x="103433" y="93150"/>
                  </a:cubicBezTo>
                  <a:cubicBezTo>
                    <a:pt x="105761" y="74905"/>
                    <a:pt x="105236" y="56404"/>
                    <a:pt x="101780" y="38339"/>
                  </a:cubicBezTo>
                  <a:cubicBezTo>
                    <a:pt x="99678" y="32339"/>
                    <a:pt x="96825" y="26610"/>
                    <a:pt x="93369" y="21294"/>
                  </a:cubicBezTo>
                  <a:cubicBezTo>
                    <a:pt x="88038" y="12540"/>
                    <a:pt x="79927" y="5782"/>
                    <a:pt x="70389" y="2073"/>
                  </a:cubicBezTo>
                  <a:cubicBezTo>
                    <a:pt x="54918" y="-2733"/>
                    <a:pt x="41701" y="1547"/>
                    <a:pt x="27582" y="6428"/>
                  </a:cubicBezTo>
                  <a:cubicBezTo>
                    <a:pt x="9558" y="12735"/>
                    <a:pt x="2649" y="29554"/>
                    <a:pt x="246" y="45772"/>
                  </a:cubicBezTo>
                  <a:cubicBezTo>
                    <a:pt x="-1631" y="58386"/>
                    <a:pt x="6554" y="76181"/>
                    <a:pt x="10759" y="88045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1" name="Content Placeholder 4">
              <a:extLst>
                <a:ext uri="{FF2B5EF4-FFF2-40B4-BE49-F238E27FC236}">
                  <a16:creationId xmlns:a16="http://schemas.microsoft.com/office/drawing/2014/main" id="{5AA19A89-9707-2F3C-E6AE-C38E8AC1CE5A}"/>
                </a:ext>
              </a:extLst>
            </p:cNvPr>
            <p:cNvSpPr/>
            <p:nvPr/>
          </p:nvSpPr>
          <p:spPr>
            <a:xfrm>
              <a:off x="12395621" y="3905572"/>
              <a:ext cx="83586" cy="54539"/>
            </a:xfrm>
            <a:custGeom>
              <a:avLst/>
              <a:gdLst>
                <a:gd name="connsiteX0" fmla="*/ 79427 w 83586"/>
                <a:gd name="connsiteY0" fmla="*/ 1411 h 54539"/>
                <a:gd name="connsiteX1" fmla="*/ 78450 w 83586"/>
                <a:gd name="connsiteY1" fmla="*/ 6291 h 54539"/>
                <a:gd name="connsiteX2" fmla="*/ 73493 w 83586"/>
                <a:gd name="connsiteY2" fmla="*/ 18605 h 54539"/>
                <a:gd name="connsiteX3" fmla="*/ 67336 w 83586"/>
                <a:gd name="connsiteY3" fmla="*/ 27165 h 54539"/>
                <a:gd name="connsiteX4" fmla="*/ 57273 w 83586"/>
                <a:gd name="connsiteY4" fmla="*/ 30318 h 54539"/>
                <a:gd name="connsiteX5" fmla="*/ 43229 w 83586"/>
                <a:gd name="connsiteY5" fmla="*/ 21008 h 54539"/>
                <a:gd name="connsiteX6" fmla="*/ 31588 w 83586"/>
                <a:gd name="connsiteY6" fmla="*/ 22810 h 54539"/>
                <a:gd name="connsiteX7" fmla="*/ 19196 w 83586"/>
                <a:gd name="connsiteY7" fmla="*/ 30318 h 54539"/>
                <a:gd name="connsiteX8" fmla="*/ 17169 w 83586"/>
                <a:gd name="connsiteY8" fmla="*/ 34448 h 54539"/>
                <a:gd name="connsiteX9" fmla="*/ 15968 w 83586"/>
                <a:gd name="connsiteY9" fmla="*/ 33922 h 54539"/>
                <a:gd name="connsiteX10" fmla="*/ 2900 w 83586"/>
                <a:gd name="connsiteY10" fmla="*/ 26414 h 54539"/>
                <a:gd name="connsiteX11" fmla="*/ 271 w 83586"/>
                <a:gd name="connsiteY11" fmla="*/ 25813 h 54539"/>
                <a:gd name="connsiteX12" fmla="*/ 271 w 83586"/>
                <a:gd name="connsiteY12" fmla="*/ 28216 h 54539"/>
                <a:gd name="connsiteX13" fmla="*/ 11611 w 83586"/>
                <a:gd name="connsiteY13" fmla="*/ 44659 h 54539"/>
                <a:gd name="connsiteX14" fmla="*/ 18671 w 83586"/>
                <a:gd name="connsiteY14" fmla="*/ 49690 h 54539"/>
                <a:gd name="connsiteX15" fmla="*/ 20323 w 83586"/>
                <a:gd name="connsiteY15" fmla="*/ 49690 h 54539"/>
                <a:gd name="connsiteX16" fmla="*/ 20774 w 83586"/>
                <a:gd name="connsiteY16" fmla="*/ 48714 h 54539"/>
                <a:gd name="connsiteX17" fmla="*/ 21975 w 83586"/>
                <a:gd name="connsiteY17" fmla="*/ 50291 h 54539"/>
                <a:gd name="connsiteX18" fmla="*/ 33015 w 83586"/>
                <a:gd name="connsiteY18" fmla="*/ 54496 h 54539"/>
                <a:gd name="connsiteX19" fmla="*/ 48410 w 83586"/>
                <a:gd name="connsiteY19" fmla="*/ 52393 h 54539"/>
                <a:gd name="connsiteX20" fmla="*/ 62004 w 83586"/>
                <a:gd name="connsiteY20" fmla="*/ 47287 h 54539"/>
                <a:gd name="connsiteX21" fmla="*/ 74620 w 83586"/>
                <a:gd name="connsiteY21" fmla="*/ 32271 h 54539"/>
                <a:gd name="connsiteX22" fmla="*/ 83558 w 83586"/>
                <a:gd name="connsiteY22" fmla="*/ 284 h 54539"/>
                <a:gd name="connsiteX23" fmla="*/ 79427 w 83586"/>
                <a:gd name="connsiteY23" fmla="*/ 1411 h 54539"/>
                <a:gd name="connsiteX24" fmla="*/ 45331 w 83586"/>
                <a:gd name="connsiteY24" fmla="*/ 35950 h 54539"/>
                <a:gd name="connsiteX25" fmla="*/ 43304 w 83586"/>
                <a:gd name="connsiteY25" fmla="*/ 38420 h 54539"/>
                <a:gd name="connsiteX26" fmla="*/ 43229 w 83586"/>
                <a:gd name="connsiteY26" fmla="*/ 38427 h 54539"/>
                <a:gd name="connsiteX27" fmla="*/ 39849 w 83586"/>
                <a:gd name="connsiteY27" fmla="*/ 38427 h 54539"/>
                <a:gd name="connsiteX28" fmla="*/ 34667 w 83586"/>
                <a:gd name="connsiteY28" fmla="*/ 36851 h 54539"/>
                <a:gd name="connsiteX29" fmla="*/ 32039 w 83586"/>
                <a:gd name="connsiteY29" fmla="*/ 37977 h 54539"/>
                <a:gd name="connsiteX30" fmla="*/ 31438 w 83586"/>
                <a:gd name="connsiteY30" fmla="*/ 40004 h 54539"/>
                <a:gd name="connsiteX31" fmla="*/ 26631 w 83586"/>
                <a:gd name="connsiteY31" fmla="*/ 42932 h 54539"/>
                <a:gd name="connsiteX32" fmla="*/ 23853 w 83586"/>
                <a:gd name="connsiteY32" fmla="*/ 38277 h 54539"/>
                <a:gd name="connsiteX33" fmla="*/ 24679 w 83586"/>
                <a:gd name="connsiteY33" fmla="*/ 34981 h 54539"/>
                <a:gd name="connsiteX34" fmla="*/ 24679 w 83586"/>
                <a:gd name="connsiteY34" fmla="*/ 34973 h 54539"/>
                <a:gd name="connsiteX35" fmla="*/ 45331 w 83586"/>
                <a:gd name="connsiteY35" fmla="*/ 35950 h 54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3586" h="54539">
                  <a:moveTo>
                    <a:pt x="79427" y="1411"/>
                  </a:moveTo>
                  <a:cubicBezTo>
                    <a:pt x="78826" y="2965"/>
                    <a:pt x="78450" y="4617"/>
                    <a:pt x="78450" y="6291"/>
                  </a:cubicBezTo>
                  <a:cubicBezTo>
                    <a:pt x="77700" y="10691"/>
                    <a:pt x="75972" y="14888"/>
                    <a:pt x="73493" y="18605"/>
                  </a:cubicBezTo>
                  <a:cubicBezTo>
                    <a:pt x="71917" y="21759"/>
                    <a:pt x="69814" y="24642"/>
                    <a:pt x="67336" y="27165"/>
                  </a:cubicBezTo>
                  <a:cubicBezTo>
                    <a:pt x="64632" y="29710"/>
                    <a:pt x="60952" y="30874"/>
                    <a:pt x="57273" y="30318"/>
                  </a:cubicBezTo>
                  <a:cubicBezTo>
                    <a:pt x="51640" y="29042"/>
                    <a:pt x="48786" y="22810"/>
                    <a:pt x="43229" y="21008"/>
                  </a:cubicBezTo>
                  <a:cubicBezTo>
                    <a:pt x="39248" y="20332"/>
                    <a:pt x="35193" y="20963"/>
                    <a:pt x="31588" y="22810"/>
                  </a:cubicBezTo>
                  <a:cubicBezTo>
                    <a:pt x="26932" y="24266"/>
                    <a:pt x="22652" y="26842"/>
                    <a:pt x="19196" y="30318"/>
                  </a:cubicBezTo>
                  <a:cubicBezTo>
                    <a:pt x="18071" y="31452"/>
                    <a:pt x="17394" y="32894"/>
                    <a:pt x="17169" y="34448"/>
                  </a:cubicBezTo>
                  <a:lnTo>
                    <a:pt x="15968" y="33922"/>
                  </a:lnTo>
                  <a:cubicBezTo>
                    <a:pt x="11236" y="32143"/>
                    <a:pt x="6806" y="29605"/>
                    <a:pt x="2900" y="26414"/>
                  </a:cubicBezTo>
                  <a:cubicBezTo>
                    <a:pt x="2149" y="25738"/>
                    <a:pt x="948" y="25137"/>
                    <a:pt x="271" y="25813"/>
                  </a:cubicBezTo>
                  <a:cubicBezTo>
                    <a:pt x="-405" y="26489"/>
                    <a:pt x="271" y="27465"/>
                    <a:pt x="271" y="28216"/>
                  </a:cubicBezTo>
                  <a:cubicBezTo>
                    <a:pt x="3501" y="34035"/>
                    <a:pt x="7331" y="39539"/>
                    <a:pt x="11611" y="44659"/>
                  </a:cubicBezTo>
                  <a:cubicBezTo>
                    <a:pt x="13414" y="47032"/>
                    <a:pt x="15817" y="48789"/>
                    <a:pt x="18671" y="49690"/>
                  </a:cubicBezTo>
                  <a:cubicBezTo>
                    <a:pt x="19196" y="49915"/>
                    <a:pt x="19798" y="49915"/>
                    <a:pt x="20323" y="49690"/>
                  </a:cubicBezTo>
                  <a:cubicBezTo>
                    <a:pt x="20624" y="49457"/>
                    <a:pt x="20774" y="49089"/>
                    <a:pt x="20774" y="48714"/>
                  </a:cubicBezTo>
                  <a:cubicBezTo>
                    <a:pt x="21149" y="49270"/>
                    <a:pt x="21525" y="49795"/>
                    <a:pt x="21975" y="50291"/>
                  </a:cubicBezTo>
                  <a:cubicBezTo>
                    <a:pt x="25054" y="52874"/>
                    <a:pt x="28960" y="54353"/>
                    <a:pt x="33015" y="54496"/>
                  </a:cubicBezTo>
                  <a:cubicBezTo>
                    <a:pt x="38197" y="54623"/>
                    <a:pt x="43454" y="53910"/>
                    <a:pt x="48410" y="52393"/>
                  </a:cubicBezTo>
                  <a:cubicBezTo>
                    <a:pt x="53142" y="51402"/>
                    <a:pt x="57798" y="49683"/>
                    <a:pt x="62004" y="47287"/>
                  </a:cubicBezTo>
                  <a:cubicBezTo>
                    <a:pt x="67486" y="43533"/>
                    <a:pt x="71842" y="38337"/>
                    <a:pt x="74620" y="32271"/>
                  </a:cubicBezTo>
                  <a:cubicBezTo>
                    <a:pt x="79953" y="22404"/>
                    <a:pt x="82956" y="11480"/>
                    <a:pt x="83558" y="284"/>
                  </a:cubicBezTo>
                  <a:cubicBezTo>
                    <a:pt x="82055" y="-406"/>
                    <a:pt x="80328" y="74"/>
                    <a:pt x="79427" y="1411"/>
                  </a:cubicBezTo>
                  <a:close/>
                  <a:moveTo>
                    <a:pt x="45331" y="35950"/>
                  </a:moveTo>
                  <a:cubicBezTo>
                    <a:pt x="45481" y="37189"/>
                    <a:pt x="44580" y="38292"/>
                    <a:pt x="43304" y="38420"/>
                  </a:cubicBezTo>
                  <a:cubicBezTo>
                    <a:pt x="43304" y="38420"/>
                    <a:pt x="43229" y="38427"/>
                    <a:pt x="43229" y="38427"/>
                  </a:cubicBezTo>
                  <a:cubicBezTo>
                    <a:pt x="42253" y="39193"/>
                    <a:pt x="40825" y="39193"/>
                    <a:pt x="39849" y="38427"/>
                  </a:cubicBezTo>
                  <a:cubicBezTo>
                    <a:pt x="38347" y="37406"/>
                    <a:pt x="36545" y="36858"/>
                    <a:pt x="34667" y="36851"/>
                  </a:cubicBezTo>
                  <a:lnTo>
                    <a:pt x="32039" y="37977"/>
                  </a:lnTo>
                  <a:cubicBezTo>
                    <a:pt x="31588" y="38540"/>
                    <a:pt x="31363" y="39276"/>
                    <a:pt x="31438" y="40004"/>
                  </a:cubicBezTo>
                  <a:cubicBezTo>
                    <a:pt x="31438" y="42257"/>
                    <a:pt x="28885" y="44659"/>
                    <a:pt x="26631" y="42932"/>
                  </a:cubicBezTo>
                  <a:cubicBezTo>
                    <a:pt x="25054" y="41844"/>
                    <a:pt x="24078" y="40154"/>
                    <a:pt x="23853" y="38277"/>
                  </a:cubicBezTo>
                  <a:cubicBezTo>
                    <a:pt x="23177" y="37143"/>
                    <a:pt x="23553" y="35664"/>
                    <a:pt x="24679" y="34981"/>
                  </a:cubicBezTo>
                  <a:cubicBezTo>
                    <a:pt x="24679" y="34973"/>
                    <a:pt x="24679" y="34973"/>
                    <a:pt x="24679" y="34973"/>
                  </a:cubicBezTo>
                  <a:cubicBezTo>
                    <a:pt x="28734" y="28441"/>
                    <a:pt x="45182" y="24687"/>
                    <a:pt x="45331" y="35950"/>
                  </a:cubicBezTo>
                  <a:close/>
                </a:path>
              </a:pathLst>
            </a:custGeom>
            <a:solidFill>
              <a:srgbClr val="EAEEE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2" name="Content Placeholder 4">
              <a:extLst>
                <a:ext uri="{FF2B5EF4-FFF2-40B4-BE49-F238E27FC236}">
                  <a16:creationId xmlns:a16="http://schemas.microsoft.com/office/drawing/2014/main" id="{17C954CA-6C3A-73FD-6958-DBC8A3D0A69D}"/>
                </a:ext>
              </a:extLst>
            </p:cNvPr>
            <p:cNvSpPr/>
            <p:nvPr/>
          </p:nvSpPr>
          <p:spPr>
            <a:xfrm>
              <a:off x="12455105" y="3832678"/>
              <a:ext cx="23460" cy="48461"/>
            </a:xfrm>
            <a:custGeom>
              <a:avLst/>
              <a:gdLst>
                <a:gd name="connsiteX0" fmla="*/ 7701 w 23460"/>
                <a:gd name="connsiteY0" fmla="*/ 14086 h 48461"/>
                <a:gd name="connsiteX1" fmla="*/ 793 w 23460"/>
                <a:gd name="connsiteY1" fmla="*/ 24973 h 48461"/>
                <a:gd name="connsiteX2" fmla="*/ 4022 w 23460"/>
                <a:gd name="connsiteY2" fmla="*/ 44270 h 48461"/>
                <a:gd name="connsiteX3" fmla="*/ 7026 w 23460"/>
                <a:gd name="connsiteY3" fmla="*/ 47874 h 48461"/>
                <a:gd name="connsiteX4" fmla="*/ 13559 w 23460"/>
                <a:gd name="connsiteY4" fmla="*/ 47048 h 48461"/>
                <a:gd name="connsiteX5" fmla="*/ 17690 w 23460"/>
                <a:gd name="connsiteY5" fmla="*/ 41492 h 48461"/>
                <a:gd name="connsiteX6" fmla="*/ 22571 w 23460"/>
                <a:gd name="connsiteY6" fmla="*/ 15663 h 48461"/>
                <a:gd name="connsiteX7" fmla="*/ 15587 w 23460"/>
                <a:gd name="connsiteY7" fmla="*/ 5151 h 48461"/>
                <a:gd name="connsiteX8" fmla="*/ 8978 w 23460"/>
                <a:gd name="connsiteY8" fmla="*/ -30 h 48461"/>
                <a:gd name="connsiteX9" fmla="*/ 7701 w 23460"/>
                <a:gd name="connsiteY9" fmla="*/ 14086 h 4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60" h="48461">
                  <a:moveTo>
                    <a:pt x="7701" y="14086"/>
                  </a:moveTo>
                  <a:cubicBezTo>
                    <a:pt x="5824" y="17991"/>
                    <a:pt x="2370" y="20919"/>
                    <a:pt x="793" y="24973"/>
                  </a:cubicBezTo>
                  <a:cubicBezTo>
                    <a:pt x="-1010" y="31566"/>
                    <a:pt x="191" y="38624"/>
                    <a:pt x="4022" y="44270"/>
                  </a:cubicBezTo>
                  <a:cubicBezTo>
                    <a:pt x="4697" y="45719"/>
                    <a:pt x="5749" y="46966"/>
                    <a:pt x="7026" y="47874"/>
                  </a:cubicBezTo>
                  <a:cubicBezTo>
                    <a:pt x="9204" y="48850"/>
                    <a:pt x="11682" y="48528"/>
                    <a:pt x="13559" y="47048"/>
                  </a:cubicBezTo>
                  <a:cubicBezTo>
                    <a:pt x="15287" y="45486"/>
                    <a:pt x="16714" y="43594"/>
                    <a:pt x="17690" y="41492"/>
                  </a:cubicBezTo>
                  <a:cubicBezTo>
                    <a:pt x="22872" y="33954"/>
                    <a:pt x="24674" y="24576"/>
                    <a:pt x="22571" y="15663"/>
                  </a:cubicBezTo>
                  <a:cubicBezTo>
                    <a:pt x="20919" y="11766"/>
                    <a:pt x="18516" y="8200"/>
                    <a:pt x="15587" y="5151"/>
                  </a:cubicBezTo>
                  <a:cubicBezTo>
                    <a:pt x="13935" y="2808"/>
                    <a:pt x="11682" y="1006"/>
                    <a:pt x="8978" y="-30"/>
                  </a:cubicBezTo>
                  <a:cubicBezTo>
                    <a:pt x="7251" y="3950"/>
                    <a:pt x="10030" y="9356"/>
                    <a:pt x="7701" y="14086"/>
                  </a:cubicBezTo>
                  <a:close/>
                </a:path>
              </a:pathLst>
            </a:custGeom>
            <a:solidFill>
              <a:srgbClr val="EAEEE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3" name="Content Placeholder 4">
              <a:extLst>
                <a:ext uri="{FF2B5EF4-FFF2-40B4-BE49-F238E27FC236}">
                  <a16:creationId xmlns:a16="http://schemas.microsoft.com/office/drawing/2014/main" id="{42536EC2-D758-B9DE-C822-17B93625FBA5}"/>
                </a:ext>
              </a:extLst>
            </p:cNvPr>
            <p:cNvSpPr/>
            <p:nvPr/>
          </p:nvSpPr>
          <p:spPr>
            <a:xfrm>
              <a:off x="12406558" y="3949354"/>
              <a:ext cx="198955" cy="287822"/>
            </a:xfrm>
            <a:custGeom>
              <a:avLst/>
              <a:gdLst>
                <a:gd name="connsiteX0" fmla="*/ 35370 w 198955"/>
                <a:gd name="connsiteY0" fmla="*/ 16870 h 287822"/>
                <a:gd name="connsiteX1" fmla="*/ 62782 w 198955"/>
                <a:gd name="connsiteY1" fmla="*/ 3204 h 287822"/>
                <a:gd name="connsiteX2" fmla="*/ 87640 w 198955"/>
                <a:gd name="connsiteY2" fmla="*/ 5006 h 287822"/>
                <a:gd name="connsiteX3" fmla="*/ 152977 w 198955"/>
                <a:gd name="connsiteY3" fmla="*/ 65600 h 287822"/>
                <a:gd name="connsiteX4" fmla="*/ 198863 w 198955"/>
                <a:gd name="connsiteY4" fmla="*/ 263597 h 287822"/>
                <a:gd name="connsiteX5" fmla="*/ 196535 w 198955"/>
                <a:gd name="connsiteY5" fmla="*/ 272232 h 287822"/>
                <a:gd name="connsiteX6" fmla="*/ 189025 w 198955"/>
                <a:gd name="connsiteY6" fmla="*/ 275686 h 287822"/>
                <a:gd name="connsiteX7" fmla="*/ 33568 w 198955"/>
                <a:gd name="connsiteY7" fmla="*/ 287249 h 287822"/>
                <a:gd name="connsiteX8" fmla="*/ 19149 w 198955"/>
                <a:gd name="connsiteY8" fmla="*/ 277068 h 287822"/>
                <a:gd name="connsiteX9" fmla="*/ 18999 w 198955"/>
                <a:gd name="connsiteY9" fmla="*/ 274710 h 287822"/>
                <a:gd name="connsiteX10" fmla="*/ 13216 w 198955"/>
                <a:gd name="connsiteY10" fmla="*/ 151571 h 287822"/>
                <a:gd name="connsiteX11" fmla="*/ 1501 w 198955"/>
                <a:gd name="connsiteY11" fmla="*/ 61920 h 287822"/>
                <a:gd name="connsiteX12" fmla="*/ 3904 w 198955"/>
                <a:gd name="connsiteY12" fmla="*/ 23702 h 287822"/>
                <a:gd name="connsiteX13" fmla="*/ 35370 w 198955"/>
                <a:gd name="connsiteY13" fmla="*/ 16870 h 28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8955" h="287822">
                  <a:moveTo>
                    <a:pt x="35370" y="16870"/>
                  </a:moveTo>
                  <a:cubicBezTo>
                    <a:pt x="44983" y="13416"/>
                    <a:pt x="53545" y="7559"/>
                    <a:pt x="62782" y="3204"/>
                  </a:cubicBezTo>
                  <a:cubicBezTo>
                    <a:pt x="70592" y="-1699"/>
                    <a:pt x="80656" y="-970"/>
                    <a:pt x="87640" y="5006"/>
                  </a:cubicBezTo>
                  <a:cubicBezTo>
                    <a:pt x="110170" y="19573"/>
                    <a:pt x="140811" y="41347"/>
                    <a:pt x="152977" y="65600"/>
                  </a:cubicBezTo>
                  <a:cubicBezTo>
                    <a:pt x="184294" y="126831"/>
                    <a:pt x="200065" y="194835"/>
                    <a:pt x="198863" y="263597"/>
                  </a:cubicBezTo>
                  <a:cubicBezTo>
                    <a:pt x="199088" y="266653"/>
                    <a:pt x="198262" y="269687"/>
                    <a:pt x="196535" y="272232"/>
                  </a:cubicBezTo>
                  <a:cubicBezTo>
                    <a:pt x="194507" y="274169"/>
                    <a:pt x="191804" y="275378"/>
                    <a:pt x="189025" y="275686"/>
                  </a:cubicBezTo>
                  <a:cubicBezTo>
                    <a:pt x="148095" y="286348"/>
                    <a:pt x="75849" y="289126"/>
                    <a:pt x="33568" y="287249"/>
                  </a:cubicBezTo>
                  <a:cubicBezTo>
                    <a:pt x="26809" y="288413"/>
                    <a:pt x="20350" y="283855"/>
                    <a:pt x="19149" y="277068"/>
                  </a:cubicBezTo>
                  <a:cubicBezTo>
                    <a:pt x="19074" y="276287"/>
                    <a:pt x="18999" y="275498"/>
                    <a:pt x="18999" y="274710"/>
                  </a:cubicBezTo>
                  <a:cubicBezTo>
                    <a:pt x="10061" y="232663"/>
                    <a:pt x="20801" y="193919"/>
                    <a:pt x="13216" y="151571"/>
                  </a:cubicBezTo>
                  <a:cubicBezTo>
                    <a:pt x="7433" y="121966"/>
                    <a:pt x="3528" y="92022"/>
                    <a:pt x="1501" y="61920"/>
                  </a:cubicBezTo>
                  <a:cubicBezTo>
                    <a:pt x="1050" y="52159"/>
                    <a:pt x="-2856" y="31887"/>
                    <a:pt x="3904" y="23702"/>
                  </a:cubicBezTo>
                  <a:cubicBezTo>
                    <a:pt x="10663" y="15518"/>
                    <a:pt x="26358" y="20023"/>
                    <a:pt x="35370" y="16870"/>
                  </a:cubicBezTo>
                  <a:close/>
                </a:path>
              </a:pathLst>
            </a:custGeom>
            <a:solidFill>
              <a:srgbClr val="AA6A6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4" name="Content Placeholder 4">
              <a:extLst>
                <a:ext uri="{FF2B5EF4-FFF2-40B4-BE49-F238E27FC236}">
                  <a16:creationId xmlns:a16="http://schemas.microsoft.com/office/drawing/2014/main" id="{A1548A52-F68C-ACC8-96AA-0194420291A2}"/>
                </a:ext>
              </a:extLst>
            </p:cNvPr>
            <p:cNvSpPr/>
            <p:nvPr/>
          </p:nvSpPr>
          <p:spPr>
            <a:xfrm>
              <a:off x="12303582" y="4191026"/>
              <a:ext cx="72597" cy="395492"/>
            </a:xfrm>
            <a:custGeom>
              <a:avLst/>
              <a:gdLst>
                <a:gd name="connsiteX0" fmla="*/ 34558 w 72597"/>
                <a:gd name="connsiteY0" fmla="*/ 1 h 395492"/>
                <a:gd name="connsiteX1" fmla="*/ 312 w 72597"/>
                <a:gd name="connsiteY1" fmla="*/ 59317 h 395492"/>
                <a:gd name="connsiteX2" fmla="*/ 8949 w 72597"/>
                <a:gd name="connsiteY2" fmla="*/ 65700 h 395492"/>
                <a:gd name="connsiteX3" fmla="*/ 15332 w 72597"/>
                <a:gd name="connsiteY3" fmla="*/ 57065 h 395492"/>
                <a:gd name="connsiteX4" fmla="*/ 20439 w 72597"/>
                <a:gd name="connsiteY4" fmla="*/ 21926 h 395492"/>
                <a:gd name="connsiteX5" fmla="*/ 53709 w 72597"/>
                <a:gd name="connsiteY5" fmla="*/ 31837 h 395492"/>
                <a:gd name="connsiteX6" fmla="*/ 59116 w 72597"/>
                <a:gd name="connsiteY6" fmla="*/ 46854 h 395492"/>
                <a:gd name="connsiteX7" fmla="*/ 59942 w 72597"/>
                <a:gd name="connsiteY7" fmla="*/ 101665 h 395492"/>
                <a:gd name="connsiteX8" fmla="*/ 55511 w 72597"/>
                <a:gd name="connsiteY8" fmla="*/ 200477 h 395492"/>
                <a:gd name="connsiteX9" fmla="*/ 51981 w 72597"/>
                <a:gd name="connsiteY9" fmla="*/ 392393 h 395492"/>
                <a:gd name="connsiteX10" fmla="*/ 54159 w 72597"/>
                <a:gd name="connsiteY10" fmla="*/ 395426 h 395492"/>
                <a:gd name="connsiteX11" fmla="*/ 57163 w 72597"/>
                <a:gd name="connsiteY11" fmla="*/ 393279 h 395492"/>
                <a:gd name="connsiteX12" fmla="*/ 57163 w 72597"/>
                <a:gd name="connsiteY12" fmla="*/ 392393 h 395492"/>
                <a:gd name="connsiteX13" fmla="*/ 63396 w 72597"/>
                <a:gd name="connsiteY13" fmla="*/ 229534 h 395492"/>
                <a:gd name="connsiteX14" fmla="*/ 72559 w 72597"/>
                <a:gd name="connsiteY14" fmla="*/ 67502 h 395492"/>
                <a:gd name="connsiteX15" fmla="*/ 34558 w 72597"/>
                <a:gd name="connsiteY15" fmla="*/ 1 h 395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2597" h="395492">
                  <a:moveTo>
                    <a:pt x="34558" y="1"/>
                  </a:moveTo>
                  <a:cubicBezTo>
                    <a:pt x="7372" y="-1276"/>
                    <a:pt x="-2016" y="37543"/>
                    <a:pt x="312" y="59317"/>
                  </a:cubicBezTo>
                  <a:cubicBezTo>
                    <a:pt x="913" y="63462"/>
                    <a:pt x="4819" y="66323"/>
                    <a:pt x="8949" y="65700"/>
                  </a:cubicBezTo>
                  <a:cubicBezTo>
                    <a:pt x="13079" y="65077"/>
                    <a:pt x="15933" y="61210"/>
                    <a:pt x="15332" y="57065"/>
                  </a:cubicBezTo>
                  <a:cubicBezTo>
                    <a:pt x="14131" y="50308"/>
                    <a:pt x="12854" y="26506"/>
                    <a:pt x="20439" y="21926"/>
                  </a:cubicBezTo>
                  <a:cubicBezTo>
                    <a:pt x="32229" y="10137"/>
                    <a:pt x="43645" y="14417"/>
                    <a:pt x="53709" y="31837"/>
                  </a:cubicBezTo>
                  <a:lnTo>
                    <a:pt x="59116" y="46854"/>
                  </a:lnTo>
                  <a:cubicBezTo>
                    <a:pt x="63171" y="64423"/>
                    <a:pt x="60768" y="83870"/>
                    <a:pt x="59942" y="101665"/>
                  </a:cubicBezTo>
                  <a:cubicBezTo>
                    <a:pt x="58290" y="134552"/>
                    <a:pt x="56787" y="167492"/>
                    <a:pt x="55511" y="200477"/>
                  </a:cubicBezTo>
                  <a:cubicBezTo>
                    <a:pt x="52808" y="264448"/>
                    <a:pt x="51981" y="328120"/>
                    <a:pt x="51981" y="392393"/>
                  </a:cubicBezTo>
                  <a:cubicBezTo>
                    <a:pt x="51756" y="393827"/>
                    <a:pt x="52732" y="395178"/>
                    <a:pt x="54159" y="395426"/>
                  </a:cubicBezTo>
                  <a:cubicBezTo>
                    <a:pt x="55586" y="395666"/>
                    <a:pt x="56938" y="394705"/>
                    <a:pt x="57163" y="393279"/>
                  </a:cubicBezTo>
                  <a:cubicBezTo>
                    <a:pt x="57238" y="392986"/>
                    <a:pt x="57238" y="392686"/>
                    <a:pt x="57163" y="392393"/>
                  </a:cubicBezTo>
                  <a:cubicBezTo>
                    <a:pt x="58740" y="338106"/>
                    <a:pt x="61144" y="283745"/>
                    <a:pt x="63396" y="229534"/>
                  </a:cubicBezTo>
                  <a:cubicBezTo>
                    <a:pt x="65649" y="175323"/>
                    <a:pt x="72859" y="121262"/>
                    <a:pt x="72559" y="67502"/>
                  </a:cubicBezTo>
                  <a:cubicBezTo>
                    <a:pt x="72708" y="44000"/>
                    <a:pt x="63997" y="1428"/>
                    <a:pt x="34558" y="1"/>
                  </a:cubicBezTo>
                  <a:close/>
                </a:path>
              </a:pathLst>
            </a:custGeom>
            <a:solidFill>
              <a:srgbClr val="A78E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5" name="Content Placeholder 4">
              <a:extLst>
                <a:ext uri="{FF2B5EF4-FFF2-40B4-BE49-F238E27FC236}">
                  <a16:creationId xmlns:a16="http://schemas.microsoft.com/office/drawing/2014/main" id="{DBC76230-5535-0AC8-B8C5-AB3E0FAEBD52}"/>
                </a:ext>
              </a:extLst>
            </p:cNvPr>
            <p:cNvSpPr/>
            <p:nvPr/>
          </p:nvSpPr>
          <p:spPr>
            <a:xfrm>
              <a:off x="12404740" y="3964571"/>
              <a:ext cx="33271" cy="79869"/>
            </a:xfrm>
            <a:custGeom>
              <a:avLst/>
              <a:gdLst>
                <a:gd name="connsiteX0" fmla="*/ 8500 w 33271"/>
                <a:gd name="connsiteY0" fmla="*/ 77038 h 79869"/>
                <a:gd name="connsiteX1" fmla="*/ 26073 w 33271"/>
                <a:gd name="connsiteY1" fmla="*/ 44526 h 79869"/>
                <a:gd name="connsiteX2" fmla="*/ 32908 w 33271"/>
                <a:gd name="connsiteY2" fmla="*/ 8486 h 79869"/>
                <a:gd name="connsiteX3" fmla="*/ 30505 w 33271"/>
                <a:gd name="connsiteY3" fmla="*/ 2929 h 79869"/>
                <a:gd name="connsiteX4" fmla="*/ 24196 w 33271"/>
                <a:gd name="connsiteY4" fmla="*/ 752 h 79869"/>
                <a:gd name="connsiteX5" fmla="*/ 6623 w 33271"/>
                <a:gd name="connsiteY5" fmla="*/ 2854 h 79869"/>
                <a:gd name="connsiteX6" fmla="*/ 14 w 33271"/>
                <a:gd name="connsiteY6" fmla="*/ 24479 h 79869"/>
                <a:gd name="connsiteX7" fmla="*/ 2417 w 33271"/>
                <a:gd name="connsiteY7" fmla="*/ 76587 h 79869"/>
                <a:gd name="connsiteX8" fmla="*/ 8500 w 33271"/>
                <a:gd name="connsiteY8" fmla="*/ 77038 h 79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271" h="79869">
                  <a:moveTo>
                    <a:pt x="8500" y="77038"/>
                  </a:moveTo>
                  <a:cubicBezTo>
                    <a:pt x="15259" y="66736"/>
                    <a:pt x="21192" y="55857"/>
                    <a:pt x="26073" y="44526"/>
                  </a:cubicBezTo>
                  <a:cubicBezTo>
                    <a:pt x="31781" y="33429"/>
                    <a:pt x="34185" y="20905"/>
                    <a:pt x="32908" y="8486"/>
                  </a:cubicBezTo>
                  <a:cubicBezTo>
                    <a:pt x="32757" y="6413"/>
                    <a:pt x="31931" y="4454"/>
                    <a:pt x="30505" y="2929"/>
                  </a:cubicBezTo>
                  <a:cubicBezTo>
                    <a:pt x="28702" y="1525"/>
                    <a:pt x="26449" y="759"/>
                    <a:pt x="24196" y="752"/>
                  </a:cubicBezTo>
                  <a:cubicBezTo>
                    <a:pt x="18263" y="-787"/>
                    <a:pt x="12030" y="-36"/>
                    <a:pt x="6623" y="2854"/>
                  </a:cubicBezTo>
                  <a:cubicBezTo>
                    <a:pt x="239" y="7435"/>
                    <a:pt x="-212" y="16670"/>
                    <a:pt x="14" y="24479"/>
                  </a:cubicBezTo>
                  <a:cubicBezTo>
                    <a:pt x="539" y="41898"/>
                    <a:pt x="1366" y="59265"/>
                    <a:pt x="2417" y="76587"/>
                  </a:cubicBezTo>
                  <a:cubicBezTo>
                    <a:pt x="2792" y="81618"/>
                    <a:pt x="6547" y="80041"/>
                    <a:pt x="8500" y="77038"/>
                  </a:cubicBezTo>
                  <a:close/>
                </a:path>
              </a:pathLst>
            </a:custGeom>
            <a:solidFill>
              <a:srgbClr val="965E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6" name="Content Placeholder 4">
              <a:extLst>
                <a:ext uri="{FF2B5EF4-FFF2-40B4-BE49-F238E27FC236}">
                  <a16:creationId xmlns:a16="http://schemas.microsoft.com/office/drawing/2014/main" id="{4C406494-1A37-1347-451B-2683E363686F}"/>
                </a:ext>
              </a:extLst>
            </p:cNvPr>
            <p:cNvSpPr/>
            <p:nvPr/>
          </p:nvSpPr>
          <p:spPr>
            <a:xfrm>
              <a:off x="12453756" y="3946630"/>
              <a:ext cx="98816" cy="63932"/>
            </a:xfrm>
            <a:custGeom>
              <a:avLst/>
              <a:gdLst>
                <a:gd name="connsiteX0" fmla="*/ 40141 w 98816"/>
                <a:gd name="connsiteY0" fmla="*/ 55635 h 63932"/>
                <a:gd name="connsiteX1" fmla="*/ 98569 w 98816"/>
                <a:gd name="connsiteY1" fmla="*/ 61116 h 63932"/>
                <a:gd name="connsiteX2" fmla="*/ 93087 w 98816"/>
                <a:gd name="connsiteY2" fmla="*/ 48802 h 63932"/>
                <a:gd name="connsiteX3" fmla="*/ 66501 w 98816"/>
                <a:gd name="connsiteY3" fmla="*/ 19745 h 63932"/>
                <a:gd name="connsiteX4" fmla="*/ 44572 w 98816"/>
                <a:gd name="connsiteY4" fmla="*/ 2100 h 63932"/>
                <a:gd name="connsiteX5" fmla="*/ 16785 w 98816"/>
                <a:gd name="connsiteY5" fmla="*/ 3001 h 63932"/>
                <a:gd name="connsiteX6" fmla="*/ 3643 w 98816"/>
                <a:gd name="connsiteY6" fmla="*/ 9608 h 63932"/>
                <a:gd name="connsiteX7" fmla="*/ 1765 w 98816"/>
                <a:gd name="connsiteY7" fmla="*/ 19069 h 63932"/>
                <a:gd name="connsiteX8" fmla="*/ 40141 w 98816"/>
                <a:gd name="connsiteY8" fmla="*/ 55635 h 63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816" h="63932">
                  <a:moveTo>
                    <a:pt x="40141" y="55635"/>
                  </a:moveTo>
                  <a:cubicBezTo>
                    <a:pt x="58391" y="64277"/>
                    <a:pt x="79043" y="66214"/>
                    <a:pt x="98569" y="61116"/>
                  </a:cubicBezTo>
                  <a:cubicBezTo>
                    <a:pt x="99696" y="56536"/>
                    <a:pt x="96241" y="52256"/>
                    <a:pt x="93087" y="48802"/>
                  </a:cubicBezTo>
                  <a:lnTo>
                    <a:pt x="66501" y="19745"/>
                  </a:lnTo>
                  <a:cubicBezTo>
                    <a:pt x="60643" y="12221"/>
                    <a:pt x="53133" y="6177"/>
                    <a:pt x="44572" y="2100"/>
                  </a:cubicBezTo>
                  <a:cubicBezTo>
                    <a:pt x="35485" y="-1024"/>
                    <a:pt x="25647" y="-701"/>
                    <a:pt x="16785" y="3001"/>
                  </a:cubicBezTo>
                  <a:cubicBezTo>
                    <a:pt x="12054" y="4465"/>
                    <a:pt x="7623" y="6702"/>
                    <a:pt x="3643" y="9608"/>
                  </a:cubicBezTo>
                  <a:cubicBezTo>
                    <a:pt x="-1089" y="13588"/>
                    <a:pt x="-713" y="13362"/>
                    <a:pt x="1765" y="19069"/>
                  </a:cubicBezTo>
                  <a:cubicBezTo>
                    <a:pt x="10026" y="35264"/>
                    <a:pt x="23544" y="48164"/>
                    <a:pt x="40141" y="55635"/>
                  </a:cubicBezTo>
                  <a:close/>
                </a:path>
              </a:pathLst>
            </a:custGeom>
            <a:solidFill>
              <a:srgbClr val="965E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7" name="Content Placeholder 4">
              <a:extLst>
                <a:ext uri="{FF2B5EF4-FFF2-40B4-BE49-F238E27FC236}">
                  <a16:creationId xmlns:a16="http://schemas.microsoft.com/office/drawing/2014/main" id="{35EB32ED-9DE7-9A08-6EE2-6A6461CB06C3}"/>
                </a:ext>
              </a:extLst>
            </p:cNvPr>
            <p:cNvSpPr/>
            <p:nvPr/>
          </p:nvSpPr>
          <p:spPr>
            <a:xfrm>
              <a:off x="12344744" y="4001364"/>
              <a:ext cx="75295" cy="65878"/>
            </a:xfrm>
            <a:custGeom>
              <a:avLst/>
              <a:gdLst>
                <a:gd name="connsiteX0" fmla="*/ 27267 w 75295"/>
                <a:gd name="connsiteY0" fmla="*/ 2778 h 65878"/>
                <a:gd name="connsiteX1" fmla="*/ 21333 w 75295"/>
                <a:gd name="connsiteY1" fmla="*/ 75 h 65878"/>
                <a:gd name="connsiteX2" fmla="*/ 8416 w 75295"/>
                <a:gd name="connsiteY2" fmla="*/ 7583 h 65878"/>
                <a:gd name="connsiteX3" fmla="*/ 906 w 75295"/>
                <a:gd name="connsiteY3" fmla="*/ 30109 h 65878"/>
                <a:gd name="connsiteX4" fmla="*/ 9843 w 75295"/>
                <a:gd name="connsiteY4" fmla="*/ 39419 h 65878"/>
                <a:gd name="connsiteX5" fmla="*/ 47393 w 75295"/>
                <a:gd name="connsiteY5" fmla="*/ 63071 h 65878"/>
                <a:gd name="connsiteX6" fmla="*/ 57607 w 75295"/>
                <a:gd name="connsiteY6" fmla="*/ 65849 h 65878"/>
                <a:gd name="connsiteX7" fmla="*/ 72101 w 75295"/>
                <a:gd name="connsiteY7" fmla="*/ 53085 h 65878"/>
                <a:gd name="connsiteX8" fmla="*/ 75030 w 75295"/>
                <a:gd name="connsiteY8" fmla="*/ 40921 h 65878"/>
                <a:gd name="connsiteX9" fmla="*/ 70750 w 75295"/>
                <a:gd name="connsiteY9" fmla="*/ 34614 h 65878"/>
                <a:gd name="connsiteX10" fmla="*/ 27267 w 75295"/>
                <a:gd name="connsiteY10" fmla="*/ 2778 h 65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5295" h="65878">
                  <a:moveTo>
                    <a:pt x="27267" y="2778"/>
                  </a:moveTo>
                  <a:cubicBezTo>
                    <a:pt x="25464" y="1501"/>
                    <a:pt x="23436" y="586"/>
                    <a:pt x="21333" y="75"/>
                  </a:cubicBezTo>
                  <a:cubicBezTo>
                    <a:pt x="16002" y="-751"/>
                    <a:pt x="11720" y="3454"/>
                    <a:pt x="8416" y="7583"/>
                  </a:cubicBezTo>
                  <a:cubicBezTo>
                    <a:pt x="4061" y="12764"/>
                    <a:pt x="-2473" y="22075"/>
                    <a:pt x="906" y="30109"/>
                  </a:cubicBezTo>
                  <a:cubicBezTo>
                    <a:pt x="2934" y="34021"/>
                    <a:pt x="6014" y="37257"/>
                    <a:pt x="9843" y="39419"/>
                  </a:cubicBezTo>
                  <a:cubicBezTo>
                    <a:pt x="21559" y="48550"/>
                    <a:pt x="34101" y="56471"/>
                    <a:pt x="47393" y="63071"/>
                  </a:cubicBezTo>
                  <a:cubicBezTo>
                    <a:pt x="50547" y="64738"/>
                    <a:pt x="54002" y="65691"/>
                    <a:pt x="57607" y="65849"/>
                  </a:cubicBezTo>
                  <a:cubicBezTo>
                    <a:pt x="64516" y="65399"/>
                    <a:pt x="68872" y="58941"/>
                    <a:pt x="72101" y="53085"/>
                  </a:cubicBezTo>
                  <a:cubicBezTo>
                    <a:pt x="74729" y="49616"/>
                    <a:pt x="75781" y="45208"/>
                    <a:pt x="75030" y="40921"/>
                  </a:cubicBezTo>
                  <a:cubicBezTo>
                    <a:pt x="74129" y="38503"/>
                    <a:pt x="72627" y="36341"/>
                    <a:pt x="70750" y="34614"/>
                  </a:cubicBezTo>
                  <a:cubicBezTo>
                    <a:pt x="57757" y="22127"/>
                    <a:pt x="43113" y="11428"/>
                    <a:pt x="27267" y="2778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8" name="Content Placeholder 4">
              <a:extLst>
                <a:ext uri="{FF2B5EF4-FFF2-40B4-BE49-F238E27FC236}">
                  <a16:creationId xmlns:a16="http://schemas.microsoft.com/office/drawing/2014/main" id="{85F6FCA0-DE96-7917-F904-4A7F6EDF8E73}"/>
                </a:ext>
              </a:extLst>
            </p:cNvPr>
            <p:cNvSpPr/>
            <p:nvPr/>
          </p:nvSpPr>
          <p:spPr>
            <a:xfrm>
              <a:off x="12405088" y="3954015"/>
              <a:ext cx="115176" cy="162224"/>
            </a:xfrm>
            <a:custGeom>
              <a:avLst/>
              <a:gdLst>
                <a:gd name="connsiteX0" fmla="*/ 69284 w 115176"/>
                <a:gd name="connsiteY0" fmla="*/ 122508 h 162224"/>
                <a:gd name="connsiteX1" fmla="*/ 72813 w 115176"/>
                <a:gd name="connsiteY1" fmla="*/ 122884 h 162224"/>
                <a:gd name="connsiteX2" fmla="*/ 75667 w 115176"/>
                <a:gd name="connsiteY2" fmla="*/ 116952 h 162224"/>
                <a:gd name="connsiteX3" fmla="*/ 67707 w 115176"/>
                <a:gd name="connsiteY3" fmla="*/ 53431 h 162224"/>
                <a:gd name="connsiteX4" fmla="*/ 69434 w 115176"/>
                <a:gd name="connsiteY4" fmla="*/ 24673 h 162224"/>
                <a:gd name="connsiteX5" fmla="*/ 77620 w 115176"/>
                <a:gd name="connsiteY5" fmla="*/ 3349 h 162224"/>
                <a:gd name="connsiteX6" fmla="*/ 106608 w 115176"/>
                <a:gd name="connsiteY6" fmla="*/ 10332 h 162224"/>
                <a:gd name="connsiteX7" fmla="*/ 114118 w 115176"/>
                <a:gd name="connsiteY7" fmla="*/ 42543 h 162224"/>
                <a:gd name="connsiteX8" fmla="*/ 108711 w 115176"/>
                <a:gd name="connsiteY8" fmla="*/ 146460 h 162224"/>
                <a:gd name="connsiteX9" fmla="*/ 103529 w 115176"/>
                <a:gd name="connsiteY9" fmla="*/ 157948 h 162224"/>
                <a:gd name="connsiteX10" fmla="*/ 89560 w 115176"/>
                <a:gd name="connsiteY10" fmla="*/ 161928 h 162224"/>
                <a:gd name="connsiteX11" fmla="*/ 75442 w 115176"/>
                <a:gd name="connsiteY11" fmla="*/ 156897 h 162224"/>
                <a:gd name="connsiteX12" fmla="*/ 8378 w 115176"/>
                <a:gd name="connsiteY12" fmla="*/ 125211 h 162224"/>
                <a:gd name="connsiteX13" fmla="*/ 868 w 115176"/>
                <a:gd name="connsiteY13" fmla="*/ 119130 h 162224"/>
                <a:gd name="connsiteX14" fmla="*/ 7176 w 115176"/>
                <a:gd name="connsiteY14" fmla="*/ 101785 h 162224"/>
                <a:gd name="connsiteX15" fmla="*/ 23398 w 115176"/>
                <a:gd name="connsiteY15" fmla="*/ 102986 h 162224"/>
                <a:gd name="connsiteX16" fmla="*/ 69284 w 115176"/>
                <a:gd name="connsiteY16" fmla="*/ 122508 h 162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5176" h="162224">
                  <a:moveTo>
                    <a:pt x="69284" y="122508"/>
                  </a:moveTo>
                  <a:cubicBezTo>
                    <a:pt x="70411" y="123004"/>
                    <a:pt x="71611" y="123132"/>
                    <a:pt x="72813" y="122884"/>
                  </a:cubicBezTo>
                  <a:cubicBezTo>
                    <a:pt x="75067" y="122208"/>
                    <a:pt x="75667" y="119280"/>
                    <a:pt x="75667" y="116952"/>
                  </a:cubicBezTo>
                  <a:cubicBezTo>
                    <a:pt x="76268" y="95553"/>
                    <a:pt x="68157" y="74755"/>
                    <a:pt x="67707" y="53431"/>
                  </a:cubicBezTo>
                  <a:cubicBezTo>
                    <a:pt x="67557" y="43812"/>
                    <a:pt x="68157" y="34201"/>
                    <a:pt x="69434" y="24673"/>
                  </a:cubicBezTo>
                  <a:cubicBezTo>
                    <a:pt x="69359" y="16782"/>
                    <a:pt x="72288" y="9161"/>
                    <a:pt x="77620" y="3349"/>
                  </a:cubicBezTo>
                  <a:cubicBezTo>
                    <a:pt x="86257" y="-3709"/>
                    <a:pt x="100150" y="1097"/>
                    <a:pt x="106608" y="10332"/>
                  </a:cubicBezTo>
                  <a:cubicBezTo>
                    <a:pt x="112015" y="20176"/>
                    <a:pt x="114644" y="31318"/>
                    <a:pt x="114118" y="42543"/>
                  </a:cubicBezTo>
                  <a:cubicBezTo>
                    <a:pt x="115621" y="77307"/>
                    <a:pt x="116596" y="112522"/>
                    <a:pt x="108711" y="146460"/>
                  </a:cubicBezTo>
                  <a:cubicBezTo>
                    <a:pt x="108036" y="150695"/>
                    <a:pt x="106308" y="154667"/>
                    <a:pt x="103529" y="157948"/>
                  </a:cubicBezTo>
                  <a:cubicBezTo>
                    <a:pt x="99774" y="161372"/>
                    <a:pt x="94592" y="162844"/>
                    <a:pt x="89560" y="161928"/>
                  </a:cubicBezTo>
                  <a:cubicBezTo>
                    <a:pt x="84605" y="160997"/>
                    <a:pt x="79873" y="159300"/>
                    <a:pt x="75442" y="156897"/>
                  </a:cubicBezTo>
                  <a:lnTo>
                    <a:pt x="8378" y="125211"/>
                  </a:lnTo>
                  <a:cubicBezTo>
                    <a:pt x="5299" y="124025"/>
                    <a:pt x="2670" y="121893"/>
                    <a:pt x="868" y="119130"/>
                  </a:cubicBezTo>
                  <a:cubicBezTo>
                    <a:pt x="-2061" y="113423"/>
                    <a:pt x="2745" y="105389"/>
                    <a:pt x="7176" y="101785"/>
                  </a:cubicBezTo>
                  <a:cubicBezTo>
                    <a:pt x="13409" y="96679"/>
                    <a:pt x="16714" y="99457"/>
                    <a:pt x="23398" y="102986"/>
                  </a:cubicBezTo>
                  <a:cubicBezTo>
                    <a:pt x="38117" y="110810"/>
                    <a:pt x="53438" y="117343"/>
                    <a:pt x="69284" y="122508"/>
                  </a:cubicBezTo>
                  <a:close/>
                </a:path>
              </a:pathLst>
            </a:custGeom>
            <a:solidFill>
              <a:srgbClr val="965E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9" name="Content Placeholder 4">
              <a:extLst>
                <a:ext uri="{FF2B5EF4-FFF2-40B4-BE49-F238E27FC236}">
                  <a16:creationId xmlns:a16="http://schemas.microsoft.com/office/drawing/2014/main" id="{CFB6056A-79EA-392B-0689-24B82AFBC77F}"/>
                </a:ext>
              </a:extLst>
            </p:cNvPr>
            <p:cNvSpPr/>
            <p:nvPr/>
          </p:nvSpPr>
          <p:spPr>
            <a:xfrm>
              <a:off x="12372674" y="4034571"/>
              <a:ext cx="43712" cy="32344"/>
            </a:xfrm>
            <a:custGeom>
              <a:avLst/>
              <a:gdLst>
                <a:gd name="connsiteX0" fmla="*/ 8273 w 43712"/>
                <a:gd name="connsiteY0" fmla="*/ 20703 h 32344"/>
                <a:gd name="connsiteX1" fmla="*/ 1590 w 43712"/>
                <a:gd name="connsiteY1" fmla="*/ 15297 h 32344"/>
                <a:gd name="connsiteX2" fmla="*/ 87 w 43712"/>
                <a:gd name="connsiteY2" fmla="*/ 8765 h 32344"/>
                <a:gd name="connsiteX3" fmla="*/ 3467 w 43712"/>
                <a:gd name="connsiteY3" fmla="*/ 431 h 32344"/>
                <a:gd name="connsiteX4" fmla="*/ 10376 w 43712"/>
                <a:gd name="connsiteY4" fmla="*/ 1332 h 32344"/>
                <a:gd name="connsiteX5" fmla="*/ 16985 w 43712"/>
                <a:gd name="connsiteY5" fmla="*/ 4260 h 32344"/>
                <a:gd name="connsiteX6" fmla="*/ 24044 w 43712"/>
                <a:gd name="connsiteY6" fmla="*/ 4260 h 32344"/>
                <a:gd name="connsiteX7" fmla="*/ 30878 w 43712"/>
                <a:gd name="connsiteY7" fmla="*/ 10042 h 32344"/>
                <a:gd name="connsiteX8" fmla="*/ 38388 w 43712"/>
                <a:gd name="connsiteY8" fmla="*/ 15072 h 32344"/>
                <a:gd name="connsiteX9" fmla="*/ 43570 w 43712"/>
                <a:gd name="connsiteY9" fmla="*/ 21905 h 32344"/>
                <a:gd name="connsiteX10" fmla="*/ 41091 w 43712"/>
                <a:gd name="connsiteY10" fmla="*/ 29413 h 32344"/>
                <a:gd name="connsiteX11" fmla="*/ 26071 w 43712"/>
                <a:gd name="connsiteY11" fmla="*/ 29413 h 32344"/>
                <a:gd name="connsiteX12" fmla="*/ 8273 w 43712"/>
                <a:gd name="connsiteY12" fmla="*/ 20703 h 3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12" h="32344">
                  <a:moveTo>
                    <a:pt x="8273" y="20703"/>
                  </a:moveTo>
                  <a:cubicBezTo>
                    <a:pt x="5569" y="19525"/>
                    <a:pt x="3317" y="17663"/>
                    <a:pt x="1590" y="15297"/>
                  </a:cubicBezTo>
                  <a:cubicBezTo>
                    <a:pt x="538" y="13285"/>
                    <a:pt x="12" y="11033"/>
                    <a:pt x="87" y="8765"/>
                  </a:cubicBezTo>
                  <a:cubicBezTo>
                    <a:pt x="-438" y="5566"/>
                    <a:pt x="838" y="2338"/>
                    <a:pt x="3467" y="431"/>
                  </a:cubicBezTo>
                  <a:cubicBezTo>
                    <a:pt x="5795" y="-418"/>
                    <a:pt x="8348" y="-80"/>
                    <a:pt x="10376" y="1332"/>
                  </a:cubicBezTo>
                  <a:cubicBezTo>
                    <a:pt x="12404" y="2713"/>
                    <a:pt x="14582" y="3712"/>
                    <a:pt x="16985" y="4260"/>
                  </a:cubicBezTo>
                  <a:cubicBezTo>
                    <a:pt x="19313" y="4110"/>
                    <a:pt x="21716" y="4110"/>
                    <a:pt x="24044" y="4260"/>
                  </a:cubicBezTo>
                  <a:cubicBezTo>
                    <a:pt x="26973" y="5011"/>
                    <a:pt x="28701" y="7939"/>
                    <a:pt x="30878" y="10042"/>
                  </a:cubicBezTo>
                  <a:cubicBezTo>
                    <a:pt x="33206" y="11926"/>
                    <a:pt x="35760" y="13608"/>
                    <a:pt x="38388" y="15072"/>
                  </a:cubicBezTo>
                  <a:cubicBezTo>
                    <a:pt x="40942" y="16589"/>
                    <a:pt x="42819" y="19044"/>
                    <a:pt x="43570" y="21905"/>
                  </a:cubicBezTo>
                  <a:cubicBezTo>
                    <a:pt x="44020" y="24660"/>
                    <a:pt x="43119" y="27469"/>
                    <a:pt x="41091" y="29413"/>
                  </a:cubicBezTo>
                  <a:cubicBezTo>
                    <a:pt x="36135" y="34519"/>
                    <a:pt x="31554" y="31816"/>
                    <a:pt x="26071" y="29413"/>
                  </a:cubicBezTo>
                  <a:cubicBezTo>
                    <a:pt x="20589" y="27011"/>
                    <a:pt x="13980" y="23782"/>
                    <a:pt x="8273" y="20703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590" name="Group 1589">
            <a:extLst>
              <a:ext uri="{FF2B5EF4-FFF2-40B4-BE49-F238E27FC236}">
                <a16:creationId xmlns:a16="http://schemas.microsoft.com/office/drawing/2014/main" id="{A438C396-B5DA-BB09-DC63-D558DC6AAF84}"/>
              </a:ext>
            </a:extLst>
          </p:cNvPr>
          <p:cNvGrpSpPr/>
          <p:nvPr userDrawn="1"/>
        </p:nvGrpSpPr>
        <p:grpSpPr>
          <a:xfrm>
            <a:off x="721453" y="1944074"/>
            <a:ext cx="369122" cy="825602"/>
            <a:chOff x="11814291" y="1551379"/>
            <a:chExt cx="369122" cy="825602"/>
          </a:xfrm>
        </p:grpSpPr>
        <p:sp>
          <p:nvSpPr>
            <p:cNvPr id="1591" name="Content Placeholder 4">
              <a:extLst>
                <a:ext uri="{FF2B5EF4-FFF2-40B4-BE49-F238E27FC236}">
                  <a16:creationId xmlns:a16="http://schemas.microsoft.com/office/drawing/2014/main" id="{880B85E3-99BE-F4A7-C2C9-A336CF165BC2}"/>
                </a:ext>
              </a:extLst>
            </p:cNvPr>
            <p:cNvSpPr/>
            <p:nvPr/>
          </p:nvSpPr>
          <p:spPr>
            <a:xfrm>
              <a:off x="11814291" y="2341220"/>
              <a:ext cx="369122" cy="35761"/>
            </a:xfrm>
            <a:custGeom>
              <a:avLst/>
              <a:gdLst>
                <a:gd name="connsiteX0" fmla="*/ 80159 w 369122"/>
                <a:gd name="connsiteY0" fmla="*/ 35089 h 35761"/>
                <a:gd name="connsiteX1" fmla="*/ 150002 w 369122"/>
                <a:gd name="connsiteY1" fmla="*/ 35614 h 35761"/>
                <a:gd name="connsiteX2" fmla="*/ 345261 w 369122"/>
                <a:gd name="connsiteY2" fmla="*/ 34338 h 35761"/>
                <a:gd name="connsiteX3" fmla="*/ 369068 w 369122"/>
                <a:gd name="connsiteY3" fmla="*/ 26154 h 35761"/>
                <a:gd name="connsiteX4" fmla="*/ 350668 w 369122"/>
                <a:gd name="connsiteY4" fmla="*/ 14966 h 35761"/>
                <a:gd name="connsiteX5" fmla="*/ 254391 w 369122"/>
                <a:gd name="connsiteY5" fmla="*/ 5806 h 35761"/>
                <a:gd name="connsiteX6" fmla="*/ 111701 w 369122"/>
                <a:gd name="connsiteY6" fmla="*/ 850 h 35761"/>
                <a:gd name="connsiteX7" fmla="*/ 23909 w 369122"/>
                <a:gd name="connsiteY7" fmla="*/ 5355 h 35761"/>
                <a:gd name="connsiteX8" fmla="*/ 10767 w 369122"/>
                <a:gd name="connsiteY8" fmla="*/ 30509 h 35761"/>
                <a:gd name="connsiteX9" fmla="*/ 38028 w 369122"/>
                <a:gd name="connsiteY9" fmla="*/ 32386 h 35761"/>
                <a:gd name="connsiteX10" fmla="*/ 80159 w 369122"/>
                <a:gd name="connsiteY10" fmla="*/ 35089 h 35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9122" h="35761">
                  <a:moveTo>
                    <a:pt x="80159" y="35089"/>
                  </a:moveTo>
                  <a:cubicBezTo>
                    <a:pt x="103440" y="35915"/>
                    <a:pt x="126796" y="35765"/>
                    <a:pt x="150002" y="35614"/>
                  </a:cubicBezTo>
                  <a:lnTo>
                    <a:pt x="345261" y="34338"/>
                  </a:lnTo>
                  <a:cubicBezTo>
                    <a:pt x="355400" y="34338"/>
                    <a:pt x="368468" y="32536"/>
                    <a:pt x="369068" y="26154"/>
                  </a:cubicBezTo>
                  <a:cubicBezTo>
                    <a:pt x="369669" y="19772"/>
                    <a:pt x="359380" y="16768"/>
                    <a:pt x="350668" y="14966"/>
                  </a:cubicBezTo>
                  <a:cubicBezTo>
                    <a:pt x="318901" y="9365"/>
                    <a:pt x="286684" y="6301"/>
                    <a:pt x="254391" y="5806"/>
                  </a:cubicBezTo>
                  <a:cubicBezTo>
                    <a:pt x="206853" y="3951"/>
                    <a:pt x="159314" y="2299"/>
                    <a:pt x="111701" y="850"/>
                  </a:cubicBezTo>
                  <a:cubicBezTo>
                    <a:pt x="82337" y="-1192"/>
                    <a:pt x="52898" y="325"/>
                    <a:pt x="23909" y="5355"/>
                  </a:cubicBezTo>
                  <a:cubicBezTo>
                    <a:pt x="8889" y="8734"/>
                    <a:pt x="-13640" y="23225"/>
                    <a:pt x="10767" y="30509"/>
                  </a:cubicBezTo>
                  <a:cubicBezTo>
                    <a:pt x="19779" y="31898"/>
                    <a:pt x="28941" y="32521"/>
                    <a:pt x="38028" y="32386"/>
                  </a:cubicBezTo>
                  <a:cubicBezTo>
                    <a:pt x="51846" y="33512"/>
                    <a:pt x="65740" y="34563"/>
                    <a:pt x="80159" y="35089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2" name="Content Placeholder 4">
              <a:extLst>
                <a:ext uri="{FF2B5EF4-FFF2-40B4-BE49-F238E27FC236}">
                  <a16:creationId xmlns:a16="http://schemas.microsoft.com/office/drawing/2014/main" id="{B91598F4-233D-8485-0B47-8CEC77B377A1}"/>
                </a:ext>
              </a:extLst>
            </p:cNvPr>
            <p:cNvSpPr/>
            <p:nvPr/>
          </p:nvSpPr>
          <p:spPr>
            <a:xfrm>
              <a:off x="11982449" y="1711629"/>
              <a:ext cx="138587" cy="111190"/>
            </a:xfrm>
            <a:custGeom>
              <a:avLst/>
              <a:gdLst>
                <a:gd name="connsiteX0" fmla="*/ 28180 w 138587"/>
                <a:gd name="connsiteY0" fmla="*/ 23759 h 111190"/>
                <a:gd name="connsiteX1" fmla="*/ 47330 w 138587"/>
                <a:gd name="connsiteY1" fmla="*/ 2585 h 111190"/>
                <a:gd name="connsiteX2" fmla="*/ 60023 w 138587"/>
                <a:gd name="connsiteY2" fmla="*/ 2585 h 111190"/>
                <a:gd name="connsiteX3" fmla="*/ 89086 w 138587"/>
                <a:gd name="connsiteY3" fmla="*/ 15875 h 111190"/>
                <a:gd name="connsiteX4" fmla="*/ 114320 w 138587"/>
                <a:gd name="connsiteY4" fmla="*/ 28114 h 111190"/>
                <a:gd name="connsiteX5" fmla="*/ 137600 w 138587"/>
                <a:gd name="connsiteY5" fmla="*/ 42680 h 111190"/>
                <a:gd name="connsiteX6" fmla="*/ 130090 w 138587"/>
                <a:gd name="connsiteY6" fmla="*/ 64380 h 111190"/>
                <a:gd name="connsiteX7" fmla="*/ 100051 w 138587"/>
                <a:gd name="connsiteY7" fmla="*/ 103649 h 111190"/>
                <a:gd name="connsiteX8" fmla="*/ 87284 w 138587"/>
                <a:gd name="connsiteY8" fmla="*/ 111157 h 111190"/>
                <a:gd name="connsiteX9" fmla="*/ 76320 w 138587"/>
                <a:gd name="connsiteY9" fmla="*/ 108529 h 111190"/>
                <a:gd name="connsiteX10" fmla="*/ 12560 w 138587"/>
                <a:gd name="connsiteY10" fmla="*/ 74816 h 111190"/>
                <a:gd name="connsiteX11" fmla="*/ 168 w 138587"/>
                <a:gd name="connsiteY11" fmla="*/ 64755 h 111190"/>
                <a:gd name="connsiteX12" fmla="*/ 5951 w 138587"/>
                <a:gd name="connsiteY12" fmla="*/ 53567 h 111190"/>
                <a:gd name="connsiteX13" fmla="*/ 28180 w 138587"/>
                <a:gd name="connsiteY13" fmla="*/ 23759 h 11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587" h="111190">
                  <a:moveTo>
                    <a:pt x="28180" y="23759"/>
                  </a:moveTo>
                  <a:cubicBezTo>
                    <a:pt x="33437" y="15777"/>
                    <a:pt x="39895" y="8637"/>
                    <a:pt x="47330" y="2585"/>
                  </a:cubicBezTo>
                  <a:cubicBezTo>
                    <a:pt x="52813" y="-1545"/>
                    <a:pt x="53714" y="-193"/>
                    <a:pt x="60023" y="2585"/>
                  </a:cubicBezTo>
                  <a:cubicBezTo>
                    <a:pt x="66331" y="5363"/>
                    <a:pt x="82553" y="12646"/>
                    <a:pt x="89086" y="15875"/>
                  </a:cubicBezTo>
                  <a:cubicBezTo>
                    <a:pt x="97798" y="20380"/>
                    <a:pt x="104631" y="23383"/>
                    <a:pt x="114320" y="28114"/>
                  </a:cubicBezTo>
                  <a:cubicBezTo>
                    <a:pt x="121304" y="31793"/>
                    <a:pt x="134146" y="35622"/>
                    <a:pt x="137600" y="42680"/>
                  </a:cubicBezTo>
                  <a:cubicBezTo>
                    <a:pt x="141056" y="49738"/>
                    <a:pt x="134372" y="57171"/>
                    <a:pt x="130090" y="64380"/>
                  </a:cubicBezTo>
                  <a:cubicBezTo>
                    <a:pt x="121905" y="78781"/>
                    <a:pt x="111842" y="91988"/>
                    <a:pt x="100051" y="103649"/>
                  </a:cubicBezTo>
                  <a:cubicBezTo>
                    <a:pt x="96747" y="107516"/>
                    <a:pt x="92241" y="110166"/>
                    <a:pt x="87284" y="111157"/>
                  </a:cubicBezTo>
                  <a:cubicBezTo>
                    <a:pt x="83454" y="111225"/>
                    <a:pt x="79699" y="110324"/>
                    <a:pt x="76320" y="108529"/>
                  </a:cubicBezTo>
                  <a:cubicBezTo>
                    <a:pt x="54240" y="98986"/>
                    <a:pt x="32912" y="87716"/>
                    <a:pt x="12560" y="74816"/>
                  </a:cubicBezTo>
                  <a:cubicBezTo>
                    <a:pt x="8954" y="72564"/>
                    <a:pt x="1369" y="69335"/>
                    <a:pt x="168" y="64755"/>
                  </a:cubicBezTo>
                  <a:cubicBezTo>
                    <a:pt x="-1034" y="60175"/>
                    <a:pt x="3547" y="56721"/>
                    <a:pt x="5951" y="53567"/>
                  </a:cubicBezTo>
                  <a:cubicBezTo>
                    <a:pt x="13686" y="44032"/>
                    <a:pt x="20821" y="33820"/>
                    <a:pt x="28180" y="23759"/>
                  </a:cubicBezTo>
                  <a:close/>
                </a:path>
              </a:pathLst>
            </a:custGeom>
            <a:solidFill>
              <a:srgbClr val="E5E5E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3" name="Content Placeholder 4">
              <a:extLst>
                <a:ext uri="{FF2B5EF4-FFF2-40B4-BE49-F238E27FC236}">
                  <a16:creationId xmlns:a16="http://schemas.microsoft.com/office/drawing/2014/main" id="{AD62CD98-38DF-8672-084F-D7CF4A0D74F1}"/>
                </a:ext>
              </a:extLst>
            </p:cNvPr>
            <p:cNvSpPr/>
            <p:nvPr/>
          </p:nvSpPr>
          <p:spPr>
            <a:xfrm>
              <a:off x="11988564" y="1715731"/>
              <a:ext cx="121726" cy="101454"/>
            </a:xfrm>
            <a:custGeom>
              <a:avLst/>
              <a:gdLst>
                <a:gd name="connsiteX0" fmla="*/ 26647 w 121726"/>
                <a:gd name="connsiteY0" fmla="*/ 22435 h 101454"/>
                <a:gd name="connsiteX1" fmla="*/ 44746 w 121726"/>
                <a:gd name="connsiteY1" fmla="*/ 2387 h 101454"/>
                <a:gd name="connsiteX2" fmla="*/ 56687 w 121726"/>
                <a:gd name="connsiteY2" fmla="*/ 2387 h 101454"/>
                <a:gd name="connsiteX3" fmla="*/ 81996 w 121726"/>
                <a:gd name="connsiteY3" fmla="*/ 13800 h 101454"/>
                <a:gd name="connsiteX4" fmla="*/ 105878 w 121726"/>
                <a:gd name="connsiteY4" fmla="*/ 25363 h 101454"/>
                <a:gd name="connsiteX5" fmla="*/ 120898 w 121726"/>
                <a:gd name="connsiteY5" fmla="*/ 36325 h 101454"/>
                <a:gd name="connsiteX6" fmla="*/ 113913 w 121726"/>
                <a:gd name="connsiteY6" fmla="*/ 56823 h 101454"/>
                <a:gd name="connsiteX7" fmla="*/ 85675 w 121726"/>
                <a:gd name="connsiteY7" fmla="*/ 93915 h 101454"/>
                <a:gd name="connsiteX8" fmla="*/ 73509 w 121726"/>
                <a:gd name="connsiteY8" fmla="*/ 101424 h 101454"/>
                <a:gd name="connsiteX9" fmla="*/ 63221 w 121726"/>
                <a:gd name="connsiteY9" fmla="*/ 98946 h 101454"/>
                <a:gd name="connsiteX10" fmla="*/ 11777 w 121726"/>
                <a:gd name="connsiteY10" fmla="*/ 71014 h 101454"/>
                <a:gd name="connsiteX11" fmla="*/ 137 w 121726"/>
                <a:gd name="connsiteY11" fmla="*/ 61479 h 101454"/>
                <a:gd name="connsiteX12" fmla="*/ 5544 w 121726"/>
                <a:gd name="connsiteY12" fmla="*/ 50892 h 101454"/>
                <a:gd name="connsiteX13" fmla="*/ 26647 w 121726"/>
                <a:gd name="connsiteY13" fmla="*/ 22435 h 101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1726" h="101454">
                  <a:moveTo>
                    <a:pt x="26647" y="22435"/>
                  </a:moveTo>
                  <a:cubicBezTo>
                    <a:pt x="31679" y="14911"/>
                    <a:pt x="37762" y="8154"/>
                    <a:pt x="44746" y="2387"/>
                  </a:cubicBezTo>
                  <a:cubicBezTo>
                    <a:pt x="49928" y="-1442"/>
                    <a:pt x="50754" y="-166"/>
                    <a:pt x="56687" y="2387"/>
                  </a:cubicBezTo>
                  <a:cubicBezTo>
                    <a:pt x="62620" y="4940"/>
                    <a:pt x="76138" y="10721"/>
                    <a:pt x="81996" y="13800"/>
                  </a:cubicBezTo>
                  <a:cubicBezTo>
                    <a:pt x="90256" y="18080"/>
                    <a:pt x="97016" y="20633"/>
                    <a:pt x="105878" y="25363"/>
                  </a:cubicBezTo>
                  <a:cubicBezTo>
                    <a:pt x="112487" y="28817"/>
                    <a:pt x="117894" y="29718"/>
                    <a:pt x="120898" y="36325"/>
                  </a:cubicBezTo>
                  <a:cubicBezTo>
                    <a:pt x="123901" y="42933"/>
                    <a:pt x="117743" y="50066"/>
                    <a:pt x="113913" y="56823"/>
                  </a:cubicBezTo>
                  <a:cubicBezTo>
                    <a:pt x="106253" y="70414"/>
                    <a:pt x="96715" y="82893"/>
                    <a:pt x="85675" y="93915"/>
                  </a:cubicBezTo>
                  <a:cubicBezTo>
                    <a:pt x="82596" y="97737"/>
                    <a:pt x="78316" y="100387"/>
                    <a:pt x="73509" y="101424"/>
                  </a:cubicBezTo>
                  <a:cubicBezTo>
                    <a:pt x="69905" y="101461"/>
                    <a:pt x="66375" y="100613"/>
                    <a:pt x="63221" y="98946"/>
                  </a:cubicBezTo>
                  <a:cubicBezTo>
                    <a:pt x="45272" y="91220"/>
                    <a:pt x="28074" y="81872"/>
                    <a:pt x="11777" y="71014"/>
                  </a:cubicBezTo>
                  <a:cubicBezTo>
                    <a:pt x="8473" y="68837"/>
                    <a:pt x="1188" y="65758"/>
                    <a:pt x="137" y="61479"/>
                  </a:cubicBezTo>
                  <a:cubicBezTo>
                    <a:pt x="-915" y="57199"/>
                    <a:pt x="3291" y="53970"/>
                    <a:pt x="5544" y="50892"/>
                  </a:cubicBezTo>
                  <a:cubicBezTo>
                    <a:pt x="13279" y="41506"/>
                    <a:pt x="20038" y="31970"/>
                    <a:pt x="26647" y="22435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4" name="Content Placeholder 4">
              <a:extLst>
                <a:ext uri="{FF2B5EF4-FFF2-40B4-BE49-F238E27FC236}">
                  <a16:creationId xmlns:a16="http://schemas.microsoft.com/office/drawing/2014/main" id="{242D76A1-8851-00F5-5208-C0081AF71C33}"/>
                </a:ext>
              </a:extLst>
            </p:cNvPr>
            <p:cNvSpPr/>
            <p:nvPr/>
          </p:nvSpPr>
          <p:spPr>
            <a:xfrm>
              <a:off x="12094953" y="1786655"/>
              <a:ext cx="6249" cy="6466"/>
            </a:xfrm>
            <a:custGeom>
              <a:avLst/>
              <a:gdLst>
                <a:gd name="connsiteX0" fmla="*/ 614 w 6249"/>
                <a:gd name="connsiteY0" fmla="*/ 1517 h 6466"/>
                <a:gd name="connsiteX1" fmla="*/ 14 w 6249"/>
                <a:gd name="connsiteY1" fmla="*/ 2568 h 6466"/>
                <a:gd name="connsiteX2" fmla="*/ 1741 w 6249"/>
                <a:gd name="connsiteY2" fmla="*/ 5947 h 6466"/>
                <a:gd name="connsiteX3" fmla="*/ 3693 w 6249"/>
                <a:gd name="connsiteY3" fmla="*/ 6398 h 6466"/>
                <a:gd name="connsiteX4" fmla="*/ 6171 w 6249"/>
                <a:gd name="connsiteY4" fmla="*/ 3094 h 6466"/>
                <a:gd name="connsiteX5" fmla="*/ 614 w 6249"/>
                <a:gd name="connsiteY5" fmla="*/ 1517 h 6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249" h="6466">
                  <a:moveTo>
                    <a:pt x="614" y="1517"/>
                  </a:moveTo>
                  <a:cubicBezTo>
                    <a:pt x="314" y="1825"/>
                    <a:pt x="164" y="2178"/>
                    <a:pt x="14" y="2568"/>
                  </a:cubicBezTo>
                  <a:cubicBezTo>
                    <a:pt x="-212" y="3958"/>
                    <a:pt x="465" y="5332"/>
                    <a:pt x="1741" y="5947"/>
                  </a:cubicBezTo>
                  <a:cubicBezTo>
                    <a:pt x="2267" y="6360"/>
                    <a:pt x="3018" y="6518"/>
                    <a:pt x="3693" y="6398"/>
                  </a:cubicBezTo>
                  <a:cubicBezTo>
                    <a:pt x="5121" y="5947"/>
                    <a:pt x="6171" y="4611"/>
                    <a:pt x="6171" y="3094"/>
                  </a:cubicBezTo>
                  <a:cubicBezTo>
                    <a:pt x="6698" y="-585"/>
                    <a:pt x="2867" y="-885"/>
                    <a:pt x="614" y="1517"/>
                  </a:cubicBezTo>
                  <a:close/>
                </a:path>
              </a:pathLst>
            </a:custGeom>
            <a:solidFill>
              <a:srgbClr val="F7F7F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5" name="Content Placeholder 4">
              <a:extLst>
                <a:ext uri="{FF2B5EF4-FFF2-40B4-BE49-F238E27FC236}">
                  <a16:creationId xmlns:a16="http://schemas.microsoft.com/office/drawing/2014/main" id="{EA693E9E-5531-5B5F-1671-A825AB80E86C}"/>
                </a:ext>
              </a:extLst>
            </p:cNvPr>
            <p:cNvSpPr/>
            <p:nvPr/>
          </p:nvSpPr>
          <p:spPr>
            <a:xfrm>
              <a:off x="12007020" y="1740974"/>
              <a:ext cx="3638" cy="4243"/>
            </a:xfrm>
            <a:custGeom>
              <a:avLst/>
              <a:gdLst>
                <a:gd name="connsiteX0" fmla="*/ 3384 w 3638"/>
                <a:gd name="connsiteY0" fmla="*/ -30 h 4243"/>
                <a:gd name="connsiteX1" fmla="*/ 2558 w 3638"/>
                <a:gd name="connsiteY1" fmla="*/ -30 h 4243"/>
                <a:gd name="connsiteX2" fmla="*/ 304 w 3638"/>
                <a:gd name="connsiteY2" fmla="*/ 3049 h 4243"/>
                <a:gd name="connsiteX3" fmla="*/ 304 w 3638"/>
                <a:gd name="connsiteY3" fmla="*/ 4175 h 4243"/>
                <a:gd name="connsiteX4" fmla="*/ 1206 w 3638"/>
                <a:gd name="connsiteY4" fmla="*/ 3349 h 4243"/>
                <a:gd name="connsiteX5" fmla="*/ 3609 w 3638"/>
                <a:gd name="connsiteY5" fmla="*/ 646 h 4243"/>
                <a:gd name="connsiteX6" fmla="*/ 3609 w 3638"/>
                <a:gd name="connsiteY6" fmla="*/ 196 h 4243"/>
                <a:gd name="connsiteX7" fmla="*/ 3384 w 3638"/>
                <a:gd name="connsiteY7" fmla="*/ -30 h 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38" h="4243">
                  <a:moveTo>
                    <a:pt x="3384" y="-30"/>
                  </a:moveTo>
                  <a:cubicBezTo>
                    <a:pt x="3384" y="-30"/>
                    <a:pt x="2783" y="-30"/>
                    <a:pt x="2558" y="-30"/>
                  </a:cubicBezTo>
                  <a:cubicBezTo>
                    <a:pt x="1732" y="946"/>
                    <a:pt x="981" y="1975"/>
                    <a:pt x="304" y="3049"/>
                  </a:cubicBezTo>
                  <a:cubicBezTo>
                    <a:pt x="304" y="3049"/>
                    <a:pt x="-446" y="3950"/>
                    <a:pt x="304" y="4175"/>
                  </a:cubicBezTo>
                  <a:cubicBezTo>
                    <a:pt x="1056" y="4400"/>
                    <a:pt x="1131" y="3574"/>
                    <a:pt x="1206" y="3349"/>
                  </a:cubicBezTo>
                  <a:cubicBezTo>
                    <a:pt x="1957" y="2380"/>
                    <a:pt x="2708" y="1472"/>
                    <a:pt x="3609" y="646"/>
                  </a:cubicBezTo>
                  <a:lnTo>
                    <a:pt x="3609" y="196"/>
                  </a:lnTo>
                  <a:cubicBezTo>
                    <a:pt x="3534" y="98"/>
                    <a:pt x="3459" y="15"/>
                    <a:pt x="3384" y="-30"/>
                  </a:cubicBezTo>
                  <a:close/>
                </a:path>
              </a:pathLst>
            </a:custGeom>
            <a:solidFill>
              <a:srgbClr val="BFBF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6" name="Content Placeholder 4">
              <a:extLst>
                <a:ext uri="{FF2B5EF4-FFF2-40B4-BE49-F238E27FC236}">
                  <a16:creationId xmlns:a16="http://schemas.microsoft.com/office/drawing/2014/main" id="{BE224D4F-D5F4-A3DE-A0B6-91DBF0A28410}"/>
                </a:ext>
              </a:extLst>
            </p:cNvPr>
            <p:cNvSpPr/>
            <p:nvPr/>
          </p:nvSpPr>
          <p:spPr>
            <a:xfrm>
              <a:off x="12006022" y="1745929"/>
              <a:ext cx="1032" cy="450"/>
            </a:xfrm>
            <a:custGeom>
              <a:avLst/>
              <a:gdLst>
                <a:gd name="connsiteX0" fmla="*/ 27 w 1032"/>
                <a:gd name="connsiteY0" fmla="*/ -30 h 450"/>
                <a:gd name="connsiteX1" fmla="*/ 27 w 1032"/>
                <a:gd name="connsiteY1" fmla="*/ 421 h 450"/>
                <a:gd name="connsiteX2" fmla="*/ 703 w 1032"/>
                <a:gd name="connsiteY2" fmla="*/ 421 h 450"/>
                <a:gd name="connsiteX3" fmla="*/ 703 w 1032"/>
                <a:gd name="connsiteY3" fmla="*/ 45 h 450"/>
                <a:gd name="connsiteX4" fmla="*/ 703 w 1032"/>
                <a:gd name="connsiteY4" fmla="*/ 45 h 450"/>
                <a:gd name="connsiteX5" fmla="*/ 27 w 1032"/>
                <a:gd name="connsiteY5" fmla="*/ -30 h 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32" h="450">
                  <a:moveTo>
                    <a:pt x="27" y="-30"/>
                  </a:moveTo>
                  <a:cubicBezTo>
                    <a:pt x="-48" y="113"/>
                    <a:pt x="-48" y="278"/>
                    <a:pt x="27" y="421"/>
                  </a:cubicBezTo>
                  <a:cubicBezTo>
                    <a:pt x="27" y="421"/>
                    <a:pt x="27" y="421"/>
                    <a:pt x="703" y="421"/>
                  </a:cubicBezTo>
                  <a:cubicBezTo>
                    <a:pt x="1378" y="421"/>
                    <a:pt x="703" y="421"/>
                    <a:pt x="703" y="45"/>
                  </a:cubicBezTo>
                  <a:lnTo>
                    <a:pt x="703" y="45"/>
                  </a:lnTo>
                  <a:lnTo>
                    <a:pt x="27" y="-30"/>
                  </a:lnTo>
                  <a:close/>
                </a:path>
              </a:pathLst>
            </a:custGeom>
            <a:solidFill>
              <a:srgbClr val="BFBF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7" name="Content Placeholder 4">
              <a:extLst>
                <a:ext uri="{FF2B5EF4-FFF2-40B4-BE49-F238E27FC236}">
                  <a16:creationId xmlns:a16="http://schemas.microsoft.com/office/drawing/2014/main" id="{D63F5939-F72E-8BEF-9009-954AA94BD551}"/>
                </a:ext>
              </a:extLst>
            </p:cNvPr>
            <p:cNvSpPr/>
            <p:nvPr/>
          </p:nvSpPr>
          <p:spPr>
            <a:xfrm>
              <a:off x="12006453" y="1745854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  <a:gd name="connsiteX2" fmla="*/ -29 w 7509"/>
                <a:gd name="connsiteY2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lnTo>
                    <a:pt x="-29" y="-30"/>
                  </a:lnTo>
                  <a:close/>
                </a:path>
              </a:pathLst>
            </a:custGeom>
            <a:solidFill>
              <a:srgbClr val="BFBF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8" name="Content Placeholder 4">
              <a:extLst>
                <a:ext uri="{FF2B5EF4-FFF2-40B4-BE49-F238E27FC236}">
                  <a16:creationId xmlns:a16="http://schemas.microsoft.com/office/drawing/2014/main" id="{A32BE0A0-E346-ED83-BF09-8FB8974DBA65}"/>
                </a:ext>
              </a:extLst>
            </p:cNvPr>
            <p:cNvSpPr/>
            <p:nvPr/>
          </p:nvSpPr>
          <p:spPr>
            <a:xfrm>
              <a:off x="12009045" y="1743749"/>
              <a:ext cx="35336" cy="23541"/>
            </a:xfrm>
            <a:custGeom>
              <a:avLst/>
              <a:gdLst>
                <a:gd name="connsiteX0" fmla="*/ 13225 w 35336"/>
                <a:gd name="connsiteY0" fmla="*/ 3952 h 23541"/>
                <a:gd name="connsiteX1" fmla="*/ 31024 w 35336"/>
                <a:gd name="connsiteY1" fmla="*/ 498 h 23541"/>
                <a:gd name="connsiteX2" fmla="*/ 35004 w 35336"/>
                <a:gd name="connsiteY2" fmla="*/ 3952 h 23541"/>
                <a:gd name="connsiteX3" fmla="*/ 33352 w 35336"/>
                <a:gd name="connsiteY3" fmla="*/ 10485 h 23541"/>
                <a:gd name="connsiteX4" fmla="*/ 27269 w 35336"/>
                <a:gd name="connsiteY4" fmla="*/ 14164 h 23541"/>
                <a:gd name="connsiteX5" fmla="*/ 22538 w 35336"/>
                <a:gd name="connsiteY5" fmla="*/ 18368 h 23541"/>
                <a:gd name="connsiteX6" fmla="*/ 22538 w 35336"/>
                <a:gd name="connsiteY6" fmla="*/ 19495 h 23541"/>
                <a:gd name="connsiteX7" fmla="*/ 21486 w 35336"/>
                <a:gd name="connsiteY7" fmla="*/ 20170 h 23541"/>
                <a:gd name="connsiteX8" fmla="*/ 3837 w 35336"/>
                <a:gd name="connsiteY8" fmla="*/ 23399 h 23541"/>
                <a:gd name="connsiteX9" fmla="*/ 2260 w 35336"/>
                <a:gd name="connsiteY9" fmla="*/ 23399 h 23541"/>
                <a:gd name="connsiteX10" fmla="*/ 1284 w 35336"/>
                <a:gd name="connsiteY10" fmla="*/ 21372 h 23541"/>
                <a:gd name="connsiteX11" fmla="*/ 1284 w 35336"/>
                <a:gd name="connsiteY11" fmla="*/ 10485 h 23541"/>
                <a:gd name="connsiteX12" fmla="*/ 13225 w 35336"/>
                <a:gd name="connsiteY12" fmla="*/ 3952 h 23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336" h="23541">
                  <a:moveTo>
                    <a:pt x="13225" y="3952"/>
                  </a:moveTo>
                  <a:cubicBezTo>
                    <a:pt x="18407" y="401"/>
                    <a:pt x="24866" y="-846"/>
                    <a:pt x="31024" y="498"/>
                  </a:cubicBezTo>
                  <a:cubicBezTo>
                    <a:pt x="32751" y="1129"/>
                    <a:pt x="34103" y="2360"/>
                    <a:pt x="35004" y="3952"/>
                  </a:cubicBezTo>
                  <a:cubicBezTo>
                    <a:pt x="35755" y="6265"/>
                    <a:pt x="35079" y="8810"/>
                    <a:pt x="33352" y="10485"/>
                  </a:cubicBezTo>
                  <a:cubicBezTo>
                    <a:pt x="31625" y="12114"/>
                    <a:pt x="29522" y="13368"/>
                    <a:pt x="27269" y="14164"/>
                  </a:cubicBezTo>
                  <a:cubicBezTo>
                    <a:pt x="25317" y="15065"/>
                    <a:pt x="23063" y="16266"/>
                    <a:pt x="22538" y="18368"/>
                  </a:cubicBezTo>
                  <a:cubicBezTo>
                    <a:pt x="22612" y="18736"/>
                    <a:pt x="22612" y="19127"/>
                    <a:pt x="22538" y="19495"/>
                  </a:cubicBezTo>
                  <a:cubicBezTo>
                    <a:pt x="22237" y="19833"/>
                    <a:pt x="21937" y="20065"/>
                    <a:pt x="21486" y="20170"/>
                  </a:cubicBezTo>
                  <a:cubicBezTo>
                    <a:pt x="15779" y="22100"/>
                    <a:pt x="9846" y="23189"/>
                    <a:pt x="3837" y="23399"/>
                  </a:cubicBezTo>
                  <a:cubicBezTo>
                    <a:pt x="3312" y="23549"/>
                    <a:pt x="2787" y="23549"/>
                    <a:pt x="2260" y="23399"/>
                  </a:cubicBezTo>
                  <a:cubicBezTo>
                    <a:pt x="1585" y="23024"/>
                    <a:pt x="1434" y="22123"/>
                    <a:pt x="1284" y="21372"/>
                  </a:cubicBezTo>
                  <a:cubicBezTo>
                    <a:pt x="684" y="17918"/>
                    <a:pt x="-1344" y="13263"/>
                    <a:pt x="1284" y="10485"/>
                  </a:cubicBezTo>
                  <a:cubicBezTo>
                    <a:pt x="4814" y="7571"/>
                    <a:pt x="8869" y="5356"/>
                    <a:pt x="13225" y="3952"/>
                  </a:cubicBezTo>
                  <a:close/>
                </a:path>
              </a:pathLst>
            </a:custGeom>
            <a:solidFill>
              <a:srgbClr val="FFE7D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9" name="Content Placeholder 4">
              <a:extLst>
                <a:ext uri="{FF2B5EF4-FFF2-40B4-BE49-F238E27FC236}">
                  <a16:creationId xmlns:a16="http://schemas.microsoft.com/office/drawing/2014/main" id="{B43A7F12-0914-E513-AED6-56D7F5948F5D}"/>
                </a:ext>
              </a:extLst>
            </p:cNvPr>
            <p:cNvSpPr/>
            <p:nvPr/>
          </p:nvSpPr>
          <p:spPr>
            <a:xfrm>
              <a:off x="11972265" y="1752420"/>
              <a:ext cx="41190" cy="49114"/>
            </a:xfrm>
            <a:custGeom>
              <a:avLst/>
              <a:gdLst>
                <a:gd name="connsiteX0" fmla="*/ 35811 w 41190"/>
                <a:gd name="connsiteY0" fmla="*/ 237 h 49114"/>
                <a:gd name="connsiteX1" fmla="*/ 38739 w 41190"/>
                <a:gd name="connsiteY1" fmla="*/ 237 h 49114"/>
                <a:gd name="connsiteX2" fmla="*/ 39491 w 41190"/>
                <a:gd name="connsiteY2" fmla="*/ 2189 h 49114"/>
                <a:gd name="connsiteX3" fmla="*/ 40993 w 41190"/>
                <a:gd name="connsiteY3" fmla="*/ 15254 h 49114"/>
                <a:gd name="connsiteX4" fmla="*/ 40993 w 41190"/>
                <a:gd name="connsiteY4" fmla="*/ 17732 h 49114"/>
                <a:gd name="connsiteX5" fmla="*/ 39791 w 41190"/>
                <a:gd name="connsiteY5" fmla="*/ 19534 h 49114"/>
                <a:gd name="connsiteX6" fmla="*/ 21767 w 41190"/>
                <a:gd name="connsiteY6" fmla="*/ 41083 h 49114"/>
                <a:gd name="connsiteX7" fmla="*/ 16060 w 41190"/>
                <a:gd name="connsiteY7" fmla="*/ 47165 h 49114"/>
                <a:gd name="connsiteX8" fmla="*/ 8550 w 41190"/>
                <a:gd name="connsiteY8" fmla="*/ 48892 h 49114"/>
                <a:gd name="connsiteX9" fmla="*/ 1040 w 41190"/>
                <a:gd name="connsiteY9" fmla="*/ 38005 h 49114"/>
                <a:gd name="connsiteX10" fmla="*/ 4344 w 41190"/>
                <a:gd name="connsiteY10" fmla="*/ 26667 h 49114"/>
                <a:gd name="connsiteX11" fmla="*/ 14482 w 41190"/>
                <a:gd name="connsiteY11" fmla="*/ 16531 h 49114"/>
                <a:gd name="connsiteX12" fmla="*/ 35811 w 41190"/>
                <a:gd name="connsiteY12" fmla="*/ 237 h 4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190" h="49114">
                  <a:moveTo>
                    <a:pt x="35811" y="237"/>
                  </a:moveTo>
                  <a:cubicBezTo>
                    <a:pt x="36787" y="237"/>
                    <a:pt x="37988" y="-363"/>
                    <a:pt x="38739" y="237"/>
                  </a:cubicBezTo>
                  <a:cubicBezTo>
                    <a:pt x="39190" y="778"/>
                    <a:pt x="39491" y="1469"/>
                    <a:pt x="39491" y="2189"/>
                  </a:cubicBezTo>
                  <a:cubicBezTo>
                    <a:pt x="40016" y="6544"/>
                    <a:pt x="40467" y="10899"/>
                    <a:pt x="40993" y="15254"/>
                  </a:cubicBezTo>
                  <a:cubicBezTo>
                    <a:pt x="41218" y="16073"/>
                    <a:pt x="41218" y="16913"/>
                    <a:pt x="40993" y="17732"/>
                  </a:cubicBezTo>
                  <a:cubicBezTo>
                    <a:pt x="40692" y="18415"/>
                    <a:pt x="40317" y="19031"/>
                    <a:pt x="39791" y="19534"/>
                  </a:cubicBezTo>
                  <a:cubicBezTo>
                    <a:pt x="33558" y="26517"/>
                    <a:pt x="27549" y="33725"/>
                    <a:pt x="21767" y="41083"/>
                  </a:cubicBezTo>
                  <a:cubicBezTo>
                    <a:pt x="20115" y="43358"/>
                    <a:pt x="18237" y="45401"/>
                    <a:pt x="16060" y="47165"/>
                  </a:cubicBezTo>
                  <a:cubicBezTo>
                    <a:pt x="13957" y="48809"/>
                    <a:pt x="11178" y="49440"/>
                    <a:pt x="8550" y="48892"/>
                  </a:cubicBezTo>
                  <a:cubicBezTo>
                    <a:pt x="4043" y="47616"/>
                    <a:pt x="2091" y="42510"/>
                    <a:pt x="1040" y="38005"/>
                  </a:cubicBezTo>
                  <a:cubicBezTo>
                    <a:pt x="-838" y="31472"/>
                    <a:pt x="-538" y="31097"/>
                    <a:pt x="4344" y="26667"/>
                  </a:cubicBezTo>
                  <a:cubicBezTo>
                    <a:pt x="7948" y="23513"/>
                    <a:pt x="11178" y="19985"/>
                    <a:pt x="14482" y="16531"/>
                  </a:cubicBezTo>
                  <a:cubicBezTo>
                    <a:pt x="20190" y="9495"/>
                    <a:pt x="27549" y="3909"/>
                    <a:pt x="35811" y="237"/>
                  </a:cubicBezTo>
                  <a:close/>
                </a:path>
              </a:pathLst>
            </a:custGeom>
            <a:solidFill>
              <a:srgbClr val="78675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0" name="Content Placeholder 4">
              <a:extLst>
                <a:ext uri="{FF2B5EF4-FFF2-40B4-BE49-F238E27FC236}">
                  <a16:creationId xmlns:a16="http://schemas.microsoft.com/office/drawing/2014/main" id="{96D1B33D-1DD7-03BF-D038-D3F5012250BF}"/>
                </a:ext>
              </a:extLst>
            </p:cNvPr>
            <p:cNvSpPr/>
            <p:nvPr/>
          </p:nvSpPr>
          <p:spPr>
            <a:xfrm>
              <a:off x="11872926" y="1930862"/>
              <a:ext cx="109345" cy="413816"/>
            </a:xfrm>
            <a:custGeom>
              <a:avLst/>
              <a:gdLst>
                <a:gd name="connsiteX0" fmla="*/ 5603 w 109345"/>
                <a:gd name="connsiteY0" fmla="*/ 231231 h 413816"/>
                <a:gd name="connsiteX1" fmla="*/ 3875 w 109345"/>
                <a:gd name="connsiteY1" fmla="*/ 67546 h 413816"/>
                <a:gd name="connsiteX2" fmla="*/ 9884 w 109345"/>
                <a:gd name="connsiteY2" fmla="*/ 11683 h 413816"/>
                <a:gd name="connsiteX3" fmla="*/ 11161 w 109345"/>
                <a:gd name="connsiteY3" fmla="*/ 8605 h 413816"/>
                <a:gd name="connsiteX4" fmla="*/ 19271 w 109345"/>
                <a:gd name="connsiteY4" fmla="*/ 8605 h 413816"/>
                <a:gd name="connsiteX5" fmla="*/ 97976 w 109345"/>
                <a:gd name="connsiteY5" fmla="*/ -30 h 413816"/>
                <a:gd name="connsiteX6" fmla="*/ 105035 w 109345"/>
                <a:gd name="connsiteY6" fmla="*/ 30004 h 413816"/>
                <a:gd name="connsiteX7" fmla="*/ 109316 w 109345"/>
                <a:gd name="connsiteY7" fmla="*/ 81062 h 413816"/>
                <a:gd name="connsiteX8" fmla="*/ 109316 w 109345"/>
                <a:gd name="connsiteY8" fmla="*/ 81062 h 413816"/>
                <a:gd name="connsiteX9" fmla="*/ 109316 w 109345"/>
                <a:gd name="connsiteY9" fmla="*/ 92099 h 413816"/>
                <a:gd name="connsiteX10" fmla="*/ 103233 w 109345"/>
                <a:gd name="connsiteY10" fmla="*/ 155320 h 413816"/>
                <a:gd name="connsiteX11" fmla="*/ 100003 w 109345"/>
                <a:gd name="connsiteY11" fmla="*/ 196692 h 413816"/>
                <a:gd name="connsiteX12" fmla="*/ 96924 w 109345"/>
                <a:gd name="connsiteY12" fmla="*/ 231981 h 413816"/>
                <a:gd name="connsiteX13" fmla="*/ 92118 w 109345"/>
                <a:gd name="connsiteY13" fmla="*/ 314574 h 413816"/>
                <a:gd name="connsiteX14" fmla="*/ 85885 w 109345"/>
                <a:gd name="connsiteY14" fmla="*/ 404676 h 413816"/>
                <a:gd name="connsiteX15" fmla="*/ 85885 w 109345"/>
                <a:gd name="connsiteY15" fmla="*/ 408280 h 413816"/>
                <a:gd name="connsiteX16" fmla="*/ 66509 w 109345"/>
                <a:gd name="connsiteY16" fmla="*/ 408280 h 413816"/>
                <a:gd name="connsiteX17" fmla="*/ 62153 w 109345"/>
                <a:gd name="connsiteY17" fmla="*/ 233708 h 413816"/>
                <a:gd name="connsiteX18" fmla="*/ 58098 w 109345"/>
                <a:gd name="connsiteY18" fmla="*/ 103136 h 413816"/>
                <a:gd name="connsiteX19" fmla="*/ 54042 w 109345"/>
                <a:gd name="connsiteY19" fmla="*/ 103662 h 413816"/>
                <a:gd name="connsiteX20" fmla="*/ 21899 w 109345"/>
                <a:gd name="connsiteY20" fmla="*/ 391836 h 413816"/>
                <a:gd name="connsiteX21" fmla="*/ 11085 w 109345"/>
                <a:gd name="connsiteY21" fmla="*/ 411283 h 413816"/>
                <a:gd name="connsiteX22" fmla="*/ 2449 w 109345"/>
                <a:gd name="connsiteY22" fmla="*/ 412582 h 413816"/>
                <a:gd name="connsiteX23" fmla="*/ -29 w 109345"/>
                <a:gd name="connsiteY23" fmla="*/ 407679 h 413816"/>
                <a:gd name="connsiteX24" fmla="*/ 5603 w 109345"/>
                <a:gd name="connsiteY24" fmla="*/ 231231 h 413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9345" h="413816">
                  <a:moveTo>
                    <a:pt x="5603" y="231231"/>
                  </a:moveTo>
                  <a:cubicBezTo>
                    <a:pt x="7556" y="177095"/>
                    <a:pt x="3500" y="121983"/>
                    <a:pt x="3875" y="67546"/>
                  </a:cubicBezTo>
                  <a:cubicBezTo>
                    <a:pt x="2599" y="48715"/>
                    <a:pt x="4627" y="29809"/>
                    <a:pt x="9884" y="11683"/>
                  </a:cubicBezTo>
                  <a:cubicBezTo>
                    <a:pt x="10184" y="10602"/>
                    <a:pt x="10559" y="9559"/>
                    <a:pt x="11161" y="8605"/>
                  </a:cubicBezTo>
                  <a:cubicBezTo>
                    <a:pt x="13188" y="6052"/>
                    <a:pt x="16568" y="7404"/>
                    <a:pt x="19271" y="8605"/>
                  </a:cubicBezTo>
                  <a:cubicBezTo>
                    <a:pt x="44805" y="21963"/>
                    <a:pt x="75897" y="18554"/>
                    <a:pt x="97976" y="-30"/>
                  </a:cubicBezTo>
                  <a:cubicBezTo>
                    <a:pt x="102106" y="9476"/>
                    <a:pt x="104509" y="19650"/>
                    <a:pt x="105035" y="30004"/>
                  </a:cubicBezTo>
                  <a:cubicBezTo>
                    <a:pt x="106838" y="46973"/>
                    <a:pt x="108866" y="63942"/>
                    <a:pt x="109316" y="81062"/>
                  </a:cubicBezTo>
                  <a:lnTo>
                    <a:pt x="109316" y="81062"/>
                  </a:lnTo>
                  <a:cubicBezTo>
                    <a:pt x="109316" y="84741"/>
                    <a:pt x="109316" y="88570"/>
                    <a:pt x="109316" y="92099"/>
                  </a:cubicBezTo>
                  <a:cubicBezTo>
                    <a:pt x="108415" y="113265"/>
                    <a:pt x="106387" y="134364"/>
                    <a:pt x="103233" y="155320"/>
                  </a:cubicBezTo>
                  <a:cubicBezTo>
                    <a:pt x="101431" y="169038"/>
                    <a:pt x="100304" y="182854"/>
                    <a:pt x="100003" y="196692"/>
                  </a:cubicBezTo>
                  <a:cubicBezTo>
                    <a:pt x="100003" y="208030"/>
                    <a:pt x="98051" y="216439"/>
                    <a:pt x="96924" y="231981"/>
                  </a:cubicBezTo>
                  <a:cubicBezTo>
                    <a:pt x="94896" y="259688"/>
                    <a:pt x="94221" y="286718"/>
                    <a:pt x="92118" y="314574"/>
                  </a:cubicBezTo>
                  <a:cubicBezTo>
                    <a:pt x="89865" y="344608"/>
                    <a:pt x="87687" y="374642"/>
                    <a:pt x="85885" y="404676"/>
                  </a:cubicBezTo>
                  <a:lnTo>
                    <a:pt x="85885" y="408280"/>
                  </a:lnTo>
                  <a:cubicBezTo>
                    <a:pt x="84683" y="408655"/>
                    <a:pt x="66509" y="413986"/>
                    <a:pt x="66509" y="408280"/>
                  </a:cubicBezTo>
                  <a:cubicBezTo>
                    <a:pt x="65082" y="350112"/>
                    <a:pt x="63580" y="291921"/>
                    <a:pt x="62153" y="233708"/>
                  </a:cubicBezTo>
                  <a:cubicBezTo>
                    <a:pt x="61552" y="209231"/>
                    <a:pt x="58473" y="131969"/>
                    <a:pt x="58098" y="103136"/>
                  </a:cubicBezTo>
                  <a:lnTo>
                    <a:pt x="54042" y="103662"/>
                  </a:lnTo>
                  <a:cubicBezTo>
                    <a:pt x="49010" y="182951"/>
                    <a:pt x="32939" y="314800"/>
                    <a:pt x="21899" y="391836"/>
                  </a:cubicBezTo>
                  <a:cubicBezTo>
                    <a:pt x="19796" y="399060"/>
                    <a:pt x="16117" y="405712"/>
                    <a:pt x="11085" y="411283"/>
                  </a:cubicBezTo>
                  <a:cubicBezTo>
                    <a:pt x="9058" y="414024"/>
                    <a:pt x="5227" y="414602"/>
                    <a:pt x="2449" y="412582"/>
                  </a:cubicBezTo>
                  <a:cubicBezTo>
                    <a:pt x="947" y="411434"/>
                    <a:pt x="-29" y="409617"/>
                    <a:pt x="-29" y="407679"/>
                  </a:cubicBezTo>
                  <a:cubicBezTo>
                    <a:pt x="3124" y="348888"/>
                    <a:pt x="3500" y="290097"/>
                    <a:pt x="5603" y="231231"/>
                  </a:cubicBezTo>
                  <a:close/>
                </a:path>
              </a:pathLst>
            </a:custGeom>
            <a:solidFill>
              <a:srgbClr val="27282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1" name="Content Placeholder 4">
              <a:extLst>
                <a:ext uri="{FF2B5EF4-FFF2-40B4-BE49-F238E27FC236}">
                  <a16:creationId xmlns:a16="http://schemas.microsoft.com/office/drawing/2014/main" id="{E8CE8D30-B10D-1AE6-8E40-77D3822961DF}"/>
                </a:ext>
              </a:extLst>
            </p:cNvPr>
            <p:cNvSpPr/>
            <p:nvPr/>
          </p:nvSpPr>
          <p:spPr>
            <a:xfrm>
              <a:off x="11927643" y="2296787"/>
              <a:ext cx="66788" cy="70533"/>
            </a:xfrm>
            <a:custGeom>
              <a:avLst/>
              <a:gdLst>
                <a:gd name="connsiteX0" fmla="*/ 3681 w 66788"/>
                <a:gd name="connsiteY0" fmla="*/ 42130 h 70533"/>
                <a:gd name="connsiteX1" fmla="*/ 4207 w 66788"/>
                <a:gd name="connsiteY1" fmla="*/ 40103 h 70533"/>
                <a:gd name="connsiteX2" fmla="*/ 7586 w 66788"/>
                <a:gd name="connsiteY2" fmla="*/ 13147 h 70533"/>
                <a:gd name="connsiteX3" fmla="*/ 8337 w 66788"/>
                <a:gd name="connsiteY3" fmla="*/ 834 h 70533"/>
                <a:gd name="connsiteX4" fmla="*/ 33571 w 66788"/>
                <a:gd name="connsiteY4" fmla="*/ 83 h 70533"/>
                <a:gd name="connsiteX5" fmla="*/ 34847 w 66788"/>
                <a:gd name="connsiteY5" fmla="*/ 83 h 70533"/>
                <a:gd name="connsiteX6" fmla="*/ 35449 w 66788"/>
                <a:gd name="connsiteY6" fmla="*/ 1359 h 70533"/>
                <a:gd name="connsiteX7" fmla="*/ 32820 w 66788"/>
                <a:gd name="connsiteY7" fmla="*/ 40028 h 70533"/>
                <a:gd name="connsiteX8" fmla="*/ 42808 w 66788"/>
                <a:gd name="connsiteY8" fmla="*/ 49338 h 70533"/>
                <a:gd name="connsiteX9" fmla="*/ 57828 w 66788"/>
                <a:gd name="connsiteY9" fmla="*/ 56847 h 70533"/>
                <a:gd name="connsiteX10" fmla="*/ 64887 w 66788"/>
                <a:gd name="connsiteY10" fmla="*/ 60826 h 70533"/>
                <a:gd name="connsiteX11" fmla="*/ 65788 w 66788"/>
                <a:gd name="connsiteY11" fmla="*/ 68335 h 70533"/>
                <a:gd name="connsiteX12" fmla="*/ 59104 w 66788"/>
                <a:gd name="connsiteY12" fmla="*/ 70437 h 70533"/>
                <a:gd name="connsiteX13" fmla="*/ 4507 w 66788"/>
                <a:gd name="connsiteY13" fmla="*/ 65782 h 70533"/>
                <a:gd name="connsiteX14" fmla="*/ 1503 w 66788"/>
                <a:gd name="connsiteY14" fmla="*/ 64580 h 70533"/>
                <a:gd name="connsiteX15" fmla="*/ 302 w 66788"/>
                <a:gd name="connsiteY15" fmla="*/ 62253 h 70533"/>
                <a:gd name="connsiteX16" fmla="*/ 3681 w 66788"/>
                <a:gd name="connsiteY16" fmla="*/ 42130 h 70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6788" h="70533">
                  <a:moveTo>
                    <a:pt x="3681" y="42130"/>
                  </a:moveTo>
                  <a:cubicBezTo>
                    <a:pt x="3681" y="41454"/>
                    <a:pt x="4057" y="40779"/>
                    <a:pt x="4207" y="40103"/>
                  </a:cubicBezTo>
                  <a:cubicBezTo>
                    <a:pt x="6459" y="31296"/>
                    <a:pt x="7586" y="22240"/>
                    <a:pt x="7586" y="13147"/>
                  </a:cubicBezTo>
                  <a:cubicBezTo>
                    <a:pt x="7361" y="9025"/>
                    <a:pt x="7586" y="4896"/>
                    <a:pt x="8337" y="834"/>
                  </a:cubicBezTo>
                  <a:cubicBezTo>
                    <a:pt x="13519" y="834"/>
                    <a:pt x="28314" y="-67"/>
                    <a:pt x="33571" y="83"/>
                  </a:cubicBezTo>
                  <a:cubicBezTo>
                    <a:pt x="33946" y="-67"/>
                    <a:pt x="34472" y="-67"/>
                    <a:pt x="34847" y="83"/>
                  </a:cubicBezTo>
                  <a:cubicBezTo>
                    <a:pt x="35223" y="421"/>
                    <a:pt x="35374" y="879"/>
                    <a:pt x="35449" y="1359"/>
                  </a:cubicBezTo>
                  <a:cubicBezTo>
                    <a:pt x="37701" y="13898"/>
                    <a:pt x="29966" y="27639"/>
                    <a:pt x="32820" y="40028"/>
                  </a:cubicBezTo>
                  <a:cubicBezTo>
                    <a:pt x="33946" y="44983"/>
                    <a:pt x="38602" y="46785"/>
                    <a:pt x="42808" y="49338"/>
                  </a:cubicBezTo>
                  <a:cubicBezTo>
                    <a:pt x="47314" y="52777"/>
                    <a:pt x="52420" y="55322"/>
                    <a:pt x="57828" y="56847"/>
                  </a:cubicBezTo>
                  <a:cubicBezTo>
                    <a:pt x="60457" y="57658"/>
                    <a:pt x="62859" y="59017"/>
                    <a:pt x="64887" y="60826"/>
                  </a:cubicBezTo>
                  <a:cubicBezTo>
                    <a:pt x="66990" y="62771"/>
                    <a:pt x="67366" y="65947"/>
                    <a:pt x="65788" y="68335"/>
                  </a:cubicBezTo>
                  <a:cubicBezTo>
                    <a:pt x="63986" y="69972"/>
                    <a:pt x="61508" y="70745"/>
                    <a:pt x="59104" y="70437"/>
                  </a:cubicBezTo>
                  <a:cubicBezTo>
                    <a:pt x="40781" y="70647"/>
                    <a:pt x="22531" y="69093"/>
                    <a:pt x="4507" y="65782"/>
                  </a:cubicBezTo>
                  <a:cubicBezTo>
                    <a:pt x="3381" y="65677"/>
                    <a:pt x="2405" y="65264"/>
                    <a:pt x="1503" y="64580"/>
                  </a:cubicBezTo>
                  <a:cubicBezTo>
                    <a:pt x="902" y="63935"/>
                    <a:pt x="452" y="63131"/>
                    <a:pt x="302" y="62253"/>
                  </a:cubicBezTo>
                  <a:cubicBezTo>
                    <a:pt x="-675" y="55360"/>
                    <a:pt x="527" y="48340"/>
                    <a:pt x="3681" y="42130"/>
                  </a:cubicBezTo>
                  <a:close/>
                </a:path>
              </a:pathLst>
            </a:custGeom>
            <a:solidFill>
              <a:srgbClr val="49494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2" name="Content Placeholder 4">
              <a:extLst>
                <a:ext uri="{FF2B5EF4-FFF2-40B4-BE49-F238E27FC236}">
                  <a16:creationId xmlns:a16="http://schemas.microsoft.com/office/drawing/2014/main" id="{71179DDF-6D23-7123-892F-B4C528E9985E}"/>
                </a:ext>
              </a:extLst>
            </p:cNvPr>
            <p:cNvSpPr/>
            <p:nvPr/>
          </p:nvSpPr>
          <p:spPr>
            <a:xfrm>
              <a:off x="11867466" y="2296857"/>
              <a:ext cx="59793" cy="71143"/>
            </a:xfrm>
            <a:custGeom>
              <a:avLst/>
              <a:gdLst>
                <a:gd name="connsiteX0" fmla="*/ 1375 w 59793"/>
                <a:gd name="connsiteY0" fmla="*/ 48592 h 71143"/>
                <a:gd name="connsiteX1" fmla="*/ 3928 w 59793"/>
                <a:gd name="connsiteY1" fmla="*/ 43111 h 71143"/>
                <a:gd name="connsiteX2" fmla="*/ 4304 w 59793"/>
                <a:gd name="connsiteY2" fmla="*/ 36654 h 71143"/>
                <a:gd name="connsiteX3" fmla="*/ 4304 w 59793"/>
                <a:gd name="connsiteY3" fmla="*/ 8197 h 71143"/>
                <a:gd name="connsiteX4" fmla="*/ 7007 w 59793"/>
                <a:gd name="connsiteY4" fmla="*/ 688 h 71143"/>
                <a:gd name="connsiteX5" fmla="*/ 12640 w 59793"/>
                <a:gd name="connsiteY5" fmla="*/ 313 h 71143"/>
                <a:gd name="connsiteX6" fmla="*/ 29387 w 59793"/>
                <a:gd name="connsiteY6" fmla="*/ 3166 h 71143"/>
                <a:gd name="connsiteX7" fmla="*/ 33292 w 59793"/>
                <a:gd name="connsiteY7" fmla="*/ 4968 h 71143"/>
                <a:gd name="connsiteX8" fmla="*/ 33292 w 59793"/>
                <a:gd name="connsiteY8" fmla="*/ 9248 h 71143"/>
                <a:gd name="connsiteX9" fmla="*/ 31339 w 59793"/>
                <a:gd name="connsiteY9" fmla="*/ 36954 h 71143"/>
                <a:gd name="connsiteX10" fmla="*/ 31339 w 59793"/>
                <a:gd name="connsiteY10" fmla="*/ 44913 h 71143"/>
                <a:gd name="connsiteX11" fmla="*/ 52443 w 59793"/>
                <a:gd name="connsiteY11" fmla="*/ 58729 h 71143"/>
                <a:gd name="connsiteX12" fmla="*/ 58526 w 59793"/>
                <a:gd name="connsiteY12" fmla="*/ 62783 h 71143"/>
                <a:gd name="connsiteX13" fmla="*/ 58526 w 59793"/>
                <a:gd name="connsiteY13" fmla="*/ 69541 h 71143"/>
                <a:gd name="connsiteX14" fmla="*/ 52443 w 59793"/>
                <a:gd name="connsiteY14" fmla="*/ 70967 h 71143"/>
                <a:gd name="connsiteX15" fmla="*/ 3702 w 59793"/>
                <a:gd name="connsiteY15" fmla="*/ 63459 h 71143"/>
                <a:gd name="connsiteX16" fmla="*/ 1074 w 59793"/>
                <a:gd name="connsiteY16" fmla="*/ 62182 h 71143"/>
                <a:gd name="connsiteX17" fmla="*/ 248 w 59793"/>
                <a:gd name="connsiteY17" fmla="*/ 60005 h 71143"/>
                <a:gd name="connsiteX18" fmla="*/ 1375 w 59793"/>
                <a:gd name="connsiteY18" fmla="*/ 48592 h 7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793" h="71143">
                  <a:moveTo>
                    <a:pt x="1375" y="48592"/>
                  </a:moveTo>
                  <a:cubicBezTo>
                    <a:pt x="1975" y="46640"/>
                    <a:pt x="3252" y="44988"/>
                    <a:pt x="3928" y="43111"/>
                  </a:cubicBezTo>
                  <a:cubicBezTo>
                    <a:pt x="4379" y="40994"/>
                    <a:pt x="4529" y="38816"/>
                    <a:pt x="4304" y="36654"/>
                  </a:cubicBezTo>
                  <a:cubicBezTo>
                    <a:pt x="4304" y="27193"/>
                    <a:pt x="4304" y="17733"/>
                    <a:pt x="4304" y="8197"/>
                  </a:cubicBezTo>
                  <a:cubicBezTo>
                    <a:pt x="4304" y="5343"/>
                    <a:pt x="4304" y="1965"/>
                    <a:pt x="7007" y="688"/>
                  </a:cubicBezTo>
                  <a:cubicBezTo>
                    <a:pt x="8809" y="-115"/>
                    <a:pt x="10762" y="-250"/>
                    <a:pt x="12640" y="313"/>
                  </a:cubicBezTo>
                  <a:lnTo>
                    <a:pt x="29387" y="3166"/>
                  </a:lnTo>
                  <a:cubicBezTo>
                    <a:pt x="30888" y="3226"/>
                    <a:pt x="32316" y="3872"/>
                    <a:pt x="33292" y="4968"/>
                  </a:cubicBezTo>
                  <a:cubicBezTo>
                    <a:pt x="33817" y="6342"/>
                    <a:pt x="33817" y="7874"/>
                    <a:pt x="33292" y="9248"/>
                  </a:cubicBezTo>
                  <a:cubicBezTo>
                    <a:pt x="31640" y="18386"/>
                    <a:pt x="30964" y="27674"/>
                    <a:pt x="31339" y="36954"/>
                  </a:cubicBezTo>
                  <a:cubicBezTo>
                    <a:pt x="31565" y="39605"/>
                    <a:pt x="31565" y="42263"/>
                    <a:pt x="31339" y="44913"/>
                  </a:cubicBezTo>
                  <a:cubicBezTo>
                    <a:pt x="37723" y="50402"/>
                    <a:pt x="44858" y="55050"/>
                    <a:pt x="52443" y="58729"/>
                  </a:cubicBezTo>
                  <a:cubicBezTo>
                    <a:pt x="54695" y="59667"/>
                    <a:pt x="56798" y="61049"/>
                    <a:pt x="58526" y="62783"/>
                  </a:cubicBezTo>
                  <a:cubicBezTo>
                    <a:pt x="60178" y="64735"/>
                    <a:pt x="60178" y="67589"/>
                    <a:pt x="58526" y="69541"/>
                  </a:cubicBezTo>
                  <a:cubicBezTo>
                    <a:pt x="56798" y="70877"/>
                    <a:pt x="54545" y="71396"/>
                    <a:pt x="52443" y="70967"/>
                  </a:cubicBezTo>
                  <a:cubicBezTo>
                    <a:pt x="35996" y="70006"/>
                    <a:pt x="19699" y="67491"/>
                    <a:pt x="3702" y="63459"/>
                  </a:cubicBezTo>
                  <a:cubicBezTo>
                    <a:pt x="2726" y="63286"/>
                    <a:pt x="1825" y="62843"/>
                    <a:pt x="1074" y="62182"/>
                  </a:cubicBezTo>
                  <a:cubicBezTo>
                    <a:pt x="624" y="61537"/>
                    <a:pt x="323" y="60793"/>
                    <a:pt x="248" y="60005"/>
                  </a:cubicBezTo>
                  <a:cubicBezTo>
                    <a:pt x="-353" y="56168"/>
                    <a:pt x="22" y="52234"/>
                    <a:pt x="1375" y="48592"/>
                  </a:cubicBezTo>
                  <a:close/>
                </a:path>
              </a:pathLst>
            </a:custGeom>
            <a:solidFill>
              <a:srgbClr val="49494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3" name="Content Placeholder 4">
              <a:extLst>
                <a:ext uri="{FF2B5EF4-FFF2-40B4-BE49-F238E27FC236}">
                  <a16:creationId xmlns:a16="http://schemas.microsoft.com/office/drawing/2014/main" id="{95DD3F52-D3CC-2745-931E-34C7FFFEFCC6}"/>
                </a:ext>
              </a:extLst>
            </p:cNvPr>
            <p:cNvSpPr/>
            <p:nvPr/>
          </p:nvSpPr>
          <p:spPr>
            <a:xfrm>
              <a:off x="11821982" y="1919716"/>
              <a:ext cx="213872" cy="130999"/>
            </a:xfrm>
            <a:custGeom>
              <a:avLst/>
              <a:gdLst>
                <a:gd name="connsiteX0" fmla="*/ 3601 w 213872"/>
                <a:gd name="connsiteY0" fmla="*/ 74788 h 130999"/>
                <a:gd name="connsiteX1" fmla="*/ 147 w 213872"/>
                <a:gd name="connsiteY1" fmla="*/ 81471 h 130999"/>
                <a:gd name="connsiteX2" fmla="*/ 823 w 213872"/>
                <a:gd name="connsiteY2" fmla="*/ 88979 h 130999"/>
                <a:gd name="connsiteX3" fmla="*/ 32665 w 213872"/>
                <a:gd name="connsiteY3" fmla="*/ 115709 h 130999"/>
                <a:gd name="connsiteX4" fmla="*/ 43329 w 213872"/>
                <a:gd name="connsiteY4" fmla="*/ 116985 h 130999"/>
                <a:gd name="connsiteX5" fmla="*/ 59926 w 213872"/>
                <a:gd name="connsiteY5" fmla="*/ 126446 h 130999"/>
                <a:gd name="connsiteX6" fmla="*/ 85085 w 213872"/>
                <a:gd name="connsiteY6" fmla="*/ 130125 h 130999"/>
                <a:gd name="connsiteX7" fmla="*/ 110844 w 213872"/>
                <a:gd name="connsiteY7" fmla="*/ 119463 h 130999"/>
                <a:gd name="connsiteX8" fmla="*/ 133374 w 213872"/>
                <a:gd name="connsiteY8" fmla="*/ 116985 h 130999"/>
                <a:gd name="connsiteX9" fmla="*/ 156429 w 213872"/>
                <a:gd name="connsiteY9" fmla="*/ 122091 h 130999"/>
                <a:gd name="connsiteX10" fmla="*/ 178959 w 213872"/>
                <a:gd name="connsiteY10" fmla="*/ 119463 h 130999"/>
                <a:gd name="connsiteX11" fmla="*/ 194506 w 213872"/>
                <a:gd name="connsiteY11" fmla="*/ 109252 h 130999"/>
                <a:gd name="connsiteX12" fmla="*/ 207573 w 213872"/>
                <a:gd name="connsiteY12" fmla="*/ 108125 h 130999"/>
                <a:gd name="connsiteX13" fmla="*/ 213731 w 213872"/>
                <a:gd name="connsiteY13" fmla="*/ 95061 h 130999"/>
                <a:gd name="connsiteX14" fmla="*/ 208624 w 213872"/>
                <a:gd name="connsiteY14" fmla="*/ 73587 h 130999"/>
                <a:gd name="connsiteX15" fmla="*/ 177082 w 213872"/>
                <a:gd name="connsiteY15" fmla="*/ 11191 h 130999"/>
                <a:gd name="connsiteX16" fmla="*/ 171976 w 213872"/>
                <a:gd name="connsiteY16" fmla="*/ 4959 h 130999"/>
                <a:gd name="connsiteX17" fmla="*/ 161086 w 213872"/>
                <a:gd name="connsiteY17" fmla="*/ 830 h 130999"/>
                <a:gd name="connsiteX18" fmla="*/ 113548 w 213872"/>
                <a:gd name="connsiteY18" fmla="*/ 2482 h 130999"/>
                <a:gd name="connsiteX19" fmla="*/ 80353 w 213872"/>
                <a:gd name="connsiteY19" fmla="*/ 4659 h 130999"/>
                <a:gd name="connsiteX20" fmla="*/ 47084 w 213872"/>
                <a:gd name="connsiteY20" fmla="*/ 4659 h 130999"/>
                <a:gd name="connsiteX21" fmla="*/ 36495 w 213872"/>
                <a:gd name="connsiteY21" fmla="*/ 25307 h 130999"/>
                <a:gd name="connsiteX22" fmla="*/ 22000 w 213872"/>
                <a:gd name="connsiteY22" fmla="*/ 49560 h 130999"/>
                <a:gd name="connsiteX23" fmla="*/ 3601 w 213872"/>
                <a:gd name="connsiteY23" fmla="*/ 74788 h 130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13872" h="130999">
                  <a:moveTo>
                    <a:pt x="3601" y="74788"/>
                  </a:moveTo>
                  <a:cubicBezTo>
                    <a:pt x="2024" y="76748"/>
                    <a:pt x="823" y="79023"/>
                    <a:pt x="147" y="81471"/>
                  </a:cubicBezTo>
                  <a:cubicBezTo>
                    <a:pt x="-229" y="83993"/>
                    <a:pt x="-3" y="86569"/>
                    <a:pt x="823" y="88979"/>
                  </a:cubicBezTo>
                  <a:cubicBezTo>
                    <a:pt x="5404" y="103260"/>
                    <a:pt x="17795" y="113644"/>
                    <a:pt x="32665" y="115709"/>
                  </a:cubicBezTo>
                  <a:cubicBezTo>
                    <a:pt x="36270" y="115904"/>
                    <a:pt x="39799" y="116332"/>
                    <a:pt x="43329" y="116985"/>
                  </a:cubicBezTo>
                  <a:cubicBezTo>
                    <a:pt x="49187" y="119486"/>
                    <a:pt x="54745" y="122662"/>
                    <a:pt x="59926" y="126446"/>
                  </a:cubicBezTo>
                  <a:cubicBezTo>
                    <a:pt x="67587" y="130703"/>
                    <a:pt x="76523" y="132017"/>
                    <a:pt x="85085" y="130125"/>
                  </a:cubicBezTo>
                  <a:cubicBezTo>
                    <a:pt x="93872" y="127039"/>
                    <a:pt x="102433" y="123480"/>
                    <a:pt x="110844" y="119463"/>
                  </a:cubicBezTo>
                  <a:cubicBezTo>
                    <a:pt x="118053" y="116948"/>
                    <a:pt x="125789" y="116100"/>
                    <a:pt x="133374" y="116985"/>
                  </a:cubicBezTo>
                  <a:cubicBezTo>
                    <a:pt x="140884" y="117886"/>
                    <a:pt x="148394" y="120665"/>
                    <a:pt x="156429" y="122091"/>
                  </a:cubicBezTo>
                  <a:cubicBezTo>
                    <a:pt x="164015" y="123953"/>
                    <a:pt x="171976" y="123022"/>
                    <a:pt x="178959" y="119463"/>
                  </a:cubicBezTo>
                  <a:cubicBezTo>
                    <a:pt x="184292" y="116160"/>
                    <a:pt x="188347" y="110453"/>
                    <a:pt x="194506" y="109252"/>
                  </a:cubicBezTo>
                  <a:cubicBezTo>
                    <a:pt x="198786" y="108426"/>
                    <a:pt x="203592" y="110003"/>
                    <a:pt x="207573" y="108125"/>
                  </a:cubicBezTo>
                  <a:cubicBezTo>
                    <a:pt x="212004" y="105325"/>
                    <a:pt x="214406" y="100242"/>
                    <a:pt x="213731" y="95061"/>
                  </a:cubicBezTo>
                  <a:cubicBezTo>
                    <a:pt x="213281" y="87657"/>
                    <a:pt x="211553" y="80389"/>
                    <a:pt x="208624" y="73587"/>
                  </a:cubicBezTo>
                  <a:cubicBezTo>
                    <a:pt x="200288" y="51767"/>
                    <a:pt x="189699" y="30864"/>
                    <a:pt x="177082" y="11191"/>
                  </a:cubicBezTo>
                  <a:cubicBezTo>
                    <a:pt x="175731" y="8841"/>
                    <a:pt x="174003" y="6739"/>
                    <a:pt x="171976" y="4959"/>
                  </a:cubicBezTo>
                  <a:cubicBezTo>
                    <a:pt x="168821" y="2609"/>
                    <a:pt x="164991" y="1175"/>
                    <a:pt x="161086" y="830"/>
                  </a:cubicBezTo>
                  <a:cubicBezTo>
                    <a:pt x="145240" y="-725"/>
                    <a:pt x="129243" y="-169"/>
                    <a:pt x="113548" y="2482"/>
                  </a:cubicBezTo>
                  <a:cubicBezTo>
                    <a:pt x="102508" y="3608"/>
                    <a:pt x="91018" y="4359"/>
                    <a:pt x="80353" y="4659"/>
                  </a:cubicBezTo>
                  <a:cubicBezTo>
                    <a:pt x="69239" y="3908"/>
                    <a:pt x="58124" y="3908"/>
                    <a:pt x="47084" y="4659"/>
                  </a:cubicBezTo>
                  <a:cubicBezTo>
                    <a:pt x="40626" y="5860"/>
                    <a:pt x="39574" y="19225"/>
                    <a:pt x="36495" y="25307"/>
                  </a:cubicBezTo>
                  <a:cubicBezTo>
                    <a:pt x="32364" y="33799"/>
                    <a:pt x="27558" y="41916"/>
                    <a:pt x="22000" y="49560"/>
                  </a:cubicBezTo>
                  <a:cubicBezTo>
                    <a:pt x="16068" y="57969"/>
                    <a:pt x="9685" y="66228"/>
                    <a:pt x="3601" y="74788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4" name="Content Placeholder 4">
              <a:extLst>
                <a:ext uri="{FF2B5EF4-FFF2-40B4-BE49-F238E27FC236}">
                  <a16:creationId xmlns:a16="http://schemas.microsoft.com/office/drawing/2014/main" id="{B2982BA9-BAD8-41D4-D72D-C24DD9D372E4}"/>
                </a:ext>
              </a:extLst>
            </p:cNvPr>
            <p:cNvSpPr/>
            <p:nvPr/>
          </p:nvSpPr>
          <p:spPr>
            <a:xfrm>
              <a:off x="11915729" y="1573610"/>
              <a:ext cx="82826" cy="106536"/>
            </a:xfrm>
            <a:custGeom>
              <a:avLst/>
              <a:gdLst>
                <a:gd name="connsiteX0" fmla="*/ 44209 w 82826"/>
                <a:gd name="connsiteY0" fmla="*/ 2298 h 106536"/>
                <a:gd name="connsiteX1" fmla="*/ 19801 w 82826"/>
                <a:gd name="connsiteY1" fmla="*/ -30 h 106536"/>
                <a:gd name="connsiteX2" fmla="*/ 2228 w 82826"/>
                <a:gd name="connsiteY2" fmla="*/ 37513 h 106536"/>
                <a:gd name="connsiteX3" fmla="*/ 1327 w 82826"/>
                <a:gd name="connsiteY3" fmla="*/ 71976 h 106536"/>
                <a:gd name="connsiteX4" fmla="*/ 17849 w 82826"/>
                <a:gd name="connsiteY4" fmla="*/ 100283 h 106536"/>
                <a:gd name="connsiteX5" fmla="*/ 61707 w 82826"/>
                <a:gd name="connsiteY5" fmla="*/ 97655 h 106536"/>
                <a:gd name="connsiteX6" fmla="*/ 82660 w 82826"/>
                <a:gd name="connsiteY6" fmla="*/ 52605 h 106536"/>
                <a:gd name="connsiteX7" fmla="*/ 75826 w 82826"/>
                <a:gd name="connsiteY7" fmla="*/ 9281 h 106536"/>
                <a:gd name="connsiteX8" fmla="*/ 44209 w 82826"/>
                <a:gd name="connsiteY8" fmla="*/ 2298 h 106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826" h="106536">
                  <a:moveTo>
                    <a:pt x="44209" y="2298"/>
                  </a:moveTo>
                  <a:cubicBezTo>
                    <a:pt x="36098" y="1074"/>
                    <a:pt x="27987" y="293"/>
                    <a:pt x="19801" y="-30"/>
                  </a:cubicBezTo>
                  <a:cubicBezTo>
                    <a:pt x="10864" y="10805"/>
                    <a:pt x="4856" y="23720"/>
                    <a:pt x="2228" y="37513"/>
                  </a:cubicBezTo>
                  <a:cubicBezTo>
                    <a:pt x="-401" y="48820"/>
                    <a:pt x="-776" y="60549"/>
                    <a:pt x="1327" y="71976"/>
                  </a:cubicBezTo>
                  <a:cubicBezTo>
                    <a:pt x="3279" y="83089"/>
                    <a:pt x="9137" y="93128"/>
                    <a:pt x="17849" y="100283"/>
                  </a:cubicBezTo>
                  <a:cubicBezTo>
                    <a:pt x="31367" y="109474"/>
                    <a:pt x="49390" y="108392"/>
                    <a:pt x="61707" y="97655"/>
                  </a:cubicBezTo>
                  <a:cubicBezTo>
                    <a:pt x="74399" y="85995"/>
                    <a:pt x="81909" y="69799"/>
                    <a:pt x="82660" y="52605"/>
                  </a:cubicBezTo>
                  <a:cubicBezTo>
                    <a:pt x="83411" y="37851"/>
                    <a:pt x="81083" y="23096"/>
                    <a:pt x="75826" y="9281"/>
                  </a:cubicBezTo>
                  <a:cubicBezTo>
                    <a:pt x="65612" y="5557"/>
                    <a:pt x="55023" y="3206"/>
                    <a:pt x="44209" y="2298"/>
                  </a:cubicBezTo>
                  <a:close/>
                </a:path>
              </a:pathLst>
            </a:custGeom>
            <a:solidFill>
              <a:srgbClr val="FFE7D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5" name="Content Placeholder 4">
              <a:extLst>
                <a:ext uri="{FF2B5EF4-FFF2-40B4-BE49-F238E27FC236}">
                  <a16:creationId xmlns:a16="http://schemas.microsoft.com/office/drawing/2014/main" id="{B668C047-D073-5568-BFA8-BE2A335AA715}"/>
                </a:ext>
              </a:extLst>
            </p:cNvPr>
            <p:cNvSpPr/>
            <p:nvPr/>
          </p:nvSpPr>
          <p:spPr>
            <a:xfrm>
              <a:off x="11860319" y="1677143"/>
              <a:ext cx="137285" cy="273467"/>
            </a:xfrm>
            <a:custGeom>
              <a:avLst/>
              <a:gdLst>
                <a:gd name="connsiteX0" fmla="*/ 102322 w 137285"/>
                <a:gd name="connsiteY0" fmla="*/ 10191 h 273467"/>
                <a:gd name="connsiteX1" fmla="*/ 116891 w 137285"/>
                <a:gd name="connsiteY1" fmla="*/ 12293 h 273467"/>
                <a:gd name="connsiteX2" fmla="*/ 128532 w 137285"/>
                <a:gd name="connsiteY2" fmla="*/ 30989 h 273467"/>
                <a:gd name="connsiteX3" fmla="*/ 127480 w 137285"/>
                <a:gd name="connsiteY3" fmla="*/ 129801 h 273467"/>
                <a:gd name="connsiteX4" fmla="*/ 137244 w 137285"/>
                <a:gd name="connsiteY4" fmla="*/ 248059 h 273467"/>
                <a:gd name="connsiteX5" fmla="*/ 119144 w 137285"/>
                <a:gd name="connsiteY5" fmla="*/ 268181 h 273467"/>
                <a:gd name="connsiteX6" fmla="*/ 95939 w 137285"/>
                <a:gd name="connsiteY6" fmla="*/ 270584 h 273467"/>
                <a:gd name="connsiteX7" fmla="*/ 62669 w 137285"/>
                <a:gd name="connsiteY7" fmla="*/ 273437 h 273467"/>
                <a:gd name="connsiteX8" fmla="*/ 5368 w 137285"/>
                <a:gd name="connsiteY8" fmla="*/ 252639 h 273467"/>
                <a:gd name="connsiteX9" fmla="*/ 1688 w 137285"/>
                <a:gd name="connsiteY9" fmla="*/ 248735 h 273467"/>
                <a:gd name="connsiteX10" fmla="*/ 412 w 137285"/>
                <a:gd name="connsiteY10" fmla="*/ 242127 h 273467"/>
                <a:gd name="connsiteX11" fmla="*/ 3340 w 137285"/>
                <a:gd name="connsiteY11" fmla="*/ 125446 h 273467"/>
                <a:gd name="connsiteX12" fmla="*/ 20313 w 137285"/>
                <a:gd name="connsiteY12" fmla="*/ 33392 h 273467"/>
                <a:gd name="connsiteX13" fmla="*/ 54483 w 137285"/>
                <a:gd name="connsiteY13" fmla="*/ 54 h 273467"/>
                <a:gd name="connsiteX14" fmla="*/ 75286 w 137285"/>
                <a:gd name="connsiteY14" fmla="*/ 6362 h 273467"/>
                <a:gd name="connsiteX15" fmla="*/ 102322 w 137285"/>
                <a:gd name="connsiteY15" fmla="*/ 10191 h 273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7285" h="273467">
                  <a:moveTo>
                    <a:pt x="102322" y="10191"/>
                  </a:moveTo>
                  <a:cubicBezTo>
                    <a:pt x="107279" y="9778"/>
                    <a:pt x="112235" y="10499"/>
                    <a:pt x="116891" y="12293"/>
                  </a:cubicBezTo>
                  <a:cubicBezTo>
                    <a:pt x="123200" y="16641"/>
                    <a:pt x="127405" y="23413"/>
                    <a:pt x="128532" y="30989"/>
                  </a:cubicBezTo>
                  <a:cubicBezTo>
                    <a:pt x="136868" y="62525"/>
                    <a:pt x="127255" y="97139"/>
                    <a:pt x="127480" y="129801"/>
                  </a:cubicBezTo>
                  <a:cubicBezTo>
                    <a:pt x="127480" y="169746"/>
                    <a:pt x="134990" y="208414"/>
                    <a:pt x="137244" y="248059"/>
                  </a:cubicBezTo>
                  <a:cubicBezTo>
                    <a:pt x="137619" y="258548"/>
                    <a:pt x="129659" y="267461"/>
                    <a:pt x="119144" y="268181"/>
                  </a:cubicBezTo>
                  <a:cubicBezTo>
                    <a:pt x="111634" y="268707"/>
                    <a:pt x="103674" y="269533"/>
                    <a:pt x="95939" y="270584"/>
                  </a:cubicBezTo>
                  <a:cubicBezTo>
                    <a:pt x="84974" y="272506"/>
                    <a:pt x="73784" y="273460"/>
                    <a:pt x="62669" y="273437"/>
                  </a:cubicBezTo>
                  <a:cubicBezTo>
                    <a:pt x="42167" y="271342"/>
                    <a:pt x="22491" y="264194"/>
                    <a:pt x="5368" y="252639"/>
                  </a:cubicBezTo>
                  <a:cubicBezTo>
                    <a:pt x="3866" y="251610"/>
                    <a:pt x="2664" y="250281"/>
                    <a:pt x="1688" y="248735"/>
                  </a:cubicBezTo>
                  <a:cubicBezTo>
                    <a:pt x="712" y="246662"/>
                    <a:pt x="337" y="244402"/>
                    <a:pt x="412" y="242127"/>
                  </a:cubicBezTo>
                  <a:cubicBezTo>
                    <a:pt x="-715" y="203211"/>
                    <a:pt x="337" y="164257"/>
                    <a:pt x="3340" y="125446"/>
                  </a:cubicBezTo>
                  <a:cubicBezTo>
                    <a:pt x="4241" y="94068"/>
                    <a:pt x="9949" y="63020"/>
                    <a:pt x="20313" y="33392"/>
                  </a:cubicBezTo>
                  <a:cubicBezTo>
                    <a:pt x="24143" y="23856"/>
                    <a:pt x="42843" y="1406"/>
                    <a:pt x="54483" y="54"/>
                  </a:cubicBezTo>
                  <a:cubicBezTo>
                    <a:pt x="60792" y="-771"/>
                    <a:pt x="69503" y="4710"/>
                    <a:pt x="75286" y="6362"/>
                  </a:cubicBezTo>
                  <a:cubicBezTo>
                    <a:pt x="84148" y="8689"/>
                    <a:pt x="93160" y="9973"/>
                    <a:pt x="102322" y="10191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6" name="Content Placeholder 4">
              <a:extLst>
                <a:ext uri="{FF2B5EF4-FFF2-40B4-BE49-F238E27FC236}">
                  <a16:creationId xmlns:a16="http://schemas.microsoft.com/office/drawing/2014/main" id="{FA81B7E6-CF4D-5AF5-20A4-21F70C7D6144}"/>
                </a:ext>
              </a:extLst>
            </p:cNvPr>
            <p:cNvSpPr/>
            <p:nvPr/>
          </p:nvSpPr>
          <p:spPr>
            <a:xfrm>
              <a:off x="12056984" y="1804041"/>
              <a:ext cx="36948" cy="26367"/>
            </a:xfrm>
            <a:custGeom>
              <a:avLst/>
              <a:gdLst>
                <a:gd name="connsiteX0" fmla="*/ 8468 w 36948"/>
                <a:gd name="connsiteY0" fmla="*/ 4554 h 26367"/>
                <a:gd name="connsiteX1" fmla="*/ 16504 w 36948"/>
                <a:gd name="connsiteY1" fmla="*/ 800 h 26367"/>
                <a:gd name="connsiteX2" fmla="*/ 22136 w 36948"/>
                <a:gd name="connsiteY2" fmla="*/ 2827 h 26367"/>
                <a:gd name="connsiteX3" fmla="*/ 26492 w 36948"/>
                <a:gd name="connsiteY3" fmla="*/ 575 h 26367"/>
                <a:gd name="connsiteX4" fmla="*/ 35804 w 36948"/>
                <a:gd name="connsiteY4" fmla="*/ 4179 h 26367"/>
                <a:gd name="connsiteX5" fmla="*/ 35804 w 36948"/>
                <a:gd name="connsiteY5" fmla="*/ 4179 h 26367"/>
                <a:gd name="connsiteX6" fmla="*/ 36856 w 36948"/>
                <a:gd name="connsiteY6" fmla="*/ 11687 h 26367"/>
                <a:gd name="connsiteX7" fmla="*/ 35655 w 36948"/>
                <a:gd name="connsiteY7" fmla="*/ 17018 h 26367"/>
                <a:gd name="connsiteX8" fmla="*/ 31223 w 36948"/>
                <a:gd name="connsiteY8" fmla="*/ 19721 h 26367"/>
                <a:gd name="connsiteX9" fmla="*/ 10420 w 36948"/>
                <a:gd name="connsiteY9" fmla="*/ 25803 h 26367"/>
                <a:gd name="connsiteX10" fmla="*/ 4488 w 36948"/>
                <a:gd name="connsiteY10" fmla="*/ 25803 h 26367"/>
                <a:gd name="connsiteX11" fmla="*/ 8468 w 36948"/>
                <a:gd name="connsiteY11" fmla="*/ 4554 h 26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48" h="26367">
                  <a:moveTo>
                    <a:pt x="8468" y="4554"/>
                  </a:moveTo>
                  <a:cubicBezTo>
                    <a:pt x="10796" y="2377"/>
                    <a:pt x="13575" y="124"/>
                    <a:pt x="16504" y="800"/>
                  </a:cubicBezTo>
                  <a:cubicBezTo>
                    <a:pt x="19433" y="1476"/>
                    <a:pt x="20109" y="2977"/>
                    <a:pt x="22136" y="2827"/>
                  </a:cubicBezTo>
                  <a:cubicBezTo>
                    <a:pt x="24164" y="2677"/>
                    <a:pt x="25065" y="1326"/>
                    <a:pt x="26492" y="575"/>
                  </a:cubicBezTo>
                  <a:cubicBezTo>
                    <a:pt x="30022" y="-1002"/>
                    <a:pt x="34227" y="612"/>
                    <a:pt x="35804" y="4179"/>
                  </a:cubicBezTo>
                  <a:cubicBezTo>
                    <a:pt x="35804" y="4179"/>
                    <a:pt x="35804" y="4179"/>
                    <a:pt x="35804" y="4179"/>
                  </a:cubicBezTo>
                  <a:cubicBezTo>
                    <a:pt x="36705" y="6567"/>
                    <a:pt x="37081" y="9134"/>
                    <a:pt x="36856" y="11687"/>
                  </a:cubicBezTo>
                  <a:cubicBezTo>
                    <a:pt x="37006" y="13542"/>
                    <a:pt x="36556" y="15404"/>
                    <a:pt x="35655" y="17018"/>
                  </a:cubicBezTo>
                  <a:cubicBezTo>
                    <a:pt x="34528" y="18385"/>
                    <a:pt x="32950" y="19338"/>
                    <a:pt x="31223" y="19721"/>
                  </a:cubicBezTo>
                  <a:cubicBezTo>
                    <a:pt x="24315" y="21899"/>
                    <a:pt x="17405" y="23926"/>
                    <a:pt x="10420" y="25803"/>
                  </a:cubicBezTo>
                  <a:cubicBezTo>
                    <a:pt x="8543" y="26516"/>
                    <a:pt x="6366" y="26516"/>
                    <a:pt x="4488" y="25803"/>
                  </a:cubicBezTo>
                  <a:cubicBezTo>
                    <a:pt x="-5876" y="20772"/>
                    <a:pt x="4263" y="8459"/>
                    <a:pt x="8468" y="4554"/>
                  </a:cubicBezTo>
                  <a:close/>
                </a:path>
              </a:pathLst>
            </a:custGeom>
            <a:solidFill>
              <a:srgbClr val="FFE7D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7" name="Content Placeholder 4">
              <a:extLst>
                <a:ext uri="{FF2B5EF4-FFF2-40B4-BE49-F238E27FC236}">
                  <a16:creationId xmlns:a16="http://schemas.microsoft.com/office/drawing/2014/main" id="{1B20FABA-3733-BF1D-4EAB-31BE08F1B9C0}"/>
                </a:ext>
              </a:extLst>
            </p:cNvPr>
            <p:cNvSpPr/>
            <p:nvPr/>
          </p:nvSpPr>
          <p:spPr>
            <a:xfrm>
              <a:off x="11925995" y="1700905"/>
              <a:ext cx="138134" cy="157464"/>
            </a:xfrm>
            <a:custGeom>
              <a:avLst/>
              <a:gdLst>
                <a:gd name="connsiteX0" fmla="*/ 7356 w 138134"/>
                <a:gd name="connsiteY0" fmla="*/ 7528 h 157464"/>
                <a:gd name="connsiteX1" fmla="*/ 29060 w 138134"/>
                <a:gd name="connsiteY1" fmla="*/ 1446 h 157464"/>
                <a:gd name="connsiteX2" fmla="*/ 36570 w 138134"/>
                <a:gd name="connsiteY2" fmla="*/ 10080 h 157464"/>
                <a:gd name="connsiteX3" fmla="*/ 76449 w 138134"/>
                <a:gd name="connsiteY3" fmla="*/ 117301 h 157464"/>
                <a:gd name="connsiteX4" fmla="*/ 80729 w 138134"/>
                <a:gd name="connsiteY4" fmla="*/ 122857 h 157464"/>
                <a:gd name="connsiteX5" fmla="*/ 96876 w 138134"/>
                <a:gd name="connsiteY5" fmla="*/ 123533 h 157464"/>
                <a:gd name="connsiteX6" fmla="*/ 124363 w 138134"/>
                <a:gd name="connsiteY6" fmla="*/ 113622 h 157464"/>
                <a:gd name="connsiteX7" fmla="*/ 133073 w 138134"/>
                <a:gd name="connsiteY7" fmla="*/ 112646 h 157464"/>
                <a:gd name="connsiteX8" fmla="*/ 136529 w 138134"/>
                <a:gd name="connsiteY8" fmla="*/ 117902 h 157464"/>
                <a:gd name="connsiteX9" fmla="*/ 136529 w 138134"/>
                <a:gd name="connsiteY9" fmla="*/ 130816 h 157464"/>
                <a:gd name="connsiteX10" fmla="*/ 132774 w 138134"/>
                <a:gd name="connsiteY10" fmla="*/ 133745 h 157464"/>
                <a:gd name="connsiteX11" fmla="*/ 66685 w 138134"/>
                <a:gd name="connsiteY11" fmla="*/ 157021 h 157464"/>
                <a:gd name="connsiteX12" fmla="*/ 57298 w 138134"/>
                <a:gd name="connsiteY12" fmla="*/ 155970 h 157464"/>
                <a:gd name="connsiteX13" fmla="*/ 53393 w 138134"/>
                <a:gd name="connsiteY13" fmla="*/ 151014 h 157464"/>
                <a:gd name="connsiteX14" fmla="*/ 30412 w 138134"/>
                <a:gd name="connsiteY14" fmla="*/ 106414 h 157464"/>
                <a:gd name="connsiteX15" fmla="*/ 21400 w 138134"/>
                <a:gd name="connsiteY15" fmla="*/ 86291 h 157464"/>
                <a:gd name="connsiteX16" fmla="*/ 7356 w 138134"/>
                <a:gd name="connsiteY16" fmla="*/ 7528 h 157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8134" h="157464">
                  <a:moveTo>
                    <a:pt x="7356" y="7528"/>
                  </a:moveTo>
                  <a:cubicBezTo>
                    <a:pt x="12238" y="620"/>
                    <a:pt x="21325" y="-1918"/>
                    <a:pt x="29060" y="1446"/>
                  </a:cubicBezTo>
                  <a:cubicBezTo>
                    <a:pt x="32215" y="3653"/>
                    <a:pt x="34843" y="6619"/>
                    <a:pt x="36570" y="10080"/>
                  </a:cubicBezTo>
                  <a:cubicBezTo>
                    <a:pt x="56397" y="42817"/>
                    <a:pt x="57898" y="83814"/>
                    <a:pt x="76449" y="117301"/>
                  </a:cubicBezTo>
                  <a:cubicBezTo>
                    <a:pt x="77499" y="119426"/>
                    <a:pt x="78927" y="121318"/>
                    <a:pt x="80729" y="122857"/>
                  </a:cubicBezTo>
                  <a:cubicBezTo>
                    <a:pt x="85686" y="125606"/>
                    <a:pt x="91693" y="125853"/>
                    <a:pt x="96876" y="123533"/>
                  </a:cubicBezTo>
                  <a:cubicBezTo>
                    <a:pt x="106263" y="120838"/>
                    <a:pt x="115425" y="117526"/>
                    <a:pt x="124363" y="113622"/>
                  </a:cubicBezTo>
                  <a:cubicBezTo>
                    <a:pt x="126991" y="111948"/>
                    <a:pt x="130144" y="111587"/>
                    <a:pt x="133073" y="112646"/>
                  </a:cubicBezTo>
                  <a:cubicBezTo>
                    <a:pt x="134801" y="113967"/>
                    <a:pt x="136002" y="115815"/>
                    <a:pt x="136529" y="117902"/>
                  </a:cubicBezTo>
                  <a:cubicBezTo>
                    <a:pt x="138631" y="121941"/>
                    <a:pt x="138631" y="126777"/>
                    <a:pt x="136529" y="130816"/>
                  </a:cubicBezTo>
                  <a:cubicBezTo>
                    <a:pt x="135477" y="132018"/>
                    <a:pt x="134200" y="133009"/>
                    <a:pt x="132774" y="133745"/>
                  </a:cubicBezTo>
                  <a:cubicBezTo>
                    <a:pt x="112571" y="145923"/>
                    <a:pt x="90041" y="153845"/>
                    <a:pt x="66685" y="157021"/>
                  </a:cubicBezTo>
                  <a:cubicBezTo>
                    <a:pt x="63531" y="157824"/>
                    <a:pt x="60227" y="157449"/>
                    <a:pt x="57298" y="155970"/>
                  </a:cubicBezTo>
                  <a:cubicBezTo>
                    <a:pt x="55646" y="154633"/>
                    <a:pt x="54294" y="152936"/>
                    <a:pt x="53393" y="151014"/>
                  </a:cubicBezTo>
                  <a:cubicBezTo>
                    <a:pt x="45132" y="136448"/>
                    <a:pt x="37471" y="121581"/>
                    <a:pt x="30412" y="106414"/>
                  </a:cubicBezTo>
                  <a:cubicBezTo>
                    <a:pt x="27333" y="99731"/>
                    <a:pt x="24329" y="93049"/>
                    <a:pt x="21400" y="86291"/>
                  </a:cubicBezTo>
                  <a:cubicBezTo>
                    <a:pt x="11562" y="62940"/>
                    <a:pt x="-11944" y="32005"/>
                    <a:pt x="7356" y="7528"/>
                  </a:cubicBezTo>
                  <a:close/>
                </a:path>
              </a:pathLst>
            </a:custGeom>
            <a:solidFill>
              <a:srgbClr val="78675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8" name="Content Placeholder 4">
              <a:extLst>
                <a:ext uri="{FF2B5EF4-FFF2-40B4-BE49-F238E27FC236}">
                  <a16:creationId xmlns:a16="http://schemas.microsoft.com/office/drawing/2014/main" id="{BF28B00A-DFCB-2F17-7710-D62A504D39DA}"/>
                </a:ext>
              </a:extLst>
            </p:cNvPr>
            <p:cNvSpPr/>
            <p:nvPr/>
          </p:nvSpPr>
          <p:spPr>
            <a:xfrm>
              <a:off x="11829442" y="1551379"/>
              <a:ext cx="182117" cy="278971"/>
            </a:xfrm>
            <a:custGeom>
              <a:avLst/>
              <a:gdLst>
                <a:gd name="connsiteX0" fmla="*/ 181788 w 182117"/>
                <a:gd name="connsiteY0" fmla="*/ 60495 h 278971"/>
                <a:gd name="connsiteX1" fmla="*/ 147393 w 182117"/>
                <a:gd name="connsiteY1" fmla="*/ 58242 h 278971"/>
                <a:gd name="connsiteX2" fmla="*/ 132373 w 182117"/>
                <a:gd name="connsiteY2" fmla="*/ 85573 h 278971"/>
                <a:gd name="connsiteX3" fmla="*/ 125613 w 182117"/>
                <a:gd name="connsiteY3" fmla="*/ 77314 h 278971"/>
                <a:gd name="connsiteX4" fmla="*/ 117353 w 182117"/>
                <a:gd name="connsiteY4" fmla="*/ 84071 h 278971"/>
                <a:gd name="connsiteX5" fmla="*/ 122084 w 182117"/>
                <a:gd name="connsiteY5" fmla="*/ 101641 h 278971"/>
                <a:gd name="connsiteX6" fmla="*/ 112847 w 182117"/>
                <a:gd name="connsiteY6" fmla="*/ 113730 h 278971"/>
                <a:gd name="connsiteX7" fmla="*/ 109242 w 182117"/>
                <a:gd name="connsiteY7" fmla="*/ 148344 h 278971"/>
                <a:gd name="connsiteX8" fmla="*/ 119531 w 182117"/>
                <a:gd name="connsiteY8" fmla="*/ 183258 h 278971"/>
                <a:gd name="connsiteX9" fmla="*/ 118103 w 182117"/>
                <a:gd name="connsiteY9" fmla="*/ 191818 h 278971"/>
                <a:gd name="connsiteX10" fmla="*/ 105787 w 182117"/>
                <a:gd name="connsiteY10" fmla="*/ 205183 h 278971"/>
                <a:gd name="connsiteX11" fmla="*/ 109692 w 182117"/>
                <a:gd name="connsiteY11" fmla="*/ 223954 h 278971"/>
                <a:gd name="connsiteX12" fmla="*/ 118554 w 182117"/>
                <a:gd name="connsiteY12" fmla="*/ 241674 h 278971"/>
                <a:gd name="connsiteX13" fmla="*/ 103909 w 182117"/>
                <a:gd name="connsiteY13" fmla="*/ 257366 h 278971"/>
                <a:gd name="connsiteX14" fmla="*/ 96024 w 182117"/>
                <a:gd name="connsiteY14" fmla="*/ 258042 h 278971"/>
                <a:gd name="connsiteX15" fmla="*/ 88514 w 182117"/>
                <a:gd name="connsiteY15" fmla="*/ 276963 h 278971"/>
                <a:gd name="connsiteX16" fmla="*/ 82356 w 182117"/>
                <a:gd name="connsiteY16" fmla="*/ 278690 h 278971"/>
                <a:gd name="connsiteX17" fmla="*/ 61103 w 182117"/>
                <a:gd name="connsiteY17" fmla="*/ 273059 h 278971"/>
                <a:gd name="connsiteX18" fmla="*/ 57348 w 182117"/>
                <a:gd name="connsiteY18" fmla="*/ 267878 h 278971"/>
                <a:gd name="connsiteX19" fmla="*/ 45481 w 182117"/>
                <a:gd name="connsiteY19" fmla="*/ 268854 h 278971"/>
                <a:gd name="connsiteX20" fmla="*/ 18746 w 182117"/>
                <a:gd name="connsiteY20" fmla="*/ 267503 h 278971"/>
                <a:gd name="connsiteX21" fmla="*/ 12888 w 182117"/>
                <a:gd name="connsiteY21" fmla="*/ 258943 h 278971"/>
                <a:gd name="connsiteX22" fmla="*/ 19347 w 182117"/>
                <a:gd name="connsiteY22" fmla="*/ 252035 h 278971"/>
                <a:gd name="connsiteX23" fmla="*/ 12813 w 182117"/>
                <a:gd name="connsiteY23" fmla="*/ 234165 h 278971"/>
                <a:gd name="connsiteX24" fmla="*/ -29 w 182117"/>
                <a:gd name="connsiteY24" fmla="*/ 218322 h 278971"/>
                <a:gd name="connsiteX25" fmla="*/ 12738 w 182117"/>
                <a:gd name="connsiteY25" fmla="*/ 201353 h 278971"/>
                <a:gd name="connsiteX26" fmla="*/ 21600 w 182117"/>
                <a:gd name="connsiteY26" fmla="*/ 163811 h 278971"/>
                <a:gd name="connsiteX27" fmla="*/ 18295 w 182117"/>
                <a:gd name="connsiteY27" fmla="*/ 149245 h 278971"/>
                <a:gd name="connsiteX28" fmla="*/ 37971 w 182117"/>
                <a:gd name="connsiteY28" fmla="*/ 133477 h 278971"/>
                <a:gd name="connsiteX29" fmla="*/ 47584 w 182117"/>
                <a:gd name="connsiteY29" fmla="*/ 114105 h 278971"/>
                <a:gd name="connsiteX30" fmla="*/ 53818 w 182117"/>
                <a:gd name="connsiteY30" fmla="*/ 67177 h 278971"/>
                <a:gd name="connsiteX31" fmla="*/ 55920 w 182117"/>
                <a:gd name="connsiteY31" fmla="*/ 45478 h 278971"/>
                <a:gd name="connsiteX32" fmla="*/ 76198 w 182117"/>
                <a:gd name="connsiteY32" fmla="*/ 18748 h 278971"/>
                <a:gd name="connsiteX33" fmla="*/ 126439 w 182117"/>
                <a:gd name="connsiteY33" fmla="*/ -23 h 278971"/>
                <a:gd name="connsiteX34" fmla="*/ 182089 w 182117"/>
                <a:gd name="connsiteY34" fmla="*/ 53955 h 278971"/>
                <a:gd name="connsiteX35" fmla="*/ 181788 w 182117"/>
                <a:gd name="connsiteY35" fmla="*/ 60495 h 278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82117" h="278971">
                  <a:moveTo>
                    <a:pt x="181788" y="60495"/>
                  </a:moveTo>
                  <a:cubicBezTo>
                    <a:pt x="170598" y="63799"/>
                    <a:pt x="158432" y="54413"/>
                    <a:pt x="147393" y="58242"/>
                  </a:cubicBezTo>
                  <a:cubicBezTo>
                    <a:pt x="136353" y="62072"/>
                    <a:pt x="133949" y="74686"/>
                    <a:pt x="132373" y="85573"/>
                  </a:cubicBezTo>
                  <a:cubicBezTo>
                    <a:pt x="132823" y="81428"/>
                    <a:pt x="129744" y="77727"/>
                    <a:pt x="125613" y="77314"/>
                  </a:cubicBezTo>
                  <a:cubicBezTo>
                    <a:pt x="121482" y="76901"/>
                    <a:pt x="117803" y="79927"/>
                    <a:pt x="117353" y="84071"/>
                  </a:cubicBezTo>
                  <a:cubicBezTo>
                    <a:pt x="116301" y="90153"/>
                    <a:pt x="122760" y="95559"/>
                    <a:pt x="122084" y="101641"/>
                  </a:cubicBezTo>
                  <a:cubicBezTo>
                    <a:pt x="121408" y="107723"/>
                    <a:pt x="116376" y="109900"/>
                    <a:pt x="112847" y="113730"/>
                  </a:cubicBezTo>
                  <a:cubicBezTo>
                    <a:pt x="104585" y="122665"/>
                    <a:pt x="105337" y="136781"/>
                    <a:pt x="109242" y="148344"/>
                  </a:cubicBezTo>
                  <a:cubicBezTo>
                    <a:pt x="113147" y="159907"/>
                    <a:pt x="119080" y="170869"/>
                    <a:pt x="119531" y="183258"/>
                  </a:cubicBezTo>
                  <a:cubicBezTo>
                    <a:pt x="119755" y="186186"/>
                    <a:pt x="119230" y="189122"/>
                    <a:pt x="118103" y="191818"/>
                  </a:cubicBezTo>
                  <a:cubicBezTo>
                    <a:pt x="115325" y="197224"/>
                    <a:pt x="108490" y="199701"/>
                    <a:pt x="105787" y="205183"/>
                  </a:cubicBezTo>
                  <a:cubicBezTo>
                    <a:pt x="103684" y="211692"/>
                    <a:pt x="105186" y="218811"/>
                    <a:pt x="109692" y="223954"/>
                  </a:cubicBezTo>
                  <a:cubicBezTo>
                    <a:pt x="114198" y="228939"/>
                    <a:pt x="117277" y="235066"/>
                    <a:pt x="118554" y="241674"/>
                  </a:cubicBezTo>
                  <a:cubicBezTo>
                    <a:pt x="118630" y="249978"/>
                    <a:pt x="112170" y="256886"/>
                    <a:pt x="103909" y="257366"/>
                  </a:cubicBezTo>
                  <a:cubicBezTo>
                    <a:pt x="101281" y="256976"/>
                    <a:pt x="98578" y="257209"/>
                    <a:pt x="96024" y="258042"/>
                  </a:cubicBezTo>
                  <a:cubicBezTo>
                    <a:pt x="89866" y="261346"/>
                    <a:pt x="94372" y="273059"/>
                    <a:pt x="88514" y="276963"/>
                  </a:cubicBezTo>
                  <a:cubicBezTo>
                    <a:pt x="86637" y="278067"/>
                    <a:pt x="84534" y="278660"/>
                    <a:pt x="82356" y="278690"/>
                  </a:cubicBezTo>
                  <a:cubicBezTo>
                    <a:pt x="74846" y="279291"/>
                    <a:pt x="65533" y="279291"/>
                    <a:pt x="61103" y="273059"/>
                  </a:cubicBezTo>
                  <a:cubicBezTo>
                    <a:pt x="60126" y="271144"/>
                    <a:pt x="58849" y="269395"/>
                    <a:pt x="57348" y="267878"/>
                  </a:cubicBezTo>
                  <a:cubicBezTo>
                    <a:pt x="54043" y="265400"/>
                    <a:pt x="49387" y="267428"/>
                    <a:pt x="45481" y="268854"/>
                  </a:cubicBezTo>
                  <a:cubicBezTo>
                    <a:pt x="36770" y="271993"/>
                    <a:pt x="27157" y="271505"/>
                    <a:pt x="18746" y="267503"/>
                  </a:cubicBezTo>
                  <a:cubicBezTo>
                    <a:pt x="15367" y="265851"/>
                    <a:pt x="11837" y="262622"/>
                    <a:pt x="12888" y="258943"/>
                  </a:cubicBezTo>
                  <a:cubicBezTo>
                    <a:pt x="13940" y="255264"/>
                    <a:pt x="17319" y="254588"/>
                    <a:pt x="19347" y="252035"/>
                  </a:cubicBezTo>
                  <a:cubicBezTo>
                    <a:pt x="23703" y="246479"/>
                    <a:pt x="18446" y="238445"/>
                    <a:pt x="12813" y="234165"/>
                  </a:cubicBezTo>
                  <a:cubicBezTo>
                    <a:pt x="7181" y="229885"/>
                    <a:pt x="46" y="225380"/>
                    <a:pt x="-29" y="218322"/>
                  </a:cubicBezTo>
                  <a:cubicBezTo>
                    <a:pt x="-104" y="211265"/>
                    <a:pt x="7481" y="206384"/>
                    <a:pt x="12738" y="201353"/>
                  </a:cubicBezTo>
                  <a:cubicBezTo>
                    <a:pt x="22652" y="191585"/>
                    <a:pt x="26106" y="176988"/>
                    <a:pt x="21600" y="163811"/>
                  </a:cubicBezTo>
                  <a:cubicBezTo>
                    <a:pt x="19122" y="159381"/>
                    <a:pt x="17920" y="154320"/>
                    <a:pt x="18295" y="149245"/>
                  </a:cubicBezTo>
                  <a:cubicBezTo>
                    <a:pt x="20248" y="140835"/>
                    <a:pt x="31363" y="139033"/>
                    <a:pt x="37971" y="133477"/>
                  </a:cubicBezTo>
                  <a:cubicBezTo>
                    <a:pt x="43229" y="128236"/>
                    <a:pt x="46608" y="121433"/>
                    <a:pt x="47584" y="114105"/>
                  </a:cubicBezTo>
                  <a:cubicBezTo>
                    <a:pt x="51264" y="98713"/>
                    <a:pt x="53292" y="82990"/>
                    <a:pt x="53818" y="67177"/>
                  </a:cubicBezTo>
                  <a:cubicBezTo>
                    <a:pt x="53593" y="59887"/>
                    <a:pt x="54268" y="52588"/>
                    <a:pt x="55920" y="45478"/>
                  </a:cubicBezTo>
                  <a:cubicBezTo>
                    <a:pt x="59751" y="34696"/>
                    <a:pt x="66886" y="25363"/>
                    <a:pt x="76198" y="18748"/>
                  </a:cubicBezTo>
                  <a:cubicBezTo>
                    <a:pt x="90392" y="7035"/>
                    <a:pt x="108040" y="420"/>
                    <a:pt x="126439" y="-23"/>
                  </a:cubicBezTo>
                  <a:cubicBezTo>
                    <a:pt x="156705" y="-481"/>
                    <a:pt x="181638" y="23688"/>
                    <a:pt x="182089" y="53955"/>
                  </a:cubicBezTo>
                  <a:cubicBezTo>
                    <a:pt x="182089" y="56140"/>
                    <a:pt x="182013" y="58325"/>
                    <a:pt x="181788" y="60495"/>
                  </a:cubicBezTo>
                  <a:close/>
                </a:path>
              </a:pathLst>
            </a:custGeom>
            <a:solidFill>
              <a:srgbClr val="E8D9A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609" name="Group 1608">
            <a:extLst>
              <a:ext uri="{FF2B5EF4-FFF2-40B4-BE49-F238E27FC236}">
                <a16:creationId xmlns:a16="http://schemas.microsoft.com/office/drawing/2014/main" id="{EAC2E903-E522-10BF-7FA8-C3CC8FD98945}"/>
              </a:ext>
            </a:extLst>
          </p:cNvPr>
          <p:cNvGrpSpPr/>
          <p:nvPr userDrawn="1"/>
        </p:nvGrpSpPr>
        <p:grpSpPr>
          <a:xfrm>
            <a:off x="9186091" y="4059015"/>
            <a:ext cx="263261" cy="836260"/>
            <a:chOff x="11842435" y="3772641"/>
            <a:chExt cx="263261" cy="836260"/>
          </a:xfrm>
        </p:grpSpPr>
        <p:sp>
          <p:nvSpPr>
            <p:cNvPr id="1610" name="Content Placeholder 4">
              <a:extLst>
                <a:ext uri="{FF2B5EF4-FFF2-40B4-BE49-F238E27FC236}">
                  <a16:creationId xmlns:a16="http://schemas.microsoft.com/office/drawing/2014/main" id="{592640B7-C3A2-8FED-50C4-507067060162}"/>
                </a:ext>
              </a:extLst>
            </p:cNvPr>
            <p:cNvSpPr/>
            <p:nvPr/>
          </p:nvSpPr>
          <p:spPr>
            <a:xfrm>
              <a:off x="11890905" y="4579010"/>
              <a:ext cx="185313" cy="29891"/>
            </a:xfrm>
            <a:custGeom>
              <a:avLst/>
              <a:gdLst>
                <a:gd name="connsiteX0" fmla="*/ 75265 w 185313"/>
                <a:gd name="connsiteY0" fmla="*/ 29862 h 29891"/>
                <a:gd name="connsiteX1" fmla="*/ 176575 w 185313"/>
                <a:gd name="connsiteY1" fmla="*/ 19951 h 29891"/>
                <a:gd name="connsiteX2" fmla="*/ 182809 w 185313"/>
                <a:gd name="connsiteY2" fmla="*/ 17023 h 29891"/>
                <a:gd name="connsiteX3" fmla="*/ 185137 w 185313"/>
                <a:gd name="connsiteY3" fmla="*/ 10866 h 29891"/>
                <a:gd name="connsiteX4" fmla="*/ 175524 w 185313"/>
                <a:gd name="connsiteY4" fmla="*/ 6136 h 29891"/>
                <a:gd name="connsiteX5" fmla="*/ 16538 w 185313"/>
                <a:gd name="connsiteY5" fmla="*/ 6136 h 29891"/>
                <a:gd name="connsiteX6" fmla="*/ 3770 w 185313"/>
                <a:gd name="connsiteY6" fmla="*/ 12067 h 29891"/>
                <a:gd name="connsiteX7" fmla="*/ 2268 w 185313"/>
                <a:gd name="connsiteY7" fmla="*/ 25808 h 29891"/>
                <a:gd name="connsiteX8" fmla="*/ 24798 w 185313"/>
                <a:gd name="connsiteY8" fmla="*/ 28361 h 29891"/>
                <a:gd name="connsiteX9" fmla="*/ 75265 w 185313"/>
                <a:gd name="connsiteY9" fmla="*/ 29862 h 29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313" h="29891">
                  <a:moveTo>
                    <a:pt x="75265" y="29862"/>
                  </a:moveTo>
                  <a:cubicBezTo>
                    <a:pt x="109361" y="29862"/>
                    <a:pt x="143982" y="29862"/>
                    <a:pt x="176575" y="19951"/>
                  </a:cubicBezTo>
                  <a:cubicBezTo>
                    <a:pt x="178828" y="19426"/>
                    <a:pt x="180931" y="18427"/>
                    <a:pt x="182809" y="17023"/>
                  </a:cubicBezTo>
                  <a:cubicBezTo>
                    <a:pt x="184762" y="15604"/>
                    <a:pt x="185663" y="13194"/>
                    <a:pt x="185137" y="10866"/>
                  </a:cubicBezTo>
                  <a:cubicBezTo>
                    <a:pt x="184085" y="7187"/>
                    <a:pt x="179354" y="6361"/>
                    <a:pt x="175524" y="6136"/>
                  </a:cubicBezTo>
                  <a:cubicBezTo>
                    <a:pt x="122353" y="3658"/>
                    <a:pt x="68206" y="-6403"/>
                    <a:pt x="16538" y="6136"/>
                  </a:cubicBezTo>
                  <a:cubicBezTo>
                    <a:pt x="11806" y="6984"/>
                    <a:pt x="7450" y="9027"/>
                    <a:pt x="3770" y="12067"/>
                  </a:cubicBezTo>
                  <a:cubicBezTo>
                    <a:pt x="391" y="15296"/>
                    <a:pt x="-2012" y="22354"/>
                    <a:pt x="2268" y="25808"/>
                  </a:cubicBezTo>
                  <a:cubicBezTo>
                    <a:pt x="6549" y="29262"/>
                    <a:pt x="19542" y="27985"/>
                    <a:pt x="24798" y="28361"/>
                  </a:cubicBezTo>
                  <a:cubicBezTo>
                    <a:pt x="41696" y="29637"/>
                    <a:pt x="58518" y="29788"/>
                    <a:pt x="75265" y="29862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1" name="Content Placeholder 4">
              <a:extLst>
                <a:ext uri="{FF2B5EF4-FFF2-40B4-BE49-F238E27FC236}">
                  <a16:creationId xmlns:a16="http://schemas.microsoft.com/office/drawing/2014/main" id="{40EE9B0F-7093-F6F1-5CC9-2AB12A38AC72}"/>
                </a:ext>
              </a:extLst>
            </p:cNvPr>
            <p:cNvSpPr/>
            <p:nvPr/>
          </p:nvSpPr>
          <p:spPr>
            <a:xfrm>
              <a:off x="11885760" y="4209030"/>
              <a:ext cx="145910" cy="395258"/>
            </a:xfrm>
            <a:custGeom>
              <a:avLst/>
              <a:gdLst>
                <a:gd name="connsiteX0" fmla="*/ 144020 w 145910"/>
                <a:gd name="connsiteY0" fmla="*/ 38085 h 395258"/>
                <a:gd name="connsiteX1" fmla="*/ 144846 w 145910"/>
                <a:gd name="connsiteY1" fmla="*/ 31628 h 395258"/>
                <a:gd name="connsiteX2" fmla="*/ 141692 w 145910"/>
                <a:gd name="connsiteY2" fmla="*/ 9102 h 395258"/>
                <a:gd name="connsiteX3" fmla="*/ 118110 w 145910"/>
                <a:gd name="connsiteY3" fmla="*/ 7901 h 395258"/>
                <a:gd name="connsiteX4" fmla="*/ 99035 w 145910"/>
                <a:gd name="connsiteY4" fmla="*/ 3396 h 395258"/>
                <a:gd name="connsiteX5" fmla="*/ 56979 w 145910"/>
                <a:gd name="connsiteY5" fmla="*/ 1519 h 395258"/>
                <a:gd name="connsiteX6" fmla="*/ 23485 w 145910"/>
                <a:gd name="connsiteY6" fmla="*/ 6099 h 395258"/>
                <a:gd name="connsiteX7" fmla="*/ 11919 w 145910"/>
                <a:gd name="connsiteY7" fmla="*/ 8577 h 395258"/>
                <a:gd name="connsiteX8" fmla="*/ 1180 w 145910"/>
                <a:gd name="connsiteY8" fmla="*/ 26672 h 395258"/>
                <a:gd name="connsiteX9" fmla="*/ 5611 w 145910"/>
                <a:gd name="connsiteY9" fmla="*/ 62412 h 395258"/>
                <a:gd name="connsiteX10" fmla="*/ 8915 w 145910"/>
                <a:gd name="connsiteY10" fmla="*/ 131565 h 395258"/>
                <a:gd name="connsiteX11" fmla="*/ 15074 w 145910"/>
                <a:gd name="connsiteY11" fmla="*/ 196588 h 395258"/>
                <a:gd name="connsiteX12" fmla="*/ 28741 w 145910"/>
                <a:gd name="connsiteY12" fmla="*/ 355767 h 395258"/>
                <a:gd name="connsiteX13" fmla="*/ 19054 w 145910"/>
                <a:gd name="connsiteY13" fmla="*/ 367556 h 395258"/>
                <a:gd name="connsiteX14" fmla="*/ 11544 w 145910"/>
                <a:gd name="connsiteY14" fmla="*/ 389180 h 395258"/>
                <a:gd name="connsiteX15" fmla="*/ 35801 w 145910"/>
                <a:gd name="connsiteY15" fmla="*/ 382648 h 395258"/>
                <a:gd name="connsiteX16" fmla="*/ 45639 w 145910"/>
                <a:gd name="connsiteY16" fmla="*/ 376040 h 395258"/>
                <a:gd name="connsiteX17" fmla="*/ 59758 w 145910"/>
                <a:gd name="connsiteY17" fmla="*/ 294574 h 395258"/>
                <a:gd name="connsiteX18" fmla="*/ 63213 w 145910"/>
                <a:gd name="connsiteY18" fmla="*/ 187278 h 395258"/>
                <a:gd name="connsiteX19" fmla="*/ 70347 w 145910"/>
                <a:gd name="connsiteY19" fmla="*/ 101982 h 395258"/>
                <a:gd name="connsiteX20" fmla="*/ 79434 w 145910"/>
                <a:gd name="connsiteY20" fmla="*/ 222117 h 395258"/>
                <a:gd name="connsiteX21" fmla="*/ 80485 w 145910"/>
                <a:gd name="connsiteY21" fmla="*/ 312669 h 395258"/>
                <a:gd name="connsiteX22" fmla="*/ 93628 w 145910"/>
                <a:gd name="connsiteY22" fmla="*/ 380846 h 395258"/>
                <a:gd name="connsiteX23" fmla="*/ 103391 w 145910"/>
                <a:gd name="connsiteY23" fmla="*/ 387453 h 395258"/>
                <a:gd name="connsiteX24" fmla="*/ 127723 w 145910"/>
                <a:gd name="connsiteY24" fmla="*/ 393986 h 395258"/>
                <a:gd name="connsiteX25" fmla="*/ 120213 w 145910"/>
                <a:gd name="connsiteY25" fmla="*/ 372361 h 395258"/>
                <a:gd name="connsiteX26" fmla="*/ 110525 w 145910"/>
                <a:gd name="connsiteY26" fmla="*/ 360648 h 395258"/>
                <a:gd name="connsiteX27" fmla="*/ 113154 w 145910"/>
                <a:gd name="connsiteY27" fmla="*/ 334444 h 395258"/>
                <a:gd name="connsiteX28" fmla="*/ 115783 w 145910"/>
                <a:gd name="connsiteY28" fmla="*/ 305085 h 395258"/>
                <a:gd name="connsiteX29" fmla="*/ 120964 w 145910"/>
                <a:gd name="connsiteY29" fmla="*/ 237509 h 395258"/>
                <a:gd name="connsiteX30" fmla="*/ 144020 w 145910"/>
                <a:gd name="connsiteY30" fmla="*/ 38085 h 395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45910" h="395258">
                  <a:moveTo>
                    <a:pt x="144020" y="38085"/>
                  </a:moveTo>
                  <a:cubicBezTo>
                    <a:pt x="144020" y="35907"/>
                    <a:pt x="144546" y="33805"/>
                    <a:pt x="144846" y="31628"/>
                  </a:cubicBezTo>
                  <a:cubicBezTo>
                    <a:pt x="146949" y="24006"/>
                    <a:pt x="145823" y="15860"/>
                    <a:pt x="141692" y="9102"/>
                  </a:cubicBezTo>
                  <a:cubicBezTo>
                    <a:pt x="140040" y="7075"/>
                    <a:pt x="121490" y="8201"/>
                    <a:pt x="118110" y="7901"/>
                  </a:cubicBezTo>
                  <a:cubicBezTo>
                    <a:pt x="111652" y="7030"/>
                    <a:pt x="105193" y="5521"/>
                    <a:pt x="99035" y="3396"/>
                  </a:cubicBezTo>
                  <a:cubicBezTo>
                    <a:pt x="85367" y="-411"/>
                    <a:pt x="70947" y="-1057"/>
                    <a:pt x="56979" y="1519"/>
                  </a:cubicBezTo>
                  <a:cubicBezTo>
                    <a:pt x="45864" y="3613"/>
                    <a:pt x="34750" y="5138"/>
                    <a:pt x="23485" y="6099"/>
                  </a:cubicBezTo>
                  <a:cubicBezTo>
                    <a:pt x="19579" y="6579"/>
                    <a:pt x="15674" y="7405"/>
                    <a:pt x="11919" y="8577"/>
                  </a:cubicBezTo>
                  <a:cubicBezTo>
                    <a:pt x="-1824" y="12406"/>
                    <a:pt x="-923" y="12706"/>
                    <a:pt x="1180" y="26672"/>
                  </a:cubicBezTo>
                  <a:cubicBezTo>
                    <a:pt x="2983" y="38535"/>
                    <a:pt x="4484" y="50474"/>
                    <a:pt x="5611" y="62412"/>
                  </a:cubicBezTo>
                  <a:cubicBezTo>
                    <a:pt x="7864" y="84937"/>
                    <a:pt x="5611" y="108964"/>
                    <a:pt x="8915" y="131565"/>
                  </a:cubicBezTo>
                  <a:cubicBezTo>
                    <a:pt x="12220" y="154166"/>
                    <a:pt x="13497" y="174739"/>
                    <a:pt x="15074" y="196588"/>
                  </a:cubicBezTo>
                  <a:cubicBezTo>
                    <a:pt x="19054" y="249673"/>
                    <a:pt x="23184" y="302758"/>
                    <a:pt x="28741" y="355767"/>
                  </a:cubicBezTo>
                  <a:cubicBezTo>
                    <a:pt x="25212" y="359424"/>
                    <a:pt x="21982" y="363366"/>
                    <a:pt x="19054" y="367556"/>
                  </a:cubicBezTo>
                  <a:cubicBezTo>
                    <a:pt x="13872" y="373548"/>
                    <a:pt x="11243" y="381281"/>
                    <a:pt x="11544" y="389180"/>
                  </a:cubicBezTo>
                  <a:cubicBezTo>
                    <a:pt x="19579" y="392784"/>
                    <a:pt x="28366" y="387603"/>
                    <a:pt x="35801" y="382648"/>
                  </a:cubicBezTo>
                  <a:lnTo>
                    <a:pt x="45639" y="376040"/>
                  </a:lnTo>
                  <a:cubicBezTo>
                    <a:pt x="68169" y="361023"/>
                    <a:pt x="58856" y="321754"/>
                    <a:pt x="59758" y="294574"/>
                  </a:cubicBezTo>
                  <a:cubicBezTo>
                    <a:pt x="60884" y="258736"/>
                    <a:pt x="62011" y="222965"/>
                    <a:pt x="63213" y="187278"/>
                  </a:cubicBezTo>
                  <a:cubicBezTo>
                    <a:pt x="63213" y="179769"/>
                    <a:pt x="59908" y="101531"/>
                    <a:pt x="70347" y="101982"/>
                  </a:cubicBezTo>
                  <a:cubicBezTo>
                    <a:pt x="76430" y="101982"/>
                    <a:pt x="79059" y="210779"/>
                    <a:pt x="79434" y="222117"/>
                  </a:cubicBezTo>
                  <a:cubicBezTo>
                    <a:pt x="80485" y="252151"/>
                    <a:pt x="80786" y="282185"/>
                    <a:pt x="80485" y="312669"/>
                  </a:cubicBezTo>
                  <a:cubicBezTo>
                    <a:pt x="80485" y="338423"/>
                    <a:pt x="71773" y="366204"/>
                    <a:pt x="93628" y="380846"/>
                  </a:cubicBezTo>
                  <a:lnTo>
                    <a:pt x="103391" y="387453"/>
                  </a:lnTo>
                  <a:cubicBezTo>
                    <a:pt x="110901" y="392484"/>
                    <a:pt x="119687" y="397665"/>
                    <a:pt x="127723" y="393986"/>
                  </a:cubicBezTo>
                  <a:cubicBezTo>
                    <a:pt x="128024" y="386094"/>
                    <a:pt x="125320" y="378376"/>
                    <a:pt x="120213" y="372361"/>
                  </a:cubicBezTo>
                  <a:cubicBezTo>
                    <a:pt x="117360" y="368164"/>
                    <a:pt x="114130" y="364245"/>
                    <a:pt x="110525" y="360648"/>
                  </a:cubicBezTo>
                  <a:cubicBezTo>
                    <a:pt x="108873" y="358996"/>
                    <a:pt x="112854" y="337597"/>
                    <a:pt x="113154" y="334444"/>
                  </a:cubicBezTo>
                  <a:cubicBezTo>
                    <a:pt x="114055" y="324683"/>
                    <a:pt x="114956" y="314846"/>
                    <a:pt x="115783" y="305085"/>
                  </a:cubicBezTo>
                  <a:cubicBezTo>
                    <a:pt x="117735" y="282560"/>
                    <a:pt x="119387" y="260035"/>
                    <a:pt x="120964" y="237509"/>
                  </a:cubicBezTo>
                  <a:cubicBezTo>
                    <a:pt x="125020" y="171060"/>
                    <a:pt x="135158" y="104535"/>
                    <a:pt x="144020" y="38085"/>
                  </a:cubicBezTo>
                  <a:close/>
                </a:path>
              </a:pathLst>
            </a:custGeom>
            <a:solidFill>
              <a:srgbClr val="99999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2" name="Content Placeholder 4">
              <a:extLst>
                <a:ext uri="{FF2B5EF4-FFF2-40B4-BE49-F238E27FC236}">
                  <a16:creationId xmlns:a16="http://schemas.microsoft.com/office/drawing/2014/main" id="{01B73C00-8F58-FE70-88F6-AF23D29DBC83}"/>
                </a:ext>
              </a:extLst>
            </p:cNvPr>
            <p:cNvSpPr/>
            <p:nvPr/>
          </p:nvSpPr>
          <p:spPr>
            <a:xfrm>
              <a:off x="11921828" y="3813382"/>
              <a:ext cx="81784" cy="105118"/>
            </a:xfrm>
            <a:custGeom>
              <a:avLst/>
              <a:gdLst>
                <a:gd name="connsiteX0" fmla="*/ 43592 w 81784"/>
                <a:gd name="connsiteY0" fmla="*/ 105089 h 105118"/>
                <a:gd name="connsiteX1" fmla="*/ 63569 w 81784"/>
                <a:gd name="connsiteY1" fmla="*/ 95102 h 105118"/>
                <a:gd name="connsiteX2" fmla="*/ 80841 w 81784"/>
                <a:gd name="connsiteY2" fmla="*/ 14086 h 105118"/>
                <a:gd name="connsiteX3" fmla="*/ 78664 w 81784"/>
                <a:gd name="connsiteY3" fmla="*/ 5376 h 105118"/>
                <a:gd name="connsiteX4" fmla="*/ 66272 w 81784"/>
                <a:gd name="connsiteY4" fmla="*/ -30 h 105118"/>
                <a:gd name="connsiteX5" fmla="*/ 7093 w 81784"/>
                <a:gd name="connsiteY5" fmla="*/ 1847 h 105118"/>
                <a:gd name="connsiteX6" fmla="*/ 2287 w 81784"/>
                <a:gd name="connsiteY6" fmla="*/ 3124 h 105118"/>
                <a:gd name="connsiteX7" fmla="*/ 33 w 81784"/>
                <a:gd name="connsiteY7" fmla="*/ 7854 h 105118"/>
                <a:gd name="connsiteX8" fmla="*/ 1235 w 81784"/>
                <a:gd name="connsiteY8" fmla="*/ 32933 h 105118"/>
                <a:gd name="connsiteX9" fmla="*/ 2962 w 81784"/>
                <a:gd name="connsiteY9" fmla="*/ 58611 h 105118"/>
                <a:gd name="connsiteX10" fmla="*/ 27671 w 81784"/>
                <a:gd name="connsiteY10" fmla="*/ 99683 h 105118"/>
                <a:gd name="connsiteX11" fmla="*/ 43592 w 81784"/>
                <a:gd name="connsiteY11" fmla="*/ 105089 h 105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1784" h="105118">
                  <a:moveTo>
                    <a:pt x="43592" y="105089"/>
                  </a:moveTo>
                  <a:cubicBezTo>
                    <a:pt x="51327" y="104601"/>
                    <a:pt x="58537" y="100997"/>
                    <a:pt x="63569" y="95102"/>
                  </a:cubicBezTo>
                  <a:cubicBezTo>
                    <a:pt x="83395" y="74604"/>
                    <a:pt x="82794" y="42543"/>
                    <a:pt x="80841" y="14086"/>
                  </a:cubicBezTo>
                  <a:cubicBezTo>
                    <a:pt x="80916" y="11045"/>
                    <a:pt x="80165" y="8034"/>
                    <a:pt x="78664" y="5376"/>
                  </a:cubicBezTo>
                  <a:cubicBezTo>
                    <a:pt x="75434" y="1923"/>
                    <a:pt x="71003" y="-37"/>
                    <a:pt x="66272" y="-30"/>
                  </a:cubicBezTo>
                  <a:cubicBezTo>
                    <a:pt x="46521" y="-30"/>
                    <a:pt x="26995" y="871"/>
                    <a:pt x="7093" y="1847"/>
                  </a:cubicBezTo>
                  <a:cubicBezTo>
                    <a:pt x="5366" y="1772"/>
                    <a:pt x="3714" y="2215"/>
                    <a:pt x="2287" y="3124"/>
                  </a:cubicBezTo>
                  <a:cubicBezTo>
                    <a:pt x="935" y="4355"/>
                    <a:pt x="184" y="6045"/>
                    <a:pt x="33" y="7854"/>
                  </a:cubicBezTo>
                  <a:cubicBezTo>
                    <a:pt x="-191" y="16234"/>
                    <a:pt x="184" y="24613"/>
                    <a:pt x="1235" y="32933"/>
                  </a:cubicBezTo>
                  <a:cubicBezTo>
                    <a:pt x="1010" y="41530"/>
                    <a:pt x="1536" y="50127"/>
                    <a:pt x="2962" y="58611"/>
                  </a:cubicBezTo>
                  <a:cubicBezTo>
                    <a:pt x="5065" y="75152"/>
                    <a:pt x="14077" y="90049"/>
                    <a:pt x="27671" y="99683"/>
                  </a:cubicBezTo>
                  <a:cubicBezTo>
                    <a:pt x="32327" y="103001"/>
                    <a:pt x="37884" y="104879"/>
                    <a:pt x="43592" y="105089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3" name="Content Placeholder 4">
              <a:extLst>
                <a:ext uri="{FF2B5EF4-FFF2-40B4-BE49-F238E27FC236}">
                  <a16:creationId xmlns:a16="http://schemas.microsoft.com/office/drawing/2014/main" id="{7A2DA4EC-428A-85FE-5324-5E2B30552781}"/>
                </a:ext>
              </a:extLst>
            </p:cNvPr>
            <p:cNvSpPr/>
            <p:nvPr/>
          </p:nvSpPr>
          <p:spPr>
            <a:xfrm>
              <a:off x="12037389" y="4000368"/>
              <a:ext cx="68307" cy="42119"/>
            </a:xfrm>
            <a:custGeom>
              <a:avLst/>
              <a:gdLst>
                <a:gd name="connsiteX0" fmla="*/ 9890 w 68307"/>
                <a:gd name="connsiteY0" fmla="*/ 19166 h 42119"/>
                <a:gd name="connsiteX1" fmla="*/ 14395 w 68307"/>
                <a:gd name="connsiteY1" fmla="*/ 18415 h 42119"/>
                <a:gd name="connsiteX2" fmla="*/ 18451 w 68307"/>
                <a:gd name="connsiteY2" fmla="*/ 16162 h 42119"/>
                <a:gd name="connsiteX3" fmla="*/ 59230 w 68307"/>
                <a:gd name="connsiteY3" fmla="*/ 19 h 42119"/>
                <a:gd name="connsiteX4" fmla="*/ 64337 w 68307"/>
                <a:gd name="connsiteY4" fmla="*/ 770 h 42119"/>
                <a:gd name="connsiteX5" fmla="*/ 68092 w 68307"/>
                <a:gd name="connsiteY5" fmla="*/ 6026 h 42119"/>
                <a:gd name="connsiteX6" fmla="*/ 62985 w 68307"/>
                <a:gd name="connsiteY6" fmla="*/ 19616 h 42119"/>
                <a:gd name="connsiteX7" fmla="*/ 49692 w 68307"/>
                <a:gd name="connsiteY7" fmla="*/ 27124 h 42119"/>
                <a:gd name="connsiteX8" fmla="*/ 23482 w 68307"/>
                <a:gd name="connsiteY8" fmla="*/ 37711 h 42119"/>
                <a:gd name="connsiteX9" fmla="*/ 2455 w 68307"/>
                <a:gd name="connsiteY9" fmla="*/ 41991 h 42119"/>
                <a:gd name="connsiteX10" fmla="*/ 201 w 68307"/>
                <a:gd name="connsiteY10" fmla="*/ 28476 h 42119"/>
                <a:gd name="connsiteX11" fmla="*/ 9890 w 68307"/>
                <a:gd name="connsiteY11" fmla="*/ 19166 h 4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8307" h="42119">
                  <a:moveTo>
                    <a:pt x="9890" y="19166"/>
                  </a:moveTo>
                  <a:cubicBezTo>
                    <a:pt x="11391" y="19166"/>
                    <a:pt x="12894" y="19166"/>
                    <a:pt x="14395" y="18415"/>
                  </a:cubicBezTo>
                  <a:cubicBezTo>
                    <a:pt x="15897" y="17889"/>
                    <a:pt x="17249" y="17131"/>
                    <a:pt x="18451" y="16162"/>
                  </a:cubicBezTo>
                  <a:cubicBezTo>
                    <a:pt x="30241" y="6972"/>
                    <a:pt x="44360" y="1363"/>
                    <a:pt x="59230" y="19"/>
                  </a:cubicBezTo>
                  <a:cubicBezTo>
                    <a:pt x="60957" y="-146"/>
                    <a:pt x="62685" y="109"/>
                    <a:pt x="64337" y="770"/>
                  </a:cubicBezTo>
                  <a:cubicBezTo>
                    <a:pt x="66290" y="1866"/>
                    <a:pt x="67716" y="3796"/>
                    <a:pt x="68092" y="6026"/>
                  </a:cubicBezTo>
                  <a:cubicBezTo>
                    <a:pt x="68918" y="11139"/>
                    <a:pt x="66965" y="16320"/>
                    <a:pt x="62985" y="19616"/>
                  </a:cubicBezTo>
                  <a:cubicBezTo>
                    <a:pt x="59005" y="22890"/>
                    <a:pt x="54498" y="25428"/>
                    <a:pt x="49692" y="27124"/>
                  </a:cubicBezTo>
                  <a:lnTo>
                    <a:pt x="23482" y="37711"/>
                  </a:lnTo>
                  <a:cubicBezTo>
                    <a:pt x="17024" y="41023"/>
                    <a:pt x="9739" y="42502"/>
                    <a:pt x="2455" y="41991"/>
                  </a:cubicBezTo>
                  <a:cubicBezTo>
                    <a:pt x="352" y="37832"/>
                    <a:pt x="-474" y="33109"/>
                    <a:pt x="201" y="28476"/>
                  </a:cubicBezTo>
                  <a:cubicBezTo>
                    <a:pt x="1403" y="23768"/>
                    <a:pt x="5158" y="20149"/>
                    <a:pt x="9890" y="19166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4" name="Content Placeholder 4">
              <a:extLst>
                <a:ext uri="{FF2B5EF4-FFF2-40B4-BE49-F238E27FC236}">
                  <a16:creationId xmlns:a16="http://schemas.microsoft.com/office/drawing/2014/main" id="{93F509FD-225E-5BC4-7693-B5A14BD52523}"/>
                </a:ext>
              </a:extLst>
            </p:cNvPr>
            <p:cNvSpPr/>
            <p:nvPr/>
          </p:nvSpPr>
          <p:spPr>
            <a:xfrm>
              <a:off x="11864259" y="3912418"/>
              <a:ext cx="209783" cy="335471"/>
            </a:xfrm>
            <a:custGeom>
              <a:avLst/>
              <a:gdLst>
                <a:gd name="connsiteX0" fmla="*/ 176860 w 209783"/>
                <a:gd name="connsiteY0" fmla="*/ 143532 h 335471"/>
                <a:gd name="connsiteX1" fmla="*/ 209754 w 209783"/>
                <a:gd name="connsiteY1" fmla="*/ 134146 h 335471"/>
                <a:gd name="connsiteX2" fmla="*/ 193833 w 209783"/>
                <a:gd name="connsiteY2" fmla="*/ 92625 h 335471"/>
                <a:gd name="connsiteX3" fmla="*/ 175884 w 209783"/>
                <a:gd name="connsiteY3" fmla="*/ 100509 h 335471"/>
                <a:gd name="connsiteX4" fmla="*/ 175434 w 209783"/>
                <a:gd name="connsiteY4" fmla="*/ 87369 h 335471"/>
                <a:gd name="connsiteX5" fmla="*/ 165671 w 209783"/>
                <a:gd name="connsiteY5" fmla="*/ 28352 h 335471"/>
                <a:gd name="connsiteX6" fmla="*/ 145620 w 209783"/>
                <a:gd name="connsiteY6" fmla="*/ -30 h 335471"/>
                <a:gd name="connsiteX7" fmla="*/ 66389 w 209783"/>
                <a:gd name="connsiteY7" fmla="*/ -30 h 335471"/>
                <a:gd name="connsiteX8" fmla="*/ 44610 w 209783"/>
                <a:gd name="connsiteY8" fmla="*/ 14987 h 335471"/>
                <a:gd name="connsiteX9" fmla="*/ 15021 w 209783"/>
                <a:gd name="connsiteY9" fmla="*/ 141730 h 335471"/>
                <a:gd name="connsiteX10" fmla="*/ 11716 w 209783"/>
                <a:gd name="connsiteY10" fmla="*/ 324636 h 335471"/>
                <a:gd name="connsiteX11" fmla="*/ 188501 w 209783"/>
                <a:gd name="connsiteY11" fmla="*/ 319455 h 335471"/>
                <a:gd name="connsiteX12" fmla="*/ 176860 w 209783"/>
                <a:gd name="connsiteY12" fmla="*/ 143532 h 335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9783" h="335471">
                  <a:moveTo>
                    <a:pt x="176860" y="143532"/>
                  </a:moveTo>
                  <a:cubicBezTo>
                    <a:pt x="187750" y="140153"/>
                    <a:pt x="198715" y="137000"/>
                    <a:pt x="209754" y="134146"/>
                  </a:cubicBezTo>
                  <a:cubicBezTo>
                    <a:pt x="204422" y="120331"/>
                    <a:pt x="199166" y="106515"/>
                    <a:pt x="193833" y="92625"/>
                  </a:cubicBezTo>
                  <a:lnTo>
                    <a:pt x="175884" y="100509"/>
                  </a:lnTo>
                  <a:cubicBezTo>
                    <a:pt x="175884" y="96078"/>
                    <a:pt x="175884" y="91648"/>
                    <a:pt x="175434" y="87369"/>
                  </a:cubicBezTo>
                  <a:cubicBezTo>
                    <a:pt x="175735" y="67269"/>
                    <a:pt x="172430" y="47289"/>
                    <a:pt x="165671" y="28352"/>
                  </a:cubicBezTo>
                  <a:cubicBezTo>
                    <a:pt x="162216" y="16984"/>
                    <a:pt x="155157" y="7028"/>
                    <a:pt x="145620" y="-30"/>
                  </a:cubicBezTo>
                  <a:cubicBezTo>
                    <a:pt x="127671" y="9881"/>
                    <a:pt x="81709" y="13561"/>
                    <a:pt x="66389" y="-30"/>
                  </a:cubicBezTo>
                  <a:cubicBezTo>
                    <a:pt x="53772" y="7028"/>
                    <a:pt x="54223" y="-30"/>
                    <a:pt x="44610" y="14987"/>
                  </a:cubicBezTo>
                  <a:cubicBezTo>
                    <a:pt x="21404" y="51178"/>
                    <a:pt x="18625" y="114324"/>
                    <a:pt x="15021" y="141730"/>
                  </a:cubicBezTo>
                  <a:cubicBezTo>
                    <a:pt x="9838" y="181450"/>
                    <a:pt x="-14043" y="291899"/>
                    <a:pt x="11716" y="324636"/>
                  </a:cubicBezTo>
                  <a:cubicBezTo>
                    <a:pt x="24933" y="341304"/>
                    <a:pt x="126845" y="338001"/>
                    <a:pt x="188501" y="319455"/>
                  </a:cubicBezTo>
                  <a:cubicBezTo>
                    <a:pt x="185272" y="247073"/>
                    <a:pt x="177912" y="226725"/>
                    <a:pt x="176860" y="143532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5" name="Content Placeholder 4">
              <a:extLst>
                <a:ext uri="{FF2B5EF4-FFF2-40B4-BE49-F238E27FC236}">
                  <a16:creationId xmlns:a16="http://schemas.microsoft.com/office/drawing/2014/main" id="{BD314578-3ECD-9DD0-D825-E841987A9276}"/>
                </a:ext>
              </a:extLst>
            </p:cNvPr>
            <p:cNvSpPr/>
            <p:nvPr/>
          </p:nvSpPr>
          <p:spPr>
            <a:xfrm>
              <a:off x="11879191" y="3939627"/>
              <a:ext cx="147989" cy="104827"/>
            </a:xfrm>
            <a:custGeom>
              <a:avLst/>
              <a:gdLst>
                <a:gd name="connsiteX0" fmla="*/ 96818 w 147989"/>
                <a:gd name="connsiteY0" fmla="*/ 1969 h 104827"/>
                <a:gd name="connsiteX1" fmla="*/ 7599 w 147989"/>
                <a:gd name="connsiteY1" fmla="*/ 1969 h 104827"/>
                <a:gd name="connsiteX2" fmla="*/ 840 w 147989"/>
                <a:gd name="connsiteY2" fmla="*/ 9478 h 104827"/>
                <a:gd name="connsiteX3" fmla="*/ 1516 w 147989"/>
                <a:gd name="connsiteY3" fmla="*/ 97627 h 104827"/>
                <a:gd name="connsiteX4" fmla="*/ 9326 w 147989"/>
                <a:gd name="connsiteY4" fmla="*/ 104790 h 104827"/>
                <a:gd name="connsiteX5" fmla="*/ 9776 w 147989"/>
                <a:gd name="connsiteY5" fmla="*/ 104760 h 104827"/>
                <a:gd name="connsiteX6" fmla="*/ 140451 w 147989"/>
                <a:gd name="connsiteY6" fmla="*/ 101006 h 104827"/>
                <a:gd name="connsiteX7" fmla="*/ 147961 w 147989"/>
                <a:gd name="connsiteY7" fmla="*/ 93497 h 104827"/>
                <a:gd name="connsiteX8" fmla="*/ 145783 w 147989"/>
                <a:gd name="connsiteY8" fmla="*/ 11956 h 104827"/>
                <a:gd name="connsiteX9" fmla="*/ 138273 w 147989"/>
                <a:gd name="connsiteY9" fmla="*/ 4447 h 104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989" h="104827">
                  <a:moveTo>
                    <a:pt x="96818" y="1969"/>
                  </a:moveTo>
                  <a:cubicBezTo>
                    <a:pt x="67153" y="-696"/>
                    <a:pt x="37263" y="-696"/>
                    <a:pt x="7599" y="1969"/>
                  </a:cubicBezTo>
                  <a:cubicBezTo>
                    <a:pt x="3769" y="2360"/>
                    <a:pt x="840" y="5611"/>
                    <a:pt x="840" y="9478"/>
                  </a:cubicBezTo>
                  <a:cubicBezTo>
                    <a:pt x="-512" y="38851"/>
                    <a:pt x="-287" y="68277"/>
                    <a:pt x="1516" y="97627"/>
                  </a:cubicBezTo>
                  <a:cubicBezTo>
                    <a:pt x="1666" y="101772"/>
                    <a:pt x="5195" y="104978"/>
                    <a:pt x="9326" y="104790"/>
                  </a:cubicBezTo>
                  <a:cubicBezTo>
                    <a:pt x="9477" y="104783"/>
                    <a:pt x="9627" y="104775"/>
                    <a:pt x="9776" y="104760"/>
                  </a:cubicBezTo>
                  <a:cubicBezTo>
                    <a:pt x="52734" y="101156"/>
                    <a:pt x="97418" y="101006"/>
                    <a:pt x="140451" y="101006"/>
                  </a:cubicBezTo>
                  <a:cubicBezTo>
                    <a:pt x="144581" y="101006"/>
                    <a:pt x="147961" y="97642"/>
                    <a:pt x="147961" y="93497"/>
                  </a:cubicBezTo>
                  <a:cubicBezTo>
                    <a:pt x="147961" y="67218"/>
                    <a:pt x="146008" y="38235"/>
                    <a:pt x="145783" y="11956"/>
                  </a:cubicBezTo>
                  <a:cubicBezTo>
                    <a:pt x="145783" y="7811"/>
                    <a:pt x="142403" y="4447"/>
                    <a:pt x="138273" y="4447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6" name="Content Placeholder 4">
              <a:extLst>
                <a:ext uri="{FF2B5EF4-FFF2-40B4-BE49-F238E27FC236}">
                  <a16:creationId xmlns:a16="http://schemas.microsoft.com/office/drawing/2014/main" id="{13D8F80C-471F-C5B5-A8BE-0D61FC736542}"/>
                </a:ext>
              </a:extLst>
            </p:cNvPr>
            <p:cNvSpPr/>
            <p:nvPr/>
          </p:nvSpPr>
          <p:spPr>
            <a:xfrm>
              <a:off x="11866889" y="3893199"/>
              <a:ext cx="9223" cy="23001"/>
            </a:xfrm>
            <a:custGeom>
              <a:avLst/>
              <a:gdLst>
                <a:gd name="connsiteX0" fmla="*/ 9161 w 9223"/>
                <a:gd name="connsiteY0" fmla="*/ 20916 h 23001"/>
                <a:gd name="connsiteX1" fmla="*/ 4580 w 9223"/>
                <a:gd name="connsiteY1" fmla="*/ 1619 h 23001"/>
                <a:gd name="connsiteX2" fmla="*/ 1576 w 9223"/>
                <a:gd name="connsiteY2" fmla="*/ 80 h 23001"/>
                <a:gd name="connsiteX3" fmla="*/ 75 w 9223"/>
                <a:gd name="connsiteY3" fmla="*/ 3046 h 23001"/>
                <a:gd name="connsiteX4" fmla="*/ 6083 w 9223"/>
                <a:gd name="connsiteY4" fmla="*/ 21817 h 23001"/>
                <a:gd name="connsiteX5" fmla="*/ 9161 w 9223"/>
                <a:gd name="connsiteY5" fmla="*/ 20916 h 23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223" h="23001">
                  <a:moveTo>
                    <a:pt x="9161" y="20916"/>
                  </a:moveTo>
                  <a:cubicBezTo>
                    <a:pt x="8110" y="14376"/>
                    <a:pt x="6608" y="7926"/>
                    <a:pt x="4580" y="1619"/>
                  </a:cubicBezTo>
                  <a:cubicBezTo>
                    <a:pt x="4206" y="373"/>
                    <a:pt x="2853" y="-310"/>
                    <a:pt x="1576" y="80"/>
                  </a:cubicBezTo>
                  <a:cubicBezTo>
                    <a:pt x="375" y="470"/>
                    <a:pt x="-301" y="1799"/>
                    <a:pt x="75" y="3046"/>
                  </a:cubicBezTo>
                  <a:cubicBezTo>
                    <a:pt x="2027" y="9353"/>
                    <a:pt x="4430" y="15435"/>
                    <a:pt x="6083" y="21817"/>
                  </a:cubicBezTo>
                  <a:cubicBezTo>
                    <a:pt x="6533" y="23919"/>
                    <a:pt x="9537" y="22868"/>
                    <a:pt x="9161" y="20916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7" name="Content Placeholder 4">
              <a:extLst>
                <a:ext uri="{FF2B5EF4-FFF2-40B4-BE49-F238E27FC236}">
                  <a16:creationId xmlns:a16="http://schemas.microsoft.com/office/drawing/2014/main" id="{6E775CBF-FE3C-7E35-CA4B-8561D12C6DDF}"/>
                </a:ext>
              </a:extLst>
            </p:cNvPr>
            <p:cNvSpPr/>
            <p:nvPr/>
          </p:nvSpPr>
          <p:spPr>
            <a:xfrm>
              <a:off x="11848917" y="3914596"/>
              <a:ext cx="18879" cy="8528"/>
            </a:xfrm>
            <a:custGeom>
              <a:avLst/>
              <a:gdLst>
                <a:gd name="connsiteX0" fmla="*/ 17971 w 18879"/>
                <a:gd name="connsiteY0" fmla="*/ 5076 h 8528"/>
                <a:gd name="connsiteX1" fmla="*/ 2951 w 18879"/>
                <a:gd name="connsiteY1" fmla="*/ -30 h 8528"/>
                <a:gd name="connsiteX2" fmla="*/ 1824 w 18879"/>
                <a:gd name="connsiteY2" fmla="*/ 4776 h 8528"/>
                <a:gd name="connsiteX3" fmla="*/ 16844 w 18879"/>
                <a:gd name="connsiteY3" fmla="*/ 8455 h 8528"/>
                <a:gd name="connsiteX4" fmla="*/ 17971 w 18879"/>
                <a:gd name="connsiteY4" fmla="*/ 5076 h 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879" h="8528">
                  <a:moveTo>
                    <a:pt x="17971" y="5076"/>
                  </a:moveTo>
                  <a:cubicBezTo>
                    <a:pt x="13390" y="2373"/>
                    <a:pt x="8283" y="638"/>
                    <a:pt x="2951" y="-30"/>
                  </a:cubicBezTo>
                  <a:cubicBezTo>
                    <a:pt x="-128" y="-30"/>
                    <a:pt x="-1329" y="4250"/>
                    <a:pt x="1824" y="4776"/>
                  </a:cubicBezTo>
                  <a:cubicBezTo>
                    <a:pt x="6932" y="5534"/>
                    <a:pt x="11963" y="6765"/>
                    <a:pt x="16844" y="8455"/>
                  </a:cubicBezTo>
                  <a:cubicBezTo>
                    <a:pt x="18647" y="8905"/>
                    <a:pt x="19698" y="5752"/>
                    <a:pt x="17971" y="5076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8" name="Content Placeholder 4">
              <a:extLst>
                <a:ext uri="{FF2B5EF4-FFF2-40B4-BE49-F238E27FC236}">
                  <a16:creationId xmlns:a16="http://schemas.microsoft.com/office/drawing/2014/main" id="{0A908946-779C-8F05-35D3-6E3C158DB5D5}"/>
                </a:ext>
              </a:extLst>
            </p:cNvPr>
            <p:cNvSpPr/>
            <p:nvPr/>
          </p:nvSpPr>
          <p:spPr>
            <a:xfrm>
              <a:off x="11842435" y="3930654"/>
              <a:ext cx="25302" cy="7006"/>
            </a:xfrm>
            <a:custGeom>
              <a:avLst/>
              <a:gdLst>
                <a:gd name="connsiteX0" fmla="*/ 23778 w 25302"/>
                <a:gd name="connsiteY0" fmla="*/ -20 h 7006"/>
                <a:gd name="connsiteX1" fmla="*/ 2224 w 25302"/>
                <a:gd name="connsiteY1" fmla="*/ 2158 h 7006"/>
                <a:gd name="connsiteX2" fmla="*/ 2224 w 25302"/>
                <a:gd name="connsiteY2" fmla="*/ 6963 h 7006"/>
                <a:gd name="connsiteX3" fmla="*/ 24228 w 25302"/>
                <a:gd name="connsiteY3" fmla="*/ 3284 h 7006"/>
                <a:gd name="connsiteX4" fmla="*/ 25129 w 25302"/>
                <a:gd name="connsiteY4" fmla="*/ 1024 h 7006"/>
                <a:gd name="connsiteX5" fmla="*/ 23778 w 25302"/>
                <a:gd name="connsiteY5" fmla="*/ -20 h 7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02" h="7006">
                  <a:moveTo>
                    <a:pt x="23778" y="-20"/>
                  </a:moveTo>
                  <a:cubicBezTo>
                    <a:pt x="16567" y="-125"/>
                    <a:pt x="9283" y="611"/>
                    <a:pt x="2224" y="2158"/>
                  </a:cubicBezTo>
                  <a:cubicBezTo>
                    <a:pt x="-780" y="2608"/>
                    <a:pt x="-780" y="7263"/>
                    <a:pt x="2224" y="6963"/>
                  </a:cubicBezTo>
                  <a:cubicBezTo>
                    <a:pt x="9659" y="6610"/>
                    <a:pt x="17094" y="5379"/>
                    <a:pt x="24228" y="3284"/>
                  </a:cubicBezTo>
                  <a:cubicBezTo>
                    <a:pt x="25129" y="2916"/>
                    <a:pt x="25505" y="1902"/>
                    <a:pt x="25129" y="1024"/>
                  </a:cubicBezTo>
                  <a:cubicBezTo>
                    <a:pt x="24904" y="453"/>
                    <a:pt x="24378" y="63"/>
                    <a:pt x="23778" y="-20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9" name="Content Placeholder 4">
              <a:extLst>
                <a:ext uri="{FF2B5EF4-FFF2-40B4-BE49-F238E27FC236}">
                  <a16:creationId xmlns:a16="http://schemas.microsoft.com/office/drawing/2014/main" id="{DA340555-F682-BF1B-2492-A46BF7331DB8}"/>
                </a:ext>
              </a:extLst>
            </p:cNvPr>
            <p:cNvSpPr/>
            <p:nvPr/>
          </p:nvSpPr>
          <p:spPr>
            <a:xfrm>
              <a:off x="11867968" y="3995138"/>
              <a:ext cx="52624" cy="68495"/>
            </a:xfrm>
            <a:custGeom>
              <a:avLst/>
              <a:gdLst>
                <a:gd name="connsiteX0" fmla="*/ 22427 w 52624"/>
                <a:gd name="connsiteY0" fmla="*/ 61112 h 68495"/>
                <a:gd name="connsiteX1" fmla="*/ 7407 w 52624"/>
                <a:gd name="connsiteY1" fmla="*/ 67944 h 68495"/>
                <a:gd name="connsiteX2" fmla="*/ 2976 w 52624"/>
                <a:gd name="connsiteY2" fmla="*/ 64416 h 68495"/>
                <a:gd name="connsiteX3" fmla="*/ 2075 w 52624"/>
                <a:gd name="connsiteY3" fmla="*/ 43692 h 68495"/>
                <a:gd name="connsiteX4" fmla="*/ 22276 w 52624"/>
                <a:gd name="connsiteY4" fmla="*/ 13658 h 68495"/>
                <a:gd name="connsiteX5" fmla="*/ 47210 w 52624"/>
                <a:gd name="connsiteY5" fmla="*/ 443 h 68495"/>
                <a:gd name="connsiteX6" fmla="*/ 51791 w 52624"/>
                <a:gd name="connsiteY6" fmla="*/ 3597 h 68495"/>
                <a:gd name="connsiteX7" fmla="*/ 52467 w 52624"/>
                <a:gd name="connsiteY7" fmla="*/ 8778 h 68495"/>
                <a:gd name="connsiteX8" fmla="*/ 22427 w 52624"/>
                <a:gd name="connsiteY8" fmla="*/ 61112 h 68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2624" h="68495">
                  <a:moveTo>
                    <a:pt x="22427" y="61112"/>
                  </a:moveTo>
                  <a:cubicBezTo>
                    <a:pt x="18371" y="65392"/>
                    <a:pt x="12814" y="70047"/>
                    <a:pt x="7407" y="67944"/>
                  </a:cubicBezTo>
                  <a:cubicBezTo>
                    <a:pt x="5604" y="67261"/>
                    <a:pt x="4028" y="66030"/>
                    <a:pt x="2976" y="64416"/>
                  </a:cubicBezTo>
                  <a:cubicBezTo>
                    <a:pt x="-704" y="58063"/>
                    <a:pt x="-1004" y="50337"/>
                    <a:pt x="2075" y="43692"/>
                  </a:cubicBezTo>
                  <a:cubicBezTo>
                    <a:pt x="6956" y="32550"/>
                    <a:pt x="13790" y="22376"/>
                    <a:pt x="22276" y="13658"/>
                  </a:cubicBezTo>
                  <a:cubicBezTo>
                    <a:pt x="28810" y="6150"/>
                    <a:pt x="37296" y="-2109"/>
                    <a:pt x="47210" y="443"/>
                  </a:cubicBezTo>
                  <a:cubicBezTo>
                    <a:pt x="49088" y="871"/>
                    <a:pt x="50740" y="1998"/>
                    <a:pt x="51791" y="3597"/>
                  </a:cubicBezTo>
                  <a:cubicBezTo>
                    <a:pt x="52542" y="5219"/>
                    <a:pt x="52767" y="7021"/>
                    <a:pt x="52467" y="8778"/>
                  </a:cubicBezTo>
                  <a:cubicBezTo>
                    <a:pt x="50664" y="29651"/>
                    <a:pt x="36470" y="46245"/>
                    <a:pt x="22427" y="61112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0" name="Content Placeholder 4">
              <a:extLst>
                <a:ext uri="{FF2B5EF4-FFF2-40B4-BE49-F238E27FC236}">
                  <a16:creationId xmlns:a16="http://schemas.microsoft.com/office/drawing/2014/main" id="{06845317-6BC2-F2F5-0195-E86051A7F8A6}"/>
                </a:ext>
              </a:extLst>
            </p:cNvPr>
            <p:cNvSpPr/>
            <p:nvPr/>
          </p:nvSpPr>
          <p:spPr>
            <a:xfrm>
              <a:off x="11851867" y="4016410"/>
              <a:ext cx="49596" cy="64882"/>
            </a:xfrm>
            <a:custGeom>
              <a:avLst/>
              <a:gdLst>
                <a:gd name="connsiteX0" fmla="*/ 1279 w 49596"/>
                <a:gd name="connsiteY0" fmla="*/ 62816 h 64882"/>
                <a:gd name="connsiteX1" fmla="*/ 302 w 49596"/>
                <a:gd name="connsiteY1" fmla="*/ 55308 h 64882"/>
                <a:gd name="connsiteX2" fmla="*/ 22832 w 49596"/>
                <a:gd name="connsiteY2" fmla="*/ -30 h 64882"/>
                <a:gd name="connsiteX3" fmla="*/ 49567 w 49596"/>
                <a:gd name="connsiteY3" fmla="*/ 31656 h 64882"/>
                <a:gd name="connsiteX4" fmla="*/ 22306 w 49596"/>
                <a:gd name="connsiteY4" fmla="*/ 59362 h 64882"/>
                <a:gd name="connsiteX5" fmla="*/ 9389 w 49596"/>
                <a:gd name="connsiteY5" fmla="*/ 64243 h 64882"/>
                <a:gd name="connsiteX6" fmla="*/ 1279 w 49596"/>
                <a:gd name="connsiteY6" fmla="*/ 62816 h 6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596" h="64882">
                  <a:moveTo>
                    <a:pt x="1279" y="62816"/>
                  </a:moveTo>
                  <a:cubicBezTo>
                    <a:pt x="1" y="60541"/>
                    <a:pt x="-374" y="57838"/>
                    <a:pt x="302" y="55308"/>
                  </a:cubicBezTo>
                  <a:cubicBezTo>
                    <a:pt x="2630" y="35155"/>
                    <a:pt x="10440" y="16023"/>
                    <a:pt x="22832" y="-30"/>
                  </a:cubicBezTo>
                  <a:cubicBezTo>
                    <a:pt x="30567" y="11496"/>
                    <a:pt x="39504" y="22128"/>
                    <a:pt x="49567" y="31656"/>
                  </a:cubicBezTo>
                  <a:cubicBezTo>
                    <a:pt x="38528" y="43144"/>
                    <a:pt x="32444" y="49151"/>
                    <a:pt x="22306" y="59362"/>
                  </a:cubicBezTo>
                  <a:cubicBezTo>
                    <a:pt x="18251" y="61562"/>
                    <a:pt x="13895" y="63206"/>
                    <a:pt x="9389" y="64243"/>
                  </a:cubicBezTo>
                  <a:cubicBezTo>
                    <a:pt x="6610" y="65421"/>
                    <a:pt x="3456" y="64866"/>
                    <a:pt x="1279" y="62816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1" name="Content Placeholder 4">
              <a:extLst>
                <a:ext uri="{FF2B5EF4-FFF2-40B4-BE49-F238E27FC236}">
                  <a16:creationId xmlns:a16="http://schemas.microsoft.com/office/drawing/2014/main" id="{83138956-5C2C-ACA8-4F62-7AC99ADABE46}"/>
                </a:ext>
              </a:extLst>
            </p:cNvPr>
            <p:cNvSpPr/>
            <p:nvPr/>
          </p:nvSpPr>
          <p:spPr>
            <a:xfrm>
              <a:off x="11908633" y="3774817"/>
              <a:ext cx="56104" cy="102161"/>
            </a:xfrm>
            <a:custGeom>
              <a:avLst/>
              <a:gdLst>
                <a:gd name="connsiteX0" fmla="*/ 40040 w 56104"/>
                <a:gd name="connsiteY0" fmla="*/ 41914 h 102161"/>
                <a:gd name="connsiteX1" fmla="*/ 29075 w 56104"/>
                <a:gd name="connsiteY1" fmla="*/ 50173 h 102161"/>
                <a:gd name="connsiteX2" fmla="*/ 21565 w 56104"/>
                <a:gd name="connsiteY2" fmla="*/ 81408 h 102161"/>
                <a:gd name="connsiteX3" fmla="*/ 11877 w 56104"/>
                <a:gd name="connsiteY3" fmla="*/ 102132 h 102161"/>
                <a:gd name="connsiteX4" fmla="*/ 6170 w 56104"/>
                <a:gd name="connsiteY4" fmla="*/ 87791 h 102161"/>
                <a:gd name="connsiteX5" fmla="*/ 462 w 56104"/>
                <a:gd name="connsiteY5" fmla="*/ 42740 h 102161"/>
                <a:gd name="connsiteX6" fmla="*/ 24043 w 56104"/>
                <a:gd name="connsiteY6" fmla="*/ 3921 h 102161"/>
                <a:gd name="connsiteX7" fmla="*/ 39063 w 56104"/>
                <a:gd name="connsiteY7" fmla="*/ 167 h 102161"/>
                <a:gd name="connsiteX8" fmla="*/ 52356 w 56104"/>
                <a:gd name="connsiteY8" fmla="*/ 14734 h 102161"/>
                <a:gd name="connsiteX9" fmla="*/ 55735 w 56104"/>
                <a:gd name="connsiteY9" fmla="*/ 37859 h 102161"/>
                <a:gd name="connsiteX10" fmla="*/ 50778 w 56104"/>
                <a:gd name="connsiteY10" fmla="*/ 45368 h 102161"/>
                <a:gd name="connsiteX11" fmla="*/ 40040 w 56104"/>
                <a:gd name="connsiteY11" fmla="*/ 41914 h 102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104" h="102161">
                  <a:moveTo>
                    <a:pt x="40040" y="41914"/>
                  </a:moveTo>
                  <a:cubicBezTo>
                    <a:pt x="35459" y="43130"/>
                    <a:pt x="31478" y="46096"/>
                    <a:pt x="29075" y="50173"/>
                  </a:cubicBezTo>
                  <a:cubicBezTo>
                    <a:pt x="23217" y="59409"/>
                    <a:pt x="24119" y="70897"/>
                    <a:pt x="21565" y="81408"/>
                  </a:cubicBezTo>
                  <a:cubicBezTo>
                    <a:pt x="19913" y="88940"/>
                    <a:pt x="16609" y="96012"/>
                    <a:pt x="11877" y="102132"/>
                  </a:cubicBezTo>
                  <a:cubicBezTo>
                    <a:pt x="9549" y="97537"/>
                    <a:pt x="7596" y="92739"/>
                    <a:pt x="6170" y="87791"/>
                  </a:cubicBezTo>
                  <a:cubicBezTo>
                    <a:pt x="913" y="73382"/>
                    <a:pt x="-1040" y="57997"/>
                    <a:pt x="462" y="42740"/>
                  </a:cubicBezTo>
                  <a:cubicBezTo>
                    <a:pt x="2264" y="26987"/>
                    <a:pt x="10901" y="12811"/>
                    <a:pt x="24043" y="3921"/>
                  </a:cubicBezTo>
                  <a:cubicBezTo>
                    <a:pt x="28399" y="775"/>
                    <a:pt x="33732" y="-569"/>
                    <a:pt x="39063" y="167"/>
                  </a:cubicBezTo>
                  <a:cubicBezTo>
                    <a:pt x="45597" y="2547"/>
                    <a:pt x="50554" y="7991"/>
                    <a:pt x="52356" y="14734"/>
                  </a:cubicBezTo>
                  <a:cubicBezTo>
                    <a:pt x="55585" y="21994"/>
                    <a:pt x="56712" y="29991"/>
                    <a:pt x="55735" y="37859"/>
                  </a:cubicBezTo>
                  <a:cubicBezTo>
                    <a:pt x="54985" y="41689"/>
                    <a:pt x="54459" y="45368"/>
                    <a:pt x="50778" y="45368"/>
                  </a:cubicBezTo>
                  <a:cubicBezTo>
                    <a:pt x="47099" y="45368"/>
                    <a:pt x="45221" y="40788"/>
                    <a:pt x="40040" y="41914"/>
                  </a:cubicBezTo>
                  <a:close/>
                </a:path>
              </a:pathLst>
            </a:custGeom>
            <a:solidFill>
              <a:srgbClr val="F4D78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2" name="Content Placeholder 4">
              <a:extLst>
                <a:ext uri="{FF2B5EF4-FFF2-40B4-BE49-F238E27FC236}">
                  <a16:creationId xmlns:a16="http://schemas.microsoft.com/office/drawing/2014/main" id="{8B03ABE8-5A78-874C-C87A-9C88FA2FC44F}"/>
                </a:ext>
              </a:extLst>
            </p:cNvPr>
            <p:cNvSpPr/>
            <p:nvPr/>
          </p:nvSpPr>
          <p:spPr>
            <a:xfrm>
              <a:off x="11952821" y="3772641"/>
              <a:ext cx="64916" cy="106238"/>
            </a:xfrm>
            <a:custGeom>
              <a:avLst/>
              <a:gdLst>
                <a:gd name="connsiteX0" fmla="*/ 41663 w 64916"/>
                <a:gd name="connsiteY0" fmla="*/ 96123 h 106238"/>
                <a:gd name="connsiteX1" fmla="*/ 37832 w 64916"/>
                <a:gd name="connsiteY1" fmla="*/ 80731 h 106238"/>
                <a:gd name="connsiteX2" fmla="*/ 30322 w 64916"/>
                <a:gd name="connsiteY2" fmla="*/ 60458 h 106238"/>
                <a:gd name="connsiteX3" fmla="*/ 22812 w 64916"/>
                <a:gd name="connsiteY3" fmla="*/ 51448 h 106238"/>
                <a:gd name="connsiteX4" fmla="*/ 11923 w 64916"/>
                <a:gd name="connsiteY4" fmla="*/ 48895 h 106238"/>
                <a:gd name="connsiteX5" fmla="*/ 8168 w 64916"/>
                <a:gd name="connsiteY5" fmla="*/ 49570 h 106238"/>
                <a:gd name="connsiteX6" fmla="*/ 4713 w 64916"/>
                <a:gd name="connsiteY6" fmla="*/ 46041 h 106238"/>
                <a:gd name="connsiteX7" fmla="*/ -18 w 64916"/>
                <a:gd name="connsiteY7" fmla="*/ 32977 h 106238"/>
                <a:gd name="connsiteX8" fmla="*/ 1033 w 64916"/>
                <a:gd name="connsiteY8" fmla="*/ 24492 h 106238"/>
                <a:gd name="connsiteX9" fmla="*/ 24389 w 64916"/>
                <a:gd name="connsiteY9" fmla="*/ 90 h 106238"/>
                <a:gd name="connsiteX10" fmla="*/ 50900 w 64916"/>
                <a:gd name="connsiteY10" fmla="*/ 11728 h 106238"/>
                <a:gd name="connsiteX11" fmla="*/ 62766 w 64916"/>
                <a:gd name="connsiteY11" fmla="*/ 39284 h 106238"/>
                <a:gd name="connsiteX12" fmla="*/ 64868 w 64916"/>
                <a:gd name="connsiteY12" fmla="*/ 56704 h 106238"/>
                <a:gd name="connsiteX13" fmla="*/ 55857 w 64916"/>
                <a:gd name="connsiteY13" fmla="*/ 89966 h 106238"/>
                <a:gd name="connsiteX14" fmla="*/ 52927 w 64916"/>
                <a:gd name="connsiteY14" fmla="*/ 105884 h 106238"/>
                <a:gd name="connsiteX15" fmla="*/ 41663 w 64916"/>
                <a:gd name="connsiteY15" fmla="*/ 96123 h 10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4916" h="106238">
                  <a:moveTo>
                    <a:pt x="41663" y="96123"/>
                  </a:moveTo>
                  <a:cubicBezTo>
                    <a:pt x="39860" y="91130"/>
                    <a:pt x="38583" y="85972"/>
                    <a:pt x="37832" y="80731"/>
                  </a:cubicBezTo>
                  <a:cubicBezTo>
                    <a:pt x="36331" y="73643"/>
                    <a:pt x="33777" y="66817"/>
                    <a:pt x="30322" y="60458"/>
                  </a:cubicBezTo>
                  <a:cubicBezTo>
                    <a:pt x="28445" y="56966"/>
                    <a:pt x="25892" y="53895"/>
                    <a:pt x="22812" y="51448"/>
                  </a:cubicBezTo>
                  <a:cubicBezTo>
                    <a:pt x="19733" y="48970"/>
                    <a:pt x="15753" y="48024"/>
                    <a:pt x="11923" y="48895"/>
                  </a:cubicBezTo>
                  <a:cubicBezTo>
                    <a:pt x="10721" y="49375"/>
                    <a:pt x="9444" y="49600"/>
                    <a:pt x="8168" y="49570"/>
                  </a:cubicBezTo>
                  <a:cubicBezTo>
                    <a:pt x="6516" y="49570"/>
                    <a:pt x="5465" y="47543"/>
                    <a:pt x="4713" y="46041"/>
                  </a:cubicBezTo>
                  <a:cubicBezTo>
                    <a:pt x="2235" y="42047"/>
                    <a:pt x="658" y="37610"/>
                    <a:pt x="-18" y="32977"/>
                  </a:cubicBezTo>
                  <a:cubicBezTo>
                    <a:pt x="-93" y="30109"/>
                    <a:pt x="207" y="27248"/>
                    <a:pt x="1033" y="24492"/>
                  </a:cubicBezTo>
                  <a:cubicBezTo>
                    <a:pt x="3587" y="12591"/>
                    <a:pt x="12599" y="3146"/>
                    <a:pt x="24389" y="90"/>
                  </a:cubicBezTo>
                  <a:cubicBezTo>
                    <a:pt x="34604" y="-826"/>
                    <a:pt x="44667" y="3566"/>
                    <a:pt x="50900" y="11728"/>
                  </a:cubicBezTo>
                  <a:cubicBezTo>
                    <a:pt x="56908" y="19867"/>
                    <a:pt x="61038" y="29298"/>
                    <a:pt x="62766" y="39284"/>
                  </a:cubicBezTo>
                  <a:cubicBezTo>
                    <a:pt x="64268" y="44960"/>
                    <a:pt x="65018" y="50825"/>
                    <a:pt x="64868" y="56704"/>
                  </a:cubicBezTo>
                  <a:cubicBezTo>
                    <a:pt x="63216" y="68109"/>
                    <a:pt x="60212" y="79281"/>
                    <a:pt x="55857" y="89966"/>
                  </a:cubicBezTo>
                  <a:cubicBezTo>
                    <a:pt x="55405" y="95350"/>
                    <a:pt x="54429" y="100681"/>
                    <a:pt x="52927" y="105884"/>
                  </a:cubicBezTo>
                  <a:cubicBezTo>
                    <a:pt x="49022" y="108061"/>
                    <a:pt x="42789" y="98676"/>
                    <a:pt x="41663" y="96123"/>
                  </a:cubicBezTo>
                  <a:close/>
                </a:path>
              </a:pathLst>
            </a:custGeom>
            <a:solidFill>
              <a:srgbClr val="F4D78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3" name="Content Placeholder 4">
              <a:extLst>
                <a:ext uri="{FF2B5EF4-FFF2-40B4-BE49-F238E27FC236}">
                  <a16:creationId xmlns:a16="http://schemas.microsoft.com/office/drawing/2014/main" id="{092AA8E5-F3BC-F1A4-3596-410D6792FDF1}"/>
                </a:ext>
              </a:extLst>
            </p:cNvPr>
            <p:cNvSpPr/>
            <p:nvPr/>
          </p:nvSpPr>
          <p:spPr>
            <a:xfrm>
              <a:off x="11939480" y="3984295"/>
              <a:ext cx="25899" cy="22464"/>
            </a:xfrm>
            <a:custGeom>
              <a:avLst/>
              <a:gdLst>
                <a:gd name="connsiteX0" fmla="*/ 25339 w 25899"/>
                <a:gd name="connsiteY0" fmla="*/ 1376 h 22464"/>
                <a:gd name="connsiteX1" fmla="*/ 24062 w 25899"/>
                <a:gd name="connsiteY1" fmla="*/ 24 h 22464"/>
                <a:gd name="connsiteX2" fmla="*/ 13098 w 25899"/>
                <a:gd name="connsiteY2" fmla="*/ 1676 h 22464"/>
                <a:gd name="connsiteX3" fmla="*/ 932 w 25899"/>
                <a:gd name="connsiteY3" fmla="*/ 5881 h 22464"/>
                <a:gd name="connsiteX4" fmla="*/ 932 w 25899"/>
                <a:gd name="connsiteY4" fmla="*/ 9260 h 22464"/>
                <a:gd name="connsiteX5" fmla="*/ 19931 w 25899"/>
                <a:gd name="connsiteY5" fmla="*/ 20072 h 22464"/>
                <a:gd name="connsiteX6" fmla="*/ 20758 w 25899"/>
                <a:gd name="connsiteY6" fmla="*/ 20072 h 22464"/>
                <a:gd name="connsiteX7" fmla="*/ 24513 w 25899"/>
                <a:gd name="connsiteY7" fmla="*/ 21048 h 22464"/>
                <a:gd name="connsiteX8" fmla="*/ 25339 w 25899"/>
                <a:gd name="connsiteY8" fmla="*/ 1376 h 22464"/>
                <a:gd name="connsiteX9" fmla="*/ 21809 w 25899"/>
                <a:gd name="connsiteY9" fmla="*/ 10686 h 22464"/>
                <a:gd name="connsiteX10" fmla="*/ 20983 w 25899"/>
                <a:gd name="connsiteY10" fmla="*/ 18195 h 22464"/>
                <a:gd name="connsiteX11" fmla="*/ 20983 w 25899"/>
                <a:gd name="connsiteY11" fmla="*/ 18195 h 22464"/>
                <a:gd name="connsiteX12" fmla="*/ 5963 w 25899"/>
                <a:gd name="connsiteY12" fmla="*/ 7983 h 22464"/>
                <a:gd name="connsiteX13" fmla="*/ 13473 w 25899"/>
                <a:gd name="connsiteY13" fmla="*/ 5505 h 22464"/>
                <a:gd name="connsiteX14" fmla="*/ 22034 w 25899"/>
                <a:gd name="connsiteY14" fmla="*/ 3628 h 22464"/>
                <a:gd name="connsiteX15" fmla="*/ 21809 w 25899"/>
                <a:gd name="connsiteY15" fmla="*/ 10461 h 2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899" h="22464">
                  <a:moveTo>
                    <a:pt x="25339" y="1376"/>
                  </a:moveTo>
                  <a:cubicBezTo>
                    <a:pt x="25189" y="738"/>
                    <a:pt x="24663" y="227"/>
                    <a:pt x="24062" y="24"/>
                  </a:cubicBezTo>
                  <a:cubicBezTo>
                    <a:pt x="20307" y="-216"/>
                    <a:pt x="16627" y="347"/>
                    <a:pt x="13098" y="1676"/>
                  </a:cubicBezTo>
                  <a:cubicBezTo>
                    <a:pt x="8967" y="2773"/>
                    <a:pt x="4911" y="4176"/>
                    <a:pt x="932" y="5881"/>
                  </a:cubicBezTo>
                  <a:cubicBezTo>
                    <a:pt x="-496" y="6482"/>
                    <a:pt x="-195" y="8584"/>
                    <a:pt x="932" y="9260"/>
                  </a:cubicBezTo>
                  <a:cubicBezTo>
                    <a:pt x="7014" y="13314"/>
                    <a:pt x="13473" y="16768"/>
                    <a:pt x="19931" y="20072"/>
                  </a:cubicBezTo>
                  <a:cubicBezTo>
                    <a:pt x="20232" y="20185"/>
                    <a:pt x="20458" y="20185"/>
                    <a:pt x="20758" y="20072"/>
                  </a:cubicBezTo>
                  <a:cubicBezTo>
                    <a:pt x="20758" y="22475"/>
                    <a:pt x="24137" y="23451"/>
                    <a:pt x="24513" y="21048"/>
                  </a:cubicBezTo>
                  <a:cubicBezTo>
                    <a:pt x="26015" y="14598"/>
                    <a:pt x="26240" y="7931"/>
                    <a:pt x="25339" y="1376"/>
                  </a:cubicBezTo>
                  <a:close/>
                  <a:moveTo>
                    <a:pt x="21809" y="10686"/>
                  </a:moveTo>
                  <a:cubicBezTo>
                    <a:pt x="21809" y="13239"/>
                    <a:pt x="21284" y="15792"/>
                    <a:pt x="20983" y="18195"/>
                  </a:cubicBezTo>
                  <a:lnTo>
                    <a:pt x="20983" y="18195"/>
                  </a:lnTo>
                  <a:cubicBezTo>
                    <a:pt x="15877" y="15041"/>
                    <a:pt x="10995" y="11512"/>
                    <a:pt x="5963" y="7983"/>
                  </a:cubicBezTo>
                  <a:cubicBezTo>
                    <a:pt x="8442" y="7082"/>
                    <a:pt x="10845" y="6181"/>
                    <a:pt x="13473" y="5505"/>
                  </a:cubicBezTo>
                  <a:cubicBezTo>
                    <a:pt x="16252" y="4552"/>
                    <a:pt x="19105" y="3929"/>
                    <a:pt x="22034" y="3628"/>
                  </a:cubicBezTo>
                  <a:cubicBezTo>
                    <a:pt x="22110" y="5911"/>
                    <a:pt x="22034" y="8194"/>
                    <a:pt x="21809" y="10461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624" name="Group 1623">
            <a:extLst>
              <a:ext uri="{FF2B5EF4-FFF2-40B4-BE49-F238E27FC236}">
                <a16:creationId xmlns:a16="http://schemas.microsoft.com/office/drawing/2014/main" id="{A6F05557-727B-B1FD-517B-0E97C98633FD}"/>
              </a:ext>
            </a:extLst>
          </p:cNvPr>
          <p:cNvGrpSpPr/>
          <p:nvPr userDrawn="1"/>
        </p:nvGrpSpPr>
        <p:grpSpPr>
          <a:xfrm>
            <a:off x="1846980" y="1937651"/>
            <a:ext cx="336820" cy="859543"/>
            <a:chOff x="11339617" y="1531508"/>
            <a:chExt cx="336820" cy="859543"/>
          </a:xfrm>
        </p:grpSpPr>
        <p:sp>
          <p:nvSpPr>
            <p:cNvPr id="1625" name="Content Placeholder 4">
              <a:extLst>
                <a:ext uri="{FF2B5EF4-FFF2-40B4-BE49-F238E27FC236}">
                  <a16:creationId xmlns:a16="http://schemas.microsoft.com/office/drawing/2014/main" id="{033A22E7-A9C1-066E-CAC1-5D15373118EE}"/>
                </a:ext>
              </a:extLst>
            </p:cNvPr>
            <p:cNvSpPr/>
            <p:nvPr/>
          </p:nvSpPr>
          <p:spPr>
            <a:xfrm>
              <a:off x="11339617" y="2362588"/>
              <a:ext cx="271421" cy="28463"/>
            </a:xfrm>
            <a:custGeom>
              <a:avLst/>
              <a:gdLst>
                <a:gd name="connsiteX0" fmla="*/ 212077 w 271421"/>
                <a:gd name="connsiteY0" fmla="*/ 28063 h 28463"/>
                <a:gd name="connsiteX1" fmla="*/ 160784 w 271421"/>
                <a:gd name="connsiteY1" fmla="*/ 28063 h 28463"/>
                <a:gd name="connsiteX2" fmla="*/ 17493 w 271421"/>
                <a:gd name="connsiteY2" fmla="*/ 26486 h 28463"/>
                <a:gd name="connsiteX3" fmla="*/ -5 w 271421"/>
                <a:gd name="connsiteY3" fmla="*/ 19953 h 28463"/>
                <a:gd name="connsiteX4" fmla="*/ 13513 w 271421"/>
                <a:gd name="connsiteY4" fmla="*/ 11094 h 28463"/>
                <a:gd name="connsiteX5" fmla="*/ 84182 w 271421"/>
                <a:gd name="connsiteY5" fmla="*/ 4186 h 28463"/>
                <a:gd name="connsiteX6" fmla="*/ 189322 w 271421"/>
                <a:gd name="connsiteY6" fmla="*/ 582 h 28463"/>
                <a:gd name="connsiteX7" fmla="*/ 253833 w 271421"/>
                <a:gd name="connsiteY7" fmla="*/ 4486 h 28463"/>
                <a:gd name="connsiteX8" fmla="*/ 263596 w 271421"/>
                <a:gd name="connsiteY8" fmla="*/ 24459 h 28463"/>
                <a:gd name="connsiteX9" fmla="*/ 243544 w 271421"/>
                <a:gd name="connsiteY9" fmla="*/ 25810 h 28463"/>
                <a:gd name="connsiteX10" fmla="*/ 212077 w 271421"/>
                <a:gd name="connsiteY10" fmla="*/ 28063 h 28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1421" h="28463">
                  <a:moveTo>
                    <a:pt x="212077" y="28063"/>
                  </a:moveTo>
                  <a:cubicBezTo>
                    <a:pt x="194954" y="28663"/>
                    <a:pt x="177831" y="28438"/>
                    <a:pt x="160784" y="28063"/>
                  </a:cubicBezTo>
                  <a:lnTo>
                    <a:pt x="17493" y="26486"/>
                  </a:lnTo>
                  <a:cubicBezTo>
                    <a:pt x="9983" y="26486"/>
                    <a:pt x="521" y="24984"/>
                    <a:pt x="-5" y="19953"/>
                  </a:cubicBezTo>
                  <a:cubicBezTo>
                    <a:pt x="-531" y="14923"/>
                    <a:pt x="7505" y="12445"/>
                    <a:pt x="13513" y="11094"/>
                  </a:cubicBezTo>
                  <a:cubicBezTo>
                    <a:pt x="36794" y="6746"/>
                    <a:pt x="60450" y="4434"/>
                    <a:pt x="84182" y="4186"/>
                  </a:cubicBezTo>
                  <a:cubicBezTo>
                    <a:pt x="119254" y="2737"/>
                    <a:pt x="154250" y="1535"/>
                    <a:pt x="189322" y="582"/>
                  </a:cubicBezTo>
                  <a:cubicBezTo>
                    <a:pt x="210876" y="-935"/>
                    <a:pt x="232580" y="371"/>
                    <a:pt x="253833" y="4486"/>
                  </a:cubicBezTo>
                  <a:cubicBezTo>
                    <a:pt x="264947" y="7189"/>
                    <a:pt x="281244" y="18677"/>
                    <a:pt x="263596" y="24459"/>
                  </a:cubicBezTo>
                  <a:cubicBezTo>
                    <a:pt x="256987" y="25480"/>
                    <a:pt x="250228" y="25930"/>
                    <a:pt x="243544" y="25810"/>
                  </a:cubicBezTo>
                  <a:cubicBezTo>
                    <a:pt x="232880" y="26936"/>
                    <a:pt x="222516" y="27687"/>
                    <a:pt x="212077" y="28063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6" name="Content Placeholder 4">
              <a:extLst>
                <a:ext uri="{FF2B5EF4-FFF2-40B4-BE49-F238E27FC236}">
                  <a16:creationId xmlns:a16="http://schemas.microsoft.com/office/drawing/2014/main" id="{2B8C3649-6812-3CEC-BFB1-93497C9AF8CA}"/>
                </a:ext>
              </a:extLst>
            </p:cNvPr>
            <p:cNvSpPr/>
            <p:nvPr/>
          </p:nvSpPr>
          <p:spPr>
            <a:xfrm>
              <a:off x="11460693" y="1556057"/>
              <a:ext cx="107177" cy="152269"/>
            </a:xfrm>
            <a:custGeom>
              <a:avLst/>
              <a:gdLst>
                <a:gd name="connsiteX0" fmla="*/ 79586 w 107177"/>
                <a:gd name="connsiteY0" fmla="*/ 25257 h 152269"/>
                <a:gd name="connsiteX1" fmla="*/ 107148 w 107177"/>
                <a:gd name="connsiteY1" fmla="*/ 144866 h 152269"/>
                <a:gd name="connsiteX2" fmla="*/ 14474 w 107177"/>
                <a:gd name="connsiteY2" fmla="*/ 148621 h 152269"/>
                <a:gd name="connsiteX3" fmla="*/ 6964 w 107177"/>
                <a:gd name="connsiteY3" fmla="*/ 145092 h 152269"/>
                <a:gd name="connsiteX4" fmla="*/ 3510 w 107177"/>
                <a:gd name="connsiteY4" fmla="*/ 135706 h 152269"/>
                <a:gd name="connsiteX5" fmla="*/ 1181 w 107177"/>
                <a:gd name="connsiteY5" fmla="*/ 54014 h 152269"/>
                <a:gd name="connsiteX6" fmla="*/ 4936 w 107177"/>
                <a:gd name="connsiteY6" fmla="*/ 35018 h 152269"/>
                <a:gd name="connsiteX7" fmla="*/ 15225 w 107177"/>
                <a:gd name="connsiteY7" fmla="*/ 20752 h 152269"/>
                <a:gd name="connsiteX8" fmla="*/ 79586 w 107177"/>
                <a:gd name="connsiteY8" fmla="*/ 25257 h 15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177" h="152269">
                  <a:moveTo>
                    <a:pt x="79586" y="25257"/>
                  </a:moveTo>
                  <a:cubicBezTo>
                    <a:pt x="82139" y="66366"/>
                    <a:pt x="91451" y="106776"/>
                    <a:pt x="107148" y="144866"/>
                  </a:cubicBezTo>
                  <a:cubicBezTo>
                    <a:pt x="76507" y="150498"/>
                    <a:pt x="44739" y="156129"/>
                    <a:pt x="14474" y="148621"/>
                  </a:cubicBezTo>
                  <a:cubicBezTo>
                    <a:pt x="11695" y="148170"/>
                    <a:pt x="9067" y="146946"/>
                    <a:pt x="6964" y="145092"/>
                  </a:cubicBezTo>
                  <a:cubicBezTo>
                    <a:pt x="4862" y="142419"/>
                    <a:pt x="3585" y="139130"/>
                    <a:pt x="3510" y="135706"/>
                  </a:cubicBezTo>
                  <a:cubicBezTo>
                    <a:pt x="-245" y="108638"/>
                    <a:pt x="-996" y="81247"/>
                    <a:pt x="1181" y="54014"/>
                  </a:cubicBezTo>
                  <a:cubicBezTo>
                    <a:pt x="1407" y="47519"/>
                    <a:pt x="2608" y="41100"/>
                    <a:pt x="4936" y="35018"/>
                  </a:cubicBezTo>
                  <a:cubicBezTo>
                    <a:pt x="7490" y="29672"/>
                    <a:pt x="10944" y="24836"/>
                    <a:pt x="15225" y="20752"/>
                  </a:cubicBezTo>
                  <a:cubicBezTo>
                    <a:pt x="34827" y="1004"/>
                    <a:pt x="77033" y="-15814"/>
                    <a:pt x="79586" y="25257"/>
                  </a:cubicBezTo>
                  <a:close/>
                </a:path>
              </a:pathLst>
            </a:custGeom>
            <a:solidFill>
              <a:srgbClr val="EDDD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7" name="Content Placeholder 4">
              <a:extLst>
                <a:ext uri="{FF2B5EF4-FFF2-40B4-BE49-F238E27FC236}">
                  <a16:creationId xmlns:a16="http://schemas.microsoft.com/office/drawing/2014/main" id="{7E1E6F46-1B5C-1D3B-9AB4-214FB8845B25}"/>
                </a:ext>
              </a:extLst>
            </p:cNvPr>
            <p:cNvSpPr/>
            <p:nvPr/>
          </p:nvSpPr>
          <p:spPr>
            <a:xfrm>
              <a:off x="11447707" y="1549136"/>
              <a:ext cx="86278" cy="112484"/>
            </a:xfrm>
            <a:custGeom>
              <a:avLst/>
              <a:gdLst>
                <a:gd name="connsiteX0" fmla="*/ 61856 w 86278"/>
                <a:gd name="connsiteY0" fmla="*/ 107037 h 112484"/>
                <a:gd name="connsiteX1" fmla="*/ 47662 w 86278"/>
                <a:gd name="connsiteY1" fmla="*/ 112443 h 112484"/>
                <a:gd name="connsiteX2" fmla="*/ 34595 w 86278"/>
                <a:gd name="connsiteY2" fmla="*/ 109515 h 112484"/>
                <a:gd name="connsiteX3" fmla="*/ 12065 w 86278"/>
                <a:gd name="connsiteY3" fmla="*/ 94498 h 112484"/>
                <a:gd name="connsiteX4" fmla="*/ 6807 w 86278"/>
                <a:gd name="connsiteY4" fmla="*/ 79481 h 112484"/>
                <a:gd name="connsiteX5" fmla="*/ 650 w 86278"/>
                <a:gd name="connsiteY5" fmla="*/ 38860 h 112484"/>
                <a:gd name="connsiteX6" fmla="*/ 2602 w 86278"/>
                <a:gd name="connsiteY6" fmla="*/ 18137 h 112484"/>
                <a:gd name="connsiteX7" fmla="*/ 32642 w 86278"/>
                <a:gd name="connsiteY7" fmla="*/ 2369 h 112484"/>
                <a:gd name="connsiteX8" fmla="*/ 67338 w 86278"/>
                <a:gd name="connsiteY8" fmla="*/ 2369 h 112484"/>
                <a:gd name="connsiteX9" fmla="*/ 79204 w 86278"/>
                <a:gd name="connsiteY9" fmla="*/ 26096 h 112484"/>
                <a:gd name="connsiteX10" fmla="*/ 85363 w 86278"/>
                <a:gd name="connsiteY10" fmla="*/ 65515 h 112484"/>
                <a:gd name="connsiteX11" fmla="*/ 83785 w 86278"/>
                <a:gd name="connsiteY11" fmla="*/ 88041 h 112484"/>
                <a:gd name="connsiteX12" fmla="*/ 61856 w 86278"/>
                <a:gd name="connsiteY12" fmla="*/ 107037 h 112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6278" h="112484">
                  <a:moveTo>
                    <a:pt x="61856" y="107037"/>
                  </a:moveTo>
                  <a:cubicBezTo>
                    <a:pt x="57500" y="109635"/>
                    <a:pt x="52693" y="111467"/>
                    <a:pt x="47662" y="112443"/>
                  </a:cubicBezTo>
                  <a:cubicBezTo>
                    <a:pt x="43156" y="112578"/>
                    <a:pt x="38650" y="111572"/>
                    <a:pt x="34595" y="109515"/>
                  </a:cubicBezTo>
                  <a:cubicBezTo>
                    <a:pt x="25733" y="106849"/>
                    <a:pt x="17922" y="101623"/>
                    <a:pt x="12065" y="94498"/>
                  </a:cubicBezTo>
                  <a:cubicBezTo>
                    <a:pt x="9436" y="89843"/>
                    <a:pt x="7633" y="84759"/>
                    <a:pt x="6807" y="79481"/>
                  </a:cubicBezTo>
                  <a:cubicBezTo>
                    <a:pt x="4104" y="66041"/>
                    <a:pt x="2001" y="52451"/>
                    <a:pt x="650" y="38860"/>
                  </a:cubicBezTo>
                  <a:cubicBezTo>
                    <a:pt x="-703" y="31907"/>
                    <a:pt x="-26" y="24722"/>
                    <a:pt x="2602" y="18137"/>
                  </a:cubicBezTo>
                  <a:cubicBezTo>
                    <a:pt x="8009" y="7625"/>
                    <a:pt x="21302" y="4396"/>
                    <a:pt x="32642" y="2369"/>
                  </a:cubicBezTo>
                  <a:cubicBezTo>
                    <a:pt x="43982" y="-829"/>
                    <a:pt x="55998" y="-829"/>
                    <a:pt x="67338" y="2369"/>
                  </a:cubicBezTo>
                  <a:cubicBezTo>
                    <a:pt x="78679" y="6874"/>
                    <a:pt x="77176" y="15584"/>
                    <a:pt x="79204" y="26096"/>
                  </a:cubicBezTo>
                  <a:cubicBezTo>
                    <a:pt x="81683" y="39161"/>
                    <a:pt x="83785" y="52300"/>
                    <a:pt x="85363" y="65515"/>
                  </a:cubicBezTo>
                  <a:cubicBezTo>
                    <a:pt x="86939" y="73024"/>
                    <a:pt x="86413" y="80825"/>
                    <a:pt x="83785" y="88041"/>
                  </a:cubicBezTo>
                  <a:cubicBezTo>
                    <a:pt x="78303" y="96202"/>
                    <a:pt x="70717" y="102757"/>
                    <a:pt x="61856" y="107037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8" name="Content Placeholder 4">
              <a:extLst>
                <a:ext uri="{FF2B5EF4-FFF2-40B4-BE49-F238E27FC236}">
                  <a16:creationId xmlns:a16="http://schemas.microsoft.com/office/drawing/2014/main" id="{03C139C5-E862-140F-64E1-B9DD5B1EA8F0}"/>
                </a:ext>
              </a:extLst>
            </p:cNvPr>
            <p:cNvSpPr/>
            <p:nvPr/>
          </p:nvSpPr>
          <p:spPr>
            <a:xfrm>
              <a:off x="11420524" y="1907436"/>
              <a:ext cx="147720" cy="417014"/>
            </a:xfrm>
            <a:custGeom>
              <a:avLst/>
              <a:gdLst>
                <a:gd name="connsiteX0" fmla="*/ 4477 w 147720"/>
                <a:gd name="connsiteY0" fmla="*/ 251879 h 417014"/>
                <a:gd name="connsiteX1" fmla="*/ 2073 w 147720"/>
                <a:gd name="connsiteY1" fmla="*/ 73553 h 417014"/>
                <a:gd name="connsiteX2" fmla="*/ 10334 w 147720"/>
                <a:gd name="connsiteY2" fmla="*/ 12660 h 417014"/>
                <a:gd name="connsiteX3" fmla="*/ 12137 w 147720"/>
                <a:gd name="connsiteY3" fmla="*/ 9356 h 417014"/>
                <a:gd name="connsiteX4" fmla="*/ 23327 w 147720"/>
                <a:gd name="connsiteY4" fmla="*/ 9356 h 417014"/>
                <a:gd name="connsiteX5" fmla="*/ 131996 w 147720"/>
                <a:gd name="connsiteY5" fmla="*/ -30 h 417014"/>
                <a:gd name="connsiteX6" fmla="*/ 141759 w 147720"/>
                <a:gd name="connsiteY6" fmla="*/ 32932 h 417014"/>
                <a:gd name="connsiteX7" fmla="*/ 147692 w 147720"/>
                <a:gd name="connsiteY7" fmla="*/ 88645 h 417014"/>
                <a:gd name="connsiteX8" fmla="*/ 147692 w 147720"/>
                <a:gd name="connsiteY8" fmla="*/ 88645 h 417014"/>
                <a:gd name="connsiteX9" fmla="*/ 147692 w 147720"/>
                <a:gd name="connsiteY9" fmla="*/ 100659 h 417014"/>
                <a:gd name="connsiteX10" fmla="*/ 139281 w 147720"/>
                <a:gd name="connsiteY10" fmla="*/ 169586 h 417014"/>
                <a:gd name="connsiteX11" fmla="*/ 134850 w 147720"/>
                <a:gd name="connsiteY11" fmla="*/ 214637 h 417014"/>
                <a:gd name="connsiteX12" fmla="*/ 133648 w 147720"/>
                <a:gd name="connsiteY12" fmla="*/ 250377 h 417014"/>
                <a:gd name="connsiteX13" fmla="*/ 123960 w 147720"/>
                <a:gd name="connsiteY13" fmla="*/ 343182 h 417014"/>
                <a:gd name="connsiteX14" fmla="*/ 117877 w 147720"/>
                <a:gd name="connsiteY14" fmla="*/ 407454 h 417014"/>
                <a:gd name="connsiteX15" fmla="*/ 117877 w 147720"/>
                <a:gd name="connsiteY15" fmla="*/ 411358 h 417014"/>
                <a:gd name="connsiteX16" fmla="*/ 91141 w 147720"/>
                <a:gd name="connsiteY16" fmla="*/ 411358 h 417014"/>
                <a:gd name="connsiteX17" fmla="*/ 82581 w 147720"/>
                <a:gd name="connsiteY17" fmla="*/ 254807 h 417014"/>
                <a:gd name="connsiteX18" fmla="*/ 76948 w 147720"/>
                <a:gd name="connsiteY18" fmla="*/ 112147 h 417014"/>
                <a:gd name="connsiteX19" fmla="*/ 68611 w 147720"/>
                <a:gd name="connsiteY19" fmla="*/ 113048 h 417014"/>
                <a:gd name="connsiteX20" fmla="*/ 22501 w 147720"/>
                <a:gd name="connsiteY20" fmla="*/ 394239 h 417014"/>
                <a:gd name="connsiteX21" fmla="*/ 14991 w 147720"/>
                <a:gd name="connsiteY21" fmla="*/ 414362 h 417014"/>
                <a:gd name="connsiteX22" fmla="*/ 2223 w 147720"/>
                <a:gd name="connsiteY22" fmla="*/ 414332 h 417014"/>
                <a:gd name="connsiteX23" fmla="*/ -29 w 147720"/>
                <a:gd name="connsiteY23" fmla="*/ 410457 h 417014"/>
                <a:gd name="connsiteX24" fmla="*/ 4477 w 147720"/>
                <a:gd name="connsiteY24" fmla="*/ 251879 h 417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47720" h="417014">
                  <a:moveTo>
                    <a:pt x="4477" y="251879"/>
                  </a:moveTo>
                  <a:cubicBezTo>
                    <a:pt x="7105" y="192937"/>
                    <a:pt x="1548" y="132870"/>
                    <a:pt x="2073" y="73553"/>
                  </a:cubicBezTo>
                  <a:cubicBezTo>
                    <a:pt x="271" y="52897"/>
                    <a:pt x="3124" y="32099"/>
                    <a:pt x="10334" y="12660"/>
                  </a:cubicBezTo>
                  <a:cubicBezTo>
                    <a:pt x="10710" y="11443"/>
                    <a:pt x="11310" y="10317"/>
                    <a:pt x="12137" y="9356"/>
                  </a:cubicBezTo>
                  <a:cubicBezTo>
                    <a:pt x="14916" y="6503"/>
                    <a:pt x="19647" y="8004"/>
                    <a:pt x="23327" y="9356"/>
                  </a:cubicBezTo>
                  <a:cubicBezTo>
                    <a:pt x="58924" y="23945"/>
                    <a:pt x="99403" y="20446"/>
                    <a:pt x="131996" y="-30"/>
                  </a:cubicBezTo>
                  <a:cubicBezTo>
                    <a:pt x="137629" y="10099"/>
                    <a:pt x="141008" y="21354"/>
                    <a:pt x="141759" y="32932"/>
                  </a:cubicBezTo>
                  <a:cubicBezTo>
                    <a:pt x="144237" y="51478"/>
                    <a:pt x="147016" y="70024"/>
                    <a:pt x="147692" y="88645"/>
                  </a:cubicBezTo>
                  <a:lnTo>
                    <a:pt x="147692" y="88645"/>
                  </a:lnTo>
                  <a:cubicBezTo>
                    <a:pt x="147692" y="92625"/>
                    <a:pt x="147692" y="96604"/>
                    <a:pt x="147692" y="100659"/>
                  </a:cubicBezTo>
                  <a:cubicBezTo>
                    <a:pt x="146416" y="123800"/>
                    <a:pt x="143636" y="146821"/>
                    <a:pt x="139281" y="169586"/>
                  </a:cubicBezTo>
                  <a:cubicBezTo>
                    <a:pt x="136727" y="184483"/>
                    <a:pt x="135300" y="199537"/>
                    <a:pt x="134850" y="214637"/>
                  </a:cubicBezTo>
                  <a:cubicBezTo>
                    <a:pt x="135751" y="226560"/>
                    <a:pt x="135375" y="238544"/>
                    <a:pt x="133648" y="250377"/>
                  </a:cubicBezTo>
                  <a:cubicBezTo>
                    <a:pt x="126889" y="280411"/>
                    <a:pt x="126814" y="312697"/>
                    <a:pt x="123960" y="343182"/>
                  </a:cubicBezTo>
                  <a:cubicBezTo>
                    <a:pt x="120881" y="375843"/>
                    <a:pt x="120355" y="374792"/>
                    <a:pt x="117877" y="407454"/>
                  </a:cubicBezTo>
                  <a:cubicBezTo>
                    <a:pt x="117877" y="408730"/>
                    <a:pt x="117877" y="410082"/>
                    <a:pt x="117877" y="411358"/>
                  </a:cubicBezTo>
                  <a:cubicBezTo>
                    <a:pt x="116225" y="411809"/>
                    <a:pt x="91141" y="417590"/>
                    <a:pt x="91141" y="411358"/>
                  </a:cubicBezTo>
                  <a:cubicBezTo>
                    <a:pt x="89189" y="347912"/>
                    <a:pt x="84608" y="318179"/>
                    <a:pt x="82581" y="254807"/>
                  </a:cubicBezTo>
                  <a:cubicBezTo>
                    <a:pt x="81754" y="228077"/>
                    <a:pt x="83706" y="137901"/>
                    <a:pt x="76948" y="112147"/>
                  </a:cubicBezTo>
                  <a:lnTo>
                    <a:pt x="68611" y="113048"/>
                  </a:lnTo>
                  <a:cubicBezTo>
                    <a:pt x="53591" y="196917"/>
                    <a:pt x="37745" y="310295"/>
                    <a:pt x="22501" y="394239"/>
                  </a:cubicBezTo>
                  <a:cubicBezTo>
                    <a:pt x="21975" y="401537"/>
                    <a:pt x="19421" y="408528"/>
                    <a:pt x="14991" y="414362"/>
                  </a:cubicBezTo>
                  <a:cubicBezTo>
                    <a:pt x="11460" y="417868"/>
                    <a:pt x="5753" y="417861"/>
                    <a:pt x="2223" y="414332"/>
                  </a:cubicBezTo>
                  <a:cubicBezTo>
                    <a:pt x="1172" y="413250"/>
                    <a:pt x="421" y="411921"/>
                    <a:pt x="-29" y="410457"/>
                  </a:cubicBezTo>
                  <a:cubicBezTo>
                    <a:pt x="3575" y="346485"/>
                    <a:pt x="1397" y="316076"/>
                    <a:pt x="4477" y="251879"/>
                  </a:cubicBezTo>
                  <a:close/>
                </a:path>
              </a:pathLst>
            </a:custGeom>
            <a:solidFill>
              <a:srgbClr val="27282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9" name="Content Placeholder 4">
              <a:extLst>
                <a:ext uri="{FF2B5EF4-FFF2-40B4-BE49-F238E27FC236}">
                  <a16:creationId xmlns:a16="http://schemas.microsoft.com/office/drawing/2014/main" id="{7C378F34-1B8B-5BD5-6921-40329B035DCD}"/>
                </a:ext>
              </a:extLst>
            </p:cNvPr>
            <p:cNvSpPr/>
            <p:nvPr/>
          </p:nvSpPr>
          <p:spPr>
            <a:xfrm>
              <a:off x="11493446" y="1723629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0" name="Content Placeholder 4">
              <a:extLst>
                <a:ext uri="{FF2B5EF4-FFF2-40B4-BE49-F238E27FC236}">
                  <a16:creationId xmlns:a16="http://schemas.microsoft.com/office/drawing/2014/main" id="{E029A11C-0080-B8F1-018C-AE921500646F}"/>
                </a:ext>
              </a:extLst>
            </p:cNvPr>
            <p:cNvSpPr/>
            <p:nvPr/>
          </p:nvSpPr>
          <p:spPr>
            <a:xfrm>
              <a:off x="11492770" y="1723404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1" name="Content Placeholder 4">
              <a:extLst>
                <a:ext uri="{FF2B5EF4-FFF2-40B4-BE49-F238E27FC236}">
                  <a16:creationId xmlns:a16="http://schemas.microsoft.com/office/drawing/2014/main" id="{0AA461A4-41A5-E823-09FB-3DB5DE1F5801}"/>
                </a:ext>
              </a:extLst>
            </p:cNvPr>
            <p:cNvSpPr/>
            <p:nvPr/>
          </p:nvSpPr>
          <p:spPr>
            <a:xfrm>
              <a:off x="11493070" y="1723554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1D436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2" name="Content Placeholder 4">
              <a:extLst>
                <a:ext uri="{FF2B5EF4-FFF2-40B4-BE49-F238E27FC236}">
                  <a16:creationId xmlns:a16="http://schemas.microsoft.com/office/drawing/2014/main" id="{C90BDE9A-5A87-B410-2EAA-565655BC6D22}"/>
                </a:ext>
              </a:extLst>
            </p:cNvPr>
            <p:cNvSpPr/>
            <p:nvPr/>
          </p:nvSpPr>
          <p:spPr>
            <a:xfrm>
              <a:off x="11355831" y="1681752"/>
              <a:ext cx="104135" cy="272257"/>
            </a:xfrm>
            <a:custGeom>
              <a:avLst/>
              <a:gdLst>
                <a:gd name="connsiteX0" fmla="*/ 2856 w 104135"/>
                <a:gd name="connsiteY0" fmla="*/ 252835 h 272257"/>
                <a:gd name="connsiteX1" fmla="*/ 10366 w 104135"/>
                <a:gd name="connsiteY1" fmla="*/ 240596 h 272257"/>
                <a:gd name="connsiteX2" fmla="*/ 34248 w 104135"/>
                <a:gd name="connsiteY2" fmla="*/ 112952 h 272257"/>
                <a:gd name="connsiteX3" fmla="*/ 51596 w 104135"/>
                <a:gd name="connsiteY3" fmla="*/ 52885 h 272257"/>
                <a:gd name="connsiteX4" fmla="*/ 82237 w 104135"/>
                <a:gd name="connsiteY4" fmla="*/ 1602 h 272257"/>
                <a:gd name="connsiteX5" fmla="*/ 87870 w 104135"/>
                <a:gd name="connsiteY5" fmla="*/ 100 h 272257"/>
                <a:gd name="connsiteX6" fmla="*/ 103490 w 104135"/>
                <a:gd name="connsiteY6" fmla="*/ 25854 h 272257"/>
                <a:gd name="connsiteX7" fmla="*/ 70071 w 104135"/>
                <a:gd name="connsiteY7" fmla="*/ 87799 h 272257"/>
                <a:gd name="connsiteX8" fmla="*/ 42434 w 104135"/>
                <a:gd name="connsiteY8" fmla="*/ 163784 h 272257"/>
                <a:gd name="connsiteX9" fmla="*/ 20580 w 104135"/>
                <a:gd name="connsiteY9" fmla="*/ 242698 h 272257"/>
                <a:gd name="connsiteX10" fmla="*/ 20580 w 104135"/>
                <a:gd name="connsiteY10" fmla="*/ 242698 h 272257"/>
                <a:gd name="connsiteX11" fmla="*/ 23209 w 104135"/>
                <a:gd name="connsiteY11" fmla="*/ 253285 h 272257"/>
                <a:gd name="connsiteX12" fmla="*/ 21932 w 104135"/>
                <a:gd name="connsiteY12" fmla="*/ 260793 h 272257"/>
                <a:gd name="connsiteX13" fmla="*/ 18327 w 104135"/>
                <a:gd name="connsiteY13" fmla="*/ 261695 h 272257"/>
                <a:gd name="connsiteX14" fmla="*/ 10366 w 104135"/>
                <a:gd name="connsiteY14" fmla="*/ 267176 h 272257"/>
                <a:gd name="connsiteX15" fmla="*/ 9390 w 104135"/>
                <a:gd name="connsiteY15" fmla="*/ 269804 h 272257"/>
                <a:gd name="connsiteX16" fmla="*/ 2 w 104135"/>
                <a:gd name="connsiteY16" fmla="*/ 266650 h 272257"/>
                <a:gd name="connsiteX17" fmla="*/ 2856 w 104135"/>
                <a:gd name="connsiteY17" fmla="*/ 252835 h 272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4135" h="272257">
                  <a:moveTo>
                    <a:pt x="2856" y="252835"/>
                  </a:moveTo>
                  <a:cubicBezTo>
                    <a:pt x="5034" y="248585"/>
                    <a:pt x="7588" y="244493"/>
                    <a:pt x="10366" y="240596"/>
                  </a:cubicBezTo>
                  <a:cubicBezTo>
                    <a:pt x="17876" y="198023"/>
                    <a:pt x="25386" y="155450"/>
                    <a:pt x="34248" y="112952"/>
                  </a:cubicBezTo>
                  <a:cubicBezTo>
                    <a:pt x="37778" y="92341"/>
                    <a:pt x="43561" y="72196"/>
                    <a:pt x="51596" y="52885"/>
                  </a:cubicBezTo>
                  <a:cubicBezTo>
                    <a:pt x="60383" y="34977"/>
                    <a:pt x="70596" y="17820"/>
                    <a:pt x="82237" y="1602"/>
                  </a:cubicBezTo>
                  <a:cubicBezTo>
                    <a:pt x="82237" y="851"/>
                    <a:pt x="86893" y="175"/>
                    <a:pt x="87870" y="100"/>
                  </a:cubicBezTo>
                  <a:cubicBezTo>
                    <a:pt x="102439" y="-1552"/>
                    <a:pt x="105668" y="12864"/>
                    <a:pt x="103490" y="25854"/>
                  </a:cubicBezTo>
                  <a:cubicBezTo>
                    <a:pt x="99735" y="48379"/>
                    <a:pt x="80960" y="68127"/>
                    <a:pt x="70071" y="87799"/>
                  </a:cubicBezTo>
                  <a:cubicBezTo>
                    <a:pt x="57304" y="111225"/>
                    <a:pt x="50470" y="138406"/>
                    <a:pt x="42434" y="163784"/>
                  </a:cubicBezTo>
                  <a:cubicBezTo>
                    <a:pt x="34399" y="189163"/>
                    <a:pt x="26362" y="216343"/>
                    <a:pt x="20580" y="242698"/>
                  </a:cubicBezTo>
                  <a:lnTo>
                    <a:pt x="20580" y="242698"/>
                  </a:lnTo>
                  <a:cubicBezTo>
                    <a:pt x="21631" y="246182"/>
                    <a:pt x="22532" y="249711"/>
                    <a:pt x="23209" y="253285"/>
                  </a:cubicBezTo>
                  <a:cubicBezTo>
                    <a:pt x="24560" y="255785"/>
                    <a:pt x="24035" y="258871"/>
                    <a:pt x="21932" y="260793"/>
                  </a:cubicBezTo>
                  <a:cubicBezTo>
                    <a:pt x="20655" y="261770"/>
                    <a:pt x="19604" y="261244"/>
                    <a:pt x="18327" y="261695"/>
                  </a:cubicBezTo>
                  <a:cubicBezTo>
                    <a:pt x="15173" y="262596"/>
                    <a:pt x="12319" y="264525"/>
                    <a:pt x="10366" y="267176"/>
                  </a:cubicBezTo>
                  <a:cubicBezTo>
                    <a:pt x="9916" y="268002"/>
                    <a:pt x="9916" y="268978"/>
                    <a:pt x="9390" y="269804"/>
                  </a:cubicBezTo>
                  <a:cubicBezTo>
                    <a:pt x="6161" y="274684"/>
                    <a:pt x="679" y="271456"/>
                    <a:pt x="2" y="266650"/>
                  </a:cubicBezTo>
                  <a:cubicBezTo>
                    <a:pt x="-222" y="261875"/>
                    <a:pt x="754" y="257129"/>
                    <a:pt x="2856" y="252835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3" name="Content Placeholder 4">
              <a:extLst>
                <a:ext uri="{FF2B5EF4-FFF2-40B4-BE49-F238E27FC236}">
                  <a16:creationId xmlns:a16="http://schemas.microsoft.com/office/drawing/2014/main" id="{3769FD4A-8FF7-6317-D075-710D74DBB9EF}"/>
                </a:ext>
              </a:extLst>
            </p:cNvPr>
            <p:cNvSpPr/>
            <p:nvPr/>
          </p:nvSpPr>
          <p:spPr>
            <a:xfrm>
              <a:off x="11520181" y="1683309"/>
              <a:ext cx="59225" cy="108606"/>
            </a:xfrm>
            <a:custGeom>
              <a:avLst/>
              <a:gdLst>
                <a:gd name="connsiteX0" fmla="*/ 11011 w 59225"/>
                <a:gd name="connsiteY0" fmla="*/ -30 h 108606"/>
                <a:gd name="connsiteX1" fmla="*/ -29 w 59225"/>
                <a:gd name="connsiteY1" fmla="*/ 8305 h 108606"/>
                <a:gd name="connsiteX2" fmla="*/ 1624 w 59225"/>
                <a:gd name="connsiteY2" fmla="*/ 13335 h 108606"/>
                <a:gd name="connsiteX3" fmla="*/ 33766 w 59225"/>
                <a:gd name="connsiteY3" fmla="*/ 92399 h 108606"/>
                <a:gd name="connsiteX4" fmla="*/ 49612 w 59225"/>
                <a:gd name="connsiteY4" fmla="*/ 108543 h 108606"/>
                <a:gd name="connsiteX5" fmla="*/ 58925 w 59225"/>
                <a:gd name="connsiteY5" fmla="*/ 91348 h 108606"/>
                <a:gd name="connsiteX6" fmla="*/ 47209 w 59225"/>
                <a:gd name="connsiteY6" fmla="*/ 49751 h 108606"/>
                <a:gd name="connsiteX7" fmla="*/ 31288 w 59225"/>
                <a:gd name="connsiteY7" fmla="*/ 13711 h 108606"/>
                <a:gd name="connsiteX8" fmla="*/ 11011 w 59225"/>
                <a:gd name="connsiteY8" fmla="*/ -30 h 108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225" h="108606">
                  <a:moveTo>
                    <a:pt x="11011" y="-30"/>
                  </a:moveTo>
                  <a:cubicBezTo>
                    <a:pt x="4552" y="-30"/>
                    <a:pt x="196" y="3574"/>
                    <a:pt x="-29" y="8305"/>
                  </a:cubicBezTo>
                  <a:cubicBezTo>
                    <a:pt x="422" y="10017"/>
                    <a:pt x="947" y="11691"/>
                    <a:pt x="1624" y="13335"/>
                  </a:cubicBezTo>
                  <a:cubicBezTo>
                    <a:pt x="10936" y="40246"/>
                    <a:pt x="21675" y="66638"/>
                    <a:pt x="33766" y="92399"/>
                  </a:cubicBezTo>
                  <a:cubicBezTo>
                    <a:pt x="36320" y="97580"/>
                    <a:pt x="40000" y="109293"/>
                    <a:pt x="49612" y="108543"/>
                  </a:cubicBezTo>
                  <a:cubicBezTo>
                    <a:pt x="59225" y="107792"/>
                    <a:pt x="59751" y="97355"/>
                    <a:pt x="58925" y="91348"/>
                  </a:cubicBezTo>
                  <a:cubicBezTo>
                    <a:pt x="56371" y="77142"/>
                    <a:pt x="52466" y="63207"/>
                    <a:pt x="47209" y="49751"/>
                  </a:cubicBezTo>
                  <a:cubicBezTo>
                    <a:pt x="43679" y="37032"/>
                    <a:pt x="38272" y="24898"/>
                    <a:pt x="31288" y="13711"/>
                  </a:cubicBezTo>
                  <a:cubicBezTo>
                    <a:pt x="27007" y="6247"/>
                    <a:pt x="19497" y="1172"/>
                    <a:pt x="11011" y="-30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4" name="Content Placeholder 4">
              <a:extLst>
                <a:ext uri="{FF2B5EF4-FFF2-40B4-BE49-F238E27FC236}">
                  <a16:creationId xmlns:a16="http://schemas.microsoft.com/office/drawing/2014/main" id="{03DB9535-B963-C5F0-761D-790A003D17F5}"/>
                </a:ext>
              </a:extLst>
            </p:cNvPr>
            <p:cNvSpPr/>
            <p:nvPr/>
          </p:nvSpPr>
          <p:spPr>
            <a:xfrm>
              <a:off x="11414065" y="1667167"/>
              <a:ext cx="165860" cy="263469"/>
            </a:xfrm>
            <a:custGeom>
              <a:avLst/>
              <a:gdLst>
                <a:gd name="connsiteX0" fmla="*/ 3050 w 165860"/>
                <a:gd name="connsiteY0" fmla="*/ 246246 h 263469"/>
                <a:gd name="connsiteX1" fmla="*/ 20173 w 165860"/>
                <a:gd name="connsiteY1" fmla="*/ 165680 h 263469"/>
                <a:gd name="connsiteX2" fmla="*/ 14616 w 165860"/>
                <a:gd name="connsiteY2" fmla="*/ 103285 h 263469"/>
                <a:gd name="connsiteX3" fmla="*/ 29636 w 165860"/>
                <a:gd name="connsiteY3" fmla="*/ 74302 h 263469"/>
                <a:gd name="connsiteX4" fmla="*/ 56071 w 165860"/>
                <a:gd name="connsiteY4" fmla="*/ 4549 h 263469"/>
                <a:gd name="connsiteX5" fmla="*/ 57422 w 165860"/>
                <a:gd name="connsiteY5" fmla="*/ 1020 h 263469"/>
                <a:gd name="connsiteX6" fmla="*/ 64932 w 165860"/>
                <a:gd name="connsiteY6" fmla="*/ 1020 h 263469"/>
                <a:gd name="connsiteX7" fmla="*/ 92269 w 165860"/>
                <a:gd name="connsiteY7" fmla="*/ 2371 h 263469"/>
                <a:gd name="connsiteX8" fmla="*/ 101732 w 165860"/>
                <a:gd name="connsiteY8" fmla="*/ 3422 h 263469"/>
                <a:gd name="connsiteX9" fmla="*/ 107214 w 165860"/>
                <a:gd name="connsiteY9" fmla="*/ 17388 h 263469"/>
                <a:gd name="connsiteX10" fmla="*/ 122234 w 165860"/>
                <a:gd name="connsiteY10" fmla="*/ 76179 h 263469"/>
                <a:gd name="connsiteX11" fmla="*/ 125539 w 165860"/>
                <a:gd name="connsiteY11" fmla="*/ 106589 h 263469"/>
                <a:gd name="connsiteX12" fmla="*/ 136352 w 165860"/>
                <a:gd name="connsiteY12" fmla="*/ 129114 h 263469"/>
                <a:gd name="connsiteX13" fmla="*/ 161586 w 165860"/>
                <a:gd name="connsiteY13" fmla="*/ 216813 h 263469"/>
                <a:gd name="connsiteX14" fmla="*/ 165642 w 165860"/>
                <a:gd name="connsiteY14" fmla="*/ 231079 h 263469"/>
                <a:gd name="connsiteX15" fmla="*/ 161511 w 165860"/>
                <a:gd name="connsiteY15" fmla="*/ 244894 h 263469"/>
                <a:gd name="connsiteX16" fmla="*/ 152198 w 165860"/>
                <a:gd name="connsiteY16" fmla="*/ 249775 h 263469"/>
                <a:gd name="connsiteX17" fmla="*/ 137178 w 165860"/>
                <a:gd name="connsiteY17" fmla="*/ 254956 h 263469"/>
                <a:gd name="connsiteX18" fmla="*/ 116526 w 165860"/>
                <a:gd name="connsiteY18" fmla="*/ 261037 h 263469"/>
                <a:gd name="connsiteX19" fmla="*/ 90316 w 165860"/>
                <a:gd name="connsiteY19" fmla="*/ 262915 h 263469"/>
                <a:gd name="connsiteX20" fmla="*/ 41877 w 165860"/>
                <a:gd name="connsiteY20" fmla="*/ 263440 h 263469"/>
                <a:gd name="connsiteX21" fmla="*/ 14240 w 165860"/>
                <a:gd name="connsiteY21" fmla="*/ 262915 h 263469"/>
                <a:gd name="connsiteX22" fmla="*/ -29 w 165860"/>
                <a:gd name="connsiteY22" fmla="*/ 253829 h 263469"/>
                <a:gd name="connsiteX23" fmla="*/ 3050 w 165860"/>
                <a:gd name="connsiteY23" fmla="*/ 246246 h 263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65860" h="263469">
                  <a:moveTo>
                    <a:pt x="3050" y="246246"/>
                  </a:moveTo>
                  <a:cubicBezTo>
                    <a:pt x="17169" y="221896"/>
                    <a:pt x="23177" y="193672"/>
                    <a:pt x="20173" y="165680"/>
                  </a:cubicBezTo>
                  <a:cubicBezTo>
                    <a:pt x="17470" y="144807"/>
                    <a:pt x="8908" y="123558"/>
                    <a:pt x="14616" y="103285"/>
                  </a:cubicBezTo>
                  <a:cubicBezTo>
                    <a:pt x="18296" y="92991"/>
                    <a:pt x="23328" y="83245"/>
                    <a:pt x="29636" y="74302"/>
                  </a:cubicBezTo>
                  <a:cubicBezTo>
                    <a:pt x="42628" y="52866"/>
                    <a:pt x="51640" y="29221"/>
                    <a:pt x="56071" y="4549"/>
                  </a:cubicBezTo>
                  <a:cubicBezTo>
                    <a:pt x="56146" y="3272"/>
                    <a:pt x="56672" y="2048"/>
                    <a:pt x="57422" y="1020"/>
                  </a:cubicBezTo>
                  <a:cubicBezTo>
                    <a:pt x="59300" y="-857"/>
                    <a:pt x="62379" y="194"/>
                    <a:pt x="64932" y="1020"/>
                  </a:cubicBezTo>
                  <a:cubicBezTo>
                    <a:pt x="73719" y="4293"/>
                    <a:pt x="83257" y="4767"/>
                    <a:pt x="92269" y="2371"/>
                  </a:cubicBezTo>
                  <a:cubicBezTo>
                    <a:pt x="97301" y="1020"/>
                    <a:pt x="98577" y="-857"/>
                    <a:pt x="101732" y="3422"/>
                  </a:cubicBezTo>
                  <a:cubicBezTo>
                    <a:pt x="104134" y="7845"/>
                    <a:pt x="105938" y="12530"/>
                    <a:pt x="107214" y="17388"/>
                  </a:cubicBezTo>
                  <a:cubicBezTo>
                    <a:pt x="115024" y="36159"/>
                    <a:pt x="120055" y="55959"/>
                    <a:pt x="122234" y="76179"/>
                  </a:cubicBezTo>
                  <a:cubicBezTo>
                    <a:pt x="122158" y="86406"/>
                    <a:pt x="123285" y="96610"/>
                    <a:pt x="125539" y="106589"/>
                  </a:cubicBezTo>
                  <a:cubicBezTo>
                    <a:pt x="128542" y="114382"/>
                    <a:pt x="132147" y="121913"/>
                    <a:pt x="136352" y="129114"/>
                  </a:cubicBezTo>
                  <a:cubicBezTo>
                    <a:pt x="149946" y="156445"/>
                    <a:pt x="151372" y="188055"/>
                    <a:pt x="161586" y="216813"/>
                  </a:cubicBezTo>
                  <a:cubicBezTo>
                    <a:pt x="163463" y="221393"/>
                    <a:pt x="164816" y="226183"/>
                    <a:pt x="165642" y="231079"/>
                  </a:cubicBezTo>
                  <a:cubicBezTo>
                    <a:pt x="166392" y="236072"/>
                    <a:pt x="164891" y="241140"/>
                    <a:pt x="161511" y="244894"/>
                  </a:cubicBezTo>
                  <a:cubicBezTo>
                    <a:pt x="158807" y="247162"/>
                    <a:pt x="155579" y="248821"/>
                    <a:pt x="152198" y="249775"/>
                  </a:cubicBezTo>
                  <a:lnTo>
                    <a:pt x="137178" y="254956"/>
                  </a:lnTo>
                  <a:cubicBezTo>
                    <a:pt x="130419" y="257471"/>
                    <a:pt x="123511" y="259506"/>
                    <a:pt x="116526" y="261037"/>
                  </a:cubicBezTo>
                  <a:cubicBezTo>
                    <a:pt x="107889" y="262457"/>
                    <a:pt x="99103" y="263080"/>
                    <a:pt x="90316" y="262915"/>
                  </a:cubicBezTo>
                  <a:lnTo>
                    <a:pt x="41877" y="263440"/>
                  </a:lnTo>
                  <a:cubicBezTo>
                    <a:pt x="32640" y="263440"/>
                    <a:pt x="23402" y="263440"/>
                    <a:pt x="14240" y="262915"/>
                  </a:cubicBezTo>
                  <a:cubicBezTo>
                    <a:pt x="8082" y="262464"/>
                    <a:pt x="422" y="259986"/>
                    <a:pt x="-29" y="253829"/>
                  </a:cubicBezTo>
                  <a:cubicBezTo>
                    <a:pt x="196" y="251051"/>
                    <a:pt x="1323" y="248408"/>
                    <a:pt x="3050" y="246246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5" name="Content Placeholder 4">
              <a:extLst>
                <a:ext uri="{FF2B5EF4-FFF2-40B4-BE49-F238E27FC236}">
                  <a16:creationId xmlns:a16="http://schemas.microsoft.com/office/drawing/2014/main" id="{46602FF7-955B-AE9F-696B-286D89F995DE}"/>
                </a:ext>
              </a:extLst>
            </p:cNvPr>
            <p:cNvSpPr/>
            <p:nvPr/>
          </p:nvSpPr>
          <p:spPr>
            <a:xfrm>
              <a:off x="11508808" y="2315185"/>
              <a:ext cx="73948" cy="68511"/>
            </a:xfrm>
            <a:custGeom>
              <a:avLst/>
              <a:gdLst>
                <a:gd name="connsiteX0" fmla="*/ 9616 w 73948"/>
                <a:gd name="connsiteY0" fmla="*/ 1356 h 68511"/>
                <a:gd name="connsiteX1" fmla="*/ 4209 w 73948"/>
                <a:gd name="connsiteY1" fmla="*/ 1957 h 68511"/>
                <a:gd name="connsiteX2" fmla="*/ 1055 w 73948"/>
                <a:gd name="connsiteY2" fmla="*/ 7138 h 68511"/>
                <a:gd name="connsiteX3" fmla="*/ 4059 w 73948"/>
                <a:gd name="connsiteY3" fmla="*/ 45431 h 68511"/>
                <a:gd name="connsiteX4" fmla="*/ 5636 w 73948"/>
                <a:gd name="connsiteY4" fmla="*/ 68482 h 68511"/>
                <a:gd name="connsiteX5" fmla="*/ 13146 w 73948"/>
                <a:gd name="connsiteY5" fmla="*/ 67731 h 68511"/>
                <a:gd name="connsiteX6" fmla="*/ 13146 w 73948"/>
                <a:gd name="connsiteY6" fmla="*/ 54066 h 68511"/>
                <a:gd name="connsiteX7" fmla="*/ 14348 w 73948"/>
                <a:gd name="connsiteY7" fmla="*/ 49936 h 68511"/>
                <a:gd name="connsiteX8" fmla="*/ 18103 w 73948"/>
                <a:gd name="connsiteY8" fmla="*/ 48509 h 68511"/>
                <a:gd name="connsiteX9" fmla="*/ 20431 w 73948"/>
                <a:gd name="connsiteY9" fmla="*/ 51513 h 68511"/>
                <a:gd name="connsiteX10" fmla="*/ 22984 w 73948"/>
                <a:gd name="connsiteY10" fmla="*/ 60148 h 68511"/>
                <a:gd name="connsiteX11" fmla="*/ 24712 w 73948"/>
                <a:gd name="connsiteY11" fmla="*/ 64803 h 68511"/>
                <a:gd name="connsiteX12" fmla="*/ 32222 w 73948"/>
                <a:gd name="connsiteY12" fmla="*/ 66830 h 68511"/>
                <a:gd name="connsiteX13" fmla="*/ 61060 w 73948"/>
                <a:gd name="connsiteY13" fmla="*/ 66380 h 68511"/>
                <a:gd name="connsiteX14" fmla="*/ 72475 w 73948"/>
                <a:gd name="connsiteY14" fmla="*/ 62776 h 68511"/>
                <a:gd name="connsiteX15" fmla="*/ 70072 w 73948"/>
                <a:gd name="connsiteY15" fmla="*/ 49335 h 68511"/>
                <a:gd name="connsiteX16" fmla="*/ 57380 w 73948"/>
                <a:gd name="connsiteY16" fmla="*/ 41377 h 68511"/>
                <a:gd name="connsiteX17" fmla="*/ 46115 w 73948"/>
                <a:gd name="connsiteY17" fmla="*/ 29663 h 68511"/>
                <a:gd name="connsiteX18" fmla="*/ 35075 w 73948"/>
                <a:gd name="connsiteY18" fmla="*/ 2257 h 68511"/>
                <a:gd name="connsiteX19" fmla="*/ 25989 w 73948"/>
                <a:gd name="connsiteY19" fmla="*/ 380 h 68511"/>
                <a:gd name="connsiteX20" fmla="*/ 9616 w 73948"/>
                <a:gd name="connsiteY20" fmla="*/ 1356 h 685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73948" h="68511">
                  <a:moveTo>
                    <a:pt x="9616" y="1356"/>
                  </a:moveTo>
                  <a:cubicBezTo>
                    <a:pt x="7814" y="1019"/>
                    <a:pt x="5937" y="1229"/>
                    <a:pt x="4209" y="1957"/>
                  </a:cubicBezTo>
                  <a:cubicBezTo>
                    <a:pt x="2482" y="3203"/>
                    <a:pt x="1356" y="5066"/>
                    <a:pt x="1055" y="7138"/>
                  </a:cubicBezTo>
                  <a:cubicBezTo>
                    <a:pt x="-2174" y="19602"/>
                    <a:pt x="2708" y="32592"/>
                    <a:pt x="4059" y="45431"/>
                  </a:cubicBezTo>
                  <a:cubicBezTo>
                    <a:pt x="4885" y="52939"/>
                    <a:pt x="4510" y="60899"/>
                    <a:pt x="5636" y="68482"/>
                  </a:cubicBezTo>
                  <a:lnTo>
                    <a:pt x="13146" y="67731"/>
                  </a:lnTo>
                  <a:cubicBezTo>
                    <a:pt x="12621" y="63189"/>
                    <a:pt x="12621" y="58608"/>
                    <a:pt x="13146" y="54066"/>
                  </a:cubicBezTo>
                  <a:cubicBezTo>
                    <a:pt x="13221" y="52609"/>
                    <a:pt x="13597" y="51190"/>
                    <a:pt x="14348" y="49936"/>
                  </a:cubicBezTo>
                  <a:cubicBezTo>
                    <a:pt x="15099" y="48667"/>
                    <a:pt x="16676" y="48082"/>
                    <a:pt x="18103" y="48509"/>
                  </a:cubicBezTo>
                  <a:cubicBezTo>
                    <a:pt x="19229" y="49185"/>
                    <a:pt x="20055" y="50259"/>
                    <a:pt x="20431" y="51513"/>
                  </a:cubicBezTo>
                  <a:cubicBezTo>
                    <a:pt x="21483" y="54321"/>
                    <a:pt x="22384" y="57204"/>
                    <a:pt x="22984" y="60148"/>
                  </a:cubicBezTo>
                  <a:cubicBezTo>
                    <a:pt x="23135" y="61822"/>
                    <a:pt x="23735" y="63421"/>
                    <a:pt x="24712" y="64803"/>
                  </a:cubicBezTo>
                  <a:cubicBezTo>
                    <a:pt x="26815" y="66552"/>
                    <a:pt x="29518" y="67296"/>
                    <a:pt x="32222" y="66830"/>
                  </a:cubicBezTo>
                  <a:lnTo>
                    <a:pt x="61060" y="66380"/>
                  </a:lnTo>
                  <a:cubicBezTo>
                    <a:pt x="65191" y="66890"/>
                    <a:pt x="69397" y="65576"/>
                    <a:pt x="72475" y="62776"/>
                  </a:cubicBezTo>
                  <a:cubicBezTo>
                    <a:pt x="75103" y="58315"/>
                    <a:pt x="74053" y="52617"/>
                    <a:pt x="70072" y="49335"/>
                  </a:cubicBezTo>
                  <a:cubicBezTo>
                    <a:pt x="66092" y="46287"/>
                    <a:pt x="61887" y="43621"/>
                    <a:pt x="57380" y="41377"/>
                  </a:cubicBezTo>
                  <a:cubicBezTo>
                    <a:pt x="52724" y="38448"/>
                    <a:pt x="48894" y="34431"/>
                    <a:pt x="46115" y="29663"/>
                  </a:cubicBezTo>
                  <a:cubicBezTo>
                    <a:pt x="41384" y="21554"/>
                    <a:pt x="41234" y="9315"/>
                    <a:pt x="35075" y="2257"/>
                  </a:cubicBezTo>
                  <a:cubicBezTo>
                    <a:pt x="32447" y="-671"/>
                    <a:pt x="29593" y="-145"/>
                    <a:pt x="25989" y="380"/>
                  </a:cubicBezTo>
                  <a:cubicBezTo>
                    <a:pt x="20582" y="1304"/>
                    <a:pt x="15099" y="1627"/>
                    <a:pt x="9616" y="1356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6" name="Content Placeholder 4">
              <a:extLst>
                <a:ext uri="{FF2B5EF4-FFF2-40B4-BE49-F238E27FC236}">
                  <a16:creationId xmlns:a16="http://schemas.microsoft.com/office/drawing/2014/main" id="{B4BF87ED-890A-108C-8367-290D640BD046}"/>
                </a:ext>
              </a:extLst>
            </p:cNvPr>
            <p:cNvSpPr/>
            <p:nvPr/>
          </p:nvSpPr>
          <p:spPr>
            <a:xfrm>
              <a:off x="11396117" y="2306451"/>
              <a:ext cx="47894" cy="81663"/>
            </a:xfrm>
            <a:custGeom>
              <a:avLst/>
              <a:gdLst>
                <a:gd name="connsiteX0" fmla="*/ 21975 w 47894"/>
                <a:gd name="connsiteY0" fmla="*/ 30 h 81663"/>
                <a:gd name="connsiteX1" fmla="*/ 19497 w 47894"/>
                <a:gd name="connsiteY1" fmla="*/ 480 h 81663"/>
                <a:gd name="connsiteX2" fmla="*/ 18445 w 47894"/>
                <a:gd name="connsiteY2" fmla="*/ 1907 h 81663"/>
                <a:gd name="connsiteX3" fmla="*/ 13639 w 47894"/>
                <a:gd name="connsiteY3" fmla="*/ 25108 h 81663"/>
                <a:gd name="connsiteX4" fmla="*/ 2298 w 47894"/>
                <a:gd name="connsiteY4" fmla="*/ 56568 h 81663"/>
                <a:gd name="connsiteX5" fmla="*/ -29 w 47894"/>
                <a:gd name="connsiteY5" fmla="*/ 65879 h 81663"/>
                <a:gd name="connsiteX6" fmla="*/ 11085 w 47894"/>
                <a:gd name="connsiteY6" fmla="*/ 79920 h 81663"/>
                <a:gd name="connsiteX7" fmla="*/ 29860 w 47894"/>
                <a:gd name="connsiteY7" fmla="*/ 80746 h 81663"/>
                <a:gd name="connsiteX8" fmla="*/ 33615 w 47894"/>
                <a:gd name="connsiteY8" fmla="*/ 79619 h 81663"/>
                <a:gd name="connsiteX9" fmla="*/ 36769 w 47894"/>
                <a:gd name="connsiteY9" fmla="*/ 77142 h 81663"/>
                <a:gd name="connsiteX10" fmla="*/ 45180 w 47894"/>
                <a:gd name="connsiteY10" fmla="*/ 45381 h 81663"/>
                <a:gd name="connsiteX11" fmla="*/ 46382 w 47894"/>
                <a:gd name="connsiteY11" fmla="*/ 26084 h 81663"/>
                <a:gd name="connsiteX12" fmla="*/ 47809 w 47894"/>
                <a:gd name="connsiteY12" fmla="*/ 8439 h 81663"/>
                <a:gd name="connsiteX13" fmla="*/ 39698 w 47894"/>
                <a:gd name="connsiteY13" fmla="*/ 3033 h 81663"/>
                <a:gd name="connsiteX14" fmla="*/ 21975 w 47894"/>
                <a:gd name="connsiteY14" fmla="*/ 30 h 8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894" h="81663">
                  <a:moveTo>
                    <a:pt x="21975" y="30"/>
                  </a:moveTo>
                  <a:cubicBezTo>
                    <a:pt x="21149" y="-128"/>
                    <a:pt x="20247" y="30"/>
                    <a:pt x="19497" y="480"/>
                  </a:cubicBezTo>
                  <a:cubicBezTo>
                    <a:pt x="19046" y="893"/>
                    <a:pt x="18746" y="1374"/>
                    <a:pt x="18445" y="1907"/>
                  </a:cubicBezTo>
                  <a:cubicBezTo>
                    <a:pt x="15742" y="9378"/>
                    <a:pt x="14164" y="17187"/>
                    <a:pt x="13639" y="25108"/>
                  </a:cubicBezTo>
                  <a:cubicBezTo>
                    <a:pt x="10935" y="35950"/>
                    <a:pt x="7105" y="46492"/>
                    <a:pt x="2298" y="56568"/>
                  </a:cubicBezTo>
                  <a:cubicBezTo>
                    <a:pt x="872" y="59482"/>
                    <a:pt x="120" y="62650"/>
                    <a:pt x="-29" y="65879"/>
                  </a:cubicBezTo>
                  <a:cubicBezTo>
                    <a:pt x="571" y="72336"/>
                    <a:pt x="4927" y="77825"/>
                    <a:pt x="11085" y="79920"/>
                  </a:cubicBezTo>
                  <a:cubicBezTo>
                    <a:pt x="17168" y="81879"/>
                    <a:pt x="23627" y="82165"/>
                    <a:pt x="29860" y="80746"/>
                  </a:cubicBezTo>
                  <a:cubicBezTo>
                    <a:pt x="31137" y="80565"/>
                    <a:pt x="32414" y="80183"/>
                    <a:pt x="33615" y="79619"/>
                  </a:cubicBezTo>
                  <a:cubicBezTo>
                    <a:pt x="34816" y="78989"/>
                    <a:pt x="35868" y="78148"/>
                    <a:pt x="36769" y="77142"/>
                  </a:cubicBezTo>
                  <a:cubicBezTo>
                    <a:pt x="44279" y="68882"/>
                    <a:pt x="44730" y="56568"/>
                    <a:pt x="45180" y="45381"/>
                  </a:cubicBezTo>
                  <a:cubicBezTo>
                    <a:pt x="45180" y="38923"/>
                    <a:pt x="45782" y="32466"/>
                    <a:pt x="46382" y="26084"/>
                  </a:cubicBezTo>
                  <a:cubicBezTo>
                    <a:pt x="47584" y="20280"/>
                    <a:pt x="48034" y="14356"/>
                    <a:pt x="47809" y="8439"/>
                  </a:cubicBezTo>
                  <a:cubicBezTo>
                    <a:pt x="46982" y="3859"/>
                    <a:pt x="43603" y="3559"/>
                    <a:pt x="39698" y="3033"/>
                  </a:cubicBezTo>
                  <a:cubicBezTo>
                    <a:pt x="33766" y="2207"/>
                    <a:pt x="27983" y="330"/>
                    <a:pt x="21975" y="30"/>
                  </a:cubicBezTo>
                  <a:close/>
                </a:path>
              </a:pathLst>
            </a:custGeom>
            <a:solidFill>
              <a:srgbClr val="3D32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7" name="Content Placeholder 4">
              <a:extLst>
                <a:ext uri="{FF2B5EF4-FFF2-40B4-BE49-F238E27FC236}">
                  <a16:creationId xmlns:a16="http://schemas.microsoft.com/office/drawing/2014/main" id="{18E7135E-0FC4-881A-9664-72EDE38D6C8B}"/>
                </a:ext>
              </a:extLst>
            </p:cNvPr>
            <p:cNvSpPr/>
            <p:nvPr/>
          </p:nvSpPr>
          <p:spPr>
            <a:xfrm>
              <a:off x="11475346" y="1828597"/>
              <a:ext cx="174060" cy="52651"/>
            </a:xfrm>
            <a:custGeom>
              <a:avLst/>
              <a:gdLst>
                <a:gd name="connsiteX0" fmla="*/ 96775 w 174060"/>
                <a:gd name="connsiteY0" fmla="*/ 44120 h 52651"/>
                <a:gd name="connsiteX1" fmla="*/ 51264 w 174060"/>
                <a:gd name="connsiteY1" fmla="*/ 39990 h 52651"/>
                <a:gd name="connsiteX2" fmla="*/ 41576 w 174060"/>
                <a:gd name="connsiteY2" fmla="*/ 38789 h 52651"/>
                <a:gd name="connsiteX3" fmla="*/ 28734 w 174060"/>
                <a:gd name="connsiteY3" fmla="*/ 30004 h 52651"/>
                <a:gd name="connsiteX4" fmla="*/ -29 w 174060"/>
                <a:gd name="connsiteY4" fmla="*/ -30 h 52651"/>
                <a:gd name="connsiteX5" fmla="*/ 129518 w 174060"/>
                <a:gd name="connsiteY5" fmla="*/ 4325 h 52651"/>
                <a:gd name="connsiteX6" fmla="*/ 133048 w 174060"/>
                <a:gd name="connsiteY6" fmla="*/ 4926 h 52651"/>
                <a:gd name="connsiteX7" fmla="*/ 136653 w 174060"/>
                <a:gd name="connsiteY7" fmla="*/ 8305 h 52651"/>
                <a:gd name="connsiteX8" fmla="*/ 153100 w 174060"/>
                <a:gd name="connsiteY8" fmla="*/ 27977 h 52651"/>
                <a:gd name="connsiteX9" fmla="*/ 172100 w 174060"/>
                <a:gd name="connsiteY9" fmla="*/ 45547 h 52651"/>
                <a:gd name="connsiteX10" fmla="*/ 157831 w 174060"/>
                <a:gd name="connsiteY10" fmla="*/ 52304 h 52651"/>
                <a:gd name="connsiteX11" fmla="*/ 129068 w 174060"/>
                <a:gd name="connsiteY11" fmla="*/ 49151 h 52651"/>
                <a:gd name="connsiteX12" fmla="*/ 96775 w 174060"/>
                <a:gd name="connsiteY12" fmla="*/ 44120 h 52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4060" h="52651">
                  <a:moveTo>
                    <a:pt x="96775" y="44120"/>
                  </a:moveTo>
                  <a:cubicBezTo>
                    <a:pt x="81680" y="41920"/>
                    <a:pt x="66509" y="40546"/>
                    <a:pt x="51264" y="39990"/>
                  </a:cubicBezTo>
                  <a:cubicBezTo>
                    <a:pt x="47960" y="40013"/>
                    <a:pt x="44730" y="39607"/>
                    <a:pt x="41576" y="38789"/>
                  </a:cubicBezTo>
                  <a:cubicBezTo>
                    <a:pt x="36695" y="36912"/>
                    <a:pt x="32264" y="33901"/>
                    <a:pt x="28734" y="30004"/>
                  </a:cubicBezTo>
                  <a:cubicBezTo>
                    <a:pt x="18671" y="20468"/>
                    <a:pt x="9133" y="10482"/>
                    <a:pt x="-29" y="-30"/>
                  </a:cubicBezTo>
                  <a:cubicBezTo>
                    <a:pt x="43153" y="924"/>
                    <a:pt x="86336" y="2373"/>
                    <a:pt x="129518" y="4325"/>
                  </a:cubicBezTo>
                  <a:cubicBezTo>
                    <a:pt x="130720" y="4333"/>
                    <a:pt x="131922" y="4535"/>
                    <a:pt x="133048" y="4926"/>
                  </a:cubicBezTo>
                  <a:cubicBezTo>
                    <a:pt x="134475" y="5744"/>
                    <a:pt x="135751" y="6901"/>
                    <a:pt x="136653" y="8305"/>
                  </a:cubicBezTo>
                  <a:cubicBezTo>
                    <a:pt x="141910" y="15062"/>
                    <a:pt x="147317" y="21670"/>
                    <a:pt x="153100" y="27977"/>
                  </a:cubicBezTo>
                  <a:cubicBezTo>
                    <a:pt x="158882" y="34284"/>
                    <a:pt x="166767" y="39164"/>
                    <a:pt x="172100" y="45547"/>
                  </a:cubicBezTo>
                  <a:cubicBezTo>
                    <a:pt x="179610" y="54407"/>
                    <a:pt x="163163" y="52529"/>
                    <a:pt x="157831" y="52304"/>
                  </a:cubicBezTo>
                  <a:cubicBezTo>
                    <a:pt x="148218" y="51741"/>
                    <a:pt x="138605" y="50690"/>
                    <a:pt x="129068" y="49151"/>
                  </a:cubicBezTo>
                  <a:cubicBezTo>
                    <a:pt x="118178" y="47649"/>
                    <a:pt x="107439" y="45622"/>
                    <a:pt x="96775" y="44120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8" name="Content Placeholder 4">
              <a:extLst>
                <a:ext uri="{FF2B5EF4-FFF2-40B4-BE49-F238E27FC236}">
                  <a16:creationId xmlns:a16="http://schemas.microsoft.com/office/drawing/2014/main" id="{FB9B3DDE-4187-EE58-E050-6FE1295AEB0A}"/>
                </a:ext>
              </a:extLst>
            </p:cNvPr>
            <p:cNvSpPr/>
            <p:nvPr/>
          </p:nvSpPr>
          <p:spPr>
            <a:xfrm>
              <a:off x="11587457" y="1852701"/>
              <a:ext cx="40175" cy="32249"/>
            </a:xfrm>
            <a:custGeom>
              <a:avLst/>
              <a:gdLst>
                <a:gd name="connsiteX0" fmla="*/ 5166 w 40175"/>
                <a:gd name="connsiteY0" fmla="*/ 16337 h 32249"/>
                <a:gd name="connsiteX1" fmla="*/ 13953 w 40175"/>
                <a:gd name="connsiteY1" fmla="*/ 12658 h 32249"/>
                <a:gd name="connsiteX2" fmla="*/ 23416 w 40175"/>
                <a:gd name="connsiteY2" fmla="*/ 5150 h 32249"/>
                <a:gd name="connsiteX3" fmla="*/ 26945 w 40175"/>
                <a:gd name="connsiteY3" fmla="*/ 1095 h 32249"/>
                <a:gd name="connsiteX4" fmla="*/ 37234 w 40175"/>
                <a:gd name="connsiteY4" fmla="*/ 2747 h 32249"/>
                <a:gd name="connsiteX5" fmla="*/ 39937 w 40175"/>
                <a:gd name="connsiteY5" fmla="*/ 13484 h 32249"/>
                <a:gd name="connsiteX6" fmla="*/ 35957 w 40175"/>
                <a:gd name="connsiteY6" fmla="*/ 24221 h 32249"/>
                <a:gd name="connsiteX7" fmla="*/ 33028 w 40175"/>
                <a:gd name="connsiteY7" fmla="*/ 28801 h 32249"/>
                <a:gd name="connsiteX8" fmla="*/ 4491 w 40175"/>
                <a:gd name="connsiteY8" fmla="*/ 28801 h 32249"/>
                <a:gd name="connsiteX9" fmla="*/ 736 w 40175"/>
                <a:gd name="connsiteY9" fmla="*/ 26474 h 32249"/>
                <a:gd name="connsiteX10" fmla="*/ -15 w 40175"/>
                <a:gd name="connsiteY10" fmla="*/ 23696 h 32249"/>
                <a:gd name="connsiteX11" fmla="*/ 5166 w 40175"/>
                <a:gd name="connsiteY11" fmla="*/ 16337 h 32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175" h="32249">
                  <a:moveTo>
                    <a:pt x="5166" y="16337"/>
                  </a:moveTo>
                  <a:cubicBezTo>
                    <a:pt x="7945" y="14761"/>
                    <a:pt x="11099" y="14010"/>
                    <a:pt x="13953" y="12658"/>
                  </a:cubicBezTo>
                  <a:cubicBezTo>
                    <a:pt x="17708" y="10976"/>
                    <a:pt x="20937" y="8393"/>
                    <a:pt x="23416" y="5150"/>
                  </a:cubicBezTo>
                  <a:cubicBezTo>
                    <a:pt x="24392" y="3633"/>
                    <a:pt x="25593" y="2267"/>
                    <a:pt x="26945" y="1095"/>
                  </a:cubicBezTo>
                  <a:cubicBezTo>
                    <a:pt x="30324" y="-887"/>
                    <a:pt x="34681" y="-196"/>
                    <a:pt x="37234" y="2747"/>
                  </a:cubicBezTo>
                  <a:cubicBezTo>
                    <a:pt x="39637" y="5765"/>
                    <a:pt x="40613" y="9685"/>
                    <a:pt x="39937" y="13484"/>
                  </a:cubicBezTo>
                  <a:cubicBezTo>
                    <a:pt x="39187" y="17246"/>
                    <a:pt x="37834" y="20872"/>
                    <a:pt x="35957" y="24221"/>
                  </a:cubicBezTo>
                  <a:cubicBezTo>
                    <a:pt x="35206" y="25873"/>
                    <a:pt x="34230" y="27420"/>
                    <a:pt x="33028" y="28801"/>
                  </a:cubicBezTo>
                  <a:cubicBezTo>
                    <a:pt x="26945" y="34958"/>
                    <a:pt x="11625" y="31429"/>
                    <a:pt x="4491" y="28801"/>
                  </a:cubicBezTo>
                  <a:cubicBezTo>
                    <a:pt x="2988" y="28449"/>
                    <a:pt x="1712" y="27638"/>
                    <a:pt x="736" y="26474"/>
                  </a:cubicBezTo>
                  <a:cubicBezTo>
                    <a:pt x="135" y="25670"/>
                    <a:pt x="-90" y="24679"/>
                    <a:pt x="-15" y="23696"/>
                  </a:cubicBezTo>
                  <a:cubicBezTo>
                    <a:pt x="360" y="20520"/>
                    <a:pt x="2312" y="17749"/>
                    <a:pt x="5166" y="16337"/>
                  </a:cubicBezTo>
                  <a:close/>
                </a:path>
              </a:pathLst>
            </a:custGeom>
            <a:solidFill>
              <a:srgbClr val="F2E7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9" name="Content Placeholder 4">
              <a:extLst>
                <a:ext uri="{FF2B5EF4-FFF2-40B4-BE49-F238E27FC236}">
                  <a16:creationId xmlns:a16="http://schemas.microsoft.com/office/drawing/2014/main" id="{ADC18B37-FC41-F223-050C-E2D5463F52F5}"/>
                </a:ext>
              </a:extLst>
            </p:cNvPr>
            <p:cNvSpPr/>
            <p:nvPr/>
          </p:nvSpPr>
          <p:spPr>
            <a:xfrm>
              <a:off x="11510680" y="1735865"/>
              <a:ext cx="165757" cy="138418"/>
            </a:xfrm>
            <a:custGeom>
              <a:avLst/>
              <a:gdLst>
                <a:gd name="connsiteX0" fmla="*/ 10148 w 165757"/>
                <a:gd name="connsiteY0" fmla="*/ 574 h 138418"/>
                <a:gd name="connsiteX1" fmla="*/ 84 w 165757"/>
                <a:gd name="connsiteY1" fmla="*/ 114027 h 138418"/>
                <a:gd name="connsiteX2" fmla="*/ 2563 w 165757"/>
                <a:gd name="connsiteY2" fmla="*/ 124313 h 138418"/>
                <a:gd name="connsiteX3" fmla="*/ 16005 w 165757"/>
                <a:gd name="connsiteY3" fmla="*/ 128969 h 138418"/>
                <a:gd name="connsiteX4" fmla="*/ 104624 w 165757"/>
                <a:gd name="connsiteY4" fmla="*/ 137153 h 138418"/>
                <a:gd name="connsiteX5" fmla="*/ 136692 w 165757"/>
                <a:gd name="connsiteY5" fmla="*/ 137904 h 138418"/>
                <a:gd name="connsiteX6" fmla="*/ 142174 w 165757"/>
                <a:gd name="connsiteY6" fmla="*/ 136252 h 138418"/>
                <a:gd name="connsiteX7" fmla="*/ 145028 w 165757"/>
                <a:gd name="connsiteY7" fmla="*/ 130996 h 138418"/>
                <a:gd name="connsiteX8" fmla="*/ 160047 w 165757"/>
                <a:gd name="connsiteY8" fmla="*/ 66949 h 138418"/>
                <a:gd name="connsiteX9" fmla="*/ 165379 w 165757"/>
                <a:gd name="connsiteY9" fmla="*/ 30683 h 138418"/>
                <a:gd name="connsiteX10" fmla="*/ 148331 w 165757"/>
                <a:gd name="connsiteY10" fmla="*/ 10185 h 138418"/>
                <a:gd name="connsiteX11" fmla="*/ 102596 w 165757"/>
                <a:gd name="connsiteY11" fmla="*/ 5454 h 138418"/>
                <a:gd name="connsiteX12" fmla="*/ 10148 w 165757"/>
                <a:gd name="connsiteY12" fmla="*/ 574 h 138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5757" h="138418">
                  <a:moveTo>
                    <a:pt x="10148" y="574"/>
                  </a:moveTo>
                  <a:cubicBezTo>
                    <a:pt x="3764" y="38064"/>
                    <a:pt x="385" y="76004"/>
                    <a:pt x="84" y="114027"/>
                  </a:cubicBezTo>
                  <a:cubicBezTo>
                    <a:pt x="-366" y="117646"/>
                    <a:pt x="535" y="121295"/>
                    <a:pt x="2563" y="124313"/>
                  </a:cubicBezTo>
                  <a:cubicBezTo>
                    <a:pt x="6318" y="127467"/>
                    <a:pt x="11125" y="129126"/>
                    <a:pt x="16005" y="128969"/>
                  </a:cubicBezTo>
                  <a:lnTo>
                    <a:pt x="104624" y="137153"/>
                  </a:lnTo>
                  <a:cubicBezTo>
                    <a:pt x="115288" y="138489"/>
                    <a:pt x="126027" y="138745"/>
                    <a:pt x="136692" y="137904"/>
                  </a:cubicBezTo>
                  <a:cubicBezTo>
                    <a:pt x="138644" y="137828"/>
                    <a:pt x="140522" y="137258"/>
                    <a:pt x="142174" y="136252"/>
                  </a:cubicBezTo>
                  <a:cubicBezTo>
                    <a:pt x="143675" y="134863"/>
                    <a:pt x="144652" y="133016"/>
                    <a:pt x="145028" y="130996"/>
                  </a:cubicBezTo>
                  <a:cubicBezTo>
                    <a:pt x="151185" y="109935"/>
                    <a:pt x="156217" y="88558"/>
                    <a:pt x="160047" y="66949"/>
                  </a:cubicBezTo>
                  <a:cubicBezTo>
                    <a:pt x="162151" y="54860"/>
                    <a:pt x="163878" y="42772"/>
                    <a:pt x="165379" y="30683"/>
                  </a:cubicBezTo>
                  <a:cubicBezTo>
                    <a:pt x="167032" y="16942"/>
                    <a:pt x="163052" y="10785"/>
                    <a:pt x="148331" y="10185"/>
                  </a:cubicBezTo>
                  <a:cubicBezTo>
                    <a:pt x="133612" y="9584"/>
                    <a:pt x="117766" y="6881"/>
                    <a:pt x="102596" y="5454"/>
                  </a:cubicBezTo>
                  <a:cubicBezTo>
                    <a:pt x="94636" y="4704"/>
                    <a:pt x="10598" y="-2054"/>
                    <a:pt x="10148" y="574"/>
                  </a:cubicBezTo>
                  <a:close/>
                </a:path>
              </a:pathLst>
            </a:custGeom>
            <a:solidFill>
              <a:srgbClr val="E2E2E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0" name="Content Placeholder 4">
              <a:extLst>
                <a:ext uri="{FF2B5EF4-FFF2-40B4-BE49-F238E27FC236}">
                  <a16:creationId xmlns:a16="http://schemas.microsoft.com/office/drawing/2014/main" id="{2E0BDAFC-C0B1-EB53-F30C-45E5D7FC05EA}"/>
                </a:ext>
              </a:extLst>
            </p:cNvPr>
            <p:cNvSpPr/>
            <p:nvPr/>
          </p:nvSpPr>
          <p:spPr>
            <a:xfrm>
              <a:off x="11571452" y="1782237"/>
              <a:ext cx="36624" cy="43311"/>
            </a:xfrm>
            <a:custGeom>
              <a:avLst/>
              <a:gdLst>
                <a:gd name="connsiteX0" fmla="*/ 2622 w 36624"/>
                <a:gd name="connsiteY0" fmla="*/ 38822 h 43311"/>
                <a:gd name="connsiteX1" fmla="*/ 33488 w 36624"/>
                <a:gd name="connsiteY1" fmla="*/ 43027 h 43311"/>
                <a:gd name="connsiteX2" fmla="*/ 33488 w 36624"/>
                <a:gd name="connsiteY2" fmla="*/ 43027 h 43311"/>
                <a:gd name="connsiteX3" fmla="*/ 36341 w 36624"/>
                <a:gd name="connsiteY3" fmla="*/ 42178 h 43311"/>
                <a:gd name="connsiteX4" fmla="*/ 36567 w 36624"/>
                <a:gd name="connsiteY4" fmla="*/ 40849 h 43311"/>
                <a:gd name="connsiteX5" fmla="*/ 26578 w 36624"/>
                <a:gd name="connsiteY5" fmla="*/ 1880 h 43311"/>
                <a:gd name="connsiteX6" fmla="*/ 24401 w 36624"/>
                <a:gd name="connsiteY6" fmla="*/ -27 h 43311"/>
                <a:gd name="connsiteX7" fmla="*/ 22898 w 36624"/>
                <a:gd name="connsiteY7" fmla="*/ 829 h 43311"/>
                <a:gd name="connsiteX8" fmla="*/ 368 w 36624"/>
                <a:gd name="connsiteY8" fmla="*/ 35819 h 43311"/>
                <a:gd name="connsiteX9" fmla="*/ 744 w 36624"/>
                <a:gd name="connsiteY9" fmla="*/ 38552 h 43311"/>
                <a:gd name="connsiteX10" fmla="*/ 2622 w 36624"/>
                <a:gd name="connsiteY10" fmla="*/ 38822 h 43311"/>
                <a:gd name="connsiteX11" fmla="*/ 32211 w 36624"/>
                <a:gd name="connsiteY11" fmla="*/ 38822 h 43311"/>
                <a:gd name="connsiteX12" fmla="*/ 6301 w 36624"/>
                <a:gd name="connsiteY12" fmla="*/ 35143 h 43311"/>
                <a:gd name="connsiteX13" fmla="*/ 23650 w 36624"/>
                <a:gd name="connsiteY13" fmla="*/ 8037 h 43311"/>
                <a:gd name="connsiteX14" fmla="*/ 26503 w 36624"/>
                <a:gd name="connsiteY14" fmla="*/ 21402 h 43311"/>
                <a:gd name="connsiteX15" fmla="*/ 32211 w 36624"/>
                <a:gd name="connsiteY15" fmla="*/ 38672 h 43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6624" h="43311">
                  <a:moveTo>
                    <a:pt x="2622" y="38822"/>
                  </a:moveTo>
                  <a:cubicBezTo>
                    <a:pt x="13061" y="38905"/>
                    <a:pt x="23424" y="40316"/>
                    <a:pt x="33488" y="43027"/>
                  </a:cubicBezTo>
                  <a:lnTo>
                    <a:pt x="33488" y="43027"/>
                  </a:lnTo>
                  <a:cubicBezTo>
                    <a:pt x="34539" y="43582"/>
                    <a:pt x="35816" y="43199"/>
                    <a:pt x="36341" y="42178"/>
                  </a:cubicBezTo>
                  <a:cubicBezTo>
                    <a:pt x="36567" y="41773"/>
                    <a:pt x="36642" y="41307"/>
                    <a:pt x="36567" y="40849"/>
                  </a:cubicBezTo>
                  <a:cubicBezTo>
                    <a:pt x="34088" y="27484"/>
                    <a:pt x="28081" y="15546"/>
                    <a:pt x="26578" y="1880"/>
                  </a:cubicBezTo>
                  <a:cubicBezTo>
                    <a:pt x="26503" y="762"/>
                    <a:pt x="25527" y="-87"/>
                    <a:pt x="24401" y="-27"/>
                  </a:cubicBezTo>
                  <a:cubicBezTo>
                    <a:pt x="23799" y="11"/>
                    <a:pt x="23274" y="326"/>
                    <a:pt x="22898" y="829"/>
                  </a:cubicBezTo>
                  <a:cubicBezTo>
                    <a:pt x="16214" y="13008"/>
                    <a:pt x="8704" y="24699"/>
                    <a:pt x="368" y="35819"/>
                  </a:cubicBezTo>
                  <a:cubicBezTo>
                    <a:pt x="-307" y="36675"/>
                    <a:pt x="-82" y="37906"/>
                    <a:pt x="744" y="38552"/>
                  </a:cubicBezTo>
                  <a:cubicBezTo>
                    <a:pt x="1269" y="38965"/>
                    <a:pt x="2021" y="39062"/>
                    <a:pt x="2622" y="38822"/>
                  </a:cubicBezTo>
                  <a:close/>
                  <a:moveTo>
                    <a:pt x="32211" y="38822"/>
                  </a:moveTo>
                  <a:cubicBezTo>
                    <a:pt x="23724" y="36735"/>
                    <a:pt x="15013" y="35503"/>
                    <a:pt x="6301" y="35143"/>
                  </a:cubicBezTo>
                  <a:cubicBezTo>
                    <a:pt x="12610" y="26456"/>
                    <a:pt x="18392" y="17400"/>
                    <a:pt x="23650" y="8037"/>
                  </a:cubicBezTo>
                  <a:cubicBezTo>
                    <a:pt x="24326" y="12550"/>
                    <a:pt x="25227" y="17017"/>
                    <a:pt x="26503" y="21402"/>
                  </a:cubicBezTo>
                  <a:cubicBezTo>
                    <a:pt x="28156" y="27109"/>
                    <a:pt x="30709" y="32740"/>
                    <a:pt x="32211" y="38672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1" name="Content Placeholder 4">
              <a:extLst>
                <a:ext uri="{FF2B5EF4-FFF2-40B4-BE49-F238E27FC236}">
                  <a16:creationId xmlns:a16="http://schemas.microsoft.com/office/drawing/2014/main" id="{106FCA99-4076-8D16-D94E-C7168D9E4CD1}"/>
                </a:ext>
              </a:extLst>
            </p:cNvPr>
            <p:cNvSpPr/>
            <p:nvPr/>
          </p:nvSpPr>
          <p:spPr>
            <a:xfrm>
              <a:off x="11395991" y="1895481"/>
              <a:ext cx="214730" cy="265845"/>
            </a:xfrm>
            <a:custGeom>
              <a:avLst/>
              <a:gdLst>
                <a:gd name="connsiteX0" fmla="*/ 97 w 214730"/>
                <a:gd name="connsiteY0" fmla="*/ 228694 h 265845"/>
                <a:gd name="connsiteX1" fmla="*/ 3401 w 214730"/>
                <a:gd name="connsiteY1" fmla="*/ 245288 h 265845"/>
                <a:gd name="connsiteX2" fmla="*/ 10911 w 214730"/>
                <a:gd name="connsiteY2" fmla="*/ 251745 h 265845"/>
                <a:gd name="connsiteX3" fmla="*/ 65883 w 214730"/>
                <a:gd name="connsiteY3" fmla="*/ 265035 h 265845"/>
                <a:gd name="connsiteX4" fmla="*/ 155027 w 214730"/>
                <a:gd name="connsiteY4" fmla="*/ 263083 h 265845"/>
                <a:gd name="connsiteX5" fmla="*/ 176956 w 214730"/>
                <a:gd name="connsiteY5" fmla="*/ 258578 h 265845"/>
                <a:gd name="connsiteX6" fmla="*/ 195206 w 214730"/>
                <a:gd name="connsiteY6" fmla="*/ 244612 h 265845"/>
                <a:gd name="connsiteX7" fmla="*/ 214582 w 214730"/>
                <a:gd name="connsiteY7" fmla="*/ 183343 h 265845"/>
                <a:gd name="connsiteX8" fmla="*/ 203992 w 214730"/>
                <a:gd name="connsiteY8" fmla="*/ 118921 h 265845"/>
                <a:gd name="connsiteX9" fmla="*/ 183490 w 214730"/>
                <a:gd name="connsiteY9" fmla="*/ 11175 h 265845"/>
                <a:gd name="connsiteX10" fmla="*/ 179060 w 214730"/>
                <a:gd name="connsiteY10" fmla="*/ 1564 h 265845"/>
                <a:gd name="connsiteX11" fmla="*/ 171550 w 214730"/>
                <a:gd name="connsiteY11" fmla="*/ 137 h 265845"/>
                <a:gd name="connsiteX12" fmla="*/ 36370 w 214730"/>
                <a:gd name="connsiteY12" fmla="*/ 15905 h 265845"/>
                <a:gd name="connsiteX13" fmla="*/ 18946 w 214730"/>
                <a:gd name="connsiteY13" fmla="*/ 32499 h 265845"/>
                <a:gd name="connsiteX14" fmla="*/ 12713 w 214730"/>
                <a:gd name="connsiteY14" fmla="*/ 70041 h 265845"/>
                <a:gd name="connsiteX15" fmla="*/ 4227 w 214730"/>
                <a:gd name="connsiteY15" fmla="*/ 143924 h 265845"/>
                <a:gd name="connsiteX16" fmla="*/ 97 w 214730"/>
                <a:gd name="connsiteY16" fmla="*/ 228694 h 26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4730" h="265845">
                  <a:moveTo>
                    <a:pt x="97" y="228694"/>
                  </a:moveTo>
                  <a:cubicBezTo>
                    <a:pt x="-429" y="234431"/>
                    <a:pt x="697" y="240205"/>
                    <a:pt x="3401" y="245288"/>
                  </a:cubicBezTo>
                  <a:cubicBezTo>
                    <a:pt x="5429" y="247931"/>
                    <a:pt x="7982" y="250124"/>
                    <a:pt x="10911" y="251745"/>
                  </a:cubicBezTo>
                  <a:cubicBezTo>
                    <a:pt x="26757" y="262032"/>
                    <a:pt x="46809" y="264134"/>
                    <a:pt x="65883" y="265035"/>
                  </a:cubicBezTo>
                  <a:cubicBezTo>
                    <a:pt x="95624" y="266530"/>
                    <a:pt x="125363" y="265876"/>
                    <a:pt x="155027" y="263083"/>
                  </a:cubicBezTo>
                  <a:cubicBezTo>
                    <a:pt x="162537" y="262655"/>
                    <a:pt x="169898" y="261139"/>
                    <a:pt x="176956" y="258578"/>
                  </a:cubicBezTo>
                  <a:cubicBezTo>
                    <a:pt x="184092" y="255432"/>
                    <a:pt x="190324" y="250642"/>
                    <a:pt x="195206" y="244612"/>
                  </a:cubicBezTo>
                  <a:cubicBezTo>
                    <a:pt x="208874" y="227200"/>
                    <a:pt x="215708" y="205433"/>
                    <a:pt x="214582" y="183343"/>
                  </a:cubicBezTo>
                  <a:cubicBezTo>
                    <a:pt x="213305" y="161554"/>
                    <a:pt x="209775" y="139960"/>
                    <a:pt x="203992" y="118921"/>
                  </a:cubicBezTo>
                  <a:cubicBezTo>
                    <a:pt x="195731" y="83256"/>
                    <a:pt x="188972" y="47365"/>
                    <a:pt x="183490" y="11175"/>
                  </a:cubicBezTo>
                  <a:cubicBezTo>
                    <a:pt x="183490" y="7488"/>
                    <a:pt x="181838" y="3989"/>
                    <a:pt x="179060" y="1564"/>
                  </a:cubicBezTo>
                  <a:cubicBezTo>
                    <a:pt x="176731" y="400"/>
                    <a:pt x="174103" y="-88"/>
                    <a:pt x="171550" y="137"/>
                  </a:cubicBezTo>
                  <a:cubicBezTo>
                    <a:pt x="126490" y="-388"/>
                    <a:pt x="79101" y="-689"/>
                    <a:pt x="36370" y="15905"/>
                  </a:cubicBezTo>
                  <a:cubicBezTo>
                    <a:pt x="25480" y="20185"/>
                    <a:pt x="20823" y="21386"/>
                    <a:pt x="18946" y="32499"/>
                  </a:cubicBezTo>
                  <a:cubicBezTo>
                    <a:pt x="16844" y="45038"/>
                    <a:pt x="14590" y="57577"/>
                    <a:pt x="12713" y="70041"/>
                  </a:cubicBezTo>
                  <a:cubicBezTo>
                    <a:pt x="9108" y="94616"/>
                    <a:pt x="6255" y="119244"/>
                    <a:pt x="4227" y="143924"/>
                  </a:cubicBezTo>
                  <a:cubicBezTo>
                    <a:pt x="1749" y="172208"/>
                    <a:pt x="396" y="200463"/>
                    <a:pt x="97" y="228694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2" name="Content Placeholder 4">
              <a:extLst>
                <a:ext uri="{FF2B5EF4-FFF2-40B4-BE49-F238E27FC236}">
                  <a16:creationId xmlns:a16="http://schemas.microsoft.com/office/drawing/2014/main" id="{4C49C2C2-8324-382F-BC12-062D63C2229F}"/>
                </a:ext>
              </a:extLst>
            </p:cNvPr>
            <p:cNvSpPr/>
            <p:nvPr/>
          </p:nvSpPr>
          <p:spPr>
            <a:xfrm>
              <a:off x="11419973" y="1531508"/>
              <a:ext cx="113592" cy="201230"/>
            </a:xfrm>
            <a:custGeom>
              <a:avLst/>
              <a:gdLst>
                <a:gd name="connsiteX0" fmla="*/ 108290 w 113592"/>
                <a:gd name="connsiteY0" fmla="*/ 16243 h 201230"/>
                <a:gd name="connsiteX1" fmla="*/ 57222 w 113592"/>
                <a:gd name="connsiteY1" fmla="*/ 2202 h 201230"/>
                <a:gd name="connsiteX2" fmla="*/ 15767 w 113592"/>
                <a:gd name="connsiteY2" fmla="*/ 38018 h 201230"/>
                <a:gd name="connsiteX3" fmla="*/ 1123 w 113592"/>
                <a:gd name="connsiteY3" fmla="*/ 91853 h 201230"/>
                <a:gd name="connsiteX4" fmla="*/ 4727 w 113592"/>
                <a:gd name="connsiteY4" fmla="*/ 200050 h 201230"/>
                <a:gd name="connsiteX5" fmla="*/ 69013 w 113592"/>
                <a:gd name="connsiteY5" fmla="*/ 196596 h 201230"/>
                <a:gd name="connsiteX6" fmla="*/ 43254 w 113592"/>
                <a:gd name="connsiteY6" fmla="*/ 78263 h 201230"/>
                <a:gd name="connsiteX7" fmla="*/ 49487 w 113592"/>
                <a:gd name="connsiteY7" fmla="*/ 54536 h 201230"/>
                <a:gd name="connsiteX8" fmla="*/ 70064 w 113592"/>
                <a:gd name="connsiteY8" fmla="*/ 45151 h 201230"/>
                <a:gd name="connsiteX9" fmla="*/ 79527 w 113592"/>
                <a:gd name="connsiteY9" fmla="*/ 37042 h 201230"/>
                <a:gd name="connsiteX10" fmla="*/ 79001 w 113592"/>
                <a:gd name="connsiteY10" fmla="*/ 42973 h 201230"/>
                <a:gd name="connsiteX11" fmla="*/ 110018 w 113592"/>
                <a:gd name="connsiteY11" fmla="*/ 38318 h 201230"/>
                <a:gd name="connsiteX12" fmla="*/ 108290 w 113592"/>
                <a:gd name="connsiteY12" fmla="*/ 16243 h 20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3592" h="201230">
                  <a:moveTo>
                    <a:pt x="108290" y="16243"/>
                  </a:moveTo>
                  <a:cubicBezTo>
                    <a:pt x="95523" y="1970"/>
                    <a:pt x="75547" y="-3519"/>
                    <a:pt x="57222" y="2202"/>
                  </a:cubicBezTo>
                  <a:cubicBezTo>
                    <a:pt x="39198" y="8202"/>
                    <a:pt x="24328" y="21079"/>
                    <a:pt x="15767" y="38018"/>
                  </a:cubicBezTo>
                  <a:cubicBezTo>
                    <a:pt x="7356" y="54814"/>
                    <a:pt x="2400" y="73120"/>
                    <a:pt x="1123" y="91853"/>
                  </a:cubicBezTo>
                  <a:cubicBezTo>
                    <a:pt x="-1206" y="127947"/>
                    <a:pt x="-4" y="164190"/>
                    <a:pt x="4727" y="200050"/>
                  </a:cubicBezTo>
                  <a:cubicBezTo>
                    <a:pt x="26206" y="202355"/>
                    <a:pt x="47910" y="201191"/>
                    <a:pt x="69013" y="196596"/>
                  </a:cubicBezTo>
                  <a:cubicBezTo>
                    <a:pt x="56847" y="157928"/>
                    <a:pt x="44606" y="118734"/>
                    <a:pt x="43254" y="78263"/>
                  </a:cubicBezTo>
                  <a:cubicBezTo>
                    <a:pt x="42052" y="69839"/>
                    <a:pt x="44305" y="61279"/>
                    <a:pt x="49487" y="54536"/>
                  </a:cubicBezTo>
                  <a:cubicBezTo>
                    <a:pt x="55720" y="50174"/>
                    <a:pt x="62704" y="46990"/>
                    <a:pt x="70064" y="45151"/>
                  </a:cubicBezTo>
                  <a:cubicBezTo>
                    <a:pt x="73969" y="43529"/>
                    <a:pt x="77349" y="40683"/>
                    <a:pt x="79527" y="37042"/>
                  </a:cubicBezTo>
                  <a:lnTo>
                    <a:pt x="79001" y="42973"/>
                  </a:lnTo>
                  <a:cubicBezTo>
                    <a:pt x="87563" y="36516"/>
                    <a:pt x="101531" y="45376"/>
                    <a:pt x="110018" y="38318"/>
                  </a:cubicBezTo>
                  <a:cubicBezTo>
                    <a:pt x="116175" y="32987"/>
                    <a:pt x="113472" y="23001"/>
                    <a:pt x="108290" y="16243"/>
                  </a:cubicBezTo>
                  <a:close/>
                </a:path>
              </a:pathLst>
            </a:custGeom>
            <a:solidFill>
              <a:srgbClr val="EDDD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643" name="Group 1642">
            <a:extLst>
              <a:ext uri="{FF2B5EF4-FFF2-40B4-BE49-F238E27FC236}">
                <a16:creationId xmlns:a16="http://schemas.microsoft.com/office/drawing/2014/main" id="{05BEC147-0049-7521-1DFE-301D6F8E2BC0}"/>
              </a:ext>
            </a:extLst>
          </p:cNvPr>
          <p:cNvGrpSpPr/>
          <p:nvPr userDrawn="1"/>
        </p:nvGrpSpPr>
        <p:grpSpPr>
          <a:xfrm>
            <a:off x="8376143" y="1947445"/>
            <a:ext cx="288571" cy="801234"/>
            <a:chOff x="9719863" y="1568197"/>
            <a:chExt cx="288571" cy="801234"/>
          </a:xfrm>
        </p:grpSpPr>
        <p:sp>
          <p:nvSpPr>
            <p:cNvPr id="1644" name="Content Placeholder 4">
              <a:extLst>
                <a:ext uri="{FF2B5EF4-FFF2-40B4-BE49-F238E27FC236}">
                  <a16:creationId xmlns:a16="http://schemas.microsoft.com/office/drawing/2014/main" id="{F9DD5244-6BC1-D8FF-1D39-CEF0BBCBE423}"/>
                </a:ext>
              </a:extLst>
            </p:cNvPr>
            <p:cNvSpPr/>
            <p:nvPr/>
          </p:nvSpPr>
          <p:spPr>
            <a:xfrm>
              <a:off x="9732413" y="2349722"/>
              <a:ext cx="267214" cy="19709"/>
            </a:xfrm>
            <a:custGeom>
              <a:avLst/>
              <a:gdLst>
                <a:gd name="connsiteX0" fmla="*/ 262610 w 267214"/>
                <a:gd name="connsiteY0" fmla="*/ 12472 h 19709"/>
                <a:gd name="connsiteX1" fmla="*/ 267041 w 267214"/>
                <a:gd name="connsiteY1" fmla="*/ 10369 h 19709"/>
                <a:gd name="connsiteX2" fmla="*/ 263812 w 267214"/>
                <a:gd name="connsiteY2" fmla="*/ 4888 h 19709"/>
                <a:gd name="connsiteX3" fmla="*/ 236175 w 267214"/>
                <a:gd name="connsiteY3" fmla="*/ 158 h 19709"/>
                <a:gd name="connsiteX4" fmla="*/ 150111 w 267214"/>
                <a:gd name="connsiteY4" fmla="*/ 158 h 19709"/>
                <a:gd name="connsiteX5" fmla="*/ 62919 w 267214"/>
                <a:gd name="connsiteY5" fmla="*/ 758 h 19709"/>
                <a:gd name="connsiteX6" fmla="*/ 18986 w 267214"/>
                <a:gd name="connsiteY6" fmla="*/ 2710 h 19709"/>
                <a:gd name="connsiteX7" fmla="*/ 1713 w 267214"/>
                <a:gd name="connsiteY7" fmla="*/ 12396 h 19709"/>
                <a:gd name="connsiteX8" fmla="*/ 29275 w 267214"/>
                <a:gd name="connsiteY8" fmla="*/ 18929 h 19709"/>
                <a:gd name="connsiteX9" fmla="*/ 73434 w 267214"/>
                <a:gd name="connsiteY9" fmla="*/ 19680 h 19709"/>
                <a:gd name="connsiteX10" fmla="*/ 162427 w 267214"/>
                <a:gd name="connsiteY10" fmla="*/ 19154 h 19709"/>
                <a:gd name="connsiteX11" fmla="*/ 262610 w 267214"/>
                <a:gd name="connsiteY11" fmla="*/ 12472 h 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7214" h="19709">
                  <a:moveTo>
                    <a:pt x="262610" y="12472"/>
                  </a:moveTo>
                  <a:cubicBezTo>
                    <a:pt x="264337" y="12472"/>
                    <a:pt x="266365" y="11871"/>
                    <a:pt x="267041" y="10369"/>
                  </a:cubicBezTo>
                  <a:cubicBezTo>
                    <a:pt x="267717" y="8867"/>
                    <a:pt x="265915" y="6014"/>
                    <a:pt x="263812" y="4888"/>
                  </a:cubicBezTo>
                  <a:cubicBezTo>
                    <a:pt x="255145" y="1014"/>
                    <a:pt x="245638" y="-616"/>
                    <a:pt x="236175" y="158"/>
                  </a:cubicBezTo>
                  <a:lnTo>
                    <a:pt x="150111" y="158"/>
                  </a:lnTo>
                  <a:cubicBezTo>
                    <a:pt x="121047" y="158"/>
                    <a:pt x="91984" y="158"/>
                    <a:pt x="62919" y="758"/>
                  </a:cubicBezTo>
                  <a:cubicBezTo>
                    <a:pt x="47899" y="1134"/>
                    <a:pt x="33631" y="1735"/>
                    <a:pt x="18986" y="2710"/>
                  </a:cubicBezTo>
                  <a:cubicBezTo>
                    <a:pt x="13429" y="3086"/>
                    <a:pt x="-5872" y="3311"/>
                    <a:pt x="1713" y="12396"/>
                  </a:cubicBezTo>
                  <a:cubicBezTo>
                    <a:pt x="7045" y="18854"/>
                    <a:pt x="21915" y="18779"/>
                    <a:pt x="29275" y="18929"/>
                  </a:cubicBezTo>
                  <a:cubicBezTo>
                    <a:pt x="44295" y="18929"/>
                    <a:pt x="58714" y="19454"/>
                    <a:pt x="73434" y="19680"/>
                  </a:cubicBezTo>
                  <a:cubicBezTo>
                    <a:pt x="103474" y="19680"/>
                    <a:pt x="132763" y="19680"/>
                    <a:pt x="162427" y="19154"/>
                  </a:cubicBezTo>
                  <a:cubicBezTo>
                    <a:pt x="195621" y="18103"/>
                    <a:pt x="229041" y="16151"/>
                    <a:pt x="262610" y="12472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5" name="Content Placeholder 4">
              <a:extLst>
                <a:ext uri="{FF2B5EF4-FFF2-40B4-BE49-F238E27FC236}">
                  <a16:creationId xmlns:a16="http://schemas.microsoft.com/office/drawing/2014/main" id="{1E45AEE1-9996-5B1D-1DBE-299FAE8D6665}"/>
                </a:ext>
              </a:extLst>
            </p:cNvPr>
            <p:cNvSpPr/>
            <p:nvPr/>
          </p:nvSpPr>
          <p:spPr>
            <a:xfrm>
              <a:off x="9829523" y="2332287"/>
              <a:ext cx="61252" cy="21752"/>
            </a:xfrm>
            <a:custGeom>
              <a:avLst/>
              <a:gdLst>
                <a:gd name="connsiteX0" fmla="*/ 18829 w 61252"/>
                <a:gd name="connsiteY0" fmla="*/ 17593 h 21752"/>
                <a:gd name="connsiteX1" fmla="*/ 16201 w 61252"/>
                <a:gd name="connsiteY1" fmla="*/ 21572 h 21752"/>
                <a:gd name="connsiteX2" fmla="*/ 7039 w 61252"/>
                <a:gd name="connsiteY2" fmla="*/ 21047 h 21752"/>
                <a:gd name="connsiteX3" fmla="*/ 4861 w 61252"/>
                <a:gd name="connsiteY3" fmla="*/ 20070 h 21752"/>
                <a:gd name="connsiteX4" fmla="*/ 3659 w 61252"/>
                <a:gd name="connsiteY4" fmla="*/ 18644 h 21752"/>
                <a:gd name="connsiteX5" fmla="*/ -21 w 61252"/>
                <a:gd name="connsiteY5" fmla="*/ 13163 h 21752"/>
                <a:gd name="connsiteX6" fmla="*/ 1181 w 61252"/>
                <a:gd name="connsiteY6" fmla="*/ 9108 h 21752"/>
                <a:gd name="connsiteX7" fmla="*/ 4785 w 61252"/>
                <a:gd name="connsiteY7" fmla="*/ 398 h 21752"/>
                <a:gd name="connsiteX8" fmla="*/ 23185 w 61252"/>
                <a:gd name="connsiteY8" fmla="*/ 398 h 21752"/>
                <a:gd name="connsiteX9" fmla="*/ 24537 w 61252"/>
                <a:gd name="connsiteY9" fmla="*/ 6330 h 21752"/>
                <a:gd name="connsiteX10" fmla="*/ 42936 w 61252"/>
                <a:gd name="connsiteY10" fmla="*/ 9558 h 21752"/>
                <a:gd name="connsiteX11" fmla="*/ 52099 w 61252"/>
                <a:gd name="connsiteY11" fmla="*/ 10910 h 21752"/>
                <a:gd name="connsiteX12" fmla="*/ 60435 w 61252"/>
                <a:gd name="connsiteY12" fmla="*/ 12412 h 21752"/>
                <a:gd name="connsiteX13" fmla="*/ 61110 w 61252"/>
                <a:gd name="connsiteY13" fmla="*/ 15190 h 21752"/>
                <a:gd name="connsiteX14" fmla="*/ 61110 w 61252"/>
                <a:gd name="connsiteY14" fmla="*/ 17442 h 21752"/>
                <a:gd name="connsiteX15" fmla="*/ 58407 w 61252"/>
                <a:gd name="connsiteY15" fmla="*/ 19995 h 21752"/>
                <a:gd name="connsiteX16" fmla="*/ 18829 w 61252"/>
                <a:gd name="connsiteY16" fmla="*/ 17593 h 2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1252" h="21752">
                  <a:moveTo>
                    <a:pt x="18829" y="17593"/>
                  </a:moveTo>
                  <a:cubicBezTo>
                    <a:pt x="21383" y="19770"/>
                    <a:pt x="17928" y="21422"/>
                    <a:pt x="16201" y="21572"/>
                  </a:cubicBezTo>
                  <a:cubicBezTo>
                    <a:pt x="13137" y="21888"/>
                    <a:pt x="10042" y="21707"/>
                    <a:pt x="7039" y="21047"/>
                  </a:cubicBezTo>
                  <a:cubicBezTo>
                    <a:pt x="6250" y="20881"/>
                    <a:pt x="5506" y="20543"/>
                    <a:pt x="4861" y="20070"/>
                  </a:cubicBezTo>
                  <a:cubicBezTo>
                    <a:pt x="4365" y="19688"/>
                    <a:pt x="3952" y="19200"/>
                    <a:pt x="3659" y="18644"/>
                  </a:cubicBezTo>
                  <a:cubicBezTo>
                    <a:pt x="2195" y="16984"/>
                    <a:pt x="956" y="15145"/>
                    <a:pt x="-21" y="13163"/>
                  </a:cubicBezTo>
                  <a:cubicBezTo>
                    <a:pt x="-96" y="11714"/>
                    <a:pt x="325" y="10279"/>
                    <a:pt x="1181" y="9108"/>
                  </a:cubicBezTo>
                  <a:cubicBezTo>
                    <a:pt x="3096" y="6555"/>
                    <a:pt x="4335" y="3559"/>
                    <a:pt x="4785" y="398"/>
                  </a:cubicBezTo>
                  <a:cubicBezTo>
                    <a:pt x="10906" y="-172"/>
                    <a:pt x="17064" y="-172"/>
                    <a:pt x="23185" y="398"/>
                  </a:cubicBezTo>
                  <a:cubicBezTo>
                    <a:pt x="23636" y="2651"/>
                    <a:pt x="25363" y="4528"/>
                    <a:pt x="24537" y="6330"/>
                  </a:cubicBezTo>
                  <a:cubicBezTo>
                    <a:pt x="30770" y="6758"/>
                    <a:pt x="36936" y="7839"/>
                    <a:pt x="42936" y="9558"/>
                  </a:cubicBezTo>
                  <a:cubicBezTo>
                    <a:pt x="45940" y="10159"/>
                    <a:pt x="49019" y="10610"/>
                    <a:pt x="52099" y="10910"/>
                  </a:cubicBezTo>
                  <a:cubicBezTo>
                    <a:pt x="55178" y="11210"/>
                    <a:pt x="59083" y="10009"/>
                    <a:pt x="60435" y="12412"/>
                  </a:cubicBezTo>
                  <a:cubicBezTo>
                    <a:pt x="60833" y="13283"/>
                    <a:pt x="61065" y="14229"/>
                    <a:pt x="61110" y="15190"/>
                  </a:cubicBezTo>
                  <a:cubicBezTo>
                    <a:pt x="61261" y="15933"/>
                    <a:pt x="61261" y="16699"/>
                    <a:pt x="61110" y="17442"/>
                  </a:cubicBezTo>
                  <a:cubicBezTo>
                    <a:pt x="60622" y="18644"/>
                    <a:pt x="59631" y="19575"/>
                    <a:pt x="58407" y="19995"/>
                  </a:cubicBezTo>
                  <a:cubicBezTo>
                    <a:pt x="45340" y="25026"/>
                    <a:pt x="32122" y="17367"/>
                    <a:pt x="18829" y="17593"/>
                  </a:cubicBezTo>
                  <a:close/>
                </a:path>
              </a:pathLst>
            </a:custGeom>
            <a:solidFill>
              <a:srgbClr val="1A1A1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6" name="Content Placeholder 4">
              <a:extLst>
                <a:ext uri="{FF2B5EF4-FFF2-40B4-BE49-F238E27FC236}">
                  <a16:creationId xmlns:a16="http://schemas.microsoft.com/office/drawing/2014/main" id="{D327B533-89BC-D374-B0A9-B2DDE6CEE40F}"/>
                </a:ext>
              </a:extLst>
            </p:cNvPr>
            <p:cNvSpPr/>
            <p:nvPr/>
          </p:nvSpPr>
          <p:spPr>
            <a:xfrm>
              <a:off x="9971246" y="1880105"/>
              <a:ext cx="37188" cy="25186"/>
            </a:xfrm>
            <a:custGeom>
              <a:avLst/>
              <a:gdLst>
                <a:gd name="connsiteX0" fmla="*/ 28509 w 37188"/>
                <a:gd name="connsiteY0" fmla="*/ 12284 h 25186"/>
                <a:gd name="connsiteX1" fmla="*/ 34667 w 37188"/>
                <a:gd name="connsiteY1" fmla="*/ 16789 h 25186"/>
                <a:gd name="connsiteX2" fmla="*/ 36694 w 37188"/>
                <a:gd name="connsiteY2" fmla="*/ 23322 h 25186"/>
                <a:gd name="connsiteX3" fmla="*/ 30011 w 37188"/>
                <a:gd name="connsiteY3" fmla="*/ 24898 h 25186"/>
                <a:gd name="connsiteX4" fmla="*/ -29 w 37188"/>
                <a:gd name="connsiteY4" fmla="*/ 9881 h 25186"/>
                <a:gd name="connsiteX5" fmla="*/ 6429 w 37188"/>
                <a:gd name="connsiteY5" fmla="*/ -30 h 25186"/>
                <a:gd name="connsiteX6" fmla="*/ 18821 w 37188"/>
                <a:gd name="connsiteY6" fmla="*/ 6352 h 25186"/>
                <a:gd name="connsiteX7" fmla="*/ 32789 w 37188"/>
                <a:gd name="connsiteY7" fmla="*/ 11158 h 25186"/>
                <a:gd name="connsiteX8" fmla="*/ 31287 w 37188"/>
                <a:gd name="connsiteY8" fmla="*/ 12284 h 25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188" h="25186">
                  <a:moveTo>
                    <a:pt x="28509" y="12284"/>
                  </a:moveTo>
                  <a:cubicBezTo>
                    <a:pt x="30792" y="13448"/>
                    <a:pt x="32865" y="14972"/>
                    <a:pt x="34667" y="16789"/>
                  </a:cubicBezTo>
                  <a:cubicBezTo>
                    <a:pt x="36394" y="18516"/>
                    <a:pt x="37971" y="21219"/>
                    <a:pt x="36694" y="23322"/>
                  </a:cubicBezTo>
                  <a:cubicBezTo>
                    <a:pt x="35418" y="25424"/>
                    <a:pt x="32414" y="25349"/>
                    <a:pt x="30011" y="24898"/>
                  </a:cubicBezTo>
                  <a:cubicBezTo>
                    <a:pt x="19136" y="21850"/>
                    <a:pt x="8937" y="16752"/>
                    <a:pt x="-29" y="9881"/>
                  </a:cubicBezTo>
                  <a:cubicBezTo>
                    <a:pt x="1585" y="6255"/>
                    <a:pt x="3763" y="2914"/>
                    <a:pt x="6429" y="-30"/>
                  </a:cubicBezTo>
                  <a:cubicBezTo>
                    <a:pt x="9974" y="3079"/>
                    <a:pt x="14232" y="5271"/>
                    <a:pt x="18821" y="6352"/>
                  </a:cubicBezTo>
                  <a:cubicBezTo>
                    <a:pt x="23815" y="6698"/>
                    <a:pt x="28636" y="8357"/>
                    <a:pt x="32789" y="11158"/>
                  </a:cubicBezTo>
                  <a:lnTo>
                    <a:pt x="31287" y="12284"/>
                  </a:ln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7" name="Content Placeholder 4">
              <a:extLst>
                <a:ext uri="{FF2B5EF4-FFF2-40B4-BE49-F238E27FC236}">
                  <a16:creationId xmlns:a16="http://schemas.microsoft.com/office/drawing/2014/main" id="{17E66F5E-F827-F99C-901D-922B723F1A9B}"/>
                </a:ext>
              </a:extLst>
            </p:cNvPr>
            <p:cNvSpPr/>
            <p:nvPr/>
          </p:nvSpPr>
          <p:spPr>
            <a:xfrm>
              <a:off x="9841507" y="1710392"/>
              <a:ext cx="139576" cy="184354"/>
            </a:xfrm>
            <a:custGeom>
              <a:avLst/>
              <a:gdLst>
                <a:gd name="connsiteX0" fmla="*/ 11577 w 139576"/>
                <a:gd name="connsiteY0" fmla="*/ 13132 h 184354"/>
                <a:gd name="connsiteX1" fmla="*/ 48076 w 139576"/>
                <a:gd name="connsiteY1" fmla="*/ 22818 h 184354"/>
                <a:gd name="connsiteX2" fmla="*/ 48076 w 139576"/>
                <a:gd name="connsiteY2" fmla="*/ 97902 h 184354"/>
                <a:gd name="connsiteX3" fmla="*/ 69554 w 139576"/>
                <a:gd name="connsiteY3" fmla="*/ 127936 h 184354"/>
                <a:gd name="connsiteX4" fmla="*/ 139547 w 139576"/>
                <a:gd name="connsiteY4" fmla="*/ 168932 h 184354"/>
                <a:gd name="connsiteX5" fmla="*/ 132488 w 139576"/>
                <a:gd name="connsiteY5" fmla="*/ 184325 h 184354"/>
                <a:gd name="connsiteX6" fmla="*/ 38763 w 139576"/>
                <a:gd name="connsiteY6" fmla="*/ 146782 h 184354"/>
                <a:gd name="connsiteX7" fmla="*/ 21715 w 139576"/>
                <a:gd name="connsiteY7" fmla="*/ 137322 h 184354"/>
                <a:gd name="connsiteX8" fmla="*/ 11802 w 139576"/>
                <a:gd name="connsiteY8" fmla="*/ 121854 h 184354"/>
                <a:gd name="connsiteX9" fmla="*/ 11577 w 139576"/>
                <a:gd name="connsiteY9" fmla="*/ 13132 h 184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576" h="184354">
                  <a:moveTo>
                    <a:pt x="11577" y="13132"/>
                  </a:moveTo>
                  <a:cubicBezTo>
                    <a:pt x="21115" y="-6615"/>
                    <a:pt x="49127" y="-4738"/>
                    <a:pt x="48076" y="22818"/>
                  </a:cubicBezTo>
                  <a:cubicBezTo>
                    <a:pt x="47174" y="47671"/>
                    <a:pt x="43044" y="72374"/>
                    <a:pt x="48076" y="97902"/>
                  </a:cubicBezTo>
                  <a:cubicBezTo>
                    <a:pt x="50674" y="110494"/>
                    <a:pt x="58477" y="121404"/>
                    <a:pt x="69554" y="127936"/>
                  </a:cubicBezTo>
                  <a:cubicBezTo>
                    <a:pt x="92587" y="142202"/>
                    <a:pt x="115913" y="155868"/>
                    <a:pt x="139547" y="168932"/>
                  </a:cubicBezTo>
                  <a:cubicBezTo>
                    <a:pt x="137219" y="174113"/>
                    <a:pt x="134816" y="179219"/>
                    <a:pt x="132488" y="184325"/>
                  </a:cubicBezTo>
                  <a:lnTo>
                    <a:pt x="38763" y="146782"/>
                  </a:lnTo>
                  <a:cubicBezTo>
                    <a:pt x="32552" y="144688"/>
                    <a:pt x="26777" y="141481"/>
                    <a:pt x="21715" y="137322"/>
                  </a:cubicBezTo>
                  <a:cubicBezTo>
                    <a:pt x="17360" y="132922"/>
                    <a:pt x="13980" y="127651"/>
                    <a:pt x="11802" y="121854"/>
                  </a:cubicBezTo>
                  <a:cubicBezTo>
                    <a:pt x="-3894" y="87330"/>
                    <a:pt x="-3976" y="47723"/>
                    <a:pt x="11577" y="13132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8" name="Content Placeholder 4">
              <a:extLst>
                <a:ext uri="{FF2B5EF4-FFF2-40B4-BE49-F238E27FC236}">
                  <a16:creationId xmlns:a16="http://schemas.microsoft.com/office/drawing/2014/main" id="{85980AC7-0049-C820-0F72-953B45188070}"/>
                </a:ext>
              </a:extLst>
            </p:cNvPr>
            <p:cNvSpPr/>
            <p:nvPr/>
          </p:nvSpPr>
          <p:spPr>
            <a:xfrm>
              <a:off x="9743209" y="2027128"/>
              <a:ext cx="56132" cy="145432"/>
            </a:xfrm>
            <a:custGeom>
              <a:avLst/>
              <a:gdLst>
                <a:gd name="connsiteX0" fmla="*/ 11870 w 56132"/>
                <a:gd name="connsiteY0" fmla="*/ 145402 h 145432"/>
                <a:gd name="connsiteX1" fmla="*/ 56103 w 56132"/>
                <a:gd name="connsiteY1" fmla="*/ 141122 h 145432"/>
                <a:gd name="connsiteX2" fmla="*/ 50096 w 56132"/>
                <a:gd name="connsiteY2" fmla="*/ 46290 h 145432"/>
                <a:gd name="connsiteX3" fmla="*/ 37929 w 56132"/>
                <a:gd name="connsiteY3" fmla="*/ 8748 h 145432"/>
                <a:gd name="connsiteX4" fmla="*/ 34775 w 56132"/>
                <a:gd name="connsiteY4" fmla="*/ 1239 h 145432"/>
                <a:gd name="connsiteX5" fmla="*/ 27866 w 56132"/>
                <a:gd name="connsiteY5" fmla="*/ 188 h 145432"/>
                <a:gd name="connsiteX6" fmla="*/ 755 w 56132"/>
                <a:gd name="connsiteY6" fmla="*/ 13853 h 145432"/>
                <a:gd name="connsiteX7" fmla="*/ 304 w 56132"/>
                <a:gd name="connsiteY7" fmla="*/ 25041 h 145432"/>
                <a:gd name="connsiteX8" fmla="*/ 11870 w 56132"/>
                <a:gd name="connsiteY8" fmla="*/ 145402 h 145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6132" h="145432">
                  <a:moveTo>
                    <a:pt x="11870" y="145402"/>
                  </a:moveTo>
                  <a:cubicBezTo>
                    <a:pt x="26717" y="145439"/>
                    <a:pt x="41534" y="144005"/>
                    <a:pt x="56103" y="141122"/>
                  </a:cubicBezTo>
                  <a:cubicBezTo>
                    <a:pt x="55578" y="116119"/>
                    <a:pt x="51672" y="56727"/>
                    <a:pt x="50096" y="46290"/>
                  </a:cubicBezTo>
                  <a:cubicBezTo>
                    <a:pt x="44989" y="11376"/>
                    <a:pt x="43036" y="43737"/>
                    <a:pt x="37929" y="8748"/>
                  </a:cubicBezTo>
                  <a:cubicBezTo>
                    <a:pt x="37944" y="5917"/>
                    <a:pt x="36810" y="3206"/>
                    <a:pt x="34775" y="1239"/>
                  </a:cubicBezTo>
                  <a:cubicBezTo>
                    <a:pt x="32680" y="60"/>
                    <a:pt x="30224" y="-315"/>
                    <a:pt x="27866" y="188"/>
                  </a:cubicBezTo>
                  <a:cubicBezTo>
                    <a:pt x="17127" y="1014"/>
                    <a:pt x="4134" y="3642"/>
                    <a:pt x="755" y="13853"/>
                  </a:cubicBezTo>
                  <a:cubicBezTo>
                    <a:pt x="-109" y="17518"/>
                    <a:pt x="-259" y="21317"/>
                    <a:pt x="304" y="25041"/>
                  </a:cubicBezTo>
                  <a:cubicBezTo>
                    <a:pt x="4157" y="65286"/>
                    <a:pt x="8017" y="105404"/>
                    <a:pt x="11870" y="145402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9" name="Content Placeholder 4">
              <a:extLst>
                <a:ext uri="{FF2B5EF4-FFF2-40B4-BE49-F238E27FC236}">
                  <a16:creationId xmlns:a16="http://schemas.microsoft.com/office/drawing/2014/main" id="{9998A751-45A5-201C-02B5-E9316F9C1789}"/>
                </a:ext>
              </a:extLst>
            </p:cNvPr>
            <p:cNvSpPr/>
            <p:nvPr/>
          </p:nvSpPr>
          <p:spPr>
            <a:xfrm>
              <a:off x="9827339" y="2044105"/>
              <a:ext cx="59050" cy="292138"/>
            </a:xfrm>
            <a:custGeom>
              <a:avLst/>
              <a:gdLst>
                <a:gd name="connsiteX0" fmla="*/ 13804 w 59050"/>
                <a:gd name="connsiteY0" fmla="*/ 1982 h 292138"/>
                <a:gd name="connsiteX1" fmla="*/ 58864 w 59050"/>
                <a:gd name="connsiteY1" fmla="*/ 781 h 292138"/>
                <a:gd name="connsiteX2" fmla="*/ 55935 w 59050"/>
                <a:gd name="connsiteY2" fmla="*/ 2658 h 292138"/>
                <a:gd name="connsiteX3" fmla="*/ 37837 w 59050"/>
                <a:gd name="connsiteY3" fmla="*/ 205386 h 292138"/>
                <a:gd name="connsiteX4" fmla="*/ 25295 w 59050"/>
                <a:gd name="connsiteY4" fmla="*/ 292109 h 292138"/>
                <a:gd name="connsiteX5" fmla="*/ 6820 w 59050"/>
                <a:gd name="connsiteY5" fmla="*/ 292109 h 292138"/>
                <a:gd name="connsiteX6" fmla="*/ 512 w 59050"/>
                <a:gd name="connsiteY6" fmla="*/ 17525 h 292138"/>
                <a:gd name="connsiteX7" fmla="*/ 8179 w 59050"/>
                <a:gd name="connsiteY7" fmla="*/ 2838 h 292138"/>
                <a:gd name="connsiteX8" fmla="*/ 13880 w 59050"/>
                <a:gd name="connsiteY8" fmla="*/ 2508 h 292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050" h="292138">
                  <a:moveTo>
                    <a:pt x="13804" y="1982"/>
                  </a:moveTo>
                  <a:lnTo>
                    <a:pt x="58864" y="781"/>
                  </a:lnTo>
                  <a:cubicBezTo>
                    <a:pt x="59841" y="-1171"/>
                    <a:pt x="55935" y="781"/>
                    <a:pt x="55935" y="2658"/>
                  </a:cubicBezTo>
                  <a:cubicBezTo>
                    <a:pt x="56912" y="70677"/>
                    <a:pt x="50844" y="138613"/>
                    <a:pt x="37837" y="205386"/>
                  </a:cubicBezTo>
                  <a:cubicBezTo>
                    <a:pt x="32279" y="234068"/>
                    <a:pt x="25370" y="262826"/>
                    <a:pt x="25295" y="292109"/>
                  </a:cubicBezTo>
                  <a:lnTo>
                    <a:pt x="6820" y="292109"/>
                  </a:lnTo>
                  <a:lnTo>
                    <a:pt x="512" y="17525"/>
                  </a:lnTo>
                  <a:cubicBezTo>
                    <a:pt x="-1426" y="11353"/>
                    <a:pt x="2006" y="4775"/>
                    <a:pt x="8179" y="2838"/>
                  </a:cubicBezTo>
                  <a:cubicBezTo>
                    <a:pt x="10019" y="2260"/>
                    <a:pt x="11980" y="2147"/>
                    <a:pt x="13880" y="2508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0" name="Content Placeholder 4">
              <a:extLst>
                <a:ext uri="{FF2B5EF4-FFF2-40B4-BE49-F238E27FC236}">
                  <a16:creationId xmlns:a16="http://schemas.microsoft.com/office/drawing/2014/main" id="{C35E07CB-559B-63DE-6B47-E7CEB2F1C9E2}"/>
                </a:ext>
              </a:extLst>
            </p:cNvPr>
            <p:cNvSpPr/>
            <p:nvPr/>
          </p:nvSpPr>
          <p:spPr>
            <a:xfrm>
              <a:off x="9726099" y="1682483"/>
              <a:ext cx="187987" cy="423626"/>
            </a:xfrm>
            <a:custGeom>
              <a:avLst/>
              <a:gdLst>
                <a:gd name="connsiteX0" fmla="*/ 52786 w 187987"/>
                <a:gd name="connsiteY0" fmla="*/ 10182 h 423626"/>
                <a:gd name="connsiteX1" fmla="*/ 62774 w 187987"/>
                <a:gd name="connsiteY1" fmla="*/ -30 h 423626"/>
                <a:gd name="connsiteX2" fmla="*/ 71561 w 187987"/>
                <a:gd name="connsiteY2" fmla="*/ 3649 h 423626"/>
                <a:gd name="connsiteX3" fmla="*/ 93640 w 187987"/>
                <a:gd name="connsiteY3" fmla="*/ 12509 h 423626"/>
                <a:gd name="connsiteX4" fmla="*/ 143657 w 187987"/>
                <a:gd name="connsiteY4" fmla="*/ 8455 h 423626"/>
                <a:gd name="connsiteX5" fmla="*/ 157175 w 187987"/>
                <a:gd name="connsiteY5" fmla="*/ 42543 h 423626"/>
                <a:gd name="connsiteX6" fmla="*/ 183084 w 187987"/>
                <a:gd name="connsiteY6" fmla="*/ 254957 h 423626"/>
                <a:gd name="connsiteX7" fmla="*/ 172495 w 187987"/>
                <a:gd name="connsiteY7" fmla="*/ 318929 h 423626"/>
                <a:gd name="connsiteX8" fmla="*/ 184136 w 187987"/>
                <a:gd name="connsiteY8" fmla="*/ 423597 h 423626"/>
                <a:gd name="connsiteX9" fmla="*/ 63976 w 187987"/>
                <a:gd name="connsiteY9" fmla="*/ 415188 h 423626"/>
                <a:gd name="connsiteX10" fmla="*/ 141 w 187987"/>
                <a:gd name="connsiteY10" fmla="*/ 417666 h 423626"/>
                <a:gd name="connsiteX11" fmla="*/ 52786 w 187987"/>
                <a:gd name="connsiteY11" fmla="*/ 10182 h 423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7987" h="423626">
                  <a:moveTo>
                    <a:pt x="52786" y="10182"/>
                  </a:moveTo>
                  <a:cubicBezTo>
                    <a:pt x="54738" y="5527"/>
                    <a:pt x="57743" y="196"/>
                    <a:pt x="62774" y="-30"/>
                  </a:cubicBezTo>
                  <a:cubicBezTo>
                    <a:pt x="66018" y="241"/>
                    <a:pt x="69090" y="1532"/>
                    <a:pt x="71561" y="3649"/>
                  </a:cubicBezTo>
                  <a:cubicBezTo>
                    <a:pt x="78275" y="8012"/>
                    <a:pt x="85770" y="11023"/>
                    <a:pt x="93640" y="12509"/>
                  </a:cubicBezTo>
                  <a:cubicBezTo>
                    <a:pt x="100249" y="13335"/>
                    <a:pt x="138700" y="12960"/>
                    <a:pt x="143657" y="8455"/>
                  </a:cubicBezTo>
                  <a:cubicBezTo>
                    <a:pt x="147465" y="20085"/>
                    <a:pt x="151978" y="31468"/>
                    <a:pt x="157175" y="42543"/>
                  </a:cubicBezTo>
                  <a:cubicBezTo>
                    <a:pt x="185615" y="109504"/>
                    <a:pt x="194597" y="183124"/>
                    <a:pt x="183084" y="254957"/>
                  </a:cubicBezTo>
                  <a:cubicBezTo>
                    <a:pt x="179630" y="276281"/>
                    <a:pt x="174372" y="297380"/>
                    <a:pt x="172495" y="318929"/>
                  </a:cubicBezTo>
                  <a:cubicBezTo>
                    <a:pt x="170355" y="354227"/>
                    <a:pt x="174298" y="389629"/>
                    <a:pt x="184136" y="423597"/>
                  </a:cubicBezTo>
                  <a:lnTo>
                    <a:pt x="63976" y="415188"/>
                  </a:lnTo>
                  <a:cubicBezTo>
                    <a:pt x="38968" y="415939"/>
                    <a:pt x="14560" y="416614"/>
                    <a:pt x="141" y="417666"/>
                  </a:cubicBezTo>
                  <a:cubicBezTo>
                    <a:pt x="-685" y="279735"/>
                    <a:pt x="-610" y="137375"/>
                    <a:pt x="52786" y="10182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1" name="Content Placeholder 4">
              <a:extLst>
                <a:ext uri="{FF2B5EF4-FFF2-40B4-BE49-F238E27FC236}">
                  <a16:creationId xmlns:a16="http://schemas.microsoft.com/office/drawing/2014/main" id="{413CCDE2-2558-7E68-3057-744F174FDDAA}"/>
                </a:ext>
              </a:extLst>
            </p:cNvPr>
            <p:cNvSpPr/>
            <p:nvPr/>
          </p:nvSpPr>
          <p:spPr>
            <a:xfrm>
              <a:off x="9814911" y="1580703"/>
              <a:ext cx="72895" cy="107452"/>
            </a:xfrm>
            <a:custGeom>
              <a:avLst/>
              <a:gdLst>
                <a:gd name="connsiteX0" fmla="*/ 5054 w 72895"/>
                <a:gd name="connsiteY0" fmla="*/ 93942 h 107452"/>
                <a:gd name="connsiteX1" fmla="*/ 22 w 72895"/>
                <a:gd name="connsiteY1" fmla="*/ 72167 h 107452"/>
                <a:gd name="connsiteX2" fmla="*/ 9409 w 72895"/>
                <a:gd name="connsiteY2" fmla="*/ 26140 h 107452"/>
                <a:gd name="connsiteX3" fmla="*/ 55520 w 72895"/>
                <a:gd name="connsiteY3" fmla="*/ 1362 h 107452"/>
                <a:gd name="connsiteX4" fmla="*/ 70540 w 72895"/>
                <a:gd name="connsiteY4" fmla="*/ 57751 h 107452"/>
                <a:gd name="connsiteX5" fmla="*/ 49738 w 72895"/>
                <a:gd name="connsiteY5" fmla="*/ 98447 h 107452"/>
                <a:gd name="connsiteX6" fmla="*/ 5054 w 72895"/>
                <a:gd name="connsiteY6" fmla="*/ 93942 h 107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895" h="107452">
                  <a:moveTo>
                    <a:pt x="5054" y="93942"/>
                  </a:moveTo>
                  <a:cubicBezTo>
                    <a:pt x="1449" y="87267"/>
                    <a:pt x="-293" y="79743"/>
                    <a:pt x="22" y="72167"/>
                  </a:cubicBezTo>
                  <a:cubicBezTo>
                    <a:pt x="-481" y="56302"/>
                    <a:pt x="2733" y="40542"/>
                    <a:pt x="9409" y="26140"/>
                  </a:cubicBezTo>
                  <a:cubicBezTo>
                    <a:pt x="17745" y="10147"/>
                    <a:pt x="37046" y="-4719"/>
                    <a:pt x="55520" y="1362"/>
                  </a:cubicBezTo>
                  <a:cubicBezTo>
                    <a:pt x="77224" y="8420"/>
                    <a:pt x="73620" y="38079"/>
                    <a:pt x="70540" y="57751"/>
                  </a:cubicBezTo>
                  <a:cubicBezTo>
                    <a:pt x="68806" y="73399"/>
                    <a:pt x="61408" y="87875"/>
                    <a:pt x="49738" y="98447"/>
                  </a:cubicBezTo>
                  <a:cubicBezTo>
                    <a:pt x="32164" y="112788"/>
                    <a:pt x="13765" y="108959"/>
                    <a:pt x="5054" y="93942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2" name="Content Placeholder 4">
              <a:extLst>
                <a:ext uri="{FF2B5EF4-FFF2-40B4-BE49-F238E27FC236}">
                  <a16:creationId xmlns:a16="http://schemas.microsoft.com/office/drawing/2014/main" id="{42B9E982-16BA-99B0-9ABC-388FF1E4CA02}"/>
                </a:ext>
              </a:extLst>
            </p:cNvPr>
            <p:cNvSpPr/>
            <p:nvPr/>
          </p:nvSpPr>
          <p:spPr>
            <a:xfrm>
              <a:off x="9772198" y="1944077"/>
              <a:ext cx="17680" cy="34814"/>
            </a:xfrm>
            <a:custGeom>
              <a:avLst/>
              <a:gdLst>
                <a:gd name="connsiteX0" fmla="*/ 15474 w 17680"/>
                <a:gd name="connsiteY0" fmla="*/ 23397 h 34814"/>
                <a:gd name="connsiteX1" fmla="*/ 16300 w 17680"/>
                <a:gd name="connsiteY1" fmla="*/ 29328 h 34814"/>
                <a:gd name="connsiteX2" fmla="*/ 13446 w 17680"/>
                <a:gd name="connsiteY2" fmla="*/ 34284 h 34814"/>
                <a:gd name="connsiteX3" fmla="*/ 8339 w 17680"/>
                <a:gd name="connsiteY3" fmla="*/ 32932 h 34814"/>
                <a:gd name="connsiteX4" fmla="*/ 6762 w 17680"/>
                <a:gd name="connsiteY4" fmla="*/ 33608 h 34814"/>
                <a:gd name="connsiteX5" fmla="*/ 2932 w 17680"/>
                <a:gd name="connsiteY5" fmla="*/ 21820 h 34814"/>
                <a:gd name="connsiteX6" fmla="*/ 1054 w 17680"/>
                <a:gd name="connsiteY6" fmla="*/ 12134 h 34814"/>
                <a:gd name="connsiteX7" fmla="*/ 454 w 17680"/>
                <a:gd name="connsiteY7" fmla="*/ 4025 h 34814"/>
                <a:gd name="connsiteX8" fmla="*/ 5035 w 17680"/>
                <a:gd name="connsiteY8" fmla="*/ 871 h 34814"/>
                <a:gd name="connsiteX9" fmla="*/ 11043 w 17680"/>
                <a:gd name="connsiteY9" fmla="*/ -30 h 34814"/>
                <a:gd name="connsiteX10" fmla="*/ 17051 w 17680"/>
                <a:gd name="connsiteY10" fmla="*/ 13711 h 34814"/>
                <a:gd name="connsiteX11" fmla="*/ 17652 w 17680"/>
                <a:gd name="connsiteY11" fmla="*/ 16038 h 34814"/>
                <a:gd name="connsiteX12" fmla="*/ 16149 w 17680"/>
                <a:gd name="connsiteY12" fmla="*/ 17765 h 34814"/>
                <a:gd name="connsiteX13" fmla="*/ 13446 w 17680"/>
                <a:gd name="connsiteY13" fmla="*/ 16264 h 3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680" h="34814">
                  <a:moveTo>
                    <a:pt x="15474" y="23397"/>
                  </a:moveTo>
                  <a:cubicBezTo>
                    <a:pt x="16089" y="25311"/>
                    <a:pt x="16367" y="27316"/>
                    <a:pt x="16300" y="29328"/>
                  </a:cubicBezTo>
                  <a:cubicBezTo>
                    <a:pt x="16247" y="31356"/>
                    <a:pt x="15173" y="33218"/>
                    <a:pt x="13446" y="34284"/>
                  </a:cubicBezTo>
                  <a:cubicBezTo>
                    <a:pt x="11659" y="35313"/>
                    <a:pt x="9383" y="34704"/>
                    <a:pt x="8339" y="32932"/>
                  </a:cubicBezTo>
                  <a:cubicBezTo>
                    <a:pt x="7941" y="33383"/>
                    <a:pt x="7363" y="33631"/>
                    <a:pt x="6762" y="33608"/>
                  </a:cubicBezTo>
                  <a:cubicBezTo>
                    <a:pt x="4066" y="30289"/>
                    <a:pt x="2699" y="26092"/>
                    <a:pt x="2932" y="21820"/>
                  </a:cubicBezTo>
                  <a:cubicBezTo>
                    <a:pt x="2609" y="18539"/>
                    <a:pt x="1986" y="15295"/>
                    <a:pt x="1054" y="12134"/>
                  </a:cubicBezTo>
                  <a:cubicBezTo>
                    <a:pt x="-140" y="9596"/>
                    <a:pt x="-358" y="6713"/>
                    <a:pt x="454" y="4025"/>
                  </a:cubicBezTo>
                  <a:cubicBezTo>
                    <a:pt x="1520" y="2425"/>
                    <a:pt x="3157" y="1299"/>
                    <a:pt x="5035" y="871"/>
                  </a:cubicBezTo>
                  <a:cubicBezTo>
                    <a:pt x="7003" y="383"/>
                    <a:pt x="9015" y="83"/>
                    <a:pt x="11043" y="-30"/>
                  </a:cubicBezTo>
                  <a:lnTo>
                    <a:pt x="17051" y="13711"/>
                  </a:lnTo>
                  <a:cubicBezTo>
                    <a:pt x="17389" y="14447"/>
                    <a:pt x="17591" y="15235"/>
                    <a:pt x="17652" y="16038"/>
                  </a:cubicBezTo>
                  <a:cubicBezTo>
                    <a:pt x="17599" y="16887"/>
                    <a:pt x="16983" y="17600"/>
                    <a:pt x="16149" y="17765"/>
                  </a:cubicBezTo>
                  <a:cubicBezTo>
                    <a:pt x="15466" y="16947"/>
                    <a:pt x="14505" y="16406"/>
                    <a:pt x="13446" y="16264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3" name="Content Placeholder 4">
              <a:extLst>
                <a:ext uri="{FF2B5EF4-FFF2-40B4-BE49-F238E27FC236}">
                  <a16:creationId xmlns:a16="http://schemas.microsoft.com/office/drawing/2014/main" id="{EABB5743-5506-32F6-CC85-5887CEBBDB61}"/>
                </a:ext>
              </a:extLst>
            </p:cNvPr>
            <p:cNvSpPr/>
            <p:nvPr/>
          </p:nvSpPr>
          <p:spPr>
            <a:xfrm>
              <a:off x="9719863" y="1739836"/>
              <a:ext cx="106150" cy="212350"/>
            </a:xfrm>
            <a:custGeom>
              <a:avLst/>
              <a:gdLst>
                <a:gd name="connsiteX0" fmla="*/ 77422 w 106150"/>
                <a:gd name="connsiteY0" fmla="*/ 1784 h 212350"/>
                <a:gd name="connsiteX1" fmla="*/ 97999 w 106150"/>
                <a:gd name="connsiteY1" fmla="*/ 34070 h 212350"/>
                <a:gd name="connsiteX2" fmla="*/ 46631 w 106150"/>
                <a:gd name="connsiteY2" fmla="*/ 90158 h 212350"/>
                <a:gd name="connsiteX3" fmla="*/ 42125 w 106150"/>
                <a:gd name="connsiteY3" fmla="*/ 127100 h 212350"/>
                <a:gd name="connsiteX4" fmla="*/ 66082 w 106150"/>
                <a:gd name="connsiteY4" fmla="*/ 205713 h 212350"/>
                <a:gd name="connsiteX5" fmla="*/ 50236 w 106150"/>
                <a:gd name="connsiteY5" fmla="*/ 212321 h 212350"/>
                <a:gd name="connsiteX6" fmla="*/ 6227 w 106150"/>
                <a:gd name="connsiteY6" fmla="*/ 120042 h 212350"/>
                <a:gd name="connsiteX7" fmla="*/ -6 w 106150"/>
                <a:gd name="connsiteY7" fmla="*/ 101271 h 212350"/>
                <a:gd name="connsiteX8" fmla="*/ 3298 w 106150"/>
                <a:gd name="connsiteY8" fmla="*/ 82950 h 212350"/>
                <a:gd name="connsiteX9" fmla="*/ 77422 w 106150"/>
                <a:gd name="connsiteY9" fmla="*/ 1784 h 212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150" h="212350">
                  <a:moveTo>
                    <a:pt x="77422" y="1784"/>
                  </a:moveTo>
                  <a:cubicBezTo>
                    <a:pt x="98150" y="-6326"/>
                    <a:pt x="117601" y="14248"/>
                    <a:pt x="97999" y="34070"/>
                  </a:cubicBezTo>
                  <a:cubicBezTo>
                    <a:pt x="80201" y="52015"/>
                    <a:pt x="60449" y="67558"/>
                    <a:pt x="46631" y="90158"/>
                  </a:cubicBezTo>
                  <a:cubicBezTo>
                    <a:pt x="40015" y="101293"/>
                    <a:pt x="38378" y="114696"/>
                    <a:pt x="42125" y="127100"/>
                  </a:cubicBezTo>
                  <a:cubicBezTo>
                    <a:pt x="49485" y="153529"/>
                    <a:pt x="57468" y="179734"/>
                    <a:pt x="66082" y="205713"/>
                  </a:cubicBezTo>
                  <a:lnTo>
                    <a:pt x="50236" y="212321"/>
                  </a:lnTo>
                  <a:cubicBezTo>
                    <a:pt x="35517" y="181536"/>
                    <a:pt x="20850" y="150774"/>
                    <a:pt x="6227" y="120042"/>
                  </a:cubicBezTo>
                  <a:cubicBezTo>
                    <a:pt x="3051" y="114208"/>
                    <a:pt x="941" y="107848"/>
                    <a:pt x="-6" y="101271"/>
                  </a:cubicBezTo>
                  <a:cubicBezTo>
                    <a:pt x="-209" y="95001"/>
                    <a:pt x="918" y="88754"/>
                    <a:pt x="3298" y="82950"/>
                  </a:cubicBezTo>
                  <a:cubicBezTo>
                    <a:pt x="15262" y="46541"/>
                    <a:pt x="42245" y="17003"/>
                    <a:pt x="77422" y="1784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4" name="Content Placeholder 4">
              <a:extLst>
                <a:ext uri="{FF2B5EF4-FFF2-40B4-BE49-F238E27FC236}">
                  <a16:creationId xmlns:a16="http://schemas.microsoft.com/office/drawing/2014/main" id="{CC3B52E5-8AF2-6C8B-2D82-EFFADDE49142}"/>
                </a:ext>
              </a:extLst>
            </p:cNvPr>
            <p:cNvSpPr/>
            <p:nvPr/>
          </p:nvSpPr>
          <p:spPr>
            <a:xfrm>
              <a:off x="9748706" y="2125181"/>
              <a:ext cx="51884" cy="64506"/>
            </a:xfrm>
            <a:custGeom>
              <a:avLst/>
              <a:gdLst>
                <a:gd name="connsiteX0" fmla="*/ 49931 w 51884"/>
                <a:gd name="connsiteY0" fmla="*/ -30 h 64506"/>
                <a:gd name="connsiteX1" fmla="*/ 51208 w 51884"/>
                <a:gd name="connsiteY1" fmla="*/ 18141 h 64506"/>
                <a:gd name="connsiteX2" fmla="*/ 51208 w 51884"/>
                <a:gd name="connsiteY2" fmla="*/ 42994 h 64506"/>
                <a:gd name="connsiteX3" fmla="*/ 47453 w 51884"/>
                <a:gd name="connsiteY3" fmla="*/ 54106 h 64506"/>
                <a:gd name="connsiteX4" fmla="*/ 24096 w 51884"/>
                <a:gd name="connsiteY4" fmla="*/ 63942 h 64506"/>
                <a:gd name="connsiteX5" fmla="*/ 14784 w 51884"/>
                <a:gd name="connsiteY5" fmla="*/ 63942 h 64506"/>
                <a:gd name="connsiteX6" fmla="*/ 5997 w 51884"/>
                <a:gd name="connsiteY6" fmla="*/ 52529 h 64506"/>
                <a:gd name="connsiteX7" fmla="*/ 891 w 51884"/>
                <a:gd name="connsiteY7" fmla="*/ 12810 h 64506"/>
                <a:gd name="connsiteX8" fmla="*/ 290 w 51884"/>
                <a:gd name="connsiteY8" fmla="*/ 3950 h 64506"/>
                <a:gd name="connsiteX9" fmla="*/ 6523 w 51884"/>
                <a:gd name="connsiteY9" fmla="*/ 2899 h 64506"/>
                <a:gd name="connsiteX10" fmla="*/ 27326 w 51884"/>
                <a:gd name="connsiteY10" fmla="*/ 2899 h 64506"/>
                <a:gd name="connsiteX11" fmla="*/ 49931 w 51884"/>
                <a:gd name="connsiteY11" fmla="*/ -30 h 64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1884" h="64506">
                  <a:moveTo>
                    <a:pt x="49931" y="-30"/>
                  </a:moveTo>
                  <a:cubicBezTo>
                    <a:pt x="50381" y="5977"/>
                    <a:pt x="50832" y="12059"/>
                    <a:pt x="51208" y="18141"/>
                  </a:cubicBezTo>
                  <a:cubicBezTo>
                    <a:pt x="52071" y="26400"/>
                    <a:pt x="52071" y="34734"/>
                    <a:pt x="51208" y="42994"/>
                  </a:cubicBezTo>
                  <a:cubicBezTo>
                    <a:pt x="50855" y="46943"/>
                    <a:pt x="49563" y="50750"/>
                    <a:pt x="47453" y="54106"/>
                  </a:cubicBezTo>
                  <a:cubicBezTo>
                    <a:pt x="42421" y="61239"/>
                    <a:pt x="32433" y="62891"/>
                    <a:pt x="24096" y="63942"/>
                  </a:cubicBezTo>
                  <a:cubicBezTo>
                    <a:pt x="21032" y="64656"/>
                    <a:pt x="17848" y="64656"/>
                    <a:pt x="14784" y="63942"/>
                  </a:cubicBezTo>
                  <a:cubicBezTo>
                    <a:pt x="10293" y="61645"/>
                    <a:pt x="7064" y="57455"/>
                    <a:pt x="5997" y="52529"/>
                  </a:cubicBezTo>
                  <a:cubicBezTo>
                    <a:pt x="2490" y="39585"/>
                    <a:pt x="770" y="26220"/>
                    <a:pt x="891" y="12810"/>
                  </a:cubicBezTo>
                  <a:cubicBezTo>
                    <a:pt x="891" y="10857"/>
                    <a:pt x="-687" y="5301"/>
                    <a:pt x="290" y="3950"/>
                  </a:cubicBezTo>
                  <a:cubicBezTo>
                    <a:pt x="1266" y="2598"/>
                    <a:pt x="4495" y="2748"/>
                    <a:pt x="6523" y="2899"/>
                  </a:cubicBezTo>
                  <a:cubicBezTo>
                    <a:pt x="13447" y="3424"/>
                    <a:pt x="20402" y="3424"/>
                    <a:pt x="27326" y="2899"/>
                  </a:cubicBezTo>
                  <a:cubicBezTo>
                    <a:pt x="34941" y="2658"/>
                    <a:pt x="42511" y="1682"/>
                    <a:pt x="49931" y="-30"/>
                  </a:cubicBezTo>
                  <a:close/>
                </a:path>
              </a:pathLst>
            </a:custGeom>
            <a:solidFill>
              <a:srgbClr val="6D849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5" name="Content Placeholder 4">
              <a:extLst>
                <a:ext uri="{FF2B5EF4-FFF2-40B4-BE49-F238E27FC236}">
                  <a16:creationId xmlns:a16="http://schemas.microsoft.com/office/drawing/2014/main" id="{97853D5C-4DE8-0D3B-A3E6-1E5EC7E7AAE9}"/>
                </a:ext>
              </a:extLst>
            </p:cNvPr>
            <p:cNvSpPr/>
            <p:nvPr/>
          </p:nvSpPr>
          <p:spPr>
            <a:xfrm>
              <a:off x="9742212" y="2125352"/>
              <a:ext cx="57186" cy="219150"/>
            </a:xfrm>
            <a:custGeom>
              <a:avLst/>
              <a:gdLst>
                <a:gd name="connsiteX0" fmla="*/ 48990 w 57186"/>
                <a:gd name="connsiteY0" fmla="*/ 3929 h 219150"/>
                <a:gd name="connsiteX1" fmla="*/ 26460 w 57186"/>
                <a:gd name="connsiteY1" fmla="*/ 175 h 219150"/>
                <a:gd name="connsiteX2" fmla="*/ 21202 w 57186"/>
                <a:gd name="connsiteY2" fmla="*/ 625 h 219150"/>
                <a:gd name="connsiteX3" fmla="*/ 16997 w 57186"/>
                <a:gd name="connsiteY3" fmla="*/ 5356 h 219150"/>
                <a:gd name="connsiteX4" fmla="*/ 1301 w 57186"/>
                <a:gd name="connsiteY4" fmla="*/ 109798 h 219150"/>
                <a:gd name="connsiteX5" fmla="*/ 8286 w 57186"/>
                <a:gd name="connsiteY5" fmla="*/ 217094 h 219150"/>
                <a:gd name="connsiteX6" fmla="*/ 26159 w 57186"/>
                <a:gd name="connsiteY6" fmla="*/ 219121 h 219150"/>
                <a:gd name="connsiteX7" fmla="*/ 57100 w 57186"/>
                <a:gd name="connsiteY7" fmla="*/ 16393 h 219150"/>
                <a:gd name="connsiteX8" fmla="*/ 54848 w 57186"/>
                <a:gd name="connsiteY8" fmla="*/ 7007 h 219150"/>
                <a:gd name="connsiteX9" fmla="*/ 48990 w 57186"/>
                <a:gd name="connsiteY9" fmla="*/ 3929 h 219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86" h="219150">
                  <a:moveTo>
                    <a:pt x="48990" y="3929"/>
                  </a:moveTo>
                  <a:cubicBezTo>
                    <a:pt x="41480" y="2352"/>
                    <a:pt x="33970" y="1076"/>
                    <a:pt x="26460" y="175"/>
                  </a:cubicBezTo>
                  <a:cubicBezTo>
                    <a:pt x="24702" y="-208"/>
                    <a:pt x="22870" y="-51"/>
                    <a:pt x="21202" y="625"/>
                  </a:cubicBezTo>
                  <a:cubicBezTo>
                    <a:pt x="19393" y="1789"/>
                    <a:pt x="17943" y="3426"/>
                    <a:pt x="16997" y="5356"/>
                  </a:cubicBezTo>
                  <a:cubicBezTo>
                    <a:pt x="-426" y="35389"/>
                    <a:pt x="-1853" y="73983"/>
                    <a:pt x="1301" y="109798"/>
                  </a:cubicBezTo>
                  <a:cubicBezTo>
                    <a:pt x="4455" y="145614"/>
                    <a:pt x="11364" y="181204"/>
                    <a:pt x="8286" y="217094"/>
                  </a:cubicBezTo>
                  <a:lnTo>
                    <a:pt x="26159" y="219121"/>
                  </a:lnTo>
                  <a:cubicBezTo>
                    <a:pt x="35321" y="151545"/>
                    <a:pt x="58452" y="84945"/>
                    <a:pt x="57100" y="16393"/>
                  </a:cubicBezTo>
                  <a:cubicBezTo>
                    <a:pt x="57371" y="13104"/>
                    <a:pt x="56582" y="9816"/>
                    <a:pt x="54848" y="7007"/>
                  </a:cubicBezTo>
                  <a:cubicBezTo>
                    <a:pt x="53301" y="5348"/>
                    <a:pt x="51235" y="4259"/>
                    <a:pt x="48990" y="3929"/>
                  </a:cubicBezTo>
                  <a:close/>
                </a:path>
              </a:pathLst>
            </a:custGeom>
            <a:solidFill>
              <a:srgbClr val="D9DAD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6" name="Content Placeholder 4">
              <a:extLst>
                <a:ext uri="{FF2B5EF4-FFF2-40B4-BE49-F238E27FC236}">
                  <a16:creationId xmlns:a16="http://schemas.microsoft.com/office/drawing/2014/main" id="{5CFFC074-1403-72A2-F43B-850523C9DA7D}"/>
                </a:ext>
              </a:extLst>
            </p:cNvPr>
            <p:cNvSpPr/>
            <p:nvPr/>
          </p:nvSpPr>
          <p:spPr>
            <a:xfrm>
              <a:off x="9750076" y="2344653"/>
              <a:ext cx="58086" cy="22525"/>
            </a:xfrm>
            <a:custGeom>
              <a:avLst/>
              <a:gdLst>
                <a:gd name="connsiteX0" fmla="*/ 42778 w 58086"/>
                <a:gd name="connsiteY0" fmla="*/ 3274 h 22525"/>
                <a:gd name="connsiteX1" fmla="*/ 50288 w 58086"/>
                <a:gd name="connsiteY1" fmla="*/ 5151 h 22525"/>
                <a:gd name="connsiteX2" fmla="*/ 57798 w 58086"/>
                <a:gd name="connsiteY2" fmla="*/ 22496 h 22525"/>
                <a:gd name="connsiteX3" fmla="*/ -29 w 58086"/>
                <a:gd name="connsiteY3" fmla="*/ 7479 h 22525"/>
                <a:gd name="connsiteX4" fmla="*/ 572 w 58086"/>
                <a:gd name="connsiteY4" fmla="*/ -30 h 22525"/>
                <a:gd name="connsiteX5" fmla="*/ 42778 w 58086"/>
                <a:gd name="connsiteY5" fmla="*/ 3274 h 22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8086" h="22525">
                  <a:moveTo>
                    <a:pt x="42778" y="3274"/>
                  </a:moveTo>
                  <a:cubicBezTo>
                    <a:pt x="45369" y="3484"/>
                    <a:pt x="47907" y="4115"/>
                    <a:pt x="50288" y="5151"/>
                  </a:cubicBezTo>
                  <a:cubicBezTo>
                    <a:pt x="56033" y="8913"/>
                    <a:pt x="58984" y="15730"/>
                    <a:pt x="57798" y="22496"/>
                  </a:cubicBezTo>
                  <a:cubicBezTo>
                    <a:pt x="38264" y="18523"/>
                    <a:pt x="18963" y="13515"/>
                    <a:pt x="-29" y="7479"/>
                  </a:cubicBezTo>
                  <a:cubicBezTo>
                    <a:pt x="-29" y="5076"/>
                    <a:pt x="346" y="2673"/>
                    <a:pt x="572" y="-30"/>
                  </a:cubicBezTo>
                  <a:cubicBezTo>
                    <a:pt x="14691" y="270"/>
                    <a:pt x="28786" y="1374"/>
                    <a:pt x="42778" y="3274"/>
                  </a:cubicBezTo>
                  <a:close/>
                </a:path>
              </a:pathLst>
            </a:custGeom>
            <a:solidFill>
              <a:srgbClr val="D9DAD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7" name="Content Placeholder 4">
              <a:extLst>
                <a:ext uri="{FF2B5EF4-FFF2-40B4-BE49-F238E27FC236}">
                  <a16:creationId xmlns:a16="http://schemas.microsoft.com/office/drawing/2014/main" id="{6067F690-1B23-4949-BB52-AA2D5A1E6FD7}"/>
                </a:ext>
              </a:extLst>
            </p:cNvPr>
            <p:cNvSpPr/>
            <p:nvPr/>
          </p:nvSpPr>
          <p:spPr>
            <a:xfrm>
              <a:off x="9769621" y="2133497"/>
              <a:ext cx="16759" cy="21873"/>
            </a:xfrm>
            <a:custGeom>
              <a:avLst/>
              <a:gdLst>
                <a:gd name="connsiteX0" fmla="*/ 14671 w 16759"/>
                <a:gd name="connsiteY0" fmla="*/ 17859 h 21873"/>
                <a:gd name="connsiteX1" fmla="*/ 16023 w 16759"/>
                <a:gd name="connsiteY1" fmla="*/ 14555 h 21873"/>
                <a:gd name="connsiteX2" fmla="*/ 16699 w 16759"/>
                <a:gd name="connsiteY2" fmla="*/ 9750 h 21873"/>
                <a:gd name="connsiteX3" fmla="*/ 15648 w 16759"/>
                <a:gd name="connsiteY3" fmla="*/ 6071 h 21873"/>
                <a:gd name="connsiteX4" fmla="*/ 15122 w 16759"/>
                <a:gd name="connsiteY4" fmla="*/ 4794 h 21873"/>
                <a:gd name="connsiteX5" fmla="*/ 14221 w 16759"/>
                <a:gd name="connsiteY5" fmla="*/ 2992 h 21873"/>
                <a:gd name="connsiteX6" fmla="*/ 10091 w 16759"/>
                <a:gd name="connsiteY6" fmla="*/ 440 h 21873"/>
                <a:gd name="connsiteX7" fmla="*/ 6636 w 16759"/>
                <a:gd name="connsiteY7" fmla="*/ -11 h 21873"/>
                <a:gd name="connsiteX8" fmla="*/ 703 w 16759"/>
                <a:gd name="connsiteY8" fmla="*/ 5320 h 21873"/>
                <a:gd name="connsiteX9" fmla="*/ 703 w 16759"/>
                <a:gd name="connsiteY9" fmla="*/ 14330 h 21873"/>
                <a:gd name="connsiteX10" fmla="*/ 7762 w 16759"/>
                <a:gd name="connsiteY10" fmla="*/ 21839 h 21873"/>
                <a:gd name="connsiteX11" fmla="*/ 14671 w 16759"/>
                <a:gd name="connsiteY11" fmla="*/ 17859 h 21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759" h="21873">
                  <a:moveTo>
                    <a:pt x="14671" y="17859"/>
                  </a:moveTo>
                  <a:cubicBezTo>
                    <a:pt x="15257" y="16816"/>
                    <a:pt x="15708" y="15712"/>
                    <a:pt x="16023" y="14555"/>
                  </a:cubicBezTo>
                  <a:cubicBezTo>
                    <a:pt x="16587" y="13016"/>
                    <a:pt x="16819" y="11379"/>
                    <a:pt x="16699" y="9750"/>
                  </a:cubicBezTo>
                  <a:cubicBezTo>
                    <a:pt x="16496" y="8489"/>
                    <a:pt x="16143" y="7250"/>
                    <a:pt x="15648" y="6071"/>
                  </a:cubicBezTo>
                  <a:lnTo>
                    <a:pt x="15122" y="4794"/>
                  </a:lnTo>
                  <a:cubicBezTo>
                    <a:pt x="14897" y="4156"/>
                    <a:pt x="14596" y="3556"/>
                    <a:pt x="14221" y="2992"/>
                  </a:cubicBezTo>
                  <a:cubicBezTo>
                    <a:pt x="13200" y="1671"/>
                    <a:pt x="11727" y="762"/>
                    <a:pt x="10091" y="440"/>
                  </a:cubicBezTo>
                  <a:cubicBezTo>
                    <a:pt x="8979" y="64"/>
                    <a:pt x="7807" y="-86"/>
                    <a:pt x="6636" y="-11"/>
                  </a:cubicBezTo>
                  <a:cubicBezTo>
                    <a:pt x="3797" y="485"/>
                    <a:pt x="1491" y="2549"/>
                    <a:pt x="703" y="5320"/>
                  </a:cubicBezTo>
                  <a:cubicBezTo>
                    <a:pt x="-273" y="8241"/>
                    <a:pt x="-273" y="11409"/>
                    <a:pt x="703" y="14330"/>
                  </a:cubicBezTo>
                  <a:cubicBezTo>
                    <a:pt x="1469" y="17957"/>
                    <a:pt x="4188" y="20855"/>
                    <a:pt x="7762" y="21839"/>
                  </a:cubicBezTo>
                  <a:cubicBezTo>
                    <a:pt x="10639" y="21944"/>
                    <a:pt x="13320" y="20397"/>
                    <a:pt x="14671" y="17859"/>
                  </a:cubicBezTo>
                  <a:close/>
                </a:path>
              </a:pathLst>
            </a:custGeom>
            <a:solidFill>
              <a:srgbClr val="272525">
                <a:alpha val="20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8" name="Content Placeholder 4">
              <a:extLst>
                <a:ext uri="{FF2B5EF4-FFF2-40B4-BE49-F238E27FC236}">
                  <a16:creationId xmlns:a16="http://schemas.microsoft.com/office/drawing/2014/main" id="{01C89BBB-E5DC-32CC-CA8B-180EE85BA963}"/>
                </a:ext>
              </a:extLst>
            </p:cNvPr>
            <p:cNvSpPr/>
            <p:nvPr/>
          </p:nvSpPr>
          <p:spPr>
            <a:xfrm>
              <a:off x="9767819" y="2132915"/>
              <a:ext cx="16753" cy="21930"/>
            </a:xfrm>
            <a:custGeom>
              <a:avLst/>
              <a:gdLst>
                <a:gd name="connsiteX0" fmla="*/ 14671 w 16753"/>
                <a:gd name="connsiteY0" fmla="*/ 17916 h 21930"/>
                <a:gd name="connsiteX1" fmla="*/ 16023 w 16753"/>
                <a:gd name="connsiteY1" fmla="*/ 14612 h 21930"/>
                <a:gd name="connsiteX2" fmla="*/ 16699 w 16753"/>
                <a:gd name="connsiteY2" fmla="*/ 9807 h 21930"/>
                <a:gd name="connsiteX3" fmla="*/ 15648 w 16753"/>
                <a:gd name="connsiteY3" fmla="*/ 6127 h 21930"/>
                <a:gd name="connsiteX4" fmla="*/ 15122 w 16753"/>
                <a:gd name="connsiteY4" fmla="*/ 4851 h 21930"/>
                <a:gd name="connsiteX5" fmla="*/ 14221 w 16753"/>
                <a:gd name="connsiteY5" fmla="*/ 2974 h 21930"/>
                <a:gd name="connsiteX6" fmla="*/ 10091 w 16753"/>
                <a:gd name="connsiteY6" fmla="*/ 496 h 21930"/>
                <a:gd name="connsiteX7" fmla="*/ 6711 w 16753"/>
                <a:gd name="connsiteY7" fmla="*/ -30 h 21930"/>
                <a:gd name="connsiteX8" fmla="*/ 703 w 16753"/>
                <a:gd name="connsiteY8" fmla="*/ 5302 h 21930"/>
                <a:gd name="connsiteX9" fmla="*/ 703 w 16753"/>
                <a:gd name="connsiteY9" fmla="*/ 14387 h 21930"/>
                <a:gd name="connsiteX10" fmla="*/ 7762 w 16753"/>
                <a:gd name="connsiteY10" fmla="*/ 21895 h 21930"/>
                <a:gd name="connsiteX11" fmla="*/ 14671 w 16753"/>
                <a:gd name="connsiteY11" fmla="*/ 17916 h 21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753" h="21930">
                  <a:moveTo>
                    <a:pt x="14671" y="17916"/>
                  </a:moveTo>
                  <a:cubicBezTo>
                    <a:pt x="15227" y="16865"/>
                    <a:pt x="15685" y="15753"/>
                    <a:pt x="16023" y="14612"/>
                  </a:cubicBezTo>
                  <a:cubicBezTo>
                    <a:pt x="16579" y="13073"/>
                    <a:pt x="16804" y="11436"/>
                    <a:pt x="16699" y="9807"/>
                  </a:cubicBezTo>
                  <a:cubicBezTo>
                    <a:pt x="16556" y="8530"/>
                    <a:pt x="16196" y="7284"/>
                    <a:pt x="15648" y="6127"/>
                  </a:cubicBezTo>
                  <a:lnTo>
                    <a:pt x="15122" y="4851"/>
                  </a:lnTo>
                  <a:cubicBezTo>
                    <a:pt x="14897" y="4190"/>
                    <a:pt x="14596" y="3560"/>
                    <a:pt x="14221" y="2974"/>
                  </a:cubicBezTo>
                  <a:cubicBezTo>
                    <a:pt x="13154" y="1720"/>
                    <a:pt x="11705" y="849"/>
                    <a:pt x="10091" y="496"/>
                  </a:cubicBezTo>
                  <a:cubicBezTo>
                    <a:pt x="9001" y="136"/>
                    <a:pt x="7860" y="-37"/>
                    <a:pt x="6711" y="-30"/>
                  </a:cubicBezTo>
                  <a:cubicBezTo>
                    <a:pt x="3849" y="436"/>
                    <a:pt x="1507" y="2516"/>
                    <a:pt x="703" y="5302"/>
                  </a:cubicBezTo>
                  <a:cubicBezTo>
                    <a:pt x="-273" y="8252"/>
                    <a:pt x="-273" y="11436"/>
                    <a:pt x="703" y="14387"/>
                  </a:cubicBezTo>
                  <a:cubicBezTo>
                    <a:pt x="1499" y="17998"/>
                    <a:pt x="4210" y="20882"/>
                    <a:pt x="7762" y="21895"/>
                  </a:cubicBezTo>
                  <a:cubicBezTo>
                    <a:pt x="10639" y="22000"/>
                    <a:pt x="13320" y="20454"/>
                    <a:pt x="14671" y="17916"/>
                  </a:cubicBezTo>
                  <a:close/>
                </a:path>
              </a:pathLst>
            </a:custGeom>
            <a:solidFill>
              <a:srgbClr val="83959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9" name="Content Placeholder 4">
              <a:extLst>
                <a:ext uri="{FF2B5EF4-FFF2-40B4-BE49-F238E27FC236}">
                  <a16:creationId xmlns:a16="http://schemas.microsoft.com/office/drawing/2014/main" id="{5C8B0776-E7E4-528B-6AF7-CAFA2E804A01}"/>
                </a:ext>
              </a:extLst>
            </p:cNvPr>
            <p:cNvSpPr/>
            <p:nvPr/>
          </p:nvSpPr>
          <p:spPr>
            <a:xfrm>
              <a:off x="9772962" y="2139749"/>
              <a:ext cx="6581" cy="7424"/>
            </a:xfrm>
            <a:custGeom>
              <a:avLst/>
              <a:gdLst>
                <a:gd name="connsiteX0" fmla="*/ 5698 w 6581"/>
                <a:gd name="connsiteY0" fmla="*/ 6351 h 7424"/>
                <a:gd name="connsiteX1" fmla="*/ 6524 w 6581"/>
                <a:gd name="connsiteY1" fmla="*/ 3273 h 7424"/>
                <a:gd name="connsiteX2" fmla="*/ 6524 w 6581"/>
                <a:gd name="connsiteY2" fmla="*/ 2147 h 7424"/>
                <a:gd name="connsiteX3" fmla="*/ 5774 w 6581"/>
                <a:gd name="connsiteY3" fmla="*/ 870 h 7424"/>
                <a:gd name="connsiteX4" fmla="*/ 1718 w 6581"/>
                <a:gd name="connsiteY4" fmla="*/ 495 h 7424"/>
                <a:gd name="connsiteX5" fmla="*/ 66 w 6581"/>
                <a:gd name="connsiteY5" fmla="*/ 4925 h 7424"/>
                <a:gd name="connsiteX6" fmla="*/ 2694 w 6581"/>
                <a:gd name="connsiteY6" fmla="*/ 7252 h 7424"/>
                <a:gd name="connsiteX7" fmla="*/ 5698 w 6581"/>
                <a:gd name="connsiteY7" fmla="*/ 6351 h 7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81" h="7424">
                  <a:moveTo>
                    <a:pt x="5698" y="6351"/>
                  </a:moveTo>
                  <a:cubicBezTo>
                    <a:pt x="6232" y="5413"/>
                    <a:pt x="6517" y="4354"/>
                    <a:pt x="6524" y="3273"/>
                  </a:cubicBezTo>
                  <a:cubicBezTo>
                    <a:pt x="6562" y="2897"/>
                    <a:pt x="6562" y="2522"/>
                    <a:pt x="6524" y="2147"/>
                  </a:cubicBezTo>
                  <a:cubicBezTo>
                    <a:pt x="6442" y="1643"/>
                    <a:pt x="6179" y="1185"/>
                    <a:pt x="5774" y="870"/>
                  </a:cubicBezTo>
                  <a:cubicBezTo>
                    <a:pt x="4669" y="-174"/>
                    <a:pt x="2995" y="-324"/>
                    <a:pt x="1718" y="495"/>
                  </a:cubicBezTo>
                  <a:cubicBezTo>
                    <a:pt x="359" y="1531"/>
                    <a:pt x="-287" y="3250"/>
                    <a:pt x="66" y="4925"/>
                  </a:cubicBezTo>
                  <a:cubicBezTo>
                    <a:pt x="689" y="5946"/>
                    <a:pt x="1606" y="6757"/>
                    <a:pt x="2694" y="7252"/>
                  </a:cubicBezTo>
                  <a:cubicBezTo>
                    <a:pt x="3783" y="7620"/>
                    <a:pt x="4993" y="7260"/>
                    <a:pt x="5698" y="6351"/>
                  </a:cubicBez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0" name="Content Placeholder 4">
              <a:extLst>
                <a:ext uri="{FF2B5EF4-FFF2-40B4-BE49-F238E27FC236}">
                  <a16:creationId xmlns:a16="http://schemas.microsoft.com/office/drawing/2014/main" id="{4B682D0B-457C-85E7-E73A-74FF486CF035}"/>
                </a:ext>
              </a:extLst>
            </p:cNvPr>
            <p:cNvSpPr/>
            <p:nvPr/>
          </p:nvSpPr>
          <p:spPr>
            <a:xfrm>
              <a:off x="9813569" y="1721350"/>
              <a:ext cx="21771" cy="12880"/>
            </a:xfrm>
            <a:custGeom>
              <a:avLst/>
              <a:gdLst>
                <a:gd name="connsiteX0" fmla="*/ 20214 w 21771"/>
                <a:gd name="connsiteY0" fmla="*/ 1348 h 12880"/>
                <a:gd name="connsiteX1" fmla="*/ 10827 w 21771"/>
                <a:gd name="connsiteY1" fmla="*/ 973 h 12880"/>
                <a:gd name="connsiteX2" fmla="*/ 8949 w 21771"/>
                <a:gd name="connsiteY2" fmla="*/ 2174 h 12880"/>
                <a:gd name="connsiteX3" fmla="*/ 2641 w 21771"/>
                <a:gd name="connsiteY3" fmla="*/ 4502 h 12880"/>
                <a:gd name="connsiteX4" fmla="*/ 914 w 21771"/>
                <a:gd name="connsiteY4" fmla="*/ 11335 h 12880"/>
                <a:gd name="connsiteX5" fmla="*/ 10376 w 21771"/>
                <a:gd name="connsiteY5" fmla="*/ 12386 h 12880"/>
                <a:gd name="connsiteX6" fmla="*/ 19914 w 21771"/>
                <a:gd name="connsiteY6" fmla="*/ 8707 h 12880"/>
                <a:gd name="connsiteX7" fmla="*/ 20672 w 21771"/>
                <a:gd name="connsiteY7" fmla="*/ 1844 h 12880"/>
                <a:gd name="connsiteX8" fmla="*/ 20214 w 21771"/>
                <a:gd name="connsiteY8" fmla="*/ 1348 h 12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771" h="12880">
                  <a:moveTo>
                    <a:pt x="20214" y="1348"/>
                  </a:moveTo>
                  <a:cubicBezTo>
                    <a:pt x="17345" y="-349"/>
                    <a:pt x="13823" y="-484"/>
                    <a:pt x="10827" y="973"/>
                  </a:cubicBezTo>
                  <a:cubicBezTo>
                    <a:pt x="10151" y="1296"/>
                    <a:pt x="9520" y="1694"/>
                    <a:pt x="8949" y="2174"/>
                  </a:cubicBezTo>
                  <a:cubicBezTo>
                    <a:pt x="6666" y="2332"/>
                    <a:pt x="4481" y="3143"/>
                    <a:pt x="2641" y="4502"/>
                  </a:cubicBezTo>
                  <a:cubicBezTo>
                    <a:pt x="763" y="6079"/>
                    <a:pt x="-1264" y="9157"/>
                    <a:pt x="914" y="11335"/>
                  </a:cubicBezTo>
                  <a:cubicBezTo>
                    <a:pt x="3091" y="13512"/>
                    <a:pt x="7823" y="12836"/>
                    <a:pt x="10376" y="12386"/>
                  </a:cubicBezTo>
                  <a:cubicBezTo>
                    <a:pt x="13846" y="12108"/>
                    <a:pt x="17158" y="10831"/>
                    <a:pt x="19914" y="8707"/>
                  </a:cubicBezTo>
                  <a:cubicBezTo>
                    <a:pt x="22017" y="7025"/>
                    <a:pt x="22355" y="3954"/>
                    <a:pt x="20672" y="1844"/>
                  </a:cubicBezTo>
                  <a:cubicBezTo>
                    <a:pt x="20530" y="1671"/>
                    <a:pt x="20379" y="1506"/>
                    <a:pt x="20214" y="1348"/>
                  </a:cubicBezTo>
                  <a:close/>
                </a:path>
              </a:pathLst>
            </a:custGeom>
            <a:solidFill>
              <a:srgbClr val="AFD9C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1" name="Content Placeholder 4">
              <a:extLst>
                <a:ext uri="{FF2B5EF4-FFF2-40B4-BE49-F238E27FC236}">
                  <a16:creationId xmlns:a16="http://schemas.microsoft.com/office/drawing/2014/main" id="{C4AF3CDE-3BB5-A59E-A066-1F3FF20F3287}"/>
                </a:ext>
              </a:extLst>
            </p:cNvPr>
            <p:cNvSpPr/>
            <p:nvPr/>
          </p:nvSpPr>
          <p:spPr>
            <a:xfrm>
              <a:off x="9781052" y="1568197"/>
              <a:ext cx="114241" cy="159526"/>
            </a:xfrm>
            <a:custGeom>
              <a:avLst/>
              <a:gdLst>
                <a:gd name="connsiteX0" fmla="*/ 111385 w 114241"/>
                <a:gd name="connsiteY0" fmla="*/ 30837 h 159526"/>
                <a:gd name="connsiteX1" fmla="*/ 104551 w 114241"/>
                <a:gd name="connsiteY1" fmla="*/ 17096 h 159526"/>
                <a:gd name="connsiteX2" fmla="*/ 102373 w 114241"/>
                <a:gd name="connsiteY2" fmla="*/ 15445 h 159526"/>
                <a:gd name="connsiteX3" fmla="*/ 57313 w 114241"/>
                <a:gd name="connsiteY3" fmla="*/ 2080 h 159526"/>
                <a:gd name="connsiteX4" fmla="*/ 13004 w 114241"/>
                <a:gd name="connsiteY4" fmla="*/ 21977 h 159526"/>
                <a:gd name="connsiteX5" fmla="*/ 1514 w 114241"/>
                <a:gd name="connsiteY5" fmla="*/ 52837 h 159526"/>
                <a:gd name="connsiteX6" fmla="*/ 87 w 114241"/>
                <a:gd name="connsiteY6" fmla="*/ 66427 h 159526"/>
                <a:gd name="connsiteX7" fmla="*/ 14506 w 114241"/>
                <a:gd name="connsiteY7" fmla="*/ 90754 h 159526"/>
                <a:gd name="connsiteX8" fmla="*/ 9174 w 114241"/>
                <a:gd name="connsiteY8" fmla="*/ 98263 h 159526"/>
                <a:gd name="connsiteX9" fmla="*/ 12478 w 114241"/>
                <a:gd name="connsiteY9" fmla="*/ 109150 h 159526"/>
                <a:gd name="connsiteX10" fmla="*/ 22016 w 114241"/>
                <a:gd name="connsiteY10" fmla="*/ 112153 h 159526"/>
                <a:gd name="connsiteX11" fmla="*/ 20889 w 114241"/>
                <a:gd name="connsiteY11" fmla="*/ 113205 h 159526"/>
                <a:gd name="connsiteX12" fmla="*/ 27573 w 114241"/>
                <a:gd name="connsiteY12" fmla="*/ 130399 h 159526"/>
                <a:gd name="connsiteX13" fmla="*/ 29676 w 114241"/>
                <a:gd name="connsiteY13" fmla="*/ 131000 h 159526"/>
                <a:gd name="connsiteX14" fmla="*/ 25846 w 114241"/>
                <a:gd name="connsiteY14" fmla="*/ 138508 h 159526"/>
                <a:gd name="connsiteX15" fmla="*/ 27498 w 114241"/>
                <a:gd name="connsiteY15" fmla="*/ 142262 h 159526"/>
                <a:gd name="connsiteX16" fmla="*/ 32154 w 114241"/>
                <a:gd name="connsiteY16" fmla="*/ 148119 h 159526"/>
                <a:gd name="connsiteX17" fmla="*/ 34633 w 114241"/>
                <a:gd name="connsiteY17" fmla="*/ 159382 h 159526"/>
                <a:gd name="connsiteX18" fmla="*/ 52732 w 114241"/>
                <a:gd name="connsiteY18" fmla="*/ 140610 h 159526"/>
                <a:gd name="connsiteX19" fmla="*/ 49428 w 114241"/>
                <a:gd name="connsiteY19" fmla="*/ 137607 h 159526"/>
                <a:gd name="connsiteX20" fmla="*/ 52056 w 114241"/>
                <a:gd name="connsiteY20" fmla="*/ 134604 h 159526"/>
                <a:gd name="connsiteX21" fmla="*/ 49916 w 114241"/>
                <a:gd name="connsiteY21" fmla="*/ 121396 h 159526"/>
                <a:gd name="connsiteX22" fmla="*/ 48676 w 114241"/>
                <a:gd name="connsiteY22" fmla="*/ 120638 h 159526"/>
                <a:gd name="connsiteX23" fmla="*/ 48676 w 114241"/>
                <a:gd name="connsiteY23" fmla="*/ 120638 h 159526"/>
                <a:gd name="connsiteX24" fmla="*/ 45673 w 114241"/>
                <a:gd name="connsiteY24" fmla="*/ 118461 h 159526"/>
                <a:gd name="connsiteX25" fmla="*/ 46874 w 114241"/>
                <a:gd name="connsiteY25" fmla="*/ 107573 h 159526"/>
                <a:gd name="connsiteX26" fmla="*/ 46273 w 114241"/>
                <a:gd name="connsiteY26" fmla="*/ 106672 h 159526"/>
                <a:gd name="connsiteX27" fmla="*/ 48151 w 114241"/>
                <a:gd name="connsiteY27" fmla="*/ 105546 h 159526"/>
                <a:gd name="connsiteX28" fmla="*/ 49953 w 114241"/>
                <a:gd name="connsiteY28" fmla="*/ 91956 h 159526"/>
                <a:gd name="connsiteX29" fmla="*/ 45973 w 114241"/>
                <a:gd name="connsiteY29" fmla="*/ 89178 h 159526"/>
                <a:gd name="connsiteX30" fmla="*/ 47174 w 114241"/>
                <a:gd name="connsiteY30" fmla="*/ 87601 h 159526"/>
                <a:gd name="connsiteX31" fmla="*/ 48902 w 114241"/>
                <a:gd name="connsiteY31" fmla="*/ 85048 h 159526"/>
                <a:gd name="connsiteX32" fmla="*/ 46123 w 114241"/>
                <a:gd name="connsiteY32" fmla="*/ 75737 h 159526"/>
                <a:gd name="connsiteX33" fmla="*/ 51440 w 114241"/>
                <a:gd name="connsiteY33" fmla="*/ 73582 h 159526"/>
                <a:gd name="connsiteX34" fmla="*/ 52206 w 114241"/>
                <a:gd name="connsiteY34" fmla="*/ 74010 h 159526"/>
                <a:gd name="connsiteX35" fmla="*/ 55511 w 114241"/>
                <a:gd name="connsiteY35" fmla="*/ 80393 h 159526"/>
                <a:gd name="connsiteX36" fmla="*/ 57989 w 114241"/>
                <a:gd name="connsiteY36" fmla="*/ 61622 h 159526"/>
                <a:gd name="connsiteX37" fmla="*/ 62345 w 114241"/>
                <a:gd name="connsiteY37" fmla="*/ 54113 h 159526"/>
                <a:gd name="connsiteX38" fmla="*/ 71357 w 114241"/>
                <a:gd name="connsiteY38" fmla="*/ 51936 h 159526"/>
                <a:gd name="connsiteX39" fmla="*/ 85701 w 114241"/>
                <a:gd name="connsiteY39" fmla="*/ 52912 h 159526"/>
                <a:gd name="connsiteX40" fmla="*/ 111535 w 114241"/>
                <a:gd name="connsiteY40" fmla="*/ 64400 h 159526"/>
                <a:gd name="connsiteX41" fmla="*/ 111385 w 114241"/>
                <a:gd name="connsiteY41" fmla="*/ 30837 h 159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14241" h="159526">
                  <a:moveTo>
                    <a:pt x="111385" y="30837"/>
                  </a:moveTo>
                  <a:cubicBezTo>
                    <a:pt x="110063" y="25844"/>
                    <a:pt x="107735" y="21166"/>
                    <a:pt x="104551" y="17096"/>
                  </a:cubicBezTo>
                  <a:cubicBezTo>
                    <a:pt x="103875" y="16488"/>
                    <a:pt x="103146" y="15933"/>
                    <a:pt x="102373" y="15445"/>
                  </a:cubicBezTo>
                  <a:cubicBezTo>
                    <a:pt x="91648" y="1974"/>
                    <a:pt x="73647" y="-3372"/>
                    <a:pt x="57313" y="2080"/>
                  </a:cubicBezTo>
                  <a:cubicBezTo>
                    <a:pt x="41039" y="4655"/>
                    <a:pt x="25741" y="11525"/>
                    <a:pt x="13004" y="21977"/>
                  </a:cubicBezTo>
                  <a:cubicBezTo>
                    <a:pt x="3834" y="29403"/>
                    <a:pt x="-567" y="41229"/>
                    <a:pt x="1514" y="52837"/>
                  </a:cubicBezTo>
                  <a:cubicBezTo>
                    <a:pt x="207" y="57244"/>
                    <a:pt x="-274" y="61847"/>
                    <a:pt x="87" y="66427"/>
                  </a:cubicBezTo>
                  <a:cubicBezTo>
                    <a:pt x="1063" y="79417"/>
                    <a:pt x="5795" y="87000"/>
                    <a:pt x="14506" y="90754"/>
                  </a:cubicBezTo>
                  <a:cubicBezTo>
                    <a:pt x="11938" y="92594"/>
                    <a:pt x="10060" y="95237"/>
                    <a:pt x="9174" y="98263"/>
                  </a:cubicBezTo>
                  <a:cubicBezTo>
                    <a:pt x="8025" y="102227"/>
                    <a:pt x="9324" y="106492"/>
                    <a:pt x="12478" y="109150"/>
                  </a:cubicBezTo>
                  <a:cubicBezTo>
                    <a:pt x="15265" y="111132"/>
                    <a:pt x="18599" y="112184"/>
                    <a:pt x="22016" y="112153"/>
                  </a:cubicBezTo>
                  <a:cubicBezTo>
                    <a:pt x="21588" y="112446"/>
                    <a:pt x="21205" y="112799"/>
                    <a:pt x="20889" y="113205"/>
                  </a:cubicBezTo>
                  <a:cubicBezTo>
                    <a:pt x="17998" y="119797"/>
                    <a:pt x="20987" y="127486"/>
                    <a:pt x="27573" y="130399"/>
                  </a:cubicBezTo>
                  <a:lnTo>
                    <a:pt x="29676" y="131000"/>
                  </a:lnTo>
                  <a:cubicBezTo>
                    <a:pt x="26619" y="132103"/>
                    <a:pt x="24937" y="135385"/>
                    <a:pt x="25846" y="138508"/>
                  </a:cubicBezTo>
                  <a:cubicBezTo>
                    <a:pt x="26177" y="139845"/>
                    <a:pt x="26732" y="141114"/>
                    <a:pt x="27498" y="142262"/>
                  </a:cubicBezTo>
                  <a:cubicBezTo>
                    <a:pt x="27498" y="144590"/>
                    <a:pt x="29977" y="146542"/>
                    <a:pt x="32154" y="148119"/>
                  </a:cubicBezTo>
                  <a:cubicBezTo>
                    <a:pt x="29451" y="151873"/>
                    <a:pt x="28700" y="158405"/>
                    <a:pt x="34633" y="159382"/>
                  </a:cubicBezTo>
                  <a:cubicBezTo>
                    <a:pt x="42819" y="160733"/>
                    <a:pt x="58214" y="149921"/>
                    <a:pt x="52732" y="140610"/>
                  </a:cubicBezTo>
                  <a:cubicBezTo>
                    <a:pt x="52011" y="139259"/>
                    <a:pt x="50847" y="138193"/>
                    <a:pt x="49428" y="137607"/>
                  </a:cubicBezTo>
                  <a:cubicBezTo>
                    <a:pt x="50464" y="136751"/>
                    <a:pt x="51350" y="135737"/>
                    <a:pt x="52056" y="134604"/>
                  </a:cubicBezTo>
                  <a:cubicBezTo>
                    <a:pt x="55112" y="130369"/>
                    <a:pt x="54158" y="124452"/>
                    <a:pt x="49916" y="121396"/>
                  </a:cubicBezTo>
                  <a:cubicBezTo>
                    <a:pt x="49525" y="121111"/>
                    <a:pt x="49112" y="120856"/>
                    <a:pt x="48676" y="120638"/>
                  </a:cubicBezTo>
                  <a:lnTo>
                    <a:pt x="48676" y="120638"/>
                  </a:lnTo>
                  <a:cubicBezTo>
                    <a:pt x="47933" y="119617"/>
                    <a:pt x="46881" y="118851"/>
                    <a:pt x="45673" y="118461"/>
                  </a:cubicBezTo>
                  <a:cubicBezTo>
                    <a:pt x="47753" y="115217"/>
                    <a:pt x="48196" y="111192"/>
                    <a:pt x="46874" y="107573"/>
                  </a:cubicBezTo>
                  <a:cubicBezTo>
                    <a:pt x="46701" y="107258"/>
                    <a:pt x="46499" y="106958"/>
                    <a:pt x="46273" y="106672"/>
                  </a:cubicBezTo>
                  <a:cubicBezTo>
                    <a:pt x="46874" y="106297"/>
                    <a:pt x="47550" y="105996"/>
                    <a:pt x="48151" y="105546"/>
                  </a:cubicBezTo>
                  <a:cubicBezTo>
                    <a:pt x="52221" y="102190"/>
                    <a:pt x="53010" y="96258"/>
                    <a:pt x="49953" y="91956"/>
                  </a:cubicBezTo>
                  <a:cubicBezTo>
                    <a:pt x="48909" y="90679"/>
                    <a:pt x="47527" y="89718"/>
                    <a:pt x="45973" y="89178"/>
                  </a:cubicBezTo>
                  <a:lnTo>
                    <a:pt x="47174" y="87601"/>
                  </a:lnTo>
                  <a:cubicBezTo>
                    <a:pt x="47933" y="86888"/>
                    <a:pt x="48526" y="86017"/>
                    <a:pt x="48902" y="85048"/>
                  </a:cubicBezTo>
                  <a:cubicBezTo>
                    <a:pt x="49803" y="81819"/>
                    <a:pt x="45297" y="78966"/>
                    <a:pt x="46123" y="75737"/>
                  </a:cubicBezTo>
                  <a:cubicBezTo>
                    <a:pt x="46994" y="73673"/>
                    <a:pt x="49375" y="72712"/>
                    <a:pt x="51440" y="73582"/>
                  </a:cubicBezTo>
                  <a:cubicBezTo>
                    <a:pt x="51710" y="73695"/>
                    <a:pt x="51966" y="73838"/>
                    <a:pt x="52206" y="74010"/>
                  </a:cubicBezTo>
                  <a:cubicBezTo>
                    <a:pt x="54136" y="75595"/>
                    <a:pt x="55330" y="77900"/>
                    <a:pt x="55511" y="80393"/>
                  </a:cubicBezTo>
                  <a:cubicBezTo>
                    <a:pt x="55278" y="74041"/>
                    <a:pt x="56119" y="67696"/>
                    <a:pt x="57989" y="61622"/>
                  </a:cubicBezTo>
                  <a:cubicBezTo>
                    <a:pt x="58552" y="58701"/>
                    <a:pt x="60092" y="56058"/>
                    <a:pt x="62345" y="54113"/>
                  </a:cubicBezTo>
                  <a:cubicBezTo>
                    <a:pt x="65071" y="52521"/>
                    <a:pt x="68203" y="51763"/>
                    <a:pt x="71357" y="51936"/>
                  </a:cubicBezTo>
                  <a:cubicBezTo>
                    <a:pt x="76163" y="51545"/>
                    <a:pt x="80992" y="51876"/>
                    <a:pt x="85701" y="52912"/>
                  </a:cubicBezTo>
                  <a:cubicBezTo>
                    <a:pt x="94863" y="55239"/>
                    <a:pt x="102223" y="62598"/>
                    <a:pt x="111535" y="64400"/>
                  </a:cubicBezTo>
                  <a:cubicBezTo>
                    <a:pt x="115155" y="53497"/>
                    <a:pt x="115102" y="41709"/>
                    <a:pt x="111385" y="30837"/>
                  </a:cubicBezTo>
                  <a:close/>
                </a:path>
              </a:pathLst>
            </a:custGeom>
            <a:solidFill>
              <a:srgbClr val="8C623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2" name="Content Placeholder 4">
              <a:extLst>
                <a:ext uri="{FF2B5EF4-FFF2-40B4-BE49-F238E27FC236}">
                  <a16:creationId xmlns:a16="http://schemas.microsoft.com/office/drawing/2014/main" id="{945BCD00-C774-42C4-743C-D1750108836C}"/>
                </a:ext>
              </a:extLst>
            </p:cNvPr>
            <p:cNvSpPr/>
            <p:nvPr/>
          </p:nvSpPr>
          <p:spPr>
            <a:xfrm>
              <a:off x="9817055" y="1729719"/>
              <a:ext cx="26070" cy="44005"/>
            </a:xfrm>
            <a:custGeom>
              <a:avLst/>
              <a:gdLst>
                <a:gd name="connsiteX0" fmla="*/ 4412 w 26070"/>
                <a:gd name="connsiteY0" fmla="*/ 2515 h 44005"/>
                <a:gd name="connsiteX1" fmla="*/ 132 w 26070"/>
                <a:gd name="connsiteY1" fmla="*/ 11300 h 44005"/>
                <a:gd name="connsiteX2" fmla="*/ 5689 w 26070"/>
                <a:gd name="connsiteY2" fmla="*/ 38255 h 44005"/>
                <a:gd name="connsiteX3" fmla="*/ 7266 w 26070"/>
                <a:gd name="connsiteY3" fmla="*/ 43961 h 44005"/>
                <a:gd name="connsiteX4" fmla="*/ 25440 w 26070"/>
                <a:gd name="connsiteY4" fmla="*/ 11675 h 44005"/>
                <a:gd name="connsiteX5" fmla="*/ 4412 w 26070"/>
                <a:gd name="connsiteY5" fmla="*/ 2515 h 44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70" h="44005">
                  <a:moveTo>
                    <a:pt x="4412" y="2515"/>
                  </a:moveTo>
                  <a:cubicBezTo>
                    <a:pt x="1160" y="4137"/>
                    <a:pt x="-589" y="7741"/>
                    <a:pt x="132" y="11300"/>
                  </a:cubicBezTo>
                  <a:cubicBezTo>
                    <a:pt x="1634" y="20835"/>
                    <a:pt x="19207" y="29170"/>
                    <a:pt x="5689" y="38255"/>
                  </a:cubicBezTo>
                  <a:cubicBezTo>
                    <a:pt x="3361" y="39832"/>
                    <a:pt x="3962" y="44262"/>
                    <a:pt x="7266" y="43961"/>
                  </a:cubicBezTo>
                  <a:cubicBezTo>
                    <a:pt x="20784" y="43061"/>
                    <a:pt x="28294" y="23538"/>
                    <a:pt x="25440" y="11675"/>
                  </a:cubicBezTo>
                  <a:cubicBezTo>
                    <a:pt x="23112" y="2139"/>
                    <a:pt x="11322" y="-3642"/>
                    <a:pt x="4412" y="2515"/>
                  </a:cubicBezTo>
                  <a:close/>
                </a:path>
              </a:pathLst>
            </a:custGeom>
            <a:solidFill>
              <a:srgbClr val="8C623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663" name="Group 1662">
            <a:extLst>
              <a:ext uri="{FF2B5EF4-FFF2-40B4-BE49-F238E27FC236}">
                <a16:creationId xmlns:a16="http://schemas.microsoft.com/office/drawing/2014/main" id="{C98A96AD-EEFA-875D-C8C6-B216762CAB7E}"/>
              </a:ext>
            </a:extLst>
          </p:cNvPr>
          <p:cNvGrpSpPr/>
          <p:nvPr userDrawn="1"/>
        </p:nvGrpSpPr>
        <p:grpSpPr>
          <a:xfrm>
            <a:off x="5727776" y="3271117"/>
            <a:ext cx="426441" cy="605132"/>
            <a:chOff x="7006202" y="2886017"/>
            <a:chExt cx="426441" cy="605132"/>
          </a:xfrm>
        </p:grpSpPr>
        <p:sp>
          <p:nvSpPr>
            <p:cNvPr id="1664" name="Content Placeholder 4">
              <a:extLst>
                <a:ext uri="{FF2B5EF4-FFF2-40B4-BE49-F238E27FC236}">
                  <a16:creationId xmlns:a16="http://schemas.microsoft.com/office/drawing/2014/main" id="{3F03AED1-287B-DDD7-4A64-9E87D7CBC3F1}"/>
                </a:ext>
              </a:extLst>
            </p:cNvPr>
            <p:cNvSpPr/>
            <p:nvPr/>
          </p:nvSpPr>
          <p:spPr>
            <a:xfrm>
              <a:off x="7010342" y="3465762"/>
              <a:ext cx="422301" cy="25387"/>
            </a:xfrm>
            <a:custGeom>
              <a:avLst/>
              <a:gdLst>
                <a:gd name="connsiteX0" fmla="*/ 3214 w 422301"/>
                <a:gd name="connsiteY0" fmla="*/ 18419 h 25387"/>
                <a:gd name="connsiteX1" fmla="*/ 19736 w 422301"/>
                <a:gd name="connsiteY1" fmla="*/ 23450 h 25387"/>
                <a:gd name="connsiteX2" fmla="*/ 410256 w 422301"/>
                <a:gd name="connsiteY2" fmla="*/ 14590 h 25387"/>
                <a:gd name="connsiteX3" fmla="*/ 422272 w 422301"/>
                <a:gd name="connsiteY3" fmla="*/ 7082 h 25387"/>
                <a:gd name="connsiteX4" fmla="*/ 409129 w 422301"/>
                <a:gd name="connsiteY4" fmla="*/ 24 h 25387"/>
                <a:gd name="connsiteX5" fmla="*/ 239403 w 422301"/>
                <a:gd name="connsiteY5" fmla="*/ 3102 h 25387"/>
                <a:gd name="connsiteX6" fmla="*/ 69753 w 422301"/>
                <a:gd name="connsiteY6" fmla="*/ 6256 h 25387"/>
                <a:gd name="connsiteX7" fmla="*/ 22740 w 422301"/>
                <a:gd name="connsiteY7" fmla="*/ 7157 h 25387"/>
                <a:gd name="connsiteX8" fmla="*/ 3214 w 422301"/>
                <a:gd name="connsiteY8" fmla="*/ 18419 h 2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2301" h="25387">
                  <a:moveTo>
                    <a:pt x="3214" y="18419"/>
                  </a:moveTo>
                  <a:cubicBezTo>
                    <a:pt x="7855" y="22189"/>
                    <a:pt x="13781" y="23991"/>
                    <a:pt x="19736" y="23450"/>
                  </a:cubicBezTo>
                  <a:cubicBezTo>
                    <a:pt x="149974" y="27745"/>
                    <a:pt x="280348" y="24787"/>
                    <a:pt x="410256" y="14590"/>
                  </a:cubicBezTo>
                  <a:cubicBezTo>
                    <a:pt x="415513" y="14215"/>
                    <a:pt x="422347" y="12188"/>
                    <a:pt x="422272" y="7082"/>
                  </a:cubicBezTo>
                  <a:cubicBezTo>
                    <a:pt x="422196" y="1976"/>
                    <a:pt x="414762" y="-427"/>
                    <a:pt x="409129" y="24"/>
                  </a:cubicBezTo>
                  <a:lnTo>
                    <a:pt x="239403" y="3102"/>
                  </a:lnTo>
                  <a:lnTo>
                    <a:pt x="69753" y="6256"/>
                  </a:lnTo>
                  <a:lnTo>
                    <a:pt x="22740" y="7157"/>
                  </a:lnTo>
                  <a:cubicBezTo>
                    <a:pt x="18234" y="6706"/>
                    <a:pt x="-9327" y="4153"/>
                    <a:pt x="3214" y="18419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5" name="Content Placeholder 4">
              <a:extLst>
                <a:ext uri="{FF2B5EF4-FFF2-40B4-BE49-F238E27FC236}">
                  <a16:creationId xmlns:a16="http://schemas.microsoft.com/office/drawing/2014/main" id="{A0962734-E04B-42CD-DDE2-CFB14FECDF19}"/>
                </a:ext>
              </a:extLst>
            </p:cNvPr>
            <p:cNvSpPr/>
            <p:nvPr/>
          </p:nvSpPr>
          <p:spPr>
            <a:xfrm>
              <a:off x="7309411" y="3399393"/>
              <a:ext cx="82126" cy="77953"/>
            </a:xfrm>
            <a:custGeom>
              <a:avLst/>
              <a:gdLst>
                <a:gd name="connsiteX0" fmla="*/ 74913 w 82126"/>
                <a:gd name="connsiteY0" fmla="*/ 15636 h 77953"/>
                <a:gd name="connsiteX1" fmla="*/ 80245 w 82126"/>
                <a:gd name="connsiteY1" fmla="*/ 30127 h 77953"/>
                <a:gd name="connsiteX2" fmla="*/ 76715 w 82126"/>
                <a:gd name="connsiteY2" fmla="*/ 61137 h 77953"/>
                <a:gd name="connsiteX3" fmla="*/ 54185 w 82126"/>
                <a:gd name="connsiteY3" fmla="*/ 75102 h 77953"/>
                <a:gd name="connsiteX4" fmla="*/ 22794 w 82126"/>
                <a:gd name="connsiteY4" fmla="*/ 75102 h 77953"/>
                <a:gd name="connsiteX5" fmla="*/ 2742 w 82126"/>
                <a:gd name="connsiteY5" fmla="*/ 49499 h 77953"/>
                <a:gd name="connsiteX6" fmla="*/ 2742 w 82126"/>
                <a:gd name="connsiteY6" fmla="*/ 19465 h 77953"/>
                <a:gd name="connsiteX7" fmla="*/ 27149 w 82126"/>
                <a:gd name="connsiteY7" fmla="*/ 1144 h 77953"/>
                <a:gd name="connsiteX8" fmla="*/ 58316 w 82126"/>
                <a:gd name="connsiteY8" fmla="*/ 2871 h 77953"/>
                <a:gd name="connsiteX9" fmla="*/ 69280 w 82126"/>
                <a:gd name="connsiteY9" fmla="*/ 8052 h 77953"/>
                <a:gd name="connsiteX10" fmla="*/ 74913 w 82126"/>
                <a:gd name="connsiteY10" fmla="*/ 15636 h 77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26" h="77953">
                  <a:moveTo>
                    <a:pt x="74913" y="15636"/>
                  </a:moveTo>
                  <a:cubicBezTo>
                    <a:pt x="77188" y="20268"/>
                    <a:pt x="78976" y="25126"/>
                    <a:pt x="80245" y="30127"/>
                  </a:cubicBezTo>
                  <a:cubicBezTo>
                    <a:pt x="83625" y="40489"/>
                    <a:pt x="82340" y="51804"/>
                    <a:pt x="76715" y="61137"/>
                  </a:cubicBezTo>
                  <a:cubicBezTo>
                    <a:pt x="70955" y="68150"/>
                    <a:pt x="63032" y="73060"/>
                    <a:pt x="54185" y="75102"/>
                  </a:cubicBezTo>
                  <a:cubicBezTo>
                    <a:pt x="44062" y="78864"/>
                    <a:pt x="32917" y="78864"/>
                    <a:pt x="22794" y="75102"/>
                  </a:cubicBezTo>
                  <a:cubicBezTo>
                    <a:pt x="12850" y="69719"/>
                    <a:pt x="5588" y="60446"/>
                    <a:pt x="2742" y="49499"/>
                  </a:cubicBezTo>
                  <a:cubicBezTo>
                    <a:pt x="-953" y="39828"/>
                    <a:pt x="-953" y="29136"/>
                    <a:pt x="2742" y="19465"/>
                  </a:cubicBezTo>
                  <a:cubicBezTo>
                    <a:pt x="7774" y="10049"/>
                    <a:pt x="16703" y="3344"/>
                    <a:pt x="27149" y="1144"/>
                  </a:cubicBezTo>
                  <a:cubicBezTo>
                    <a:pt x="37521" y="-876"/>
                    <a:pt x="48230" y="-282"/>
                    <a:pt x="58316" y="2871"/>
                  </a:cubicBezTo>
                  <a:cubicBezTo>
                    <a:pt x="62326" y="3727"/>
                    <a:pt x="66074" y="5499"/>
                    <a:pt x="69280" y="8052"/>
                  </a:cubicBezTo>
                  <a:cubicBezTo>
                    <a:pt x="71639" y="10192"/>
                    <a:pt x="73546" y="12767"/>
                    <a:pt x="74913" y="15636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6" name="Content Placeholder 4">
              <a:extLst>
                <a:ext uri="{FF2B5EF4-FFF2-40B4-BE49-F238E27FC236}">
                  <a16:creationId xmlns:a16="http://schemas.microsoft.com/office/drawing/2014/main" id="{A179E5A5-D957-17E2-64EE-8214ADA502ED}"/>
                </a:ext>
              </a:extLst>
            </p:cNvPr>
            <p:cNvSpPr/>
            <p:nvPr/>
          </p:nvSpPr>
          <p:spPr>
            <a:xfrm>
              <a:off x="7339371" y="3426510"/>
              <a:ext cx="26452" cy="25114"/>
            </a:xfrm>
            <a:custGeom>
              <a:avLst/>
              <a:gdLst>
                <a:gd name="connsiteX0" fmla="*/ 24151 w 26452"/>
                <a:gd name="connsiteY0" fmla="*/ 5112 h 25114"/>
                <a:gd name="connsiteX1" fmla="*/ 25803 w 26452"/>
                <a:gd name="connsiteY1" fmla="*/ 9768 h 25114"/>
                <a:gd name="connsiteX2" fmla="*/ 24677 w 26452"/>
                <a:gd name="connsiteY2" fmla="*/ 19754 h 25114"/>
                <a:gd name="connsiteX3" fmla="*/ 17167 w 26452"/>
                <a:gd name="connsiteY3" fmla="*/ 24184 h 25114"/>
                <a:gd name="connsiteX4" fmla="*/ 7103 w 26452"/>
                <a:gd name="connsiteY4" fmla="*/ 24184 h 25114"/>
                <a:gd name="connsiteX5" fmla="*/ 795 w 26452"/>
                <a:gd name="connsiteY5" fmla="*/ 6239 h 25114"/>
                <a:gd name="connsiteX6" fmla="*/ 8305 w 26452"/>
                <a:gd name="connsiteY6" fmla="*/ 382 h 25114"/>
                <a:gd name="connsiteX7" fmla="*/ 18293 w 26452"/>
                <a:gd name="connsiteY7" fmla="*/ 908 h 25114"/>
                <a:gd name="connsiteX8" fmla="*/ 21823 w 26452"/>
                <a:gd name="connsiteY8" fmla="*/ 2560 h 25114"/>
                <a:gd name="connsiteX9" fmla="*/ 24151 w 26452"/>
                <a:gd name="connsiteY9" fmla="*/ 5112 h 25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452" h="25114">
                  <a:moveTo>
                    <a:pt x="24151" y="5112"/>
                  </a:moveTo>
                  <a:cubicBezTo>
                    <a:pt x="24849" y="6607"/>
                    <a:pt x="25398" y="8168"/>
                    <a:pt x="25803" y="9768"/>
                  </a:cubicBezTo>
                  <a:cubicBezTo>
                    <a:pt x="26922" y="13101"/>
                    <a:pt x="26516" y="16758"/>
                    <a:pt x="24677" y="19754"/>
                  </a:cubicBezTo>
                  <a:cubicBezTo>
                    <a:pt x="22739" y="22029"/>
                    <a:pt x="20096" y="23591"/>
                    <a:pt x="17167" y="24184"/>
                  </a:cubicBezTo>
                  <a:cubicBezTo>
                    <a:pt x="13922" y="25385"/>
                    <a:pt x="10348" y="25385"/>
                    <a:pt x="7103" y="24184"/>
                  </a:cubicBezTo>
                  <a:cubicBezTo>
                    <a:pt x="1110" y="20370"/>
                    <a:pt x="-1496" y="12959"/>
                    <a:pt x="795" y="6239"/>
                  </a:cubicBezTo>
                  <a:cubicBezTo>
                    <a:pt x="2334" y="3295"/>
                    <a:pt x="5068" y="1155"/>
                    <a:pt x="8305" y="382"/>
                  </a:cubicBezTo>
                  <a:cubicBezTo>
                    <a:pt x="11624" y="-309"/>
                    <a:pt x="15064" y="-129"/>
                    <a:pt x="18293" y="908"/>
                  </a:cubicBezTo>
                  <a:cubicBezTo>
                    <a:pt x="19592" y="1140"/>
                    <a:pt x="20809" y="1711"/>
                    <a:pt x="21823" y="2560"/>
                  </a:cubicBezTo>
                  <a:cubicBezTo>
                    <a:pt x="22784" y="3220"/>
                    <a:pt x="23580" y="4091"/>
                    <a:pt x="24151" y="5112"/>
                  </a:cubicBezTo>
                  <a:close/>
                </a:path>
              </a:pathLst>
            </a:custGeom>
            <a:solidFill>
              <a:srgbClr val="99999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7" name="Content Placeholder 4">
              <a:extLst>
                <a:ext uri="{FF2B5EF4-FFF2-40B4-BE49-F238E27FC236}">
                  <a16:creationId xmlns:a16="http://schemas.microsoft.com/office/drawing/2014/main" id="{AF9C0C8C-48FC-C228-A00B-F156231BC6D2}"/>
                </a:ext>
              </a:extLst>
            </p:cNvPr>
            <p:cNvSpPr/>
            <p:nvPr/>
          </p:nvSpPr>
          <p:spPr>
            <a:xfrm>
              <a:off x="7050217" y="3372046"/>
              <a:ext cx="355370" cy="82949"/>
            </a:xfrm>
            <a:custGeom>
              <a:avLst/>
              <a:gdLst>
                <a:gd name="connsiteX0" fmla="*/ 9000 w 355370"/>
                <a:gd name="connsiteY0" fmla="*/ 63180 h 82949"/>
                <a:gd name="connsiteX1" fmla="*/ 227841 w 355370"/>
                <a:gd name="connsiteY1" fmla="*/ 61303 h 82949"/>
                <a:gd name="connsiteX2" fmla="*/ 264415 w 355370"/>
                <a:gd name="connsiteY2" fmla="*/ 4539 h 82949"/>
                <a:gd name="connsiteX3" fmla="*/ 354084 w 355370"/>
                <a:gd name="connsiteY3" fmla="*/ 25262 h 82949"/>
                <a:gd name="connsiteX4" fmla="*/ 350254 w 355370"/>
                <a:gd name="connsiteY4" fmla="*/ 32245 h 82949"/>
                <a:gd name="connsiteX5" fmla="*/ 283265 w 355370"/>
                <a:gd name="connsiteY5" fmla="*/ 14750 h 82949"/>
                <a:gd name="connsiteX6" fmla="*/ 245715 w 355370"/>
                <a:gd name="connsiteY6" fmla="*/ 70613 h 82949"/>
                <a:gd name="connsiteX7" fmla="*/ 236478 w 355370"/>
                <a:gd name="connsiteY7" fmla="*/ 79623 h 82949"/>
                <a:gd name="connsiteX8" fmla="*/ 8775 w 355370"/>
                <a:gd name="connsiteY8" fmla="*/ 82627 h 82949"/>
                <a:gd name="connsiteX9" fmla="*/ 18 w 355370"/>
                <a:gd name="connsiteY9" fmla="*/ 71950 h 82949"/>
                <a:gd name="connsiteX10" fmla="*/ 9000 w 355370"/>
                <a:gd name="connsiteY10" fmla="*/ 63180 h 82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5370" h="82949">
                  <a:moveTo>
                    <a:pt x="9000" y="63180"/>
                  </a:moveTo>
                  <a:cubicBezTo>
                    <a:pt x="81922" y="64006"/>
                    <a:pt x="154844" y="62804"/>
                    <a:pt x="227841" y="61303"/>
                  </a:cubicBezTo>
                  <a:cubicBezTo>
                    <a:pt x="229644" y="36375"/>
                    <a:pt x="238130" y="12498"/>
                    <a:pt x="264415" y="4539"/>
                  </a:cubicBezTo>
                  <a:cubicBezTo>
                    <a:pt x="297760" y="-5447"/>
                    <a:pt x="326447" y="710"/>
                    <a:pt x="354084" y="25262"/>
                  </a:cubicBezTo>
                  <a:cubicBezTo>
                    <a:pt x="357163" y="27965"/>
                    <a:pt x="354084" y="34347"/>
                    <a:pt x="350254" y="32245"/>
                  </a:cubicBezTo>
                  <a:cubicBezTo>
                    <a:pt x="327724" y="19105"/>
                    <a:pt x="309250" y="10771"/>
                    <a:pt x="283265" y="14750"/>
                  </a:cubicBezTo>
                  <a:cubicBezTo>
                    <a:pt x="253675" y="19255"/>
                    <a:pt x="245264" y="43733"/>
                    <a:pt x="245715" y="70613"/>
                  </a:cubicBezTo>
                  <a:cubicBezTo>
                    <a:pt x="245557" y="75606"/>
                    <a:pt x="241480" y="79586"/>
                    <a:pt x="236478" y="79623"/>
                  </a:cubicBezTo>
                  <a:cubicBezTo>
                    <a:pt x="160627" y="83002"/>
                    <a:pt x="84626" y="83303"/>
                    <a:pt x="8775" y="82627"/>
                  </a:cubicBezTo>
                  <a:cubicBezTo>
                    <a:pt x="3413" y="82094"/>
                    <a:pt x="-507" y="77318"/>
                    <a:pt x="18" y="71950"/>
                  </a:cubicBezTo>
                  <a:cubicBezTo>
                    <a:pt x="484" y="67234"/>
                    <a:pt x="4276" y="63540"/>
                    <a:pt x="9000" y="63180"/>
                  </a:cubicBezTo>
                  <a:close/>
                </a:path>
              </a:pathLst>
            </a:custGeom>
            <a:solidFill>
              <a:srgbClr val="E8E8E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8" name="Content Placeholder 4">
              <a:extLst>
                <a:ext uri="{FF2B5EF4-FFF2-40B4-BE49-F238E27FC236}">
                  <a16:creationId xmlns:a16="http://schemas.microsoft.com/office/drawing/2014/main" id="{6D86D902-B6DE-D0AB-322A-1588915F9F92}"/>
                </a:ext>
              </a:extLst>
            </p:cNvPr>
            <p:cNvSpPr/>
            <p:nvPr/>
          </p:nvSpPr>
          <p:spPr>
            <a:xfrm>
              <a:off x="7006202" y="3405521"/>
              <a:ext cx="82082" cy="78374"/>
            </a:xfrm>
            <a:custGeom>
              <a:avLst/>
              <a:gdLst>
                <a:gd name="connsiteX0" fmla="*/ 74944 w 82082"/>
                <a:gd name="connsiteY0" fmla="*/ 16040 h 78374"/>
                <a:gd name="connsiteX1" fmla="*/ 80201 w 82082"/>
                <a:gd name="connsiteY1" fmla="*/ 30606 h 78374"/>
                <a:gd name="connsiteX2" fmla="*/ 76671 w 82082"/>
                <a:gd name="connsiteY2" fmla="*/ 61616 h 78374"/>
                <a:gd name="connsiteX3" fmla="*/ 54141 w 82082"/>
                <a:gd name="connsiteY3" fmla="*/ 75507 h 78374"/>
                <a:gd name="connsiteX4" fmla="*/ 22674 w 82082"/>
                <a:gd name="connsiteY4" fmla="*/ 75507 h 78374"/>
                <a:gd name="connsiteX5" fmla="*/ 2623 w 82082"/>
                <a:gd name="connsiteY5" fmla="*/ 49903 h 78374"/>
                <a:gd name="connsiteX6" fmla="*/ 3073 w 82082"/>
                <a:gd name="connsiteY6" fmla="*/ 19494 h 78374"/>
                <a:gd name="connsiteX7" fmla="*/ 27405 w 82082"/>
                <a:gd name="connsiteY7" fmla="*/ 1173 h 78374"/>
                <a:gd name="connsiteX8" fmla="*/ 58572 w 82082"/>
                <a:gd name="connsiteY8" fmla="*/ 2825 h 78374"/>
                <a:gd name="connsiteX9" fmla="*/ 69537 w 82082"/>
                <a:gd name="connsiteY9" fmla="*/ 8006 h 78374"/>
                <a:gd name="connsiteX10" fmla="*/ 74944 w 82082"/>
                <a:gd name="connsiteY10" fmla="*/ 16040 h 78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82" h="78374">
                  <a:moveTo>
                    <a:pt x="74944" y="16040"/>
                  </a:moveTo>
                  <a:cubicBezTo>
                    <a:pt x="77182" y="20703"/>
                    <a:pt x="78947" y="25583"/>
                    <a:pt x="80201" y="30606"/>
                  </a:cubicBezTo>
                  <a:cubicBezTo>
                    <a:pt x="83581" y="40968"/>
                    <a:pt x="82296" y="52283"/>
                    <a:pt x="76671" y="61616"/>
                  </a:cubicBezTo>
                  <a:cubicBezTo>
                    <a:pt x="70934" y="68644"/>
                    <a:pt x="62995" y="73540"/>
                    <a:pt x="54141" y="75507"/>
                  </a:cubicBezTo>
                  <a:cubicBezTo>
                    <a:pt x="43995" y="79291"/>
                    <a:pt x="32820" y="79291"/>
                    <a:pt x="22674" y="75507"/>
                  </a:cubicBezTo>
                  <a:cubicBezTo>
                    <a:pt x="12761" y="70078"/>
                    <a:pt x="5514" y="60828"/>
                    <a:pt x="2623" y="49903"/>
                  </a:cubicBezTo>
                  <a:cubicBezTo>
                    <a:pt x="-1065" y="40074"/>
                    <a:pt x="-900" y="29210"/>
                    <a:pt x="3073" y="19494"/>
                  </a:cubicBezTo>
                  <a:cubicBezTo>
                    <a:pt x="8030" y="10048"/>
                    <a:pt x="16959" y="3328"/>
                    <a:pt x="27405" y="1173"/>
                  </a:cubicBezTo>
                  <a:cubicBezTo>
                    <a:pt x="37769" y="-869"/>
                    <a:pt x="48479" y="-306"/>
                    <a:pt x="58572" y="2825"/>
                  </a:cubicBezTo>
                  <a:cubicBezTo>
                    <a:pt x="62575" y="3696"/>
                    <a:pt x="66322" y="5468"/>
                    <a:pt x="69537" y="8006"/>
                  </a:cubicBezTo>
                  <a:cubicBezTo>
                    <a:pt x="71820" y="10326"/>
                    <a:pt x="73652" y="13052"/>
                    <a:pt x="74944" y="1604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9" name="Content Placeholder 4">
              <a:extLst>
                <a:ext uri="{FF2B5EF4-FFF2-40B4-BE49-F238E27FC236}">
                  <a16:creationId xmlns:a16="http://schemas.microsoft.com/office/drawing/2014/main" id="{B26CBC7D-19D5-AAFA-91ED-9A860A51AB9E}"/>
                </a:ext>
              </a:extLst>
            </p:cNvPr>
            <p:cNvSpPr/>
            <p:nvPr/>
          </p:nvSpPr>
          <p:spPr>
            <a:xfrm>
              <a:off x="7034243" y="3432018"/>
              <a:ext cx="26019" cy="24534"/>
            </a:xfrm>
            <a:custGeom>
              <a:avLst/>
              <a:gdLst>
                <a:gd name="connsiteX0" fmla="*/ 23772 w 26019"/>
                <a:gd name="connsiteY0" fmla="*/ 4935 h 24534"/>
                <a:gd name="connsiteX1" fmla="*/ 25425 w 26019"/>
                <a:gd name="connsiteY1" fmla="*/ 9516 h 24534"/>
                <a:gd name="connsiteX2" fmla="*/ 24298 w 26019"/>
                <a:gd name="connsiteY2" fmla="*/ 19201 h 24534"/>
                <a:gd name="connsiteX3" fmla="*/ 16788 w 26019"/>
                <a:gd name="connsiteY3" fmla="*/ 23631 h 24534"/>
                <a:gd name="connsiteX4" fmla="*/ 6950 w 26019"/>
                <a:gd name="connsiteY4" fmla="*/ 23631 h 24534"/>
                <a:gd name="connsiteX5" fmla="*/ 792 w 26019"/>
                <a:gd name="connsiteY5" fmla="*/ 6061 h 24534"/>
                <a:gd name="connsiteX6" fmla="*/ 8302 w 26019"/>
                <a:gd name="connsiteY6" fmla="*/ 355 h 24534"/>
                <a:gd name="connsiteX7" fmla="*/ 18065 w 26019"/>
                <a:gd name="connsiteY7" fmla="*/ 881 h 24534"/>
                <a:gd name="connsiteX8" fmla="*/ 21519 w 26019"/>
                <a:gd name="connsiteY8" fmla="*/ 2533 h 24534"/>
                <a:gd name="connsiteX9" fmla="*/ 23772 w 26019"/>
                <a:gd name="connsiteY9" fmla="*/ 4935 h 24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019" h="24534">
                  <a:moveTo>
                    <a:pt x="23772" y="4935"/>
                  </a:moveTo>
                  <a:cubicBezTo>
                    <a:pt x="24463" y="6407"/>
                    <a:pt x="25019" y="7939"/>
                    <a:pt x="25425" y="9516"/>
                  </a:cubicBezTo>
                  <a:cubicBezTo>
                    <a:pt x="26468" y="12752"/>
                    <a:pt x="26055" y="16288"/>
                    <a:pt x="24298" y="19201"/>
                  </a:cubicBezTo>
                  <a:cubicBezTo>
                    <a:pt x="22368" y="21484"/>
                    <a:pt x="19717" y="23046"/>
                    <a:pt x="16788" y="23631"/>
                  </a:cubicBezTo>
                  <a:cubicBezTo>
                    <a:pt x="13611" y="24795"/>
                    <a:pt x="10127" y="24795"/>
                    <a:pt x="6950" y="23631"/>
                  </a:cubicBezTo>
                  <a:cubicBezTo>
                    <a:pt x="1077" y="19907"/>
                    <a:pt x="-1476" y="12639"/>
                    <a:pt x="792" y="6061"/>
                  </a:cubicBezTo>
                  <a:cubicBezTo>
                    <a:pt x="2339" y="3156"/>
                    <a:pt x="5080" y="1069"/>
                    <a:pt x="8302" y="355"/>
                  </a:cubicBezTo>
                  <a:cubicBezTo>
                    <a:pt x="11546" y="-298"/>
                    <a:pt x="14903" y="-118"/>
                    <a:pt x="18065" y="881"/>
                  </a:cubicBezTo>
                  <a:cubicBezTo>
                    <a:pt x="19342" y="1121"/>
                    <a:pt x="20528" y="1692"/>
                    <a:pt x="21519" y="2533"/>
                  </a:cubicBezTo>
                  <a:cubicBezTo>
                    <a:pt x="22428" y="3171"/>
                    <a:pt x="23194" y="3989"/>
                    <a:pt x="23772" y="4935"/>
                  </a:cubicBezTo>
                  <a:close/>
                </a:path>
              </a:pathLst>
            </a:custGeom>
            <a:solidFill>
              <a:srgbClr val="99999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0" name="Content Placeholder 4">
              <a:extLst>
                <a:ext uri="{FF2B5EF4-FFF2-40B4-BE49-F238E27FC236}">
                  <a16:creationId xmlns:a16="http://schemas.microsoft.com/office/drawing/2014/main" id="{8E7998E4-935F-6DD8-875F-228E83CB0C0E}"/>
                </a:ext>
              </a:extLst>
            </p:cNvPr>
            <p:cNvSpPr/>
            <p:nvPr/>
          </p:nvSpPr>
          <p:spPr>
            <a:xfrm>
              <a:off x="7276895" y="3099561"/>
              <a:ext cx="90268" cy="343260"/>
            </a:xfrm>
            <a:custGeom>
              <a:avLst/>
              <a:gdLst>
                <a:gd name="connsiteX0" fmla="*/ 11002 w 90268"/>
                <a:gd name="connsiteY0" fmla="*/ 413 h 343260"/>
                <a:gd name="connsiteX1" fmla="*/ 40366 w 90268"/>
                <a:gd name="connsiteY1" fmla="*/ 8297 h 343260"/>
                <a:gd name="connsiteX2" fmla="*/ 69580 w 90268"/>
                <a:gd name="connsiteY2" fmla="*/ 15280 h 343260"/>
                <a:gd name="connsiteX3" fmla="*/ 83848 w 90268"/>
                <a:gd name="connsiteY3" fmla="*/ 21662 h 343260"/>
                <a:gd name="connsiteX4" fmla="*/ 90232 w 90268"/>
                <a:gd name="connsiteY4" fmla="*/ 190302 h 343260"/>
                <a:gd name="connsiteX5" fmla="*/ 88129 w 90268"/>
                <a:gd name="connsiteY5" fmla="*/ 267188 h 343260"/>
                <a:gd name="connsiteX6" fmla="*/ 81445 w 90268"/>
                <a:gd name="connsiteY6" fmla="*/ 339570 h 343260"/>
                <a:gd name="connsiteX7" fmla="*/ 69504 w 90268"/>
                <a:gd name="connsiteY7" fmla="*/ 339570 h 343260"/>
                <a:gd name="connsiteX8" fmla="*/ 70481 w 90268"/>
                <a:gd name="connsiteY8" fmla="*/ 282731 h 343260"/>
                <a:gd name="connsiteX9" fmla="*/ 71983 w 90268"/>
                <a:gd name="connsiteY9" fmla="*/ 191203 h 343260"/>
                <a:gd name="connsiteX10" fmla="*/ 65524 w 90268"/>
                <a:gd name="connsiteY10" fmla="*/ 27293 h 343260"/>
                <a:gd name="connsiteX11" fmla="*/ 64623 w 90268"/>
                <a:gd name="connsiteY11" fmla="*/ 27293 h 343260"/>
                <a:gd name="connsiteX12" fmla="*/ 47425 w 90268"/>
                <a:gd name="connsiteY12" fmla="*/ 25716 h 343260"/>
                <a:gd name="connsiteX13" fmla="*/ 7847 w 90268"/>
                <a:gd name="connsiteY13" fmla="*/ 17457 h 343260"/>
                <a:gd name="connsiteX14" fmla="*/ 11002 w 90268"/>
                <a:gd name="connsiteY14" fmla="*/ 413 h 343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268" h="343260">
                  <a:moveTo>
                    <a:pt x="11002" y="413"/>
                  </a:moveTo>
                  <a:lnTo>
                    <a:pt x="40366" y="8297"/>
                  </a:lnTo>
                  <a:cubicBezTo>
                    <a:pt x="50219" y="10099"/>
                    <a:pt x="59974" y="12434"/>
                    <a:pt x="69580" y="15280"/>
                  </a:cubicBezTo>
                  <a:cubicBezTo>
                    <a:pt x="74911" y="12727"/>
                    <a:pt x="83322" y="14604"/>
                    <a:pt x="83848" y="21662"/>
                  </a:cubicBezTo>
                  <a:cubicBezTo>
                    <a:pt x="88257" y="77878"/>
                    <a:pt x="90382" y="134086"/>
                    <a:pt x="90232" y="190302"/>
                  </a:cubicBezTo>
                  <a:cubicBezTo>
                    <a:pt x="90232" y="215981"/>
                    <a:pt x="89406" y="241584"/>
                    <a:pt x="88129" y="267188"/>
                  </a:cubicBezTo>
                  <a:cubicBezTo>
                    <a:pt x="86928" y="290765"/>
                    <a:pt x="89481" y="310512"/>
                    <a:pt x="81445" y="339570"/>
                  </a:cubicBezTo>
                  <a:cubicBezTo>
                    <a:pt x="79868" y="345276"/>
                    <a:pt x="69655" y="343549"/>
                    <a:pt x="69504" y="339570"/>
                  </a:cubicBezTo>
                  <a:cubicBezTo>
                    <a:pt x="68678" y="319747"/>
                    <a:pt x="69504" y="302027"/>
                    <a:pt x="70481" y="282731"/>
                  </a:cubicBezTo>
                  <a:cubicBezTo>
                    <a:pt x="71532" y="252246"/>
                    <a:pt x="71908" y="221762"/>
                    <a:pt x="71983" y="191203"/>
                  </a:cubicBezTo>
                  <a:cubicBezTo>
                    <a:pt x="71983" y="136616"/>
                    <a:pt x="69655" y="81955"/>
                    <a:pt x="65524" y="27293"/>
                  </a:cubicBezTo>
                  <a:lnTo>
                    <a:pt x="64623" y="27293"/>
                  </a:lnTo>
                  <a:cubicBezTo>
                    <a:pt x="58870" y="27068"/>
                    <a:pt x="53125" y="26542"/>
                    <a:pt x="47425" y="25716"/>
                  </a:cubicBezTo>
                  <a:cubicBezTo>
                    <a:pt x="34034" y="24027"/>
                    <a:pt x="20794" y="21264"/>
                    <a:pt x="7847" y="17457"/>
                  </a:cubicBezTo>
                  <a:cubicBezTo>
                    <a:pt x="-4394" y="14003"/>
                    <a:pt x="-1616" y="-2966"/>
                    <a:pt x="11002" y="413"/>
                  </a:cubicBezTo>
                  <a:close/>
                </a:path>
              </a:pathLst>
            </a:custGeom>
            <a:solidFill>
              <a:srgbClr val="E8E8E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1" name="Content Placeholder 4">
              <a:extLst>
                <a:ext uri="{FF2B5EF4-FFF2-40B4-BE49-F238E27FC236}">
                  <a16:creationId xmlns:a16="http://schemas.microsoft.com/office/drawing/2014/main" id="{0DFA1EC4-BF0F-634D-2821-E100835E0211}"/>
                </a:ext>
              </a:extLst>
            </p:cNvPr>
            <p:cNvSpPr/>
            <p:nvPr/>
          </p:nvSpPr>
          <p:spPr>
            <a:xfrm>
              <a:off x="7018076" y="3214038"/>
              <a:ext cx="159020" cy="191859"/>
            </a:xfrm>
            <a:custGeom>
              <a:avLst/>
              <a:gdLst>
                <a:gd name="connsiteX0" fmla="*/ 102873 w 159020"/>
                <a:gd name="connsiteY0" fmla="*/ 87613 h 191859"/>
                <a:gd name="connsiteX1" fmla="*/ 109782 w 159020"/>
                <a:gd name="connsiteY1" fmla="*/ 73722 h 191859"/>
                <a:gd name="connsiteX2" fmla="*/ 107755 w 159020"/>
                <a:gd name="connsiteY2" fmla="*/ 66213 h 191859"/>
                <a:gd name="connsiteX3" fmla="*/ 81470 w 159020"/>
                <a:gd name="connsiteY3" fmla="*/ 10050 h 191859"/>
                <a:gd name="connsiteX4" fmla="*/ 109331 w 159020"/>
                <a:gd name="connsiteY4" fmla="*/ 2091 h 191859"/>
                <a:gd name="connsiteX5" fmla="*/ 140198 w 159020"/>
                <a:gd name="connsiteY5" fmla="*/ 139 h 191859"/>
                <a:gd name="connsiteX6" fmla="*/ 142751 w 159020"/>
                <a:gd name="connsiteY6" fmla="*/ 139 h 191859"/>
                <a:gd name="connsiteX7" fmla="*/ 144929 w 159020"/>
                <a:gd name="connsiteY7" fmla="*/ 4044 h 191859"/>
                <a:gd name="connsiteX8" fmla="*/ 156570 w 159020"/>
                <a:gd name="connsiteY8" fmla="*/ 67565 h 191859"/>
                <a:gd name="connsiteX9" fmla="*/ 158973 w 159020"/>
                <a:gd name="connsiteY9" fmla="*/ 88213 h 191859"/>
                <a:gd name="connsiteX10" fmla="*/ 155068 w 159020"/>
                <a:gd name="connsiteY10" fmla="*/ 104882 h 191859"/>
                <a:gd name="connsiteX11" fmla="*/ 140573 w 159020"/>
                <a:gd name="connsiteY11" fmla="*/ 112390 h 191859"/>
                <a:gd name="connsiteX12" fmla="*/ 103023 w 159020"/>
                <a:gd name="connsiteY12" fmla="*/ 127407 h 191859"/>
                <a:gd name="connsiteX13" fmla="*/ 29350 w 159020"/>
                <a:gd name="connsiteY13" fmla="*/ 160670 h 191859"/>
                <a:gd name="connsiteX14" fmla="*/ 25295 w 159020"/>
                <a:gd name="connsiteY14" fmla="*/ 183195 h 191859"/>
                <a:gd name="connsiteX15" fmla="*/ 25820 w 159020"/>
                <a:gd name="connsiteY15" fmla="*/ 188526 h 191859"/>
                <a:gd name="connsiteX16" fmla="*/ 22141 w 159020"/>
                <a:gd name="connsiteY16" fmla="*/ 191830 h 191859"/>
                <a:gd name="connsiteX17" fmla="*/ 18536 w 159020"/>
                <a:gd name="connsiteY17" fmla="*/ 189052 h 191859"/>
                <a:gd name="connsiteX18" fmla="*/ 437 w 159020"/>
                <a:gd name="connsiteY18" fmla="*/ 157967 h 191859"/>
                <a:gd name="connsiteX19" fmla="*/ -14 w 159020"/>
                <a:gd name="connsiteY19" fmla="*/ 155940 h 191859"/>
                <a:gd name="connsiteX20" fmla="*/ 812 w 159020"/>
                <a:gd name="connsiteY20" fmla="*/ 154438 h 191859"/>
                <a:gd name="connsiteX21" fmla="*/ 10650 w 159020"/>
                <a:gd name="connsiteY21" fmla="*/ 148731 h 191859"/>
                <a:gd name="connsiteX22" fmla="*/ 10650 w 159020"/>
                <a:gd name="connsiteY22" fmla="*/ 148731 h 191859"/>
                <a:gd name="connsiteX23" fmla="*/ 15307 w 159020"/>
                <a:gd name="connsiteY23" fmla="*/ 143476 h 191859"/>
                <a:gd name="connsiteX24" fmla="*/ 61718 w 159020"/>
                <a:gd name="connsiteY24" fmla="*/ 113442 h 191859"/>
                <a:gd name="connsiteX25" fmla="*/ 89956 w 159020"/>
                <a:gd name="connsiteY25" fmla="*/ 96473 h 191859"/>
                <a:gd name="connsiteX26" fmla="*/ 102272 w 159020"/>
                <a:gd name="connsiteY26" fmla="*/ 88964 h 1918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020" h="191859">
                  <a:moveTo>
                    <a:pt x="102873" y="87613"/>
                  </a:moveTo>
                  <a:cubicBezTo>
                    <a:pt x="106170" y="83550"/>
                    <a:pt x="108528" y="78805"/>
                    <a:pt x="109782" y="73722"/>
                  </a:cubicBezTo>
                  <a:cubicBezTo>
                    <a:pt x="109775" y="71087"/>
                    <a:pt x="109076" y="68496"/>
                    <a:pt x="107755" y="66213"/>
                  </a:cubicBezTo>
                  <a:cubicBezTo>
                    <a:pt x="99043" y="47518"/>
                    <a:pt x="90256" y="28671"/>
                    <a:pt x="81470" y="10050"/>
                  </a:cubicBezTo>
                  <a:cubicBezTo>
                    <a:pt x="80569" y="8098"/>
                    <a:pt x="106929" y="2542"/>
                    <a:pt x="109331" y="2091"/>
                  </a:cubicBezTo>
                  <a:cubicBezTo>
                    <a:pt x="119621" y="965"/>
                    <a:pt x="129909" y="1641"/>
                    <a:pt x="140198" y="139"/>
                  </a:cubicBezTo>
                  <a:cubicBezTo>
                    <a:pt x="141031" y="-86"/>
                    <a:pt x="141918" y="-86"/>
                    <a:pt x="142751" y="139"/>
                  </a:cubicBezTo>
                  <a:cubicBezTo>
                    <a:pt x="144178" y="740"/>
                    <a:pt x="144629" y="2542"/>
                    <a:pt x="144929" y="4044"/>
                  </a:cubicBezTo>
                  <a:cubicBezTo>
                    <a:pt x="148834" y="25217"/>
                    <a:pt x="152439" y="46391"/>
                    <a:pt x="156570" y="67565"/>
                  </a:cubicBezTo>
                  <a:cubicBezTo>
                    <a:pt x="158079" y="74345"/>
                    <a:pt x="158883" y="81268"/>
                    <a:pt x="158973" y="88213"/>
                  </a:cubicBezTo>
                  <a:cubicBezTo>
                    <a:pt x="159168" y="94017"/>
                    <a:pt x="157816" y="99769"/>
                    <a:pt x="155068" y="104882"/>
                  </a:cubicBezTo>
                  <a:cubicBezTo>
                    <a:pt x="152063" y="109237"/>
                    <a:pt x="145380" y="110288"/>
                    <a:pt x="140573" y="112390"/>
                  </a:cubicBezTo>
                  <a:lnTo>
                    <a:pt x="103023" y="127407"/>
                  </a:lnTo>
                  <a:cubicBezTo>
                    <a:pt x="77902" y="137198"/>
                    <a:pt x="53307" y="148304"/>
                    <a:pt x="29350" y="160670"/>
                  </a:cubicBezTo>
                  <a:cubicBezTo>
                    <a:pt x="20188" y="165475"/>
                    <a:pt x="23267" y="174260"/>
                    <a:pt x="25295" y="183195"/>
                  </a:cubicBezTo>
                  <a:cubicBezTo>
                    <a:pt x="25873" y="184907"/>
                    <a:pt x="26053" y="186732"/>
                    <a:pt x="25820" y="188526"/>
                  </a:cubicBezTo>
                  <a:cubicBezTo>
                    <a:pt x="25565" y="190381"/>
                    <a:pt x="24011" y="191777"/>
                    <a:pt x="22141" y="191830"/>
                  </a:cubicBezTo>
                  <a:cubicBezTo>
                    <a:pt x="20616" y="191417"/>
                    <a:pt x="19317" y="190418"/>
                    <a:pt x="18536" y="189052"/>
                  </a:cubicBezTo>
                  <a:cubicBezTo>
                    <a:pt x="11544" y="179283"/>
                    <a:pt x="5483" y="168869"/>
                    <a:pt x="437" y="157967"/>
                  </a:cubicBezTo>
                  <a:cubicBezTo>
                    <a:pt x="76" y="157359"/>
                    <a:pt x="-81" y="156645"/>
                    <a:pt x="-14" y="155940"/>
                  </a:cubicBezTo>
                  <a:cubicBezTo>
                    <a:pt x="114" y="155369"/>
                    <a:pt x="399" y="154851"/>
                    <a:pt x="812" y="154438"/>
                  </a:cubicBezTo>
                  <a:cubicBezTo>
                    <a:pt x="3313" y="151434"/>
                    <a:pt x="6798" y="149407"/>
                    <a:pt x="10650" y="148731"/>
                  </a:cubicBezTo>
                  <a:lnTo>
                    <a:pt x="10650" y="148731"/>
                  </a:lnTo>
                  <a:cubicBezTo>
                    <a:pt x="9749" y="147380"/>
                    <a:pt x="14631" y="144001"/>
                    <a:pt x="15307" y="143476"/>
                  </a:cubicBezTo>
                  <a:cubicBezTo>
                    <a:pt x="30139" y="132513"/>
                    <a:pt x="45640" y="122482"/>
                    <a:pt x="61718" y="113442"/>
                  </a:cubicBezTo>
                  <a:lnTo>
                    <a:pt x="89956" y="96473"/>
                  </a:lnTo>
                  <a:cubicBezTo>
                    <a:pt x="94349" y="94475"/>
                    <a:pt x="98487" y="91953"/>
                    <a:pt x="102272" y="88964"/>
                  </a:cubicBezTo>
                  <a:close/>
                </a:path>
              </a:pathLst>
            </a:custGeom>
            <a:solidFill>
              <a:srgbClr val="6D9D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2" name="Content Placeholder 4">
              <a:extLst>
                <a:ext uri="{FF2B5EF4-FFF2-40B4-BE49-F238E27FC236}">
                  <a16:creationId xmlns:a16="http://schemas.microsoft.com/office/drawing/2014/main" id="{1DCFC437-28AB-AA96-D31C-681B415417E2}"/>
                </a:ext>
              </a:extLst>
            </p:cNvPr>
            <p:cNvSpPr/>
            <p:nvPr/>
          </p:nvSpPr>
          <p:spPr>
            <a:xfrm>
              <a:off x="7043015" y="3439679"/>
              <a:ext cx="7342" cy="7974"/>
            </a:xfrm>
            <a:custGeom>
              <a:avLst/>
              <a:gdLst>
                <a:gd name="connsiteX0" fmla="*/ 2383 w 7342"/>
                <a:gd name="connsiteY0" fmla="*/ 202 h 7974"/>
                <a:gd name="connsiteX1" fmla="*/ -20 w 7342"/>
                <a:gd name="connsiteY1" fmla="*/ 4933 h 7974"/>
                <a:gd name="connsiteX2" fmla="*/ 4261 w 7342"/>
                <a:gd name="connsiteY2" fmla="*/ 7883 h 7974"/>
                <a:gd name="connsiteX3" fmla="*/ 6814 w 7342"/>
                <a:gd name="connsiteY3" fmla="*/ 6059 h 7974"/>
                <a:gd name="connsiteX4" fmla="*/ 2383 w 7342"/>
                <a:gd name="connsiteY4" fmla="*/ 202 h 7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42" h="7974">
                  <a:moveTo>
                    <a:pt x="2383" y="202"/>
                  </a:moveTo>
                  <a:cubicBezTo>
                    <a:pt x="784" y="1231"/>
                    <a:pt x="-132" y="3040"/>
                    <a:pt x="-20" y="4933"/>
                  </a:cubicBezTo>
                  <a:cubicBezTo>
                    <a:pt x="348" y="6930"/>
                    <a:pt x="2263" y="8251"/>
                    <a:pt x="4261" y="7883"/>
                  </a:cubicBezTo>
                  <a:cubicBezTo>
                    <a:pt x="5342" y="7688"/>
                    <a:pt x="6281" y="7020"/>
                    <a:pt x="6814" y="6059"/>
                  </a:cubicBezTo>
                  <a:cubicBezTo>
                    <a:pt x="8466" y="3205"/>
                    <a:pt x="5763" y="-1074"/>
                    <a:pt x="2383" y="202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3" name="Content Placeholder 4">
              <a:extLst>
                <a:ext uri="{FF2B5EF4-FFF2-40B4-BE49-F238E27FC236}">
                  <a16:creationId xmlns:a16="http://schemas.microsoft.com/office/drawing/2014/main" id="{0AEA2EC6-7AAF-3F0C-0DCB-B0D273768681}"/>
                </a:ext>
              </a:extLst>
            </p:cNvPr>
            <p:cNvSpPr/>
            <p:nvPr/>
          </p:nvSpPr>
          <p:spPr>
            <a:xfrm>
              <a:off x="7349410" y="3433777"/>
              <a:ext cx="5798" cy="5671"/>
            </a:xfrm>
            <a:custGeom>
              <a:avLst/>
              <a:gdLst>
                <a:gd name="connsiteX0" fmla="*/ 218 w 5798"/>
                <a:gd name="connsiteY0" fmla="*/ 1749 h 5671"/>
                <a:gd name="connsiteX1" fmla="*/ 1044 w 5798"/>
                <a:gd name="connsiteY1" fmla="*/ 4753 h 5671"/>
                <a:gd name="connsiteX2" fmla="*/ 1044 w 5798"/>
                <a:gd name="connsiteY2" fmla="*/ 4753 h 5671"/>
                <a:gd name="connsiteX3" fmla="*/ 1044 w 5798"/>
                <a:gd name="connsiteY3" fmla="*/ 4753 h 5671"/>
                <a:gd name="connsiteX4" fmla="*/ 3898 w 5798"/>
                <a:gd name="connsiteY4" fmla="*/ 5504 h 5671"/>
                <a:gd name="connsiteX5" fmla="*/ 218 w 5798"/>
                <a:gd name="connsiteY5" fmla="*/ 1749 h 5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98" h="5671">
                  <a:moveTo>
                    <a:pt x="218" y="1749"/>
                  </a:moveTo>
                  <a:cubicBezTo>
                    <a:pt x="-315" y="2815"/>
                    <a:pt x="38" y="4107"/>
                    <a:pt x="1044" y="4753"/>
                  </a:cubicBezTo>
                  <a:lnTo>
                    <a:pt x="1044" y="4753"/>
                  </a:lnTo>
                  <a:lnTo>
                    <a:pt x="1044" y="4753"/>
                  </a:lnTo>
                  <a:cubicBezTo>
                    <a:pt x="1765" y="5549"/>
                    <a:pt x="2884" y="5842"/>
                    <a:pt x="3898" y="5504"/>
                  </a:cubicBezTo>
                  <a:cubicBezTo>
                    <a:pt x="8929" y="3777"/>
                    <a:pt x="2471" y="-3281"/>
                    <a:pt x="218" y="1749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4" name="Content Placeholder 4">
              <a:extLst>
                <a:ext uri="{FF2B5EF4-FFF2-40B4-BE49-F238E27FC236}">
                  <a16:creationId xmlns:a16="http://schemas.microsoft.com/office/drawing/2014/main" id="{F91972A0-87D7-BB45-D848-1E7D24229562}"/>
                </a:ext>
              </a:extLst>
            </p:cNvPr>
            <p:cNvSpPr/>
            <p:nvPr/>
          </p:nvSpPr>
          <p:spPr>
            <a:xfrm>
              <a:off x="7097259" y="3431173"/>
              <a:ext cx="179859" cy="9905"/>
            </a:xfrm>
            <a:custGeom>
              <a:avLst/>
              <a:gdLst>
                <a:gd name="connsiteX0" fmla="*/ 78363 w 179859"/>
                <a:gd name="connsiteY0" fmla="*/ 9609 h 9905"/>
                <a:gd name="connsiteX1" fmla="*/ 121546 w 179859"/>
                <a:gd name="connsiteY1" fmla="*/ 9609 h 9905"/>
                <a:gd name="connsiteX2" fmla="*/ 168408 w 179859"/>
                <a:gd name="connsiteY2" fmla="*/ 9609 h 9905"/>
                <a:gd name="connsiteX3" fmla="*/ 175918 w 179859"/>
                <a:gd name="connsiteY3" fmla="*/ 8408 h 9905"/>
                <a:gd name="connsiteX4" fmla="*/ 179823 w 179859"/>
                <a:gd name="connsiteY4" fmla="*/ 2326 h 9905"/>
                <a:gd name="connsiteX5" fmla="*/ 179147 w 179859"/>
                <a:gd name="connsiteY5" fmla="*/ 449 h 9905"/>
                <a:gd name="connsiteX6" fmla="*/ 176293 w 179859"/>
                <a:gd name="connsiteY6" fmla="*/ 74 h 9905"/>
                <a:gd name="connsiteX7" fmla="*/ 74158 w 179859"/>
                <a:gd name="connsiteY7" fmla="*/ 2927 h 9905"/>
                <a:gd name="connsiteX8" fmla="*/ 22639 w 179859"/>
                <a:gd name="connsiteY8" fmla="*/ 3527 h 9905"/>
                <a:gd name="connsiteX9" fmla="*/ 109 w 179859"/>
                <a:gd name="connsiteY9" fmla="*/ 6005 h 9905"/>
                <a:gd name="connsiteX10" fmla="*/ 20311 w 179859"/>
                <a:gd name="connsiteY10" fmla="*/ 9609 h 9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9859" h="9905">
                  <a:moveTo>
                    <a:pt x="78363" y="9609"/>
                  </a:moveTo>
                  <a:lnTo>
                    <a:pt x="121546" y="9609"/>
                  </a:lnTo>
                  <a:cubicBezTo>
                    <a:pt x="137166" y="9609"/>
                    <a:pt x="152787" y="9609"/>
                    <a:pt x="168408" y="9609"/>
                  </a:cubicBezTo>
                  <a:cubicBezTo>
                    <a:pt x="170969" y="9737"/>
                    <a:pt x="173522" y="9324"/>
                    <a:pt x="175918" y="8408"/>
                  </a:cubicBezTo>
                  <a:cubicBezTo>
                    <a:pt x="178381" y="7417"/>
                    <a:pt x="179951" y="4976"/>
                    <a:pt x="179823" y="2326"/>
                  </a:cubicBezTo>
                  <a:cubicBezTo>
                    <a:pt x="179846" y="1635"/>
                    <a:pt x="179605" y="967"/>
                    <a:pt x="179147" y="449"/>
                  </a:cubicBezTo>
                  <a:cubicBezTo>
                    <a:pt x="178268" y="-17"/>
                    <a:pt x="177262" y="-144"/>
                    <a:pt x="176293" y="74"/>
                  </a:cubicBezTo>
                  <a:cubicBezTo>
                    <a:pt x="142348" y="2927"/>
                    <a:pt x="108253" y="2852"/>
                    <a:pt x="74158" y="2927"/>
                  </a:cubicBezTo>
                  <a:cubicBezTo>
                    <a:pt x="57035" y="2927"/>
                    <a:pt x="39837" y="2927"/>
                    <a:pt x="22639" y="3527"/>
                  </a:cubicBezTo>
                  <a:cubicBezTo>
                    <a:pt x="19109" y="3527"/>
                    <a:pt x="1761" y="2026"/>
                    <a:pt x="109" y="6005"/>
                  </a:cubicBezTo>
                  <a:cubicBezTo>
                    <a:pt x="-1844" y="11336"/>
                    <a:pt x="17532" y="9609"/>
                    <a:pt x="20311" y="960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5" name="Content Placeholder 4">
              <a:extLst>
                <a:ext uri="{FF2B5EF4-FFF2-40B4-BE49-F238E27FC236}">
                  <a16:creationId xmlns:a16="http://schemas.microsoft.com/office/drawing/2014/main" id="{68502534-97D0-0AA9-A026-D14909E0A6A5}"/>
                </a:ext>
              </a:extLst>
            </p:cNvPr>
            <p:cNvSpPr/>
            <p:nvPr/>
          </p:nvSpPr>
          <p:spPr>
            <a:xfrm>
              <a:off x="7142382" y="3202265"/>
              <a:ext cx="79487" cy="236830"/>
            </a:xfrm>
            <a:custGeom>
              <a:avLst/>
              <a:gdLst>
                <a:gd name="connsiteX0" fmla="*/ 17168 w 79487"/>
                <a:gd name="connsiteY0" fmla="*/ 115003 h 236830"/>
                <a:gd name="connsiteX1" fmla="*/ 2149 w 79487"/>
                <a:gd name="connsiteY1" fmla="*/ 19271 h 236830"/>
                <a:gd name="connsiteX2" fmla="*/ -29 w 79487"/>
                <a:gd name="connsiteY2" fmla="*/ 4254 h 236830"/>
                <a:gd name="connsiteX3" fmla="*/ 15892 w 79487"/>
                <a:gd name="connsiteY3" fmla="*/ 4929 h 236830"/>
                <a:gd name="connsiteX4" fmla="*/ 45932 w 79487"/>
                <a:gd name="connsiteY4" fmla="*/ -26 h 236830"/>
                <a:gd name="connsiteX5" fmla="*/ 57197 w 79487"/>
                <a:gd name="connsiteY5" fmla="*/ 58765 h 236830"/>
                <a:gd name="connsiteX6" fmla="*/ 53892 w 79487"/>
                <a:gd name="connsiteY6" fmla="*/ 211637 h 236830"/>
                <a:gd name="connsiteX7" fmla="*/ 72667 w 79487"/>
                <a:gd name="connsiteY7" fmla="*/ 224552 h 236830"/>
                <a:gd name="connsiteX8" fmla="*/ 77699 w 79487"/>
                <a:gd name="connsiteY8" fmla="*/ 226279 h 236830"/>
                <a:gd name="connsiteX9" fmla="*/ 79201 w 79487"/>
                <a:gd name="connsiteY9" fmla="*/ 230934 h 236830"/>
                <a:gd name="connsiteX10" fmla="*/ 75145 w 79487"/>
                <a:gd name="connsiteY10" fmla="*/ 233111 h 236830"/>
                <a:gd name="connsiteX11" fmla="*/ 39398 w 79487"/>
                <a:gd name="connsiteY11" fmla="*/ 236791 h 236830"/>
                <a:gd name="connsiteX12" fmla="*/ 37295 w 79487"/>
                <a:gd name="connsiteY12" fmla="*/ 236340 h 236830"/>
                <a:gd name="connsiteX13" fmla="*/ 36244 w 79487"/>
                <a:gd name="connsiteY13" fmla="*/ 234989 h 236830"/>
                <a:gd name="connsiteX14" fmla="*/ 35117 w 79487"/>
                <a:gd name="connsiteY14" fmla="*/ 223651 h 236830"/>
                <a:gd name="connsiteX15" fmla="*/ 34667 w 79487"/>
                <a:gd name="connsiteY15" fmla="*/ 223651 h 236830"/>
                <a:gd name="connsiteX16" fmla="*/ 17769 w 79487"/>
                <a:gd name="connsiteY16" fmla="*/ 119283 h 236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9487" h="236830">
                  <a:moveTo>
                    <a:pt x="17168" y="115003"/>
                  </a:moveTo>
                  <a:cubicBezTo>
                    <a:pt x="13564" y="82717"/>
                    <a:pt x="6504" y="51407"/>
                    <a:pt x="2149" y="19271"/>
                  </a:cubicBezTo>
                  <a:cubicBezTo>
                    <a:pt x="1398" y="14315"/>
                    <a:pt x="722" y="9285"/>
                    <a:pt x="-29" y="4254"/>
                  </a:cubicBezTo>
                  <a:cubicBezTo>
                    <a:pt x="5303" y="4254"/>
                    <a:pt x="10635" y="4629"/>
                    <a:pt x="15892" y="4929"/>
                  </a:cubicBezTo>
                  <a:cubicBezTo>
                    <a:pt x="25880" y="3052"/>
                    <a:pt x="35943" y="1476"/>
                    <a:pt x="45932" y="-26"/>
                  </a:cubicBezTo>
                  <a:cubicBezTo>
                    <a:pt x="49386" y="-552"/>
                    <a:pt x="57422" y="53059"/>
                    <a:pt x="57197" y="58765"/>
                  </a:cubicBezTo>
                  <a:cubicBezTo>
                    <a:pt x="55469" y="109748"/>
                    <a:pt x="50738" y="160730"/>
                    <a:pt x="53892" y="211637"/>
                  </a:cubicBezTo>
                  <a:cubicBezTo>
                    <a:pt x="54493" y="221999"/>
                    <a:pt x="63806" y="222750"/>
                    <a:pt x="72667" y="224552"/>
                  </a:cubicBezTo>
                  <a:cubicBezTo>
                    <a:pt x="74462" y="224702"/>
                    <a:pt x="76190" y="225295"/>
                    <a:pt x="77699" y="226279"/>
                  </a:cubicBezTo>
                  <a:cubicBezTo>
                    <a:pt x="79231" y="227285"/>
                    <a:pt x="79854" y="229222"/>
                    <a:pt x="79201" y="230934"/>
                  </a:cubicBezTo>
                  <a:cubicBezTo>
                    <a:pt x="78202" y="232180"/>
                    <a:pt x="76738" y="232969"/>
                    <a:pt x="75145" y="233111"/>
                  </a:cubicBezTo>
                  <a:cubicBezTo>
                    <a:pt x="63370" y="235424"/>
                    <a:pt x="51399" y="236655"/>
                    <a:pt x="39398" y="236791"/>
                  </a:cubicBezTo>
                  <a:cubicBezTo>
                    <a:pt x="38669" y="236843"/>
                    <a:pt x="37941" y="236686"/>
                    <a:pt x="37295" y="236340"/>
                  </a:cubicBezTo>
                  <a:cubicBezTo>
                    <a:pt x="36845" y="235972"/>
                    <a:pt x="36484" y="235514"/>
                    <a:pt x="36244" y="234989"/>
                  </a:cubicBezTo>
                  <a:cubicBezTo>
                    <a:pt x="34599" y="231445"/>
                    <a:pt x="34201" y="227450"/>
                    <a:pt x="35117" y="223651"/>
                  </a:cubicBezTo>
                  <a:lnTo>
                    <a:pt x="34667" y="223651"/>
                  </a:lnTo>
                  <a:cubicBezTo>
                    <a:pt x="26000" y="189420"/>
                    <a:pt x="20345" y="154498"/>
                    <a:pt x="17769" y="119283"/>
                  </a:cubicBezTo>
                  <a:close/>
                </a:path>
              </a:pathLst>
            </a:custGeom>
            <a:solidFill>
              <a:srgbClr val="6D9DB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6" name="Content Placeholder 4">
              <a:extLst>
                <a:ext uri="{FF2B5EF4-FFF2-40B4-BE49-F238E27FC236}">
                  <a16:creationId xmlns:a16="http://schemas.microsoft.com/office/drawing/2014/main" id="{07D38796-4E7D-5829-6CE9-72BF06C3FBBA}"/>
                </a:ext>
              </a:extLst>
            </p:cNvPr>
            <p:cNvSpPr/>
            <p:nvPr/>
          </p:nvSpPr>
          <p:spPr>
            <a:xfrm>
              <a:off x="7087166" y="2996162"/>
              <a:ext cx="130265" cy="232762"/>
            </a:xfrm>
            <a:custGeom>
              <a:avLst/>
              <a:gdLst>
                <a:gd name="connsiteX0" fmla="*/ 70732 w 130265"/>
                <a:gd name="connsiteY0" fmla="*/ 7479 h 232762"/>
                <a:gd name="connsiteX1" fmla="*/ 53459 w 130265"/>
                <a:gd name="connsiteY1" fmla="*/ -30 h 232762"/>
                <a:gd name="connsiteX2" fmla="*/ 35360 w 130265"/>
                <a:gd name="connsiteY2" fmla="*/ 10557 h 232762"/>
                <a:gd name="connsiteX3" fmla="*/ 2617 w 130265"/>
                <a:gd name="connsiteY3" fmla="*/ 232732 h 232762"/>
                <a:gd name="connsiteX4" fmla="*/ 129611 w 130265"/>
                <a:gd name="connsiteY4" fmla="*/ 225224 h 232762"/>
                <a:gd name="connsiteX5" fmla="*/ 124804 w 130265"/>
                <a:gd name="connsiteY5" fmla="*/ 39690 h 232762"/>
                <a:gd name="connsiteX6" fmla="*/ 113614 w 130265"/>
                <a:gd name="connsiteY6" fmla="*/ 11458 h 232762"/>
                <a:gd name="connsiteX7" fmla="*/ 70732 w 130265"/>
                <a:gd name="connsiteY7" fmla="*/ 7479 h 232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265" h="232762">
                  <a:moveTo>
                    <a:pt x="70732" y="7479"/>
                  </a:moveTo>
                  <a:cubicBezTo>
                    <a:pt x="65708" y="3552"/>
                    <a:pt x="59760" y="969"/>
                    <a:pt x="53459" y="-30"/>
                  </a:cubicBezTo>
                  <a:cubicBezTo>
                    <a:pt x="45995" y="98"/>
                    <a:pt x="39130" y="4115"/>
                    <a:pt x="35360" y="10557"/>
                  </a:cubicBezTo>
                  <a:cubicBezTo>
                    <a:pt x="6897" y="52529"/>
                    <a:pt x="-6020" y="187682"/>
                    <a:pt x="2617" y="232732"/>
                  </a:cubicBezTo>
                  <a:cubicBezTo>
                    <a:pt x="38740" y="232732"/>
                    <a:pt x="93488" y="225224"/>
                    <a:pt x="129611" y="225224"/>
                  </a:cubicBezTo>
                  <a:cubicBezTo>
                    <a:pt x="131714" y="190234"/>
                    <a:pt x="128108" y="74679"/>
                    <a:pt x="124804" y="39690"/>
                  </a:cubicBezTo>
                  <a:cubicBezTo>
                    <a:pt x="124977" y="29163"/>
                    <a:pt x="120951" y="19004"/>
                    <a:pt x="113614" y="11458"/>
                  </a:cubicBezTo>
                  <a:cubicBezTo>
                    <a:pt x="99323" y="15475"/>
                    <a:pt x="84040" y="14056"/>
                    <a:pt x="70732" y="7479"/>
                  </a:cubicBezTo>
                  <a:close/>
                </a:path>
              </a:pathLst>
            </a:custGeom>
            <a:solidFill>
              <a:srgbClr val="D3E4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7" name="Content Placeholder 4">
              <a:extLst>
                <a:ext uri="{FF2B5EF4-FFF2-40B4-BE49-F238E27FC236}">
                  <a16:creationId xmlns:a16="http://schemas.microsoft.com/office/drawing/2014/main" id="{8DE6D9ED-580B-2585-B18A-2201B902F311}"/>
                </a:ext>
              </a:extLst>
            </p:cNvPr>
            <p:cNvSpPr/>
            <p:nvPr/>
          </p:nvSpPr>
          <p:spPr>
            <a:xfrm>
              <a:off x="7152374" y="2907153"/>
              <a:ext cx="63563" cy="84478"/>
            </a:xfrm>
            <a:custGeom>
              <a:avLst/>
              <a:gdLst>
                <a:gd name="connsiteX0" fmla="*/ 2369 w 63563"/>
                <a:gd name="connsiteY0" fmla="*/ 32590 h 84478"/>
                <a:gd name="connsiteX1" fmla="*/ 6425 w 63563"/>
                <a:gd name="connsiteY1" fmla="*/ 21553 h 84478"/>
                <a:gd name="connsiteX2" fmla="*/ 44876 w 63563"/>
                <a:gd name="connsiteY2" fmla="*/ 2707 h 84478"/>
                <a:gd name="connsiteX3" fmla="*/ 53062 w 63563"/>
                <a:gd name="connsiteY3" fmla="*/ 11192 h 84478"/>
                <a:gd name="connsiteX4" fmla="*/ 59520 w 63563"/>
                <a:gd name="connsiteY4" fmla="*/ 21478 h 84478"/>
                <a:gd name="connsiteX5" fmla="*/ 63201 w 63563"/>
                <a:gd name="connsiteY5" fmla="*/ 44003 h 84478"/>
                <a:gd name="connsiteX6" fmla="*/ 54939 w 63563"/>
                <a:gd name="connsiteY6" fmla="*/ 64201 h 84478"/>
                <a:gd name="connsiteX7" fmla="*/ 35489 w 63563"/>
                <a:gd name="connsiteY7" fmla="*/ 83723 h 84478"/>
                <a:gd name="connsiteX8" fmla="*/ 4322 w 63563"/>
                <a:gd name="connsiteY8" fmla="*/ 68706 h 84478"/>
                <a:gd name="connsiteX9" fmla="*/ 2369 w 63563"/>
                <a:gd name="connsiteY9" fmla="*/ 32590 h 84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563" h="84478">
                  <a:moveTo>
                    <a:pt x="2369" y="32590"/>
                  </a:moveTo>
                  <a:cubicBezTo>
                    <a:pt x="3293" y="28769"/>
                    <a:pt x="4653" y="25067"/>
                    <a:pt x="6425" y="21553"/>
                  </a:cubicBezTo>
                  <a:cubicBezTo>
                    <a:pt x="12508" y="9314"/>
                    <a:pt x="30532" y="-6453"/>
                    <a:pt x="44876" y="2707"/>
                  </a:cubicBezTo>
                  <a:cubicBezTo>
                    <a:pt x="48113" y="4997"/>
                    <a:pt x="50892" y="7873"/>
                    <a:pt x="53062" y="11192"/>
                  </a:cubicBezTo>
                  <a:cubicBezTo>
                    <a:pt x="55555" y="14397"/>
                    <a:pt x="57718" y="17844"/>
                    <a:pt x="59520" y="21478"/>
                  </a:cubicBezTo>
                  <a:cubicBezTo>
                    <a:pt x="62922" y="28468"/>
                    <a:pt x="64207" y="36300"/>
                    <a:pt x="63201" y="44003"/>
                  </a:cubicBezTo>
                  <a:cubicBezTo>
                    <a:pt x="61608" y="51151"/>
                    <a:pt x="58815" y="57984"/>
                    <a:pt x="54939" y="64201"/>
                  </a:cubicBezTo>
                  <a:cubicBezTo>
                    <a:pt x="51064" y="72866"/>
                    <a:pt x="44140" y="79811"/>
                    <a:pt x="35489" y="83723"/>
                  </a:cubicBezTo>
                  <a:cubicBezTo>
                    <a:pt x="22857" y="86674"/>
                    <a:pt x="9887" y="80419"/>
                    <a:pt x="4322" y="68706"/>
                  </a:cubicBezTo>
                  <a:cubicBezTo>
                    <a:pt x="-709" y="57308"/>
                    <a:pt x="-1401" y="44461"/>
                    <a:pt x="2369" y="32590"/>
                  </a:cubicBezTo>
                  <a:close/>
                </a:path>
              </a:pathLst>
            </a:custGeom>
            <a:solidFill>
              <a:srgbClr val="E0CD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8" name="Content Placeholder 4">
              <a:extLst>
                <a:ext uri="{FF2B5EF4-FFF2-40B4-BE49-F238E27FC236}">
                  <a16:creationId xmlns:a16="http://schemas.microsoft.com/office/drawing/2014/main" id="{1452F83C-4C09-0EA2-8B40-740176681DA4}"/>
                </a:ext>
              </a:extLst>
            </p:cNvPr>
            <p:cNvSpPr/>
            <p:nvPr/>
          </p:nvSpPr>
          <p:spPr>
            <a:xfrm>
              <a:off x="7102053" y="2886017"/>
              <a:ext cx="127123" cy="111195"/>
            </a:xfrm>
            <a:custGeom>
              <a:avLst/>
              <a:gdLst>
                <a:gd name="connsiteX0" fmla="*/ 10334 w 127123"/>
                <a:gd name="connsiteY0" fmla="*/ 67242 h 111195"/>
                <a:gd name="connsiteX1" fmla="*/ 22275 w 127123"/>
                <a:gd name="connsiteY1" fmla="*/ 42839 h 111195"/>
                <a:gd name="connsiteX2" fmla="*/ 44805 w 127123"/>
                <a:gd name="connsiteY2" fmla="*/ 9652 h 111195"/>
                <a:gd name="connsiteX3" fmla="*/ 112395 w 127123"/>
                <a:gd name="connsiteY3" fmla="*/ 14307 h 111195"/>
                <a:gd name="connsiteX4" fmla="*/ 125162 w 127123"/>
                <a:gd name="connsiteY4" fmla="*/ 31051 h 111195"/>
                <a:gd name="connsiteX5" fmla="*/ 119304 w 127123"/>
                <a:gd name="connsiteY5" fmla="*/ 71371 h 111195"/>
                <a:gd name="connsiteX6" fmla="*/ 108039 w 127123"/>
                <a:gd name="connsiteY6" fmla="*/ 111166 h 111195"/>
                <a:gd name="connsiteX7" fmla="*/ 101130 w 127123"/>
                <a:gd name="connsiteY7" fmla="*/ 103057 h 111195"/>
                <a:gd name="connsiteX8" fmla="*/ 101581 w 127123"/>
                <a:gd name="connsiteY8" fmla="*/ 91644 h 111195"/>
                <a:gd name="connsiteX9" fmla="*/ 103308 w 127123"/>
                <a:gd name="connsiteY9" fmla="*/ 59508 h 111195"/>
                <a:gd name="connsiteX10" fmla="*/ 88288 w 127123"/>
                <a:gd name="connsiteY10" fmla="*/ 32928 h 111195"/>
                <a:gd name="connsiteX11" fmla="*/ 46683 w 127123"/>
                <a:gd name="connsiteY11" fmla="*/ 104108 h 111195"/>
                <a:gd name="connsiteX12" fmla="*/ 26030 w 127123"/>
                <a:gd name="connsiteY12" fmla="*/ 100429 h 111195"/>
                <a:gd name="connsiteX13" fmla="*/ 17319 w 127123"/>
                <a:gd name="connsiteY13" fmla="*/ 100429 h 111195"/>
                <a:gd name="connsiteX14" fmla="*/ -29 w 127123"/>
                <a:gd name="connsiteY14" fmla="*/ 95774 h 111195"/>
                <a:gd name="connsiteX15" fmla="*/ 10334 w 127123"/>
                <a:gd name="connsiteY15" fmla="*/ 67242 h 111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7123" h="111195">
                  <a:moveTo>
                    <a:pt x="10334" y="67242"/>
                  </a:moveTo>
                  <a:lnTo>
                    <a:pt x="22275" y="42839"/>
                  </a:lnTo>
                  <a:cubicBezTo>
                    <a:pt x="27322" y="30292"/>
                    <a:pt x="35005" y="18977"/>
                    <a:pt x="44805" y="9652"/>
                  </a:cubicBezTo>
                  <a:cubicBezTo>
                    <a:pt x="64331" y="-5891"/>
                    <a:pt x="93620" y="-1536"/>
                    <a:pt x="112395" y="14307"/>
                  </a:cubicBezTo>
                  <a:cubicBezTo>
                    <a:pt x="118005" y="18714"/>
                    <a:pt x="122398" y="24473"/>
                    <a:pt x="125162" y="31051"/>
                  </a:cubicBezTo>
                  <a:cubicBezTo>
                    <a:pt x="129894" y="43965"/>
                    <a:pt x="125162" y="58607"/>
                    <a:pt x="119304" y="71371"/>
                  </a:cubicBezTo>
                  <a:cubicBezTo>
                    <a:pt x="113447" y="84136"/>
                    <a:pt x="106913" y="97275"/>
                    <a:pt x="108039" y="111166"/>
                  </a:cubicBezTo>
                  <a:cubicBezTo>
                    <a:pt x="104359" y="110032"/>
                    <a:pt x="101663" y="106871"/>
                    <a:pt x="101130" y="103057"/>
                  </a:cubicBezTo>
                  <a:cubicBezTo>
                    <a:pt x="100604" y="99257"/>
                    <a:pt x="100755" y="95391"/>
                    <a:pt x="101581" y="91644"/>
                  </a:cubicBezTo>
                  <a:cubicBezTo>
                    <a:pt x="103758" y="81080"/>
                    <a:pt x="104344" y="70245"/>
                    <a:pt x="103308" y="59508"/>
                  </a:cubicBezTo>
                  <a:cubicBezTo>
                    <a:pt x="102437" y="48876"/>
                    <a:pt x="96947" y="39160"/>
                    <a:pt x="88288" y="32928"/>
                  </a:cubicBezTo>
                  <a:cubicBezTo>
                    <a:pt x="66186" y="50775"/>
                    <a:pt x="51384" y="76094"/>
                    <a:pt x="46683" y="104108"/>
                  </a:cubicBezTo>
                  <a:cubicBezTo>
                    <a:pt x="40247" y="101060"/>
                    <a:pt x="33119" y="99791"/>
                    <a:pt x="26030" y="100429"/>
                  </a:cubicBezTo>
                  <a:cubicBezTo>
                    <a:pt x="23139" y="100842"/>
                    <a:pt x="20210" y="100842"/>
                    <a:pt x="17319" y="100429"/>
                  </a:cubicBezTo>
                  <a:cubicBezTo>
                    <a:pt x="11236" y="99152"/>
                    <a:pt x="5528" y="92920"/>
                    <a:pt x="-29" y="95774"/>
                  </a:cubicBezTo>
                  <a:cubicBezTo>
                    <a:pt x="1736" y="85727"/>
                    <a:pt x="5243" y="76071"/>
                    <a:pt x="10334" y="67242"/>
                  </a:cubicBezTo>
                  <a:close/>
                </a:path>
              </a:pathLst>
            </a:custGeom>
            <a:solidFill>
              <a:srgbClr val="F4D78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9" name="Content Placeholder 4">
              <a:extLst>
                <a:ext uri="{FF2B5EF4-FFF2-40B4-BE49-F238E27FC236}">
                  <a16:creationId xmlns:a16="http://schemas.microsoft.com/office/drawing/2014/main" id="{9A4D39AA-0F90-4ECC-C6FC-21E673D88F94}"/>
                </a:ext>
              </a:extLst>
            </p:cNvPr>
            <p:cNvSpPr/>
            <p:nvPr/>
          </p:nvSpPr>
          <p:spPr>
            <a:xfrm>
              <a:off x="7156519" y="3059906"/>
              <a:ext cx="150306" cy="82895"/>
            </a:xfrm>
            <a:custGeom>
              <a:avLst/>
              <a:gdLst>
                <a:gd name="connsiteX0" fmla="*/ 3932 w 150306"/>
                <a:gd name="connsiteY0" fmla="*/ 2375 h 82895"/>
                <a:gd name="connsiteX1" fmla="*/ 7612 w 150306"/>
                <a:gd name="connsiteY1" fmla="*/ 198 h 82895"/>
                <a:gd name="connsiteX2" fmla="*/ 20605 w 150306"/>
                <a:gd name="connsiteY2" fmla="*/ 9133 h 82895"/>
                <a:gd name="connsiteX3" fmla="*/ 48617 w 150306"/>
                <a:gd name="connsiteY3" fmla="*/ 59365 h 82895"/>
                <a:gd name="connsiteX4" fmla="*/ 53799 w 150306"/>
                <a:gd name="connsiteY4" fmla="*/ 57863 h 82895"/>
                <a:gd name="connsiteX5" fmla="*/ 113503 w 150306"/>
                <a:gd name="connsiteY5" fmla="*/ 50355 h 82895"/>
                <a:gd name="connsiteX6" fmla="*/ 115981 w 150306"/>
                <a:gd name="connsiteY6" fmla="*/ 49829 h 82895"/>
                <a:gd name="connsiteX7" fmla="*/ 129574 w 150306"/>
                <a:gd name="connsiteY7" fmla="*/ 42320 h 82895"/>
                <a:gd name="connsiteX8" fmla="*/ 132428 w 150306"/>
                <a:gd name="connsiteY8" fmla="*/ 40293 h 82895"/>
                <a:gd name="connsiteX9" fmla="*/ 135808 w 150306"/>
                <a:gd name="connsiteY9" fmla="*/ 40293 h 82895"/>
                <a:gd name="connsiteX10" fmla="*/ 136026 w 150306"/>
                <a:gd name="connsiteY10" fmla="*/ 43154 h 82895"/>
                <a:gd name="connsiteX11" fmla="*/ 135808 w 150306"/>
                <a:gd name="connsiteY11" fmla="*/ 43371 h 82895"/>
                <a:gd name="connsiteX12" fmla="*/ 143768 w 150306"/>
                <a:gd name="connsiteY12" fmla="*/ 42020 h 82895"/>
                <a:gd name="connsiteX13" fmla="*/ 150152 w 150306"/>
                <a:gd name="connsiteY13" fmla="*/ 46375 h 82895"/>
                <a:gd name="connsiteX14" fmla="*/ 145796 w 150306"/>
                <a:gd name="connsiteY14" fmla="*/ 55610 h 82895"/>
                <a:gd name="connsiteX15" fmla="*/ 119887 w 150306"/>
                <a:gd name="connsiteY15" fmla="*/ 63870 h 82895"/>
                <a:gd name="connsiteX16" fmla="*/ 108171 w 150306"/>
                <a:gd name="connsiteY16" fmla="*/ 67699 h 82895"/>
                <a:gd name="connsiteX17" fmla="*/ 69720 w 150306"/>
                <a:gd name="connsiteY17" fmla="*/ 79337 h 82895"/>
                <a:gd name="connsiteX18" fmla="*/ 51170 w 150306"/>
                <a:gd name="connsiteY18" fmla="*/ 82866 h 82895"/>
                <a:gd name="connsiteX19" fmla="*/ 41332 w 150306"/>
                <a:gd name="connsiteY19" fmla="*/ 80689 h 82895"/>
                <a:gd name="connsiteX20" fmla="*/ 2430 w 150306"/>
                <a:gd name="connsiteY20" fmla="*/ 25652 h 82895"/>
                <a:gd name="connsiteX21" fmla="*/ 3932 w 150306"/>
                <a:gd name="connsiteY21" fmla="*/ 2375 h 82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0306" h="82895">
                  <a:moveTo>
                    <a:pt x="3932" y="2375"/>
                  </a:moveTo>
                  <a:cubicBezTo>
                    <a:pt x="4962" y="1354"/>
                    <a:pt x="6223" y="603"/>
                    <a:pt x="7612" y="198"/>
                  </a:cubicBezTo>
                  <a:cubicBezTo>
                    <a:pt x="13020" y="-1229"/>
                    <a:pt x="17676" y="4328"/>
                    <a:pt x="20605" y="9133"/>
                  </a:cubicBezTo>
                  <a:cubicBezTo>
                    <a:pt x="30856" y="25351"/>
                    <a:pt x="40213" y="42118"/>
                    <a:pt x="48617" y="59365"/>
                  </a:cubicBezTo>
                  <a:cubicBezTo>
                    <a:pt x="50239" y="58554"/>
                    <a:pt x="51997" y="58043"/>
                    <a:pt x="53799" y="57863"/>
                  </a:cubicBezTo>
                  <a:cubicBezTo>
                    <a:pt x="74151" y="54784"/>
                    <a:pt x="91349" y="52757"/>
                    <a:pt x="113503" y="50355"/>
                  </a:cubicBezTo>
                  <a:cubicBezTo>
                    <a:pt x="114337" y="50234"/>
                    <a:pt x="115171" y="50062"/>
                    <a:pt x="115981" y="49829"/>
                  </a:cubicBezTo>
                  <a:cubicBezTo>
                    <a:pt x="120893" y="48094"/>
                    <a:pt x="125489" y="45557"/>
                    <a:pt x="129574" y="42320"/>
                  </a:cubicBezTo>
                  <a:cubicBezTo>
                    <a:pt x="130423" y="41510"/>
                    <a:pt x="131385" y="40834"/>
                    <a:pt x="132428" y="40293"/>
                  </a:cubicBezTo>
                  <a:cubicBezTo>
                    <a:pt x="133487" y="39730"/>
                    <a:pt x="134749" y="39730"/>
                    <a:pt x="135808" y="40293"/>
                  </a:cubicBezTo>
                  <a:cubicBezTo>
                    <a:pt x="136656" y="41021"/>
                    <a:pt x="136754" y="42305"/>
                    <a:pt x="136026" y="43154"/>
                  </a:cubicBezTo>
                  <a:cubicBezTo>
                    <a:pt x="135958" y="43229"/>
                    <a:pt x="135890" y="43304"/>
                    <a:pt x="135808" y="43371"/>
                  </a:cubicBezTo>
                  <a:cubicBezTo>
                    <a:pt x="138346" y="42403"/>
                    <a:pt x="141050" y="41945"/>
                    <a:pt x="143768" y="42020"/>
                  </a:cubicBezTo>
                  <a:cubicBezTo>
                    <a:pt x="146540" y="42185"/>
                    <a:pt x="148995" y="43860"/>
                    <a:pt x="150152" y="46375"/>
                  </a:cubicBezTo>
                  <a:cubicBezTo>
                    <a:pt x="150775" y="50062"/>
                    <a:pt x="149041" y="53748"/>
                    <a:pt x="145796" y="55610"/>
                  </a:cubicBezTo>
                  <a:cubicBezTo>
                    <a:pt x="138136" y="60806"/>
                    <a:pt x="129139" y="63674"/>
                    <a:pt x="119887" y="63870"/>
                  </a:cubicBezTo>
                  <a:cubicBezTo>
                    <a:pt x="115681" y="65597"/>
                    <a:pt x="110950" y="66798"/>
                    <a:pt x="108171" y="67699"/>
                  </a:cubicBezTo>
                  <a:lnTo>
                    <a:pt x="69720" y="79337"/>
                  </a:lnTo>
                  <a:cubicBezTo>
                    <a:pt x="63757" y="81477"/>
                    <a:pt x="57501" y="82671"/>
                    <a:pt x="51170" y="82866"/>
                  </a:cubicBezTo>
                  <a:cubicBezTo>
                    <a:pt x="47783" y="82784"/>
                    <a:pt x="44441" y="82048"/>
                    <a:pt x="41332" y="80689"/>
                  </a:cubicBezTo>
                  <a:cubicBezTo>
                    <a:pt x="22031" y="72279"/>
                    <a:pt x="8513" y="42245"/>
                    <a:pt x="2430" y="25652"/>
                  </a:cubicBezTo>
                  <a:cubicBezTo>
                    <a:pt x="-273" y="17918"/>
                    <a:pt x="-1925" y="8157"/>
                    <a:pt x="3932" y="2375"/>
                  </a:cubicBezTo>
                  <a:close/>
                </a:path>
              </a:pathLst>
            </a:custGeom>
            <a:solidFill>
              <a:srgbClr val="E0CDB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0" name="Content Placeholder 4">
              <a:extLst>
                <a:ext uri="{FF2B5EF4-FFF2-40B4-BE49-F238E27FC236}">
                  <a16:creationId xmlns:a16="http://schemas.microsoft.com/office/drawing/2014/main" id="{F12A2E0B-6908-17DC-32A8-476780BEB4AD}"/>
                </a:ext>
              </a:extLst>
            </p:cNvPr>
            <p:cNvSpPr/>
            <p:nvPr/>
          </p:nvSpPr>
          <p:spPr>
            <a:xfrm>
              <a:off x="7147358" y="3045417"/>
              <a:ext cx="87546" cy="103766"/>
            </a:xfrm>
            <a:custGeom>
              <a:avLst/>
              <a:gdLst>
                <a:gd name="connsiteX0" fmla="*/ 25635 w 87546"/>
                <a:gd name="connsiteY0" fmla="*/ -30 h 103766"/>
                <a:gd name="connsiteX1" fmla="*/ 51470 w 87546"/>
                <a:gd name="connsiteY1" fmla="*/ 42843 h 103766"/>
                <a:gd name="connsiteX2" fmla="*/ 61007 w 87546"/>
                <a:gd name="connsiteY2" fmla="*/ 55157 h 103766"/>
                <a:gd name="connsiteX3" fmla="*/ 75502 w 87546"/>
                <a:gd name="connsiteY3" fmla="*/ 58611 h 103766"/>
                <a:gd name="connsiteX4" fmla="*/ 82561 w 87546"/>
                <a:gd name="connsiteY4" fmla="*/ 58086 h 103766"/>
                <a:gd name="connsiteX5" fmla="*/ 83613 w 87546"/>
                <a:gd name="connsiteY5" fmla="*/ 61389 h 103766"/>
                <a:gd name="connsiteX6" fmla="*/ 87517 w 87546"/>
                <a:gd name="connsiteY6" fmla="*/ 103737 h 103766"/>
                <a:gd name="connsiteX7" fmla="*/ 42458 w 87546"/>
                <a:gd name="connsiteY7" fmla="*/ 98631 h 103766"/>
                <a:gd name="connsiteX8" fmla="*/ 36525 w 87546"/>
                <a:gd name="connsiteY8" fmla="*/ 96754 h 103766"/>
                <a:gd name="connsiteX9" fmla="*/ 33896 w 87546"/>
                <a:gd name="connsiteY9" fmla="*/ 92775 h 103766"/>
                <a:gd name="connsiteX10" fmla="*/ 3857 w 87546"/>
                <a:gd name="connsiteY10" fmla="*/ 27151 h 103766"/>
                <a:gd name="connsiteX11" fmla="*/ 2655 w 87546"/>
                <a:gd name="connsiteY11" fmla="*/ 5226 h 103766"/>
                <a:gd name="connsiteX12" fmla="*/ 25635 w 87546"/>
                <a:gd name="connsiteY12" fmla="*/ -30 h 103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546" h="103766">
                  <a:moveTo>
                    <a:pt x="25635" y="-30"/>
                  </a:moveTo>
                  <a:cubicBezTo>
                    <a:pt x="34197" y="14334"/>
                    <a:pt x="42811" y="28630"/>
                    <a:pt x="51470" y="42843"/>
                  </a:cubicBezTo>
                  <a:cubicBezTo>
                    <a:pt x="53910" y="47469"/>
                    <a:pt x="57140" y="51636"/>
                    <a:pt x="61007" y="55157"/>
                  </a:cubicBezTo>
                  <a:cubicBezTo>
                    <a:pt x="64927" y="58709"/>
                    <a:pt x="70395" y="60015"/>
                    <a:pt x="75502" y="58611"/>
                  </a:cubicBezTo>
                  <a:cubicBezTo>
                    <a:pt x="77905" y="57785"/>
                    <a:pt x="80759" y="56359"/>
                    <a:pt x="82561" y="58086"/>
                  </a:cubicBezTo>
                  <a:cubicBezTo>
                    <a:pt x="83297" y="59024"/>
                    <a:pt x="83673" y="60196"/>
                    <a:pt x="83613" y="61389"/>
                  </a:cubicBezTo>
                  <a:cubicBezTo>
                    <a:pt x="84889" y="75505"/>
                    <a:pt x="86241" y="89621"/>
                    <a:pt x="87517" y="103737"/>
                  </a:cubicBezTo>
                  <a:lnTo>
                    <a:pt x="42458" y="98631"/>
                  </a:lnTo>
                  <a:cubicBezTo>
                    <a:pt x="40340" y="98609"/>
                    <a:pt x="38275" y="97955"/>
                    <a:pt x="36525" y="96754"/>
                  </a:cubicBezTo>
                  <a:cubicBezTo>
                    <a:pt x="35361" y="95643"/>
                    <a:pt x="34467" y="94284"/>
                    <a:pt x="33896" y="92775"/>
                  </a:cubicBezTo>
                  <a:lnTo>
                    <a:pt x="3857" y="27151"/>
                  </a:lnTo>
                  <a:cubicBezTo>
                    <a:pt x="627" y="20093"/>
                    <a:pt x="-2377" y="11083"/>
                    <a:pt x="2655" y="5226"/>
                  </a:cubicBezTo>
                  <a:cubicBezTo>
                    <a:pt x="7687" y="-630"/>
                    <a:pt x="17750" y="1022"/>
                    <a:pt x="25635" y="-30"/>
                  </a:cubicBezTo>
                  <a:close/>
                </a:path>
              </a:pathLst>
            </a:custGeom>
            <a:solidFill>
              <a:srgbClr val="D3E4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1" name="Content Placeholder 4">
              <a:extLst>
                <a:ext uri="{FF2B5EF4-FFF2-40B4-BE49-F238E27FC236}">
                  <a16:creationId xmlns:a16="http://schemas.microsoft.com/office/drawing/2014/main" id="{FD01CE72-7DFF-7487-A861-F8A8567CC8D4}"/>
                </a:ext>
              </a:extLst>
            </p:cNvPr>
            <p:cNvSpPr/>
            <p:nvPr/>
          </p:nvSpPr>
          <p:spPr>
            <a:xfrm>
              <a:off x="7125334" y="3443966"/>
              <a:ext cx="167168" cy="23528"/>
            </a:xfrm>
            <a:custGeom>
              <a:avLst/>
              <a:gdLst>
                <a:gd name="connsiteX0" fmla="*/ 160760 w 167168"/>
                <a:gd name="connsiteY0" fmla="*/ 13260 h 23528"/>
                <a:gd name="connsiteX1" fmla="*/ 159108 w 167168"/>
                <a:gd name="connsiteY1" fmla="*/ 15062 h 23528"/>
                <a:gd name="connsiteX2" fmla="*/ 156329 w 167168"/>
                <a:gd name="connsiteY2" fmla="*/ 15963 h 23528"/>
                <a:gd name="connsiteX3" fmla="*/ 102783 w 167168"/>
                <a:gd name="connsiteY3" fmla="*/ 22571 h 23528"/>
                <a:gd name="connsiteX4" fmla="*/ 68312 w 167168"/>
                <a:gd name="connsiteY4" fmla="*/ 23397 h 23528"/>
                <a:gd name="connsiteX5" fmla="*/ 51564 w 167168"/>
                <a:gd name="connsiteY5" fmla="*/ 21144 h 23528"/>
                <a:gd name="connsiteX6" fmla="*/ 40525 w 167168"/>
                <a:gd name="connsiteY6" fmla="*/ 14086 h 23528"/>
                <a:gd name="connsiteX7" fmla="*/ 13714 w 167168"/>
                <a:gd name="connsiteY7" fmla="*/ 5151 h 23528"/>
                <a:gd name="connsiteX8" fmla="*/ -29 w 167168"/>
                <a:gd name="connsiteY8" fmla="*/ 2298 h 23528"/>
                <a:gd name="connsiteX9" fmla="*/ 80553 w 167168"/>
                <a:gd name="connsiteY9" fmla="*/ 2974 h 23528"/>
                <a:gd name="connsiteX10" fmla="*/ 122534 w 167168"/>
                <a:gd name="connsiteY10" fmla="*/ 2974 h 23528"/>
                <a:gd name="connsiteX11" fmla="*/ 143637 w 167168"/>
                <a:gd name="connsiteY11" fmla="*/ 1772 h 23528"/>
                <a:gd name="connsiteX12" fmla="*/ 163839 w 167168"/>
                <a:gd name="connsiteY12" fmla="*/ -30 h 23528"/>
                <a:gd name="connsiteX13" fmla="*/ 160760 w 167168"/>
                <a:gd name="connsiteY13" fmla="*/ 13260 h 23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168" h="23528">
                  <a:moveTo>
                    <a:pt x="160760" y="13260"/>
                  </a:moveTo>
                  <a:cubicBezTo>
                    <a:pt x="160331" y="13966"/>
                    <a:pt x="159769" y="14574"/>
                    <a:pt x="159108" y="15062"/>
                  </a:cubicBezTo>
                  <a:cubicBezTo>
                    <a:pt x="158266" y="15580"/>
                    <a:pt x="157313" y="15895"/>
                    <a:pt x="156329" y="15963"/>
                  </a:cubicBezTo>
                  <a:cubicBezTo>
                    <a:pt x="138530" y="18666"/>
                    <a:pt x="120732" y="21444"/>
                    <a:pt x="102783" y="22571"/>
                  </a:cubicBezTo>
                  <a:cubicBezTo>
                    <a:pt x="91292" y="23246"/>
                    <a:pt x="79802" y="23321"/>
                    <a:pt x="68312" y="23397"/>
                  </a:cubicBezTo>
                  <a:cubicBezTo>
                    <a:pt x="62634" y="23794"/>
                    <a:pt x="56934" y="23029"/>
                    <a:pt x="51564" y="21144"/>
                  </a:cubicBezTo>
                  <a:cubicBezTo>
                    <a:pt x="47727" y="19049"/>
                    <a:pt x="44039" y="16692"/>
                    <a:pt x="40525" y="14086"/>
                  </a:cubicBezTo>
                  <a:cubicBezTo>
                    <a:pt x="32204" y="9498"/>
                    <a:pt x="23124" y="6473"/>
                    <a:pt x="13714" y="5151"/>
                  </a:cubicBezTo>
                  <a:lnTo>
                    <a:pt x="-29" y="2298"/>
                  </a:lnTo>
                  <a:cubicBezTo>
                    <a:pt x="26631" y="-1081"/>
                    <a:pt x="53667" y="1922"/>
                    <a:pt x="80553" y="2974"/>
                  </a:cubicBezTo>
                  <a:cubicBezTo>
                    <a:pt x="94521" y="3499"/>
                    <a:pt x="108490" y="3574"/>
                    <a:pt x="122534" y="2974"/>
                  </a:cubicBezTo>
                  <a:cubicBezTo>
                    <a:pt x="129593" y="2974"/>
                    <a:pt x="136653" y="2298"/>
                    <a:pt x="143637" y="1772"/>
                  </a:cubicBezTo>
                  <a:cubicBezTo>
                    <a:pt x="150313" y="616"/>
                    <a:pt x="157065" y="15"/>
                    <a:pt x="163839" y="-30"/>
                  </a:cubicBezTo>
                  <a:cubicBezTo>
                    <a:pt x="171799" y="946"/>
                    <a:pt x="163163" y="10182"/>
                    <a:pt x="160760" y="13260"/>
                  </a:cubicBezTo>
                  <a:close/>
                </a:path>
              </a:pathLst>
            </a:custGeom>
            <a:solidFill>
              <a:srgbClr val="E8E8E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682" name="Group 1681">
            <a:extLst>
              <a:ext uri="{FF2B5EF4-FFF2-40B4-BE49-F238E27FC236}">
                <a16:creationId xmlns:a16="http://schemas.microsoft.com/office/drawing/2014/main" id="{E8612BD6-A1D0-8627-473B-285F89A25BB3}"/>
              </a:ext>
            </a:extLst>
          </p:cNvPr>
          <p:cNvGrpSpPr/>
          <p:nvPr userDrawn="1"/>
        </p:nvGrpSpPr>
        <p:grpSpPr>
          <a:xfrm>
            <a:off x="4636986" y="3105881"/>
            <a:ext cx="390319" cy="824124"/>
            <a:chOff x="3345283" y="1546267"/>
            <a:chExt cx="390319" cy="824124"/>
          </a:xfrm>
        </p:grpSpPr>
        <p:sp>
          <p:nvSpPr>
            <p:cNvPr id="1683" name="Content Placeholder 4">
              <a:extLst>
                <a:ext uri="{FF2B5EF4-FFF2-40B4-BE49-F238E27FC236}">
                  <a16:creationId xmlns:a16="http://schemas.microsoft.com/office/drawing/2014/main" id="{0A86A416-9820-3EB2-E43A-F6F243881635}"/>
                </a:ext>
              </a:extLst>
            </p:cNvPr>
            <p:cNvSpPr/>
            <p:nvPr/>
          </p:nvSpPr>
          <p:spPr>
            <a:xfrm>
              <a:off x="3444344" y="2343902"/>
              <a:ext cx="233679" cy="26489"/>
            </a:xfrm>
            <a:custGeom>
              <a:avLst/>
              <a:gdLst>
                <a:gd name="connsiteX0" fmla="*/ 233574 w 233679"/>
                <a:gd name="connsiteY0" fmla="*/ 17690 h 26489"/>
                <a:gd name="connsiteX1" fmla="*/ 231922 w 233679"/>
                <a:gd name="connsiteY1" fmla="*/ 15288 h 26489"/>
                <a:gd name="connsiteX2" fmla="*/ 204886 w 233679"/>
                <a:gd name="connsiteY2" fmla="*/ 5151 h 26489"/>
                <a:gd name="connsiteX3" fmla="*/ 89082 w 233679"/>
                <a:gd name="connsiteY3" fmla="*/ 1172 h 26489"/>
                <a:gd name="connsiteX4" fmla="*/ 38390 w 233679"/>
                <a:gd name="connsiteY4" fmla="*/ -30 h 26489"/>
                <a:gd name="connsiteX5" fmla="*/ 3093 w 233679"/>
                <a:gd name="connsiteY5" fmla="*/ 9881 h 26489"/>
                <a:gd name="connsiteX6" fmla="*/ 164 w 233679"/>
                <a:gd name="connsiteY6" fmla="*/ 12660 h 26489"/>
                <a:gd name="connsiteX7" fmla="*/ 5421 w 233679"/>
                <a:gd name="connsiteY7" fmla="*/ 18891 h 26489"/>
                <a:gd name="connsiteX8" fmla="*/ 71133 w 233679"/>
                <a:gd name="connsiteY8" fmla="*/ 26400 h 26489"/>
                <a:gd name="connsiteX9" fmla="*/ 227266 w 233679"/>
                <a:gd name="connsiteY9" fmla="*/ 22721 h 26489"/>
                <a:gd name="connsiteX10" fmla="*/ 233574 w 233679"/>
                <a:gd name="connsiteY10" fmla="*/ 17690 h 26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3679" h="26489">
                  <a:moveTo>
                    <a:pt x="233574" y="17690"/>
                  </a:moveTo>
                  <a:cubicBezTo>
                    <a:pt x="233286" y="16737"/>
                    <a:pt x="232708" y="15896"/>
                    <a:pt x="231922" y="15288"/>
                  </a:cubicBezTo>
                  <a:cubicBezTo>
                    <a:pt x="224090" y="9348"/>
                    <a:pt x="214693" y="5827"/>
                    <a:pt x="204886" y="5151"/>
                  </a:cubicBezTo>
                  <a:cubicBezTo>
                    <a:pt x="166660" y="-480"/>
                    <a:pt x="127759" y="1322"/>
                    <a:pt x="89082" y="1172"/>
                  </a:cubicBezTo>
                  <a:lnTo>
                    <a:pt x="38390" y="-30"/>
                  </a:lnTo>
                  <a:cubicBezTo>
                    <a:pt x="26007" y="451"/>
                    <a:pt x="13913" y="3845"/>
                    <a:pt x="3093" y="9881"/>
                  </a:cubicBezTo>
                  <a:cubicBezTo>
                    <a:pt x="1818" y="10430"/>
                    <a:pt x="780" y="11413"/>
                    <a:pt x="164" y="12660"/>
                  </a:cubicBezTo>
                  <a:cubicBezTo>
                    <a:pt x="-888" y="15513"/>
                    <a:pt x="2567" y="17840"/>
                    <a:pt x="5421" y="18891"/>
                  </a:cubicBezTo>
                  <a:cubicBezTo>
                    <a:pt x="26374" y="26400"/>
                    <a:pt x="48979" y="26400"/>
                    <a:pt x="71133" y="26400"/>
                  </a:cubicBezTo>
                  <a:cubicBezTo>
                    <a:pt x="123253" y="26400"/>
                    <a:pt x="175447" y="27226"/>
                    <a:pt x="227266" y="22721"/>
                  </a:cubicBezTo>
                  <a:cubicBezTo>
                    <a:pt x="230270" y="22120"/>
                    <a:pt x="234250" y="20619"/>
                    <a:pt x="233574" y="17690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4" name="Content Placeholder 4">
              <a:extLst>
                <a:ext uri="{FF2B5EF4-FFF2-40B4-BE49-F238E27FC236}">
                  <a16:creationId xmlns:a16="http://schemas.microsoft.com/office/drawing/2014/main" id="{AFA84A97-84A5-C2D5-C4A1-B13A41E4DEAF}"/>
                </a:ext>
              </a:extLst>
            </p:cNvPr>
            <p:cNvSpPr/>
            <p:nvPr/>
          </p:nvSpPr>
          <p:spPr>
            <a:xfrm>
              <a:off x="3623090" y="1806025"/>
              <a:ext cx="28833" cy="17329"/>
            </a:xfrm>
            <a:custGeom>
              <a:avLst/>
              <a:gdLst>
                <a:gd name="connsiteX0" fmla="*/ 19531 w 28833"/>
                <a:gd name="connsiteY0" fmla="*/ 16836 h 17329"/>
                <a:gd name="connsiteX1" fmla="*/ 26365 w 28833"/>
                <a:gd name="connsiteY1" fmla="*/ 14508 h 17329"/>
                <a:gd name="connsiteX2" fmla="*/ 28693 w 28833"/>
                <a:gd name="connsiteY2" fmla="*/ 6399 h 17329"/>
                <a:gd name="connsiteX3" fmla="*/ 28693 w 28833"/>
                <a:gd name="connsiteY3" fmla="*/ 5048 h 17329"/>
                <a:gd name="connsiteX4" fmla="*/ 27266 w 28833"/>
                <a:gd name="connsiteY4" fmla="*/ 4297 h 17329"/>
                <a:gd name="connsiteX5" fmla="*/ 7665 w 28833"/>
                <a:gd name="connsiteY5" fmla="*/ 167 h 17329"/>
                <a:gd name="connsiteX6" fmla="*/ 4811 w 28833"/>
                <a:gd name="connsiteY6" fmla="*/ 167 h 17329"/>
                <a:gd name="connsiteX7" fmla="*/ 1882 w 28833"/>
                <a:gd name="connsiteY7" fmla="*/ 3396 h 17329"/>
                <a:gd name="connsiteX8" fmla="*/ 2708 w 28833"/>
                <a:gd name="connsiteY8" fmla="*/ 16085 h 17329"/>
                <a:gd name="connsiteX9" fmla="*/ 19531 w 28833"/>
                <a:gd name="connsiteY9" fmla="*/ 16836 h 17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833" h="17329">
                  <a:moveTo>
                    <a:pt x="19531" y="16836"/>
                  </a:moveTo>
                  <a:cubicBezTo>
                    <a:pt x="22013" y="16896"/>
                    <a:pt x="24436" y="16070"/>
                    <a:pt x="26365" y="14508"/>
                  </a:cubicBezTo>
                  <a:cubicBezTo>
                    <a:pt x="28135" y="12196"/>
                    <a:pt x="28966" y="9298"/>
                    <a:pt x="28693" y="6399"/>
                  </a:cubicBezTo>
                  <a:cubicBezTo>
                    <a:pt x="28842" y="5964"/>
                    <a:pt x="28842" y="5483"/>
                    <a:pt x="28693" y="5048"/>
                  </a:cubicBezTo>
                  <a:cubicBezTo>
                    <a:pt x="28318" y="4642"/>
                    <a:pt x="27814" y="4372"/>
                    <a:pt x="27266" y="4297"/>
                  </a:cubicBezTo>
                  <a:lnTo>
                    <a:pt x="7665" y="167"/>
                  </a:lnTo>
                  <a:cubicBezTo>
                    <a:pt x="6732" y="-95"/>
                    <a:pt x="5744" y="-95"/>
                    <a:pt x="4811" y="167"/>
                  </a:cubicBezTo>
                  <a:cubicBezTo>
                    <a:pt x="3425" y="783"/>
                    <a:pt x="2362" y="1954"/>
                    <a:pt x="1882" y="3396"/>
                  </a:cubicBezTo>
                  <a:cubicBezTo>
                    <a:pt x="530" y="6625"/>
                    <a:pt x="-2023" y="14433"/>
                    <a:pt x="2708" y="16085"/>
                  </a:cubicBezTo>
                  <a:cubicBezTo>
                    <a:pt x="8219" y="17392"/>
                    <a:pt x="13926" y="17647"/>
                    <a:pt x="19531" y="16836"/>
                  </a:cubicBezTo>
                  <a:close/>
                </a:path>
              </a:pathLst>
            </a:custGeom>
            <a:solidFill>
              <a:srgbClr val="C89A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5" name="Content Placeholder 4">
              <a:extLst>
                <a:ext uri="{FF2B5EF4-FFF2-40B4-BE49-F238E27FC236}">
                  <a16:creationId xmlns:a16="http://schemas.microsoft.com/office/drawing/2014/main" id="{D035B241-D5B5-42B4-56D2-44D5F68D6021}"/>
                </a:ext>
              </a:extLst>
            </p:cNvPr>
            <p:cNvSpPr/>
            <p:nvPr/>
          </p:nvSpPr>
          <p:spPr>
            <a:xfrm>
              <a:off x="3532064" y="1695698"/>
              <a:ext cx="95115" cy="129361"/>
            </a:xfrm>
            <a:custGeom>
              <a:avLst/>
              <a:gdLst>
                <a:gd name="connsiteX0" fmla="*/ 13303 w 95115"/>
                <a:gd name="connsiteY0" fmla="*/ 3349 h 129361"/>
                <a:gd name="connsiteX1" fmla="*/ 22164 w 95115"/>
                <a:gd name="connsiteY1" fmla="*/ -30 h 129361"/>
                <a:gd name="connsiteX2" fmla="*/ 34706 w 95115"/>
                <a:gd name="connsiteY2" fmla="*/ 7479 h 129361"/>
                <a:gd name="connsiteX3" fmla="*/ 56936 w 95115"/>
                <a:gd name="connsiteY3" fmla="*/ 46523 h 129361"/>
                <a:gd name="connsiteX4" fmla="*/ 60691 w 95115"/>
                <a:gd name="connsiteY4" fmla="*/ 62966 h 129361"/>
                <a:gd name="connsiteX5" fmla="*/ 67675 w 95115"/>
                <a:gd name="connsiteY5" fmla="*/ 80536 h 129361"/>
                <a:gd name="connsiteX6" fmla="*/ 77588 w 95115"/>
                <a:gd name="connsiteY6" fmla="*/ 97956 h 129361"/>
                <a:gd name="connsiteX7" fmla="*/ 95086 w 95115"/>
                <a:gd name="connsiteY7" fmla="*/ 106590 h 129361"/>
                <a:gd name="connsiteX8" fmla="*/ 89454 w 95115"/>
                <a:gd name="connsiteY8" fmla="*/ 127914 h 129361"/>
                <a:gd name="connsiteX9" fmla="*/ 88327 w 95115"/>
                <a:gd name="connsiteY9" fmla="*/ 129191 h 129361"/>
                <a:gd name="connsiteX10" fmla="*/ 86450 w 95115"/>
                <a:gd name="connsiteY10" fmla="*/ 129191 h 129361"/>
                <a:gd name="connsiteX11" fmla="*/ 69853 w 95115"/>
                <a:gd name="connsiteY11" fmla="*/ 119430 h 129361"/>
                <a:gd name="connsiteX12" fmla="*/ 1061 w 95115"/>
                <a:gd name="connsiteY12" fmla="*/ 25724 h 129361"/>
                <a:gd name="connsiteX13" fmla="*/ 13303 w 95115"/>
                <a:gd name="connsiteY13" fmla="*/ 3349 h 129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5115" h="129361">
                  <a:moveTo>
                    <a:pt x="13303" y="3349"/>
                  </a:moveTo>
                  <a:cubicBezTo>
                    <a:pt x="15869" y="1389"/>
                    <a:pt x="18946" y="218"/>
                    <a:pt x="22164" y="-30"/>
                  </a:cubicBezTo>
                  <a:cubicBezTo>
                    <a:pt x="27200" y="646"/>
                    <a:pt x="31736" y="3357"/>
                    <a:pt x="34706" y="7479"/>
                  </a:cubicBezTo>
                  <a:cubicBezTo>
                    <a:pt x="45166" y="18501"/>
                    <a:pt x="52794" y="31904"/>
                    <a:pt x="56936" y="46523"/>
                  </a:cubicBezTo>
                  <a:cubicBezTo>
                    <a:pt x="58363" y="52004"/>
                    <a:pt x="59189" y="57560"/>
                    <a:pt x="60691" y="62966"/>
                  </a:cubicBezTo>
                  <a:cubicBezTo>
                    <a:pt x="62561" y="68995"/>
                    <a:pt x="64897" y="74867"/>
                    <a:pt x="67675" y="80536"/>
                  </a:cubicBezTo>
                  <a:cubicBezTo>
                    <a:pt x="70141" y="86783"/>
                    <a:pt x="73479" y="92647"/>
                    <a:pt x="77588" y="97956"/>
                  </a:cubicBezTo>
                  <a:cubicBezTo>
                    <a:pt x="81949" y="103166"/>
                    <a:pt x="88300" y="106297"/>
                    <a:pt x="95086" y="106590"/>
                  </a:cubicBezTo>
                  <a:cubicBezTo>
                    <a:pt x="95005" y="114054"/>
                    <a:pt x="93069" y="121382"/>
                    <a:pt x="89454" y="127914"/>
                  </a:cubicBezTo>
                  <a:cubicBezTo>
                    <a:pt x="89184" y="128425"/>
                    <a:pt x="88798" y="128860"/>
                    <a:pt x="88327" y="129191"/>
                  </a:cubicBezTo>
                  <a:cubicBezTo>
                    <a:pt x="87715" y="129378"/>
                    <a:pt x="87062" y="129378"/>
                    <a:pt x="86450" y="129191"/>
                  </a:cubicBezTo>
                  <a:cubicBezTo>
                    <a:pt x="80411" y="126886"/>
                    <a:pt x="74800" y="123589"/>
                    <a:pt x="69853" y="119430"/>
                  </a:cubicBezTo>
                  <a:cubicBezTo>
                    <a:pt x="39455" y="94427"/>
                    <a:pt x="15805" y="62215"/>
                    <a:pt x="1061" y="25724"/>
                  </a:cubicBezTo>
                  <a:cubicBezTo>
                    <a:pt x="-3144" y="15963"/>
                    <a:pt x="5642" y="8530"/>
                    <a:pt x="13303" y="3349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6" name="Content Placeholder 4">
              <a:extLst>
                <a:ext uri="{FF2B5EF4-FFF2-40B4-BE49-F238E27FC236}">
                  <a16:creationId xmlns:a16="http://schemas.microsoft.com/office/drawing/2014/main" id="{F23A1CA0-DAB0-CB9D-99A3-CA92967D0A55}"/>
                </a:ext>
              </a:extLst>
            </p:cNvPr>
            <p:cNvSpPr/>
            <p:nvPr/>
          </p:nvSpPr>
          <p:spPr>
            <a:xfrm>
              <a:off x="3472474" y="1553989"/>
              <a:ext cx="95731" cy="133275"/>
            </a:xfrm>
            <a:custGeom>
              <a:avLst/>
              <a:gdLst>
                <a:gd name="connsiteX0" fmla="*/ 9883 w 95731"/>
                <a:gd name="connsiteY0" fmla="*/ 97530 h 133275"/>
                <a:gd name="connsiteX1" fmla="*/ 24903 w 95731"/>
                <a:gd name="connsiteY1" fmla="*/ 121106 h 133275"/>
                <a:gd name="connsiteX2" fmla="*/ 74699 w 95731"/>
                <a:gd name="connsiteY2" fmla="*/ 124590 h 133275"/>
                <a:gd name="connsiteX3" fmla="*/ 84232 w 95731"/>
                <a:gd name="connsiteY3" fmla="*/ 111270 h 133275"/>
                <a:gd name="connsiteX4" fmla="*/ 90315 w 95731"/>
                <a:gd name="connsiteY4" fmla="*/ 93175 h 133275"/>
                <a:gd name="connsiteX5" fmla="*/ 95422 w 95731"/>
                <a:gd name="connsiteY5" fmla="*/ 46697 h 133275"/>
                <a:gd name="connsiteX6" fmla="*/ 88363 w 95731"/>
                <a:gd name="connsiteY6" fmla="*/ 15087 h 133275"/>
                <a:gd name="connsiteX7" fmla="*/ 62528 w 95731"/>
                <a:gd name="connsiteY7" fmla="*/ 1046 h 133275"/>
                <a:gd name="connsiteX8" fmla="*/ 27532 w 95731"/>
                <a:gd name="connsiteY8" fmla="*/ 5251 h 133275"/>
                <a:gd name="connsiteX9" fmla="*/ 9883 w 95731"/>
                <a:gd name="connsiteY9" fmla="*/ 97530 h 133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5731" h="133275">
                  <a:moveTo>
                    <a:pt x="9883" y="97530"/>
                  </a:moveTo>
                  <a:cubicBezTo>
                    <a:pt x="13310" y="106292"/>
                    <a:pt x="18412" y="114296"/>
                    <a:pt x="24903" y="121106"/>
                  </a:cubicBezTo>
                  <a:cubicBezTo>
                    <a:pt x="37691" y="135815"/>
                    <a:pt x="59986" y="137377"/>
                    <a:pt x="74699" y="124590"/>
                  </a:cubicBezTo>
                  <a:cubicBezTo>
                    <a:pt x="78878" y="120956"/>
                    <a:pt x="82144" y="116398"/>
                    <a:pt x="84232" y="111270"/>
                  </a:cubicBezTo>
                  <a:cubicBezTo>
                    <a:pt x="87007" y="105518"/>
                    <a:pt x="89050" y="99437"/>
                    <a:pt x="90315" y="93175"/>
                  </a:cubicBezTo>
                  <a:cubicBezTo>
                    <a:pt x="93592" y="77895"/>
                    <a:pt x="95303" y="62322"/>
                    <a:pt x="95422" y="46697"/>
                  </a:cubicBezTo>
                  <a:cubicBezTo>
                    <a:pt x="96585" y="35675"/>
                    <a:pt x="94106" y="24570"/>
                    <a:pt x="88363" y="15087"/>
                  </a:cubicBezTo>
                  <a:cubicBezTo>
                    <a:pt x="81840" y="7308"/>
                    <a:pt x="72608" y="2285"/>
                    <a:pt x="62528" y="1046"/>
                  </a:cubicBezTo>
                  <a:cubicBezTo>
                    <a:pt x="50711" y="-1282"/>
                    <a:pt x="38461" y="190"/>
                    <a:pt x="27532" y="5251"/>
                  </a:cubicBezTo>
                  <a:cubicBezTo>
                    <a:pt x="-8967" y="23046"/>
                    <a:pt x="-2884" y="66595"/>
                    <a:pt x="9883" y="97530"/>
                  </a:cubicBezTo>
                  <a:close/>
                </a:path>
              </a:pathLst>
            </a:custGeom>
            <a:solidFill>
              <a:srgbClr val="C89A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7" name="Content Placeholder 4">
              <a:extLst>
                <a:ext uri="{FF2B5EF4-FFF2-40B4-BE49-F238E27FC236}">
                  <a16:creationId xmlns:a16="http://schemas.microsoft.com/office/drawing/2014/main" id="{016A5338-16CC-776B-0535-25B0609BDBBB}"/>
                </a:ext>
              </a:extLst>
            </p:cNvPr>
            <p:cNvSpPr/>
            <p:nvPr/>
          </p:nvSpPr>
          <p:spPr>
            <a:xfrm>
              <a:off x="3458637" y="1928174"/>
              <a:ext cx="140024" cy="437016"/>
            </a:xfrm>
            <a:custGeom>
              <a:avLst/>
              <a:gdLst>
                <a:gd name="connsiteX0" fmla="*/ 1115 w 140024"/>
                <a:gd name="connsiteY0" fmla="*/ 400532 h 437016"/>
                <a:gd name="connsiteX1" fmla="*/ 3218 w 140024"/>
                <a:gd name="connsiteY1" fmla="*/ 395126 h 437016"/>
                <a:gd name="connsiteX2" fmla="*/ 1866 w 140024"/>
                <a:gd name="connsiteY2" fmla="*/ 394750 h 437016"/>
                <a:gd name="connsiteX3" fmla="*/ 1866 w 140024"/>
                <a:gd name="connsiteY3" fmla="*/ 343167 h 437016"/>
                <a:gd name="connsiteX4" fmla="*/ 4945 w 140024"/>
                <a:gd name="connsiteY4" fmla="*/ 276642 h 437016"/>
                <a:gd name="connsiteX5" fmla="*/ 8550 w 140024"/>
                <a:gd name="connsiteY5" fmla="*/ 76692 h 437016"/>
                <a:gd name="connsiteX6" fmla="*/ 15009 w 140024"/>
                <a:gd name="connsiteY6" fmla="*/ 30065 h 437016"/>
                <a:gd name="connsiteX7" fmla="*/ 37539 w 140024"/>
                <a:gd name="connsiteY7" fmla="*/ 4010 h 437016"/>
                <a:gd name="connsiteX8" fmla="*/ 130287 w 140024"/>
                <a:gd name="connsiteY8" fmla="*/ 5812 h 437016"/>
                <a:gd name="connsiteX9" fmla="*/ 112188 w 140024"/>
                <a:gd name="connsiteY9" fmla="*/ 403761 h 437016"/>
                <a:gd name="connsiteX10" fmla="*/ 109785 w 140024"/>
                <a:gd name="connsiteY10" fmla="*/ 403761 h 437016"/>
                <a:gd name="connsiteX11" fmla="*/ 132315 w 140024"/>
                <a:gd name="connsiteY11" fmla="*/ 417426 h 437016"/>
                <a:gd name="connsiteX12" fmla="*/ 137872 w 140024"/>
                <a:gd name="connsiteY12" fmla="*/ 420504 h 437016"/>
                <a:gd name="connsiteX13" fmla="*/ 137446 w 140024"/>
                <a:gd name="connsiteY13" fmla="*/ 431752 h 437016"/>
                <a:gd name="connsiteX14" fmla="*/ 136896 w 140024"/>
                <a:gd name="connsiteY14" fmla="*/ 432217 h 437016"/>
                <a:gd name="connsiteX15" fmla="*/ 124730 w 140024"/>
                <a:gd name="connsiteY15" fmla="*/ 432968 h 437016"/>
                <a:gd name="connsiteX16" fmla="*/ 89808 w 140024"/>
                <a:gd name="connsiteY16" fmla="*/ 425460 h 437016"/>
                <a:gd name="connsiteX17" fmla="*/ 83875 w 140024"/>
                <a:gd name="connsiteY17" fmla="*/ 422832 h 437016"/>
                <a:gd name="connsiteX18" fmla="*/ 81923 w 140024"/>
                <a:gd name="connsiteY18" fmla="*/ 415323 h 437016"/>
                <a:gd name="connsiteX19" fmla="*/ 81923 w 140024"/>
                <a:gd name="connsiteY19" fmla="*/ 403911 h 437016"/>
                <a:gd name="connsiteX20" fmla="*/ 80796 w 140024"/>
                <a:gd name="connsiteY20" fmla="*/ 403911 h 437016"/>
                <a:gd name="connsiteX21" fmla="*/ 75539 w 140024"/>
                <a:gd name="connsiteY21" fmla="*/ 110555 h 437016"/>
                <a:gd name="connsiteX22" fmla="*/ 53460 w 140024"/>
                <a:gd name="connsiteY22" fmla="*/ 290758 h 437016"/>
                <a:gd name="connsiteX23" fmla="*/ 42646 w 140024"/>
                <a:gd name="connsiteY23" fmla="*/ 346321 h 437016"/>
                <a:gd name="connsiteX24" fmla="*/ 37539 w 140024"/>
                <a:gd name="connsiteY24" fmla="*/ 374928 h 437016"/>
                <a:gd name="connsiteX25" fmla="*/ 33258 w 140024"/>
                <a:gd name="connsiteY25" fmla="*/ 400156 h 437016"/>
                <a:gd name="connsiteX26" fmla="*/ 31531 w 140024"/>
                <a:gd name="connsiteY26" fmla="*/ 400156 h 437016"/>
                <a:gd name="connsiteX27" fmla="*/ 47152 w 140024"/>
                <a:gd name="connsiteY27" fmla="*/ 421405 h 437016"/>
                <a:gd name="connsiteX28" fmla="*/ 51207 w 140024"/>
                <a:gd name="connsiteY28" fmla="*/ 426436 h 437016"/>
                <a:gd name="connsiteX29" fmla="*/ 46457 w 140024"/>
                <a:gd name="connsiteY29" fmla="*/ 436760 h 437016"/>
                <a:gd name="connsiteX30" fmla="*/ 45875 w 140024"/>
                <a:gd name="connsiteY30" fmla="*/ 436948 h 437016"/>
                <a:gd name="connsiteX31" fmla="*/ 34309 w 140024"/>
                <a:gd name="connsiteY31" fmla="*/ 432968 h 437016"/>
                <a:gd name="connsiteX32" fmla="*/ 4795 w 140024"/>
                <a:gd name="connsiteY32" fmla="*/ 412846 h 437016"/>
                <a:gd name="connsiteX33" fmla="*/ 289 w 140024"/>
                <a:gd name="connsiteY33" fmla="*/ 408190 h 437016"/>
                <a:gd name="connsiteX34" fmla="*/ 1115 w 140024"/>
                <a:gd name="connsiteY34" fmla="*/ 400532 h 437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40024" h="437016">
                  <a:moveTo>
                    <a:pt x="1115" y="400532"/>
                  </a:moveTo>
                  <a:cubicBezTo>
                    <a:pt x="1866" y="398730"/>
                    <a:pt x="2542" y="396928"/>
                    <a:pt x="3218" y="395126"/>
                  </a:cubicBezTo>
                  <a:lnTo>
                    <a:pt x="1866" y="394750"/>
                  </a:lnTo>
                  <a:lnTo>
                    <a:pt x="1866" y="343167"/>
                  </a:lnTo>
                  <a:cubicBezTo>
                    <a:pt x="1866" y="320642"/>
                    <a:pt x="2918" y="299018"/>
                    <a:pt x="4945" y="276642"/>
                  </a:cubicBezTo>
                  <a:cubicBezTo>
                    <a:pt x="10803" y="210643"/>
                    <a:pt x="3143" y="143968"/>
                    <a:pt x="8550" y="76692"/>
                  </a:cubicBezTo>
                  <a:cubicBezTo>
                    <a:pt x="9421" y="61000"/>
                    <a:pt x="11581" y="45405"/>
                    <a:pt x="15009" y="30065"/>
                  </a:cubicBezTo>
                  <a:cubicBezTo>
                    <a:pt x="19965" y="10167"/>
                    <a:pt x="20191" y="7539"/>
                    <a:pt x="37539" y="4010"/>
                  </a:cubicBezTo>
                  <a:cubicBezTo>
                    <a:pt x="68237" y="-1929"/>
                    <a:pt x="99843" y="-1313"/>
                    <a:pt x="130287" y="5812"/>
                  </a:cubicBezTo>
                  <a:cubicBezTo>
                    <a:pt x="130287" y="134132"/>
                    <a:pt x="123378" y="276117"/>
                    <a:pt x="112188" y="403761"/>
                  </a:cubicBezTo>
                  <a:lnTo>
                    <a:pt x="109785" y="403761"/>
                  </a:lnTo>
                  <a:cubicBezTo>
                    <a:pt x="116541" y="409459"/>
                    <a:pt x="124142" y="414070"/>
                    <a:pt x="132315" y="417426"/>
                  </a:cubicBezTo>
                  <a:cubicBezTo>
                    <a:pt x="134347" y="418087"/>
                    <a:pt x="136234" y="419130"/>
                    <a:pt x="137872" y="420504"/>
                  </a:cubicBezTo>
                  <a:cubicBezTo>
                    <a:pt x="140861" y="423725"/>
                    <a:pt x="140670" y="428764"/>
                    <a:pt x="137446" y="431752"/>
                  </a:cubicBezTo>
                  <a:cubicBezTo>
                    <a:pt x="137270" y="431917"/>
                    <a:pt x="137087" y="432067"/>
                    <a:pt x="136896" y="432217"/>
                  </a:cubicBezTo>
                  <a:cubicBezTo>
                    <a:pt x="133114" y="434125"/>
                    <a:pt x="128717" y="434395"/>
                    <a:pt x="124730" y="432968"/>
                  </a:cubicBezTo>
                  <a:lnTo>
                    <a:pt x="89808" y="425460"/>
                  </a:lnTo>
                  <a:cubicBezTo>
                    <a:pt x="87603" y="425235"/>
                    <a:pt x="85526" y="424311"/>
                    <a:pt x="83875" y="422832"/>
                  </a:cubicBezTo>
                  <a:cubicBezTo>
                    <a:pt x="82325" y="420655"/>
                    <a:pt x="81629" y="417981"/>
                    <a:pt x="81923" y="415323"/>
                  </a:cubicBezTo>
                  <a:cubicBezTo>
                    <a:pt x="81923" y="411494"/>
                    <a:pt x="81923" y="407815"/>
                    <a:pt x="81923" y="403911"/>
                  </a:cubicBezTo>
                  <a:lnTo>
                    <a:pt x="80796" y="403911"/>
                  </a:lnTo>
                  <a:cubicBezTo>
                    <a:pt x="72160" y="334683"/>
                    <a:pt x="77642" y="179933"/>
                    <a:pt x="75539" y="110555"/>
                  </a:cubicBezTo>
                  <a:cubicBezTo>
                    <a:pt x="71634" y="142842"/>
                    <a:pt x="61270" y="250513"/>
                    <a:pt x="53460" y="290758"/>
                  </a:cubicBezTo>
                  <a:cubicBezTo>
                    <a:pt x="49930" y="309379"/>
                    <a:pt x="45950" y="327550"/>
                    <a:pt x="42646" y="346321"/>
                  </a:cubicBezTo>
                  <a:cubicBezTo>
                    <a:pt x="41068" y="355932"/>
                    <a:pt x="39416" y="365467"/>
                    <a:pt x="37539" y="374928"/>
                  </a:cubicBezTo>
                  <a:cubicBezTo>
                    <a:pt x="35209" y="383157"/>
                    <a:pt x="33774" y="391619"/>
                    <a:pt x="33258" y="400156"/>
                  </a:cubicBezTo>
                  <a:lnTo>
                    <a:pt x="31531" y="400156"/>
                  </a:lnTo>
                  <a:cubicBezTo>
                    <a:pt x="35566" y="408033"/>
                    <a:pt x="40840" y="415203"/>
                    <a:pt x="47152" y="421405"/>
                  </a:cubicBezTo>
                  <a:cubicBezTo>
                    <a:pt x="48823" y="422794"/>
                    <a:pt x="50201" y="424506"/>
                    <a:pt x="51207" y="426436"/>
                  </a:cubicBezTo>
                  <a:cubicBezTo>
                    <a:pt x="52746" y="430596"/>
                    <a:pt x="50619" y="435221"/>
                    <a:pt x="46457" y="436760"/>
                  </a:cubicBezTo>
                  <a:cubicBezTo>
                    <a:pt x="46265" y="436828"/>
                    <a:pt x="46071" y="436895"/>
                    <a:pt x="45875" y="436948"/>
                  </a:cubicBezTo>
                  <a:cubicBezTo>
                    <a:pt x="41639" y="437248"/>
                    <a:pt x="37464" y="435814"/>
                    <a:pt x="34309" y="432968"/>
                  </a:cubicBezTo>
                  <a:lnTo>
                    <a:pt x="4795" y="412846"/>
                  </a:lnTo>
                  <a:cubicBezTo>
                    <a:pt x="2883" y="411749"/>
                    <a:pt x="1320" y="410135"/>
                    <a:pt x="289" y="408190"/>
                  </a:cubicBezTo>
                  <a:cubicBezTo>
                    <a:pt x="-331" y="405623"/>
                    <a:pt x="-40" y="402912"/>
                    <a:pt x="1115" y="400532"/>
                  </a:cubicBezTo>
                  <a:close/>
                </a:path>
              </a:pathLst>
            </a:custGeom>
            <a:solidFill>
              <a:srgbClr val="27282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8" name="Content Placeholder 4">
              <a:extLst>
                <a:ext uri="{FF2B5EF4-FFF2-40B4-BE49-F238E27FC236}">
                  <a16:creationId xmlns:a16="http://schemas.microsoft.com/office/drawing/2014/main" id="{AF47861B-10BB-6FC0-0F33-3D1FAACC5A86}"/>
                </a:ext>
              </a:extLst>
            </p:cNvPr>
            <p:cNvSpPr/>
            <p:nvPr/>
          </p:nvSpPr>
          <p:spPr>
            <a:xfrm>
              <a:off x="3457275" y="1694085"/>
              <a:ext cx="141225" cy="230658"/>
            </a:xfrm>
            <a:custGeom>
              <a:avLst/>
              <a:gdLst>
                <a:gd name="connsiteX0" fmla="*/ 81108 w 141225"/>
                <a:gd name="connsiteY0" fmla="*/ 4962 h 230658"/>
                <a:gd name="connsiteX1" fmla="*/ 91847 w 141225"/>
                <a:gd name="connsiteY1" fmla="*/ 532 h 230658"/>
                <a:gd name="connsiteX2" fmla="*/ 99883 w 141225"/>
                <a:gd name="connsiteY2" fmla="*/ 4962 h 230658"/>
                <a:gd name="connsiteX3" fmla="*/ 106567 w 141225"/>
                <a:gd name="connsiteY3" fmla="*/ 19979 h 230658"/>
                <a:gd name="connsiteX4" fmla="*/ 140662 w 141225"/>
                <a:gd name="connsiteY4" fmla="*/ 129903 h 230658"/>
                <a:gd name="connsiteX5" fmla="*/ 139761 w 141225"/>
                <a:gd name="connsiteY5" fmla="*/ 156783 h 230658"/>
                <a:gd name="connsiteX6" fmla="*/ 126168 w 141225"/>
                <a:gd name="connsiteY6" fmla="*/ 198980 h 230658"/>
                <a:gd name="connsiteX7" fmla="*/ 120235 w 141225"/>
                <a:gd name="connsiteY7" fmla="*/ 220755 h 230658"/>
                <a:gd name="connsiteX8" fmla="*/ 109871 w 141225"/>
                <a:gd name="connsiteY8" fmla="*/ 224059 h 230658"/>
                <a:gd name="connsiteX9" fmla="*/ 70744 w 141225"/>
                <a:gd name="connsiteY9" fmla="*/ 229390 h 230658"/>
                <a:gd name="connsiteX10" fmla="*/ 42882 w 141225"/>
                <a:gd name="connsiteY10" fmla="*/ 227513 h 230658"/>
                <a:gd name="connsiteX11" fmla="*/ 23882 w 141225"/>
                <a:gd name="connsiteY11" fmla="*/ 198980 h 230658"/>
                <a:gd name="connsiteX12" fmla="*/ 1352 w 141225"/>
                <a:gd name="connsiteY12" fmla="*/ 68108 h 230658"/>
                <a:gd name="connsiteX13" fmla="*/ 24858 w 141225"/>
                <a:gd name="connsiteY13" fmla="*/ 82 h 230658"/>
                <a:gd name="connsiteX14" fmla="*/ 56550 w 141225"/>
                <a:gd name="connsiteY14" fmla="*/ 6989 h 230658"/>
                <a:gd name="connsiteX15" fmla="*/ 81108 w 141225"/>
                <a:gd name="connsiteY15" fmla="*/ 4962 h 230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225" h="230658">
                  <a:moveTo>
                    <a:pt x="81108" y="4962"/>
                  </a:moveTo>
                  <a:cubicBezTo>
                    <a:pt x="84192" y="2492"/>
                    <a:pt x="87918" y="953"/>
                    <a:pt x="91847" y="532"/>
                  </a:cubicBezTo>
                  <a:cubicBezTo>
                    <a:pt x="95009" y="877"/>
                    <a:pt x="97901" y="2477"/>
                    <a:pt x="99883" y="4962"/>
                  </a:cubicBezTo>
                  <a:cubicBezTo>
                    <a:pt x="103226" y="9392"/>
                    <a:pt x="105512" y="14528"/>
                    <a:pt x="106567" y="19979"/>
                  </a:cubicBezTo>
                  <a:cubicBezTo>
                    <a:pt x="116330" y="57146"/>
                    <a:pt x="138184" y="91534"/>
                    <a:pt x="140662" y="129903"/>
                  </a:cubicBezTo>
                  <a:cubicBezTo>
                    <a:pt x="141604" y="138860"/>
                    <a:pt x="141300" y="147908"/>
                    <a:pt x="139761" y="156783"/>
                  </a:cubicBezTo>
                  <a:cubicBezTo>
                    <a:pt x="136607" y="171274"/>
                    <a:pt x="127520" y="184264"/>
                    <a:pt x="126168" y="198980"/>
                  </a:cubicBezTo>
                  <a:cubicBezTo>
                    <a:pt x="125492" y="206489"/>
                    <a:pt x="126168" y="216025"/>
                    <a:pt x="120235" y="220755"/>
                  </a:cubicBezTo>
                  <a:cubicBezTo>
                    <a:pt x="117133" y="222752"/>
                    <a:pt x="113557" y="223894"/>
                    <a:pt x="109871" y="224059"/>
                  </a:cubicBezTo>
                  <a:lnTo>
                    <a:pt x="70744" y="229390"/>
                  </a:lnTo>
                  <a:cubicBezTo>
                    <a:pt x="61475" y="231537"/>
                    <a:pt x="51779" y="230884"/>
                    <a:pt x="42882" y="227513"/>
                  </a:cubicBezTo>
                  <a:cubicBezTo>
                    <a:pt x="32443" y="222257"/>
                    <a:pt x="27411" y="210243"/>
                    <a:pt x="23882" y="198980"/>
                  </a:cubicBezTo>
                  <a:cubicBezTo>
                    <a:pt x="10664" y="156708"/>
                    <a:pt x="6158" y="112258"/>
                    <a:pt x="1352" y="68108"/>
                  </a:cubicBezTo>
                  <a:cubicBezTo>
                    <a:pt x="-676" y="48136"/>
                    <a:pt x="-4581" y="2634"/>
                    <a:pt x="24858" y="82"/>
                  </a:cubicBezTo>
                  <a:cubicBezTo>
                    <a:pt x="35522" y="-895"/>
                    <a:pt x="46337" y="4812"/>
                    <a:pt x="56550" y="6989"/>
                  </a:cubicBezTo>
                  <a:cubicBezTo>
                    <a:pt x="70444" y="9993"/>
                    <a:pt x="69167" y="12245"/>
                    <a:pt x="81108" y="4962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9" name="Content Placeholder 4">
              <a:extLst>
                <a:ext uri="{FF2B5EF4-FFF2-40B4-BE49-F238E27FC236}">
                  <a16:creationId xmlns:a16="http://schemas.microsoft.com/office/drawing/2014/main" id="{88E0837A-ED30-724D-2000-A532AB8EEF01}"/>
                </a:ext>
              </a:extLst>
            </p:cNvPr>
            <p:cNvSpPr/>
            <p:nvPr/>
          </p:nvSpPr>
          <p:spPr>
            <a:xfrm>
              <a:off x="3444344" y="1860969"/>
              <a:ext cx="174870" cy="220689"/>
            </a:xfrm>
            <a:custGeom>
              <a:avLst/>
              <a:gdLst>
                <a:gd name="connsiteX0" fmla="*/ 110034 w 174870"/>
                <a:gd name="connsiteY0" fmla="*/ 2138 h 220689"/>
                <a:gd name="connsiteX1" fmla="*/ 152391 w 174870"/>
                <a:gd name="connsiteY1" fmla="*/ 9196 h 220689"/>
                <a:gd name="connsiteX2" fmla="*/ 161253 w 174870"/>
                <a:gd name="connsiteY2" fmla="*/ 21585 h 220689"/>
                <a:gd name="connsiteX3" fmla="*/ 173268 w 174870"/>
                <a:gd name="connsiteY3" fmla="*/ 92239 h 220689"/>
                <a:gd name="connsiteX4" fmla="*/ 173944 w 174870"/>
                <a:gd name="connsiteY4" fmla="*/ 209221 h 220689"/>
                <a:gd name="connsiteX5" fmla="*/ 172593 w 174870"/>
                <a:gd name="connsiteY5" fmla="*/ 213801 h 220689"/>
                <a:gd name="connsiteX6" fmla="*/ 165083 w 174870"/>
                <a:gd name="connsiteY6" fmla="*/ 216354 h 220689"/>
                <a:gd name="connsiteX7" fmla="*/ 43120 w 174870"/>
                <a:gd name="connsiteY7" fmla="*/ 219583 h 220689"/>
                <a:gd name="connsiteX8" fmla="*/ 3092 w 174870"/>
                <a:gd name="connsiteY8" fmla="*/ 205392 h 220689"/>
                <a:gd name="connsiteX9" fmla="*/ 163 w 174870"/>
                <a:gd name="connsiteY9" fmla="*/ 189774 h 220689"/>
                <a:gd name="connsiteX10" fmla="*/ 10227 w 174870"/>
                <a:gd name="connsiteY10" fmla="*/ 120696 h 220689"/>
                <a:gd name="connsiteX11" fmla="*/ 16159 w 174870"/>
                <a:gd name="connsiteY11" fmla="*/ 36602 h 220689"/>
                <a:gd name="connsiteX12" fmla="*/ 50330 w 174870"/>
                <a:gd name="connsiteY12" fmla="*/ 36 h 220689"/>
                <a:gd name="connsiteX13" fmla="*/ 110034 w 174870"/>
                <a:gd name="connsiteY13" fmla="*/ 2138 h 220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870" h="220689">
                  <a:moveTo>
                    <a:pt x="110034" y="2138"/>
                  </a:moveTo>
                  <a:cubicBezTo>
                    <a:pt x="125054" y="1687"/>
                    <a:pt x="141952" y="936"/>
                    <a:pt x="152391" y="9196"/>
                  </a:cubicBezTo>
                  <a:cubicBezTo>
                    <a:pt x="156312" y="12537"/>
                    <a:pt x="159355" y="16794"/>
                    <a:pt x="161253" y="21585"/>
                  </a:cubicBezTo>
                  <a:cubicBezTo>
                    <a:pt x="171616" y="44110"/>
                    <a:pt x="172517" y="68362"/>
                    <a:pt x="173268" y="92239"/>
                  </a:cubicBezTo>
                  <a:cubicBezTo>
                    <a:pt x="174470" y="131208"/>
                    <a:pt x="175747" y="170252"/>
                    <a:pt x="173944" y="209221"/>
                  </a:cubicBezTo>
                  <a:cubicBezTo>
                    <a:pt x="174066" y="210858"/>
                    <a:pt x="173585" y="212487"/>
                    <a:pt x="172593" y="213801"/>
                  </a:cubicBezTo>
                  <a:cubicBezTo>
                    <a:pt x="170448" y="215475"/>
                    <a:pt x="167802" y="216369"/>
                    <a:pt x="165083" y="216354"/>
                  </a:cubicBezTo>
                  <a:cubicBezTo>
                    <a:pt x="124578" y="220656"/>
                    <a:pt x="83796" y="221738"/>
                    <a:pt x="43120" y="219583"/>
                  </a:cubicBezTo>
                  <a:cubicBezTo>
                    <a:pt x="28100" y="218757"/>
                    <a:pt x="9926" y="216129"/>
                    <a:pt x="3092" y="205392"/>
                  </a:cubicBezTo>
                  <a:cubicBezTo>
                    <a:pt x="532" y="200609"/>
                    <a:pt x="-491" y="195158"/>
                    <a:pt x="163" y="189774"/>
                  </a:cubicBezTo>
                  <a:cubicBezTo>
                    <a:pt x="989" y="166648"/>
                    <a:pt x="7673" y="143747"/>
                    <a:pt x="10227" y="120696"/>
                  </a:cubicBezTo>
                  <a:cubicBezTo>
                    <a:pt x="13756" y="92765"/>
                    <a:pt x="12254" y="64533"/>
                    <a:pt x="16159" y="36602"/>
                  </a:cubicBezTo>
                  <a:cubicBezTo>
                    <a:pt x="18713" y="18581"/>
                    <a:pt x="21717" y="-1316"/>
                    <a:pt x="50330" y="36"/>
                  </a:cubicBezTo>
                  <a:cubicBezTo>
                    <a:pt x="70306" y="1387"/>
                    <a:pt x="89832" y="2889"/>
                    <a:pt x="110034" y="2138"/>
                  </a:cubicBezTo>
                  <a:close/>
                </a:path>
              </a:pathLst>
            </a:custGeom>
            <a:solidFill>
              <a:srgbClr val="E6E6E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0" name="Content Placeholder 4">
              <a:extLst>
                <a:ext uri="{FF2B5EF4-FFF2-40B4-BE49-F238E27FC236}">
                  <a16:creationId xmlns:a16="http://schemas.microsoft.com/office/drawing/2014/main" id="{9FA9B05E-C895-97C8-D158-5694BF6C936B}"/>
                </a:ext>
              </a:extLst>
            </p:cNvPr>
            <p:cNvSpPr/>
            <p:nvPr/>
          </p:nvSpPr>
          <p:spPr>
            <a:xfrm>
              <a:off x="3462082" y="1860208"/>
              <a:ext cx="34617" cy="219171"/>
            </a:xfrm>
            <a:custGeom>
              <a:avLst/>
              <a:gdLst>
                <a:gd name="connsiteX0" fmla="*/ 31691 w 34617"/>
                <a:gd name="connsiteY0" fmla="*/ 2148 h 219171"/>
                <a:gd name="connsiteX1" fmla="*/ 29363 w 34617"/>
                <a:gd name="connsiteY1" fmla="*/ -30 h 219171"/>
                <a:gd name="connsiteX2" fmla="*/ 26960 w 34617"/>
                <a:gd name="connsiteY2" fmla="*/ -30 h 219171"/>
                <a:gd name="connsiteX3" fmla="*/ 25683 w 34617"/>
                <a:gd name="connsiteY3" fmla="*/ 1922 h 219171"/>
                <a:gd name="connsiteX4" fmla="*/ -1 w 34617"/>
                <a:gd name="connsiteY4" fmla="*/ 215313 h 219171"/>
                <a:gd name="connsiteX5" fmla="*/ -1 w 34617"/>
                <a:gd name="connsiteY5" fmla="*/ 216214 h 219171"/>
                <a:gd name="connsiteX6" fmla="*/ 6533 w 34617"/>
                <a:gd name="connsiteY6" fmla="*/ 218391 h 219171"/>
                <a:gd name="connsiteX7" fmla="*/ 11039 w 34617"/>
                <a:gd name="connsiteY7" fmla="*/ 219142 h 219171"/>
                <a:gd name="connsiteX8" fmla="*/ 13367 w 34617"/>
                <a:gd name="connsiteY8" fmla="*/ 215313 h 219171"/>
                <a:gd name="connsiteX9" fmla="*/ 31691 w 34617"/>
                <a:gd name="connsiteY9" fmla="*/ 2148 h 21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617" h="219171">
                  <a:moveTo>
                    <a:pt x="31691" y="2148"/>
                  </a:moveTo>
                  <a:cubicBezTo>
                    <a:pt x="31450" y="1006"/>
                    <a:pt x="30520" y="135"/>
                    <a:pt x="29363" y="-30"/>
                  </a:cubicBezTo>
                  <a:lnTo>
                    <a:pt x="26960" y="-30"/>
                  </a:lnTo>
                  <a:cubicBezTo>
                    <a:pt x="26179" y="301"/>
                    <a:pt x="25676" y="1074"/>
                    <a:pt x="25683" y="1922"/>
                  </a:cubicBezTo>
                  <a:cubicBezTo>
                    <a:pt x="24857" y="73478"/>
                    <a:pt x="9462" y="144583"/>
                    <a:pt x="-1" y="215313"/>
                  </a:cubicBezTo>
                  <a:cubicBezTo>
                    <a:pt x="-39" y="215613"/>
                    <a:pt x="-39" y="215913"/>
                    <a:pt x="-1" y="216214"/>
                  </a:cubicBezTo>
                  <a:cubicBezTo>
                    <a:pt x="2121" y="217100"/>
                    <a:pt x="4305" y="217820"/>
                    <a:pt x="6533" y="218391"/>
                  </a:cubicBezTo>
                  <a:lnTo>
                    <a:pt x="11039" y="219142"/>
                  </a:lnTo>
                  <a:cubicBezTo>
                    <a:pt x="12429" y="218361"/>
                    <a:pt x="13311" y="216904"/>
                    <a:pt x="13367" y="215313"/>
                  </a:cubicBezTo>
                  <a:cubicBezTo>
                    <a:pt x="15620" y="144057"/>
                    <a:pt x="43482" y="73778"/>
                    <a:pt x="31691" y="2148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1" name="Content Placeholder 4">
              <a:extLst>
                <a:ext uri="{FF2B5EF4-FFF2-40B4-BE49-F238E27FC236}">
                  <a16:creationId xmlns:a16="http://schemas.microsoft.com/office/drawing/2014/main" id="{C8E46BEA-B438-20DA-4006-901AF6EF2DBF}"/>
                </a:ext>
              </a:extLst>
            </p:cNvPr>
            <p:cNvSpPr/>
            <p:nvPr/>
          </p:nvSpPr>
          <p:spPr>
            <a:xfrm>
              <a:off x="3491169" y="1862385"/>
              <a:ext cx="36164" cy="219321"/>
            </a:xfrm>
            <a:custGeom>
              <a:avLst/>
              <a:gdLst>
                <a:gd name="connsiteX0" fmla="*/ 30240 w 36164"/>
                <a:gd name="connsiteY0" fmla="*/ -30 h 219321"/>
                <a:gd name="connsiteX1" fmla="*/ 30240 w 36164"/>
                <a:gd name="connsiteY1" fmla="*/ -30 h 219321"/>
                <a:gd name="connsiteX2" fmla="*/ 24007 w 36164"/>
                <a:gd name="connsiteY2" fmla="*/ -30 h 219321"/>
                <a:gd name="connsiteX3" fmla="*/ 24007 w 36164"/>
                <a:gd name="connsiteY3" fmla="*/ -30 h 219321"/>
                <a:gd name="connsiteX4" fmla="*/ 24007 w 36164"/>
                <a:gd name="connsiteY4" fmla="*/ 946 h 219321"/>
                <a:gd name="connsiteX5" fmla="*/ 24007 w 36164"/>
                <a:gd name="connsiteY5" fmla="*/ 52830 h 219321"/>
                <a:gd name="connsiteX6" fmla="*/ 11916 w 36164"/>
                <a:gd name="connsiteY6" fmla="*/ 110570 h 219321"/>
                <a:gd name="connsiteX7" fmla="*/ -25 w 36164"/>
                <a:gd name="connsiteY7" fmla="*/ 215688 h 219321"/>
                <a:gd name="connsiteX8" fmla="*/ 951 w 36164"/>
                <a:gd name="connsiteY8" fmla="*/ 218692 h 219321"/>
                <a:gd name="connsiteX9" fmla="*/ 13118 w 36164"/>
                <a:gd name="connsiteY9" fmla="*/ 219292 h 219321"/>
                <a:gd name="connsiteX10" fmla="*/ 14920 w 36164"/>
                <a:gd name="connsiteY10" fmla="*/ 215688 h 219321"/>
                <a:gd name="connsiteX11" fmla="*/ 29940 w 36164"/>
                <a:gd name="connsiteY11" fmla="*/ 99908 h 219321"/>
                <a:gd name="connsiteX12" fmla="*/ 30240 w 36164"/>
                <a:gd name="connsiteY12" fmla="*/ -30 h 219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164" h="219321">
                  <a:moveTo>
                    <a:pt x="30240" y="-30"/>
                  </a:moveTo>
                  <a:lnTo>
                    <a:pt x="30240" y="-30"/>
                  </a:lnTo>
                  <a:lnTo>
                    <a:pt x="24007" y="-30"/>
                  </a:lnTo>
                  <a:lnTo>
                    <a:pt x="24007" y="-30"/>
                  </a:lnTo>
                  <a:cubicBezTo>
                    <a:pt x="23931" y="293"/>
                    <a:pt x="23931" y="624"/>
                    <a:pt x="24007" y="946"/>
                  </a:cubicBezTo>
                  <a:cubicBezTo>
                    <a:pt x="23557" y="18216"/>
                    <a:pt x="26035" y="35485"/>
                    <a:pt x="24007" y="52830"/>
                  </a:cubicBezTo>
                  <a:cubicBezTo>
                    <a:pt x="21002" y="72277"/>
                    <a:pt x="16967" y="91551"/>
                    <a:pt x="11916" y="110570"/>
                  </a:cubicBezTo>
                  <a:cubicBezTo>
                    <a:pt x="4712" y="145169"/>
                    <a:pt x="715" y="180353"/>
                    <a:pt x="-25" y="215688"/>
                  </a:cubicBezTo>
                  <a:cubicBezTo>
                    <a:pt x="-73" y="216777"/>
                    <a:pt x="274" y="217843"/>
                    <a:pt x="951" y="218692"/>
                  </a:cubicBezTo>
                  <a:cubicBezTo>
                    <a:pt x="5007" y="218692"/>
                    <a:pt x="9062" y="219142"/>
                    <a:pt x="13118" y="219292"/>
                  </a:cubicBezTo>
                  <a:cubicBezTo>
                    <a:pt x="14202" y="218399"/>
                    <a:pt x="14857" y="217092"/>
                    <a:pt x="14920" y="215688"/>
                  </a:cubicBezTo>
                  <a:cubicBezTo>
                    <a:pt x="16894" y="176764"/>
                    <a:pt x="21916" y="138051"/>
                    <a:pt x="29940" y="99908"/>
                  </a:cubicBezTo>
                  <a:cubicBezTo>
                    <a:pt x="36399" y="66345"/>
                    <a:pt x="39703" y="33308"/>
                    <a:pt x="30240" y="-30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2" name="Content Placeholder 4">
              <a:extLst>
                <a:ext uri="{FF2B5EF4-FFF2-40B4-BE49-F238E27FC236}">
                  <a16:creationId xmlns:a16="http://schemas.microsoft.com/office/drawing/2014/main" id="{473EAECC-DF24-C2EB-AD02-77D7A80F116B}"/>
                </a:ext>
              </a:extLst>
            </p:cNvPr>
            <p:cNvSpPr/>
            <p:nvPr/>
          </p:nvSpPr>
          <p:spPr>
            <a:xfrm>
              <a:off x="3527039" y="1862911"/>
              <a:ext cx="26362" cy="218420"/>
            </a:xfrm>
            <a:custGeom>
              <a:avLst/>
              <a:gdLst>
                <a:gd name="connsiteX0" fmla="*/ 21857 w 26362"/>
                <a:gd name="connsiteY0" fmla="*/ -30 h 218420"/>
                <a:gd name="connsiteX1" fmla="*/ 14347 w 26362"/>
                <a:gd name="connsiteY1" fmla="*/ -30 h 218420"/>
                <a:gd name="connsiteX2" fmla="*/ 6236 w 26362"/>
                <a:gd name="connsiteY2" fmla="*/ 106365 h 218420"/>
                <a:gd name="connsiteX3" fmla="*/ 3 w 26362"/>
                <a:gd name="connsiteY3" fmla="*/ 215688 h 218420"/>
                <a:gd name="connsiteX4" fmla="*/ 904 w 26362"/>
                <a:gd name="connsiteY4" fmla="*/ 218391 h 218420"/>
                <a:gd name="connsiteX5" fmla="*/ 13671 w 26362"/>
                <a:gd name="connsiteY5" fmla="*/ 218391 h 218420"/>
                <a:gd name="connsiteX6" fmla="*/ 14347 w 26362"/>
                <a:gd name="connsiteY6" fmla="*/ 215913 h 218420"/>
                <a:gd name="connsiteX7" fmla="*/ 21331 w 26362"/>
                <a:gd name="connsiteY7" fmla="*/ 103812 h 218420"/>
                <a:gd name="connsiteX8" fmla="*/ 21857 w 26362"/>
                <a:gd name="connsiteY8" fmla="*/ -30 h 218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362" h="218420">
                  <a:moveTo>
                    <a:pt x="21857" y="-30"/>
                  </a:moveTo>
                  <a:cubicBezTo>
                    <a:pt x="19359" y="211"/>
                    <a:pt x="16845" y="211"/>
                    <a:pt x="14347" y="-30"/>
                  </a:cubicBezTo>
                  <a:cubicBezTo>
                    <a:pt x="11643" y="35485"/>
                    <a:pt x="9991" y="70850"/>
                    <a:pt x="6236" y="106365"/>
                  </a:cubicBezTo>
                  <a:cubicBezTo>
                    <a:pt x="1764" y="142631"/>
                    <a:pt x="-318" y="179152"/>
                    <a:pt x="3" y="215688"/>
                  </a:cubicBezTo>
                  <a:cubicBezTo>
                    <a:pt x="14" y="216664"/>
                    <a:pt x="329" y="217603"/>
                    <a:pt x="904" y="218391"/>
                  </a:cubicBezTo>
                  <a:cubicBezTo>
                    <a:pt x="5144" y="217865"/>
                    <a:pt x="9432" y="217865"/>
                    <a:pt x="13671" y="218391"/>
                  </a:cubicBezTo>
                  <a:cubicBezTo>
                    <a:pt x="14132" y="217648"/>
                    <a:pt x="14367" y="216784"/>
                    <a:pt x="14347" y="215913"/>
                  </a:cubicBezTo>
                  <a:cubicBezTo>
                    <a:pt x="14347" y="178371"/>
                    <a:pt x="17651" y="140829"/>
                    <a:pt x="21331" y="103812"/>
                  </a:cubicBezTo>
                  <a:cubicBezTo>
                    <a:pt x="25011" y="69724"/>
                    <a:pt x="30193" y="33908"/>
                    <a:pt x="21857" y="-30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3" name="Content Placeholder 4">
              <a:extLst>
                <a:ext uri="{FF2B5EF4-FFF2-40B4-BE49-F238E27FC236}">
                  <a16:creationId xmlns:a16="http://schemas.microsoft.com/office/drawing/2014/main" id="{C657A680-1FAA-3D77-D5AE-CEACAD885AC7}"/>
                </a:ext>
              </a:extLst>
            </p:cNvPr>
            <p:cNvSpPr/>
            <p:nvPr/>
          </p:nvSpPr>
          <p:spPr>
            <a:xfrm>
              <a:off x="3558350" y="1862385"/>
              <a:ext cx="23265" cy="219321"/>
            </a:xfrm>
            <a:custGeom>
              <a:avLst/>
              <a:gdLst>
                <a:gd name="connsiteX0" fmla="*/ 15630 w 23265"/>
                <a:gd name="connsiteY0" fmla="*/ -30 h 219321"/>
                <a:gd name="connsiteX1" fmla="*/ 7444 w 23265"/>
                <a:gd name="connsiteY1" fmla="*/ -30 h 219321"/>
                <a:gd name="connsiteX2" fmla="*/ 6693 w 23265"/>
                <a:gd name="connsiteY2" fmla="*/ 109744 h 219321"/>
                <a:gd name="connsiteX3" fmla="*/ 3163 w 23265"/>
                <a:gd name="connsiteY3" fmla="*/ 164556 h 219321"/>
                <a:gd name="connsiteX4" fmla="*/ 1811 w 23265"/>
                <a:gd name="connsiteY4" fmla="*/ 218241 h 219321"/>
                <a:gd name="connsiteX5" fmla="*/ 1811 w 23265"/>
                <a:gd name="connsiteY5" fmla="*/ 219292 h 219321"/>
                <a:gd name="connsiteX6" fmla="*/ 15630 w 23265"/>
                <a:gd name="connsiteY6" fmla="*/ 217715 h 219321"/>
                <a:gd name="connsiteX7" fmla="*/ 15630 w 23265"/>
                <a:gd name="connsiteY7" fmla="*/ 214937 h 219321"/>
                <a:gd name="connsiteX8" fmla="*/ 18333 w 23265"/>
                <a:gd name="connsiteY8" fmla="*/ 158774 h 219321"/>
                <a:gd name="connsiteX9" fmla="*/ 21938 w 23265"/>
                <a:gd name="connsiteY9" fmla="*/ 101259 h 219321"/>
                <a:gd name="connsiteX10" fmla="*/ 15630 w 23265"/>
                <a:gd name="connsiteY10" fmla="*/ -30 h 219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65" h="219321">
                  <a:moveTo>
                    <a:pt x="15630" y="-30"/>
                  </a:moveTo>
                  <a:lnTo>
                    <a:pt x="7444" y="-30"/>
                  </a:lnTo>
                  <a:cubicBezTo>
                    <a:pt x="10085" y="36521"/>
                    <a:pt x="9834" y="73230"/>
                    <a:pt x="6693" y="109744"/>
                  </a:cubicBezTo>
                  <a:cubicBezTo>
                    <a:pt x="5717" y="128064"/>
                    <a:pt x="4440" y="146310"/>
                    <a:pt x="3163" y="164556"/>
                  </a:cubicBezTo>
                  <a:cubicBezTo>
                    <a:pt x="1886" y="182801"/>
                    <a:pt x="-2469" y="200821"/>
                    <a:pt x="1811" y="218241"/>
                  </a:cubicBezTo>
                  <a:cubicBezTo>
                    <a:pt x="1780" y="218594"/>
                    <a:pt x="1780" y="218939"/>
                    <a:pt x="1811" y="219292"/>
                  </a:cubicBezTo>
                  <a:cubicBezTo>
                    <a:pt x="6380" y="218481"/>
                    <a:pt x="10995" y="217956"/>
                    <a:pt x="15630" y="217715"/>
                  </a:cubicBezTo>
                  <a:cubicBezTo>
                    <a:pt x="15895" y="216807"/>
                    <a:pt x="15895" y="215846"/>
                    <a:pt x="15630" y="214937"/>
                  </a:cubicBezTo>
                  <a:cubicBezTo>
                    <a:pt x="11424" y="197067"/>
                    <a:pt x="16982" y="176794"/>
                    <a:pt x="18333" y="158774"/>
                  </a:cubicBezTo>
                  <a:cubicBezTo>
                    <a:pt x="19685" y="140754"/>
                    <a:pt x="20962" y="120406"/>
                    <a:pt x="21938" y="101259"/>
                  </a:cubicBezTo>
                  <a:cubicBezTo>
                    <a:pt x="23665" y="67546"/>
                    <a:pt x="25243" y="33158"/>
                    <a:pt x="15630" y="-30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4" name="Content Placeholder 4">
              <a:extLst>
                <a:ext uri="{FF2B5EF4-FFF2-40B4-BE49-F238E27FC236}">
                  <a16:creationId xmlns:a16="http://schemas.microsoft.com/office/drawing/2014/main" id="{E3558660-F72E-DB37-04DD-6468C9A4D761}"/>
                </a:ext>
              </a:extLst>
            </p:cNvPr>
            <p:cNvSpPr/>
            <p:nvPr/>
          </p:nvSpPr>
          <p:spPr>
            <a:xfrm>
              <a:off x="3585875" y="1864788"/>
              <a:ext cx="21835" cy="214741"/>
            </a:xfrm>
            <a:custGeom>
              <a:avLst/>
              <a:gdLst>
                <a:gd name="connsiteX0" fmla="*/ 20548 w 21835"/>
                <a:gd name="connsiteY0" fmla="*/ 95177 h 214741"/>
                <a:gd name="connsiteX1" fmla="*/ 6429 w 21835"/>
                <a:gd name="connsiteY1" fmla="*/ 1172 h 214741"/>
                <a:gd name="connsiteX2" fmla="*/ 797 w 21835"/>
                <a:gd name="connsiteY2" fmla="*/ -30 h 214741"/>
                <a:gd name="connsiteX3" fmla="*/ -29 w 21835"/>
                <a:gd name="connsiteY3" fmla="*/ -30 h 214741"/>
                <a:gd name="connsiteX4" fmla="*/ 5829 w 21835"/>
                <a:gd name="connsiteY4" fmla="*/ 103512 h 214741"/>
                <a:gd name="connsiteX5" fmla="*/ 9433 w 21835"/>
                <a:gd name="connsiteY5" fmla="*/ 213586 h 214741"/>
                <a:gd name="connsiteX6" fmla="*/ 9433 w 21835"/>
                <a:gd name="connsiteY6" fmla="*/ 214712 h 214741"/>
                <a:gd name="connsiteX7" fmla="*/ 21750 w 21835"/>
                <a:gd name="connsiteY7" fmla="*/ 213060 h 214741"/>
                <a:gd name="connsiteX8" fmla="*/ 20548 w 21835"/>
                <a:gd name="connsiteY8" fmla="*/ 95177 h 214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35" h="214741">
                  <a:moveTo>
                    <a:pt x="20548" y="95177"/>
                  </a:moveTo>
                  <a:cubicBezTo>
                    <a:pt x="20548" y="63342"/>
                    <a:pt x="22125" y="30980"/>
                    <a:pt x="6429" y="1172"/>
                  </a:cubicBezTo>
                  <a:cubicBezTo>
                    <a:pt x="4620" y="496"/>
                    <a:pt x="2723" y="98"/>
                    <a:pt x="797" y="-30"/>
                  </a:cubicBezTo>
                  <a:lnTo>
                    <a:pt x="-29" y="-30"/>
                  </a:lnTo>
                  <a:cubicBezTo>
                    <a:pt x="13414" y="32257"/>
                    <a:pt x="5904" y="70099"/>
                    <a:pt x="5829" y="103512"/>
                  </a:cubicBezTo>
                  <a:cubicBezTo>
                    <a:pt x="5829" y="140228"/>
                    <a:pt x="6655" y="176944"/>
                    <a:pt x="9433" y="213586"/>
                  </a:cubicBezTo>
                  <a:cubicBezTo>
                    <a:pt x="9398" y="213961"/>
                    <a:pt x="9398" y="214336"/>
                    <a:pt x="9433" y="214712"/>
                  </a:cubicBezTo>
                  <a:cubicBezTo>
                    <a:pt x="13365" y="213255"/>
                    <a:pt x="17573" y="212692"/>
                    <a:pt x="21750" y="213060"/>
                  </a:cubicBezTo>
                  <a:cubicBezTo>
                    <a:pt x="22050" y="173415"/>
                    <a:pt x="21074" y="134146"/>
                    <a:pt x="20548" y="95177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5" name="Content Placeholder 4">
              <a:extLst>
                <a:ext uri="{FF2B5EF4-FFF2-40B4-BE49-F238E27FC236}">
                  <a16:creationId xmlns:a16="http://schemas.microsoft.com/office/drawing/2014/main" id="{AE242A50-BB16-5BC4-3014-FABECABD5C5F}"/>
                </a:ext>
              </a:extLst>
            </p:cNvPr>
            <p:cNvSpPr/>
            <p:nvPr/>
          </p:nvSpPr>
          <p:spPr>
            <a:xfrm>
              <a:off x="3619780" y="1771782"/>
              <a:ext cx="115822" cy="114159"/>
            </a:xfrm>
            <a:custGeom>
              <a:avLst/>
              <a:gdLst>
                <a:gd name="connsiteX0" fmla="*/ 48525 w 115822"/>
                <a:gd name="connsiteY0" fmla="*/ 19844 h 114159"/>
                <a:gd name="connsiteX1" fmla="*/ 12177 w 115822"/>
                <a:gd name="connsiteY1" fmla="*/ 59789 h 114159"/>
                <a:gd name="connsiteX2" fmla="*/ 1663 w 115822"/>
                <a:gd name="connsiteY2" fmla="*/ 70151 h 114159"/>
                <a:gd name="connsiteX3" fmla="*/ 86 w 115822"/>
                <a:gd name="connsiteY3" fmla="*/ 74356 h 114159"/>
                <a:gd name="connsiteX4" fmla="*/ 1813 w 115822"/>
                <a:gd name="connsiteY4" fmla="*/ 77209 h 114159"/>
                <a:gd name="connsiteX5" fmla="*/ 30426 w 115822"/>
                <a:gd name="connsiteY5" fmla="*/ 105591 h 114159"/>
                <a:gd name="connsiteX6" fmla="*/ 41541 w 115822"/>
                <a:gd name="connsiteY6" fmla="*/ 113099 h 114159"/>
                <a:gd name="connsiteX7" fmla="*/ 51830 w 115822"/>
                <a:gd name="connsiteY7" fmla="*/ 113099 h 114159"/>
                <a:gd name="connsiteX8" fmla="*/ 58213 w 115822"/>
                <a:gd name="connsiteY8" fmla="*/ 108144 h 114159"/>
                <a:gd name="connsiteX9" fmla="*/ 96589 w 115822"/>
                <a:gd name="connsiteY9" fmla="*/ 65946 h 114159"/>
                <a:gd name="connsiteX10" fmla="*/ 108680 w 115822"/>
                <a:gd name="connsiteY10" fmla="*/ 53632 h 114159"/>
                <a:gd name="connsiteX11" fmla="*/ 114989 w 115822"/>
                <a:gd name="connsiteY11" fmla="*/ 47475 h 114159"/>
                <a:gd name="connsiteX12" fmla="*/ 113487 w 115822"/>
                <a:gd name="connsiteY12" fmla="*/ 37039 h 114159"/>
                <a:gd name="connsiteX13" fmla="*/ 107704 w 115822"/>
                <a:gd name="connsiteY13" fmla="*/ 31332 h 114159"/>
                <a:gd name="connsiteX14" fmla="*/ 83522 w 115822"/>
                <a:gd name="connsiteY14" fmla="*/ 10909 h 114159"/>
                <a:gd name="connsiteX15" fmla="*/ 71731 w 115822"/>
                <a:gd name="connsiteY15" fmla="*/ 2199 h 114159"/>
                <a:gd name="connsiteX16" fmla="*/ 62344 w 115822"/>
                <a:gd name="connsiteY16" fmla="*/ 1749 h 114159"/>
                <a:gd name="connsiteX17" fmla="*/ 48525 w 115822"/>
                <a:gd name="connsiteY17" fmla="*/ 19844 h 11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822" h="114159">
                  <a:moveTo>
                    <a:pt x="48525" y="19844"/>
                  </a:moveTo>
                  <a:cubicBezTo>
                    <a:pt x="37513" y="34125"/>
                    <a:pt x="25357" y="47483"/>
                    <a:pt x="12177" y="59789"/>
                  </a:cubicBezTo>
                  <a:lnTo>
                    <a:pt x="1663" y="70151"/>
                  </a:lnTo>
                  <a:cubicBezTo>
                    <a:pt x="321" y="71097"/>
                    <a:pt x="-305" y="72764"/>
                    <a:pt x="86" y="74356"/>
                  </a:cubicBezTo>
                  <a:cubicBezTo>
                    <a:pt x="521" y="75384"/>
                    <a:pt x="1103" y="76345"/>
                    <a:pt x="1813" y="77209"/>
                  </a:cubicBezTo>
                  <a:cubicBezTo>
                    <a:pt x="10253" y="87713"/>
                    <a:pt x="19851" y="97234"/>
                    <a:pt x="30426" y="105591"/>
                  </a:cubicBezTo>
                  <a:cubicBezTo>
                    <a:pt x="33715" y="108662"/>
                    <a:pt x="37465" y="111192"/>
                    <a:pt x="41541" y="113099"/>
                  </a:cubicBezTo>
                  <a:cubicBezTo>
                    <a:pt x="44833" y="114473"/>
                    <a:pt x="48537" y="114473"/>
                    <a:pt x="51830" y="113099"/>
                  </a:cubicBezTo>
                  <a:cubicBezTo>
                    <a:pt x="54276" y="111906"/>
                    <a:pt x="56450" y="110216"/>
                    <a:pt x="58213" y="108144"/>
                  </a:cubicBezTo>
                  <a:cubicBezTo>
                    <a:pt x="71506" y="94553"/>
                    <a:pt x="84198" y="80438"/>
                    <a:pt x="96589" y="65946"/>
                  </a:cubicBezTo>
                  <a:cubicBezTo>
                    <a:pt x="100212" y="61464"/>
                    <a:pt x="104261" y="57334"/>
                    <a:pt x="108680" y="53632"/>
                  </a:cubicBezTo>
                  <a:cubicBezTo>
                    <a:pt x="111220" y="52078"/>
                    <a:pt x="113377" y="49976"/>
                    <a:pt x="114989" y="47475"/>
                  </a:cubicBezTo>
                  <a:cubicBezTo>
                    <a:pt x="116462" y="43984"/>
                    <a:pt x="115884" y="39967"/>
                    <a:pt x="113487" y="37039"/>
                  </a:cubicBezTo>
                  <a:cubicBezTo>
                    <a:pt x="111771" y="34936"/>
                    <a:pt x="109832" y="33022"/>
                    <a:pt x="107704" y="31332"/>
                  </a:cubicBezTo>
                  <a:lnTo>
                    <a:pt x="83522" y="10909"/>
                  </a:lnTo>
                  <a:cubicBezTo>
                    <a:pt x="79911" y="7598"/>
                    <a:pt x="75959" y="4677"/>
                    <a:pt x="71731" y="2199"/>
                  </a:cubicBezTo>
                  <a:cubicBezTo>
                    <a:pt x="66624" y="-654"/>
                    <a:pt x="64672" y="-729"/>
                    <a:pt x="62344" y="1749"/>
                  </a:cubicBezTo>
                  <a:cubicBezTo>
                    <a:pt x="57392" y="7508"/>
                    <a:pt x="52779" y="13552"/>
                    <a:pt x="48525" y="19844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6" name="Content Placeholder 4">
              <a:extLst>
                <a:ext uri="{FF2B5EF4-FFF2-40B4-BE49-F238E27FC236}">
                  <a16:creationId xmlns:a16="http://schemas.microsoft.com/office/drawing/2014/main" id="{D8218322-A4AA-FE82-8ADF-22EF0DBBC3ED}"/>
                </a:ext>
              </a:extLst>
            </p:cNvPr>
            <p:cNvSpPr/>
            <p:nvPr/>
          </p:nvSpPr>
          <p:spPr>
            <a:xfrm>
              <a:off x="3630107" y="1777461"/>
              <a:ext cx="100466" cy="97767"/>
            </a:xfrm>
            <a:custGeom>
              <a:avLst/>
              <a:gdLst>
                <a:gd name="connsiteX0" fmla="*/ 100381 w 100466"/>
                <a:gd name="connsiteY0" fmla="*/ 40219 h 97767"/>
                <a:gd name="connsiteX1" fmla="*/ 95424 w 100466"/>
                <a:gd name="connsiteY1" fmla="*/ 32711 h 97767"/>
                <a:gd name="connsiteX2" fmla="*/ 64032 w 100466"/>
                <a:gd name="connsiteY2" fmla="*/ 4704 h 97767"/>
                <a:gd name="connsiteX3" fmla="*/ 55696 w 100466"/>
                <a:gd name="connsiteY3" fmla="*/ 49 h 97767"/>
                <a:gd name="connsiteX4" fmla="*/ 51566 w 100466"/>
                <a:gd name="connsiteY4" fmla="*/ 2527 h 97767"/>
                <a:gd name="connsiteX5" fmla="*/ 44056 w 100466"/>
                <a:gd name="connsiteY5" fmla="*/ 13864 h 97767"/>
                <a:gd name="connsiteX6" fmla="*/ 23403 w 100466"/>
                <a:gd name="connsiteY6" fmla="*/ 37516 h 97767"/>
                <a:gd name="connsiteX7" fmla="*/ 10561 w 100466"/>
                <a:gd name="connsiteY7" fmla="*/ 50806 h 97767"/>
                <a:gd name="connsiteX8" fmla="*/ 4403 w 100466"/>
                <a:gd name="connsiteY8" fmla="*/ 56437 h 97767"/>
                <a:gd name="connsiteX9" fmla="*/ 648 w 100466"/>
                <a:gd name="connsiteY9" fmla="*/ 64621 h 97767"/>
                <a:gd name="connsiteX10" fmla="*/ 6731 w 100466"/>
                <a:gd name="connsiteY10" fmla="*/ 71604 h 97767"/>
                <a:gd name="connsiteX11" fmla="*/ 25806 w 100466"/>
                <a:gd name="connsiteY11" fmla="*/ 89099 h 97767"/>
                <a:gd name="connsiteX12" fmla="*/ 32565 w 100466"/>
                <a:gd name="connsiteY12" fmla="*/ 94655 h 97767"/>
                <a:gd name="connsiteX13" fmla="*/ 43830 w 100466"/>
                <a:gd name="connsiteY13" fmla="*/ 97584 h 97767"/>
                <a:gd name="connsiteX14" fmla="*/ 47510 w 100466"/>
                <a:gd name="connsiteY14" fmla="*/ 94806 h 97767"/>
                <a:gd name="connsiteX15" fmla="*/ 100080 w 100466"/>
                <a:gd name="connsiteY15" fmla="*/ 42246 h 97767"/>
                <a:gd name="connsiteX16" fmla="*/ 100381 w 100466"/>
                <a:gd name="connsiteY16" fmla="*/ 40219 h 97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0466" h="97767">
                  <a:moveTo>
                    <a:pt x="100381" y="40219"/>
                  </a:moveTo>
                  <a:cubicBezTo>
                    <a:pt x="100381" y="38117"/>
                    <a:pt x="97827" y="35038"/>
                    <a:pt x="95424" y="32711"/>
                  </a:cubicBezTo>
                  <a:cubicBezTo>
                    <a:pt x="85476" y="22814"/>
                    <a:pt x="74997" y="13466"/>
                    <a:pt x="64032" y="4704"/>
                  </a:cubicBezTo>
                  <a:cubicBezTo>
                    <a:pt x="61644" y="2542"/>
                    <a:pt x="58793" y="942"/>
                    <a:pt x="55696" y="49"/>
                  </a:cubicBezTo>
                  <a:cubicBezTo>
                    <a:pt x="53143" y="-402"/>
                    <a:pt x="52617" y="1175"/>
                    <a:pt x="51566" y="2527"/>
                  </a:cubicBezTo>
                  <a:cubicBezTo>
                    <a:pt x="48862" y="6206"/>
                    <a:pt x="46459" y="10035"/>
                    <a:pt x="44056" y="13864"/>
                  </a:cubicBezTo>
                  <a:cubicBezTo>
                    <a:pt x="37783" y="22259"/>
                    <a:pt x="30879" y="30165"/>
                    <a:pt x="23403" y="37516"/>
                  </a:cubicBezTo>
                  <a:lnTo>
                    <a:pt x="10561" y="50806"/>
                  </a:lnTo>
                  <a:cubicBezTo>
                    <a:pt x="8710" y="52893"/>
                    <a:pt x="6646" y="54778"/>
                    <a:pt x="4403" y="56437"/>
                  </a:cubicBezTo>
                  <a:cubicBezTo>
                    <a:pt x="1774" y="58164"/>
                    <a:pt x="-1455" y="60267"/>
                    <a:pt x="648" y="64621"/>
                  </a:cubicBezTo>
                  <a:cubicBezTo>
                    <a:pt x="2263" y="67280"/>
                    <a:pt x="4320" y="69637"/>
                    <a:pt x="6731" y="71604"/>
                  </a:cubicBezTo>
                  <a:lnTo>
                    <a:pt x="25806" y="89099"/>
                  </a:lnTo>
                  <a:cubicBezTo>
                    <a:pt x="27919" y="91119"/>
                    <a:pt x="30178" y="92973"/>
                    <a:pt x="32565" y="94655"/>
                  </a:cubicBezTo>
                  <a:cubicBezTo>
                    <a:pt x="35774" y="97103"/>
                    <a:pt x="39834" y="98162"/>
                    <a:pt x="43830" y="97584"/>
                  </a:cubicBezTo>
                  <a:cubicBezTo>
                    <a:pt x="45275" y="96990"/>
                    <a:pt x="46543" y="96029"/>
                    <a:pt x="47510" y="94806"/>
                  </a:cubicBezTo>
                  <a:cubicBezTo>
                    <a:pt x="64433" y="76688"/>
                    <a:pt x="81956" y="59163"/>
                    <a:pt x="100080" y="42246"/>
                  </a:cubicBezTo>
                  <a:cubicBezTo>
                    <a:pt x="100409" y="41623"/>
                    <a:pt x="100515" y="40910"/>
                    <a:pt x="100381" y="40219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7" name="Content Placeholder 4">
              <a:extLst>
                <a:ext uri="{FF2B5EF4-FFF2-40B4-BE49-F238E27FC236}">
                  <a16:creationId xmlns:a16="http://schemas.microsoft.com/office/drawing/2014/main" id="{F73D09AD-F2F9-B300-53F8-4D338DCF2E8F}"/>
                </a:ext>
              </a:extLst>
            </p:cNvPr>
            <p:cNvSpPr/>
            <p:nvPr/>
          </p:nvSpPr>
          <p:spPr>
            <a:xfrm>
              <a:off x="3522815" y="1698438"/>
              <a:ext cx="24552" cy="48842"/>
            </a:xfrm>
            <a:custGeom>
              <a:avLst/>
              <a:gdLst>
                <a:gd name="connsiteX0" fmla="*/ 21125 w 24552"/>
                <a:gd name="connsiteY0" fmla="*/ 48813 h 48842"/>
                <a:gd name="connsiteX1" fmla="*/ 24429 w 24552"/>
                <a:gd name="connsiteY1" fmla="*/ 1434 h 48842"/>
                <a:gd name="connsiteX2" fmla="*/ 23978 w 24552"/>
                <a:gd name="connsiteY2" fmla="*/ 83 h 48842"/>
                <a:gd name="connsiteX3" fmla="*/ 22702 w 24552"/>
                <a:gd name="connsiteY3" fmla="*/ 83 h 48842"/>
                <a:gd name="connsiteX4" fmla="*/ 2124 w 24552"/>
                <a:gd name="connsiteY4" fmla="*/ 3687 h 48842"/>
                <a:gd name="connsiteX5" fmla="*/ 2124 w 24552"/>
                <a:gd name="connsiteY5" fmla="*/ 8192 h 48842"/>
                <a:gd name="connsiteX6" fmla="*/ 7306 w 24552"/>
                <a:gd name="connsiteY6" fmla="*/ 15700 h 48842"/>
                <a:gd name="connsiteX7" fmla="*/ 15642 w 24552"/>
                <a:gd name="connsiteY7" fmla="*/ 31618 h 48842"/>
                <a:gd name="connsiteX8" fmla="*/ 21125 w 24552"/>
                <a:gd name="connsiteY8" fmla="*/ 48813 h 48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552" h="48842">
                  <a:moveTo>
                    <a:pt x="21125" y="48813"/>
                  </a:moveTo>
                  <a:cubicBezTo>
                    <a:pt x="23764" y="33165"/>
                    <a:pt x="24870" y="17300"/>
                    <a:pt x="24429" y="1434"/>
                  </a:cubicBezTo>
                  <a:cubicBezTo>
                    <a:pt x="24480" y="939"/>
                    <a:pt x="24316" y="451"/>
                    <a:pt x="23978" y="83"/>
                  </a:cubicBezTo>
                  <a:cubicBezTo>
                    <a:pt x="23566" y="-67"/>
                    <a:pt x="23114" y="-67"/>
                    <a:pt x="22702" y="83"/>
                  </a:cubicBezTo>
                  <a:cubicBezTo>
                    <a:pt x="15743" y="623"/>
                    <a:pt x="8852" y="1832"/>
                    <a:pt x="2124" y="3687"/>
                  </a:cubicBezTo>
                  <a:cubicBezTo>
                    <a:pt x="-1180" y="4963"/>
                    <a:pt x="-279" y="5414"/>
                    <a:pt x="2124" y="8192"/>
                  </a:cubicBezTo>
                  <a:cubicBezTo>
                    <a:pt x="4527" y="10970"/>
                    <a:pt x="5654" y="13298"/>
                    <a:pt x="7306" y="15700"/>
                  </a:cubicBezTo>
                  <a:cubicBezTo>
                    <a:pt x="10454" y="20806"/>
                    <a:pt x="13239" y="26122"/>
                    <a:pt x="15642" y="31618"/>
                  </a:cubicBezTo>
                  <a:cubicBezTo>
                    <a:pt x="18462" y="36987"/>
                    <a:pt x="20317" y="42806"/>
                    <a:pt x="21125" y="48813"/>
                  </a:cubicBezTo>
                  <a:close/>
                </a:path>
              </a:pathLst>
            </a:custGeom>
            <a:solidFill>
              <a:srgbClr val="C89A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8" name="Content Placeholder 4">
              <a:extLst>
                <a:ext uri="{FF2B5EF4-FFF2-40B4-BE49-F238E27FC236}">
                  <a16:creationId xmlns:a16="http://schemas.microsoft.com/office/drawing/2014/main" id="{B1CC7175-E9F5-7A1E-C53E-E7826163B9B8}"/>
                </a:ext>
              </a:extLst>
            </p:cNvPr>
            <p:cNvSpPr/>
            <p:nvPr/>
          </p:nvSpPr>
          <p:spPr>
            <a:xfrm>
              <a:off x="3504665" y="1702968"/>
              <a:ext cx="41105" cy="48066"/>
            </a:xfrm>
            <a:custGeom>
              <a:avLst/>
              <a:gdLst>
                <a:gd name="connsiteX0" fmla="*/ 823 w 41105"/>
                <a:gd name="connsiteY0" fmla="*/ 6365 h 48066"/>
                <a:gd name="connsiteX1" fmla="*/ -3 w 41105"/>
                <a:gd name="connsiteY1" fmla="*/ 7716 h 48066"/>
                <a:gd name="connsiteX2" fmla="*/ 898 w 41105"/>
                <a:gd name="connsiteY2" fmla="*/ 8467 h 48066"/>
                <a:gd name="connsiteX3" fmla="*/ 8408 w 41105"/>
                <a:gd name="connsiteY3" fmla="*/ 11921 h 48066"/>
                <a:gd name="connsiteX4" fmla="*/ 10436 w 41105"/>
                <a:gd name="connsiteY4" fmla="*/ 13648 h 48066"/>
                <a:gd name="connsiteX5" fmla="*/ 8258 w 41105"/>
                <a:gd name="connsiteY5" fmla="*/ 17553 h 48066"/>
                <a:gd name="connsiteX6" fmla="*/ 4052 w 41105"/>
                <a:gd name="connsiteY6" fmla="*/ 24535 h 48066"/>
                <a:gd name="connsiteX7" fmla="*/ 4052 w 41105"/>
                <a:gd name="connsiteY7" fmla="*/ 25737 h 48066"/>
                <a:gd name="connsiteX8" fmla="*/ 5029 w 41105"/>
                <a:gd name="connsiteY8" fmla="*/ 26638 h 48066"/>
                <a:gd name="connsiteX9" fmla="*/ 41077 w 41105"/>
                <a:gd name="connsiteY9" fmla="*/ 48037 h 48066"/>
                <a:gd name="connsiteX10" fmla="*/ 37096 w 41105"/>
                <a:gd name="connsiteY10" fmla="*/ 32344 h 48066"/>
                <a:gd name="connsiteX11" fmla="*/ 28535 w 41105"/>
                <a:gd name="connsiteY11" fmla="*/ 14099 h 48066"/>
                <a:gd name="connsiteX12" fmla="*/ 18246 w 41105"/>
                <a:gd name="connsiteY12" fmla="*/ 734 h 48066"/>
                <a:gd name="connsiteX13" fmla="*/ 823 w 41105"/>
                <a:gd name="connsiteY13" fmla="*/ 6365 h 48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105" h="48066">
                  <a:moveTo>
                    <a:pt x="823" y="6365"/>
                  </a:moveTo>
                  <a:cubicBezTo>
                    <a:pt x="372" y="6365"/>
                    <a:pt x="-153" y="7191"/>
                    <a:pt x="-3" y="7716"/>
                  </a:cubicBezTo>
                  <a:cubicBezTo>
                    <a:pt x="183" y="8077"/>
                    <a:pt x="508" y="8347"/>
                    <a:pt x="898" y="8467"/>
                  </a:cubicBezTo>
                  <a:lnTo>
                    <a:pt x="8408" y="11921"/>
                  </a:lnTo>
                  <a:cubicBezTo>
                    <a:pt x="9234" y="12372"/>
                    <a:pt x="10135" y="12822"/>
                    <a:pt x="10436" y="13648"/>
                  </a:cubicBezTo>
                  <a:cubicBezTo>
                    <a:pt x="10736" y="14474"/>
                    <a:pt x="9460" y="16501"/>
                    <a:pt x="8258" y="17553"/>
                  </a:cubicBezTo>
                  <a:cubicBezTo>
                    <a:pt x="6207" y="19422"/>
                    <a:pt x="4745" y="21847"/>
                    <a:pt x="4052" y="24535"/>
                  </a:cubicBezTo>
                  <a:cubicBezTo>
                    <a:pt x="3940" y="24926"/>
                    <a:pt x="3940" y="25346"/>
                    <a:pt x="4052" y="25737"/>
                  </a:cubicBezTo>
                  <a:cubicBezTo>
                    <a:pt x="4280" y="26127"/>
                    <a:pt x="4620" y="26443"/>
                    <a:pt x="5029" y="26638"/>
                  </a:cubicBezTo>
                  <a:lnTo>
                    <a:pt x="41077" y="48037"/>
                  </a:lnTo>
                  <a:cubicBezTo>
                    <a:pt x="41032" y="42563"/>
                    <a:pt x="39667" y="37180"/>
                    <a:pt x="37096" y="32344"/>
                  </a:cubicBezTo>
                  <a:cubicBezTo>
                    <a:pt x="34393" y="26187"/>
                    <a:pt x="31539" y="20105"/>
                    <a:pt x="28535" y="14099"/>
                  </a:cubicBezTo>
                  <a:cubicBezTo>
                    <a:pt x="26452" y="8753"/>
                    <a:pt x="22882" y="4112"/>
                    <a:pt x="18246" y="734"/>
                  </a:cubicBezTo>
                  <a:cubicBezTo>
                    <a:pt x="12839" y="-2045"/>
                    <a:pt x="5029" y="3437"/>
                    <a:pt x="823" y="6365"/>
                  </a:cubicBezTo>
                  <a:close/>
                </a:path>
              </a:pathLst>
            </a:custGeom>
            <a:solidFill>
              <a:srgbClr val="D6D6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9" name="Content Placeholder 4">
              <a:extLst>
                <a:ext uri="{FF2B5EF4-FFF2-40B4-BE49-F238E27FC236}">
                  <a16:creationId xmlns:a16="http://schemas.microsoft.com/office/drawing/2014/main" id="{3628CDA3-A1A7-2BB1-DCA9-FFBE9BF1DE11}"/>
                </a:ext>
              </a:extLst>
            </p:cNvPr>
            <p:cNvSpPr/>
            <p:nvPr/>
          </p:nvSpPr>
          <p:spPr>
            <a:xfrm>
              <a:off x="3542842" y="1699010"/>
              <a:ext cx="20655" cy="53001"/>
            </a:xfrm>
            <a:custGeom>
              <a:avLst/>
              <a:gdLst>
                <a:gd name="connsiteX0" fmla="*/ 16117 w 20655"/>
                <a:gd name="connsiteY0" fmla="*/ 938 h 53001"/>
                <a:gd name="connsiteX1" fmla="*/ 19572 w 20655"/>
                <a:gd name="connsiteY1" fmla="*/ 3341 h 53001"/>
                <a:gd name="connsiteX2" fmla="*/ 18596 w 20655"/>
                <a:gd name="connsiteY2" fmla="*/ 5068 h 53001"/>
                <a:gd name="connsiteX3" fmla="*/ 12813 w 20655"/>
                <a:gd name="connsiteY3" fmla="*/ 11750 h 53001"/>
                <a:gd name="connsiteX4" fmla="*/ 19046 w 20655"/>
                <a:gd name="connsiteY4" fmla="*/ 14453 h 53001"/>
                <a:gd name="connsiteX5" fmla="*/ 20623 w 20655"/>
                <a:gd name="connsiteY5" fmla="*/ 15880 h 53001"/>
                <a:gd name="connsiteX6" fmla="*/ 19872 w 20655"/>
                <a:gd name="connsiteY6" fmla="*/ 17682 h 53001"/>
                <a:gd name="connsiteX7" fmla="*/ 4852 w 20655"/>
                <a:gd name="connsiteY7" fmla="*/ 44262 h 53001"/>
                <a:gd name="connsiteX8" fmla="*/ -29 w 20655"/>
                <a:gd name="connsiteY8" fmla="*/ 52972 h 53001"/>
                <a:gd name="connsiteX9" fmla="*/ 2524 w 20655"/>
                <a:gd name="connsiteY9" fmla="*/ 16330 h 53001"/>
                <a:gd name="connsiteX10" fmla="*/ 3350 w 20655"/>
                <a:gd name="connsiteY10" fmla="*/ 1313 h 53001"/>
                <a:gd name="connsiteX11" fmla="*/ 16117 w 20655"/>
                <a:gd name="connsiteY11" fmla="*/ 938 h 53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655" h="53001">
                  <a:moveTo>
                    <a:pt x="16117" y="938"/>
                  </a:moveTo>
                  <a:cubicBezTo>
                    <a:pt x="17694" y="938"/>
                    <a:pt x="19647" y="1764"/>
                    <a:pt x="19572" y="3341"/>
                  </a:cubicBezTo>
                  <a:cubicBezTo>
                    <a:pt x="19427" y="4001"/>
                    <a:pt x="19087" y="4602"/>
                    <a:pt x="18596" y="5068"/>
                  </a:cubicBezTo>
                  <a:cubicBezTo>
                    <a:pt x="16718" y="7320"/>
                    <a:pt x="14765" y="9498"/>
                    <a:pt x="12813" y="11750"/>
                  </a:cubicBezTo>
                  <a:lnTo>
                    <a:pt x="19046" y="14453"/>
                  </a:lnTo>
                  <a:cubicBezTo>
                    <a:pt x="19722" y="14453"/>
                    <a:pt x="20473" y="15129"/>
                    <a:pt x="20623" y="15880"/>
                  </a:cubicBezTo>
                  <a:cubicBezTo>
                    <a:pt x="20660" y="16563"/>
                    <a:pt x="20384" y="17224"/>
                    <a:pt x="19872" y="17682"/>
                  </a:cubicBezTo>
                  <a:cubicBezTo>
                    <a:pt x="13724" y="25843"/>
                    <a:pt x="8674" y="34786"/>
                    <a:pt x="4852" y="44262"/>
                  </a:cubicBezTo>
                  <a:cubicBezTo>
                    <a:pt x="3847" y="47475"/>
                    <a:pt x="2185" y="50441"/>
                    <a:pt x="-29" y="52972"/>
                  </a:cubicBezTo>
                  <a:cubicBezTo>
                    <a:pt x="1533" y="40815"/>
                    <a:pt x="2386" y="28584"/>
                    <a:pt x="2524" y="16330"/>
                  </a:cubicBezTo>
                  <a:cubicBezTo>
                    <a:pt x="2524" y="12651"/>
                    <a:pt x="722" y="3866"/>
                    <a:pt x="3350" y="1313"/>
                  </a:cubicBezTo>
                  <a:cubicBezTo>
                    <a:pt x="5979" y="-1239"/>
                    <a:pt x="13263" y="563"/>
                    <a:pt x="16117" y="938"/>
                  </a:cubicBezTo>
                  <a:close/>
                </a:path>
              </a:pathLst>
            </a:custGeom>
            <a:solidFill>
              <a:srgbClr val="D6D6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0" name="Content Placeholder 4">
              <a:extLst>
                <a:ext uri="{FF2B5EF4-FFF2-40B4-BE49-F238E27FC236}">
                  <a16:creationId xmlns:a16="http://schemas.microsoft.com/office/drawing/2014/main" id="{F18329C5-E13A-6464-21DA-603E579CC5A5}"/>
                </a:ext>
              </a:extLst>
            </p:cNvPr>
            <p:cNvSpPr/>
            <p:nvPr/>
          </p:nvSpPr>
          <p:spPr>
            <a:xfrm>
              <a:off x="3639867" y="1804924"/>
              <a:ext cx="15734" cy="14492"/>
            </a:xfrm>
            <a:custGeom>
              <a:avLst/>
              <a:gdLst>
                <a:gd name="connsiteX0" fmla="*/ 14395 w 15734"/>
                <a:gd name="connsiteY0" fmla="*/ -8 h 14492"/>
                <a:gd name="connsiteX1" fmla="*/ 15371 w 15734"/>
                <a:gd name="connsiteY1" fmla="*/ 1418 h 14492"/>
                <a:gd name="connsiteX2" fmla="*/ 15371 w 15734"/>
                <a:gd name="connsiteY2" fmla="*/ 5848 h 14492"/>
                <a:gd name="connsiteX3" fmla="*/ 13643 w 15734"/>
                <a:gd name="connsiteY3" fmla="*/ 8251 h 14492"/>
                <a:gd name="connsiteX4" fmla="*/ 8086 w 15734"/>
                <a:gd name="connsiteY4" fmla="*/ 12831 h 14492"/>
                <a:gd name="connsiteX5" fmla="*/ 952 w 15734"/>
                <a:gd name="connsiteY5" fmla="*/ 14408 h 14492"/>
                <a:gd name="connsiteX6" fmla="*/ 351 w 15734"/>
                <a:gd name="connsiteY6" fmla="*/ 14408 h 14492"/>
                <a:gd name="connsiteX7" fmla="*/ 3730 w 15734"/>
                <a:gd name="connsiteY7" fmla="*/ 5548 h 14492"/>
                <a:gd name="connsiteX8" fmla="*/ 7861 w 15734"/>
                <a:gd name="connsiteY8" fmla="*/ 3971 h 14492"/>
                <a:gd name="connsiteX9" fmla="*/ 14395 w 15734"/>
                <a:gd name="connsiteY9" fmla="*/ -8 h 14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34" h="14492">
                  <a:moveTo>
                    <a:pt x="14395" y="-8"/>
                  </a:moveTo>
                  <a:cubicBezTo>
                    <a:pt x="15070" y="-8"/>
                    <a:pt x="15296" y="818"/>
                    <a:pt x="15371" y="1418"/>
                  </a:cubicBezTo>
                  <a:cubicBezTo>
                    <a:pt x="15816" y="2860"/>
                    <a:pt x="15816" y="4407"/>
                    <a:pt x="15371" y="5848"/>
                  </a:cubicBezTo>
                  <a:cubicBezTo>
                    <a:pt x="14934" y="6742"/>
                    <a:pt x="14350" y="7553"/>
                    <a:pt x="13643" y="8251"/>
                  </a:cubicBezTo>
                  <a:cubicBezTo>
                    <a:pt x="12021" y="10038"/>
                    <a:pt x="10149" y="11577"/>
                    <a:pt x="8086" y="12831"/>
                  </a:cubicBezTo>
                  <a:cubicBezTo>
                    <a:pt x="5935" y="14100"/>
                    <a:pt x="3437" y="14648"/>
                    <a:pt x="952" y="14408"/>
                  </a:cubicBezTo>
                  <a:lnTo>
                    <a:pt x="351" y="14408"/>
                  </a:lnTo>
                  <a:cubicBezTo>
                    <a:pt x="-767" y="11029"/>
                    <a:pt x="645" y="7327"/>
                    <a:pt x="3730" y="5548"/>
                  </a:cubicBezTo>
                  <a:cubicBezTo>
                    <a:pt x="5057" y="4902"/>
                    <a:pt x="6440" y="4369"/>
                    <a:pt x="7861" y="3971"/>
                  </a:cubicBezTo>
                  <a:cubicBezTo>
                    <a:pt x="9213" y="2620"/>
                    <a:pt x="12742" y="-309"/>
                    <a:pt x="14395" y="-8"/>
                  </a:cubicBezTo>
                  <a:close/>
                </a:path>
              </a:pathLst>
            </a:custGeom>
            <a:solidFill>
              <a:srgbClr val="C89A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1" name="Content Placeholder 4">
              <a:extLst>
                <a:ext uri="{FF2B5EF4-FFF2-40B4-BE49-F238E27FC236}">
                  <a16:creationId xmlns:a16="http://schemas.microsoft.com/office/drawing/2014/main" id="{45E498DD-EE88-461C-4336-F363688454C9}"/>
                </a:ext>
              </a:extLst>
            </p:cNvPr>
            <p:cNvSpPr/>
            <p:nvPr/>
          </p:nvSpPr>
          <p:spPr>
            <a:xfrm>
              <a:off x="3614620" y="1798294"/>
              <a:ext cx="17920" cy="31861"/>
            </a:xfrm>
            <a:custGeom>
              <a:avLst/>
              <a:gdLst>
                <a:gd name="connsiteX0" fmla="*/ 6522 w 17920"/>
                <a:gd name="connsiteY0" fmla="*/ 5646 h 31861"/>
                <a:gd name="connsiteX1" fmla="*/ 11179 w 17920"/>
                <a:gd name="connsiteY1" fmla="*/ 14 h 31861"/>
                <a:gd name="connsiteX2" fmla="*/ 17712 w 17920"/>
                <a:gd name="connsiteY2" fmla="*/ 4745 h 31861"/>
                <a:gd name="connsiteX3" fmla="*/ 16661 w 17920"/>
                <a:gd name="connsiteY3" fmla="*/ 13530 h 31861"/>
                <a:gd name="connsiteX4" fmla="*/ 13657 w 17920"/>
                <a:gd name="connsiteY4" fmla="*/ 23816 h 31861"/>
                <a:gd name="connsiteX5" fmla="*/ 8550 w 17920"/>
                <a:gd name="connsiteY5" fmla="*/ 31325 h 31861"/>
                <a:gd name="connsiteX6" fmla="*/ 4119 w 17920"/>
                <a:gd name="connsiteY6" fmla="*/ 31775 h 31861"/>
                <a:gd name="connsiteX7" fmla="*/ 1416 w 17920"/>
                <a:gd name="connsiteY7" fmla="*/ 31174 h 31861"/>
                <a:gd name="connsiteX8" fmla="*/ 2091 w 17920"/>
                <a:gd name="connsiteY8" fmla="*/ 18936 h 31861"/>
                <a:gd name="connsiteX9" fmla="*/ 6522 w 17920"/>
                <a:gd name="connsiteY9" fmla="*/ 5646 h 31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920" h="31861">
                  <a:moveTo>
                    <a:pt x="6522" y="5646"/>
                  </a:moveTo>
                  <a:cubicBezTo>
                    <a:pt x="7424" y="3318"/>
                    <a:pt x="8700" y="690"/>
                    <a:pt x="11179" y="14"/>
                  </a:cubicBezTo>
                  <a:cubicBezTo>
                    <a:pt x="14258" y="-361"/>
                    <a:pt x="17106" y="1704"/>
                    <a:pt x="17712" y="4745"/>
                  </a:cubicBezTo>
                  <a:cubicBezTo>
                    <a:pt x="18149" y="7718"/>
                    <a:pt x="17786" y="10744"/>
                    <a:pt x="16661" y="13530"/>
                  </a:cubicBezTo>
                  <a:cubicBezTo>
                    <a:pt x="15685" y="16983"/>
                    <a:pt x="14633" y="20437"/>
                    <a:pt x="13657" y="23816"/>
                  </a:cubicBezTo>
                  <a:cubicBezTo>
                    <a:pt x="13050" y="26910"/>
                    <a:pt x="11205" y="29620"/>
                    <a:pt x="8550" y="31325"/>
                  </a:cubicBezTo>
                  <a:cubicBezTo>
                    <a:pt x="7119" y="31775"/>
                    <a:pt x="5611" y="31925"/>
                    <a:pt x="4119" y="31775"/>
                  </a:cubicBezTo>
                  <a:cubicBezTo>
                    <a:pt x="3191" y="31730"/>
                    <a:pt x="2277" y="31527"/>
                    <a:pt x="1416" y="31174"/>
                  </a:cubicBezTo>
                  <a:cubicBezTo>
                    <a:pt x="-1889" y="29447"/>
                    <a:pt x="1416" y="21714"/>
                    <a:pt x="2091" y="18936"/>
                  </a:cubicBezTo>
                  <a:cubicBezTo>
                    <a:pt x="3307" y="14423"/>
                    <a:pt x="4787" y="9986"/>
                    <a:pt x="6522" y="5646"/>
                  </a:cubicBezTo>
                  <a:close/>
                </a:path>
              </a:pathLst>
            </a:custGeom>
            <a:solidFill>
              <a:srgbClr val="D6D6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2" name="Content Placeholder 4">
              <a:extLst>
                <a:ext uri="{FF2B5EF4-FFF2-40B4-BE49-F238E27FC236}">
                  <a16:creationId xmlns:a16="http://schemas.microsoft.com/office/drawing/2014/main" id="{A80247B1-BEAB-ACAC-2BEF-EBFB63780B6C}"/>
                </a:ext>
              </a:extLst>
            </p:cNvPr>
            <p:cNvSpPr/>
            <p:nvPr/>
          </p:nvSpPr>
          <p:spPr>
            <a:xfrm>
              <a:off x="3455744" y="1546267"/>
              <a:ext cx="123917" cy="132611"/>
            </a:xfrm>
            <a:custGeom>
              <a:avLst/>
              <a:gdLst>
                <a:gd name="connsiteX0" fmla="*/ 123493 w 123917"/>
                <a:gd name="connsiteY0" fmla="*/ 49013 h 132611"/>
                <a:gd name="connsiteX1" fmla="*/ 123493 w 123917"/>
                <a:gd name="connsiteY1" fmla="*/ 54044 h 132611"/>
                <a:gd name="connsiteX2" fmla="*/ 116734 w 123917"/>
                <a:gd name="connsiteY2" fmla="*/ 57122 h 132611"/>
                <a:gd name="connsiteX3" fmla="*/ 99085 w 123917"/>
                <a:gd name="connsiteY3" fmla="*/ 55771 h 132611"/>
                <a:gd name="connsiteX4" fmla="*/ 91575 w 123917"/>
                <a:gd name="connsiteY4" fmla="*/ 58323 h 132611"/>
                <a:gd name="connsiteX5" fmla="*/ 61535 w 123917"/>
                <a:gd name="connsiteY5" fmla="*/ 60050 h 132611"/>
                <a:gd name="connsiteX6" fmla="*/ 46515 w 123917"/>
                <a:gd name="connsiteY6" fmla="*/ 88507 h 132611"/>
                <a:gd name="connsiteX7" fmla="*/ 39005 w 123917"/>
                <a:gd name="connsiteY7" fmla="*/ 81450 h 132611"/>
                <a:gd name="connsiteX8" fmla="*/ 31495 w 123917"/>
                <a:gd name="connsiteY8" fmla="*/ 85955 h 132611"/>
                <a:gd name="connsiteX9" fmla="*/ 37879 w 123917"/>
                <a:gd name="connsiteY9" fmla="*/ 95040 h 132611"/>
                <a:gd name="connsiteX10" fmla="*/ 38855 w 123917"/>
                <a:gd name="connsiteY10" fmla="*/ 108855 h 132611"/>
                <a:gd name="connsiteX11" fmla="*/ 45839 w 123917"/>
                <a:gd name="connsiteY11" fmla="*/ 132582 h 132611"/>
                <a:gd name="connsiteX12" fmla="*/ 26163 w 123917"/>
                <a:gd name="connsiteY12" fmla="*/ 118616 h 132611"/>
                <a:gd name="connsiteX13" fmla="*/ 5586 w 123917"/>
                <a:gd name="connsiteY13" fmla="*/ 86705 h 132611"/>
                <a:gd name="connsiteX14" fmla="*/ 4459 w 123917"/>
                <a:gd name="connsiteY14" fmla="*/ 30617 h 132611"/>
                <a:gd name="connsiteX15" fmla="*/ 14598 w 123917"/>
                <a:gd name="connsiteY15" fmla="*/ 13648 h 132611"/>
                <a:gd name="connsiteX16" fmla="*/ 23234 w 123917"/>
                <a:gd name="connsiteY16" fmla="*/ 5014 h 132611"/>
                <a:gd name="connsiteX17" fmla="*/ 43436 w 123917"/>
                <a:gd name="connsiteY17" fmla="*/ 508 h 132611"/>
                <a:gd name="connsiteX18" fmla="*/ 76330 w 123917"/>
                <a:gd name="connsiteY18" fmla="*/ 1259 h 132611"/>
                <a:gd name="connsiteX19" fmla="*/ 123493 w 123917"/>
                <a:gd name="connsiteY19" fmla="*/ 49013 h 1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3917" h="132611">
                  <a:moveTo>
                    <a:pt x="123493" y="49013"/>
                  </a:moveTo>
                  <a:cubicBezTo>
                    <a:pt x="124021" y="50650"/>
                    <a:pt x="124021" y="52407"/>
                    <a:pt x="123493" y="54044"/>
                  </a:cubicBezTo>
                  <a:cubicBezTo>
                    <a:pt x="121940" y="56191"/>
                    <a:pt x="119372" y="57362"/>
                    <a:pt x="116734" y="57122"/>
                  </a:cubicBezTo>
                  <a:cubicBezTo>
                    <a:pt x="110901" y="56154"/>
                    <a:pt x="104996" y="55703"/>
                    <a:pt x="99085" y="55771"/>
                  </a:cubicBezTo>
                  <a:cubicBezTo>
                    <a:pt x="96457" y="56296"/>
                    <a:pt x="93978" y="57573"/>
                    <a:pt x="91575" y="58323"/>
                  </a:cubicBezTo>
                  <a:cubicBezTo>
                    <a:pt x="81887" y="61252"/>
                    <a:pt x="71073" y="57197"/>
                    <a:pt x="61535" y="60050"/>
                  </a:cubicBezTo>
                  <a:cubicBezTo>
                    <a:pt x="49612" y="63865"/>
                    <a:pt x="42934" y="76516"/>
                    <a:pt x="46515" y="88507"/>
                  </a:cubicBezTo>
                  <a:cubicBezTo>
                    <a:pt x="44973" y="85309"/>
                    <a:pt x="42297" y="82794"/>
                    <a:pt x="39005" y="81450"/>
                  </a:cubicBezTo>
                  <a:cubicBezTo>
                    <a:pt x="35701" y="80398"/>
                    <a:pt x="31495" y="82426"/>
                    <a:pt x="31495" y="85955"/>
                  </a:cubicBezTo>
                  <a:cubicBezTo>
                    <a:pt x="31495" y="89484"/>
                    <a:pt x="35776" y="91811"/>
                    <a:pt x="37879" y="95040"/>
                  </a:cubicBezTo>
                  <a:cubicBezTo>
                    <a:pt x="39683" y="99417"/>
                    <a:pt x="40026" y="104268"/>
                    <a:pt x="38855" y="108855"/>
                  </a:cubicBezTo>
                  <a:cubicBezTo>
                    <a:pt x="38209" y="117355"/>
                    <a:pt x="40693" y="125787"/>
                    <a:pt x="45839" y="132582"/>
                  </a:cubicBezTo>
                  <a:cubicBezTo>
                    <a:pt x="39982" y="127026"/>
                    <a:pt x="32396" y="123722"/>
                    <a:pt x="26163" y="118616"/>
                  </a:cubicBezTo>
                  <a:cubicBezTo>
                    <a:pt x="16466" y="110102"/>
                    <a:pt x="9340" y="99049"/>
                    <a:pt x="5586" y="86705"/>
                  </a:cubicBezTo>
                  <a:cubicBezTo>
                    <a:pt x="-1492" y="68745"/>
                    <a:pt x="-1891" y="48848"/>
                    <a:pt x="4459" y="30617"/>
                  </a:cubicBezTo>
                  <a:cubicBezTo>
                    <a:pt x="7118" y="24558"/>
                    <a:pt x="10524" y="18859"/>
                    <a:pt x="14598" y="13648"/>
                  </a:cubicBezTo>
                  <a:cubicBezTo>
                    <a:pt x="16947" y="10284"/>
                    <a:pt x="19870" y="7364"/>
                    <a:pt x="23234" y="5014"/>
                  </a:cubicBezTo>
                  <a:cubicBezTo>
                    <a:pt x="29459" y="1777"/>
                    <a:pt x="36424" y="223"/>
                    <a:pt x="43436" y="508"/>
                  </a:cubicBezTo>
                  <a:cubicBezTo>
                    <a:pt x="54396" y="-408"/>
                    <a:pt x="65423" y="-152"/>
                    <a:pt x="76330" y="1259"/>
                  </a:cubicBezTo>
                  <a:cubicBezTo>
                    <a:pt x="101013" y="4743"/>
                    <a:pt x="120321" y="24295"/>
                    <a:pt x="123493" y="49013"/>
                  </a:cubicBezTo>
                  <a:close/>
                </a:path>
              </a:pathLst>
            </a:custGeom>
            <a:solidFill>
              <a:srgbClr val="441A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3" name="Content Placeholder 4">
              <a:extLst>
                <a:ext uri="{FF2B5EF4-FFF2-40B4-BE49-F238E27FC236}">
                  <a16:creationId xmlns:a16="http://schemas.microsoft.com/office/drawing/2014/main" id="{67172BFA-424D-BE60-683B-0B2746EBA6FD}"/>
                </a:ext>
              </a:extLst>
            </p:cNvPr>
            <p:cNvSpPr/>
            <p:nvPr/>
          </p:nvSpPr>
          <p:spPr>
            <a:xfrm>
              <a:off x="3345283" y="1556941"/>
              <a:ext cx="130056" cy="230297"/>
            </a:xfrm>
            <a:custGeom>
              <a:avLst/>
              <a:gdLst>
                <a:gd name="connsiteX0" fmla="*/ 100201 w 130056"/>
                <a:gd name="connsiteY0" fmla="*/ -30 h 230297"/>
                <a:gd name="connsiteX1" fmla="*/ 74292 w 130056"/>
                <a:gd name="connsiteY1" fmla="*/ 8079 h 230297"/>
                <a:gd name="connsiteX2" fmla="*/ 42524 w 130056"/>
                <a:gd name="connsiteY2" fmla="*/ 74905 h 230297"/>
                <a:gd name="connsiteX3" fmla="*/ 55967 w 130056"/>
                <a:gd name="connsiteY3" fmla="*/ 117703 h 230297"/>
                <a:gd name="connsiteX4" fmla="*/ 58746 w 130056"/>
                <a:gd name="connsiteY4" fmla="*/ 161327 h 230297"/>
                <a:gd name="connsiteX5" fmla="*/ 51236 w 130056"/>
                <a:gd name="connsiteY5" fmla="*/ 175368 h 230297"/>
                <a:gd name="connsiteX6" fmla="*/ 21947 w 130056"/>
                <a:gd name="connsiteY6" fmla="*/ 205852 h 230297"/>
                <a:gd name="connsiteX7" fmla="*/ 468 w 130056"/>
                <a:gd name="connsiteY7" fmla="*/ 206603 h 230297"/>
                <a:gd name="connsiteX8" fmla="*/ 10081 w 130056"/>
                <a:gd name="connsiteY8" fmla="*/ 223722 h 230297"/>
                <a:gd name="connsiteX9" fmla="*/ 69035 w 130056"/>
                <a:gd name="connsiteY9" fmla="*/ 216739 h 230297"/>
                <a:gd name="connsiteX10" fmla="*/ 85106 w 130056"/>
                <a:gd name="connsiteY10" fmla="*/ 192036 h 230297"/>
                <a:gd name="connsiteX11" fmla="*/ 98173 w 130056"/>
                <a:gd name="connsiteY11" fmla="*/ 146385 h 230297"/>
                <a:gd name="connsiteX12" fmla="*/ 94944 w 130056"/>
                <a:gd name="connsiteY12" fmla="*/ 117628 h 230297"/>
                <a:gd name="connsiteX13" fmla="*/ 92165 w 130056"/>
                <a:gd name="connsiteY13" fmla="*/ 89246 h 230297"/>
                <a:gd name="connsiteX14" fmla="*/ 94268 w 130056"/>
                <a:gd name="connsiteY14" fmla="*/ 72427 h 230297"/>
                <a:gd name="connsiteX15" fmla="*/ 125960 w 130056"/>
                <a:gd name="connsiteY15" fmla="*/ 43820 h 230297"/>
                <a:gd name="connsiteX16" fmla="*/ 129640 w 130056"/>
                <a:gd name="connsiteY16" fmla="*/ 31356 h 230297"/>
                <a:gd name="connsiteX17" fmla="*/ 100201 w 130056"/>
                <a:gd name="connsiteY17" fmla="*/ -30 h 230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0056" h="230297">
                  <a:moveTo>
                    <a:pt x="100201" y="-30"/>
                  </a:moveTo>
                  <a:cubicBezTo>
                    <a:pt x="90971" y="173"/>
                    <a:pt x="81987" y="2981"/>
                    <a:pt x="74292" y="8079"/>
                  </a:cubicBezTo>
                  <a:cubicBezTo>
                    <a:pt x="51910" y="22548"/>
                    <a:pt x="39615" y="48415"/>
                    <a:pt x="42524" y="74905"/>
                  </a:cubicBezTo>
                  <a:cubicBezTo>
                    <a:pt x="45492" y="89599"/>
                    <a:pt x="49998" y="103947"/>
                    <a:pt x="55967" y="117703"/>
                  </a:cubicBezTo>
                  <a:cubicBezTo>
                    <a:pt x="61799" y="131511"/>
                    <a:pt x="62779" y="146888"/>
                    <a:pt x="58746" y="161327"/>
                  </a:cubicBezTo>
                  <a:cubicBezTo>
                    <a:pt x="56752" y="166260"/>
                    <a:pt x="54235" y="170968"/>
                    <a:pt x="51236" y="175368"/>
                  </a:cubicBezTo>
                  <a:cubicBezTo>
                    <a:pt x="44406" y="187989"/>
                    <a:pt x="34284" y="198524"/>
                    <a:pt x="21947" y="205852"/>
                  </a:cubicBezTo>
                  <a:cubicBezTo>
                    <a:pt x="15376" y="209719"/>
                    <a:pt x="7293" y="210004"/>
                    <a:pt x="468" y="206603"/>
                  </a:cubicBezTo>
                  <a:cubicBezTo>
                    <a:pt x="-1785" y="213285"/>
                    <a:pt x="3998" y="220118"/>
                    <a:pt x="10081" y="223722"/>
                  </a:cubicBezTo>
                  <a:cubicBezTo>
                    <a:pt x="29138" y="234564"/>
                    <a:pt x="53039" y="231734"/>
                    <a:pt x="69035" y="216739"/>
                  </a:cubicBezTo>
                  <a:cubicBezTo>
                    <a:pt x="75774" y="209494"/>
                    <a:pt x="81211" y="201137"/>
                    <a:pt x="85106" y="192036"/>
                  </a:cubicBezTo>
                  <a:cubicBezTo>
                    <a:pt x="92708" y="177943"/>
                    <a:pt x="97166" y="162371"/>
                    <a:pt x="98173" y="146385"/>
                  </a:cubicBezTo>
                  <a:cubicBezTo>
                    <a:pt x="97960" y="136722"/>
                    <a:pt x="96879" y="127096"/>
                    <a:pt x="94944" y="117628"/>
                  </a:cubicBezTo>
                  <a:cubicBezTo>
                    <a:pt x="93535" y="108220"/>
                    <a:pt x="92608" y="98744"/>
                    <a:pt x="92165" y="89246"/>
                  </a:cubicBezTo>
                  <a:cubicBezTo>
                    <a:pt x="91531" y="83554"/>
                    <a:pt x="92251" y="77788"/>
                    <a:pt x="94268" y="72427"/>
                  </a:cubicBezTo>
                  <a:cubicBezTo>
                    <a:pt x="100351" y="59362"/>
                    <a:pt x="118976" y="56434"/>
                    <a:pt x="125960" y="43820"/>
                  </a:cubicBezTo>
                  <a:cubicBezTo>
                    <a:pt x="127872" y="39900"/>
                    <a:pt x="129116" y="35688"/>
                    <a:pt x="129640" y="31356"/>
                  </a:cubicBezTo>
                  <a:cubicBezTo>
                    <a:pt x="132644" y="13185"/>
                    <a:pt x="117699" y="45"/>
                    <a:pt x="100201" y="-30"/>
                  </a:cubicBezTo>
                  <a:close/>
                </a:path>
              </a:pathLst>
            </a:custGeom>
            <a:solidFill>
              <a:srgbClr val="441A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4" name="Content Placeholder 4">
              <a:extLst>
                <a:ext uri="{FF2B5EF4-FFF2-40B4-BE49-F238E27FC236}">
                  <a16:creationId xmlns:a16="http://schemas.microsoft.com/office/drawing/2014/main" id="{E4F3BB2D-30E2-D5FB-CD00-C05DAEA834E8}"/>
                </a:ext>
              </a:extLst>
            </p:cNvPr>
            <p:cNvSpPr/>
            <p:nvPr/>
          </p:nvSpPr>
          <p:spPr>
            <a:xfrm>
              <a:off x="3641289" y="1860251"/>
              <a:ext cx="5777" cy="5600"/>
            </a:xfrm>
            <a:custGeom>
              <a:avLst/>
              <a:gdLst>
                <a:gd name="connsiteX0" fmla="*/ 806 w 5777"/>
                <a:gd name="connsiteY0" fmla="*/ 527 h 5600"/>
                <a:gd name="connsiteX1" fmla="*/ -20 w 5777"/>
                <a:gd name="connsiteY1" fmla="*/ 2630 h 5600"/>
                <a:gd name="connsiteX2" fmla="*/ 1632 w 5777"/>
                <a:gd name="connsiteY2" fmla="*/ 5183 h 5600"/>
                <a:gd name="connsiteX3" fmla="*/ 4636 w 5777"/>
                <a:gd name="connsiteY3" fmla="*/ 5183 h 5600"/>
                <a:gd name="connsiteX4" fmla="*/ 806 w 5777"/>
                <a:gd name="connsiteY4" fmla="*/ 527 h 5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77" h="5600">
                  <a:moveTo>
                    <a:pt x="806" y="527"/>
                  </a:moveTo>
                  <a:cubicBezTo>
                    <a:pt x="219" y="1060"/>
                    <a:pt x="-87" y="1841"/>
                    <a:pt x="-20" y="2630"/>
                  </a:cubicBezTo>
                  <a:cubicBezTo>
                    <a:pt x="83" y="3696"/>
                    <a:pt x="699" y="4650"/>
                    <a:pt x="1632" y="5183"/>
                  </a:cubicBezTo>
                  <a:cubicBezTo>
                    <a:pt x="2566" y="5701"/>
                    <a:pt x="3703" y="5701"/>
                    <a:pt x="4636" y="5183"/>
                  </a:cubicBezTo>
                  <a:cubicBezTo>
                    <a:pt x="7790" y="2780"/>
                    <a:pt x="3510" y="-1575"/>
                    <a:pt x="806" y="52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5" name="Content Placeholder 4">
              <a:extLst>
                <a:ext uri="{FF2B5EF4-FFF2-40B4-BE49-F238E27FC236}">
                  <a16:creationId xmlns:a16="http://schemas.microsoft.com/office/drawing/2014/main" id="{1BC66788-196D-49D7-160F-59C2885ED512}"/>
                </a:ext>
              </a:extLst>
            </p:cNvPr>
            <p:cNvSpPr/>
            <p:nvPr/>
          </p:nvSpPr>
          <p:spPr>
            <a:xfrm>
              <a:off x="3474952" y="1851444"/>
              <a:ext cx="166626" cy="34535"/>
            </a:xfrm>
            <a:custGeom>
              <a:avLst/>
              <a:gdLst>
                <a:gd name="connsiteX0" fmla="*/ 164364 w 166626"/>
                <a:gd name="connsiteY0" fmla="*/ 7232 h 34535"/>
                <a:gd name="connsiteX1" fmla="*/ 147392 w 166626"/>
                <a:gd name="connsiteY1" fmla="*/ 4980 h 34535"/>
                <a:gd name="connsiteX2" fmla="*/ 144313 w 166626"/>
                <a:gd name="connsiteY2" fmla="*/ 2877 h 34535"/>
                <a:gd name="connsiteX3" fmla="*/ 133799 w 166626"/>
                <a:gd name="connsiteY3" fmla="*/ 2877 h 34535"/>
                <a:gd name="connsiteX4" fmla="*/ 128091 w 166626"/>
                <a:gd name="connsiteY4" fmla="*/ 6932 h 34535"/>
                <a:gd name="connsiteX5" fmla="*/ 123210 w 166626"/>
                <a:gd name="connsiteY5" fmla="*/ 6932 h 34535"/>
                <a:gd name="connsiteX6" fmla="*/ 28133 w 166626"/>
                <a:gd name="connsiteY6" fmla="*/ 325 h 34535"/>
                <a:gd name="connsiteX7" fmla="*/ 12738 w 166626"/>
                <a:gd name="connsiteY7" fmla="*/ 1151 h 34535"/>
                <a:gd name="connsiteX8" fmla="*/ 2224 w 166626"/>
                <a:gd name="connsiteY8" fmla="*/ 11512 h 34535"/>
                <a:gd name="connsiteX9" fmla="*/ -29 w 166626"/>
                <a:gd name="connsiteY9" fmla="*/ 15041 h 34535"/>
                <a:gd name="connsiteX10" fmla="*/ 85209 w 166626"/>
                <a:gd name="connsiteY10" fmla="*/ 28406 h 34535"/>
                <a:gd name="connsiteX11" fmla="*/ 137779 w 166626"/>
                <a:gd name="connsiteY11" fmla="*/ 32311 h 34535"/>
                <a:gd name="connsiteX12" fmla="*/ 158882 w 166626"/>
                <a:gd name="connsiteY12" fmla="*/ 32311 h 34535"/>
                <a:gd name="connsiteX13" fmla="*/ 166392 w 166626"/>
                <a:gd name="connsiteY13" fmla="*/ 13314 h 34535"/>
                <a:gd name="connsiteX14" fmla="*/ 164364 w 166626"/>
                <a:gd name="connsiteY14" fmla="*/ 7232 h 3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6626" h="34535">
                  <a:moveTo>
                    <a:pt x="164364" y="7232"/>
                  </a:moveTo>
                  <a:cubicBezTo>
                    <a:pt x="160384" y="2953"/>
                    <a:pt x="152649" y="7683"/>
                    <a:pt x="147392" y="4980"/>
                  </a:cubicBezTo>
                  <a:cubicBezTo>
                    <a:pt x="146265" y="4379"/>
                    <a:pt x="145364" y="3553"/>
                    <a:pt x="144313" y="2877"/>
                  </a:cubicBezTo>
                  <a:cubicBezTo>
                    <a:pt x="141092" y="888"/>
                    <a:pt x="137020" y="888"/>
                    <a:pt x="133799" y="2877"/>
                  </a:cubicBezTo>
                  <a:cubicBezTo>
                    <a:pt x="132032" y="4409"/>
                    <a:pt x="130121" y="5768"/>
                    <a:pt x="128091" y="6932"/>
                  </a:cubicBezTo>
                  <a:cubicBezTo>
                    <a:pt x="126482" y="7270"/>
                    <a:pt x="124819" y="7270"/>
                    <a:pt x="123210" y="6932"/>
                  </a:cubicBezTo>
                  <a:lnTo>
                    <a:pt x="28133" y="325"/>
                  </a:lnTo>
                  <a:cubicBezTo>
                    <a:pt x="22994" y="-344"/>
                    <a:pt x="17775" y="-66"/>
                    <a:pt x="12738" y="1151"/>
                  </a:cubicBezTo>
                  <a:cubicBezTo>
                    <a:pt x="7613" y="2442"/>
                    <a:pt x="3589" y="6406"/>
                    <a:pt x="2224" y="11512"/>
                  </a:cubicBezTo>
                  <a:lnTo>
                    <a:pt x="-29" y="15041"/>
                  </a:lnTo>
                  <a:cubicBezTo>
                    <a:pt x="27943" y="21949"/>
                    <a:pt x="56463" y="26424"/>
                    <a:pt x="85209" y="28406"/>
                  </a:cubicBezTo>
                  <a:cubicBezTo>
                    <a:pt x="102817" y="28031"/>
                    <a:pt x="120421" y="29337"/>
                    <a:pt x="137779" y="32311"/>
                  </a:cubicBezTo>
                  <a:cubicBezTo>
                    <a:pt x="144839" y="33963"/>
                    <a:pt x="152799" y="36290"/>
                    <a:pt x="158882" y="32311"/>
                  </a:cubicBezTo>
                  <a:cubicBezTo>
                    <a:pt x="164562" y="27746"/>
                    <a:pt x="167417" y="20530"/>
                    <a:pt x="166392" y="13314"/>
                  </a:cubicBezTo>
                  <a:cubicBezTo>
                    <a:pt x="166445" y="11114"/>
                    <a:pt x="165728" y="8959"/>
                    <a:pt x="164364" y="7232"/>
                  </a:cubicBezTo>
                  <a:close/>
                </a:path>
              </a:pathLst>
            </a:custGeom>
            <a:solidFill>
              <a:srgbClr val="C89A8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6" name="Content Placeholder 4">
              <a:extLst>
                <a:ext uri="{FF2B5EF4-FFF2-40B4-BE49-F238E27FC236}">
                  <a16:creationId xmlns:a16="http://schemas.microsoft.com/office/drawing/2014/main" id="{826C3CC7-3A51-A937-CE5A-909998536558}"/>
                </a:ext>
              </a:extLst>
            </p:cNvPr>
            <p:cNvSpPr/>
            <p:nvPr/>
          </p:nvSpPr>
          <p:spPr>
            <a:xfrm>
              <a:off x="3417268" y="1696291"/>
              <a:ext cx="145994" cy="186632"/>
            </a:xfrm>
            <a:custGeom>
              <a:avLst/>
              <a:gdLst>
                <a:gd name="connsiteX0" fmla="*/ 42785 w 145994"/>
                <a:gd name="connsiteY0" fmla="*/ 6585 h 186632"/>
                <a:gd name="connsiteX1" fmla="*/ 19354 w 145994"/>
                <a:gd name="connsiteY1" fmla="*/ 68004 h 186632"/>
                <a:gd name="connsiteX2" fmla="*/ 1480 w 145994"/>
                <a:gd name="connsiteY2" fmla="*/ 140235 h 186632"/>
                <a:gd name="connsiteX3" fmla="*/ 2231 w 145994"/>
                <a:gd name="connsiteY3" fmla="*/ 161934 h 186632"/>
                <a:gd name="connsiteX4" fmla="*/ 29717 w 145994"/>
                <a:gd name="connsiteY4" fmla="*/ 175600 h 186632"/>
                <a:gd name="connsiteX5" fmla="*/ 66592 w 145994"/>
                <a:gd name="connsiteY5" fmla="*/ 181081 h 186632"/>
                <a:gd name="connsiteX6" fmla="*/ 126671 w 145994"/>
                <a:gd name="connsiteY6" fmla="*/ 186562 h 186632"/>
                <a:gd name="connsiteX7" fmla="*/ 133506 w 145994"/>
                <a:gd name="connsiteY7" fmla="*/ 184985 h 186632"/>
                <a:gd name="connsiteX8" fmla="*/ 139138 w 145994"/>
                <a:gd name="connsiteY8" fmla="*/ 177928 h 186632"/>
                <a:gd name="connsiteX9" fmla="*/ 145446 w 145994"/>
                <a:gd name="connsiteY9" fmla="*/ 158030 h 186632"/>
                <a:gd name="connsiteX10" fmla="*/ 143344 w 145994"/>
                <a:gd name="connsiteY10" fmla="*/ 145641 h 186632"/>
                <a:gd name="connsiteX11" fmla="*/ 134257 w 145994"/>
                <a:gd name="connsiteY11" fmla="*/ 141286 h 186632"/>
                <a:gd name="connsiteX12" fmla="*/ 59157 w 145994"/>
                <a:gd name="connsiteY12" fmla="*/ 133102 h 186632"/>
                <a:gd name="connsiteX13" fmla="*/ 51046 w 145994"/>
                <a:gd name="connsiteY13" fmla="*/ 130324 h 186632"/>
                <a:gd name="connsiteX14" fmla="*/ 57730 w 145994"/>
                <a:gd name="connsiteY14" fmla="*/ 94584 h 186632"/>
                <a:gd name="connsiteX15" fmla="*/ 63738 w 145994"/>
                <a:gd name="connsiteY15" fmla="*/ 64099 h 186632"/>
                <a:gd name="connsiteX16" fmla="*/ 75453 w 145994"/>
                <a:gd name="connsiteY16" fmla="*/ 41123 h 186632"/>
                <a:gd name="connsiteX17" fmla="*/ 80110 w 145994"/>
                <a:gd name="connsiteY17" fmla="*/ 17322 h 186632"/>
                <a:gd name="connsiteX18" fmla="*/ 53815 w 145994"/>
                <a:gd name="connsiteY18" fmla="*/ 488 h 186632"/>
                <a:gd name="connsiteX19" fmla="*/ 42785 w 145994"/>
                <a:gd name="connsiteY19" fmla="*/ 6585 h 186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5994" h="186632">
                  <a:moveTo>
                    <a:pt x="42785" y="6585"/>
                  </a:moveTo>
                  <a:cubicBezTo>
                    <a:pt x="26263" y="21601"/>
                    <a:pt x="23634" y="46079"/>
                    <a:pt x="19354" y="68004"/>
                  </a:cubicBezTo>
                  <a:cubicBezTo>
                    <a:pt x="14547" y="92406"/>
                    <a:pt x="6512" y="115983"/>
                    <a:pt x="1480" y="140235"/>
                  </a:cubicBezTo>
                  <a:cubicBezTo>
                    <a:pt x="-764" y="147338"/>
                    <a:pt x="-499" y="155004"/>
                    <a:pt x="2231" y="161934"/>
                  </a:cubicBezTo>
                  <a:cubicBezTo>
                    <a:pt x="7188" y="171395"/>
                    <a:pt x="19203" y="174023"/>
                    <a:pt x="29717" y="175600"/>
                  </a:cubicBezTo>
                  <a:lnTo>
                    <a:pt x="66592" y="181081"/>
                  </a:lnTo>
                  <a:cubicBezTo>
                    <a:pt x="93853" y="185136"/>
                    <a:pt x="95505" y="183033"/>
                    <a:pt x="126671" y="186562"/>
                  </a:cubicBezTo>
                  <a:cubicBezTo>
                    <a:pt x="129058" y="186765"/>
                    <a:pt x="131448" y="186209"/>
                    <a:pt x="133506" y="184985"/>
                  </a:cubicBezTo>
                  <a:cubicBezTo>
                    <a:pt x="136025" y="183228"/>
                    <a:pt x="137982" y="180773"/>
                    <a:pt x="139138" y="177928"/>
                  </a:cubicBezTo>
                  <a:cubicBezTo>
                    <a:pt x="142237" y="171650"/>
                    <a:pt x="144364" y="164945"/>
                    <a:pt x="145446" y="158030"/>
                  </a:cubicBezTo>
                  <a:cubicBezTo>
                    <a:pt x="146590" y="153795"/>
                    <a:pt x="145822" y="149268"/>
                    <a:pt x="143344" y="145641"/>
                  </a:cubicBezTo>
                  <a:cubicBezTo>
                    <a:pt x="140836" y="143284"/>
                    <a:pt x="137662" y="141767"/>
                    <a:pt x="134257" y="141286"/>
                  </a:cubicBezTo>
                  <a:cubicBezTo>
                    <a:pt x="101513" y="133177"/>
                    <a:pt x="92201" y="141286"/>
                    <a:pt x="59157" y="133102"/>
                  </a:cubicBezTo>
                  <a:cubicBezTo>
                    <a:pt x="56348" y="132516"/>
                    <a:pt x="53623" y="131585"/>
                    <a:pt x="51046" y="130324"/>
                  </a:cubicBezTo>
                  <a:cubicBezTo>
                    <a:pt x="42484" y="125669"/>
                    <a:pt x="55702" y="104194"/>
                    <a:pt x="57730" y="94584"/>
                  </a:cubicBezTo>
                  <a:cubicBezTo>
                    <a:pt x="59757" y="84973"/>
                    <a:pt x="58706" y="72584"/>
                    <a:pt x="63738" y="64099"/>
                  </a:cubicBezTo>
                  <a:cubicBezTo>
                    <a:pt x="68148" y="56711"/>
                    <a:pt x="72062" y="49030"/>
                    <a:pt x="75453" y="41123"/>
                  </a:cubicBezTo>
                  <a:cubicBezTo>
                    <a:pt x="79306" y="33818"/>
                    <a:pt x="80925" y="25543"/>
                    <a:pt x="80110" y="17322"/>
                  </a:cubicBezTo>
                  <a:cubicBezTo>
                    <a:pt x="77499" y="5413"/>
                    <a:pt x="65726" y="-2125"/>
                    <a:pt x="53815" y="488"/>
                  </a:cubicBezTo>
                  <a:cubicBezTo>
                    <a:pt x="49623" y="1404"/>
                    <a:pt x="45790" y="3521"/>
                    <a:pt x="42785" y="6585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7" name="Content Placeholder 4">
              <a:extLst>
                <a:ext uri="{FF2B5EF4-FFF2-40B4-BE49-F238E27FC236}">
                  <a16:creationId xmlns:a16="http://schemas.microsoft.com/office/drawing/2014/main" id="{1BF2F6E1-639C-4A7C-E83E-E1E470C54F25}"/>
                </a:ext>
              </a:extLst>
            </p:cNvPr>
            <p:cNvSpPr/>
            <p:nvPr/>
          </p:nvSpPr>
          <p:spPr>
            <a:xfrm>
              <a:off x="3534184" y="1834210"/>
              <a:ext cx="34042" cy="53745"/>
            </a:xfrm>
            <a:custGeom>
              <a:avLst/>
              <a:gdLst>
                <a:gd name="connsiteX0" fmla="*/ 5175 w 34042"/>
                <a:gd name="connsiteY0" fmla="*/ 30098 h 53745"/>
                <a:gd name="connsiteX1" fmla="*/ 11934 w 34042"/>
                <a:gd name="connsiteY1" fmla="*/ 14105 h 53745"/>
                <a:gd name="connsiteX2" fmla="*/ 14712 w 34042"/>
                <a:gd name="connsiteY2" fmla="*/ 6071 h 53745"/>
                <a:gd name="connsiteX3" fmla="*/ 18392 w 34042"/>
                <a:gd name="connsiteY3" fmla="*/ 364 h 53745"/>
                <a:gd name="connsiteX4" fmla="*/ 23199 w 34042"/>
                <a:gd name="connsiteY4" fmla="*/ 364 h 53745"/>
                <a:gd name="connsiteX5" fmla="*/ 31310 w 34042"/>
                <a:gd name="connsiteY5" fmla="*/ 4269 h 53745"/>
                <a:gd name="connsiteX6" fmla="*/ 33563 w 34042"/>
                <a:gd name="connsiteY6" fmla="*/ 6371 h 53745"/>
                <a:gd name="connsiteX7" fmla="*/ 34013 w 34042"/>
                <a:gd name="connsiteY7" fmla="*/ 8549 h 53745"/>
                <a:gd name="connsiteX8" fmla="*/ 31234 w 34042"/>
                <a:gd name="connsiteY8" fmla="*/ 22589 h 53745"/>
                <a:gd name="connsiteX9" fmla="*/ 20195 w 34042"/>
                <a:gd name="connsiteY9" fmla="*/ 48344 h 53745"/>
                <a:gd name="connsiteX10" fmla="*/ 17641 w 34042"/>
                <a:gd name="connsiteY10" fmla="*/ 51948 h 53745"/>
                <a:gd name="connsiteX11" fmla="*/ 2621 w 34042"/>
                <a:gd name="connsiteY11" fmla="*/ 51948 h 53745"/>
                <a:gd name="connsiteX12" fmla="*/ 1945 w 34042"/>
                <a:gd name="connsiteY12" fmla="*/ 39784 h 53745"/>
                <a:gd name="connsiteX13" fmla="*/ 5175 w 34042"/>
                <a:gd name="connsiteY13" fmla="*/ 30098 h 53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042" h="53745">
                  <a:moveTo>
                    <a:pt x="5175" y="30098"/>
                  </a:moveTo>
                  <a:cubicBezTo>
                    <a:pt x="7278" y="24692"/>
                    <a:pt x="9831" y="19511"/>
                    <a:pt x="11934" y="14105"/>
                  </a:cubicBezTo>
                  <a:cubicBezTo>
                    <a:pt x="12985" y="11477"/>
                    <a:pt x="13886" y="8774"/>
                    <a:pt x="14712" y="6071"/>
                  </a:cubicBezTo>
                  <a:cubicBezTo>
                    <a:pt x="15539" y="3368"/>
                    <a:pt x="16214" y="1265"/>
                    <a:pt x="18392" y="364"/>
                  </a:cubicBezTo>
                  <a:cubicBezTo>
                    <a:pt x="19951" y="-161"/>
                    <a:pt x="21640" y="-161"/>
                    <a:pt x="23199" y="364"/>
                  </a:cubicBezTo>
                  <a:cubicBezTo>
                    <a:pt x="26053" y="1326"/>
                    <a:pt x="28776" y="2640"/>
                    <a:pt x="31310" y="4269"/>
                  </a:cubicBezTo>
                  <a:cubicBezTo>
                    <a:pt x="32246" y="4742"/>
                    <a:pt x="33028" y="5470"/>
                    <a:pt x="33563" y="6371"/>
                  </a:cubicBezTo>
                  <a:cubicBezTo>
                    <a:pt x="33862" y="7054"/>
                    <a:pt x="34015" y="7798"/>
                    <a:pt x="34013" y="8549"/>
                  </a:cubicBezTo>
                  <a:cubicBezTo>
                    <a:pt x="33996" y="13362"/>
                    <a:pt x="33053" y="18129"/>
                    <a:pt x="31234" y="22589"/>
                  </a:cubicBezTo>
                  <a:cubicBezTo>
                    <a:pt x="28148" y="31419"/>
                    <a:pt x="24460" y="40024"/>
                    <a:pt x="20195" y="48344"/>
                  </a:cubicBezTo>
                  <a:cubicBezTo>
                    <a:pt x="19610" y="49710"/>
                    <a:pt x="18740" y="50941"/>
                    <a:pt x="17641" y="51948"/>
                  </a:cubicBezTo>
                  <a:cubicBezTo>
                    <a:pt x="12912" y="54305"/>
                    <a:pt x="7350" y="54305"/>
                    <a:pt x="2621" y="51948"/>
                  </a:cubicBezTo>
                  <a:cubicBezTo>
                    <a:pt x="-2260" y="49770"/>
                    <a:pt x="894" y="43613"/>
                    <a:pt x="1945" y="39784"/>
                  </a:cubicBezTo>
                  <a:cubicBezTo>
                    <a:pt x="2997" y="35954"/>
                    <a:pt x="3898" y="33477"/>
                    <a:pt x="5175" y="30098"/>
                  </a:cubicBezTo>
                  <a:close/>
                </a:path>
              </a:pathLst>
            </a:custGeom>
            <a:solidFill>
              <a:srgbClr val="D6D6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8" name="Content Placeholder 4">
              <a:extLst>
                <a:ext uri="{FF2B5EF4-FFF2-40B4-BE49-F238E27FC236}">
                  <a16:creationId xmlns:a16="http://schemas.microsoft.com/office/drawing/2014/main" id="{30BB0FAA-E242-94F2-6ADC-DA2A273D12E1}"/>
                </a:ext>
              </a:extLst>
            </p:cNvPr>
            <p:cNvSpPr/>
            <p:nvPr/>
          </p:nvSpPr>
          <p:spPr>
            <a:xfrm>
              <a:off x="3662363" y="1821205"/>
              <a:ext cx="27070" cy="23397"/>
            </a:xfrm>
            <a:custGeom>
              <a:avLst/>
              <a:gdLst>
                <a:gd name="connsiteX0" fmla="*/ 26895 w 27070"/>
                <a:gd name="connsiteY0" fmla="*/ 21178 h 23397"/>
                <a:gd name="connsiteX1" fmla="*/ 26444 w 27070"/>
                <a:gd name="connsiteY1" fmla="*/ 18174 h 23397"/>
                <a:gd name="connsiteX2" fmla="*/ 24266 w 27070"/>
                <a:gd name="connsiteY2" fmla="*/ 15997 h 23397"/>
                <a:gd name="connsiteX3" fmla="*/ 14203 w 27070"/>
                <a:gd name="connsiteY3" fmla="*/ 7813 h 23397"/>
                <a:gd name="connsiteX4" fmla="*/ 9396 w 27070"/>
                <a:gd name="connsiteY4" fmla="*/ 3608 h 23397"/>
                <a:gd name="connsiteX5" fmla="*/ 6242 w 27070"/>
                <a:gd name="connsiteY5" fmla="*/ 379 h 23397"/>
                <a:gd name="connsiteX6" fmla="*/ 1135 w 27070"/>
                <a:gd name="connsiteY6" fmla="*/ 1055 h 23397"/>
                <a:gd name="connsiteX7" fmla="*/ 84 w 27070"/>
                <a:gd name="connsiteY7" fmla="*/ 2407 h 23397"/>
                <a:gd name="connsiteX8" fmla="*/ 84 w 27070"/>
                <a:gd name="connsiteY8" fmla="*/ 3908 h 23397"/>
                <a:gd name="connsiteX9" fmla="*/ 2037 w 27070"/>
                <a:gd name="connsiteY9" fmla="*/ 6912 h 23397"/>
                <a:gd name="connsiteX10" fmla="*/ 19385 w 27070"/>
                <a:gd name="connsiteY10" fmla="*/ 21929 h 23397"/>
                <a:gd name="connsiteX11" fmla="*/ 23440 w 27070"/>
                <a:gd name="connsiteY11" fmla="*/ 23355 h 23397"/>
                <a:gd name="connsiteX12" fmla="*/ 26895 w 27070"/>
                <a:gd name="connsiteY12" fmla="*/ 21178 h 23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070" h="23397">
                  <a:moveTo>
                    <a:pt x="26895" y="21178"/>
                  </a:moveTo>
                  <a:cubicBezTo>
                    <a:pt x="27194" y="20157"/>
                    <a:pt x="27029" y="19060"/>
                    <a:pt x="26444" y="18174"/>
                  </a:cubicBezTo>
                  <a:cubicBezTo>
                    <a:pt x="25835" y="17341"/>
                    <a:pt x="25100" y="16605"/>
                    <a:pt x="24266" y="15997"/>
                  </a:cubicBezTo>
                  <a:cubicBezTo>
                    <a:pt x="20962" y="13219"/>
                    <a:pt x="17507" y="10591"/>
                    <a:pt x="14203" y="7813"/>
                  </a:cubicBezTo>
                  <a:cubicBezTo>
                    <a:pt x="12551" y="6461"/>
                    <a:pt x="10973" y="5035"/>
                    <a:pt x="9396" y="3608"/>
                  </a:cubicBezTo>
                  <a:cubicBezTo>
                    <a:pt x="8442" y="2444"/>
                    <a:pt x="7386" y="1363"/>
                    <a:pt x="6242" y="379"/>
                  </a:cubicBezTo>
                  <a:cubicBezTo>
                    <a:pt x="4545" y="-349"/>
                    <a:pt x="2585" y="-94"/>
                    <a:pt x="1135" y="1055"/>
                  </a:cubicBezTo>
                  <a:cubicBezTo>
                    <a:pt x="662" y="1393"/>
                    <a:pt x="296" y="1866"/>
                    <a:pt x="84" y="2407"/>
                  </a:cubicBezTo>
                  <a:cubicBezTo>
                    <a:pt x="-67" y="2895"/>
                    <a:pt x="-67" y="3420"/>
                    <a:pt x="84" y="3908"/>
                  </a:cubicBezTo>
                  <a:cubicBezTo>
                    <a:pt x="483" y="5050"/>
                    <a:pt x="1153" y="6086"/>
                    <a:pt x="2037" y="6912"/>
                  </a:cubicBezTo>
                  <a:cubicBezTo>
                    <a:pt x="7024" y="12768"/>
                    <a:pt x="12873" y="17829"/>
                    <a:pt x="19385" y="21929"/>
                  </a:cubicBezTo>
                  <a:cubicBezTo>
                    <a:pt x="20603" y="22725"/>
                    <a:pt x="21994" y="23213"/>
                    <a:pt x="23440" y="23355"/>
                  </a:cubicBezTo>
                  <a:cubicBezTo>
                    <a:pt x="24950" y="23483"/>
                    <a:pt x="26361" y="22597"/>
                    <a:pt x="26895" y="21178"/>
                  </a:cubicBezTo>
                  <a:close/>
                </a:path>
              </a:pathLst>
            </a:custGeom>
            <a:solidFill>
              <a:srgbClr val="CBB19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9" name="Content Placeholder 4">
              <a:extLst>
                <a:ext uri="{FF2B5EF4-FFF2-40B4-BE49-F238E27FC236}">
                  <a16:creationId xmlns:a16="http://schemas.microsoft.com/office/drawing/2014/main" id="{B3F1525D-212F-004F-80D8-32BAAC253646}"/>
                </a:ext>
              </a:extLst>
            </p:cNvPr>
            <p:cNvSpPr/>
            <p:nvPr/>
          </p:nvSpPr>
          <p:spPr>
            <a:xfrm>
              <a:off x="3665392" y="1817714"/>
              <a:ext cx="26302" cy="23649"/>
            </a:xfrm>
            <a:custGeom>
              <a:avLst/>
              <a:gdLst>
                <a:gd name="connsiteX0" fmla="*/ 735 w 26302"/>
                <a:gd name="connsiteY0" fmla="*/ 567 h 23649"/>
                <a:gd name="connsiteX1" fmla="*/ 134 w 26302"/>
                <a:gd name="connsiteY1" fmla="*/ 3195 h 23649"/>
                <a:gd name="connsiteX2" fmla="*/ 1937 w 26302"/>
                <a:gd name="connsiteY2" fmla="*/ 5372 h 23649"/>
                <a:gd name="connsiteX3" fmla="*/ 2387 w 26302"/>
                <a:gd name="connsiteY3" fmla="*/ 5898 h 23649"/>
                <a:gd name="connsiteX4" fmla="*/ 2387 w 26302"/>
                <a:gd name="connsiteY4" fmla="*/ 7399 h 23649"/>
                <a:gd name="connsiteX5" fmla="*/ 4415 w 26302"/>
                <a:gd name="connsiteY5" fmla="*/ 9577 h 23649"/>
                <a:gd name="connsiteX6" fmla="*/ 7494 w 26302"/>
                <a:gd name="connsiteY6" fmla="*/ 10478 h 23649"/>
                <a:gd name="connsiteX7" fmla="*/ 8696 w 26302"/>
                <a:gd name="connsiteY7" fmla="*/ 12880 h 23649"/>
                <a:gd name="connsiteX8" fmla="*/ 10198 w 26302"/>
                <a:gd name="connsiteY8" fmla="*/ 14983 h 23649"/>
                <a:gd name="connsiteX9" fmla="*/ 13427 w 26302"/>
                <a:gd name="connsiteY9" fmla="*/ 14983 h 23649"/>
                <a:gd name="connsiteX10" fmla="*/ 14929 w 26302"/>
                <a:gd name="connsiteY10" fmla="*/ 16710 h 23649"/>
                <a:gd name="connsiteX11" fmla="*/ 15905 w 26302"/>
                <a:gd name="connsiteY11" fmla="*/ 18812 h 23649"/>
                <a:gd name="connsiteX12" fmla="*/ 19285 w 26302"/>
                <a:gd name="connsiteY12" fmla="*/ 19863 h 23649"/>
                <a:gd name="connsiteX13" fmla="*/ 19886 w 26302"/>
                <a:gd name="connsiteY13" fmla="*/ 19863 h 23649"/>
                <a:gd name="connsiteX14" fmla="*/ 19886 w 26302"/>
                <a:gd name="connsiteY14" fmla="*/ 19863 h 23649"/>
                <a:gd name="connsiteX15" fmla="*/ 20937 w 26302"/>
                <a:gd name="connsiteY15" fmla="*/ 22116 h 23649"/>
                <a:gd name="connsiteX16" fmla="*/ 22664 w 26302"/>
                <a:gd name="connsiteY16" fmla="*/ 22116 h 23649"/>
                <a:gd name="connsiteX17" fmla="*/ 25068 w 26302"/>
                <a:gd name="connsiteY17" fmla="*/ 23618 h 23649"/>
                <a:gd name="connsiteX18" fmla="*/ 26119 w 26302"/>
                <a:gd name="connsiteY18" fmla="*/ 22717 h 23649"/>
                <a:gd name="connsiteX19" fmla="*/ 25068 w 26302"/>
                <a:gd name="connsiteY19" fmla="*/ 19263 h 23649"/>
                <a:gd name="connsiteX20" fmla="*/ 21763 w 26302"/>
                <a:gd name="connsiteY20" fmla="*/ 17385 h 23649"/>
                <a:gd name="connsiteX21" fmla="*/ 15605 w 26302"/>
                <a:gd name="connsiteY21" fmla="*/ 12805 h 23649"/>
                <a:gd name="connsiteX22" fmla="*/ 13652 w 26302"/>
                <a:gd name="connsiteY22" fmla="*/ 9652 h 23649"/>
                <a:gd name="connsiteX23" fmla="*/ 6142 w 26302"/>
                <a:gd name="connsiteY23" fmla="*/ 4471 h 23649"/>
                <a:gd name="connsiteX24" fmla="*/ 735 w 26302"/>
                <a:gd name="connsiteY24" fmla="*/ 567 h 23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6302" h="23649">
                  <a:moveTo>
                    <a:pt x="735" y="567"/>
                  </a:moveTo>
                  <a:cubicBezTo>
                    <a:pt x="16" y="1235"/>
                    <a:pt x="-222" y="2279"/>
                    <a:pt x="134" y="3195"/>
                  </a:cubicBezTo>
                  <a:cubicBezTo>
                    <a:pt x="514" y="4081"/>
                    <a:pt x="1140" y="4831"/>
                    <a:pt x="1937" y="5372"/>
                  </a:cubicBezTo>
                  <a:cubicBezTo>
                    <a:pt x="1937" y="5372"/>
                    <a:pt x="1937" y="5372"/>
                    <a:pt x="2387" y="5898"/>
                  </a:cubicBezTo>
                  <a:cubicBezTo>
                    <a:pt x="2838" y="6423"/>
                    <a:pt x="2387" y="6874"/>
                    <a:pt x="2387" y="7399"/>
                  </a:cubicBezTo>
                  <a:cubicBezTo>
                    <a:pt x="2387" y="7925"/>
                    <a:pt x="3289" y="9276"/>
                    <a:pt x="4415" y="9577"/>
                  </a:cubicBezTo>
                  <a:cubicBezTo>
                    <a:pt x="5503" y="9599"/>
                    <a:pt x="6565" y="9907"/>
                    <a:pt x="7494" y="10478"/>
                  </a:cubicBezTo>
                  <a:cubicBezTo>
                    <a:pt x="8085" y="11169"/>
                    <a:pt x="8498" y="11994"/>
                    <a:pt x="8696" y="12880"/>
                  </a:cubicBezTo>
                  <a:cubicBezTo>
                    <a:pt x="8820" y="13789"/>
                    <a:pt x="9382" y="14570"/>
                    <a:pt x="10198" y="14983"/>
                  </a:cubicBezTo>
                  <a:cubicBezTo>
                    <a:pt x="11249" y="14983"/>
                    <a:pt x="12376" y="14983"/>
                    <a:pt x="13427" y="14983"/>
                  </a:cubicBezTo>
                  <a:cubicBezTo>
                    <a:pt x="14159" y="15306"/>
                    <a:pt x="14709" y="15944"/>
                    <a:pt x="14929" y="16710"/>
                  </a:cubicBezTo>
                  <a:cubicBezTo>
                    <a:pt x="15178" y="17446"/>
                    <a:pt x="15505" y="18151"/>
                    <a:pt x="15905" y="18812"/>
                  </a:cubicBezTo>
                  <a:cubicBezTo>
                    <a:pt x="16734" y="19788"/>
                    <a:pt x="18050" y="20194"/>
                    <a:pt x="19285" y="19863"/>
                  </a:cubicBezTo>
                  <a:cubicBezTo>
                    <a:pt x="19285" y="19863"/>
                    <a:pt x="19736" y="19863"/>
                    <a:pt x="19886" y="19863"/>
                  </a:cubicBezTo>
                  <a:cubicBezTo>
                    <a:pt x="20036" y="19863"/>
                    <a:pt x="19886" y="19863"/>
                    <a:pt x="19886" y="19863"/>
                  </a:cubicBezTo>
                  <a:cubicBezTo>
                    <a:pt x="19886" y="19863"/>
                    <a:pt x="19886" y="21740"/>
                    <a:pt x="20937" y="22116"/>
                  </a:cubicBezTo>
                  <a:cubicBezTo>
                    <a:pt x="21988" y="22491"/>
                    <a:pt x="22064" y="22116"/>
                    <a:pt x="22664" y="22116"/>
                  </a:cubicBezTo>
                  <a:cubicBezTo>
                    <a:pt x="23265" y="22116"/>
                    <a:pt x="24091" y="23693"/>
                    <a:pt x="25068" y="23618"/>
                  </a:cubicBezTo>
                  <a:cubicBezTo>
                    <a:pt x="25538" y="23497"/>
                    <a:pt x="25926" y="23160"/>
                    <a:pt x="26119" y="22717"/>
                  </a:cubicBezTo>
                  <a:cubicBezTo>
                    <a:pt x="26528" y="21455"/>
                    <a:pt x="26108" y="20081"/>
                    <a:pt x="25068" y="19263"/>
                  </a:cubicBezTo>
                  <a:cubicBezTo>
                    <a:pt x="24082" y="18452"/>
                    <a:pt x="22964" y="17814"/>
                    <a:pt x="21763" y="17385"/>
                  </a:cubicBezTo>
                  <a:cubicBezTo>
                    <a:pt x="19311" y="16484"/>
                    <a:pt x="17172" y="14893"/>
                    <a:pt x="15605" y="12805"/>
                  </a:cubicBezTo>
                  <a:cubicBezTo>
                    <a:pt x="15015" y="11717"/>
                    <a:pt x="14364" y="10665"/>
                    <a:pt x="13652" y="9652"/>
                  </a:cubicBezTo>
                  <a:cubicBezTo>
                    <a:pt x="11700" y="7324"/>
                    <a:pt x="8170" y="6799"/>
                    <a:pt x="6142" y="4471"/>
                  </a:cubicBezTo>
                  <a:cubicBezTo>
                    <a:pt x="4115" y="2143"/>
                    <a:pt x="3063" y="-1461"/>
                    <a:pt x="735" y="567"/>
                  </a:cubicBezTo>
                  <a:close/>
                </a:path>
              </a:pathLst>
            </a:custGeom>
            <a:solidFill>
              <a:srgbClr val="82B68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0" name="Content Placeholder 4">
              <a:extLst>
                <a:ext uri="{FF2B5EF4-FFF2-40B4-BE49-F238E27FC236}">
                  <a16:creationId xmlns:a16="http://schemas.microsoft.com/office/drawing/2014/main" id="{9E6A07DB-A532-B917-433E-E2135A333828}"/>
                </a:ext>
              </a:extLst>
            </p:cNvPr>
            <p:cNvSpPr/>
            <p:nvPr/>
          </p:nvSpPr>
          <p:spPr>
            <a:xfrm>
              <a:off x="3667940" y="1813573"/>
              <a:ext cx="26286" cy="24231"/>
            </a:xfrm>
            <a:custGeom>
              <a:avLst/>
              <a:gdLst>
                <a:gd name="connsiteX0" fmla="*/ 26199 w 26286"/>
                <a:gd name="connsiteY0" fmla="*/ 20776 h 24231"/>
                <a:gd name="connsiteX1" fmla="*/ 25674 w 26286"/>
                <a:gd name="connsiteY1" fmla="*/ 18223 h 24231"/>
                <a:gd name="connsiteX2" fmla="*/ 23796 w 26286"/>
                <a:gd name="connsiteY2" fmla="*/ 16271 h 24231"/>
                <a:gd name="connsiteX3" fmla="*/ 12907 w 26286"/>
                <a:gd name="connsiteY3" fmla="*/ 7111 h 24231"/>
                <a:gd name="connsiteX4" fmla="*/ 7725 w 26286"/>
                <a:gd name="connsiteY4" fmla="*/ 2756 h 24231"/>
                <a:gd name="connsiteX5" fmla="*/ 5096 w 26286"/>
                <a:gd name="connsiteY5" fmla="*/ 128 h 24231"/>
                <a:gd name="connsiteX6" fmla="*/ 857 w 26286"/>
                <a:gd name="connsiteY6" fmla="*/ 2336 h 24231"/>
                <a:gd name="connsiteX7" fmla="*/ 741 w 26286"/>
                <a:gd name="connsiteY7" fmla="*/ 2831 h 24231"/>
                <a:gd name="connsiteX8" fmla="*/ 140 w 26286"/>
                <a:gd name="connsiteY8" fmla="*/ 5910 h 24231"/>
                <a:gd name="connsiteX9" fmla="*/ 140 w 26286"/>
                <a:gd name="connsiteY9" fmla="*/ 8312 h 24231"/>
                <a:gd name="connsiteX10" fmla="*/ 1492 w 26286"/>
                <a:gd name="connsiteY10" fmla="*/ 9889 h 24231"/>
                <a:gd name="connsiteX11" fmla="*/ 7575 w 26286"/>
                <a:gd name="connsiteY11" fmla="*/ 15445 h 24231"/>
                <a:gd name="connsiteX12" fmla="*/ 15085 w 26286"/>
                <a:gd name="connsiteY12" fmla="*/ 21527 h 24231"/>
                <a:gd name="connsiteX13" fmla="*/ 19741 w 26286"/>
                <a:gd name="connsiteY13" fmla="*/ 24005 h 24231"/>
                <a:gd name="connsiteX14" fmla="*/ 22670 w 26286"/>
                <a:gd name="connsiteY14" fmla="*/ 24005 h 24231"/>
                <a:gd name="connsiteX15" fmla="*/ 25298 w 26286"/>
                <a:gd name="connsiteY15" fmla="*/ 22053 h 24231"/>
                <a:gd name="connsiteX16" fmla="*/ 26199 w 26286"/>
                <a:gd name="connsiteY16" fmla="*/ 20776 h 24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6286" h="24231">
                  <a:moveTo>
                    <a:pt x="26199" y="20776"/>
                  </a:moveTo>
                  <a:cubicBezTo>
                    <a:pt x="26365" y="19890"/>
                    <a:pt x="26175" y="18974"/>
                    <a:pt x="25674" y="18223"/>
                  </a:cubicBezTo>
                  <a:cubicBezTo>
                    <a:pt x="25126" y="17503"/>
                    <a:pt x="24496" y="16849"/>
                    <a:pt x="23796" y="16271"/>
                  </a:cubicBezTo>
                  <a:cubicBezTo>
                    <a:pt x="20191" y="13193"/>
                    <a:pt x="16286" y="10114"/>
                    <a:pt x="12907" y="7111"/>
                  </a:cubicBezTo>
                  <a:cubicBezTo>
                    <a:pt x="11179" y="5684"/>
                    <a:pt x="9302" y="4333"/>
                    <a:pt x="7725" y="2756"/>
                  </a:cubicBezTo>
                  <a:cubicBezTo>
                    <a:pt x="6148" y="1179"/>
                    <a:pt x="6223" y="579"/>
                    <a:pt x="5096" y="128"/>
                  </a:cubicBezTo>
                  <a:cubicBezTo>
                    <a:pt x="3316" y="-435"/>
                    <a:pt x="1418" y="556"/>
                    <a:pt x="857" y="2336"/>
                  </a:cubicBezTo>
                  <a:cubicBezTo>
                    <a:pt x="806" y="2493"/>
                    <a:pt x="767" y="2666"/>
                    <a:pt x="741" y="2831"/>
                  </a:cubicBezTo>
                  <a:cubicBezTo>
                    <a:pt x="433" y="3837"/>
                    <a:pt x="232" y="4866"/>
                    <a:pt x="140" y="5910"/>
                  </a:cubicBezTo>
                  <a:cubicBezTo>
                    <a:pt x="-86" y="6698"/>
                    <a:pt x="-86" y="7524"/>
                    <a:pt x="140" y="8312"/>
                  </a:cubicBezTo>
                  <a:cubicBezTo>
                    <a:pt x="463" y="8936"/>
                    <a:pt x="926" y="9476"/>
                    <a:pt x="1492" y="9889"/>
                  </a:cubicBezTo>
                  <a:lnTo>
                    <a:pt x="7575" y="15445"/>
                  </a:lnTo>
                  <a:cubicBezTo>
                    <a:pt x="9936" y="17645"/>
                    <a:pt x="12445" y="19673"/>
                    <a:pt x="15085" y="21527"/>
                  </a:cubicBezTo>
                  <a:cubicBezTo>
                    <a:pt x="16537" y="22526"/>
                    <a:pt x="18099" y="23359"/>
                    <a:pt x="19741" y="24005"/>
                  </a:cubicBezTo>
                  <a:cubicBezTo>
                    <a:pt x="20700" y="24268"/>
                    <a:pt x="21711" y="24268"/>
                    <a:pt x="22670" y="24005"/>
                  </a:cubicBezTo>
                  <a:cubicBezTo>
                    <a:pt x="23736" y="23660"/>
                    <a:pt x="24660" y="22976"/>
                    <a:pt x="25298" y="22053"/>
                  </a:cubicBezTo>
                  <a:cubicBezTo>
                    <a:pt x="25683" y="21692"/>
                    <a:pt x="25990" y="21257"/>
                    <a:pt x="26199" y="20776"/>
                  </a:cubicBezTo>
                  <a:close/>
                </a:path>
              </a:pathLst>
            </a:custGeom>
            <a:solidFill>
              <a:srgbClr val="D992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1" name="Content Placeholder 4">
              <a:extLst>
                <a:ext uri="{FF2B5EF4-FFF2-40B4-BE49-F238E27FC236}">
                  <a16:creationId xmlns:a16="http://schemas.microsoft.com/office/drawing/2014/main" id="{2FB18478-308F-8D92-3D33-7D0D434E46BD}"/>
                </a:ext>
              </a:extLst>
            </p:cNvPr>
            <p:cNvSpPr/>
            <p:nvPr/>
          </p:nvSpPr>
          <p:spPr>
            <a:xfrm>
              <a:off x="3670647" y="1810081"/>
              <a:ext cx="27680" cy="25324"/>
            </a:xfrm>
            <a:custGeom>
              <a:avLst/>
              <a:gdLst>
                <a:gd name="connsiteX0" fmla="*/ 26947 w 27680"/>
                <a:gd name="connsiteY0" fmla="*/ 24193 h 25324"/>
                <a:gd name="connsiteX1" fmla="*/ 27548 w 27680"/>
                <a:gd name="connsiteY1" fmla="*/ 20288 h 25324"/>
                <a:gd name="connsiteX2" fmla="*/ 26347 w 27680"/>
                <a:gd name="connsiteY2" fmla="*/ 18336 h 25324"/>
                <a:gd name="connsiteX3" fmla="*/ 22667 w 27680"/>
                <a:gd name="connsiteY3" fmla="*/ 15258 h 25324"/>
                <a:gd name="connsiteX4" fmla="*/ 12228 w 27680"/>
                <a:gd name="connsiteY4" fmla="*/ 7223 h 25324"/>
                <a:gd name="connsiteX5" fmla="*/ 7271 w 27680"/>
                <a:gd name="connsiteY5" fmla="*/ 3094 h 25324"/>
                <a:gd name="connsiteX6" fmla="*/ 4492 w 27680"/>
                <a:gd name="connsiteY6" fmla="*/ 391 h 25324"/>
                <a:gd name="connsiteX7" fmla="*/ -14 w 27680"/>
                <a:gd name="connsiteY7" fmla="*/ 1592 h 25324"/>
                <a:gd name="connsiteX8" fmla="*/ 813 w 27680"/>
                <a:gd name="connsiteY8" fmla="*/ 3770 h 25324"/>
                <a:gd name="connsiteX9" fmla="*/ 2765 w 27680"/>
                <a:gd name="connsiteY9" fmla="*/ 5346 h 25324"/>
                <a:gd name="connsiteX10" fmla="*/ 3141 w 27680"/>
                <a:gd name="connsiteY10" fmla="*/ 5722 h 25324"/>
                <a:gd name="connsiteX11" fmla="*/ 2690 w 27680"/>
                <a:gd name="connsiteY11" fmla="*/ 7148 h 25324"/>
                <a:gd name="connsiteX12" fmla="*/ 1639 w 27680"/>
                <a:gd name="connsiteY12" fmla="*/ 8200 h 25324"/>
                <a:gd name="connsiteX13" fmla="*/ 2690 w 27680"/>
                <a:gd name="connsiteY13" fmla="*/ 10752 h 25324"/>
                <a:gd name="connsiteX14" fmla="*/ 5619 w 27680"/>
                <a:gd name="connsiteY14" fmla="*/ 11653 h 25324"/>
                <a:gd name="connsiteX15" fmla="*/ 7872 w 27680"/>
                <a:gd name="connsiteY15" fmla="*/ 11653 h 25324"/>
                <a:gd name="connsiteX16" fmla="*/ 8323 w 27680"/>
                <a:gd name="connsiteY16" fmla="*/ 13981 h 25324"/>
                <a:gd name="connsiteX17" fmla="*/ 10651 w 27680"/>
                <a:gd name="connsiteY17" fmla="*/ 17735 h 25324"/>
                <a:gd name="connsiteX18" fmla="*/ 15006 w 27680"/>
                <a:gd name="connsiteY18" fmla="*/ 18937 h 25324"/>
                <a:gd name="connsiteX19" fmla="*/ 15682 w 27680"/>
                <a:gd name="connsiteY19" fmla="*/ 18937 h 25324"/>
                <a:gd name="connsiteX20" fmla="*/ 16283 w 27680"/>
                <a:gd name="connsiteY20" fmla="*/ 20213 h 25324"/>
                <a:gd name="connsiteX21" fmla="*/ 18386 w 27680"/>
                <a:gd name="connsiteY21" fmla="*/ 22916 h 25324"/>
                <a:gd name="connsiteX22" fmla="*/ 21841 w 27680"/>
                <a:gd name="connsiteY22" fmla="*/ 22916 h 25324"/>
                <a:gd name="connsiteX23" fmla="*/ 21841 w 27680"/>
                <a:gd name="connsiteY23" fmla="*/ 24042 h 25324"/>
                <a:gd name="connsiteX24" fmla="*/ 22817 w 27680"/>
                <a:gd name="connsiteY24" fmla="*/ 24718 h 25324"/>
                <a:gd name="connsiteX25" fmla="*/ 25821 w 27680"/>
                <a:gd name="connsiteY25" fmla="*/ 25094 h 25324"/>
                <a:gd name="connsiteX26" fmla="*/ 26947 w 27680"/>
                <a:gd name="connsiteY26" fmla="*/ 24193 h 25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7680" h="25324">
                  <a:moveTo>
                    <a:pt x="26947" y="24193"/>
                  </a:moveTo>
                  <a:cubicBezTo>
                    <a:pt x="27588" y="22999"/>
                    <a:pt x="27800" y="21617"/>
                    <a:pt x="27548" y="20288"/>
                  </a:cubicBezTo>
                  <a:cubicBezTo>
                    <a:pt x="27314" y="19552"/>
                    <a:pt x="26901" y="18877"/>
                    <a:pt x="26347" y="18336"/>
                  </a:cubicBezTo>
                  <a:cubicBezTo>
                    <a:pt x="25245" y="17172"/>
                    <a:pt x="24009" y="16136"/>
                    <a:pt x="22667" y="15258"/>
                  </a:cubicBezTo>
                  <a:cubicBezTo>
                    <a:pt x="19062" y="12630"/>
                    <a:pt x="15607" y="10002"/>
                    <a:pt x="12228" y="7223"/>
                  </a:cubicBezTo>
                  <a:cubicBezTo>
                    <a:pt x="10576" y="5872"/>
                    <a:pt x="8848" y="4520"/>
                    <a:pt x="7271" y="3094"/>
                  </a:cubicBezTo>
                  <a:cubicBezTo>
                    <a:pt x="5694" y="1667"/>
                    <a:pt x="5619" y="991"/>
                    <a:pt x="4492" y="391"/>
                  </a:cubicBezTo>
                  <a:cubicBezTo>
                    <a:pt x="3366" y="-210"/>
                    <a:pt x="437" y="-435"/>
                    <a:pt x="-14" y="1592"/>
                  </a:cubicBezTo>
                  <a:cubicBezTo>
                    <a:pt x="-104" y="2410"/>
                    <a:pt x="203" y="3221"/>
                    <a:pt x="813" y="3770"/>
                  </a:cubicBezTo>
                  <a:cubicBezTo>
                    <a:pt x="1430" y="4333"/>
                    <a:pt x="2082" y="4866"/>
                    <a:pt x="2765" y="5346"/>
                  </a:cubicBezTo>
                  <a:cubicBezTo>
                    <a:pt x="2925" y="5429"/>
                    <a:pt x="3056" y="5564"/>
                    <a:pt x="3141" y="5722"/>
                  </a:cubicBezTo>
                  <a:cubicBezTo>
                    <a:pt x="3292" y="6247"/>
                    <a:pt x="3114" y="6811"/>
                    <a:pt x="2690" y="7148"/>
                  </a:cubicBezTo>
                  <a:cubicBezTo>
                    <a:pt x="2269" y="7419"/>
                    <a:pt x="1910" y="7779"/>
                    <a:pt x="1639" y="8200"/>
                  </a:cubicBezTo>
                  <a:cubicBezTo>
                    <a:pt x="1336" y="9191"/>
                    <a:pt x="1776" y="10264"/>
                    <a:pt x="2690" y="10752"/>
                  </a:cubicBezTo>
                  <a:cubicBezTo>
                    <a:pt x="3549" y="11353"/>
                    <a:pt x="4573" y="11668"/>
                    <a:pt x="5619" y="11653"/>
                  </a:cubicBezTo>
                  <a:cubicBezTo>
                    <a:pt x="6445" y="11653"/>
                    <a:pt x="7346" y="11653"/>
                    <a:pt x="7872" y="11653"/>
                  </a:cubicBezTo>
                  <a:cubicBezTo>
                    <a:pt x="8398" y="11653"/>
                    <a:pt x="8323" y="13155"/>
                    <a:pt x="8323" y="13981"/>
                  </a:cubicBezTo>
                  <a:cubicBezTo>
                    <a:pt x="8467" y="15528"/>
                    <a:pt x="9329" y="16917"/>
                    <a:pt x="10651" y="17735"/>
                  </a:cubicBezTo>
                  <a:cubicBezTo>
                    <a:pt x="11970" y="18516"/>
                    <a:pt x="13474" y="18929"/>
                    <a:pt x="15006" y="18937"/>
                  </a:cubicBezTo>
                  <a:cubicBezTo>
                    <a:pt x="15226" y="18869"/>
                    <a:pt x="15462" y="18869"/>
                    <a:pt x="15682" y="18937"/>
                  </a:cubicBezTo>
                  <a:cubicBezTo>
                    <a:pt x="16133" y="18937"/>
                    <a:pt x="16133" y="19688"/>
                    <a:pt x="16283" y="20213"/>
                  </a:cubicBezTo>
                  <a:cubicBezTo>
                    <a:pt x="16550" y="21377"/>
                    <a:pt x="17320" y="22368"/>
                    <a:pt x="18386" y="22916"/>
                  </a:cubicBezTo>
                  <a:cubicBezTo>
                    <a:pt x="19486" y="23404"/>
                    <a:pt x="20740" y="23404"/>
                    <a:pt x="21841" y="22916"/>
                  </a:cubicBezTo>
                  <a:cubicBezTo>
                    <a:pt x="21623" y="23262"/>
                    <a:pt x="21623" y="23697"/>
                    <a:pt x="21841" y="24042"/>
                  </a:cubicBezTo>
                  <a:cubicBezTo>
                    <a:pt x="22121" y="24328"/>
                    <a:pt x="22453" y="24553"/>
                    <a:pt x="22817" y="24718"/>
                  </a:cubicBezTo>
                  <a:cubicBezTo>
                    <a:pt x="23698" y="25319"/>
                    <a:pt x="24817" y="25461"/>
                    <a:pt x="25821" y="25094"/>
                  </a:cubicBezTo>
                  <a:cubicBezTo>
                    <a:pt x="26259" y="24883"/>
                    <a:pt x="26645" y="24576"/>
                    <a:pt x="26947" y="24193"/>
                  </a:cubicBezTo>
                  <a:close/>
                </a:path>
              </a:pathLst>
            </a:custGeom>
            <a:solidFill>
              <a:srgbClr val="82B68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2" name="Content Placeholder 4">
              <a:extLst>
                <a:ext uri="{FF2B5EF4-FFF2-40B4-BE49-F238E27FC236}">
                  <a16:creationId xmlns:a16="http://schemas.microsoft.com/office/drawing/2014/main" id="{40AAEA81-2AE0-3BD5-4D7C-338BCEE52DE4}"/>
                </a:ext>
              </a:extLst>
            </p:cNvPr>
            <p:cNvSpPr/>
            <p:nvPr/>
          </p:nvSpPr>
          <p:spPr>
            <a:xfrm>
              <a:off x="3673791" y="1808431"/>
              <a:ext cx="25364" cy="23169"/>
            </a:xfrm>
            <a:custGeom>
              <a:avLst/>
              <a:gdLst>
                <a:gd name="connsiteX0" fmla="*/ 25155 w 25364"/>
                <a:gd name="connsiteY0" fmla="*/ 17733 h 23169"/>
                <a:gd name="connsiteX1" fmla="*/ 22301 w 25364"/>
                <a:gd name="connsiteY1" fmla="*/ 13003 h 23169"/>
                <a:gd name="connsiteX2" fmla="*/ 19071 w 25364"/>
                <a:gd name="connsiteY2" fmla="*/ 9024 h 23169"/>
                <a:gd name="connsiteX3" fmla="*/ 10135 w 25364"/>
                <a:gd name="connsiteY3" fmla="*/ 2341 h 23169"/>
                <a:gd name="connsiteX4" fmla="*/ 4277 w 25364"/>
                <a:gd name="connsiteY4" fmla="*/ 314 h 23169"/>
                <a:gd name="connsiteX5" fmla="*/ 972 w 25364"/>
                <a:gd name="connsiteY5" fmla="*/ 314 h 23169"/>
                <a:gd name="connsiteX6" fmla="*/ -4 w 25364"/>
                <a:gd name="connsiteY6" fmla="*/ 2942 h 23169"/>
                <a:gd name="connsiteX7" fmla="*/ 972 w 25364"/>
                <a:gd name="connsiteY7" fmla="*/ 5645 h 23169"/>
                <a:gd name="connsiteX8" fmla="*/ 6455 w 25364"/>
                <a:gd name="connsiteY8" fmla="*/ 14054 h 23169"/>
                <a:gd name="connsiteX9" fmla="*/ 19898 w 25364"/>
                <a:gd name="connsiteY9" fmla="*/ 22914 h 23169"/>
                <a:gd name="connsiteX10" fmla="*/ 23052 w 25364"/>
                <a:gd name="connsiteY10" fmla="*/ 22914 h 23169"/>
                <a:gd name="connsiteX11" fmla="*/ 25155 w 25364"/>
                <a:gd name="connsiteY11" fmla="*/ 17733 h 23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" h="23169">
                  <a:moveTo>
                    <a:pt x="25155" y="17733"/>
                  </a:moveTo>
                  <a:cubicBezTo>
                    <a:pt x="24574" y="15961"/>
                    <a:pt x="23598" y="14347"/>
                    <a:pt x="22301" y="13003"/>
                  </a:cubicBezTo>
                  <a:cubicBezTo>
                    <a:pt x="21174" y="11727"/>
                    <a:pt x="20198" y="10300"/>
                    <a:pt x="19071" y="9024"/>
                  </a:cubicBezTo>
                  <a:cubicBezTo>
                    <a:pt x="16553" y="6238"/>
                    <a:pt x="13517" y="3970"/>
                    <a:pt x="10135" y="2341"/>
                  </a:cubicBezTo>
                  <a:cubicBezTo>
                    <a:pt x="8266" y="1440"/>
                    <a:pt x="6301" y="764"/>
                    <a:pt x="4277" y="314"/>
                  </a:cubicBezTo>
                  <a:cubicBezTo>
                    <a:pt x="3223" y="-144"/>
                    <a:pt x="2026" y="-144"/>
                    <a:pt x="972" y="314"/>
                  </a:cubicBezTo>
                  <a:cubicBezTo>
                    <a:pt x="233" y="975"/>
                    <a:pt x="-132" y="1958"/>
                    <a:pt x="-4" y="2942"/>
                  </a:cubicBezTo>
                  <a:cubicBezTo>
                    <a:pt x="145" y="3895"/>
                    <a:pt x="476" y="4819"/>
                    <a:pt x="972" y="5645"/>
                  </a:cubicBezTo>
                  <a:cubicBezTo>
                    <a:pt x="2507" y="8626"/>
                    <a:pt x="4344" y="11449"/>
                    <a:pt x="6455" y="14054"/>
                  </a:cubicBezTo>
                  <a:cubicBezTo>
                    <a:pt x="9739" y="18514"/>
                    <a:pt x="14505" y="21653"/>
                    <a:pt x="19898" y="22914"/>
                  </a:cubicBezTo>
                  <a:cubicBezTo>
                    <a:pt x="20927" y="23215"/>
                    <a:pt x="22022" y="23215"/>
                    <a:pt x="23052" y="22914"/>
                  </a:cubicBezTo>
                  <a:cubicBezTo>
                    <a:pt x="24869" y="21886"/>
                    <a:pt x="25740" y="19738"/>
                    <a:pt x="25155" y="17733"/>
                  </a:cubicBezTo>
                  <a:close/>
                </a:path>
              </a:pathLst>
            </a:custGeom>
            <a:solidFill>
              <a:srgbClr val="CBB19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3" name="Content Placeholder 4">
              <a:extLst>
                <a:ext uri="{FF2B5EF4-FFF2-40B4-BE49-F238E27FC236}">
                  <a16:creationId xmlns:a16="http://schemas.microsoft.com/office/drawing/2014/main" id="{77827FAC-DCC0-6536-3CA6-A9175A856980}"/>
                </a:ext>
              </a:extLst>
            </p:cNvPr>
            <p:cNvSpPr/>
            <p:nvPr/>
          </p:nvSpPr>
          <p:spPr>
            <a:xfrm>
              <a:off x="3709189" y="1791674"/>
              <a:ext cx="3985" cy="3951"/>
            </a:xfrm>
            <a:custGeom>
              <a:avLst/>
              <a:gdLst>
                <a:gd name="connsiteX0" fmla="*/ 3500 w 3985"/>
                <a:gd name="connsiteY0" fmla="*/ 2655 h 3951"/>
                <a:gd name="connsiteX1" fmla="*/ 947 w 3985"/>
                <a:gd name="connsiteY1" fmla="*/ 477 h 3951"/>
                <a:gd name="connsiteX2" fmla="*/ 496 w 3985"/>
                <a:gd name="connsiteY2" fmla="*/ 27 h 3951"/>
                <a:gd name="connsiteX3" fmla="*/ -29 w 3985"/>
                <a:gd name="connsiteY3" fmla="*/ 27 h 3951"/>
                <a:gd name="connsiteX4" fmla="*/ -29 w 3985"/>
                <a:gd name="connsiteY4" fmla="*/ 627 h 3951"/>
                <a:gd name="connsiteX5" fmla="*/ 2599 w 3985"/>
                <a:gd name="connsiteY5" fmla="*/ 3255 h 3951"/>
                <a:gd name="connsiteX6" fmla="*/ 3350 w 3985"/>
                <a:gd name="connsiteY6" fmla="*/ 3856 h 3951"/>
                <a:gd name="connsiteX7" fmla="*/ 3951 w 3985"/>
                <a:gd name="connsiteY7" fmla="*/ 3856 h 3951"/>
                <a:gd name="connsiteX8" fmla="*/ 3951 w 3985"/>
                <a:gd name="connsiteY8" fmla="*/ 3480 h 3951"/>
                <a:gd name="connsiteX9" fmla="*/ 3500 w 3985"/>
                <a:gd name="connsiteY9" fmla="*/ 2655 h 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85" h="3951">
                  <a:moveTo>
                    <a:pt x="3500" y="2655"/>
                  </a:moveTo>
                  <a:cubicBezTo>
                    <a:pt x="2674" y="1904"/>
                    <a:pt x="1698" y="1303"/>
                    <a:pt x="947" y="477"/>
                  </a:cubicBezTo>
                  <a:cubicBezTo>
                    <a:pt x="196" y="-349"/>
                    <a:pt x="947" y="102"/>
                    <a:pt x="496" y="27"/>
                  </a:cubicBezTo>
                  <a:lnTo>
                    <a:pt x="-29" y="27"/>
                  </a:lnTo>
                  <a:cubicBezTo>
                    <a:pt x="-29" y="27"/>
                    <a:pt x="-29" y="27"/>
                    <a:pt x="-29" y="627"/>
                  </a:cubicBezTo>
                  <a:cubicBezTo>
                    <a:pt x="-29" y="1228"/>
                    <a:pt x="1923" y="2204"/>
                    <a:pt x="2599" y="3255"/>
                  </a:cubicBezTo>
                  <a:cubicBezTo>
                    <a:pt x="3275" y="4306"/>
                    <a:pt x="3050" y="3781"/>
                    <a:pt x="3350" y="3856"/>
                  </a:cubicBezTo>
                  <a:cubicBezTo>
                    <a:pt x="3543" y="3931"/>
                    <a:pt x="3758" y="3931"/>
                    <a:pt x="3951" y="3856"/>
                  </a:cubicBezTo>
                  <a:cubicBezTo>
                    <a:pt x="3951" y="3856"/>
                    <a:pt x="3951" y="3856"/>
                    <a:pt x="3951" y="3480"/>
                  </a:cubicBezTo>
                  <a:cubicBezTo>
                    <a:pt x="3988" y="3135"/>
                    <a:pt x="3808" y="2812"/>
                    <a:pt x="3500" y="2655"/>
                  </a:cubicBezTo>
                  <a:close/>
                </a:path>
              </a:pathLst>
            </a:custGeom>
            <a:solidFill>
              <a:srgbClr val="9E9E9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4" name="Content Placeholder 4">
              <a:extLst>
                <a:ext uri="{FF2B5EF4-FFF2-40B4-BE49-F238E27FC236}">
                  <a16:creationId xmlns:a16="http://schemas.microsoft.com/office/drawing/2014/main" id="{BF8D05AB-56E0-3A64-9AE7-0AEE368A9CCE}"/>
                </a:ext>
              </a:extLst>
            </p:cNvPr>
            <p:cNvSpPr/>
            <p:nvPr/>
          </p:nvSpPr>
          <p:spPr>
            <a:xfrm>
              <a:off x="3706955" y="1790077"/>
              <a:ext cx="760" cy="923"/>
            </a:xfrm>
            <a:custGeom>
              <a:avLst/>
              <a:gdLst>
                <a:gd name="connsiteX0" fmla="*/ 702 w 760"/>
                <a:gd name="connsiteY0" fmla="*/ 122 h 923"/>
                <a:gd name="connsiteX1" fmla="*/ 66 w 760"/>
                <a:gd name="connsiteY1" fmla="*/ 84 h 923"/>
                <a:gd name="connsiteX2" fmla="*/ 27 w 760"/>
                <a:gd name="connsiteY2" fmla="*/ 122 h 923"/>
                <a:gd name="connsiteX3" fmla="*/ 27 w 760"/>
                <a:gd name="connsiteY3" fmla="*/ 798 h 923"/>
                <a:gd name="connsiteX4" fmla="*/ 27 w 760"/>
                <a:gd name="connsiteY4" fmla="*/ 798 h 923"/>
                <a:gd name="connsiteX5" fmla="*/ 27 w 760"/>
                <a:gd name="connsiteY5" fmla="*/ 798 h 923"/>
                <a:gd name="connsiteX6" fmla="*/ 627 w 760"/>
                <a:gd name="connsiteY6" fmla="*/ 798 h 923"/>
                <a:gd name="connsiteX7" fmla="*/ 627 w 760"/>
                <a:gd name="connsiteY7" fmla="*/ 122 h 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0" h="923">
                  <a:moveTo>
                    <a:pt x="702" y="122"/>
                  </a:moveTo>
                  <a:cubicBezTo>
                    <a:pt x="538" y="-66"/>
                    <a:pt x="253" y="-81"/>
                    <a:pt x="66" y="84"/>
                  </a:cubicBezTo>
                  <a:cubicBezTo>
                    <a:pt x="52" y="92"/>
                    <a:pt x="39" y="107"/>
                    <a:pt x="27" y="122"/>
                  </a:cubicBezTo>
                  <a:cubicBezTo>
                    <a:pt x="-48" y="340"/>
                    <a:pt x="-48" y="580"/>
                    <a:pt x="27" y="798"/>
                  </a:cubicBezTo>
                  <a:cubicBezTo>
                    <a:pt x="27" y="798"/>
                    <a:pt x="27" y="798"/>
                    <a:pt x="27" y="798"/>
                  </a:cubicBezTo>
                  <a:lnTo>
                    <a:pt x="27" y="798"/>
                  </a:lnTo>
                  <a:cubicBezTo>
                    <a:pt x="207" y="925"/>
                    <a:pt x="447" y="925"/>
                    <a:pt x="627" y="798"/>
                  </a:cubicBezTo>
                  <a:cubicBezTo>
                    <a:pt x="766" y="595"/>
                    <a:pt x="766" y="325"/>
                    <a:pt x="627" y="122"/>
                  </a:cubicBezTo>
                  <a:close/>
                </a:path>
              </a:pathLst>
            </a:custGeom>
            <a:solidFill>
              <a:srgbClr val="9E9E9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5" name="Content Placeholder 4">
              <a:extLst>
                <a:ext uri="{FF2B5EF4-FFF2-40B4-BE49-F238E27FC236}">
                  <a16:creationId xmlns:a16="http://schemas.microsoft.com/office/drawing/2014/main" id="{C03F68F5-DD53-676B-D516-B482C0FB7498}"/>
                </a:ext>
              </a:extLst>
            </p:cNvPr>
            <p:cNvSpPr/>
            <p:nvPr/>
          </p:nvSpPr>
          <p:spPr>
            <a:xfrm>
              <a:off x="3656092" y="1835919"/>
              <a:ext cx="13593" cy="12350"/>
            </a:xfrm>
            <a:custGeom>
              <a:avLst/>
              <a:gdLst>
                <a:gd name="connsiteX0" fmla="*/ 13565 w 13593"/>
                <a:gd name="connsiteY0" fmla="*/ 9542 h 12350"/>
                <a:gd name="connsiteX1" fmla="*/ 13565 w 13593"/>
                <a:gd name="connsiteY1" fmla="*/ 9542 h 12350"/>
                <a:gd name="connsiteX2" fmla="*/ 10636 w 13593"/>
                <a:gd name="connsiteY2" fmla="*/ 11870 h 12350"/>
                <a:gd name="connsiteX3" fmla="*/ 9735 w 13593"/>
                <a:gd name="connsiteY3" fmla="*/ 12320 h 12350"/>
                <a:gd name="connsiteX4" fmla="*/ 8683 w 13593"/>
                <a:gd name="connsiteY4" fmla="*/ 11795 h 12350"/>
                <a:gd name="connsiteX5" fmla="*/ 3051 w 13593"/>
                <a:gd name="connsiteY5" fmla="*/ 6914 h 12350"/>
                <a:gd name="connsiteX6" fmla="*/ -28 w 13593"/>
                <a:gd name="connsiteY6" fmla="*/ 2785 h 12350"/>
                <a:gd name="connsiteX7" fmla="*/ 2149 w 13593"/>
                <a:gd name="connsiteY7" fmla="*/ 7 h 12350"/>
                <a:gd name="connsiteX8" fmla="*/ 7632 w 13593"/>
                <a:gd name="connsiteY8" fmla="*/ 3461 h 12350"/>
                <a:gd name="connsiteX9" fmla="*/ 13565 w 13593"/>
                <a:gd name="connsiteY9" fmla="*/ 9542 h 12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93" h="12350">
                  <a:moveTo>
                    <a:pt x="13565" y="9542"/>
                  </a:moveTo>
                  <a:cubicBezTo>
                    <a:pt x="13565" y="9542"/>
                    <a:pt x="13565" y="9542"/>
                    <a:pt x="13565" y="9542"/>
                  </a:cubicBezTo>
                  <a:lnTo>
                    <a:pt x="10636" y="11870"/>
                  </a:lnTo>
                  <a:cubicBezTo>
                    <a:pt x="10386" y="12103"/>
                    <a:pt x="10073" y="12260"/>
                    <a:pt x="9735" y="12320"/>
                  </a:cubicBezTo>
                  <a:cubicBezTo>
                    <a:pt x="9334" y="12275"/>
                    <a:pt x="8961" y="12088"/>
                    <a:pt x="8683" y="11795"/>
                  </a:cubicBezTo>
                  <a:lnTo>
                    <a:pt x="3051" y="6914"/>
                  </a:lnTo>
                  <a:cubicBezTo>
                    <a:pt x="1774" y="5788"/>
                    <a:pt x="47" y="4737"/>
                    <a:pt x="-28" y="2785"/>
                  </a:cubicBezTo>
                  <a:cubicBezTo>
                    <a:pt x="-60" y="1456"/>
                    <a:pt x="853" y="292"/>
                    <a:pt x="2149" y="7"/>
                  </a:cubicBezTo>
                  <a:cubicBezTo>
                    <a:pt x="4102" y="-369"/>
                    <a:pt x="6280" y="2259"/>
                    <a:pt x="7632" y="3461"/>
                  </a:cubicBezTo>
                  <a:cubicBezTo>
                    <a:pt x="8984" y="4662"/>
                    <a:pt x="11612" y="7665"/>
                    <a:pt x="13565" y="9542"/>
                  </a:cubicBezTo>
                  <a:close/>
                </a:path>
              </a:pathLst>
            </a:custGeom>
            <a:solidFill>
              <a:srgbClr val="9AA4A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6" name="Content Placeholder 4">
              <a:extLst>
                <a:ext uri="{FF2B5EF4-FFF2-40B4-BE49-F238E27FC236}">
                  <a16:creationId xmlns:a16="http://schemas.microsoft.com/office/drawing/2014/main" id="{37288690-F328-FE00-2187-7FE6F9D8FB24}"/>
                </a:ext>
              </a:extLst>
            </p:cNvPr>
            <p:cNvSpPr/>
            <p:nvPr/>
          </p:nvSpPr>
          <p:spPr>
            <a:xfrm>
              <a:off x="3658216" y="1838567"/>
              <a:ext cx="3126" cy="2739"/>
            </a:xfrm>
            <a:custGeom>
              <a:avLst/>
              <a:gdLst>
                <a:gd name="connsiteX0" fmla="*/ 2128 w 3126"/>
                <a:gd name="connsiteY0" fmla="*/ -14 h 2739"/>
                <a:gd name="connsiteX1" fmla="*/ 2128 w 3126"/>
                <a:gd name="connsiteY1" fmla="*/ -14 h 2739"/>
                <a:gd name="connsiteX2" fmla="*/ 176 w 3126"/>
                <a:gd name="connsiteY2" fmla="*/ 887 h 2739"/>
                <a:gd name="connsiteX3" fmla="*/ 450 w 3126"/>
                <a:gd name="connsiteY3" fmla="*/ 2457 h 2739"/>
                <a:gd name="connsiteX4" fmla="*/ 776 w 3126"/>
                <a:gd name="connsiteY4" fmla="*/ 2614 h 2739"/>
                <a:gd name="connsiteX5" fmla="*/ 2879 w 3126"/>
                <a:gd name="connsiteY5" fmla="*/ 1938 h 2739"/>
                <a:gd name="connsiteX6" fmla="*/ 2534 w 3126"/>
                <a:gd name="connsiteY6" fmla="*/ 167 h 2739"/>
                <a:gd name="connsiteX7" fmla="*/ 2128 w 3126"/>
                <a:gd name="connsiteY7" fmla="*/ -14 h 2739"/>
                <a:gd name="connsiteX8" fmla="*/ 701 w 3126"/>
                <a:gd name="connsiteY8" fmla="*/ 2239 h 2739"/>
                <a:gd name="connsiteX9" fmla="*/ 701 w 3126"/>
                <a:gd name="connsiteY9" fmla="*/ 812 h 2739"/>
                <a:gd name="connsiteX10" fmla="*/ 1978 w 3126"/>
                <a:gd name="connsiteY10" fmla="*/ 287 h 2739"/>
                <a:gd name="connsiteX11" fmla="*/ 1978 w 3126"/>
                <a:gd name="connsiteY11" fmla="*/ 287 h 2739"/>
                <a:gd name="connsiteX12" fmla="*/ 701 w 3126"/>
                <a:gd name="connsiteY12" fmla="*/ 2239 h 2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26" h="2739">
                  <a:moveTo>
                    <a:pt x="2128" y="-14"/>
                  </a:moveTo>
                  <a:lnTo>
                    <a:pt x="2128" y="-14"/>
                  </a:lnTo>
                  <a:cubicBezTo>
                    <a:pt x="1358" y="-111"/>
                    <a:pt x="601" y="242"/>
                    <a:pt x="176" y="887"/>
                  </a:cubicBezTo>
                  <a:cubicBezTo>
                    <a:pt x="-182" y="1398"/>
                    <a:pt x="-59" y="2096"/>
                    <a:pt x="450" y="2457"/>
                  </a:cubicBezTo>
                  <a:cubicBezTo>
                    <a:pt x="550" y="2524"/>
                    <a:pt x="660" y="2577"/>
                    <a:pt x="776" y="2614"/>
                  </a:cubicBezTo>
                  <a:cubicBezTo>
                    <a:pt x="1550" y="2870"/>
                    <a:pt x="2399" y="2599"/>
                    <a:pt x="2879" y="1938"/>
                  </a:cubicBezTo>
                  <a:cubicBezTo>
                    <a:pt x="3273" y="1353"/>
                    <a:pt x="3119" y="564"/>
                    <a:pt x="2534" y="167"/>
                  </a:cubicBezTo>
                  <a:cubicBezTo>
                    <a:pt x="2411" y="84"/>
                    <a:pt x="2273" y="24"/>
                    <a:pt x="2128" y="-14"/>
                  </a:cubicBezTo>
                  <a:close/>
                  <a:moveTo>
                    <a:pt x="701" y="2239"/>
                  </a:moveTo>
                  <a:cubicBezTo>
                    <a:pt x="25" y="2239"/>
                    <a:pt x="101" y="1263"/>
                    <a:pt x="701" y="812"/>
                  </a:cubicBezTo>
                  <a:cubicBezTo>
                    <a:pt x="1035" y="467"/>
                    <a:pt x="1498" y="279"/>
                    <a:pt x="1978" y="287"/>
                  </a:cubicBezTo>
                  <a:lnTo>
                    <a:pt x="1978" y="287"/>
                  </a:lnTo>
                  <a:cubicBezTo>
                    <a:pt x="3180" y="1263"/>
                    <a:pt x="1753" y="2614"/>
                    <a:pt x="701" y="2239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7" name="Content Placeholder 4">
              <a:extLst>
                <a:ext uri="{FF2B5EF4-FFF2-40B4-BE49-F238E27FC236}">
                  <a16:creationId xmlns:a16="http://schemas.microsoft.com/office/drawing/2014/main" id="{C8DB7E5B-840D-9781-2771-D614B3508F82}"/>
                </a:ext>
              </a:extLst>
            </p:cNvPr>
            <p:cNvSpPr/>
            <p:nvPr/>
          </p:nvSpPr>
          <p:spPr>
            <a:xfrm>
              <a:off x="3660374" y="1839860"/>
              <a:ext cx="2478" cy="3078"/>
            </a:xfrm>
            <a:custGeom>
              <a:avLst/>
              <a:gdLst>
                <a:gd name="connsiteX0" fmla="*/ 1097 w 2478"/>
                <a:gd name="connsiteY0" fmla="*/ 3049 h 3078"/>
                <a:gd name="connsiteX1" fmla="*/ 1097 w 2478"/>
                <a:gd name="connsiteY1" fmla="*/ 2298 h 3078"/>
                <a:gd name="connsiteX2" fmla="*/ 1097 w 2478"/>
                <a:gd name="connsiteY2" fmla="*/ 1622 h 3078"/>
                <a:gd name="connsiteX3" fmla="*/ 1923 w 2478"/>
                <a:gd name="connsiteY3" fmla="*/ 1622 h 3078"/>
                <a:gd name="connsiteX4" fmla="*/ 2449 w 2478"/>
                <a:gd name="connsiteY4" fmla="*/ 1247 h 3078"/>
                <a:gd name="connsiteX5" fmla="*/ 1698 w 2478"/>
                <a:gd name="connsiteY5" fmla="*/ -30 h 3078"/>
                <a:gd name="connsiteX6" fmla="*/ 1698 w 2478"/>
                <a:gd name="connsiteY6" fmla="*/ -30 h 3078"/>
                <a:gd name="connsiteX7" fmla="*/ -29 w 2478"/>
                <a:gd name="connsiteY7" fmla="*/ 1998 h 3078"/>
                <a:gd name="connsiteX8" fmla="*/ 346 w 2478"/>
                <a:gd name="connsiteY8" fmla="*/ 1998 h 3078"/>
                <a:gd name="connsiteX9" fmla="*/ 872 w 2478"/>
                <a:gd name="connsiteY9" fmla="*/ 1397 h 3078"/>
                <a:gd name="connsiteX10" fmla="*/ 872 w 2478"/>
                <a:gd name="connsiteY10" fmla="*/ 2598 h 3078"/>
                <a:gd name="connsiteX11" fmla="*/ 1398 w 2478"/>
                <a:gd name="connsiteY11" fmla="*/ 2598 h 3078"/>
                <a:gd name="connsiteX12" fmla="*/ 1398 w 2478"/>
                <a:gd name="connsiteY12" fmla="*/ 2598 h 3078"/>
                <a:gd name="connsiteX13" fmla="*/ 1097 w 2478"/>
                <a:gd name="connsiteY13" fmla="*/ 3049 h 3078"/>
                <a:gd name="connsiteX14" fmla="*/ 1097 w 2478"/>
                <a:gd name="connsiteY14" fmla="*/ 1096 h 3078"/>
                <a:gd name="connsiteX15" fmla="*/ 1548 w 2478"/>
                <a:gd name="connsiteY15" fmla="*/ 496 h 3078"/>
                <a:gd name="connsiteX16" fmla="*/ 1998 w 2478"/>
                <a:gd name="connsiteY16" fmla="*/ 871 h 3078"/>
                <a:gd name="connsiteX17" fmla="*/ 1473 w 2478"/>
                <a:gd name="connsiteY17" fmla="*/ 871 h 3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78" h="3078">
                  <a:moveTo>
                    <a:pt x="1097" y="3049"/>
                  </a:moveTo>
                  <a:cubicBezTo>
                    <a:pt x="1097" y="3049"/>
                    <a:pt x="1097" y="2523"/>
                    <a:pt x="1097" y="2298"/>
                  </a:cubicBezTo>
                  <a:cubicBezTo>
                    <a:pt x="1082" y="2073"/>
                    <a:pt x="1082" y="1847"/>
                    <a:pt x="1097" y="1622"/>
                  </a:cubicBezTo>
                  <a:cubicBezTo>
                    <a:pt x="1368" y="1697"/>
                    <a:pt x="1654" y="1697"/>
                    <a:pt x="1923" y="1622"/>
                  </a:cubicBezTo>
                  <a:cubicBezTo>
                    <a:pt x="2157" y="1607"/>
                    <a:pt x="2362" y="1464"/>
                    <a:pt x="2449" y="1247"/>
                  </a:cubicBezTo>
                  <a:cubicBezTo>
                    <a:pt x="2449" y="721"/>
                    <a:pt x="2449" y="196"/>
                    <a:pt x="1698" y="-30"/>
                  </a:cubicBezTo>
                  <a:lnTo>
                    <a:pt x="1698" y="-30"/>
                  </a:lnTo>
                  <a:cubicBezTo>
                    <a:pt x="1062" y="593"/>
                    <a:pt x="484" y="1269"/>
                    <a:pt x="-29" y="1998"/>
                  </a:cubicBezTo>
                  <a:cubicBezTo>
                    <a:pt x="-29" y="1998"/>
                    <a:pt x="-29" y="2448"/>
                    <a:pt x="346" y="1998"/>
                  </a:cubicBezTo>
                  <a:lnTo>
                    <a:pt x="872" y="1397"/>
                  </a:lnTo>
                  <a:cubicBezTo>
                    <a:pt x="949" y="1795"/>
                    <a:pt x="949" y="2200"/>
                    <a:pt x="872" y="2598"/>
                  </a:cubicBezTo>
                  <a:lnTo>
                    <a:pt x="1398" y="2598"/>
                  </a:lnTo>
                  <a:lnTo>
                    <a:pt x="1398" y="2598"/>
                  </a:lnTo>
                  <a:cubicBezTo>
                    <a:pt x="1208" y="2666"/>
                    <a:pt x="1086" y="2846"/>
                    <a:pt x="1097" y="3049"/>
                  </a:cubicBezTo>
                  <a:close/>
                  <a:moveTo>
                    <a:pt x="1097" y="1096"/>
                  </a:moveTo>
                  <a:lnTo>
                    <a:pt x="1548" y="496"/>
                  </a:lnTo>
                  <a:cubicBezTo>
                    <a:pt x="1742" y="556"/>
                    <a:pt x="1905" y="691"/>
                    <a:pt x="1998" y="871"/>
                  </a:cubicBezTo>
                  <a:cubicBezTo>
                    <a:pt x="1998" y="871"/>
                    <a:pt x="1998" y="1322"/>
                    <a:pt x="1473" y="871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8" name="Content Placeholder 4">
              <a:extLst>
                <a:ext uri="{FF2B5EF4-FFF2-40B4-BE49-F238E27FC236}">
                  <a16:creationId xmlns:a16="http://schemas.microsoft.com/office/drawing/2014/main" id="{BAE98412-B1E7-8AC6-228B-5599EAD4AC24}"/>
                </a:ext>
              </a:extLst>
            </p:cNvPr>
            <p:cNvSpPr/>
            <p:nvPr/>
          </p:nvSpPr>
          <p:spPr>
            <a:xfrm>
              <a:off x="3662326" y="1841362"/>
              <a:ext cx="2545" cy="2765"/>
            </a:xfrm>
            <a:custGeom>
              <a:avLst/>
              <a:gdLst>
                <a:gd name="connsiteX0" fmla="*/ 1773 w 2545"/>
                <a:gd name="connsiteY0" fmla="*/ -30 h 2765"/>
                <a:gd name="connsiteX1" fmla="*/ 1773 w 2545"/>
                <a:gd name="connsiteY1" fmla="*/ -30 h 2765"/>
                <a:gd name="connsiteX2" fmla="*/ 1773 w 2545"/>
                <a:gd name="connsiteY2" fmla="*/ 1322 h 2765"/>
                <a:gd name="connsiteX3" fmla="*/ 466 w 2545"/>
                <a:gd name="connsiteY3" fmla="*/ 1765 h 2765"/>
                <a:gd name="connsiteX4" fmla="*/ 346 w 2545"/>
                <a:gd name="connsiteY4" fmla="*/ 1697 h 2765"/>
                <a:gd name="connsiteX5" fmla="*/ 1398 w 2545"/>
                <a:gd name="connsiteY5" fmla="*/ 196 h 2765"/>
                <a:gd name="connsiteX6" fmla="*/ 1398 w 2545"/>
                <a:gd name="connsiteY6" fmla="*/ 196 h 2765"/>
                <a:gd name="connsiteX7" fmla="*/ -29 w 2545"/>
                <a:gd name="connsiteY7" fmla="*/ 1772 h 2765"/>
                <a:gd name="connsiteX8" fmla="*/ -29 w 2545"/>
                <a:gd name="connsiteY8" fmla="*/ 2223 h 2765"/>
                <a:gd name="connsiteX9" fmla="*/ -29 w 2545"/>
                <a:gd name="connsiteY9" fmla="*/ 2223 h 2765"/>
                <a:gd name="connsiteX10" fmla="*/ 2224 w 2545"/>
                <a:gd name="connsiteY10" fmla="*/ 2223 h 2765"/>
                <a:gd name="connsiteX11" fmla="*/ 1853 w 2545"/>
                <a:gd name="connsiteY11" fmla="*/ 23 h 2765"/>
                <a:gd name="connsiteX12" fmla="*/ 1773 w 2545"/>
                <a:gd name="connsiteY12" fmla="*/ -30 h 2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45" h="2765">
                  <a:moveTo>
                    <a:pt x="1773" y="-30"/>
                  </a:moveTo>
                  <a:cubicBezTo>
                    <a:pt x="1773" y="-30"/>
                    <a:pt x="1323" y="-30"/>
                    <a:pt x="1773" y="-30"/>
                  </a:cubicBezTo>
                  <a:cubicBezTo>
                    <a:pt x="2074" y="368"/>
                    <a:pt x="2074" y="924"/>
                    <a:pt x="1773" y="1322"/>
                  </a:cubicBezTo>
                  <a:cubicBezTo>
                    <a:pt x="1535" y="1802"/>
                    <a:pt x="950" y="2005"/>
                    <a:pt x="466" y="1765"/>
                  </a:cubicBezTo>
                  <a:cubicBezTo>
                    <a:pt x="424" y="1750"/>
                    <a:pt x="385" y="1720"/>
                    <a:pt x="346" y="1697"/>
                  </a:cubicBezTo>
                  <a:lnTo>
                    <a:pt x="1398" y="196"/>
                  </a:lnTo>
                  <a:lnTo>
                    <a:pt x="1398" y="196"/>
                  </a:lnTo>
                  <a:lnTo>
                    <a:pt x="-29" y="1772"/>
                  </a:lnTo>
                  <a:cubicBezTo>
                    <a:pt x="-29" y="1772"/>
                    <a:pt x="-29" y="1772"/>
                    <a:pt x="-29" y="2223"/>
                  </a:cubicBezTo>
                  <a:lnTo>
                    <a:pt x="-29" y="2223"/>
                  </a:lnTo>
                  <a:cubicBezTo>
                    <a:pt x="496" y="3049"/>
                    <a:pt x="1698" y="2748"/>
                    <a:pt x="2224" y="2223"/>
                  </a:cubicBezTo>
                  <a:cubicBezTo>
                    <a:pt x="2729" y="1517"/>
                    <a:pt x="2563" y="526"/>
                    <a:pt x="1853" y="23"/>
                  </a:cubicBezTo>
                  <a:cubicBezTo>
                    <a:pt x="1827" y="8"/>
                    <a:pt x="1800" y="-15"/>
                    <a:pt x="1773" y="-30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9" name="Content Placeholder 4">
              <a:extLst>
                <a:ext uri="{FF2B5EF4-FFF2-40B4-BE49-F238E27FC236}">
                  <a16:creationId xmlns:a16="http://schemas.microsoft.com/office/drawing/2014/main" id="{BB887E61-4DA7-C67B-E9A7-07757AD635CB}"/>
                </a:ext>
              </a:extLst>
            </p:cNvPr>
            <p:cNvSpPr/>
            <p:nvPr/>
          </p:nvSpPr>
          <p:spPr>
            <a:xfrm>
              <a:off x="3663153" y="1843164"/>
              <a:ext cx="2519" cy="2627"/>
            </a:xfrm>
            <a:custGeom>
              <a:avLst/>
              <a:gdLst>
                <a:gd name="connsiteX0" fmla="*/ 947 w 2519"/>
                <a:gd name="connsiteY0" fmla="*/ 1998 h 2627"/>
                <a:gd name="connsiteX1" fmla="*/ 572 w 2519"/>
                <a:gd name="connsiteY1" fmla="*/ 1998 h 2627"/>
                <a:gd name="connsiteX2" fmla="*/ 572 w 2519"/>
                <a:gd name="connsiteY2" fmla="*/ 1998 h 2627"/>
                <a:gd name="connsiteX3" fmla="*/ 947 w 2519"/>
                <a:gd name="connsiteY3" fmla="*/ 1547 h 2627"/>
                <a:gd name="connsiteX4" fmla="*/ 947 w 2519"/>
                <a:gd name="connsiteY4" fmla="*/ 1547 h 2627"/>
                <a:gd name="connsiteX5" fmla="*/ 947 w 2519"/>
                <a:gd name="connsiteY5" fmla="*/ 1547 h 2627"/>
                <a:gd name="connsiteX6" fmla="*/ 1698 w 2519"/>
                <a:gd name="connsiteY6" fmla="*/ 1547 h 2627"/>
                <a:gd name="connsiteX7" fmla="*/ 1698 w 2519"/>
                <a:gd name="connsiteY7" fmla="*/ 1096 h 2627"/>
                <a:gd name="connsiteX8" fmla="*/ 1172 w 2519"/>
                <a:gd name="connsiteY8" fmla="*/ 1096 h 2627"/>
                <a:gd name="connsiteX9" fmla="*/ 1172 w 2519"/>
                <a:gd name="connsiteY9" fmla="*/ 1096 h 2627"/>
                <a:gd name="connsiteX10" fmla="*/ 1773 w 2519"/>
                <a:gd name="connsiteY10" fmla="*/ 496 h 2627"/>
                <a:gd name="connsiteX11" fmla="*/ 1773 w 2519"/>
                <a:gd name="connsiteY11" fmla="*/ 496 h 2627"/>
                <a:gd name="connsiteX12" fmla="*/ 2224 w 2519"/>
                <a:gd name="connsiteY12" fmla="*/ 496 h 2627"/>
                <a:gd name="connsiteX13" fmla="*/ 2224 w 2519"/>
                <a:gd name="connsiteY13" fmla="*/ -30 h 2627"/>
                <a:gd name="connsiteX14" fmla="*/ 1773 w 2519"/>
                <a:gd name="connsiteY14" fmla="*/ -30 h 2627"/>
                <a:gd name="connsiteX15" fmla="*/ 1773 w 2519"/>
                <a:gd name="connsiteY15" fmla="*/ -30 h 2627"/>
                <a:gd name="connsiteX16" fmla="*/ 1773 w 2519"/>
                <a:gd name="connsiteY16" fmla="*/ -30 h 2627"/>
                <a:gd name="connsiteX17" fmla="*/ 647 w 2519"/>
                <a:gd name="connsiteY17" fmla="*/ 1021 h 2627"/>
                <a:gd name="connsiteX18" fmla="*/ -29 w 2519"/>
                <a:gd name="connsiteY18" fmla="*/ 1847 h 2627"/>
                <a:gd name="connsiteX19" fmla="*/ 496 w 2519"/>
                <a:gd name="connsiteY19" fmla="*/ 2598 h 2627"/>
                <a:gd name="connsiteX20" fmla="*/ 1247 w 2519"/>
                <a:gd name="connsiteY20" fmla="*/ 2598 h 2627"/>
                <a:gd name="connsiteX21" fmla="*/ 947 w 2519"/>
                <a:gd name="connsiteY21" fmla="*/ 1998 h 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519" h="2627">
                  <a:moveTo>
                    <a:pt x="947" y="1998"/>
                  </a:moveTo>
                  <a:lnTo>
                    <a:pt x="572" y="1998"/>
                  </a:lnTo>
                  <a:cubicBezTo>
                    <a:pt x="572" y="1998"/>
                    <a:pt x="572" y="1998"/>
                    <a:pt x="572" y="1998"/>
                  </a:cubicBezTo>
                  <a:cubicBezTo>
                    <a:pt x="572" y="1998"/>
                    <a:pt x="572" y="1998"/>
                    <a:pt x="947" y="1547"/>
                  </a:cubicBezTo>
                  <a:lnTo>
                    <a:pt x="947" y="1547"/>
                  </a:lnTo>
                  <a:cubicBezTo>
                    <a:pt x="947" y="1547"/>
                    <a:pt x="947" y="1547"/>
                    <a:pt x="947" y="1547"/>
                  </a:cubicBezTo>
                  <a:cubicBezTo>
                    <a:pt x="1185" y="1660"/>
                    <a:pt x="1460" y="1660"/>
                    <a:pt x="1698" y="1547"/>
                  </a:cubicBezTo>
                  <a:cubicBezTo>
                    <a:pt x="1698" y="1547"/>
                    <a:pt x="1698" y="1547"/>
                    <a:pt x="1698" y="1096"/>
                  </a:cubicBezTo>
                  <a:lnTo>
                    <a:pt x="1172" y="1096"/>
                  </a:lnTo>
                  <a:lnTo>
                    <a:pt x="1172" y="1096"/>
                  </a:lnTo>
                  <a:lnTo>
                    <a:pt x="1773" y="496"/>
                  </a:lnTo>
                  <a:cubicBezTo>
                    <a:pt x="1773" y="496"/>
                    <a:pt x="1773" y="496"/>
                    <a:pt x="1773" y="496"/>
                  </a:cubicBezTo>
                  <a:lnTo>
                    <a:pt x="2224" y="496"/>
                  </a:lnTo>
                  <a:cubicBezTo>
                    <a:pt x="2224" y="496"/>
                    <a:pt x="2825" y="496"/>
                    <a:pt x="2224" y="-30"/>
                  </a:cubicBezTo>
                  <a:lnTo>
                    <a:pt x="1773" y="-30"/>
                  </a:lnTo>
                  <a:cubicBezTo>
                    <a:pt x="1773" y="-30"/>
                    <a:pt x="1773" y="-30"/>
                    <a:pt x="1773" y="-30"/>
                  </a:cubicBezTo>
                  <a:cubicBezTo>
                    <a:pt x="1773" y="-30"/>
                    <a:pt x="1773" y="-30"/>
                    <a:pt x="1773" y="-30"/>
                  </a:cubicBezTo>
                  <a:lnTo>
                    <a:pt x="647" y="1021"/>
                  </a:lnTo>
                  <a:cubicBezTo>
                    <a:pt x="647" y="1021"/>
                    <a:pt x="46" y="1547"/>
                    <a:pt x="-29" y="1847"/>
                  </a:cubicBezTo>
                  <a:cubicBezTo>
                    <a:pt x="11" y="2170"/>
                    <a:pt x="207" y="2448"/>
                    <a:pt x="496" y="2598"/>
                  </a:cubicBezTo>
                  <a:cubicBezTo>
                    <a:pt x="496" y="2598"/>
                    <a:pt x="947" y="2598"/>
                    <a:pt x="1247" y="2598"/>
                  </a:cubicBezTo>
                  <a:cubicBezTo>
                    <a:pt x="1548" y="2598"/>
                    <a:pt x="947" y="1998"/>
                    <a:pt x="947" y="1998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0" name="Content Placeholder 4">
              <a:extLst>
                <a:ext uri="{FF2B5EF4-FFF2-40B4-BE49-F238E27FC236}">
                  <a16:creationId xmlns:a16="http://schemas.microsoft.com/office/drawing/2014/main" id="{E89BA498-6AB9-2E82-1A82-A9451AD3CB5B}"/>
                </a:ext>
              </a:extLst>
            </p:cNvPr>
            <p:cNvSpPr/>
            <p:nvPr/>
          </p:nvSpPr>
          <p:spPr>
            <a:xfrm>
              <a:off x="3665105" y="1843990"/>
              <a:ext cx="2647" cy="3829"/>
            </a:xfrm>
            <a:custGeom>
              <a:avLst/>
              <a:gdLst>
                <a:gd name="connsiteX0" fmla="*/ 1473 w 2647"/>
                <a:gd name="connsiteY0" fmla="*/ 3349 h 3829"/>
                <a:gd name="connsiteX1" fmla="*/ 872 w 2647"/>
                <a:gd name="connsiteY1" fmla="*/ 1847 h 3829"/>
                <a:gd name="connsiteX2" fmla="*/ 1623 w 2647"/>
                <a:gd name="connsiteY2" fmla="*/ 1847 h 3829"/>
                <a:gd name="connsiteX3" fmla="*/ 2299 w 2647"/>
                <a:gd name="connsiteY3" fmla="*/ 1847 h 3829"/>
                <a:gd name="connsiteX4" fmla="*/ 1848 w 2647"/>
                <a:gd name="connsiteY4" fmla="*/ -30 h 3829"/>
                <a:gd name="connsiteX5" fmla="*/ 1848 w 2647"/>
                <a:gd name="connsiteY5" fmla="*/ -30 h 3829"/>
                <a:gd name="connsiteX6" fmla="*/ -29 w 2647"/>
                <a:gd name="connsiteY6" fmla="*/ 1847 h 3829"/>
                <a:gd name="connsiteX7" fmla="*/ 421 w 2647"/>
                <a:gd name="connsiteY7" fmla="*/ 2223 h 3829"/>
                <a:gd name="connsiteX8" fmla="*/ 421 w 2647"/>
                <a:gd name="connsiteY8" fmla="*/ 1847 h 3829"/>
                <a:gd name="connsiteX9" fmla="*/ 421 w 2647"/>
                <a:gd name="connsiteY9" fmla="*/ 1847 h 3829"/>
                <a:gd name="connsiteX10" fmla="*/ 421 w 2647"/>
                <a:gd name="connsiteY10" fmla="*/ 3124 h 3829"/>
                <a:gd name="connsiteX11" fmla="*/ 1473 w 2647"/>
                <a:gd name="connsiteY11" fmla="*/ 3349 h 3829"/>
                <a:gd name="connsiteX12" fmla="*/ 1473 w 2647"/>
                <a:gd name="connsiteY12" fmla="*/ 1247 h 3829"/>
                <a:gd name="connsiteX13" fmla="*/ 1473 w 2647"/>
                <a:gd name="connsiteY13" fmla="*/ 1247 h 3829"/>
                <a:gd name="connsiteX14" fmla="*/ 2149 w 2647"/>
                <a:gd name="connsiteY14" fmla="*/ 421 h 3829"/>
                <a:gd name="connsiteX15" fmla="*/ 2599 w 2647"/>
                <a:gd name="connsiteY15" fmla="*/ 1247 h 3829"/>
                <a:gd name="connsiteX16" fmla="*/ 1172 w 2647"/>
                <a:gd name="connsiteY16" fmla="*/ 1397 h 3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647" h="3829">
                  <a:moveTo>
                    <a:pt x="1473" y="3349"/>
                  </a:moveTo>
                  <a:cubicBezTo>
                    <a:pt x="1473" y="3349"/>
                    <a:pt x="1022" y="1697"/>
                    <a:pt x="872" y="1847"/>
                  </a:cubicBezTo>
                  <a:cubicBezTo>
                    <a:pt x="722" y="1998"/>
                    <a:pt x="1473" y="1847"/>
                    <a:pt x="1623" y="1847"/>
                  </a:cubicBezTo>
                  <a:cubicBezTo>
                    <a:pt x="1842" y="1922"/>
                    <a:pt x="2080" y="1922"/>
                    <a:pt x="2299" y="1847"/>
                  </a:cubicBezTo>
                  <a:cubicBezTo>
                    <a:pt x="3050" y="1322"/>
                    <a:pt x="2299" y="271"/>
                    <a:pt x="1848" y="-30"/>
                  </a:cubicBezTo>
                  <a:lnTo>
                    <a:pt x="1848" y="-30"/>
                  </a:lnTo>
                  <a:lnTo>
                    <a:pt x="-29" y="1847"/>
                  </a:lnTo>
                  <a:cubicBezTo>
                    <a:pt x="-29" y="1847"/>
                    <a:pt x="-29" y="2523"/>
                    <a:pt x="421" y="2223"/>
                  </a:cubicBezTo>
                  <a:lnTo>
                    <a:pt x="421" y="1847"/>
                  </a:lnTo>
                  <a:lnTo>
                    <a:pt x="421" y="1847"/>
                  </a:lnTo>
                  <a:cubicBezTo>
                    <a:pt x="454" y="2275"/>
                    <a:pt x="454" y="2696"/>
                    <a:pt x="421" y="3124"/>
                  </a:cubicBezTo>
                  <a:cubicBezTo>
                    <a:pt x="872" y="4100"/>
                    <a:pt x="1548" y="3875"/>
                    <a:pt x="1473" y="3349"/>
                  </a:cubicBezTo>
                  <a:close/>
                  <a:moveTo>
                    <a:pt x="1473" y="1247"/>
                  </a:moveTo>
                  <a:lnTo>
                    <a:pt x="1473" y="1247"/>
                  </a:lnTo>
                  <a:lnTo>
                    <a:pt x="2149" y="421"/>
                  </a:lnTo>
                  <a:cubicBezTo>
                    <a:pt x="2457" y="578"/>
                    <a:pt x="2636" y="901"/>
                    <a:pt x="2599" y="1247"/>
                  </a:cubicBezTo>
                  <a:cubicBezTo>
                    <a:pt x="2599" y="1247"/>
                    <a:pt x="1398" y="1472"/>
                    <a:pt x="1172" y="1397"/>
                  </a:cubicBezTo>
                  <a:close/>
                </a:path>
              </a:pathLst>
            </a:custGeom>
            <a:solidFill>
              <a:srgbClr val="4F545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1" name="Content Placeholder 4">
              <a:extLst>
                <a:ext uri="{FF2B5EF4-FFF2-40B4-BE49-F238E27FC236}">
                  <a16:creationId xmlns:a16="http://schemas.microsoft.com/office/drawing/2014/main" id="{8B4B0F27-892A-E220-ACD2-74238665C72C}"/>
                </a:ext>
              </a:extLst>
            </p:cNvPr>
            <p:cNvSpPr/>
            <p:nvPr/>
          </p:nvSpPr>
          <p:spPr>
            <a:xfrm>
              <a:off x="3682846" y="1777827"/>
              <a:ext cx="44692" cy="41532"/>
            </a:xfrm>
            <a:custGeom>
              <a:avLst/>
              <a:gdLst>
                <a:gd name="connsiteX0" fmla="*/ 37128 w 44692"/>
                <a:gd name="connsiteY0" fmla="*/ 38952 h 41532"/>
                <a:gd name="connsiteX1" fmla="*/ 40358 w 44692"/>
                <a:gd name="connsiteY1" fmla="*/ 41205 h 41532"/>
                <a:gd name="connsiteX2" fmla="*/ 44366 w 44692"/>
                <a:gd name="connsiteY2" fmla="*/ 39801 h 41532"/>
                <a:gd name="connsiteX3" fmla="*/ 44263 w 44692"/>
                <a:gd name="connsiteY3" fmla="*/ 37000 h 41532"/>
                <a:gd name="connsiteX4" fmla="*/ 42010 w 44692"/>
                <a:gd name="connsiteY4" fmla="*/ 34147 h 41532"/>
                <a:gd name="connsiteX5" fmla="*/ 37504 w 44692"/>
                <a:gd name="connsiteY5" fmla="*/ 29867 h 41532"/>
                <a:gd name="connsiteX6" fmla="*/ 17152 w 44692"/>
                <a:gd name="connsiteY6" fmla="*/ 11622 h 41532"/>
                <a:gd name="connsiteX7" fmla="*/ 13847 w 44692"/>
                <a:gd name="connsiteY7" fmla="*/ 8693 h 41532"/>
                <a:gd name="connsiteX8" fmla="*/ 4234 w 44692"/>
                <a:gd name="connsiteY8" fmla="*/ 734 h 41532"/>
                <a:gd name="connsiteX9" fmla="*/ 2057 w 44692"/>
                <a:gd name="connsiteY9" fmla="*/ 59 h 41532"/>
                <a:gd name="connsiteX10" fmla="*/ 1155 w 44692"/>
                <a:gd name="connsiteY10" fmla="*/ 960 h 41532"/>
                <a:gd name="connsiteX11" fmla="*/ 1681 w 44692"/>
                <a:gd name="connsiteY11" fmla="*/ 5615 h 41532"/>
                <a:gd name="connsiteX12" fmla="*/ 6788 w 44692"/>
                <a:gd name="connsiteY12" fmla="*/ 10420 h 41532"/>
                <a:gd name="connsiteX13" fmla="*/ 17001 w 44692"/>
                <a:gd name="connsiteY13" fmla="*/ 20106 h 41532"/>
                <a:gd name="connsiteX14" fmla="*/ 27215 w 44692"/>
                <a:gd name="connsiteY14" fmla="*/ 29717 h 41532"/>
                <a:gd name="connsiteX15" fmla="*/ 32322 w 44692"/>
                <a:gd name="connsiteY15" fmla="*/ 34447 h 41532"/>
                <a:gd name="connsiteX16" fmla="*/ 37128 w 44692"/>
                <a:gd name="connsiteY16" fmla="*/ 38952 h 4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4692" h="41532">
                  <a:moveTo>
                    <a:pt x="37128" y="38952"/>
                  </a:moveTo>
                  <a:cubicBezTo>
                    <a:pt x="38038" y="39921"/>
                    <a:pt x="39137" y="40687"/>
                    <a:pt x="40358" y="41205"/>
                  </a:cubicBezTo>
                  <a:cubicBezTo>
                    <a:pt x="41853" y="41926"/>
                    <a:pt x="43648" y="41295"/>
                    <a:pt x="44366" y="39801"/>
                  </a:cubicBezTo>
                  <a:cubicBezTo>
                    <a:pt x="44796" y="38907"/>
                    <a:pt x="44757" y="37856"/>
                    <a:pt x="44263" y="37000"/>
                  </a:cubicBezTo>
                  <a:cubicBezTo>
                    <a:pt x="43709" y="35911"/>
                    <a:pt x="42943" y="34943"/>
                    <a:pt x="42010" y="34147"/>
                  </a:cubicBezTo>
                  <a:lnTo>
                    <a:pt x="37504" y="29867"/>
                  </a:lnTo>
                  <a:cubicBezTo>
                    <a:pt x="30895" y="23635"/>
                    <a:pt x="24061" y="17628"/>
                    <a:pt x="17152" y="11622"/>
                  </a:cubicBezTo>
                  <a:lnTo>
                    <a:pt x="13847" y="8693"/>
                  </a:lnTo>
                  <a:cubicBezTo>
                    <a:pt x="10693" y="5990"/>
                    <a:pt x="7614" y="3212"/>
                    <a:pt x="4234" y="734"/>
                  </a:cubicBezTo>
                  <a:cubicBezTo>
                    <a:pt x="3634" y="284"/>
                    <a:pt x="2808" y="-242"/>
                    <a:pt x="2057" y="59"/>
                  </a:cubicBezTo>
                  <a:cubicBezTo>
                    <a:pt x="1685" y="276"/>
                    <a:pt x="1375" y="584"/>
                    <a:pt x="1155" y="960"/>
                  </a:cubicBezTo>
                  <a:cubicBezTo>
                    <a:pt x="-572" y="3287"/>
                    <a:pt x="-422" y="3663"/>
                    <a:pt x="1681" y="5615"/>
                  </a:cubicBezTo>
                  <a:cubicBezTo>
                    <a:pt x="3784" y="7567"/>
                    <a:pt x="5061" y="8843"/>
                    <a:pt x="6788" y="10420"/>
                  </a:cubicBezTo>
                  <a:lnTo>
                    <a:pt x="17001" y="20106"/>
                  </a:lnTo>
                  <a:lnTo>
                    <a:pt x="27215" y="29717"/>
                  </a:lnTo>
                  <a:lnTo>
                    <a:pt x="32322" y="34447"/>
                  </a:lnTo>
                  <a:cubicBezTo>
                    <a:pt x="33754" y="36122"/>
                    <a:pt x="35366" y="37631"/>
                    <a:pt x="37128" y="38952"/>
                  </a:cubicBezTo>
                  <a:close/>
                </a:path>
              </a:pathLst>
            </a:custGeom>
            <a:solidFill>
              <a:srgbClr val="B3BFC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722" name="Group 1721">
            <a:extLst>
              <a:ext uri="{FF2B5EF4-FFF2-40B4-BE49-F238E27FC236}">
                <a16:creationId xmlns:a16="http://schemas.microsoft.com/office/drawing/2014/main" id="{FD2FF774-77FF-EA86-2391-91E1BB409465}"/>
              </a:ext>
            </a:extLst>
          </p:cNvPr>
          <p:cNvGrpSpPr/>
          <p:nvPr userDrawn="1"/>
        </p:nvGrpSpPr>
        <p:grpSpPr>
          <a:xfrm>
            <a:off x="6160815" y="4072382"/>
            <a:ext cx="385438" cy="850523"/>
            <a:chOff x="8817159" y="3786008"/>
            <a:chExt cx="385438" cy="850523"/>
          </a:xfrm>
        </p:grpSpPr>
        <p:sp>
          <p:nvSpPr>
            <p:cNvPr id="1723" name="Content Placeholder 4">
              <a:extLst>
                <a:ext uri="{FF2B5EF4-FFF2-40B4-BE49-F238E27FC236}">
                  <a16:creationId xmlns:a16="http://schemas.microsoft.com/office/drawing/2014/main" id="{8E84F126-0471-C573-C104-E33CC1E789BA}"/>
                </a:ext>
              </a:extLst>
            </p:cNvPr>
            <p:cNvSpPr/>
            <p:nvPr/>
          </p:nvSpPr>
          <p:spPr>
            <a:xfrm>
              <a:off x="8853623" y="4610854"/>
              <a:ext cx="348974" cy="25677"/>
            </a:xfrm>
            <a:custGeom>
              <a:avLst/>
              <a:gdLst>
                <a:gd name="connsiteX0" fmla="*/ 348945 w 348974"/>
                <a:gd name="connsiteY0" fmla="*/ 11759 h 25677"/>
                <a:gd name="connsiteX1" fmla="*/ 330020 w 348974"/>
                <a:gd name="connsiteY1" fmla="*/ 4250 h 25677"/>
                <a:gd name="connsiteX2" fmla="*/ 57933 w 348974"/>
                <a:gd name="connsiteY2" fmla="*/ -29 h 25677"/>
                <a:gd name="connsiteX3" fmla="*/ 11672 w 348974"/>
                <a:gd name="connsiteY3" fmla="*/ 7029 h 25677"/>
                <a:gd name="connsiteX4" fmla="*/ 4912 w 348974"/>
                <a:gd name="connsiteY4" fmla="*/ 22045 h 25677"/>
                <a:gd name="connsiteX5" fmla="*/ 38332 w 348974"/>
                <a:gd name="connsiteY5" fmla="*/ 24448 h 25677"/>
                <a:gd name="connsiteX6" fmla="*/ 185828 w 348974"/>
                <a:gd name="connsiteY6" fmla="*/ 24448 h 25677"/>
                <a:gd name="connsiteX7" fmla="*/ 267537 w 348974"/>
                <a:gd name="connsiteY7" fmla="*/ 19943 h 25677"/>
                <a:gd name="connsiteX8" fmla="*/ 348945 w 348974"/>
                <a:gd name="connsiteY8" fmla="*/ 11759 h 25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8974" h="25677">
                  <a:moveTo>
                    <a:pt x="348945" y="11759"/>
                  </a:moveTo>
                  <a:cubicBezTo>
                    <a:pt x="345941" y="5227"/>
                    <a:pt x="337230" y="4250"/>
                    <a:pt x="330020" y="4250"/>
                  </a:cubicBezTo>
                  <a:cubicBezTo>
                    <a:pt x="239375" y="2373"/>
                    <a:pt x="148503" y="-29"/>
                    <a:pt x="57933" y="-29"/>
                  </a:cubicBezTo>
                  <a:cubicBezTo>
                    <a:pt x="42245" y="-59"/>
                    <a:pt x="26639" y="2321"/>
                    <a:pt x="11672" y="7029"/>
                  </a:cubicBezTo>
                  <a:cubicBezTo>
                    <a:pt x="3185" y="9807"/>
                    <a:pt x="-5902" y="14537"/>
                    <a:pt x="4912" y="22045"/>
                  </a:cubicBezTo>
                  <a:cubicBezTo>
                    <a:pt x="11822" y="26926"/>
                    <a:pt x="30146" y="24148"/>
                    <a:pt x="38332" y="24448"/>
                  </a:cubicBezTo>
                  <a:cubicBezTo>
                    <a:pt x="87500" y="26048"/>
                    <a:pt x="136660" y="26048"/>
                    <a:pt x="185828" y="24448"/>
                  </a:cubicBezTo>
                  <a:cubicBezTo>
                    <a:pt x="213067" y="23494"/>
                    <a:pt x="240298" y="21993"/>
                    <a:pt x="267537" y="19943"/>
                  </a:cubicBezTo>
                  <a:cubicBezTo>
                    <a:pt x="275122" y="18817"/>
                    <a:pt x="347518" y="8605"/>
                    <a:pt x="348945" y="11759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4" name="Content Placeholder 4">
              <a:extLst>
                <a:ext uri="{FF2B5EF4-FFF2-40B4-BE49-F238E27FC236}">
                  <a16:creationId xmlns:a16="http://schemas.microsoft.com/office/drawing/2014/main" id="{E05AE019-C099-A7B5-628A-82AAC71481A7}"/>
                </a:ext>
              </a:extLst>
            </p:cNvPr>
            <p:cNvSpPr/>
            <p:nvPr/>
          </p:nvSpPr>
          <p:spPr>
            <a:xfrm>
              <a:off x="8950458" y="4162761"/>
              <a:ext cx="105070" cy="444277"/>
            </a:xfrm>
            <a:custGeom>
              <a:avLst/>
              <a:gdLst>
                <a:gd name="connsiteX0" fmla="*/ 7435 w 105070"/>
                <a:gd name="connsiteY0" fmla="*/ 15051 h 444277"/>
                <a:gd name="connsiteX1" fmla="*/ 17198 w 105070"/>
                <a:gd name="connsiteY1" fmla="*/ 3338 h 444277"/>
                <a:gd name="connsiteX2" fmla="*/ 39728 w 105070"/>
                <a:gd name="connsiteY2" fmla="*/ 485 h 444277"/>
                <a:gd name="connsiteX3" fmla="*/ 74273 w 105070"/>
                <a:gd name="connsiteY3" fmla="*/ 4088 h 444277"/>
                <a:gd name="connsiteX4" fmla="*/ 99582 w 105070"/>
                <a:gd name="connsiteY4" fmla="*/ 13549 h 444277"/>
                <a:gd name="connsiteX5" fmla="*/ 104689 w 105070"/>
                <a:gd name="connsiteY5" fmla="*/ 34348 h 444277"/>
                <a:gd name="connsiteX6" fmla="*/ 88768 w 105070"/>
                <a:gd name="connsiteY6" fmla="*/ 199534 h 444277"/>
                <a:gd name="connsiteX7" fmla="*/ 78254 w 105070"/>
                <a:gd name="connsiteY7" fmla="*/ 354433 h 444277"/>
                <a:gd name="connsiteX8" fmla="*/ 72246 w 105070"/>
                <a:gd name="connsiteY8" fmla="*/ 439954 h 444277"/>
                <a:gd name="connsiteX9" fmla="*/ 70744 w 105070"/>
                <a:gd name="connsiteY9" fmla="*/ 442582 h 444277"/>
                <a:gd name="connsiteX10" fmla="*/ 67890 w 105070"/>
                <a:gd name="connsiteY10" fmla="*/ 441831 h 444277"/>
                <a:gd name="connsiteX11" fmla="*/ 49566 w 105070"/>
                <a:gd name="connsiteY11" fmla="*/ 444234 h 444277"/>
                <a:gd name="connsiteX12" fmla="*/ 47162 w 105070"/>
                <a:gd name="connsiteY12" fmla="*/ 444234 h 444277"/>
                <a:gd name="connsiteX13" fmla="*/ 42131 w 105070"/>
                <a:gd name="connsiteY13" fmla="*/ 396330 h 444277"/>
                <a:gd name="connsiteX14" fmla="*/ 10363 w 105070"/>
                <a:gd name="connsiteY14" fmla="*/ 111534 h 444277"/>
                <a:gd name="connsiteX15" fmla="*/ 7435 w 105070"/>
                <a:gd name="connsiteY15" fmla="*/ 15051 h 444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070" h="444277">
                  <a:moveTo>
                    <a:pt x="7435" y="15051"/>
                  </a:moveTo>
                  <a:cubicBezTo>
                    <a:pt x="9365" y="10208"/>
                    <a:pt x="12782" y="6109"/>
                    <a:pt x="17198" y="3338"/>
                  </a:cubicBezTo>
                  <a:cubicBezTo>
                    <a:pt x="24280" y="244"/>
                    <a:pt x="32098" y="-747"/>
                    <a:pt x="39728" y="485"/>
                  </a:cubicBezTo>
                  <a:cubicBezTo>
                    <a:pt x="51293" y="1310"/>
                    <a:pt x="62859" y="2512"/>
                    <a:pt x="74273" y="4088"/>
                  </a:cubicBezTo>
                  <a:cubicBezTo>
                    <a:pt x="83496" y="4494"/>
                    <a:pt x="92358" y="7805"/>
                    <a:pt x="99582" y="13549"/>
                  </a:cubicBezTo>
                  <a:cubicBezTo>
                    <a:pt x="104036" y="19504"/>
                    <a:pt x="105876" y="27012"/>
                    <a:pt x="104689" y="34348"/>
                  </a:cubicBezTo>
                  <a:cubicBezTo>
                    <a:pt x="103037" y="86907"/>
                    <a:pt x="92447" y="146524"/>
                    <a:pt x="88768" y="199534"/>
                  </a:cubicBezTo>
                  <a:cubicBezTo>
                    <a:pt x="85389" y="247963"/>
                    <a:pt x="83210" y="306079"/>
                    <a:pt x="78254" y="354433"/>
                  </a:cubicBezTo>
                  <a:cubicBezTo>
                    <a:pt x="76301" y="373204"/>
                    <a:pt x="76526" y="405115"/>
                    <a:pt x="72246" y="439954"/>
                  </a:cubicBezTo>
                  <a:cubicBezTo>
                    <a:pt x="72246" y="442657"/>
                    <a:pt x="72246" y="441080"/>
                    <a:pt x="70744" y="442582"/>
                  </a:cubicBezTo>
                  <a:cubicBezTo>
                    <a:pt x="69850" y="442154"/>
                    <a:pt x="68881" y="441899"/>
                    <a:pt x="67890" y="441831"/>
                  </a:cubicBezTo>
                  <a:cubicBezTo>
                    <a:pt x="63985" y="441831"/>
                    <a:pt x="53471" y="444459"/>
                    <a:pt x="49566" y="444234"/>
                  </a:cubicBezTo>
                  <a:cubicBezTo>
                    <a:pt x="48770" y="444114"/>
                    <a:pt x="47959" y="444114"/>
                    <a:pt x="47162" y="444234"/>
                  </a:cubicBezTo>
                  <a:cubicBezTo>
                    <a:pt x="45510" y="440705"/>
                    <a:pt x="42506" y="401060"/>
                    <a:pt x="42131" y="396330"/>
                  </a:cubicBezTo>
                  <a:cubicBezTo>
                    <a:pt x="34095" y="301348"/>
                    <a:pt x="33044" y="205165"/>
                    <a:pt x="10363" y="111534"/>
                  </a:cubicBezTo>
                  <a:cubicBezTo>
                    <a:pt x="2328" y="79774"/>
                    <a:pt x="-6834" y="45610"/>
                    <a:pt x="7435" y="1505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5" name="Content Placeholder 4">
              <a:extLst>
                <a:ext uri="{FF2B5EF4-FFF2-40B4-BE49-F238E27FC236}">
                  <a16:creationId xmlns:a16="http://schemas.microsoft.com/office/drawing/2014/main" id="{0FF4D587-0F4E-986C-7550-2CF969023714}"/>
                </a:ext>
              </a:extLst>
            </p:cNvPr>
            <p:cNvSpPr/>
            <p:nvPr/>
          </p:nvSpPr>
          <p:spPr>
            <a:xfrm>
              <a:off x="8886731" y="4156770"/>
              <a:ext cx="100422" cy="451081"/>
            </a:xfrm>
            <a:custGeom>
              <a:avLst/>
              <a:gdLst>
                <a:gd name="connsiteX0" fmla="*/ 20394 w 100422"/>
                <a:gd name="connsiteY0" fmla="*/ 318527 h 451081"/>
                <a:gd name="connsiteX1" fmla="*/ 23398 w 100422"/>
                <a:gd name="connsiteY1" fmla="*/ 451052 h 451081"/>
                <a:gd name="connsiteX2" fmla="*/ 58094 w 100422"/>
                <a:gd name="connsiteY2" fmla="*/ 447823 h 451081"/>
                <a:gd name="connsiteX3" fmla="*/ 65153 w 100422"/>
                <a:gd name="connsiteY3" fmla="*/ 366356 h 451081"/>
                <a:gd name="connsiteX4" fmla="*/ 68233 w 100422"/>
                <a:gd name="connsiteY4" fmla="*/ 312445 h 451081"/>
                <a:gd name="connsiteX5" fmla="*/ 80173 w 100422"/>
                <a:gd name="connsiteY5" fmla="*/ 130816 h 451081"/>
                <a:gd name="connsiteX6" fmla="*/ 93992 w 100422"/>
                <a:gd name="connsiteY6" fmla="*/ 64591 h 451081"/>
                <a:gd name="connsiteX7" fmla="*/ 71462 w 100422"/>
                <a:gd name="connsiteY7" fmla="*/ 1295 h 451081"/>
                <a:gd name="connsiteX8" fmla="*/ 9655 w 100422"/>
                <a:gd name="connsiteY8" fmla="*/ 18340 h 451081"/>
                <a:gd name="connsiteX9" fmla="*/ 2145 w 100422"/>
                <a:gd name="connsiteY9" fmla="*/ 81260 h 451081"/>
                <a:gd name="connsiteX10" fmla="*/ 12509 w 100422"/>
                <a:gd name="connsiteY10" fmla="*/ 209730 h 451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0422" h="451081">
                  <a:moveTo>
                    <a:pt x="20394" y="318527"/>
                  </a:moveTo>
                  <a:cubicBezTo>
                    <a:pt x="23473" y="361250"/>
                    <a:pt x="23022" y="408629"/>
                    <a:pt x="23398" y="451052"/>
                  </a:cubicBezTo>
                  <a:cubicBezTo>
                    <a:pt x="30382" y="449625"/>
                    <a:pt x="51185" y="449249"/>
                    <a:pt x="58094" y="447823"/>
                  </a:cubicBezTo>
                  <a:cubicBezTo>
                    <a:pt x="62675" y="422594"/>
                    <a:pt x="63126" y="391810"/>
                    <a:pt x="65153" y="366356"/>
                  </a:cubicBezTo>
                  <a:cubicBezTo>
                    <a:pt x="66580" y="348336"/>
                    <a:pt x="65153" y="330391"/>
                    <a:pt x="68233" y="312445"/>
                  </a:cubicBezTo>
                  <a:cubicBezTo>
                    <a:pt x="75743" y="262289"/>
                    <a:pt x="72589" y="180972"/>
                    <a:pt x="80173" y="130816"/>
                  </a:cubicBezTo>
                  <a:cubicBezTo>
                    <a:pt x="82952" y="108403"/>
                    <a:pt x="87578" y="86253"/>
                    <a:pt x="93992" y="64591"/>
                  </a:cubicBezTo>
                  <a:cubicBezTo>
                    <a:pt x="101502" y="41391"/>
                    <a:pt x="109913" y="8578"/>
                    <a:pt x="71462" y="1295"/>
                  </a:cubicBezTo>
                  <a:cubicBezTo>
                    <a:pt x="49833" y="-2834"/>
                    <a:pt x="21971" y="2647"/>
                    <a:pt x="9655" y="18340"/>
                  </a:cubicBezTo>
                  <a:cubicBezTo>
                    <a:pt x="-4389" y="36135"/>
                    <a:pt x="492" y="61588"/>
                    <a:pt x="2145" y="81260"/>
                  </a:cubicBezTo>
                  <a:cubicBezTo>
                    <a:pt x="4548" y="113696"/>
                    <a:pt x="10181" y="177293"/>
                    <a:pt x="12509" y="2097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6" name="Content Placeholder 4">
              <a:extLst>
                <a:ext uri="{FF2B5EF4-FFF2-40B4-BE49-F238E27FC236}">
                  <a16:creationId xmlns:a16="http://schemas.microsoft.com/office/drawing/2014/main" id="{A9B19A08-1C8E-6E5D-5E63-D0C794637760}"/>
                </a:ext>
              </a:extLst>
            </p:cNvPr>
            <p:cNvSpPr/>
            <p:nvPr/>
          </p:nvSpPr>
          <p:spPr>
            <a:xfrm>
              <a:off x="8880197" y="3925933"/>
              <a:ext cx="174351" cy="286289"/>
            </a:xfrm>
            <a:custGeom>
              <a:avLst/>
              <a:gdLst>
                <a:gd name="connsiteX0" fmla="*/ 137401 w 174351"/>
                <a:gd name="connsiteY0" fmla="*/ -30 h 286289"/>
                <a:gd name="connsiteX1" fmla="*/ 145512 w 174351"/>
                <a:gd name="connsiteY1" fmla="*/ 45397 h 286289"/>
                <a:gd name="connsiteX2" fmla="*/ 174200 w 174351"/>
                <a:gd name="connsiteY2" fmla="*/ 252405 h 286289"/>
                <a:gd name="connsiteX3" fmla="*/ 172022 w 174351"/>
                <a:gd name="connsiteY3" fmla="*/ 262991 h 286289"/>
                <a:gd name="connsiteX4" fmla="*/ 164512 w 174351"/>
                <a:gd name="connsiteY4" fmla="*/ 267722 h 286289"/>
                <a:gd name="connsiteX5" fmla="*/ 23474 w 174351"/>
                <a:gd name="connsiteY5" fmla="*/ 280637 h 286289"/>
                <a:gd name="connsiteX6" fmla="*/ 2446 w 174351"/>
                <a:gd name="connsiteY6" fmla="*/ 268773 h 286289"/>
                <a:gd name="connsiteX7" fmla="*/ 3347 w 174351"/>
                <a:gd name="connsiteY7" fmla="*/ 241893 h 286289"/>
                <a:gd name="connsiteX8" fmla="*/ 28581 w 174351"/>
                <a:gd name="connsiteY8" fmla="*/ 103437 h 286289"/>
                <a:gd name="connsiteX9" fmla="*/ 40672 w 174351"/>
                <a:gd name="connsiteY9" fmla="*/ 34059 h 286289"/>
                <a:gd name="connsiteX10" fmla="*/ 64479 w 174351"/>
                <a:gd name="connsiteY10" fmla="*/ 4025 h 286289"/>
                <a:gd name="connsiteX11" fmla="*/ 137401 w 174351"/>
                <a:gd name="connsiteY11" fmla="*/ -30 h 286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4351" h="286289">
                  <a:moveTo>
                    <a:pt x="137401" y="-30"/>
                  </a:moveTo>
                  <a:cubicBezTo>
                    <a:pt x="141952" y="14725"/>
                    <a:pt x="144670" y="29982"/>
                    <a:pt x="145512" y="45397"/>
                  </a:cubicBezTo>
                  <a:cubicBezTo>
                    <a:pt x="153022" y="114699"/>
                    <a:pt x="173073" y="182651"/>
                    <a:pt x="174200" y="252405"/>
                  </a:cubicBezTo>
                  <a:cubicBezTo>
                    <a:pt x="174643" y="256076"/>
                    <a:pt x="173877" y="259793"/>
                    <a:pt x="172022" y="262991"/>
                  </a:cubicBezTo>
                  <a:cubicBezTo>
                    <a:pt x="170002" y="265229"/>
                    <a:pt x="167403" y="266866"/>
                    <a:pt x="164512" y="267722"/>
                  </a:cubicBezTo>
                  <a:cubicBezTo>
                    <a:pt x="120030" y="286748"/>
                    <a:pt x="70675" y="291268"/>
                    <a:pt x="23474" y="280637"/>
                  </a:cubicBezTo>
                  <a:cubicBezTo>
                    <a:pt x="15138" y="279720"/>
                    <a:pt x="7546" y="275433"/>
                    <a:pt x="2446" y="268773"/>
                  </a:cubicBezTo>
                  <a:cubicBezTo>
                    <a:pt x="-2210" y="260814"/>
                    <a:pt x="644" y="250753"/>
                    <a:pt x="3347" y="241893"/>
                  </a:cubicBezTo>
                  <a:cubicBezTo>
                    <a:pt x="16790" y="196842"/>
                    <a:pt x="22047" y="149914"/>
                    <a:pt x="28581" y="103437"/>
                  </a:cubicBezTo>
                  <a:cubicBezTo>
                    <a:pt x="31885" y="80236"/>
                    <a:pt x="35490" y="56960"/>
                    <a:pt x="40672" y="34059"/>
                  </a:cubicBezTo>
                  <a:cubicBezTo>
                    <a:pt x="44051" y="19042"/>
                    <a:pt x="48182" y="6428"/>
                    <a:pt x="64479" y="4025"/>
                  </a:cubicBezTo>
                  <a:cubicBezTo>
                    <a:pt x="88811" y="646"/>
                    <a:pt x="112993" y="4926"/>
                    <a:pt x="137401" y="-30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7" name="Content Placeholder 4">
              <a:extLst>
                <a:ext uri="{FF2B5EF4-FFF2-40B4-BE49-F238E27FC236}">
                  <a16:creationId xmlns:a16="http://schemas.microsoft.com/office/drawing/2014/main" id="{7955FDF7-7D8B-82BC-6170-63F79CAEBB32}"/>
                </a:ext>
              </a:extLst>
            </p:cNvPr>
            <p:cNvSpPr/>
            <p:nvPr/>
          </p:nvSpPr>
          <p:spPr>
            <a:xfrm>
              <a:off x="8907530" y="3936381"/>
              <a:ext cx="130503" cy="269242"/>
            </a:xfrm>
            <a:custGeom>
              <a:avLst/>
              <a:gdLst>
                <a:gd name="connsiteX0" fmla="*/ 128692 w 130503"/>
                <a:gd name="connsiteY0" fmla="*/ 250141 h 269242"/>
                <a:gd name="connsiteX1" fmla="*/ 103984 w 130503"/>
                <a:gd name="connsiteY1" fmla="*/ 253520 h 269242"/>
                <a:gd name="connsiteX2" fmla="*/ 102632 w 130503"/>
                <a:gd name="connsiteY2" fmla="*/ 238503 h 269242"/>
                <a:gd name="connsiteX3" fmla="*/ 111945 w 130503"/>
                <a:gd name="connsiteY3" fmla="*/ 236551 h 269242"/>
                <a:gd name="connsiteX4" fmla="*/ 111494 w 130503"/>
                <a:gd name="connsiteY4" fmla="*/ 233472 h 269242"/>
                <a:gd name="connsiteX5" fmla="*/ 102332 w 130503"/>
                <a:gd name="connsiteY5" fmla="*/ 234598 h 269242"/>
                <a:gd name="connsiteX6" fmla="*/ 99328 w 130503"/>
                <a:gd name="connsiteY6" fmla="*/ 193603 h 269242"/>
                <a:gd name="connsiteX7" fmla="*/ 106838 w 130503"/>
                <a:gd name="connsiteY7" fmla="*/ 192176 h 269242"/>
                <a:gd name="connsiteX8" fmla="*/ 105861 w 130503"/>
                <a:gd name="connsiteY8" fmla="*/ 188722 h 269242"/>
                <a:gd name="connsiteX9" fmla="*/ 99328 w 130503"/>
                <a:gd name="connsiteY9" fmla="*/ 189999 h 269242"/>
                <a:gd name="connsiteX10" fmla="*/ 98051 w 130503"/>
                <a:gd name="connsiteY10" fmla="*/ 167473 h 269242"/>
                <a:gd name="connsiteX11" fmla="*/ 105035 w 130503"/>
                <a:gd name="connsiteY11" fmla="*/ 166422 h 269242"/>
                <a:gd name="connsiteX12" fmla="*/ 104585 w 130503"/>
                <a:gd name="connsiteY12" fmla="*/ 163118 h 269242"/>
                <a:gd name="connsiteX13" fmla="*/ 97826 w 130503"/>
                <a:gd name="connsiteY13" fmla="*/ 163794 h 269242"/>
                <a:gd name="connsiteX14" fmla="*/ 96850 w 130503"/>
                <a:gd name="connsiteY14" fmla="*/ 142320 h 269242"/>
                <a:gd name="connsiteX15" fmla="*/ 105712 w 130503"/>
                <a:gd name="connsiteY15" fmla="*/ 140142 h 269242"/>
                <a:gd name="connsiteX16" fmla="*/ 104810 w 130503"/>
                <a:gd name="connsiteY16" fmla="*/ 136839 h 269242"/>
                <a:gd name="connsiteX17" fmla="*/ 96624 w 130503"/>
                <a:gd name="connsiteY17" fmla="*/ 137965 h 269242"/>
                <a:gd name="connsiteX18" fmla="*/ 96624 w 130503"/>
                <a:gd name="connsiteY18" fmla="*/ 130456 h 269242"/>
                <a:gd name="connsiteX19" fmla="*/ 96624 w 130503"/>
                <a:gd name="connsiteY19" fmla="*/ 120846 h 269242"/>
                <a:gd name="connsiteX20" fmla="*/ 104134 w 130503"/>
                <a:gd name="connsiteY20" fmla="*/ 119119 h 269242"/>
                <a:gd name="connsiteX21" fmla="*/ 105411 w 130503"/>
                <a:gd name="connsiteY21" fmla="*/ 116791 h 269242"/>
                <a:gd name="connsiteX22" fmla="*/ 103083 w 130503"/>
                <a:gd name="connsiteY22" fmla="*/ 115515 h 269242"/>
                <a:gd name="connsiteX23" fmla="*/ 96624 w 130503"/>
                <a:gd name="connsiteY23" fmla="*/ 116716 h 269242"/>
                <a:gd name="connsiteX24" fmla="*/ 96174 w 130503"/>
                <a:gd name="connsiteY24" fmla="*/ 94641 h 269242"/>
                <a:gd name="connsiteX25" fmla="*/ 98877 w 130503"/>
                <a:gd name="connsiteY25" fmla="*/ 94641 h 269242"/>
                <a:gd name="connsiteX26" fmla="*/ 98877 w 130503"/>
                <a:gd name="connsiteY26" fmla="*/ 91037 h 269242"/>
                <a:gd name="connsiteX27" fmla="*/ 96099 w 130503"/>
                <a:gd name="connsiteY27" fmla="*/ 91037 h 269242"/>
                <a:gd name="connsiteX28" fmla="*/ 96099 w 130503"/>
                <a:gd name="connsiteY28" fmla="*/ 70689 h 269242"/>
                <a:gd name="connsiteX29" fmla="*/ 105261 w 130503"/>
                <a:gd name="connsiteY29" fmla="*/ 69112 h 269242"/>
                <a:gd name="connsiteX30" fmla="*/ 104735 w 130503"/>
                <a:gd name="connsiteY30" fmla="*/ 65659 h 269242"/>
                <a:gd name="connsiteX31" fmla="*/ 96023 w 130503"/>
                <a:gd name="connsiteY31" fmla="*/ 66484 h 269242"/>
                <a:gd name="connsiteX32" fmla="*/ 96023 w 130503"/>
                <a:gd name="connsiteY32" fmla="*/ 45010 h 269242"/>
                <a:gd name="connsiteX33" fmla="*/ 106237 w 130503"/>
                <a:gd name="connsiteY33" fmla="*/ 43358 h 269242"/>
                <a:gd name="connsiteX34" fmla="*/ 107739 w 130503"/>
                <a:gd name="connsiteY34" fmla="*/ 41857 h 269242"/>
                <a:gd name="connsiteX35" fmla="*/ 106237 w 130503"/>
                <a:gd name="connsiteY35" fmla="*/ 40355 h 269242"/>
                <a:gd name="connsiteX36" fmla="*/ 96324 w 130503"/>
                <a:gd name="connsiteY36" fmla="*/ 40956 h 269242"/>
                <a:gd name="connsiteX37" fmla="*/ 96324 w 130503"/>
                <a:gd name="connsiteY37" fmla="*/ 27140 h 269242"/>
                <a:gd name="connsiteX38" fmla="*/ 103834 w 130503"/>
                <a:gd name="connsiteY38" fmla="*/ 25639 h 269242"/>
                <a:gd name="connsiteX39" fmla="*/ 102933 w 130503"/>
                <a:gd name="connsiteY39" fmla="*/ 22410 h 269242"/>
                <a:gd name="connsiteX40" fmla="*/ 96399 w 130503"/>
                <a:gd name="connsiteY40" fmla="*/ 23461 h 269242"/>
                <a:gd name="connsiteX41" fmla="*/ 96399 w 130503"/>
                <a:gd name="connsiteY41" fmla="*/ 11523 h 269242"/>
                <a:gd name="connsiteX42" fmla="*/ 103909 w 130503"/>
                <a:gd name="connsiteY42" fmla="*/ 11898 h 269242"/>
                <a:gd name="connsiteX43" fmla="*/ 105937 w 130503"/>
                <a:gd name="connsiteY43" fmla="*/ 9871 h 269242"/>
                <a:gd name="connsiteX44" fmla="*/ 103909 w 130503"/>
                <a:gd name="connsiteY44" fmla="*/ 7843 h 269242"/>
                <a:gd name="connsiteX45" fmla="*/ 96399 w 130503"/>
                <a:gd name="connsiteY45" fmla="*/ 7843 h 269242"/>
                <a:gd name="connsiteX46" fmla="*/ 96399 w 130503"/>
                <a:gd name="connsiteY46" fmla="*/ 3864 h 269242"/>
                <a:gd name="connsiteX47" fmla="*/ 95648 w 130503"/>
                <a:gd name="connsiteY47" fmla="*/ 3864 h 269242"/>
                <a:gd name="connsiteX48" fmla="*/ 95648 w 130503"/>
                <a:gd name="connsiteY48" fmla="*/ 7843 h 269242"/>
                <a:gd name="connsiteX49" fmla="*/ 82581 w 130503"/>
                <a:gd name="connsiteY49" fmla="*/ 7468 h 269242"/>
                <a:gd name="connsiteX50" fmla="*/ 82581 w 130503"/>
                <a:gd name="connsiteY50" fmla="*/ 4840 h 269242"/>
                <a:gd name="connsiteX51" fmla="*/ 81905 w 130503"/>
                <a:gd name="connsiteY51" fmla="*/ 4164 h 269242"/>
                <a:gd name="connsiteX52" fmla="*/ 81229 w 130503"/>
                <a:gd name="connsiteY52" fmla="*/ 4840 h 269242"/>
                <a:gd name="connsiteX53" fmla="*/ 81229 w 130503"/>
                <a:gd name="connsiteY53" fmla="*/ 7393 h 269242"/>
                <a:gd name="connsiteX54" fmla="*/ 68312 w 130503"/>
                <a:gd name="connsiteY54" fmla="*/ 7018 h 269242"/>
                <a:gd name="connsiteX55" fmla="*/ 68312 w 130503"/>
                <a:gd name="connsiteY55" fmla="*/ 5290 h 269242"/>
                <a:gd name="connsiteX56" fmla="*/ 67365 w 130503"/>
                <a:gd name="connsiteY56" fmla="*/ 4810 h 269242"/>
                <a:gd name="connsiteX57" fmla="*/ 66885 w 130503"/>
                <a:gd name="connsiteY57" fmla="*/ 5290 h 269242"/>
                <a:gd name="connsiteX58" fmla="*/ 66885 w 130503"/>
                <a:gd name="connsiteY58" fmla="*/ 6942 h 269242"/>
                <a:gd name="connsiteX59" fmla="*/ 54794 w 130503"/>
                <a:gd name="connsiteY59" fmla="*/ 6417 h 269242"/>
                <a:gd name="connsiteX60" fmla="*/ 54794 w 130503"/>
                <a:gd name="connsiteY60" fmla="*/ 1011 h 269242"/>
                <a:gd name="connsiteX61" fmla="*/ 53367 w 130503"/>
                <a:gd name="connsiteY61" fmla="*/ 1011 h 269242"/>
                <a:gd name="connsiteX62" fmla="*/ 52541 w 130503"/>
                <a:gd name="connsiteY62" fmla="*/ 6492 h 269242"/>
                <a:gd name="connsiteX63" fmla="*/ 34817 w 130503"/>
                <a:gd name="connsiteY63" fmla="*/ 5441 h 269242"/>
                <a:gd name="connsiteX64" fmla="*/ 34817 w 130503"/>
                <a:gd name="connsiteY64" fmla="*/ 7243 h 269242"/>
                <a:gd name="connsiteX65" fmla="*/ 52240 w 130503"/>
                <a:gd name="connsiteY65" fmla="*/ 8970 h 269242"/>
                <a:gd name="connsiteX66" fmla="*/ 51039 w 130503"/>
                <a:gd name="connsiteY66" fmla="*/ 25939 h 269242"/>
                <a:gd name="connsiteX67" fmla="*/ 36019 w 130503"/>
                <a:gd name="connsiteY67" fmla="*/ 24062 h 269242"/>
                <a:gd name="connsiteX68" fmla="*/ 36544 w 130503"/>
                <a:gd name="connsiteY68" fmla="*/ 11072 h 269242"/>
                <a:gd name="connsiteX69" fmla="*/ 35598 w 130503"/>
                <a:gd name="connsiteY69" fmla="*/ 10591 h 269242"/>
                <a:gd name="connsiteX70" fmla="*/ 35117 w 130503"/>
                <a:gd name="connsiteY70" fmla="*/ 11072 h 269242"/>
                <a:gd name="connsiteX71" fmla="*/ 34592 w 130503"/>
                <a:gd name="connsiteY71" fmla="*/ 23686 h 269242"/>
                <a:gd name="connsiteX72" fmla="*/ 27082 w 130503"/>
                <a:gd name="connsiteY72" fmla="*/ 22110 h 269242"/>
                <a:gd name="connsiteX73" fmla="*/ 26083 w 130503"/>
                <a:gd name="connsiteY73" fmla="*/ 22898 h 269242"/>
                <a:gd name="connsiteX74" fmla="*/ 26631 w 130503"/>
                <a:gd name="connsiteY74" fmla="*/ 23836 h 269242"/>
                <a:gd name="connsiteX75" fmla="*/ 34141 w 130503"/>
                <a:gd name="connsiteY75" fmla="*/ 25563 h 269242"/>
                <a:gd name="connsiteX76" fmla="*/ 33466 w 130503"/>
                <a:gd name="connsiteY76" fmla="*/ 41406 h 269242"/>
                <a:gd name="connsiteX77" fmla="*/ 27983 w 130503"/>
                <a:gd name="connsiteY77" fmla="*/ 40881 h 269242"/>
                <a:gd name="connsiteX78" fmla="*/ 27983 w 130503"/>
                <a:gd name="connsiteY78" fmla="*/ 43434 h 269242"/>
                <a:gd name="connsiteX79" fmla="*/ 33315 w 130503"/>
                <a:gd name="connsiteY79" fmla="*/ 44109 h 269242"/>
                <a:gd name="connsiteX80" fmla="*/ 32339 w 130503"/>
                <a:gd name="connsiteY80" fmla="*/ 70389 h 269242"/>
                <a:gd name="connsiteX81" fmla="*/ 22801 w 130503"/>
                <a:gd name="connsiteY81" fmla="*/ 69938 h 269242"/>
                <a:gd name="connsiteX82" fmla="*/ 22801 w 130503"/>
                <a:gd name="connsiteY82" fmla="*/ 72116 h 269242"/>
                <a:gd name="connsiteX83" fmla="*/ 32264 w 130503"/>
                <a:gd name="connsiteY83" fmla="*/ 72716 h 269242"/>
                <a:gd name="connsiteX84" fmla="*/ 31738 w 130503"/>
                <a:gd name="connsiteY84" fmla="*/ 91412 h 269242"/>
                <a:gd name="connsiteX85" fmla="*/ 16718 w 130503"/>
                <a:gd name="connsiteY85" fmla="*/ 90061 h 269242"/>
                <a:gd name="connsiteX86" fmla="*/ 16718 w 130503"/>
                <a:gd name="connsiteY86" fmla="*/ 92313 h 269242"/>
                <a:gd name="connsiteX87" fmla="*/ 31738 w 130503"/>
                <a:gd name="connsiteY87" fmla="*/ 94191 h 269242"/>
                <a:gd name="connsiteX88" fmla="*/ 31212 w 130503"/>
                <a:gd name="connsiteY88" fmla="*/ 117767 h 269242"/>
                <a:gd name="connsiteX89" fmla="*/ 28584 w 130503"/>
                <a:gd name="connsiteY89" fmla="*/ 117767 h 269242"/>
                <a:gd name="connsiteX90" fmla="*/ 28584 w 130503"/>
                <a:gd name="connsiteY90" fmla="*/ 120245 h 269242"/>
                <a:gd name="connsiteX91" fmla="*/ 28584 w 130503"/>
                <a:gd name="connsiteY91" fmla="*/ 120245 h 269242"/>
                <a:gd name="connsiteX92" fmla="*/ 28584 w 130503"/>
                <a:gd name="connsiteY92" fmla="*/ 146149 h 269242"/>
                <a:gd name="connsiteX93" fmla="*/ 10485 w 130503"/>
                <a:gd name="connsiteY93" fmla="*/ 146600 h 269242"/>
                <a:gd name="connsiteX94" fmla="*/ 9681 w 130503"/>
                <a:gd name="connsiteY94" fmla="*/ 147974 h 269242"/>
                <a:gd name="connsiteX95" fmla="*/ 10485 w 130503"/>
                <a:gd name="connsiteY95" fmla="*/ 148777 h 269242"/>
                <a:gd name="connsiteX96" fmla="*/ 28584 w 130503"/>
                <a:gd name="connsiteY96" fmla="*/ 148777 h 269242"/>
                <a:gd name="connsiteX97" fmla="*/ 28584 w 130503"/>
                <a:gd name="connsiteY97" fmla="*/ 173330 h 269242"/>
                <a:gd name="connsiteX98" fmla="*/ 15066 w 130503"/>
                <a:gd name="connsiteY98" fmla="*/ 175432 h 269242"/>
                <a:gd name="connsiteX99" fmla="*/ 15066 w 130503"/>
                <a:gd name="connsiteY99" fmla="*/ 176558 h 269242"/>
                <a:gd name="connsiteX100" fmla="*/ 28433 w 130503"/>
                <a:gd name="connsiteY100" fmla="*/ 175282 h 269242"/>
                <a:gd name="connsiteX101" fmla="*/ 28433 w 130503"/>
                <a:gd name="connsiteY101" fmla="*/ 196531 h 269242"/>
                <a:gd name="connsiteX102" fmla="*/ 14390 w 130503"/>
                <a:gd name="connsiteY102" fmla="*/ 196531 h 269242"/>
                <a:gd name="connsiteX103" fmla="*/ 14390 w 130503"/>
                <a:gd name="connsiteY103" fmla="*/ 197357 h 269242"/>
                <a:gd name="connsiteX104" fmla="*/ 28433 w 130503"/>
                <a:gd name="connsiteY104" fmla="*/ 198483 h 269242"/>
                <a:gd name="connsiteX105" fmla="*/ 28884 w 130503"/>
                <a:gd name="connsiteY105" fmla="*/ 217104 h 269242"/>
                <a:gd name="connsiteX106" fmla="*/ 6354 w 130503"/>
                <a:gd name="connsiteY106" fmla="*/ 217104 h 269242"/>
                <a:gd name="connsiteX107" fmla="*/ 5941 w 130503"/>
                <a:gd name="connsiteY107" fmla="*/ 217968 h 269242"/>
                <a:gd name="connsiteX108" fmla="*/ 6354 w 130503"/>
                <a:gd name="connsiteY108" fmla="*/ 218380 h 269242"/>
                <a:gd name="connsiteX109" fmla="*/ 28884 w 130503"/>
                <a:gd name="connsiteY109" fmla="*/ 218756 h 269242"/>
                <a:gd name="connsiteX110" fmla="*/ 29711 w 130503"/>
                <a:gd name="connsiteY110" fmla="*/ 242182 h 269242"/>
                <a:gd name="connsiteX111" fmla="*/ 7781 w 130503"/>
                <a:gd name="connsiteY111" fmla="*/ 241056 h 269242"/>
                <a:gd name="connsiteX112" fmla="*/ 7781 w 130503"/>
                <a:gd name="connsiteY112" fmla="*/ 243158 h 269242"/>
                <a:gd name="connsiteX113" fmla="*/ 30311 w 130503"/>
                <a:gd name="connsiteY113" fmla="*/ 244885 h 269242"/>
                <a:gd name="connsiteX114" fmla="*/ 31137 w 130503"/>
                <a:gd name="connsiteY114" fmla="*/ 261854 h 269242"/>
                <a:gd name="connsiteX115" fmla="*/ 346 w 130503"/>
                <a:gd name="connsiteY115" fmla="*/ 259527 h 269242"/>
                <a:gd name="connsiteX116" fmla="*/ -29 w 130503"/>
                <a:gd name="connsiteY116" fmla="*/ 259902 h 269242"/>
                <a:gd name="connsiteX117" fmla="*/ 346 w 130503"/>
                <a:gd name="connsiteY117" fmla="*/ 260278 h 269242"/>
                <a:gd name="connsiteX118" fmla="*/ 31513 w 130503"/>
                <a:gd name="connsiteY118" fmla="*/ 265534 h 269242"/>
                <a:gd name="connsiteX119" fmla="*/ 31513 w 130503"/>
                <a:gd name="connsiteY119" fmla="*/ 267636 h 269242"/>
                <a:gd name="connsiteX120" fmla="*/ 34817 w 130503"/>
                <a:gd name="connsiteY120" fmla="*/ 267636 h 269242"/>
                <a:gd name="connsiteX121" fmla="*/ 34817 w 130503"/>
                <a:gd name="connsiteY121" fmla="*/ 265459 h 269242"/>
                <a:gd name="connsiteX122" fmla="*/ 62754 w 130503"/>
                <a:gd name="connsiteY122" fmla="*/ 263281 h 269242"/>
                <a:gd name="connsiteX123" fmla="*/ 62754 w 130503"/>
                <a:gd name="connsiteY123" fmla="*/ 263281 h 269242"/>
                <a:gd name="connsiteX124" fmla="*/ 64857 w 130503"/>
                <a:gd name="connsiteY124" fmla="*/ 265383 h 269242"/>
                <a:gd name="connsiteX125" fmla="*/ 66960 w 130503"/>
                <a:gd name="connsiteY125" fmla="*/ 263281 h 269242"/>
                <a:gd name="connsiteX126" fmla="*/ 66960 w 130503"/>
                <a:gd name="connsiteY126" fmla="*/ 262605 h 269242"/>
                <a:gd name="connsiteX127" fmla="*/ 81003 w 130503"/>
                <a:gd name="connsiteY127" fmla="*/ 260578 h 269242"/>
                <a:gd name="connsiteX128" fmla="*/ 83136 w 130503"/>
                <a:gd name="connsiteY128" fmla="*/ 261975 h 269242"/>
                <a:gd name="connsiteX129" fmla="*/ 84533 w 130503"/>
                <a:gd name="connsiteY129" fmla="*/ 260578 h 269242"/>
                <a:gd name="connsiteX130" fmla="*/ 84533 w 130503"/>
                <a:gd name="connsiteY130" fmla="*/ 260127 h 269242"/>
                <a:gd name="connsiteX131" fmla="*/ 101581 w 130503"/>
                <a:gd name="connsiteY131" fmla="*/ 257424 h 269242"/>
                <a:gd name="connsiteX132" fmla="*/ 105186 w 130503"/>
                <a:gd name="connsiteY132" fmla="*/ 257424 h 269242"/>
                <a:gd name="connsiteX133" fmla="*/ 105186 w 130503"/>
                <a:gd name="connsiteY133" fmla="*/ 256899 h 269242"/>
                <a:gd name="connsiteX134" fmla="*/ 129668 w 130503"/>
                <a:gd name="connsiteY134" fmla="*/ 253595 h 269242"/>
                <a:gd name="connsiteX135" fmla="*/ 128692 w 130503"/>
                <a:gd name="connsiteY135" fmla="*/ 250141 h 269242"/>
                <a:gd name="connsiteX136" fmla="*/ 98652 w 130503"/>
                <a:gd name="connsiteY136" fmla="*/ 235124 h 269242"/>
                <a:gd name="connsiteX137" fmla="*/ 83632 w 130503"/>
                <a:gd name="connsiteY137" fmla="*/ 237227 h 269242"/>
                <a:gd name="connsiteX138" fmla="*/ 83632 w 130503"/>
                <a:gd name="connsiteY138" fmla="*/ 213425 h 269242"/>
                <a:gd name="connsiteX139" fmla="*/ 95723 w 130503"/>
                <a:gd name="connsiteY139" fmla="*/ 210572 h 269242"/>
                <a:gd name="connsiteX140" fmla="*/ 96459 w 130503"/>
                <a:gd name="connsiteY140" fmla="*/ 208582 h 269242"/>
                <a:gd name="connsiteX141" fmla="*/ 94897 w 130503"/>
                <a:gd name="connsiteY141" fmla="*/ 207719 h 269242"/>
                <a:gd name="connsiteX142" fmla="*/ 83557 w 130503"/>
                <a:gd name="connsiteY142" fmla="*/ 209746 h 269242"/>
                <a:gd name="connsiteX143" fmla="*/ 83557 w 130503"/>
                <a:gd name="connsiteY143" fmla="*/ 196306 h 269242"/>
                <a:gd name="connsiteX144" fmla="*/ 95874 w 130503"/>
                <a:gd name="connsiteY144" fmla="*/ 194428 h 269242"/>
                <a:gd name="connsiteX145" fmla="*/ 98577 w 130503"/>
                <a:gd name="connsiteY145" fmla="*/ 235124 h 269242"/>
                <a:gd name="connsiteX146" fmla="*/ 51640 w 130503"/>
                <a:gd name="connsiteY146" fmla="*/ 121071 h 269242"/>
                <a:gd name="connsiteX147" fmla="*/ 64707 w 130503"/>
                <a:gd name="connsiteY147" fmla="*/ 121071 h 269242"/>
                <a:gd name="connsiteX148" fmla="*/ 64707 w 130503"/>
                <a:gd name="connsiteY148" fmla="*/ 142169 h 269242"/>
                <a:gd name="connsiteX149" fmla="*/ 51640 w 130503"/>
                <a:gd name="connsiteY149" fmla="*/ 143746 h 269242"/>
                <a:gd name="connsiteX150" fmla="*/ 51640 w 130503"/>
                <a:gd name="connsiteY150" fmla="*/ 129330 h 269242"/>
                <a:gd name="connsiteX151" fmla="*/ 51640 w 130503"/>
                <a:gd name="connsiteY151" fmla="*/ 66710 h 269242"/>
                <a:gd name="connsiteX152" fmla="*/ 51640 w 130503"/>
                <a:gd name="connsiteY152" fmla="*/ 45911 h 269242"/>
                <a:gd name="connsiteX153" fmla="*/ 64707 w 130503"/>
                <a:gd name="connsiteY153" fmla="*/ 46587 h 269242"/>
                <a:gd name="connsiteX154" fmla="*/ 64707 w 130503"/>
                <a:gd name="connsiteY154" fmla="*/ 69112 h 269242"/>
                <a:gd name="connsiteX155" fmla="*/ 51715 w 130503"/>
                <a:gd name="connsiteY155" fmla="*/ 69863 h 269242"/>
                <a:gd name="connsiteX156" fmla="*/ 67260 w 130503"/>
                <a:gd name="connsiteY156" fmla="*/ 194353 h 269242"/>
                <a:gd name="connsiteX157" fmla="*/ 67260 w 130503"/>
                <a:gd name="connsiteY157" fmla="*/ 171152 h 269242"/>
                <a:gd name="connsiteX158" fmla="*/ 78675 w 130503"/>
                <a:gd name="connsiteY158" fmla="*/ 169801 h 269242"/>
                <a:gd name="connsiteX159" fmla="*/ 78675 w 130503"/>
                <a:gd name="connsiteY159" fmla="*/ 193002 h 269242"/>
                <a:gd name="connsiteX160" fmla="*/ 79201 w 130503"/>
                <a:gd name="connsiteY160" fmla="*/ 196381 h 269242"/>
                <a:gd name="connsiteX161" fmla="*/ 79201 w 130503"/>
                <a:gd name="connsiteY161" fmla="*/ 210121 h 269242"/>
                <a:gd name="connsiteX162" fmla="*/ 66885 w 130503"/>
                <a:gd name="connsiteY162" fmla="*/ 212148 h 269242"/>
                <a:gd name="connsiteX163" fmla="*/ 66885 w 130503"/>
                <a:gd name="connsiteY163" fmla="*/ 197507 h 269242"/>
                <a:gd name="connsiteX164" fmla="*/ 79276 w 130503"/>
                <a:gd name="connsiteY164" fmla="*/ 196681 h 269242"/>
                <a:gd name="connsiteX165" fmla="*/ 67410 w 130503"/>
                <a:gd name="connsiteY165" fmla="*/ 167173 h 269242"/>
                <a:gd name="connsiteX166" fmla="*/ 67410 w 130503"/>
                <a:gd name="connsiteY166" fmla="*/ 146675 h 269242"/>
                <a:gd name="connsiteX167" fmla="*/ 78525 w 130503"/>
                <a:gd name="connsiteY167" fmla="*/ 145323 h 269242"/>
                <a:gd name="connsiteX168" fmla="*/ 78525 w 130503"/>
                <a:gd name="connsiteY168" fmla="*/ 165671 h 269242"/>
                <a:gd name="connsiteX169" fmla="*/ 67410 w 130503"/>
                <a:gd name="connsiteY169" fmla="*/ 141794 h 269242"/>
                <a:gd name="connsiteX170" fmla="*/ 67410 w 130503"/>
                <a:gd name="connsiteY170" fmla="*/ 121146 h 269242"/>
                <a:gd name="connsiteX171" fmla="*/ 68387 w 130503"/>
                <a:gd name="connsiteY171" fmla="*/ 121146 h 269242"/>
                <a:gd name="connsiteX172" fmla="*/ 78300 w 130503"/>
                <a:gd name="connsiteY172" fmla="*/ 121146 h 269242"/>
                <a:gd name="connsiteX173" fmla="*/ 78300 w 130503"/>
                <a:gd name="connsiteY173" fmla="*/ 140067 h 269242"/>
                <a:gd name="connsiteX174" fmla="*/ 67410 w 130503"/>
                <a:gd name="connsiteY174" fmla="*/ 117842 h 269242"/>
                <a:gd name="connsiteX175" fmla="*/ 67410 w 130503"/>
                <a:gd name="connsiteY175" fmla="*/ 95918 h 269242"/>
                <a:gd name="connsiteX176" fmla="*/ 78375 w 130503"/>
                <a:gd name="connsiteY176" fmla="*/ 95918 h 269242"/>
                <a:gd name="connsiteX177" fmla="*/ 78375 w 130503"/>
                <a:gd name="connsiteY177" fmla="*/ 117992 h 269242"/>
                <a:gd name="connsiteX178" fmla="*/ 67410 w 130503"/>
                <a:gd name="connsiteY178" fmla="*/ 91863 h 269242"/>
                <a:gd name="connsiteX179" fmla="*/ 67410 w 130503"/>
                <a:gd name="connsiteY179" fmla="*/ 72867 h 269242"/>
                <a:gd name="connsiteX180" fmla="*/ 78525 w 130503"/>
                <a:gd name="connsiteY180" fmla="*/ 72341 h 269242"/>
                <a:gd name="connsiteX181" fmla="*/ 78525 w 130503"/>
                <a:gd name="connsiteY181" fmla="*/ 91638 h 269242"/>
                <a:gd name="connsiteX182" fmla="*/ 67410 w 130503"/>
                <a:gd name="connsiteY182" fmla="*/ 68812 h 269242"/>
                <a:gd name="connsiteX183" fmla="*/ 66960 w 130503"/>
                <a:gd name="connsiteY183" fmla="*/ 46287 h 269242"/>
                <a:gd name="connsiteX184" fmla="*/ 78600 w 130503"/>
                <a:gd name="connsiteY184" fmla="*/ 46287 h 269242"/>
                <a:gd name="connsiteX185" fmla="*/ 78600 w 130503"/>
                <a:gd name="connsiteY185" fmla="*/ 67986 h 269242"/>
                <a:gd name="connsiteX186" fmla="*/ 66885 w 130503"/>
                <a:gd name="connsiteY186" fmla="*/ 42608 h 269242"/>
                <a:gd name="connsiteX187" fmla="*/ 66885 w 130503"/>
                <a:gd name="connsiteY187" fmla="*/ 29167 h 269242"/>
                <a:gd name="connsiteX188" fmla="*/ 78976 w 130503"/>
                <a:gd name="connsiteY188" fmla="*/ 29167 h 269242"/>
                <a:gd name="connsiteX189" fmla="*/ 78976 w 130503"/>
                <a:gd name="connsiteY189" fmla="*/ 42307 h 269242"/>
                <a:gd name="connsiteX190" fmla="*/ 66134 w 130503"/>
                <a:gd name="connsiteY190" fmla="*/ 42908 h 269242"/>
                <a:gd name="connsiteX191" fmla="*/ 65157 w 130503"/>
                <a:gd name="connsiteY191" fmla="*/ 42608 h 269242"/>
                <a:gd name="connsiteX192" fmla="*/ 52090 w 130503"/>
                <a:gd name="connsiteY192" fmla="*/ 42608 h 269242"/>
                <a:gd name="connsiteX193" fmla="*/ 52090 w 130503"/>
                <a:gd name="connsiteY193" fmla="*/ 28492 h 269242"/>
                <a:gd name="connsiteX194" fmla="*/ 65157 w 130503"/>
                <a:gd name="connsiteY194" fmla="*/ 29393 h 269242"/>
                <a:gd name="connsiteX195" fmla="*/ 64407 w 130503"/>
                <a:gd name="connsiteY195" fmla="*/ 42908 h 269242"/>
                <a:gd name="connsiteX196" fmla="*/ 65157 w 130503"/>
                <a:gd name="connsiteY196" fmla="*/ 72641 h 269242"/>
                <a:gd name="connsiteX197" fmla="*/ 65157 w 130503"/>
                <a:gd name="connsiteY197" fmla="*/ 91563 h 269242"/>
                <a:gd name="connsiteX198" fmla="*/ 52165 w 130503"/>
                <a:gd name="connsiteY198" fmla="*/ 91563 h 269242"/>
                <a:gd name="connsiteX199" fmla="*/ 52165 w 130503"/>
                <a:gd name="connsiteY199" fmla="*/ 73392 h 269242"/>
                <a:gd name="connsiteX200" fmla="*/ 64707 w 130503"/>
                <a:gd name="connsiteY200" fmla="*/ 73392 h 269242"/>
                <a:gd name="connsiteX201" fmla="*/ 65157 w 130503"/>
                <a:gd name="connsiteY201" fmla="*/ 95617 h 269242"/>
                <a:gd name="connsiteX202" fmla="*/ 65157 w 130503"/>
                <a:gd name="connsiteY202" fmla="*/ 117542 h 269242"/>
                <a:gd name="connsiteX203" fmla="*/ 52165 w 130503"/>
                <a:gd name="connsiteY203" fmla="*/ 117542 h 269242"/>
                <a:gd name="connsiteX204" fmla="*/ 52165 w 130503"/>
                <a:gd name="connsiteY204" fmla="*/ 95017 h 269242"/>
                <a:gd name="connsiteX205" fmla="*/ 65157 w 130503"/>
                <a:gd name="connsiteY205" fmla="*/ 146675 h 269242"/>
                <a:gd name="connsiteX206" fmla="*/ 65157 w 130503"/>
                <a:gd name="connsiteY206" fmla="*/ 167323 h 269242"/>
                <a:gd name="connsiteX207" fmla="*/ 52015 w 130503"/>
                <a:gd name="connsiteY207" fmla="*/ 169200 h 269242"/>
                <a:gd name="connsiteX208" fmla="*/ 52015 w 130503"/>
                <a:gd name="connsiteY208" fmla="*/ 147576 h 269242"/>
                <a:gd name="connsiteX209" fmla="*/ 64407 w 130503"/>
                <a:gd name="connsiteY209" fmla="*/ 147276 h 269242"/>
                <a:gd name="connsiteX210" fmla="*/ 65157 w 130503"/>
                <a:gd name="connsiteY210" fmla="*/ 171152 h 269242"/>
                <a:gd name="connsiteX211" fmla="*/ 64707 w 130503"/>
                <a:gd name="connsiteY211" fmla="*/ 194428 h 269242"/>
                <a:gd name="connsiteX212" fmla="*/ 51715 w 130503"/>
                <a:gd name="connsiteY212" fmla="*/ 195405 h 269242"/>
                <a:gd name="connsiteX213" fmla="*/ 52090 w 130503"/>
                <a:gd name="connsiteY213" fmla="*/ 172504 h 269242"/>
                <a:gd name="connsiteX214" fmla="*/ 51715 w 130503"/>
                <a:gd name="connsiteY214" fmla="*/ 197958 h 269242"/>
                <a:gd name="connsiteX215" fmla="*/ 64707 w 130503"/>
                <a:gd name="connsiteY215" fmla="*/ 197507 h 269242"/>
                <a:gd name="connsiteX216" fmla="*/ 64707 w 130503"/>
                <a:gd name="connsiteY216" fmla="*/ 212524 h 269242"/>
                <a:gd name="connsiteX217" fmla="*/ 51715 w 130503"/>
                <a:gd name="connsiteY217" fmla="*/ 214326 h 269242"/>
                <a:gd name="connsiteX218" fmla="*/ 50588 w 130503"/>
                <a:gd name="connsiteY218" fmla="*/ 198558 h 269242"/>
                <a:gd name="connsiteX219" fmla="*/ 64256 w 130503"/>
                <a:gd name="connsiteY219" fmla="*/ 216053 h 269242"/>
                <a:gd name="connsiteX220" fmla="*/ 63655 w 130503"/>
                <a:gd name="connsiteY220" fmla="*/ 239329 h 269242"/>
                <a:gd name="connsiteX221" fmla="*/ 50738 w 130503"/>
                <a:gd name="connsiteY221" fmla="*/ 240606 h 269242"/>
                <a:gd name="connsiteX222" fmla="*/ 51264 w 130503"/>
                <a:gd name="connsiteY222" fmla="*/ 217254 h 269242"/>
                <a:gd name="connsiteX223" fmla="*/ 63130 w 130503"/>
                <a:gd name="connsiteY223" fmla="*/ 216654 h 269242"/>
                <a:gd name="connsiteX224" fmla="*/ 68162 w 130503"/>
                <a:gd name="connsiteY224" fmla="*/ 215527 h 269242"/>
                <a:gd name="connsiteX225" fmla="*/ 80628 w 130503"/>
                <a:gd name="connsiteY225" fmla="*/ 213500 h 269242"/>
                <a:gd name="connsiteX226" fmla="*/ 80628 w 130503"/>
                <a:gd name="connsiteY226" fmla="*/ 237152 h 269242"/>
                <a:gd name="connsiteX227" fmla="*/ 67486 w 130503"/>
                <a:gd name="connsiteY227" fmla="*/ 238804 h 269242"/>
                <a:gd name="connsiteX228" fmla="*/ 67035 w 130503"/>
                <a:gd name="connsiteY228" fmla="*/ 216053 h 269242"/>
                <a:gd name="connsiteX229" fmla="*/ 96174 w 130503"/>
                <a:gd name="connsiteY229" fmla="*/ 190224 h 269242"/>
                <a:gd name="connsiteX230" fmla="*/ 84008 w 130503"/>
                <a:gd name="connsiteY230" fmla="*/ 192176 h 269242"/>
                <a:gd name="connsiteX231" fmla="*/ 84008 w 130503"/>
                <a:gd name="connsiteY231" fmla="*/ 169050 h 269242"/>
                <a:gd name="connsiteX232" fmla="*/ 94972 w 130503"/>
                <a:gd name="connsiteY232" fmla="*/ 167548 h 269242"/>
                <a:gd name="connsiteX233" fmla="*/ 95047 w 130503"/>
                <a:gd name="connsiteY233" fmla="*/ 190825 h 269242"/>
                <a:gd name="connsiteX234" fmla="*/ 94596 w 130503"/>
                <a:gd name="connsiteY234" fmla="*/ 163644 h 269242"/>
                <a:gd name="connsiteX235" fmla="*/ 83782 w 130503"/>
                <a:gd name="connsiteY235" fmla="*/ 164845 h 269242"/>
                <a:gd name="connsiteX236" fmla="*/ 83782 w 130503"/>
                <a:gd name="connsiteY236" fmla="*/ 144497 h 269242"/>
                <a:gd name="connsiteX237" fmla="*/ 93771 w 130503"/>
                <a:gd name="connsiteY237" fmla="*/ 142695 h 269242"/>
                <a:gd name="connsiteX238" fmla="*/ 93470 w 130503"/>
                <a:gd name="connsiteY238" fmla="*/ 164244 h 269242"/>
                <a:gd name="connsiteX239" fmla="*/ 93095 w 130503"/>
                <a:gd name="connsiteY239" fmla="*/ 130081 h 269242"/>
                <a:gd name="connsiteX240" fmla="*/ 93095 w 130503"/>
                <a:gd name="connsiteY240" fmla="*/ 138040 h 269242"/>
                <a:gd name="connsiteX241" fmla="*/ 83182 w 130503"/>
                <a:gd name="connsiteY241" fmla="*/ 139467 h 269242"/>
                <a:gd name="connsiteX242" fmla="*/ 83182 w 130503"/>
                <a:gd name="connsiteY242" fmla="*/ 121146 h 269242"/>
                <a:gd name="connsiteX243" fmla="*/ 92644 w 130503"/>
                <a:gd name="connsiteY243" fmla="*/ 121146 h 269242"/>
                <a:gd name="connsiteX244" fmla="*/ 91968 w 130503"/>
                <a:gd name="connsiteY244" fmla="*/ 130682 h 269242"/>
                <a:gd name="connsiteX245" fmla="*/ 92644 w 130503"/>
                <a:gd name="connsiteY245" fmla="*/ 116866 h 269242"/>
                <a:gd name="connsiteX246" fmla="*/ 83257 w 130503"/>
                <a:gd name="connsiteY246" fmla="*/ 117467 h 269242"/>
                <a:gd name="connsiteX247" fmla="*/ 83257 w 130503"/>
                <a:gd name="connsiteY247" fmla="*/ 94941 h 269242"/>
                <a:gd name="connsiteX248" fmla="*/ 92419 w 130503"/>
                <a:gd name="connsiteY248" fmla="*/ 94416 h 269242"/>
                <a:gd name="connsiteX249" fmla="*/ 91518 w 130503"/>
                <a:gd name="connsiteY249" fmla="*/ 117467 h 269242"/>
                <a:gd name="connsiteX250" fmla="*/ 92043 w 130503"/>
                <a:gd name="connsiteY250" fmla="*/ 90812 h 269242"/>
                <a:gd name="connsiteX251" fmla="*/ 82881 w 130503"/>
                <a:gd name="connsiteY251" fmla="*/ 91187 h 269242"/>
                <a:gd name="connsiteX252" fmla="*/ 82881 w 130503"/>
                <a:gd name="connsiteY252" fmla="*/ 71740 h 269242"/>
                <a:gd name="connsiteX253" fmla="*/ 92043 w 130503"/>
                <a:gd name="connsiteY253" fmla="*/ 70764 h 269242"/>
                <a:gd name="connsiteX254" fmla="*/ 90917 w 130503"/>
                <a:gd name="connsiteY254" fmla="*/ 91412 h 269242"/>
                <a:gd name="connsiteX255" fmla="*/ 92043 w 130503"/>
                <a:gd name="connsiteY255" fmla="*/ 66409 h 269242"/>
                <a:gd name="connsiteX256" fmla="*/ 82731 w 130503"/>
                <a:gd name="connsiteY256" fmla="*/ 67310 h 269242"/>
                <a:gd name="connsiteX257" fmla="*/ 82205 w 130503"/>
                <a:gd name="connsiteY257" fmla="*/ 45761 h 269242"/>
                <a:gd name="connsiteX258" fmla="*/ 92268 w 130503"/>
                <a:gd name="connsiteY258" fmla="*/ 45010 h 269242"/>
                <a:gd name="connsiteX259" fmla="*/ 90616 w 130503"/>
                <a:gd name="connsiteY259" fmla="*/ 67010 h 269242"/>
                <a:gd name="connsiteX260" fmla="*/ 92043 w 130503"/>
                <a:gd name="connsiteY260" fmla="*/ 40806 h 269242"/>
                <a:gd name="connsiteX261" fmla="*/ 81755 w 130503"/>
                <a:gd name="connsiteY261" fmla="*/ 41556 h 269242"/>
                <a:gd name="connsiteX262" fmla="*/ 81379 w 130503"/>
                <a:gd name="connsiteY262" fmla="*/ 28567 h 269242"/>
                <a:gd name="connsiteX263" fmla="*/ 92494 w 130503"/>
                <a:gd name="connsiteY263" fmla="*/ 27290 h 269242"/>
                <a:gd name="connsiteX264" fmla="*/ 90992 w 130503"/>
                <a:gd name="connsiteY264" fmla="*/ 41406 h 269242"/>
                <a:gd name="connsiteX265" fmla="*/ 93470 w 130503"/>
                <a:gd name="connsiteY265" fmla="*/ 10772 h 269242"/>
                <a:gd name="connsiteX266" fmla="*/ 92719 w 130503"/>
                <a:gd name="connsiteY266" fmla="*/ 23161 h 269242"/>
                <a:gd name="connsiteX267" fmla="*/ 81229 w 130503"/>
                <a:gd name="connsiteY267" fmla="*/ 24512 h 269242"/>
                <a:gd name="connsiteX268" fmla="*/ 80703 w 130503"/>
                <a:gd name="connsiteY268" fmla="*/ 10096 h 269242"/>
                <a:gd name="connsiteX269" fmla="*/ 79201 w 130503"/>
                <a:gd name="connsiteY269" fmla="*/ 10021 h 269242"/>
                <a:gd name="connsiteX270" fmla="*/ 79201 w 130503"/>
                <a:gd name="connsiteY270" fmla="*/ 24662 h 269242"/>
                <a:gd name="connsiteX271" fmla="*/ 66960 w 130503"/>
                <a:gd name="connsiteY271" fmla="*/ 25338 h 269242"/>
                <a:gd name="connsiteX272" fmla="*/ 66509 w 130503"/>
                <a:gd name="connsiteY272" fmla="*/ 9120 h 269242"/>
                <a:gd name="connsiteX273" fmla="*/ 52616 w 130503"/>
                <a:gd name="connsiteY273" fmla="*/ 7994 h 269242"/>
                <a:gd name="connsiteX274" fmla="*/ 64932 w 130503"/>
                <a:gd name="connsiteY274" fmla="*/ 9045 h 269242"/>
                <a:gd name="connsiteX275" fmla="*/ 64932 w 130503"/>
                <a:gd name="connsiteY275" fmla="*/ 25413 h 269242"/>
                <a:gd name="connsiteX276" fmla="*/ 51940 w 130503"/>
                <a:gd name="connsiteY276" fmla="*/ 25038 h 269242"/>
                <a:gd name="connsiteX277" fmla="*/ 51564 w 130503"/>
                <a:gd name="connsiteY277" fmla="*/ 8895 h 269242"/>
                <a:gd name="connsiteX278" fmla="*/ 34141 w 130503"/>
                <a:gd name="connsiteY278" fmla="*/ 24813 h 269242"/>
                <a:gd name="connsiteX279" fmla="*/ 49161 w 130503"/>
                <a:gd name="connsiteY279" fmla="*/ 27215 h 269242"/>
                <a:gd name="connsiteX280" fmla="*/ 49161 w 130503"/>
                <a:gd name="connsiteY280" fmla="*/ 41631 h 269242"/>
                <a:gd name="connsiteX281" fmla="*/ 33540 w 130503"/>
                <a:gd name="connsiteY281" fmla="*/ 40430 h 269242"/>
                <a:gd name="connsiteX282" fmla="*/ 33090 w 130503"/>
                <a:gd name="connsiteY282" fmla="*/ 25713 h 269242"/>
                <a:gd name="connsiteX283" fmla="*/ 33466 w 130503"/>
                <a:gd name="connsiteY283" fmla="*/ 43208 h 269242"/>
                <a:gd name="connsiteX284" fmla="*/ 49311 w 130503"/>
                <a:gd name="connsiteY284" fmla="*/ 44785 h 269242"/>
                <a:gd name="connsiteX285" fmla="*/ 49311 w 130503"/>
                <a:gd name="connsiteY285" fmla="*/ 60252 h 269242"/>
                <a:gd name="connsiteX286" fmla="*/ 49311 w 130503"/>
                <a:gd name="connsiteY286" fmla="*/ 69188 h 269242"/>
                <a:gd name="connsiteX287" fmla="*/ 32865 w 130503"/>
                <a:gd name="connsiteY287" fmla="*/ 69188 h 269242"/>
                <a:gd name="connsiteX288" fmla="*/ 32414 w 130503"/>
                <a:gd name="connsiteY288" fmla="*/ 44109 h 269242"/>
                <a:gd name="connsiteX289" fmla="*/ 32865 w 130503"/>
                <a:gd name="connsiteY289" fmla="*/ 71665 h 269242"/>
                <a:gd name="connsiteX290" fmla="*/ 49387 w 130503"/>
                <a:gd name="connsiteY290" fmla="*/ 72341 h 269242"/>
                <a:gd name="connsiteX291" fmla="*/ 49387 w 130503"/>
                <a:gd name="connsiteY291" fmla="*/ 91187 h 269242"/>
                <a:gd name="connsiteX292" fmla="*/ 32789 w 130503"/>
                <a:gd name="connsiteY292" fmla="*/ 90436 h 269242"/>
                <a:gd name="connsiteX293" fmla="*/ 31813 w 130503"/>
                <a:gd name="connsiteY293" fmla="*/ 72566 h 269242"/>
                <a:gd name="connsiteX294" fmla="*/ 32865 w 130503"/>
                <a:gd name="connsiteY294" fmla="*/ 93365 h 269242"/>
                <a:gd name="connsiteX295" fmla="*/ 49537 w 130503"/>
                <a:gd name="connsiteY295" fmla="*/ 94716 h 269242"/>
                <a:gd name="connsiteX296" fmla="*/ 49537 w 130503"/>
                <a:gd name="connsiteY296" fmla="*/ 117242 h 269242"/>
                <a:gd name="connsiteX297" fmla="*/ 32865 w 130503"/>
                <a:gd name="connsiteY297" fmla="*/ 116791 h 269242"/>
                <a:gd name="connsiteX298" fmla="*/ 31588 w 130503"/>
                <a:gd name="connsiteY298" fmla="*/ 94266 h 269242"/>
                <a:gd name="connsiteX299" fmla="*/ 32865 w 130503"/>
                <a:gd name="connsiteY299" fmla="*/ 119269 h 269242"/>
                <a:gd name="connsiteX300" fmla="*/ 49537 w 130503"/>
                <a:gd name="connsiteY300" fmla="*/ 120095 h 269242"/>
                <a:gd name="connsiteX301" fmla="*/ 49537 w 130503"/>
                <a:gd name="connsiteY301" fmla="*/ 126852 h 269242"/>
                <a:gd name="connsiteX302" fmla="*/ 49537 w 130503"/>
                <a:gd name="connsiteY302" fmla="*/ 143521 h 269242"/>
                <a:gd name="connsiteX303" fmla="*/ 33240 w 130503"/>
                <a:gd name="connsiteY303" fmla="*/ 144798 h 269242"/>
                <a:gd name="connsiteX304" fmla="*/ 31513 w 130503"/>
                <a:gd name="connsiteY304" fmla="*/ 120170 h 269242"/>
                <a:gd name="connsiteX305" fmla="*/ 32865 w 130503"/>
                <a:gd name="connsiteY305" fmla="*/ 147876 h 269242"/>
                <a:gd name="connsiteX306" fmla="*/ 49086 w 130503"/>
                <a:gd name="connsiteY306" fmla="*/ 147876 h 269242"/>
                <a:gd name="connsiteX307" fmla="*/ 49086 w 130503"/>
                <a:gd name="connsiteY307" fmla="*/ 169801 h 269242"/>
                <a:gd name="connsiteX308" fmla="*/ 33390 w 130503"/>
                <a:gd name="connsiteY308" fmla="*/ 172203 h 269242"/>
                <a:gd name="connsiteX309" fmla="*/ 31663 w 130503"/>
                <a:gd name="connsiteY309" fmla="*/ 148477 h 269242"/>
                <a:gd name="connsiteX310" fmla="*/ 32865 w 130503"/>
                <a:gd name="connsiteY310" fmla="*/ 174006 h 269242"/>
                <a:gd name="connsiteX311" fmla="*/ 48560 w 130503"/>
                <a:gd name="connsiteY311" fmla="*/ 172579 h 269242"/>
                <a:gd name="connsiteX312" fmla="*/ 48560 w 130503"/>
                <a:gd name="connsiteY312" fmla="*/ 195104 h 269242"/>
                <a:gd name="connsiteX313" fmla="*/ 33540 w 130503"/>
                <a:gd name="connsiteY313" fmla="*/ 195104 h 269242"/>
                <a:gd name="connsiteX314" fmla="*/ 31963 w 130503"/>
                <a:gd name="connsiteY314" fmla="*/ 174907 h 269242"/>
                <a:gd name="connsiteX315" fmla="*/ 33315 w 130503"/>
                <a:gd name="connsiteY315" fmla="*/ 197432 h 269242"/>
                <a:gd name="connsiteX316" fmla="*/ 48335 w 130503"/>
                <a:gd name="connsiteY316" fmla="*/ 197432 h 269242"/>
                <a:gd name="connsiteX317" fmla="*/ 48335 w 130503"/>
                <a:gd name="connsiteY317" fmla="*/ 213950 h 269242"/>
                <a:gd name="connsiteX318" fmla="*/ 34141 w 130503"/>
                <a:gd name="connsiteY318" fmla="*/ 215227 h 269242"/>
                <a:gd name="connsiteX319" fmla="*/ 32414 w 130503"/>
                <a:gd name="connsiteY319" fmla="*/ 198333 h 269242"/>
                <a:gd name="connsiteX320" fmla="*/ 33315 w 130503"/>
                <a:gd name="connsiteY320" fmla="*/ 217704 h 269242"/>
                <a:gd name="connsiteX321" fmla="*/ 47434 w 130503"/>
                <a:gd name="connsiteY321" fmla="*/ 217179 h 269242"/>
                <a:gd name="connsiteX322" fmla="*/ 46983 w 130503"/>
                <a:gd name="connsiteY322" fmla="*/ 240530 h 269242"/>
                <a:gd name="connsiteX323" fmla="*/ 33916 w 130503"/>
                <a:gd name="connsiteY323" fmla="*/ 241206 h 269242"/>
                <a:gd name="connsiteX324" fmla="*/ 32789 w 130503"/>
                <a:gd name="connsiteY324" fmla="*/ 218606 h 269242"/>
                <a:gd name="connsiteX325" fmla="*/ 34367 w 130503"/>
                <a:gd name="connsiteY325" fmla="*/ 260953 h 269242"/>
                <a:gd name="connsiteX326" fmla="*/ 33916 w 130503"/>
                <a:gd name="connsiteY326" fmla="*/ 243984 h 269242"/>
                <a:gd name="connsiteX327" fmla="*/ 46908 w 130503"/>
                <a:gd name="connsiteY327" fmla="*/ 243984 h 269242"/>
                <a:gd name="connsiteX328" fmla="*/ 46908 w 130503"/>
                <a:gd name="connsiteY328" fmla="*/ 258476 h 269242"/>
                <a:gd name="connsiteX329" fmla="*/ 48485 w 130503"/>
                <a:gd name="connsiteY329" fmla="*/ 260052 h 269242"/>
                <a:gd name="connsiteX330" fmla="*/ 50062 w 130503"/>
                <a:gd name="connsiteY330" fmla="*/ 258476 h 269242"/>
                <a:gd name="connsiteX331" fmla="*/ 50062 w 130503"/>
                <a:gd name="connsiteY331" fmla="*/ 243459 h 269242"/>
                <a:gd name="connsiteX332" fmla="*/ 61252 w 130503"/>
                <a:gd name="connsiteY332" fmla="*/ 242633 h 269242"/>
                <a:gd name="connsiteX333" fmla="*/ 62980 w 130503"/>
                <a:gd name="connsiteY333" fmla="*/ 242633 h 269242"/>
                <a:gd name="connsiteX334" fmla="*/ 62454 w 130503"/>
                <a:gd name="connsiteY334" fmla="*/ 259076 h 269242"/>
                <a:gd name="connsiteX335" fmla="*/ 33841 w 130503"/>
                <a:gd name="connsiteY335" fmla="*/ 261854 h 269242"/>
                <a:gd name="connsiteX336" fmla="*/ 66660 w 130503"/>
                <a:gd name="connsiteY336" fmla="*/ 258550 h 269242"/>
                <a:gd name="connsiteX337" fmla="*/ 66660 w 130503"/>
                <a:gd name="connsiteY337" fmla="*/ 242257 h 269242"/>
                <a:gd name="connsiteX338" fmla="*/ 80027 w 130503"/>
                <a:gd name="connsiteY338" fmla="*/ 240906 h 269242"/>
                <a:gd name="connsiteX339" fmla="*/ 80027 w 130503"/>
                <a:gd name="connsiteY339" fmla="*/ 256448 h 269242"/>
                <a:gd name="connsiteX340" fmla="*/ 68912 w 130503"/>
                <a:gd name="connsiteY340" fmla="*/ 258175 h 269242"/>
                <a:gd name="connsiteX341" fmla="*/ 83932 w 130503"/>
                <a:gd name="connsiteY341" fmla="*/ 240530 h 269242"/>
                <a:gd name="connsiteX342" fmla="*/ 99553 w 130503"/>
                <a:gd name="connsiteY342" fmla="*/ 238353 h 269242"/>
                <a:gd name="connsiteX343" fmla="*/ 100905 w 130503"/>
                <a:gd name="connsiteY343" fmla="*/ 253370 h 269242"/>
                <a:gd name="connsiteX344" fmla="*/ 84083 w 130503"/>
                <a:gd name="connsiteY344" fmla="*/ 256148 h 269242"/>
                <a:gd name="connsiteX345" fmla="*/ 83407 w 130503"/>
                <a:gd name="connsiteY345" fmla="*/ 241431 h 269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</a:cxnLst>
              <a:rect l="l" t="t" r="r" b="b"/>
              <a:pathLst>
                <a:path w="130503" h="269242">
                  <a:moveTo>
                    <a:pt x="128692" y="250141"/>
                  </a:moveTo>
                  <a:cubicBezTo>
                    <a:pt x="120431" y="250967"/>
                    <a:pt x="112170" y="252244"/>
                    <a:pt x="103984" y="253520"/>
                  </a:cubicBezTo>
                  <a:cubicBezTo>
                    <a:pt x="103458" y="248565"/>
                    <a:pt x="103083" y="243609"/>
                    <a:pt x="102632" y="238503"/>
                  </a:cubicBezTo>
                  <a:cubicBezTo>
                    <a:pt x="105787" y="237977"/>
                    <a:pt x="108866" y="237302"/>
                    <a:pt x="111945" y="236551"/>
                  </a:cubicBezTo>
                  <a:cubicBezTo>
                    <a:pt x="113672" y="236551"/>
                    <a:pt x="113371" y="233247"/>
                    <a:pt x="111494" y="233472"/>
                  </a:cubicBezTo>
                  <a:lnTo>
                    <a:pt x="102332" y="234598"/>
                  </a:lnTo>
                  <a:cubicBezTo>
                    <a:pt x="101205" y="220933"/>
                    <a:pt x="100154" y="207268"/>
                    <a:pt x="99328" y="193603"/>
                  </a:cubicBezTo>
                  <a:lnTo>
                    <a:pt x="106838" y="192176"/>
                  </a:lnTo>
                  <a:cubicBezTo>
                    <a:pt x="109091" y="191650"/>
                    <a:pt x="108115" y="188196"/>
                    <a:pt x="105861" y="188722"/>
                  </a:cubicBezTo>
                  <a:lnTo>
                    <a:pt x="99328" y="189999"/>
                  </a:lnTo>
                  <a:cubicBezTo>
                    <a:pt x="98877" y="182490"/>
                    <a:pt x="98427" y="174982"/>
                    <a:pt x="98051" y="167473"/>
                  </a:cubicBezTo>
                  <a:lnTo>
                    <a:pt x="105035" y="166422"/>
                  </a:lnTo>
                  <a:cubicBezTo>
                    <a:pt x="106913" y="166422"/>
                    <a:pt x="106538" y="162893"/>
                    <a:pt x="104585" y="163118"/>
                  </a:cubicBezTo>
                  <a:lnTo>
                    <a:pt x="97826" y="163794"/>
                  </a:lnTo>
                  <a:cubicBezTo>
                    <a:pt x="97450" y="156285"/>
                    <a:pt x="97150" y="149453"/>
                    <a:pt x="96850" y="142320"/>
                  </a:cubicBezTo>
                  <a:cubicBezTo>
                    <a:pt x="99778" y="141644"/>
                    <a:pt x="102783" y="140968"/>
                    <a:pt x="105712" y="140142"/>
                  </a:cubicBezTo>
                  <a:cubicBezTo>
                    <a:pt x="108640" y="139317"/>
                    <a:pt x="106913" y="136538"/>
                    <a:pt x="104810" y="136839"/>
                  </a:cubicBezTo>
                  <a:lnTo>
                    <a:pt x="96624" y="137965"/>
                  </a:lnTo>
                  <a:cubicBezTo>
                    <a:pt x="96624" y="135562"/>
                    <a:pt x="96624" y="133085"/>
                    <a:pt x="96624" y="130456"/>
                  </a:cubicBezTo>
                  <a:cubicBezTo>
                    <a:pt x="96624" y="127828"/>
                    <a:pt x="96624" y="123999"/>
                    <a:pt x="96624" y="120846"/>
                  </a:cubicBezTo>
                  <a:cubicBezTo>
                    <a:pt x="99178" y="120500"/>
                    <a:pt x="101686" y="119922"/>
                    <a:pt x="104134" y="119119"/>
                  </a:cubicBezTo>
                  <a:cubicBezTo>
                    <a:pt x="105133" y="118826"/>
                    <a:pt x="105704" y="117790"/>
                    <a:pt x="105411" y="116791"/>
                  </a:cubicBezTo>
                  <a:cubicBezTo>
                    <a:pt x="105118" y="115792"/>
                    <a:pt x="104082" y="115222"/>
                    <a:pt x="103083" y="115515"/>
                  </a:cubicBezTo>
                  <a:cubicBezTo>
                    <a:pt x="100950" y="116033"/>
                    <a:pt x="98795" y="116431"/>
                    <a:pt x="96624" y="116716"/>
                  </a:cubicBezTo>
                  <a:cubicBezTo>
                    <a:pt x="96624" y="109358"/>
                    <a:pt x="96474" y="101999"/>
                    <a:pt x="96174" y="94641"/>
                  </a:cubicBezTo>
                  <a:cubicBezTo>
                    <a:pt x="97075" y="94641"/>
                    <a:pt x="97976" y="94641"/>
                    <a:pt x="98877" y="94641"/>
                  </a:cubicBezTo>
                  <a:cubicBezTo>
                    <a:pt x="101130" y="94641"/>
                    <a:pt x="101205" y="90887"/>
                    <a:pt x="98877" y="91037"/>
                  </a:cubicBezTo>
                  <a:lnTo>
                    <a:pt x="96099" y="91037"/>
                  </a:lnTo>
                  <a:lnTo>
                    <a:pt x="96099" y="70689"/>
                  </a:lnTo>
                  <a:cubicBezTo>
                    <a:pt x="99178" y="70239"/>
                    <a:pt x="102182" y="69713"/>
                    <a:pt x="105261" y="69112"/>
                  </a:cubicBezTo>
                  <a:cubicBezTo>
                    <a:pt x="107139" y="68737"/>
                    <a:pt x="106763" y="65433"/>
                    <a:pt x="104735" y="65659"/>
                  </a:cubicBezTo>
                  <a:lnTo>
                    <a:pt x="96023" y="66484"/>
                  </a:lnTo>
                  <a:lnTo>
                    <a:pt x="96023" y="45010"/>
                  </a:lnTo>
                  <a:cubicBezTo>
                    <a:pt x="99478" y="44560"/>
                    <a:pt x="102933" y="44034"/>
                    <a:pt x="106237" y="43358"/>
                  </a:cubicBezTo>
                  <a:cubicBezTo>
                    <a:pt x="107071" y="43358"/>
                    <a:pt x="107739" y="42683"/>
                    <a:pt x="107739" y="41857"/>
                  </a:cubicBezTo>
                  <a:cubicBezTo>
                    <a:pt x="107739" y="41031"/>
                    <a:pt x="107071" y="40355"/>
                    <a:pt x="106237" y="40355"/>
                  </a:cubicBezTo>
                  <a:cubicBezTo>
                    <a:pt x="102933" y="40355"/>
                    <a:pt x="99629" y="40355"/>
                    <a:pt x="96324" y="40956"/>
                  </a:cubicBezTo>
                  <a:cubicBezTo>
                    <a:pt x="96324" y="36376"/>
                    <a:pt x="96324" y="31720"/>
                    <a:pt x="96324" y="27140"/>
                  </a:cubicBezTo>
                  <a:cubicBezTo>
                    <a:pt x="98802" y="26690"/>
                    <a:pt x="101205" y="26239"/>
                    <a:pt x="103834" y="25639"/>
                  </a:cubicBezTo>
                  <a:cubicBezTo>
                    <a:pt x="106462" y="25038"/>
                    <a:pt x="105035" y="22034"/>
                    <a:pt x="102933" y="22410"/>
                  </a:cubicBezTo>
                  <a:lnTo>
                    <a:pt x="96399" y="23461"/>
                  </a:lnTo>
                  <a:cubicBezTo>
                    <a:pt x="96399" y="19482"/>
                    <a:pt x="96399" y="15502"/>
                    <a:pt x="96399" y="11523"/>
                  </a:cubicBezTo>
                  <a:lnTo>
                    <a:pt x="103909" y="11898"/>
                  </a:lnTo>
                  <a:cubicBezTo>
                    <a:pt x="105028" y="11898"/>
                    <a:pt x="105937" y="10989"/>
                    <a:pt x="105937" y="9871"/>
                  </a:cubicBezTo>
                  <a:cubicBezTo>
                    <a:pt x="105937" y="8752"/>
                    <a:pt x="105028" y="7843"/>
                    <a:pt x="103909" y="7843"/>
                  </a:cubicBezTo>
                  <a:lnTo>
                    <a:pt x="96399" y="7843"/>
                  </a:lnTo>
                  <a:cubicBezTo>
                    <a:pt x="96399" y="6492"/>
                    <a:pt x="96399" y="5216"/>
                    <a:pt x="96399" y="3864"/>
                  </a:cubicBezTo>
                  <a:cubicBezTo>
                    <a:pt x="96399" y="2512"/>
                    <a:pt x="95723" y="3413"/>
                    <a:pt x="95648" y="3864"/>
                  </a:cubicBezTo>
                  <a:cubicBezTo>
                    <a:pt x="95573" y="4314"/>
                    <a:pt x="95648" y="6492"/>
                    <a:pt x="95648" y="7843"/>
                  </a:cubicBezTo>
                  <a:lnTo>
                    <a:pt x="82581" y="7468"/>
                  </a:lnTo>
                  <a:cubicBezTo>
                    <a:pt x="82581" y="6567"/>
                    <a:pt x="82581" y="5741"/>
                    <a:pt x="82581" y="4840"/>
                  </a:cubicBezTo>
                  <a:cubicBezTo>
                    <a:pt x="82581" y="4465"/>
                    <a:pt x="82280" y="4164"/>
                    <a:pt x="81905" y="4164"/>
                  </a:cubicBezTo>
                  <a:cubicBezTo>
                    <a:pt x="81529" y="4164"/>
                    <a:pt x="81229" y="4465"/>
                    <a:pt x="81229" y="4840"/>
                  </a:cubicBezTo>
                  <a:lnTo>
                    <a:pt x="81229" y="7393"/>
                  </a:lnTo>
                  <a:lnTo>
                    <a:pt x="68312" y="7018"/>
                  </a:lnTo>
                  <a:lnTo>
                    <a:pt x="68312" y="5290"/>
                  </a:lnTo>
                  <a:cubicBezTo>
                    <a:pt x="68184" y="4900"/>
                    <a:pt x="67756" y="4682"/>
                    <a:pt x="67365" y="4810"/>
                  </a:cubicBezTo>
                  <a:cubicBezTo>
                    <a:pt x="67140" y="4885"/>
                    <a:pt x="66960" y="5065"/>
                    <a:pt x="66885" y="5290"/>
                  </a:cubicBezTo>
                  <a:lnTo>
                    <a:pt x="66885" y="6942"/>
                  </a:lnTo>
                  <a:lnTo>
                    <a:pt x="54794" y="6417"/>
                  </a:lnTo>
                  <a:cubicBezTo>
                    <a:pt x="54794" y="4615"/>
                    <a:pt x="54794" y="2813"/>
                    <a:pt x="54794" y="1011"/>
                  </a:cubicBezTo>
                  <a:cubicBezTo>
                    <a:pt x="54794" y="-791"/>
                    <a:pt x="53517" y="110"/>
                    <a:pt x="53367" y="1011"/>
                  </a:cubicBezTo>
                  <a:cubicBezTo>
                    <a:pt x="53217" y="1912"/>
                    <a:pt x="52841" y="4690"/>
                    <a:pt x="52541" y="6492"/>
                  </a:cubicBezTo>
                  <a:cubicBezTo>
                    <a:pt x="46608" y="6492"/>
                    <a:pt x="40675" y="5891"/>
                    <a:pt x="34817" y="5441"/>
                  </a:cubicBezTo>
                  <a:cubicBezTo>
                    <a:pt x="33615" y="5441"/>
                    <a:pt x="33691" y="7168"/>
                    <a:pt x="34817" y="7243"/>
                  </a:cubicBezTo>
                  <a:lnTo>
                    <a:pt x="52240" y="8970"/>
                  </a:lnTo>
                  <a:cubicBezTo>
                    <a:pt x="51564" y="14601"/>
                    <a:pt x="51189" y="20232"/>
                    <a:pt x="51039" y="25939"/>
                  </a:cubicBezTo>
                  <a:cubicBezTo>
                    <a:pt x="46007" y="25571"/>
                    <a:pt x="40990" y="24940"/>
                    <a:pt x="36019" y="24062"/>
                  </a:cubicBezTo>
                  <a:cubicBezTo>
                    <a:pt x="36019" y="19707"/>
                    <a:pt x="36019" y="15352"/>
                    <a:pt x="36544" y="11072"/>
                  </a:cubicBezTo>
                  <a:cubicBezTo>
                    <a:pt x="36417" y="10682"/>
                    <a:pt x="35989" y="10464"/>
                    <a:pt x="35598" y="10591"/>
                  </a:cubicBezTo>
                  <a:cubicBezTo>
                    <a:pt x="35373" y="10667"/>
                    <a:pt x="35193" y="10847"/>
                    <a:pt x="35117" y="11072"/>
                  </a:cubicBezTo>
                  <a:cubicBezTo>
                    <a:pt x="35117" y="15277"/>
                    <a:pt x="35117" y="19482"/>
                    <a:pt x="34592" y="23686"/>
                  </a:cubicBezTo>
                  <a:cubicBezTo>
                    <a:pt x="32113" y="23236"/>
                    <a:pt x="29635" y="22785"/>
                    <a:pt x="27082" y="22110"/>
                  </a:cubicBezTo>
                  <a:cubicBezTo>
                    <a:pt x="26586" y="22049"/>
                    <a:pt x="26143" y="22402"/>
                    <a:pt x="26083" y="22898"/>
                  </a:cubicBezTo>
                  <a:cubicBezTo>
                    <a:pt x="26038" y="23296"/>
                    <a:pt x="26256" y="23679"/>
                    <a:pt x="26631" y="23836"/>
                  </a:cubicBezTo>
                  <a:lnTo>
                    <a:pt x="34141" y="25563"/>
                  </a:lnTo>
                  <a:cubicBezTo>
                    <a:pt x="34141" y="30819"/>
                    <a:pt x="33615" y="36150"/>
                    <a:pt x="33466" y="41406"/>
                  </a:cubicBezTo>
                  <a:lnTo>
                    <a:pt x="27983" y="40881"/>
                  </a:lnTo>
                  <a:cubicBezTo>
                    <a:pt x="26331" y="40881"/>
                    <a:pt x="26331" y="43208"/>
                    <a:pt x="27983" y="43434"/>
                  </a:cubicBezTo>
                  <a:lnTo>
                    <a:pt x="33315" y="44109"/>
                  </a:lnTo>
                  <a:cubicBezTo>
                    <a:pt x="33315" y="52894"/>
                    <a:pt x="32639" y="61604"/>
                    <a:pt x="32339" y="70389"/>
                  </a:cubicBezTo>
                  <a:lnTo>
                    <a:pt x="22801" y="69938"/>
                  </a:lnTo>
                  <a:cubicBezTo>
                    <a:pt x="21449" y="69938"/>
                    <a:pt x="21449" y="72041"/>
                    <a:pt x="22801" y="72116"/>
                  </a:cubicBezTo>
                  <a:lnTo>
                    <a:pt x="32264" y="72716"/>
                  </a:lnTo>
                  <a:cubicBezTo>
                    <a:pt x="32264" y="78948"/>
                    <a:pt x="32264" y="85181"/>
                    <a:pt x="31738" y="91412"/>
                  </a:cubicBezTo>
                  <a:cubicBezTo>
                    <a:pt x="26706" y="91037"/>
                    <a:pt x="21750" y="90587"/>
                    <a:pt x="16718" y="90061"/>
                  </a:cubicBezTo>
                  <a:cubicBezTo>
                    <a:pt x="15441" y="90061"/>
                    <a:pt x="15066" y="92088"/>
                    <a:pt x="16718" y="92313"/>
                  </a:cubicBezTo>
                  <a:cubicBezTo>
                    <a:pt x="21675" y="92989"/>
                    <a:pt x="26781" y="93665"/>
                    <a:pt x="31738" y="94191"/>
                  </a:cubicBezTo>
                  <a:cubicBezTo>
                    <a:pt x="31738" y="102075"/>
                    <a:pt x="31362" y="109883"/>
                    <a:pt x="31212" y="117767"/>
                  </a:cubicBezTo>
                  <a:lnTo>
                    <a:pt x="28584" y="117767"/>
                  </a:lnTo>
                  <a:cubicBezTo>
                    <a:pt x="27007" y="117767"/>
                    <a:pt x="27007" y="120095"/>
                    <a:pt x="28584" y="120245"/>
                  </a:cubicBezTo>
                  <a:lnTo>
                    <a:pt x="28584" y="120245"/>
                  </a:lnTo>
                  <a:cubicBezTo>
                    <a:pt x="28584" y="128880"/>
                    <a:pt x="28584" y="137514"/>
                    <a:pt x="28584" y="146149"/>
                  </a:cubicBezTo>
                  <a:cubicBezTo>
                    <a:pt x="22651" y="146149"/>
                    <a:pt x="16568" y="146600"/>
                    <a:pt x="10485" y="146600"/>
                  </a:cubicBezTo>
                  <a:cubicBezTo>
                    <a:pt x="9884" y="146757"/>
                    <a:pt x="9523" y="147373"/>
                    <a:pt x="9681" y="147974"/>
                  </a:cubicBezTo>
                  <a:cubicBezTo>
                    <a:pt x="9786" y="148372"/>
                    <a:pt x="10094" y="148672"/>
                    <a:pt x="10485" y="148777"/>
                  </a:cubicBezTo>
                  <a:cubicBezTo>
                    <a:pt x="16493" y="148777"/>
                    <a:pt x="22501" y="148777"/>
                    <a:pt x="28584" y="148777"/>
                  </a:cubicBezTo>
                  <a:cubicBezTo>
                    <a:pt x="28584" y="156961"/>
                    <a:pt x="28584" y="165145"/>
                    <a:pt x="28584" y="173330"/>
                  </a:cubicBezTo>
                  <a:lnTo>
                    <a:pt x="15066" y="175432"/>
                  </a:lnTo>
                  <a:cubicBezTo>
                    <a:pt x="14465" y="175432"/>
                    <a:pt x="14615" y="176633"/>
                    <a:pt x="15066" y="176558"/>
                  </a:cubicBezTo>
                  <a:lnTo>
                    <a:pt x="28433" y="175282"/>
                  </a:lnTo>
                  <a:cubicBezTo>
                    <a:pt x="28433" y="182340"/>
                    <a:pt x="28433" y="189473"/>
                    <a:pt x="28433" y="196531"/>
                  </a:cubicBezTo>
                  <a:cubicBezTo>
                    <a:pt x="23777" y="196531"/>
                    <a:pt x="19046" y="196531"/>
                    <a:pt x="14390" y="196531"/>
                  </a:cubicBezTo>
                  <a:cubicBezTo>
                    <a:pt x="13789" y="196531"/>
                    <a:pt x="13864" y="197282"/>
                    <a:pt x="14390" y="197357"/>
                  </a:cubicBezTo>
                  <a:cubicBezTo>
                    <a:pt x="19046" y="197882"/>
                    <a:pt x="23777" y="198183"/>
                    <a:pt x="28433" y="198483"/>
                  </a:cubicBezTo>
                  <a:cubicBezTo>
                    <a:pt x="28433" y="204715"/>
                    <a:pt x="28433" y="210947"/>
                    <a:pt x="28884" y="217104"/>
                  </a:cubicBezTo>
                  <a:cubicBezTo>
                    <a:pt x="21382" y="217487"/>
                    <a:pt x="13857" y="217487"/>
                    <a:pt x="6354" y="217104"/>
                  </a:cubicBezTo>
                  <a:cubicBezTo>
                    <a:pt x="6001" y="217224"/>
                    <a:pt x="5814" y="217615"/>
                    <a:pt x="5941" y="217968"/>
                  </a:cubicBezTo>
                  <a:cubicBezTo>
                    <a:pt x="6009" y="218163"/>
                    <a:pt x="6159" y="218313"/>
                    <a:pt x="6354" y="218380"/>
                  </a:cubicBezTo>
                  <a:cubicBezTo>
                    <a:pt x="13864" y="218380"/>
                    <a:pt x="21374" y="218831"/>
                    <a:pt x="28884" y="218756"/>
                  </a:cubicBezTo>
                  <a:cubicBezTo>
                    <a:pt x="28884" y="226264"/>
                    <a:pt x="29335" y="234373"/>
                    <a:pt x="29711" y="242182"/>
                  </a:cubicBezTo>
                  <a:cubicBezTo>
                    <a:pt x="22388" y="242220"/>
                    <a:pt x="15066" y="241844"/>
                    <a:pt x="7781" y="241056"/>
                  </a:cubicBezTo>
                  <a:cubicBezTo>
                    <a:pt x="6580" y="241056"/>
                    <a:pt x="6354" y="243008"/>
                    <a:pt x="7781" y="243158"/>
                  </a:cubicBezTo>
                  <a:cubicBezTo>
                    <a:pt x="15246" y="244187"/>
                    <a:pt x="22771" y="244765"/>
                    <a:pt x="30311" y="244885"/>
                  </a:cubicBezTo>
                  <a:cubicBezTo>
                    <a:pt x="30311" y="250517"/>
                    <a:pt x="30837" y="256223"/>
                    <a:pt x="31137" y="261854"/>
                  </a:cubicBezTo>
                  <a:cubicBezTo>
                    <a:pt x="20834" y="261779"/>
                    <a:pt x="10545" y="261006"/>
                    <a:pt x="346" y="259527"/>
                  </a:cubicBezTo>
                  <a:cubicBezTo>
                    <a:pt x="136" y="259527"/>
                    <a:pt x="-29" y="259692"/>
                    <a:pt x="-29" y="259902"/>
                  </a:cubicBezTo>
                  <a:cubicBezTo>
                    <a:pt x="-29" y="260112"/>
                    <a:pt x="136" y="260278"/>
                    <a:pt x="346" y="260278"/>
                  </a:cubicBezTo>
                  <a:cubicBezTo>
                    <a:pt x="10342" y="263867"/>
                    <a:pt x="20894" y="265646"/>
                    <a:pt x="31513" y="265534"/>
                  </a:cubicBezTo>
                  <a:cubicBezTo>
                    <a:pt x="31513" y="266209"/>
                    <a:pt x="31513" y="266885"/>
                    <a:pt x="31513" y="267636"/>
                  </a:cubicBezTo>
                  <a:cubicBezTo>
                    <a:pt x="31513" y="269738"/>
                    <a:pt x="34892" y="269738"/>
                    <a:pt x="34817" y="267636"/>
                  </a:cubicBezTo>
                  <a:lnTo>
                    <a:pt x="34817" y="265459"/>
                  </a:lnTo>
                  <a:cubicBezTo>
                    <a:pt x="44167" y="265286"/>
                    <a:pt x="53495" y="264558"/>
                    <a:pt x="62754" y="263281"/>
                  </a:cubicBezTo>
                  <a:lnTo>
                    <a:pt x="62754" y="263281"/>
                  </a:lnTo>
                  <a:cubicBezTo>
                    <a:pt x="62754" y="264445"/>
                    <a:pt x="63693" y="265383"/>
                    <a:pt x="64857" y="265383"/>
                  </a:cubicBezTo>
                  <a:cubicBezTo>
                    <a:pt x="66021" y="265383"/>
                    <a:pt x="66960" y="264445"/>
                    <a:pt x="66960" y="263281"/>
                  </a:cubicBezTo>
                  <a:lnTo>
                    <a:pt x="66960" y="262605"/>
                  </a:lnTo>
                  <a:cubicBezTo>
                    <a:pt x="71691" y="262005"/>
                    <a:pt x="76347" y="261329"/>
                    <a:pt x="81003" y="260578"/>
                  </a:cubicBezTo>
                  <a:cubicBezTo>
                    <a:pt x="81206" y="261554"/>
                    <a:pt x="82160" y="262177"/>
                    <a:pt x="83136" y="261975"/>
                  </a:cubicBezTo>
                  <a:cubicBezTo>
                    <a:pt x="83835" y="261832"/>
                    <a:pt x="84391" y="261284"/>
                    <a:pt x="84533" y="260578"/>
                  </a:cubicBezTo>
                  <a:lnTo>
                    <a:pt x="84533" y="260127"/>
                  </a:lnTo>
                  <a:lnTo>
                    <a:pt x="101581" y="257424"/>
                  </a:lnTo>
                  <a:cubicBezTo>
                    <a:pt x="101581" y="259602"/>
                    <a:pt x="105411" y="259602"/>
                    <a:pt x="105186" y="257424"/>
                  </a:cubicBezTo>
                  <a:lnTo>
                    <a:pt x="105186" y="256899"/>
                  </a:lnTo>
                  <a:cubicBezTo>
                    <a:pt x="113371" y="255623"/>
                    <a:pt x="121482" y="254421"/>
                    <a:pt x="129668" y="253595"/>
                  </a:cubicBezTo>
                  <a:cubicBezTo>
                    <a:pt x="130870" y="253595"/>
                    <a:pt x="130870" y="249916"/>
                    <a:pt x="128692" y="250141"/>
                  </a:cubicBezTo>
                  <a:close/>
                  <a:moveTo>
                    <a:pt x="98652" y="235124"/>
                  </a:moveTo>
                  <a:lnTo>
                    <a:pt x="83632" y="237227"/>
                  </a:lnTo>
                  <a:lnTo>
                    <a:pt x="83632" y="213425"/>
                  </a:lnTo>
                  <a:cubicBezTo>
                    <a:pt x="87687" y="212599"/>
                    <a:pt x="91743" y="211623"/>
                    <a:pt x="95723" y="210572"/>
                  </a:cubicBezTo>
                  <a:cubicBezTo>
                    <a:pt x="96474" y="210226"/>
                    <a:pt x="96804" y="209333"/>
                    <a:pt x="96459" y="208582"/>
                  </a:cubicBezTo>
                  <a:cubicBezTo>
                    <a:pt x="96189" y="207981"/>
                    <a:pt x="95550" y="207628"/>
                    <a:pt x="94897" y="207719"/>
                  </a:cubicBezTo>
                  <a:lnTo>
                    <a:pt x="83557" y="209746"/>
                  </a:lnTo>
                  <a:cubicBezTo>
                    <a:pt x="83557" y="205241"/>
                    <a:pt x="83557" y="200736"/>
                    <a:pt x="83557" y="196306"/>
                  </a:cubicBezTo>
                  <a:cubicBezTo>
                    <a:pt x="87687" y="195780"/>
                    <a:pt x="91818" y="195104"/>
                    <a:pt x="95874" y="194428"/>
                  </a:cubicBezTo>
                  <a:cubicBezTo>
                    <a:pt x="96174" y="208019"/>
                    <a:pt x="97375" y="221609"/>
                    <a:pt x="98577" y="235124"/>
                  </a:cubicBezTo>
                  <a:close/>
                  <a:moveTo>
                    <a:pt x="51640" y="121071"/>
                  </a:moveTo>
                  <a:lnTo>
                    <a:pt x="64707" y="121071"/>
                  </a:lnTo>
                  <a:cubicBezTo>
                    <a:pt x="64707" y="128129"/>
                    <a:pt x="64707" y="135187"/>
                    <a:pt x="64707" y="142169"/>
                  </a:cubicBezTo>
                  <a:lnTo>
                    <a:pt x="51640" y="143746"/>
                  </a:lnTo>
                  <a:lnTo>
                    <a:pt x="51640" y="129330"/>
                  </a:lnTo>
                  <a:close/>
                  <a:moveTo>
                    <a:pt x="51640" y="66710"/>
                  </a:moveTo>
                  <a:cubicBezTo>
                    <a:pt x="51640" y="59802"/>
                    <a:pt x="51640" y="52819"/>
                    <a:pt x="51640" y="45911"/>
                  </a:cubicBezTo>
                  <a:cubicBezTo>
                    <a:pt x="55995" y="46212"/>
                    <a:pt x="60351" y="46437"/>
                    <a:pt x="64707" y="46587"/>
                  </a:cubicBezTo>
                  <a:lnTo>
                    <a:pt x="64707" y="69112"/>
                  </a:lnTo>
                  <a:cubicBezTo>
                    <a:pt x="60351" y="69112"/>
                    <a:pt x="56070" y="69713"/>
                    <a:pt x="51715" y="69863"/>
                  </a:cubicBezTo>
                  <a:close/>
                  <a:moveTo>
                    <a:pt x="67260" y="194353"/>
                  </a:moveTo>
                  <a:cubicBezTo>
                    <a:pt x="67260" y="186845"/>
                    <a:pt x="67260" y="178886"/>
                    <a:pt x="67260" y="171152"/>
                  </a:cubicBezTo>
                  <a:lnTo>
                    <a:pt x="78675" y="169801"/>
                  </a:lnTo>
                  <a:cubicBezTo>
                    <a:pt x="78675" y="177309"/>
                    <a:pt x="78675" y="185268"/>
                    <a:pt x="78675" y="193002"/>
                  </a:cubicBezTo>
                  <a:close/>
                  <a:moveTo>
                    <a:pt x="79201" y="196381"/>
                  </a:moveTo>
                  <a:cubicBezTo>
                    <a:pt x="79201" y="200961"/>
                    <a:pt x="79201" y="205541"/>
                    <a:pt x="79201" y="210121"/>
                  </a:cubicBezTo>
                  <a:lnTo>
                    <a:pt x="66885" y="212148"/>
                  </a:lnTo>
                  <a:cubicBezTo>
                    <a:pt x="66885" y="207268"/>
                    <a:pt x="66885" y="202387"/>
                    <a:pt x="66885" y="197507"/>
                  </a:cubicBezTo>
                  <a:cubicBezTo>
                    <a:pt x="71241" y="197507"/>
                    <a:pt x="75296" y="197131"/>
                    <a:pt x="79276" y="196681"/>
                  </a:cubicBezTo>
                  <a:close/>
                  <a:moveTo>
                    <a:pt x="67410" y="167173"/>
                  </a:moveTo>
                  <a:cubicBezTo>
                    <a:pt x="67410" y="160340"/>
                    <a:pt x="67410" y="153507"/>
                    <a:pt x="67410" y="146675"/>
                  </a:cubicBezTo>
                  <a:cubicBezTo>
                    <a:pt x="71165" y="146675"/>
                    <a:pt x="74920" y="145849"/>
                    <a:pt x="78525" y="145323"/>
                  </a:cubicBezTo>
                  <a:cubicBezTo>
                    <a:pt x="78525" y="152156"/>
                    <a:pt x="78525" y="158914"/>
                    <a:pt x="78525" y="165671"/>
                  </a:cubicBezTo>
                  <a:close/>
                  <a:moveTo>
                    <a:pt x="67410" y="141794"/>
                  </a:moveTo>
                  <a:cubicBezTo>
                    <a:pt x="67410" y="134886"/>
                    <a:pt x="67410" y="128054"/>
                    <a:pt x="67410" y="121146"/>
                  </a:cubicBezTo>
                  <a:lnTo>
                    <a:pt x="68387" y="121146"/>
                  </a:lnTo>
                  <a:lnTo>
                    <a:pt x="78300" y="121146"/>
                  </a:lnTo>
                  <a:lnTo>
                    <a:pt x="78300" y="140067"/>
                  </a:lnTo>
                  <a:close/>
                  <a:moveTo>
                    <a:pt x="67410" y="117842"/>
                  </a:moveTo>
                  <a:lnTo>
                    <a:pt x="67410" y="95918"/>
                  </a:lnTo>
                  <a:cubicBezTo>
                    <a:pt x="71090" y="95918"/>
                    <a:pt x="74920" y="95918"/>
                    <a:pt x="78375" y="95918"/>
                  </a:cubicBezTo>
                  <a:cubicBezTo>
                    <a:pt x="78375" y="103426"/>
                    <a:pt x="78375" y="110934"/>
                    <a:pt x="78375" y="117992"/>
                  </a:cubicBezTo>
                  <a:close/>
                  <a:moveTo>
                    <a:pt x="67410" y="91863"/>
                  </a:moveTo>
                  <a:lnTo>
                    <a:pt x="67410" y="72867"/>
                  </a:lnTo>
                  <a:cubicBezTo>
                    <a:pt x="71090" y="72867"/>
                    <a:pt x="74920" y="72867"/>
                    <a:pt x="78525" y="72341"/>
                  </a:cubicBezTo>
                  <a:cubicBezTo>
                    <a:pt x="78525" y="78798"/>
                    <a:pt x="78525" y="85181"/>
                    <a:pt x="78525" y="91638"/>
                  </a:cubicBezTo>
                  <a:close/>
                  <a:moveTo>
                    <a:pt x="67410" y="68812"/>
                  </a:moveTo>
                  <a:lnTo>
                    <a:pt x="66960" y="46287"/>
                  </a:lnTo>
                  <a:cubicBezTo>
                    <a:pt x="70865" y="46287"/>
                    <a:pt x="74470" y="46287"/>
                    <a:pt x="78600" y="46287"/>
                  </a:cubicBezTo>
                  <a:cubicBezTo>
                    <a:pt x="78600" y="53795"/>
                    <a:pt x="78600" y="60778"/>
                    <a:pt x="78600" y="67986"/>
                  </a:cubicBezTo>
                  <a:close/>
                  <a:moveTo>
                    <a:pt x="66885" y="42608"/>
                  </a:moveTo>
                  <a:cubicBezTo>
                    <a:pt x="66885" y="38102"/>
                    <a:pt x="66885" y="33672"/>
                    <a:pt x="66885" y="29167"/>
                  </a:cubicBezTo>
                  <a:cubicBezTo>
                    <a:pt x="70940" y="29167"/>
                    <a:pt x="74920" y="29167"/>
                    <a:pt x="78976" y="29167"/>
                  </a:cubicBezTo>
                  <a:cubicBezTo>
                    <a:pt x="78976" y="33522"/>
                    <a:pt x="78976" y="37952"/>
                    <a:pt x="78976" y="42307"/>
                  </a:cubicBezTo>
                  <a:cubicBezTo>
                    <a:pt x="73644" y="42683"/>
                    <a:pt x="70039" y="42833"/>
                    <a:pt x="66134" y="42908"/>
                  </a:cubicBezTo>
                  <a:close/>
                  <a:moveTo>
                    <a:pt x="65157" y="42608"/>
                  </a:moveTo>
                  <a:cubicBezTo>
                    <a:pt x="60802" y="42608"/>
                    <a:pt x="56446" y="42608"/>
                    <a:pt x="52090" y="42608"/>
                  </a:cubicBezTo>
                  <a:cubicBezTo>
                    <a:pt x="52090" y="37877"/>
                    <a:pt x="52090" y="33147"/>
                    <a:pt x="52090" y="28492"/>
                  </a:cubicBezTo>
                  <a:cubicBezTo>
                    <a:pt x="56446" y="28942"/>
                    <a:pt x="60802" y="29242"/>
                    <a:pt x="65157" y="29393"/>
                  </a:cubicBezTo>
                  <a:cubicBezTo>
                    <a:pt x="64331" y="33973"/>
                    <a:pt x="64407" y="38478"/>
                    <a:pt x="64407" y="42908"/>
                  </a:cubicBezTo>
                  <a:close/>
                  <a:moveTo>
                    <a:pt x="65157" y="72641"/>
                  </a:moveTo>
                  <a:lnTo>
                    <a:pt x="65157" y="91563"/>
                  </a:lnTo>
                  <a:lnTo>
                    <a:pt x="52165" y="91563"/>
                  </a:lnTo>
                  <a:lnTo>
                    <a:pt x="52165" y="73392"/>
                  </a:lnTo>
                  <a:cubicBezTo>
                    <a:pt x="56070" y="73392"/>
                    <a:pt x="60351" y="73392"/>
                    <a:pt x="64707" y="73392"/>
                  </a:cubicBezTo>
                  <a:close/>
                  <a:moveTo>
                    <a:pt x="65157" y="95617"/>
                  </a:moveTo>
                  <a:cubicBezTo>
                    <a:pt x="65157" y="103126"/>
                    <a:pt x="65157" y="110259"/>
                    <a:pt x="65157" y="117542"/>
                  </a:cubicBezTo>
                  <a:cubicBezTo>
                    <a:pt x="60802" y="117542"/>
                    <a:pt x="56521" y="117542"/>
                    <a:pt x="52165" y="117542"/>
                  </a:cubicBezTo>
                  <a:cubicBezTo>
                    <a:pt x="52165" y="110034"/>
                    <a:pt x="52165" y="102525"/>
                    <a:pt x="52165" y="95017"/>
                  </a:cubicBezTo>
                  <a:close/>
                  <a:moveTo>
                    <a:pt x="65157" y="146675"/>
                  </a:moveTo>
                  <a:cubicBezTo>
                    <a:pt x="65157" y="153582"/>
                    <a:pt x="65157" y="160415"/>
                    <a:pt x="65157" y="167323"/>
                  </a:cubicBezTo>
                  <a:lnTo>
                    <a:pt x="52015" y="169200"/>
                  </a:lnTo>
                  <a:cubicBezTo>
                    <a:pt x="52015" y="161692"/>
                    <a:pt x="52015" y="154784"/>
                    <a:pt x="52015" y="147576"/>
                  </a:cubicBezTo>
                  <a:cubicBezTo>
                    <a:pt x="55695" y="147951"/>
                    <a:pt x="60051" y="147651"/>
                    <a:pt x="64407" y="147276"/>
                  </a:cubicBezTo>
                  <a:close/>
                  <a:moveTo>
                    <a:pt x="65157" y="171152"/>
                  </a:moveTo>
                  <a:cubicBezTo>
                    <a:pt x="65157" y="178661"/>
                    <a:pt x="65157" y="186695"/>
                    <a:pt x="64707" y="194428"/>
                  </a:cubicBezTo>
                  <a:cubicBezTo>
                    <a:pt x="60426" y="194428"/>
                    <a:pt x="56070" y="195179"/>
                    <a:pt x="51715" y="195405"/>
                  </a:cubicBezTo>
                  <a:cubicBezTo>
                    <a:pt x="51715" y="187896"/>
                    <a:pt x="51715" y="180388"/>
                    <a:pt x="52090" y="172504"/>
                  </a:cubicBezTo>
                  <a:close/>
                  <a:moveTo>
                    <a:pt x="51715" y="197958"/>
                  </a:moveTo>
                  <a:cubicBezTo>
                    <a:pt x="55995" y="197958"/>
                    <a:pt x="60351" y="197958"/>
                    <a:pt x="64707" y="197507"/>
                  </a:cubicBezTo>
                  <a:cubicBezTo>
                    <a:pt x="64707" y="202463"/>
                    <a:pt x="64707" y="207418"/>
                    <a:pt x="64707" y="212524"/>
                  </a:cubicBezTo>
                  <a:cubicBezTo>
                    <a:pt x="60351" y="213200"/>
                    <a:pt x="56070" y="213800"/>
                    <a:pt x="51715" y="214326"/>
                  </a:cubicBezTo>
                  <a:cubicBezTo>
                    <a:pt x="50288" y="209445"/>
                    <a:pt x="50438" y="204039"/>
                    <a:pt x="50588" y="198558"/>
                  </a:cubicBezTo>
                  <a:close/>
                  <a:moveTo>
                    <a:pt x="64256" y="216053"/>
                  </a:moveTo>
                  <a:cubicBezTo>
                    <a:pt x="64256" y="223561"/>
                    <a:pt x="63881" y="231595"/>
                    <a:pt x="63655" y="239329"/>
                  </a:cubicBezTo>
                  <a:lnTo>
                    <a:pt x="50738" y="240606"/>
                  </a:lnTo>
                  <a:cubicBezTo>
                    <a:pt x="50738" y="233097"/>
                    <a:pt x="51114" y="225063"/>
                    <a:pt x="51264" y="217254"/>
                  </a:cubicBezTo>
                  <a:cubicBezTo>
                    <a:pt x="54493" y="217555"/>
                    <a:pt x="58624" y="217179"/>
                    <a:pt x="63130" y="216654"/>
                  </a:cubicBezTo>
                  <a:close/>
                  <a:moveTo>
                    <a:pt x="68162" y="215527"/>
                  </a:moveTo>
                  <a:cubicBezTo>
                    <a:pt x="72367" y="215002"/>
                    <a:pt x="76498" y="214326"/>
                    <a:pt x="80628" y="213500"/>
                  </a:cubicBezTo>
                  <a:cubicBezTo>
                    <a:pt x="80628" y="221008"/>
                    <a:pt x="80628" y="229268"/>
                    <a:pt x="80628" y="237152"/>
                  </a:cubicBezTo>
                  <a:lnTo>
                    <a:pt x="67486" y="238804"/>
                  </a:lnTo>
                  <a:cubicBezTo>
                    <a:pt x="66810" y="231671"/>
                    <a:pt x="66885" y="223937"/>
                    <a:pt x="67035" y="216053"/>
                  </a:cubicBezTo>
                  <a:close/>
                  <a:moveTo>
                    <a:pt x="96174" y="190224"/>
                  </a:moveTo>
                  <a:cubicBezTo>
                    <a:pt x="92119" y="190974"/>
                    <a:pt x="88063" y="191575"/>
                    <a:pt x="84008" y="192176"/>
                  </a:cubicBezTo>
                  <a:cubicBezTo>
                    <a:pt x="84008" y="184668"/>
                    <a:pt x="84008" y="177159"/>
                    <a:pt x="84008" y="169050"/>
                  </a:cubicBezTo>
                  <a:lnTo>
                    <a:pt x="94972" y="167548"/>
                  </a:lnTo>
                  <a:cubicBezTo>
                    <a:pt x="94071" y="175732"/>
                    <a:pt x="94596" y="183241"/>
                    <a:pt x="95047" y="190825"/>
                  </a:cubicBezTo>
                  <a:close/>
                  <a:moveTo>
                    <a:pt x="94596" y="163644"/>
                  </a:moveTo>
                  <a:lnTo>
                    <a:pt x="83782" y="164845"/>
                  </a:lnTo>
                  <a:cubicBezTo>
                    <a:pt x="83782" y="158088"/>
                    <a:pt x="83782" y="151330"/>
                    <a:pt x="83782" y="144497"/>
                  </a:cubicBezTo>
                  <a:cubicBezTo>
                    <a:pt x="87086" y="143972"/>
                    <a:pt x="90466" y="143371"/>
                    <a:pt x="93771" y="142695"/>
                  </a:cubicBezTo>
                  <a:cubicBezTo>
                    <a:pt x="92794" y="150279"/>
                    <a:pt x="93095" y="157262"/>
                    <a:pt x="93470" y="164244"/>
                  </a:cubicBezTo>
                  <a:close/>
                  <a:moveTo>
                    <a:pt x="93095" y="130081"/>
                  </a:moveTo>
                  <a:cubicBezTo>
                    <a:pt x="93095" y="132784"/>
                    <a:pt x="93095" y="135412"/>
                    <a:pt x="93095" y="138040"/>
                  </a:cubicBezTo>
                  <a:lnTo>
                    <a:pt x="83182" y="139467"/>
                  </a:lnTo>
                  <a:lnTo>
                    <a:pt x="83182" y="121146"/>
                  </a:lnTo>
                  <a:cubicBezTo>
                    <a:pt x="86336" y="121146"/>
                    <a:pt x="89490" y="121146"/>
                    <a:pt x="92644" y="121146"/>
                  </a:cubicBezTo>
                  <a:cubicBezTo>
                    <a:pt x="91743" y="124600"/>
                    <a:pt x="91893" y="127603"/>
                    <a:pt x="91968" y="130682"/>
                  </a:cubicBezTo>
                  <a:close/>
                  <a:moveTo>
                    <a:pt x="92644" y="116866"/>
                  </a:moveTo>
                  <a:cubicBezTo>
                    <a:pt x="89565" y="116866"/>
                    <a:pt x="86411" y="117317"/>
                    <a:pt x="83257" y="117467"/>
                  </a:cubicBezTo>
                  <a:cubicBezTo>
                    <a:pt x="83257" y="109958"/>
                    <a:pt x="83257" y="102450"/>
                    <a:pt x="83257" y="94941"/>
                  </a:cubicBezTo>
                  <a:cubicBezTo>
                    <a:pt x="86336" y="94941"/>
                    <a:pt x="89340" y="94941"/>
                    <a:pt x="92419" y="94416"/>
                  </a:cubicBezTo>
                  <a:cubicBezTo>
                    <a:pt x="91142" y="102675"/>
                    <a:pt x="91292" y="110109"/>
                    <a:pt x="91518" y="117467"/>
                  </a:cubicBezTo>
                  <a:close/>
                  <a:moveTo>
                    <a:pt x="92043" y="90812"/>
                  </a:moveTo>
                  <a:lnTo>
                    <a:pt x="82881" y="91187"/>
                  </a:lnTo>
                  <a:cubicBezTo>
                    <a:pt x="82881" y="84730"/>
                    <a:pt x="82881" y="78273"/>
                    <a:pt x="82881" y="71740"/>
                  </a:cubicBezTo>
                  <a:cubicBezTo>
                    <a:pt x="85960" y="71740"/>
                    <a:pt x="89039" y="71140"/>
                    <a:pt x="92043" y="70764"/>
                  </a:cubicBezTo>
                  <a:cubicBezTo>
                    <a:pt x="90692" y="78047"/>
                    <a:pt x="90767" y="84730"/>
                    <a:pt x="90917" y="91412"/>
                  </a:cubicBezTo>
                  <a:close/>
                  <a:moveTo>
                    <a:pt x="92043" y="66409"/>
                  </a:moveTo>
                  <a:lnTo>
                    <a:pt x="82731" y="67310"/>
                  </a:lnTo>
                  <a:cubicBezTo>
                    <a:pt x="82731" y="59802"/>
                    <a:pt x="82731" y="52969"/>
                    <a:pt x="82205" y="45761"/>
                  </a:cubicBezTo>
                  <a:cubicBezTo>
                    <a:pt x="85585" y="45761"/>
                    <a:pt x="88964" y="45311"/>
                    <a:pt x="92268" y="45010"/>
                  </a:cubicBezTo>
                  <a:cubicBezTo>
                    <a:pt x="91165" y="52571"/>
                    <a:pt x="90616" y="59900"/>
                    <a:pt x="90616" y="67010"/>
                  </a:cubicBezTo>
                  <a:close/>
                  <a:moveTo>
                    <a:pt x="92043" y="40806"/>
                  </a:moveTo>
                  <a:lnTo>
                    <a:pt x="81755" y="41556"/>
                  </a:lnTo>
                  <a:cubicBezTo>
                    <a:pt x="81755" y="37201"/>
                    <a:pt x="81755" y="32847"/>
                    <a:pt x="81379" y="28567"/>
                  </a:cubicBezTo>
                  <a:cubicBezTo>
                    <a:pt x="85059" y="28567"/>
                    <a:pt x="88889" y="27816"/>
                    <a:pt x="92494" y="27290"/>
                  </a:cubicBezTo>
                  <a:cubicBezTo>
                    <a:pt x="91292" y="32396"/>
                    <a:pt x="91067" y="36901"/>
                    <a:pt x="90992" y="41406"/>
                  </a:cubicBezTo>
                  <a:close/>
                  <a:moveTo>
                    <a:pt x="93470" y="10772"/>
                  </a:moveTo>
                  <a:cubicBezTo>
                    <a:pt x="93470" y="14901"/>
                    <a:pt x="92869" y="19031"/>
                    <a:pt x="92719" y="23161"/>
                  </a:cubicBezTo>
                  <a:lnTo>
                    <a:pt x="81229" y="24512"/>
                  </a:lnTo>
                  <a:cubicBezTo>
                    <a:pt x="81229" y="19707"/>
                    <a:pt x="81229" y="14901"/>
                    <a:pt x="80703" y="10096"/>
                  </a:cubicBezTo>
                  <a:close/>
                  <a:moveTo>
                    <a:pt x="79201" y="10021"/>
                  </a:moveTo>
                  <a:cubicBezTo>
                    <a:pt x="79201" y="14901"/>
                    <a:pt x="79201" y="19782"/>
                    <a:pt x="79201" y="24662"/>
                  </a:cubicBezTo>
                  <a:cubicBezTo>
                    <a:pt x="75071" y="25038"/>
                    <a:pt x="71015" y="25263"/>
                    <a:pt x="66960" y="25338"/>
                  </a:cubicBezTo>
                  <a:lnTo>
                    <a:pt x="66509" y="9120"/>
                  </a:lnTo>
                  <a:close/>
                  <a:moveTo>
                    <a:pt x="52616" y="7994"/>
                  </a:moveTo>
                  <a:lnTo>
                    <a:pt x="64932" y="9045"/>
                  </a:lnTo>
                  <a:cubicBezTo>
                    <a:pt x="64932" y="14451"/>
                    <a:pt x="64932" y="19932"/>
                    <a:pt x="64932" y="25413"/>
                  </a:cubicBezTo>
                  <a:cubicBezTo>
                    <a:pt x="60576" y="25413"/>
                    <a:pt x="56296" y="25413"/>
                    <a:pt x="51940" y="25038"/>
                  </a:cubicBezTo>
                  <a:cubicBezTo>
                    <a:pt x="51114" y="20307"/>
                    <a:pt x="51114" y="14601"/>
                    <a:pt x="51564" y="8895"/>
                  </a:cubicBezTo>
                  <a:close/>
                  <a:moveTo>
                    <a:pt x="34141" y="24813"/>
                  </a:moveTo>
                  <a:cubicBezTo>
                    <a:pt x="39173" y="25789"/>
                    <a:pt x="44205" y="26614"/>
                    <a:pt x="49161" y="27215"/>
                  </a:cubicBezTo>
                  <a:cubicBezTo>
                    <a:pt x="49161" y="32223"/>
                    <a:pt x="49161" y="37029"/>
                    <a:pt x="49161" y="41631"/>
                  </a:cubicBezTo>
                  <a:cubicBezTo>
                    <a:pt x="43904" y="41631"/>
                    <a:pt x="38722" y="40956"/>
                    <a:pt x="33540" y="40430"/>
                  </a:cubicBezTo>
                  <a:cubicBezTo>
                    <a:pt x="32714" y="35850"/>
                    <a:pt x="32940" y="30894"/>
                    <a:pt x="33090" y="25713"/>
                  </a:cubicBezTo>
                  <a:close/>
                  <a:moveTo>
                    <a:pt x="33466" y="43208"/>
                  </a:moveTo>
                  <a:cubicBezTo>
                    <a:pt x="38722" y="43809"/>
                    <a:pt x="43979" y="44335"/>
                    <a:pt x="49311" y="44785"/>
                  </a:cubicBezTo>
                  <a:cubicBezTo>
                    <a:pt x="49311" y="49966"/>
                    <a:pt x="49311" y="55147"/>
                    <a:pt x="49311" y="60252"/>
                  </a:cubicBezTo>
                  <a:cubicBezTo>
                    <a:pt x="49311" y="63256"/>
                    <a:pt x="49311" y="66184"/>
                    <a:pt x="49311" y="69188"/>
                  </a:cubicBezTo>
                  <a:cubicBezTo>
                    <a:pt x="43829" y="69188"/>
                    <a:pt x="38347" y="69188"/>
                    <a:pt x="32865" y="69188"/>
                  </a:cubicBezTo>
                  <a:cubicBezTo>
                    <a:pt x="32039" y="61529"/>
                    <a:pt x="32188" y="52819"/>
                    <a:pt x="32414" y="44109"/>
                  </a:cubicBezTo>
                  <a:close/>
                  <a:moveTo>
                    <a:pt x="32865" y="71665"/>
                  </a:moveTo>
                  <a:cubicBezTo>
                    <a:pt x="38347" y="71665"/>
                    <a:pt x="43829" y="72191"/>
                    <a:pt x="49387" y="72341"/>
                  </a:cubicBezTo>
                  <a:cubicBezTo>
                    <a:pt x="49387" y="78648"/>
                    <a:pt x="49387" y="84880"/>
                    <a:pt x="49387" y="91187"/>
                  </a:cubicBezTo>
                  <a:cubicBezTo>
                    <a:pt x="43829" y="91187"/>
                    <a:pt x="38347" y="90812"/>
                    <a:pt x="32789" y="90436"/>
                  </a:cubicBezTo>
                  <a:cubicBezTo>
                    <a:pt x="31663" y="85105"/>
                    <a:pt x="31738" y="78873"/>
                    <a:pt x="31813" y="72566"/>
                  </a:cubicBezTo>
                  <a:close/>
                  <a:moveTo>
                    <a:pt x="32865" y="93365"/>
                  </a:moveTo>
                  <a:cubicBezTo>
                    <a:pt x="38422" y="93913"/>
                    <a:pt x="43979" y="94363"/>
                    <a:pt x="49537" y="94716"/>
                  </a:cubicBezTo>
                  <a:cubicBezTo>
                    <a:pt x="49537" y="102225"/>
                    <a:pt x="49537" y="109733"/>
                    <a:pt x="49537" y="117242"/>
                  </a:cubicBezTo>
                  <a:cubicBezTo>
                    <a:pt x="43979" y="117242"/>
                    <a:pt x="38422" y="117091"/>
                    <a:pt x="32865" y="116791"/>
                  </a:cubicBezTo>
                  <a:cubicBezTo>
                    <a:pt x="31513" y="109808"/>
                    <a:pt x="31513" y="101999"/>
                    <a:pt x="31588" y="94266"/>
                  </a:cubicBezTo>
                  <a:close/>
                  <a:moveTo>
                    <a:pt x="32865" y="119269"/>
                  </a:moveTo>
                  <a:lnTo>
                    <a:pt x="49537" y="120095"/>
                  </a:lnTo>
                  <a:cubicBezTo>
                    <a:pt x="49537" y="122347"/>
                    <a:pt x="49537" y="124600"/>
                    <a:pt x="49537" y="126852"/>
                  </a:cubicBezTo>
                  <a:cubicBezTo>
                    <a:pt x="49537" y="132409"/>
                    <a:pt x="49537" y="137965"/>
                    <a:pt x="49537" y="143521"/>
                  </a:cubicBezTo>
                  <a:cubicBezTo>
                    <a:pt x="44130" y="144047"/>
                    <a:pt x="38647" y="144497"/>
                    <a:pt x="33240" y="144798"/>
                  </a:cubicBezTo>
                  <a:cubicBezTo>
                    <a:pt x="31588" y="137214"/>
                    <a:pt x="31513" y="128729"/>
                    <a:pt x="31513" y="120170"/>
                  </a:cubicBezTo>
                  <a:close/>
                  <a:moveTo>
                    <a:pt x="32865" y="147876"/>
                  </a:moveTo>
                  <a:cubicBezTo>
                    <a:pt x="38272" y="147876"/>
                    <a:pt x="43679" y="147876"/>
                    <a:pt x="49086" y="147876"/>
                  </a:cubicBezTo>
                  <a:cubicBezTo>
                    <a:pt x="49086" y="155384"/>
                    <a:pt x="49086" y="162893"/>
                    <a:pt x="49086" y="169801"/>
                  </a:cubicBezTo>
                  <a:lnTo>
                    <a:pt x="33390" y="172203"/>
                  </a:lnTo>
                  <a:cubicBezTo>
                    <a:pt x="31813" y="164770"/>
                    <a:pt x="31738" y="156736"/>
                    <a:pt x="31663" y="148477"/>
                  </a:cubicBezTo>
                  <a:close/>
                  <a:moveTo>
                    <a:pt x="32865" y="174006"/>
                  </a:moveTo>
                  <a:lnTo>
                    <a:pt x="48560" y="172579"/>
                  </a:lnTo>
                  <a:cubicBezTo>
                    <a:pt x="48560" y="180087"/>
                    <a:pt x="48560" y="187596"/>
                    <a:pt x="48560" y="195104"/>
                  </a:cubicBezTo>
                  <a:cubicBezTo>
                    <a:pt x="43604" y="195104"/>
                    <a:pt x="38572" y="195104"/>
                    <a:pt x="33540" y="195104"/>
                  </a:cubicBezTo>
                  <a:cubicBezTo>
                    <a:pt x="32264" y="189323"/>
                    <a:pt x="32113" y="182114"/>
                    <a:pt x="31963" y="174907"/>
                  </a:cubicBezTo>
                  <a:close/>
                  <a:moveTo>
                    <a:pt x="33315" y="197432"/>
                  </a:moveTo>
                  <a:cubicBezTo>
                    <a:pt x="38272" y="197432"/>
                    <a:pt x="43228" y="197432"/>
                    <a:pt x="48335" y="197432"/>
                  </a:cubicBezTo>
                  <a:cubicBezTo>
                    <a:pt x="48335" y="202913"/>
                    <a:pt x="48335" y="208469"/>
                    <a:pt x="48335" y="213950"/>
                  </a:cubicBezTo>
                  <a:cubicBezTo>
                    <a:pt x="43604" y="214476"/>
                    <a:pt x="38872" y="214926"/>
                    <a:pt x="34141" y="215227"/>
                  </a:cubicBezTo>
                  <a:cubicBezTo>
                    <a:pt x="32639" y="210421"/>
                    <a:pt x="32489" y="204340"/>
                    <a:pt x="32414" y="198333"/>
                  </a:cubicBezTo>
                  <a:close/>
                  <a:moveTo>
                    <a:pt x="33315" y="217704"/>
                  </a:moveTo>
                  <a:cubicBezTo>
                    <a:pt x="38046" y="217704"/>
                    <a:pt x="42778" y="217704"/>
                    <a:pt x="47434" y="217179"/>
                  </a:cubicBezTo>
                  <a:lnTo>
                    <a:pt x="46983" y="240530"/>
                  </a:lnTo>
                  <a:lnTo>
                    <a:pt x="33916" y="241206"/>
                  </a:lnTo>
                  <a:cubicBezTo>
                    <a:pt x="33165" y="234223"/>
                    <a:pt x="33015" y="226415"/>
                    <a:pt x="32789" y="218606"/>
                  </a:cubicBezTo>
                  <a:close/>
                  <a:moveTo>
                    <a:pt x="34367" y="260953"/>
                  </a:moveTo>
                  <a:lnTo>
                    <a:pt x="33916" y="243984"/>
                  </a:lnTo>
                  <a:cubicBezTo>
                    <a:pt x="38272" y="243984"/>
                    <a:pt x="42627" y="243984"/>
                    <a:pt x="46908" y="243984"/>
                  </a:cubicBezTo>
                  <a:cubicBezTo>
                    <a:pt x="46908" y="248790"/>
                    <a:pt x="46908" y="253670"/>
                    <a:pt x="46908" y="258476"/>
                  </a:cubicBezTo>
                  <a:cubicBezTo>
                    <a:pt x="46908" y="259346"/>
                    <a:pt x="47614" y="260052"/>
                    <a:pt x="48485" y="260052"/>
                  </a:cubicBezTo>
                  <a:cubicBezTo>
                    <a:pt x="49356" y="260052"/>
                    <a:pt x="50062" y="259346"/>
                    <a:pt x="50062" y="258476"/>
                  </a:cubicBezTo>
                  <a:cubicBezTo>
                    <a:pt x="50062" y="253595"/>
                    <a:pt x="50062" y="248714"/>
                    <a:pt x="50062" y="243459"/>
                  </a:cubicBezTo>
                  <a:lnTo>
                    <a:pt x="61252" y="242633"/>
                  </a:lnTo>
                  <a:lnTo>
                    <a:pt x="62980" y="242633"/>
                  </a:lnTo>
                  <a:cubicBezTo>
                    <a:pt x="62980" y="248114"/>
                    <a:pt x="62980" y="253595"/>
                    <a:pt x="62454" y="259076"/>
                  </a:cubicBezTo>
                  <a:cubicBezTo>
                    <a:pt x="52976" y="260540"/>
                    <a:pt x="43424" y="261472"/>
                    <a:pt x="33841" y="261854"/>
                  </a:cubicBezTo>
                  <a:close/>
                  <a:moveTo>
                    <a:pt x="66660" y="258550"/>
                  </a:moveTo>
                  <a:cubicBezTo>
                    <a:pt x="66660" y="253069"/>
                    <a:pt x="66660" y="247664"/>
                    <a:pt x="66660" y="242257"/>
                  </a:cubicBezTo>
                  <a:lnTo>
                    <a:pt x="80027" y="240906"/>
                  </a:lnTo>
                  <a:cubicBezTo>
                    <a:pt x="80027" y="246087"/>
                    <a:pt x="80027" y="251267"/>
                    <a:pt x="80027" y="256448"/>
                  </a:cubicBezTo>
                  <a:lnTo>
                    <a:pt x="68912" y="258175"/>
                  </a:lnTo>
                  <a:close/>
                  <a:moveTo>
                    <a:pt x="83932" y="240530"/>
                  </a:moveTo>
                  <a:cubicBezTo>
                    <a:pt x="89114" y="239930"/>
                    <a:pt x="94371" y="239254"/>
                    <a:pt x="99553" y="238353"/>
                  </a:cubicBezTo>
                  <a:cubicBezTo>
                    <a:pt x="100004" y="243309"/>
                    <a:pt x="100379" y="248264"/>
                    <a:pt x="100905" y="253370"/>
                  </a:cubicBezTo>
                  <a:lnTo>
                    <a:pt x="84083" y="256148"/>
                  </a:lnTo>
                  <a:cubicBezTo>
                    <a:pt x="83482" y="251718"/>
                    <a:pt x="83407" y="246537"/>
                    <a:pt x="83407" y="241431"/>
                  </a:cubicBezTo>
                  <a:close/>
                </a:path>
              </a:pathLst>
            </a:custGeom>
            <a:solidFill>
              <a:srgbClr val="A4B2B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8" name="Content Placeholder 4">
              <a:extLst>
                <a:ext uri="{FF2B5EF4-FFF2-40B4-BE49-F238E27FC236}">
                  <a16:creationId xmlns:a16="http://schemas.microsoft.com/office/drawing/2014/main" id="{7634359E-BCF9-8757-13DD-7FC3389C86DC}"/>
                </a:ext>
              </a:extLst>
            </p:cNvPr>
            <p:cNvSpPr/>
            <p:nvPr/>
          </p:nvSpPr>
          <p:spPr>
            <a:xfrm>
              <a:off x="8848380" y="3934025"/>
              <a:ext cx="81943" cy="154015"/>
            </a:xfrm>
            <a:custGeom>
              <a:avLst/>
              <a:gdLst>
                <a:gd name="connsiteX0" fmla="*/ 54089 w 81943"/>
                <a:gd name="connsiteY0" fmla="*/ 12377 h 154015"/>
                <a:gd name="connsiteX1" fmla="*/ 43350 w 81943"/>
                <a:gd name="connsiteY1" fmla="*/ 34151 h 154015"/>
                <a:gd name="connsiteX2" fmla="*/ 16238 w 81943"/>
                <a:gd name="connsiteY2" fmla="*/ 86185 h 154015"/>
                <a:gd name="connsiteX3" fmla="*/ 2946 w 81943"/>
                <a:gd name="connsiteY3" fmla="*/ 108710 h 154015"/>
                <a:gd name="connsiteX4" fmla="*/ 2195 w 81943"/>
                <a:gd name="connsiteY4" fmla="*/ 133939 h 154015"/>
                <a:gd name="connsiteX5" fmla="*/ 15638 w 81943"/>
                <a:gd name="connsiteY5" fmla="*/ 148430 h 154015"/>
                <a:gd name="connsiteX6" fmla="*/ 29231 w 81943"/>
                <a:gd name="connsiteY6" fmla="*/ 153986 h 154015"/>
                <a:gd name="connsiteX7" fmla="*/ 45903 w 81943"/>
                <a:gd name="connsiteY7" fmla="*/ 141672 h 154015"/>
                <a:gd name="connsiteX8" fmla="*/ 50559 w 81943"/>
                <a:gd name="connsiteY8" fmla="*/ 120423 h 154015"/>
                <a:gd name="connsiteX9" fmla="*/ 66631 w 81943"/>
                <a:gd name="connsiteY9" fmla="*/ 56752 h 154015"/>
                <a:gd name="connsiteX10" fmla="*/ 77145 w 81943"/>
                <a:gd name="connsiteY10" fmla="*/ 25441 h 154015"/>
                <a:gd name="connsiteX11" fmla="*/ 78196 w 81943"/>
                <a:gd name="connsiteY11" fmla="*/ 1039 h 154015"/>
                <a:gd name="connsiteX12" fmla="*/ 54089 w 81943"/>
                <a:gd name="connsiteY12" fmla="*/ 12377 h 154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43" h="154015">
                  <a:moveTo>
                    <a:pt x="54089" y="12377"/>
                  </a:moveTo>
                  <a:cubicBezTo>
                    <a:pt x="49448" y="19059"/>
                    <a:pt x="45828" y="26403"/>
                    <a:pt x="43350" y="34151"/>
                  </a:cubicBezTo>
                  <a:cubicBezTo>
                    <a:pt x="36275" y="52449"/>
                    <a:pt x="27188" y="69906"/>
                    <a:pt x="16238" y="86185"/>
                  </a:cubicBezTo>
                  <a:cubicBezTo>
                    <a:pt x="11027" y="93205"/>
                    <a:pt x="6573" y="100759"/>
                    <a:pt x="2946" y="108710"/>
                  </a:cubicBezTo>
                  <a:cubicBezTo>
                    <a:pt x="-742" y="116662"/>
                    <a:pt x="-1012" y="125777"/>
                    <a:pt x="2195" y="133939"/>
                  </a:cubicBezTo>
                  <a:cubicBezTo>
                    <a:pt x="5304" y="139885"/>
                    <a:pt x="9945" y="144886"/>
                    <a:pt x="15638" y="148430"/>
                  </a:cubicBezTo>
                  <a:cubicBezTo>
                    <a:pt x="19520" y="151591"/>
                    <a:pt x="24252" y="153520"/>
                    <a:pt x="29231" y="153986"/>
                  </a:cubicBezTo>
                  <a:cubicBezTo>
                    <a:pt x="36666" y="153363"/>
                    <a:pt x="43117" y="148595"/>
                    <a:pt x="45903" y="141672"/>
                  </a:cubicBezTo>
                  <a:cubicBezTo>
                    <a:pt x="48509" y="134862"/>
                    <a:pt x="50079" y="127699"/>
                    <a:pt x="50559" y="120423"/>
                  </a:cubicBezTo>
                  <a:cubicBezTo>
                    <a:pt x="53879" y="98739"/>
                    <a:pt x="59263" y="77415"/>
                    <a:pt x="66631" y="56752"/>
                  </a:cubicBezTo>
                  <a:cubicBezTo>
                    <a:pt x="70085" y="46315"/>
                    <a:pt x="73690" y="35953"/>
                    <a:pt x="77145" y="25441"/>
                  </a:cubicBezTo>
                  <a:cubicBezTo>
                    <a:pt x="79022" y="19510"/>
                    <a:pt x="86232" y="5469"/>
                    <a:pt x="78196" y="1039"/>
                  </a:cubicBezTo>
                  <a:cubicBezTo>
                    <a:pt x="70160" y="-3391"/>
                    <a:pt x="58295" y="7046"/>
                    <a:pt x="54089" y="12377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9" name="Content Placeholder 4">
              <a:extLst>
                <a:ext uri="{FF2B5EF4-FFF2-40B4-BE49-F238E27FC236}">
                  <a16:creationId xmlns:a16="http://schemas.microsoft.com/office/drawing/2014/main" id="{75FDB8A1-D0A3-4619-54F2-CF6D36004957}"/>
                </a:ext>
              </a:extLst>
            </p:cNvPr>
            <p:cNvSpPr/>
            <p:nvPr/>
          </p:nvSpPr>
          <p:spPr>
            <a:xfrm>
              <a:off x="8929247" y="3812180"/>
              <a:ext cx="89640" cy="110507"/>
            </a:xfrm>
            <a:custGeom>
              <a:avLst/>
              <a:gdLst>
                <a:gd name="connsiteX0" fmla="*/ 48021 w 89640"/>
                <a:gd name="connsiteY0" fmla="*/ 2373 h 110507"/>
                <a:gd name="connsiteX1" fmla="*/ 21511 w 89640"/>
                <a:gd name="connsiteY1" fmla="*/ -30 h 110507"/>
                <a:gd name="connsiteX2" fmla="*/ 2361 w 89640"/>
                <a:gd name="connsiteY2" fmla="*/ 39089 h 110507"/>
                <a:gd name="connsiteX3" fmla="*/ 1460 w 89640"/>
                <a:gd name="connsiteY3" fmla="*/ 74679 h 110507"/>
                <a:gd name="connsiteX4" fmla="*/ 19408 w 89640"/>
                <a:gd name="connsiteY4" fmla="*/ 104038 h 110507"/>
                <a:gd name="connsiteX5" fmla="*/ 66946 w 89640"/>
                <a:gd name="connsiteY5" fmla="*/ 101334 h 110507"/>
                <a:gd name="connsiteX6" fmla="*/ 89476 w 89640"/>
                <a:gd name="connsiteY6" fmla="*/ 54407 h 110507"/>
                <a:gd name="connsiteX7" fmla="*/ 81966 w 89640"/>
                <a:gd name="connsiteY7" fmla="*/ 9356 h 110507"/>
                <a:gd name="connsiteX8" fmla="*/ 48021 w 89640"/>
                <a:gd name="connsiteY8" fmla="*/ 2373 h 110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9640" h="110507">
                  <a:moveTo>
                    <a:pt x="48021" y="2373"/>
                  </a:moveTo>
                  <a:cubicBezTo>
                    <a:pt x="39235" y="1096"/>
                    <a:pt x="30373" y="421"/>
                    <a:pt x="21511" y="-30"/>
                  </a:cubicBezTo>
                  <a:cubicBezTo>
                    <a:pt x="11831" y="11120"/>
                    <a:pt x="5229" y="24606"/>
                    <a:pt x="2361" y="39089"/>
                  </a:cubicBezTo>
                  <a:cubicBezTo>
                    <a:pt x="-486" y="50750"/>
                    <a:pt x="-794" y="62891"/>
                    <a:pt x="1460" y="74679"/>
                  </a:cubicBezTo>
                  <a:cubicBezTo>
                    <a:pt x="3615" y="86347"/>
                    <a:pt x="10006" y="96799"/>
                    <a:pt x="19408" y="104038"/>
                  </a:cubicBezTo>
                  <a:cubicBezTo>
                    <a:pt x="34165" y="113536"/>
                    <a:pt x="53361" y="112439"/>
                    <a:pt x="66946" y="101334"/>
                  </a:cubicBezTo>
                  <a:cubicBezTo>
                    <a:pt x="80584" y="89448"/>
                    <a:pt x="88733" y="72479"/>
                    <a:pt x="89476" y="54407"/>
                  </a:cubicBezTo>
                  <a:cubicBezTo>
                    <a:pt x="90250" y="39022"/>
                    <a:pt x="87689" y="23652"/>
                    <a:pt x="81966" y="9356"/>
                  </a:cubicBezTo>
                  <a:cubicBezTo>
                    <a:pt x="70979" y="5662"/>
                    <a:pt x="59579" y="3312"/>
                    <a:pt x="48021" y="2373"/>
                  </a:cubicBezTo>
                  <a:close/>
                </a:path>
              </a:pathLst>
            </a:custGeom>
            <a:solidFill>
              <a:srgbClr val="E2D6C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0" name="Content Placeholder 4">
              <a:extLst>
                <a:ext uri="{FF2B5EF4-FFF2-40B4-BE49-F238E27FC236}">
                  <a16:creationId xmlns:a16="http://schemas.microsoft.com/office/drawing/2014/main" id="{40622F95-FE35-1076-CC69-BE12E6081B12}"/>
                </a:ext>
              </a:extLst>
            </p:cNvPr>
            <p:cNvSpPr/>
            <p:nvPr/>
          </p:nvSpPr>
          <p:spPr>
            <a:xfrm>
              <a:off x="8879818" y="4603388"/>
              <a:ext cx="66750" cy="26776"/>
            </a:xfrm>
            <a:custGeom>
              <a:avLst/>
              <a:gdLst>
                <a:gd name="connsiteX0" fmla="*/ 62454 w 66750"/>
                <a:gd name="connsiteY0" fmla="*/ 3007 h 26776"/>
                <a:gd name="connsiteX1" fmla="*/ 37295 w 66750"/>
                <a:gd name="connsiteY1" fmla="*/ 3007 h 26776"/>
                <a:gd name="connsiteX2" fmla="*/ 32264 w 66750"/>
                <a:gd name="connsiteY2" fmla="*/ 6085 h 26776"/>
                <a:gd name="connsiteX3" fmla="*/ 23252 w 66750"/>
                <a:gd name="connsiteY3" fmla="*/ 12242 h 26776"/>
                <a:gd name="connsiteX4" fmla="*/ 1773 w 66750"/>
                <a:gd name="connsiteY4" fmla="*/ 20501 h 26776"/>
                <a:gd name="connsiteX5" fmla="*/ -29 w 66750"/>
                <a:gd name="connsiteY5" fmla="*/ 22904 h 26776"/>
                <a:gd name="connsiteX6" fmla="*/ 3125 w 66750"/>
                <a:gd name="connsiteY6" fmla="*/ 26133 h 26776"/>
                <a:gd name="connsiteX7" fmla="*/ 8908 w 66750"/>
                <a:gd name="connsiteY7" fmla="*/ 26734 h 26776"/>
                <a:gd name="connsiteX8" fmla="*/ 58473 w 66750"/>
                <a:gd name="connsiteY8" fmla="*/ 25157 h 26776"/>
                <a:gd name="connsiteX9" fmla="*/ 63655 w 66750"/>
                <a:gd name="connsiteY9" fmla="*/ 24181 h 26776"/>
                <a:gd name="connsiteX10" fmla="*/ 62454 w 66750"/>
                <a:gd name="connsiteY10" fmla="*/ 3007 h 2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6750" h="26776">
                  <a:moveTo>
                    <a:pt x="62454" y="3007"/>
                  </a:moveTo>
                  <a:cubicBezTo>
                    <a:pt x="56296" y="-3826"/>
                    <a:pt x="45331" y="3007"/>
                    <a:pt x="37295" y="3007"/>
                  </a:cubicBezTo>
                  <a:cubicBezTo>
                    <a:pt x="34592" y="4734"/>
                    <a:pt x="34141" y="3908"/>
                    <a:pt x="32264" y="6085"/>
                  </a:cubicBezTo>
                  <a:cubicBezTo>
                    <a:pt x="28433" y="10741"/>
                    <a:pt x="30912" y="11867"/>
                    <a:pt x="23252" y="12242"/>
                  </a:cubicBezTo>
                  <a:cubicBezTo>
                    <a:pt x="15479" y="13016"/>
                    <a:pt x="8059" y="15869"/>
                    <a:pt x="1773" y="20501"/>
                  </a:cubicBezTo>
                  <a:cubicBezTo>
                    <a:pt x="879" y="21027"/>
                    <a:pt x="226" y="21898"/>
                    <a:pt x="-29" y="22904"/>
                  </a:cubicBezTo>
                  <a:cubicBezTo>
                    <a:pt x="-29" y="24256"/>
                    <a:pt x="1323" y="25532"/>
                    <a:pt x="3125" y="26133"/>
                  </a:cubicBezTo>
                  <a:cubicBezTo>
                    <a:pt x="5017" y="26598"/>
                    <a:pt x="6963" y="26801"/>
                    <a:pt x="8908" y="26734"/>
                  </a:cubicBezTo>
                  <a:cubicBezTo>
                    <a:pt x="29185" y="26734"/>
                    <a:pt x="38272" y="26734"/>
                    <a:pt x="58473" y="25157"/>
                  </a:cubicBezTo>
                  <a:cubicBezTo>
                    <a:pt x="60246" y="25120"/>
                    <a:pt x="61996" y="24789"/>
                    <a:pt x="63655" y="24181"/>
                  </a:cubicBezTo>
                  <a:cubicBezTo>
                    <a:pt x="69513" y="21102"/>
                    <a:pt x="65758" y="6611"/>
                    <a:pt x="62454" y="3007"/>
                  </a:cubicBezTo>
                  <a:close/>
                </a:path>
              </a:pathLst>
            </a:custGeom>
            <a:solidFill>
              <a:srgbClr val="67686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1" name="Content Placeholder 4">
              <a:extLst>
                <a:ext uri="{FF2B5EF4-FFF2-40B4-BE49-F238E27FC236}">
                  <a16:creationId xmlns:a16="http://schemas.microsoft.com/office/drawing/2014/main" id="{B73F8638-03C8-650C-81E2-24DAB53E74BC}"/>
                </a:ext>
              </a:extLst>
            </p:cNvPr>
            <p:cNvSpPr/>
            <p:nvPr/>
          </p:nvSpPr>
          <p:spPr>
            <a:xfrm>
              <a:off x="8996110" y="4602361"/>
              <a:ext cx="63760" cy="28482"/>
            </a:xfrm>
            <a:custGeom>
              <a:avLst/>
              <a:gdLst>
                <a:gd name="connsiteX0" fmla="*/ 58661 w 63760"/>
                <a:gd name="connsiteY0" fmla="*/ 14020 h 28482"/>
                <a:gd name="connsiteX1" fmla="*/ 44317 w 63760"/>
                <a:gd name="connsiteY1" fmla="*/ 10942 h 28482"/>
                <a:gd name="connsiteX2" fmla="*/ 30724 w 63760"/>
                <a:gd name="connsiteY2" fmla="*/ 9065 h 28482"/>
                <a:gd name="connsiteX3" fmla="*/ 22313 w 63760"/>
                <a:gd name="connsiteY3" fmla="*/ 280 h 28482"/>
                <a:gd name="connsiteX4" fmla="*/ 16606 w 63760"/>
                <a:gd name="connsiteY4" fmla="*/ 280 h 28482"/>
                <a:gd name="connsiteX5" fmla="*/ 4064 w 63760"/>
                <a:gd name="connsiteY5" fmla="*/ 2532 h 28482"/>
                <a:gd name="connsiteX6" fmla="*/ 1961 w 63760"/>
                <a:gd name="connsiteY6" fmla="*/ 3283 h 28482"/>
                <a:gd name="connsiteX7" fmla="*/ 910 w 63760"/>
                <a:gd name="connsiteY7" fmla="*/ 19276 h 28482"/>
                <a:gd name="connsiteX8" fmla="*/ 9546 w 63760"/>
                <a:gd name="connsiteY8" fmla="*/ 26785 h 28482"/>
                <a:gd name="connsiteX9" fmla="*/ 60389 w 63760"/>
                <a:gd name="connsiteY9" fmla="*/ 25808 h 28482"/>
                <a:gd name="connsiteX10" fmla="*/ 62492 w 63760"/>
                <a:gd name="connsiteY10" fmla="*/ 25283 h 28482"/>
                <a:gd name="connsiteX11" fmla="*/ 63393 w 63760"/>
                <a:gd name="connsiteY11" fmla="*/ 24157 h 28482"/>
                <a:gd name="connsiteX12" fmla="*/ 58661 w 63760"/>
                <a:gd name="connsiteY12" fmla="*/ 14020 h 28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760" h="28482">
                  <a:moveTo>
                    <a:pt x="58661" y="14020"/>
                  </a:moveTo>
                  <a:cubicBezTo>
                    <a:pt x="54238" y="11745"/>
                    <a:pt x="49289" y="10687"/>
                    <a:pt x="44317" y="10942"/>
                  </a:cubicBezTo>
                  <a:cubicBezTo>
                    <a:pt x="39699" y="11595"/>
                    <a:pt x="34990" y="10942"/>
                    <a:pt x="30724" y="9065"/>
                  </a:cubicBezTo>
                  <a:cubicBezTo>
                    <a:pt x="27194" y="6512"/>
                    <a:pt x="26894" y="1556"/>
                    <a:pt x="22313" y="280"/>
                  </a:cubicBezTo>
                  <a:cubicBezTo>
                    <a:pt x="20436" y="-133"/>
                    <a:pt x="18483" y="-133"/>
                    <a:pt x="16606" y="280"/>
                  </a:cubicBezTo>
                  <a:lnTo>
                    <a:pt x="4064" y="2532"/>
                  </a:lnTo>
                  <a:cubicBezTo>
                    <a:pt x="3313" y="2615"/>
                    <a:pt x="2592" y="2870"/>
                    <a:pt x="1961" y="3283"/>
                  </a:cubicBezTo>
                  <a:cubicBezTo>
                    <a:pt x="-1043" y="5386"/>
                    <a:pt x="8" y="16273"/>
                    <a:pt x="910" y="19276"/>
                  </a:cubicBezTo>
                  <a:cubicBezTo>
                    <a:pt x="2134" y="23210"/>
                    <a:pt x="5476" y="26116"/>
                    <a:pt x="9546" y="26785"/>
                  </a:cubicBezTo>
                  <a:cubicBezTo>
                    <a:pt x="23815" y="30614"/>
                    <a:pt x="45669" y="26785"/>
                    <a:pt x="60389" y="25808"/>
                  </a:cubicBezTo>
                  <a:cubicBezTo>
                    <a:pt x="61125" y="25793"/>
                    <a:pt x="61838" y="25613"/>
                    <a:pt x="62492" y="25283"/>
                  </a:cubicBezTo>
                  <a:cubicBezTo>
                    <a:pt x="62912" y="25020"/>
                    <a:pt x="63228" y="24622"/>
                    <a:pt x="63393" y="24157"/>
                  </a:cubicBezTo>
                  <a:cubicBezTo>
                    <a:pt x="64579" y="20072"/>
                    <a:pt x="62559" y="15732"/>
                    <a:pt x="58661" y="14020"/>
                  </a:cubicBezTo>
                  <a:close/>
                </a:path>
              </a:pathLst>
            </a:custGeom>
            <a:solidFill>
              <a:srgbClr val="67686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2" name="Content Placeholder 4">
              <a:extLst>
                <a:ext uri="{FF2B5EF4-FFF2-40B4-BE49-F238E27FC236}">
                  <a16:creationId xmlns:a16="http://schemas.microsoft.com/office/drawing/2014/main" id="{1B33A0D5-D67D-7A05-13F1-FE77752CC0B5}"/>
                </a:ext>
              </a:extLst>
            </p:cNvPr>
            <p:cNvSpPr/>
            <p:nvPr/>
          </p:nvSpPr>
          <p:spPr>
            <a:xfrm>
              <a:off x="8894112" y="3786008"/>
              <a:ext cx="136658" cy="95549"/>
            </a:xfrm>
            <a:custGeom>
              <a:avLst/>
              <a:gdLst>
                <a:gd name="connsiteX0" fmla="*/ 321 w 136658"/>
                <a:gd name="connsiteY0" fmla="*/ 44087 h 95549"/>
                <a:gd name="connsiteX1" fmla="*/ 27282 w 136658"/>
                <a:gd name="connsiteY1" fmla="*/ 69316 h 95549"/>
                <a:gd name="connsiteX2" fmla="*/ 64832 w 136658"/>
                <a:gd name="connsiteY2" fmla="*/ 60456 h 95549"/>
                <a:gd name="connsiteX3" fmla="*/ 101706 w 136658"/>
                <a:gd name="connsiteY3" fmla="*/ 41835 h 95549"/>
                <a:gd name="connsiteX4" fmla="*/ 109216 w 136658"/>
                <a:gd name="connsiteY4" fmla="*/ 43186 h 95549"/>
                <a:gd name="connsiteX5" fmla="*/ 114924 w 136658"/>
                <a:gd name="connsiteY5" fmla="*/ 49493 h 95549"/>
                <a:gd name="connsiteX6" fmla="*/ 124987 w 136658"/>
                <a:gd name="connsiteY6" fmla="*/ 95520 h 95549"/>
                <a:gd name="connsiteX7" fmla="*/ 134976 w 136658"/>
                <a:gd name="connsiteY7" fmla="*/ 53548 h 95549"/>
                <a:gd name="connsiteX8" fmla="*/ 127466 w 136658"/>
                <a:gd name="connsiteY8" fmla="*/ 9023 h 95549"/>
                <a:gd name="connsiteX9" fmla="*/ 94497 w 136658"/>
                <a:gd name="connsiteY9" fmla="*/ 763 h 95549"/>
                <a:gd name="connsiteX10" fmla="*/ 49437 w 136658"/>
                <a:gd name="connsiteY10" fmla="*/ 20511 h 95549"/>
                <a:gd name="connsiteX11" fmla="*/ 34417 w 136658"/>
                <a:gd name="connsiteY11" fmla="*/ 33350 h 95549"/>
                <a:gd name="connsiteX12" fmla="*/ 15867 w 136658"/>
                <a:gd name="connsiteY12" fmla="*/ 38381 h 95549"/>
                <a:gd name="connsiteX13" fmla="*/ 2349 w 136658"/>
                <a:gd name="connsiteY13" fmla="*/ 27493 h 95549"/>
                <a:gd name="connsiteX14" fmla="*/ 321 w 136658"/>
                <a:gd name="connsiteY14" fmla="*/ 44087 h 95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6658" h="95549">
                  <a:moveTo>
                    <a:pt x="321" y="44087"/>
                  </a:moveTo>
                  <a:cubicBezTo>
                    <a:pt x="3295" y="57220"/>
                    <a:pt x="13975" y="67221"/>
                    <a:pt x="27282" y="69316"/>
                  </a:cubicBezTo>
                  <a:cubicBezTo>
                    <a:pt x="40462" y="71043"/>
                    <a:pt x="53815" y="67889"/>
                    <a:pt x="64832" y="60456"/>
                  </a:cubicBezTo>
                  <a:cubicBezTo>
                    <a:pt x="76698" y="52947"/>
                    <a:pt x="87813" y="42435"/>
                    <a:pt x="101706" y="41835"/>
                  </a:cubicBezTo>
                  <a:cubicBezTo>
                    <a:pt x="104290" y="41572"/>
                    <a:pt x="106888" y="42045"/>
                    <a:pt x="109216" y="43186"/>
                  </a:cubicBezTo>
                  <a:cubicBezTo>
                    <a:pt x="111634" y="44755"/>
                    <a:pt x="113602" y="46925"/>
                    <a:pt x="114924" y="49493"/>
                  </a:cubicBezTo>
                  <a:cubicBezTo>
                    <a:pt x="121758" y="63865"/>
                    <a:pt x="125205" y="79610"/>
                    <a:pt x="124987" y="95520"/>
                  </a:cubicBezTo>
                  <a:cubicBezTo>
                    <a:pt x="129215" y="81757"/>
                    <a:pt x="132550" y="67739"/>
                    <a:pt x="134976" y="53548"/>
                  </a:cubicBezTo>
                  <a:cubicBezTo>
                    <a:pt x="137604" y="38080"/>
                    <a:pt x="138355" y="19910"/>
                    <a:pt x="127466" y="9023"/>
                  </a:cubicBezTo>
                  <a:cubicBezTo>
                    <a:pt x="118296" y="1424"/>
                    <a:pt x="106167" y="-1617"/>
                    <a:pt x="94497" y="763"/>
                  </a:cubicBezTo>
                  <a:cubicBezTo>
                    <a:pt x="77885" y="2866"/>
                    <a:pt x="62241" y="9728"/>
                    <a:pt x="49437" y="20511"/>
                  </a:cubicBezTo>
                  <a:cubicBezTo>
                    <a:pt x="44676" y="25068"/>
                    <a:pt x="39659" y="29356"/>
                    <a:pt x="34417" y="33350"/>
                  </a:cubicBezTo>
                  <a:cubicBezTo>
                    <a:pt x="29115" y="37367"/>
                    <a:pt x="22468" y="39169"/>
                    <a:pt x="15867" y="38381"/>
                  </a:cubicBezTo>
                  <a:cubicBezTo>
                    <a:pt x="8357" y="37029"/>
                    <a:pt x="7381" y="30872"/>
                    <a:pt x="2349" y="27493"/>
                  </a:cubicBezTo>
                  <a:cubicBezTo>
                    <a:pt x="171" y="32735"/>
                    <a:pt x="-527" y="38471"/>
                    <a:pt x="321" y="44087"/>
                  </a:cubicBezTo>
                  <a:close/>
                </a:path>
              </a:pathLst>
            </a:custGeom>
            <a:solidFill>
              <a:srgbClr val="422E2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3" name="Content Placeholder 4">
              <a:extLst>
                <a:ext uri="{FF2B5EF4-FFF2-40B4-BE49-F238E27FC236}">
                  <a16:creationId xmlns:a16="http://schemas.microsoft.com/office/drawing/2014/main" id="{0104FABB-1E0F-7A6E-8FD2-C202B39CACAA}"/>
                </a:ext>
              </a:extLst>
            </p:cNvPr>
            <p:cNvSpPr/>
            <p:nvPr/>
          </p:nvSpPr>
          <p:spPr>
            <a:xfrm>
              <a:off x="8834124" y="3924869"/>
              <a:ext cx="123774" cy="431171"/>
            </a:xfrm>
            <a:custGeom>
              <a:avLst/>
              <a:gdLst>
                <a:gd name="connsiteX0" fmla="*/ 92902 w 123774"/>
                <a:gd name="connsiteY0" fmla="*/ 241306 h 431171"/>
                <a:gd name="connsiteX1" fmla="*/ 79610 w 123774"/>
                <a:gd name="connsiteY1" fmla="*/ 419256 h 431171"/>
                <a:gd name="connsiteX2" fmla="*/ 74954 w 123774"/>
                <a:gd name="connsiteY2" fmla="*/ 430143 h 431171"/>
                <a:gd name="connsiteX3" fmla="*/ 68345 w 123774"/>
                <a:gd name="connsiteY3" fmla="*/ 431044 h 431171"/>
                <a:gd name="connsiteX4" fmla="*/ 15174 w 123774"/>
                <a:gd name="connsiteY4" fmla="*/ 424061 h 431171"/>
                <a:gd name="connsiteX5" fmla="*/ 1055 w 123774"/>
                <a:gd name="connsiteY5" fmla="*/ 417003 h 431171"/>
                <a:gd name="connsiteX6" fmla="*/ 4 w 123774"/>
                <a:gd name="connsiteY6" fmla="*/ 410020 h 431171"/>
                <a:gd name="connsiteX7" fmla="*/ 3609 w 123774"/>
                <a:gd name="connsiteY7" fmla="*/ 365795 h 431171"/>
                <a:gd name="connsiteX8" fmla="*/ 18629 w 123774"/>
                <a:gd name="connsiteY8" fmla="*/ 285756 h 431171"/>
                <a:gd name="connsiteX9" fmla="*/ 64365 w 123774"/>
                <a:gd name="connsiteY9" fmla="*/ 61178 h 431171"/>
                <a:gd name="connsiteX10" fmla="*/ 79385 w 123774"/>
                <a:gd name="connsiteY10" fmla="*/ 14851 h 431171"/>
                <a:gd name="connsiteX11" fmla="*/ 116409 w 123774"/>
                <a:gd name="connsiteY11" fmla="*/ 1861 h 431171"/>
                <a:gd name="connsiteX12" fmla="*/ 118286 w 123774"/>
                <a:gd name="connsiteY12" fmla="*/ 46461 h 431171"/>
                <a:gd name="connsiteX13" fmla="*/ 101013 w 123774"/>
                <a:gd name="connsiteY13" fmla="*/ 170050 h 431171"/>
                <a:gd name="connsiteX14" fmla="*/ 92902 w 123774"/>
                <a:gd name="connsiteY14" fmla="*/ 241306 h 431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3774" h="431171">
                  <a:moveTo>
                    <a:pt x="92902" y="241306"/>
                  </a:moveTo>
                  <a:cubicBezTo>
                    <a:pt x="87195" y="300547"/>
                    <a:pt x="83816" y="359939"/>
                    <a:pt x="79610" y="419256"/>
                  </a:cubicBezTo>
                  <a:cubicBezTo>
                    <a:pt x="79610" y="423386"/>
                    <a:pt x="78559" y="428191"/>
                    <a:pt x="74954" y="430143"/>
                  </a:cubicBezTo>
                  <a:cubicBezTo>
                    <a:pt x="72866" y="431006"/>
                    <a:pt x="70590" y="431322"/>
                    <a:pt x="68345" y="431044"/>
                  </a:cubicBezTo>
                  <a:cubicBezTo>
                    <a:pt x="41835" y="429768"/>
                    <a:pt x="41459" y="427665"/>
                    <a:pt x="15174" y="424061"/>
                  </a:cubicBezTo>
                  <a:cubicBezTo>
                    <a:pt x="9692" y="423310"/>
                    <a:pt x="3459" y="421959"/>
                    <a:pt x="1055" y="417003"/>
                  </a:cubicBezTo>
                  <a:cubicBezTo>
                    <a:pt x="214" y="414773"/>
                    <a:pt x="-146" y="412393"/>
                    <a:pt x="4" y="410020"/>
                  </a:cubicBezTo>
                  <a:cubicBezTo>
                    <a:pt x="-71" y="395199"/>
                    <a:pt x="1138" y="380407"/>
                    <a:pt x="3609" y="365795"/>
                  </a:cubicBezTo>
                  <a:cubicBezTo>
                    <a:pt x="7889" y="339816"/>
                    <a:pt x="13447" y="311585"/>
                    <a:pt x="18629" y="285756"/>
                  </a:cubicBezTo>
                  <a:cubicBezTo>
                    <a:pt x="38906" y="186043"/>
                    <a:pt x="51598" y="139416"/>
                    <a:pt x="64365" y="61178"/>
                  </a:cubicBezTo>
                  <a:cubicBezTo>
                    <a:pt x="66993" y="45035"/>
                    <a:pt x="69321" y="27990"/>
                    <a:pt x="79385" y="14851"/>
                  </a:cubicBezTo>
                  <a:cubicBezTo>
                    <a:pt x="86895" y="4714"/>
                    <a:pt x="103792" y="-3996"/>
                    <a:pt x="116409" y="1861"/>
                  </a:cubicBezTo>
                  <a:cubicBezTo>
                    <a:pt x="130603" y="8393"/>
                    <a:pt x="120164" y="33997"/>
                    <a:pt x="118286" y="46461"/>
                  </a:cubicBezTo>
                  <a:cubicBezTo>
                    <a:pt x="112128" y="87607"/>
                    <a:pt x="106120" y="129054"/>
                    <a:pt x="101013" y="170050"/>
                  </a:cubicBezTo>
                  <a:cubicBezTo>
                    <a:pt x="97934" y="193777"/>
                    <a:pt x="95231" y="217503"/>
                    <a:pt x="92902" y="241306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4" name="Content Placeholder 4">
              <a:extLst>
                <a:ext uri="{FF2B5EF4-FFF2-40B4-BE49-F238E27FC236}">
                  <a16:creationId xmlns:a16="http://schemas.microsoft.com/office/drawing/2014/main" id="{4B20E701-7746-0C16-F79E-A9FAADF874F5}"/>
                </a:ext>
              </a:extLst>
            </p:cNvPr>
            <p:cNvSpPr/>
            <p:nvPr/>
          </p:nvSpPr>
          <p:spPr>
            <a:xfrm>
              <a:off x="8986228" y="3916097"/>
              <a:ext cx="91522" cy="456395"/>
            </a:xfrm>
            <a:custGeom>
              <a:avLst/>
              <a:gdLst>
                <a:gd name="connsiteX0" fmla="*/ 13571 w 91522"/>
                <a:gd name="connsiteY0" fmla="*/ 178071 h 456395"/>
                <a:gd name="connsiteX1" fmla="*/ 20706 w 91522"/>
                <a:gd name="connsiteY1" fmla="*/ 442819 h 456395"/>
                <a:gd name="connsiteX2" fmla="*/ 22508 w 91522"/>
                <a:gd name="connsiteY2" fmla="*/ 450778 h 456395"/>
                <a:gd name="connsiteX3" fmla="*/ 26939 w 91522"/>
                <a:gd name="connsiteY3" fmla="*/ 452204 h 456395"/>
                <a:gd name="connsiteX4" fmla="*/ 75003 w 91522"/>
                <a:gd name="connsiteY4" fmla="*/ 456259 h 456395"/>
                <a:gd name="connsiteX5" fmla="*/ 82513 w 91522"/>
                <a:gd name="connsiteY5" fmla="*/ 455283 h 456395"/>
                <a:gd name="connsiteX6" fmla="*/ 88821 w 91522"/>
                <a:gd name="connsiteY6" fmla="*/ 442894 h 456395"/>
                <a:gd name="connsiteX7" fmla="*/ 90924 w 91522"/>
                <a:gd name="connsiteY7" fmla="*/ 314725 h 456395"/>
                <a:gd name="connsiteX8" fmla="*/ 89798 w 91522"/>
                <a:gd name="connsiteY8" fmla="*/ 270124 h 456395"/>
                <a:gd name="connsiteX9" fmla="*/ 79734 w 91522"/>
                <a:gd name="connsiteY9" fmla="*/ 210507 h 456395"/>
                <a:gd name="connsiteX10" fmla="*/ 48868 w 91522"/>
                <a:gd name="connsiteY10" fmla="*/ 35185 h 456395"/>
                <a:gd name="connsiteX11" fmla="*/ 32722 w 91522"/>
                <a:gd name="connsiteY11" fmla="*/ 2749 h 456395"/>
                <a:gd name="connsiteX12" fmla="*/ 26939 w 91522"/>
                <a:gd name="connsiteY12" fmla="*/ -30 h 456395"/>
                <a:gd name="connsiteX13" fmla="*/ 20330 w 91522"/>
                <a:gd name="connsiteY13" fmla="*/ 2148 h 456395"/>
                <a:gd name="connsiteX14" fmla="*/ -22 w 91522"/>
                <a:gd name="connsiteY14" fmla="*/ 24673 h 456395"/>
                <a:gd name="connsiteX15" fmla="*/ 4709 w 91522"/>
                <a:gd name="connsiteY15" fmla="*/ 77232 h 456395"/>
                <a:gd name="connsiteX16" fmla="*/ 13571 w 91522"/>
                <a:gd name="connsiteY16" fmla="*/ 178071 h 456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1522" h="456395">
                  <a:moveTo>
                    <a:pt x="13571" y="178071"/>
                  </a:moveTo>
                  <a:cubicBezTo>
                    <a:pt x="21607" y="266145"/>
                    <a:pt x="29567" y="354820"/>
                    <a:pt x="20706" y="442819"/>
                  </a:cubicBezTo>
                  <a:cubicBezTo>
                    <a:pt x="20706" y="445597"/>
                    <a:pt x="20706" y="448976"/>
                    <a:pt x="22508" y="450778"/>
                  </a:cubicBezTo>
                  <a:cubicBezTo>
                    <a:pt x="23830" y="451641"/>
                    <a:pt x="25362" y="452129"/>
                    <a:pt x="26939" y="452204"/>
                  </a:cubicBezTo>
                  <a:cubicBezTo>
                    <a:pt x="42883" y="454382"/>
                    <a:pt x="58924" y="455733"/>
                    <a:pt x="75003" y="456259"/>
                  </a:cubicBezTo>
                  <a:cubicBezTo>
                    <a:pt x="77549" y="456559"/>
                    <a:pt x="80132" y="456221"/>
                    <a:pt x="82513" y="455283"/>
                  </a:cubicBezTo>
                  <a:cubicBezTo>
                    <a:pt x="86418" y="452355"/>
                    <a:pt x="88754" y="447774"/>
                    <a:pt x="88821" y="442894"/>
                  </a:cubicBezTo>
                  <a:cubicBezTo>
                    <a:pt x="95355" y="399720"/>
                    <a:pt x="87394" y="358198"/>
                    <a:pt x="90924" y="314725"/>
                  </a:cubicBezTo>
                  <a:cubicBezTo>
                    <a:pt x="91487" y="299850"/>
                    <a:pt x="91112" y="284953"/>
                    <a:pt x="89798" y="270124"/>
                  </a:cubicBezTo>
                  <a:cubicBezTo>
                    <a:pt x="88311" y="249979"/>
                    <a:pt x="84946" y="230022"/>
                    <a:pt x="79734" y="210507"/>
                  </a:cubicBezTo>
                  <a:cubicBezTo>
                    <a:pt x="65765" y="151942"/>
                    <a:pt x="64714" y="93301"/>
                    <a:pt x="48868" y="35185"/>
                  </a:cubicBezTo>
                  <a:cubicBezTo>
                    <a:pt x="46855" y="22999"/>
                    <a:pt x="41231" y="11699"/>
                    <a:pt x="32722" y="2749"/>
                  </a:cubicBezTo>
                  <a:cubicBezTo>
                    <a:pt x="31122" y="1254"/>
                    <a:pt x="29102" y="286"/>
                    <a:pt x="26939" y="-30"/>
                  </a:cubicBezTo>
                  <a:cubicBezTo>
                    <a:pt x="24573" y="61"/>
                    <a:pt x="22283" y="819"/>
                    <a:pt x="20330" y="2148"/>
                  </a:cubicBezTo>
                  <a:cubicBezTo>
                    <a:pt x="8915" y="8605"/>
                    <a:pt x="-322" y="10632"/>
                    <a:pt x="-22" y="24673"/>
                  </a:cubicBezTo>
                  <a:cubicBezTo>
                    <a:pt x="-22" y="42018"/>
                    <a:pt x="3132" y="59663"/>
                    <a:pt x="4709" y="77232"/>
                  </a:cubicBezTo>
                  <a:cubicBezTo>
                    <a:pt x="7413" y="110195"/>
                    <a:pt x="13571" y="144733"/>
                    <a:pt x="13571" y="178071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5" name="Content Placeholder 4">
              <a:extLst>
                <a:ext uri="{FF2B5EF4-FFF2-40B4-BE49-F238E27FC236}">
                  <a16:creationId xmlns:a16="http://schemas.microsoft.com/office/drawing/2014/main" id="{92627AE0-FCBC-A420-5CE6-1E56C2B099CA}"/>
                </a:ext>
              </a:extLst>
            </p:cNvPr>
            <p:cNvSpPr/>
            <p:nvPr/>
          </p:nvSpPr>
          <p:spPr>
            <a:xfrm>
              <a:off x="9006084" y="3931522"/>
              <a:ext cx="95554" cy="158771"/>
            </a:xfrm>
            <a:custGeom>
              <a:avLst/>
              <a:gdLst>
                <a:gd name="connsiteX0" fmla="*/ 25707 w 95554"/>
                <a:gd name="connsiteY0" fmla="*/ 989 h 158771"/>
                <a:gd name="connsiteX1" fmla="*/ 41328 w 95554"/>
                <a:gd name="connsiteY1" fmla="*/ 19385 h 158771"/>
                <a:gd name="connsiteX2" fmla="*/ 84586 w 95554"/>
                <a:gd name="connsiteY2" fmla="*/ 114367 h 158771"/>
                <a:gd name="connsiteX3" fmla="*/ 95250 w 95554"/>
                <a:gd name="connsiteY3" fmla="*/ 142974 h 158771"/>
                <a:gd name="connsiteX4" fmla="*/ 75949 w 95554"/>
                <a:gd name="connsiteY4" fmla="*/ 158742 h 158771"/>
                <a:gd name="connsiteX5" fmla="*/ 52218 w 95554"/>
                <a:gd name="connsiteY5" fmla="*/ 141397 h 158771"/>
                <a:gd name="connsiteX6" fmla="*/ 30965 w 95554"/>
                <a:gd name="connsiteY6" fmla="*/ 88838 h 158771"/>
                <a:gd name="connsiteX7" fmla="*/ 4905 w 95554"/>
                <a:gd name="connsiteY7" fmla="*/ 27794 h 158771"/>
                <a:gd name="connsiteX8" fmla="*/ 1751 w 95554"/>
                <a:gd name="connsiteY8" fmla="*/ 7747 h 158771"/>
                <a:gd name="connsiteX9" fmla="*/ 25707 w 95554"/>
                <a:gd name="connsiteY9" fmla="*/ 989 h 158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5554" h="158771">
                  <a:moveTo>
                    <a:pt x="25707" y="989"/>
                  </a:moveTo>
                  <a:cubicBezTo>
                    <a:pt x="33090" y="4879"/>
                    <a:pt x="38685" y="11471"/>
                    <a:pt x="41328" y="19385"/>
                  </a:cubicBezTo>
                  <a:cubicBezTo>
                    <a:pt x="55898" y="50995"/>
                    <a:pt x="65736" y="85084"/>
                    <a:pt x="84586" y="114367"/>
                  </a:cubicBezTo>
                  <a:cubicBezTo>
                    <a:pt x="90218" y="123152"/>
                    <a:pt x="96977" y="132687"/>
                    <a:pt x="95250" y="142974"/>
                  </a:cubicBezTo>
                  <a:cubicBezTo>
                    <a:pt x="93417" y="152172"/>
                    <a:pt x="85329" y="158779"/>
                    <a:pt x="75949" y="158742"/>
                  </a:cubicBezTo>
                  <a:cubicBezTo>
                    <a:pt x="65698" y="157143"/>
                    <a:pt x="56859" y="150678"/>
                    <a:pt x="52218" y="141397"/>
                  </a:cubicBezTo>
                  <a:cubicBezTo>
                    <a:pt x="43123" y="124758"/>
                    <a:pt x="35989" y="107121"/>
                    <a:pt x="30965" y="88838"/>
                  </a:cubicBezTo>
                  <a:cubicBezTo>
                    <a:pt x="23402" y="68032"/>
                    <a:pt x="14698" y="47654"/>
                    <a:pt x="4905" y="27794"/>
                  </a:cubicBezTo>
                  <a:cubicBezTo>
                    <a:pt x="2051" y="21863"/>
                    <a:pt x="-2605" y="14129"/>
                    <a:pt x="1751" y="7747"/>
                  </a:cubicBezTo>
                  <a:cubicBezTo>
                    <a:pt x="7706" y="974"/>
                    <a:pt x="17086" y="-1669"/>
                    <a:pt x="25707" y="989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6" name="Content Placeholder 4">
              <a:extLst>
                <a:ext uri="{FF2B5EF4-FFF2-40B4-BE49-F238E27FC236}">
                  <a16:creationId xmlns:a16="http://schemas.microsoft.com/office/drawing/2014/main" id="{841D31F3-0D5E-3D06-FC80-94772A291FB7}"/>
                </a:ext>
              </a:extLst>
            </p:cNvPr>
            <p:cNvSpPr/>
            <p:nvPr/>
          </p:nvSpPr>
          <p:spPr>
            <a:xfrm>
              <a:off x="9023071" y="4049896"/>
              <a:ext cx="33847" cy="63613"/>
            </a:xfrm>
            <a:custGeom>
              <a:avLst/>
              <a:gdLst>
                <a:gd name="connsiteX0" fmla="*/ 24341 w 33847"/>
                <a:gd name="connsiteY0" fmla="*/ 1474 h 63613"/>
                <a:gd name="connsiteX1" fmla="*/ 21862 w 33847"/>
                <a:gd name="connsiteY1" fmla="*/ -28 h 63613"/>
                <a:gd name="connsiteX2" fmla="*/ 13301 w 33847"/>
                <a:gd name="connsiteY2" fmla="*/ 3126 h 63613"/>
                <a:gd name="connsiteX3" fmla="*/ 309 w 33847"/>
                <a:gd name="connsiteY3" fmla="*/ 4927 h 63613"/>
                <a:gd name="connsiteX4" fmla="*/ 309 w 33847"/>
                <a:gd name="connsiteY4" fmla="*/ 5753 h 63613"/>
                <a:gd name="connsiteX5" fmla="*/ 759 w 33847"/>
                <a:gd name="connsiteY5" fmla="*/ 5753 h 63613"/>
                <a:gd name="connsiteX6" fmla="*/ 158 w 33847"/>
                <a:gd name="connsiteY6" fmla="*/ 6805 h 63613"/>
                <a:gd name="connsiteX7" fmla="*/ 6167 w 33847"/>
                <a:gd name="connsiteY7" fmla="*/ 30681 h 63613"/>
                <a:gd name="connsiteX8" fmla="*/ 12625 w 33847"/>
                <a:gd name="connsiteY8" fmla="*/ 53207 h 63613"/>
                <a:gd name="connsiteX9" fmla="*/ 23665 w 33847"/>
                <a:gd name="connsiteY9" fmla="*/ 63343 h 63613"/>
                <a:gd name="connsiteX10" fmla="*/ 32812 w 33847"/>
                <a:gd name="connsiteY10" fmla="*/ 57952 h 63613"/>
                <a:gd name="connsiteX11" fmla="*/ 32902 w 33847"/>
                <a:gd name="connsiteY11" fmla="*/ 57562 h 63613"/>
                <a:gd name="connsiteX12" fmla="*/ 32076 w 33847"/>
                <a:gd name="connsiteY12" fmla="*/ 37064 h 63613"/>
                <a:gd name="connsiteX13" fmla="*/ 27044 w 33847"/>
                <a:gd name="connsiteY13" fmla="*/ 13863 h 63613"/>
                <a:gd name="connsiteX14" fmla="*/ 24341 w 33847"/>
                <a:gd name="connsiteY14" fmla="*/ 1474 h 63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3847" h="63613">
                  <a:moveTo>
                    <a:pt x="24341" y="1474"/>
                  </a:moveTo>
                  <a:cubicBezTo>
                    <a:pt x="23589" y="422"/>
                    <a:pt x="23289" y="47"/>
                    <a:pt x="21862" y="-28"/>
                  </a:cubicBezTo>
                  <a:cubicBezTo>
                    <a:pt x="20435" y="-103"/>
                    <a:pt x="15104" y="2450"/>
                    <a:pt x="13301" y="3126"/>
                  </a:cubicBezTo>
                  <a:cubicBezTo>
                    <a:pt x="9186" y="4807"/>
                    <a:pt x="4725" y="5423"/>
                    <a:pt x="309" y="4927"/>
                  </a:cubicBezTo>
                  <a:cubicBezTo>
                    <a:pt x="-142" y="4927"/>
                    <a:pt x="-142" y="5603"/>
                    <a:pt x="309" y="5753"/>
                  </a:cubicBezTo>
                  <a:lnTo>
                    <a:pt x="759" y="5753"/>
                  </a:lnTo>
                  <a:cubicBezTo>
                    <a:pt x="384" y="5971"/>
                    <a:pt x="151" y="6369"/>
                    <a:pt x="158" y="6805"/>
                  </a:cubicBezTo>
                  <a:cubicBezTo>
                    <a:pt x="1218" y="14974"/>
                    <a:pt x="3238" y="22986"/>
                    <a:pt x="6167" y="30681"/>
                  </a:cubicBezTo>
                  <a:cubicBezTo>
                    <a:pt x="7909" y="38303"/>
                    <a:pt x="10064" y="45818"/>
                    <a:pt x="12625" y="53207"/>
                  </a:cubicBezTo>
                  <a:cubicBezTo>
                    <a:pt x="14540" y="58110"/>
                    <a:pt x="18618" y="61849"/>
                    <a:pt x="23665" y="63343"/>
                  </a:cubicBezTo>
                  <a:cubicBezTo>
                    <a:pt x="27683" y="64380"/>
                    <a:pt x="31776" y="61962"/>
                    <a:pt x="32812" y="57952"/>
                  </a:cubicBezTo>
                  <a:cubicBezTo>
                    <a:pt x="32842" y="57817"/>
                    <a:pt x="32872" y="57689"/>
                    <a:pt x="32902" y="57562"/>
                  </a:cubicBezTo>
                  <a:cubicBezTo>
                    <a:pt x="34359" y="50766"/>
                    <a:pt x="34074" y="43716"/>
                    <a:pt x="32076" y="37064"/>
                  </a:cubicBezTo>
                  <a:cubicBezTo>
                    <a:pt x="29876" y="29450"/>
                    <a:pt x="28193" y="21701"/>
                    <a:pt x="27044" y="13863"/>
                  </a:cubicBezTo>
                  <a:cubicBezTo>
                    <a:pt x="26902" y="9605"/>
                    <a:pt x="25985" y="5400"/>
                    <a:pt x="24341" y="1474"/>
                  </a:cubicBezTo>
                  <a:close/>
                </a:path>
              </a:pathLst>
            </a:custGeom>
            <a:solidFill>
              <a:srgbClr val="AA6A6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7" name="Content Placeholder 4">
              <a:extLst>
                <a:ext uri="{FF2B5EF4-FFF2-40B4-BE49-F238E27FC236}">
                  <a16:creationId xmlns:a16="http://schemas.microsoft.com/office/drawing/2014/main" id="{06504EB4-D644-73A6-C2D3-2AFD092A358D}"/>
                </a:ext>
              </a:extLst>
            </p:cNvPr>
            <p:cNvSpPr/>
            <p:nvPr/>
          </p:nvSpPr>
          <p:spPr>
            <a:xfrm>
              <a:off x="9001841" y="3992232"/>
              <a:ext cx="57533" cy="122742"/>
            </a:xfrm>
            <a:custGeom>
              <a:avLst/>
              <a:gdLst>
                <a:gd name="connsiteX0" fmla="*/ 37986 w 57533"/>
                <a:gd name="connsiteY0" fmla="*/ 3275 h 122742"/>
                <a:gd name="connsiteX1" fmla="*/ 24243 w 57533"/>
                <a:gd name="connsiteY1" fmla="*/ 347 h 122742"/>
                <a:gd name="connsiteX2" fmla="*/ 1713 w 57533"/>
                <a:gd name="connsiteY2" fmla="*/ 7855 h 122742"/>
                <a:gd name="connsiteX3" fmla="*/ 1713 w 57533"/>
                <a:gd name="connsiteY3" fmla="*/ 8456 h 122742"/>
                <a:gd name="connsiteX4" fmla="*/ 211 w 57533"/>
                <a:gd name="connsiteY4" fmla="*/ 10558 h 122742"/>
                <a:gd name="connsiteX5" fmla="*/ 6745 w 57533"/>
                <a:gd name="connsiteY5" fmla="*/ 16039 h 122742"/>
                <a:gd name="connsiteX6" fmla="*/ 7195 w 57533"/>
                <a:gd name="connsiteY6" fmla="*/ 17691 h 122742"/>
                <a:gd name="connsiteX7" fmla="*/ 7195 w 57533"/>
                <a:gd name="connsiteY7" fmla="*/ 17691 h 122742"/>
                <a:gd name="connsiteX8" fmla="*/ 20563 w 57533"/>
                <a:gd name="connsiteY8" fmla="*/ 66196 h 122742"/>
                <a:gd name="connsiteX9" fmla="*/ 33931 w 57533"/>
                <a:gd name="connsiteY9" fmla="*/ 114025 h 122742"/>
                <a:gd name="connsiteX10" fmla="*/ 38136 w 57533"/>
                <a:gd name="connsiteY10" fmla="*/ 121008 h 122742"/>
                <a:gd name="connsiteX11" fmla="*/ 46923 w 57533"/>
                <a:gd name="connsiteY11" fmla="*/ 122660 h 122742"/>
                <a:gd name="connsiteX12" fmla="*/ 57437 w 57533"/>
                <a:gd name="connsiteY12" fmla="*/ 115151 h 122742"/>
                <a:gd name="connsiteX13" fmla="*/ 56686 w 57533"/>
                <a:gd name="connsiteY13" fmla="*/ 105991 h 122742"/>
                <a:gd name="connsiteX14" fmla="*/ 54433 w 57533"/>
                <a:gd name="connsiteY14" fmla="*/ 92851 h 122742"/>
                <a:gd name="connsiteX15" fmla="*/ 49101 w 57533"/>
                <a:gd name="connsiteY15" fmla="*/ 66947 h 122742"/>
                <a:gd name="connsiteX16" fmla="*/ 35432 w 57533"/>
                <a:gd name="connsiteY16" fmla="*/ 9657 h 122742"/>
                <a:gd name="connsiteX17" fmla="*/ 35432 w 57533"/>
                <a:gd name="connsiteY17" fmla="*/ 9132 h 122742"/>
                <a:gd name="connsiteX18" fmla="*/ 37986 w 57533"/>
                <a:gd name="connsiteY18" fmla="*/ 3275 h 122742"/>
                <a:gd name="connsiteX19" fmla="*/ 3966 w 57533"/>
                <a:gd name="connsiteY19" fmla="*/ 9207 h 122742"/>
                <a:gd name="connsiteX20" fmla="*/ 8922 w 57533"/>
                <a:gd name="connsiteY20" fmla="*/ 7705 h 122742"/>
                <a:gd name="connsiteX21" fmla="*/ 20713 w 57533"/>
                <a:gd name="connsiteY21" fmla="*/ 4702 h 122742"/>
                <a:gd name="connsiteX22" fmla="*/ 25520 w 57533"/>
                <a:gd name="connsiteY22" fmla="*/ 3500 h 122742"/>
                <a:gd name="connsiteX23" fmla="*/ 29650 w 57533"/>
                <a:gd name="connsiteY23" fmla="*/ 2900 h 122742"/>
                <a:gd name="connsiteX24" fmla="*/ 33630 w 57533"/>
                <a:gd name="connsiteY24" fmla="*/ 5978 h 122742"/>
                <a:gd name="connsiteX25" fmla="*/ 32826 w 57533"/>
                <a:gd name="connsiteY25" fmla="*/ 7097 h 122742"/>
                <a:gd name="connsiteX26" fmla="*/ 33030 w 57533"/>
                <a:gd name="connsiteY26" fmla="*/ 7555 h 122742"/>
                <a:gd name="connsiteX27" fmla="*/ 22140 w 57533"/>
                <a:gd name="connsiteY27" fmla="*/ 11985 h 122742"/>
                <a:gd name="connsiteX28" fmla="*/ 10199 w 57533"/>
                <a:gd name="connsiteY28" fmla="*/ 13637 h 122742"/>
                <a:gd name="connsiteX29" fmla="*/ 3966 w 57533"/>
                <a:gd name="connsiteY29" fmla="*/ 9207 h 122742"/>
                <a:gd name="connsiteX30" fmla="*/ 46322 w 57533"/>
                <a:gd name="connsiteY30" fmla="*/ 65670 h 122742"/>
                <a:gd name="connsiteX31" fmla="*/ 51654 w 57533"/>
                <a:gd name="connsiteY31" fmla="*/ 91574 h 122742"/>
                <a:gd name="connsiteX32" fmla="*/ 54057 w 57533"/>
                <a:gd name="connsiteY32" fmla="*/ 105540 h 122742"/>
                <a:gd name="connsiteX33" fmla="*/ 55034 w 57533"/>
                <a:gd name="connsiteY33" fmla="*/ 113049 h 122742"/>
                <a:gd name="connsiteX34" fmla="*/ 46547 w 57533"/>
                <a:gd name="connsiteY34" fmla="*/ 119806 h 122742"/>
                <a:gd name="connsiteX35" fmla="*/ 37460 w 57533"/>
                <a:gd name="connsiteY35" fmla="*/ 116202 h 122742"/>
                <a:gd name="connsiteX36" fmla="*/ 34156 w 57533"/>
                <a:gd name="connsiteY36" fmla="*/ 108694 h 122742"/>
                <a:gd name="connsiteX37" fmla="*/ 29800 w 57533"/>
                <a:gd name="connsiteY37" fmla="*/ 95554 h 122742"/>
                <a:gd name="connsiteX38" fmla="*/ 23642 w 57533"/>
                <a:gd name="connsiteY38" fmla="*/ 70326 h 122742"/>
                <a:gd name="connsiteX39" fmla="*/ 8622 w 57533"/>
                <a:gd name="connsiteY39" fmla="*/ 17016 h 122742"/>
                <a:gd name="connsiteX40" fmla="*/ 33705 w 57533"/>
                <a:gd name="connsiteY40" fmla="*/ 10934 h 122742"/>
                <a:gd name="connsiteX41" fmla="*/ 46322 w 57533"/>
                <a:gd name="connsiteY41" fmla="*/ 65670 h 122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57533" h="122742">
                  <a:moveTo>
                    <a:pt x="37986" y="3275"/>
                  </a:moveTo>
                  <a:cubicBezTo>
                    <a:pt x="35808" y="-779"/>
                    <a:pt x="27848" y="-179"/>
                    <a:pt x="24243" y="347"/>
                  </a:cubicBezTo>
                  <a:cubicBezTo>
                    <a:pt x="16372" y="1616"/>
                    <a:pt x="8765" y="4154"/>
                    <a:pt x="1713" y="7855"/>
                  </a:cubicBezTo>
                  <a:cubicBezTo>
                    <a:pt x="1713" y="7855"/>
                    <a:pt x="1713" y="8306"/>
                    <a:pt x="1713" y="8456"/>
                  </a:cubicBezTo>
                  <a:cubicBezTo>
                    <a:pt x="999" y="8974"/>
                    <a:pt x="466" y="9710"/>
                    <a:pt x="211" y="10558"/>
                  </a:cubicBezTo>
                  <a:cubicBezTo>
                    <a:pt x="-1141" y="14688"/>
                    <a:pt x="3515" y="15739"/>
                    <a:pt x="6745" y="16039"/>
                  </a:cubicBezTo>
                  <a:cubicBezTo>
                    <a:pt x="6068" y="16490"/>
                    <a:pt x="6219" y="17766"/>
                    <a:pt x="7195" y="17691"/>
                  </a:cubicBezTo>
                  <a:lnTo>
                    <a:pt x="7195" y="17691"/>
                  </a:lnTo>
                  <a:cubicBezTo>
                    <a:pt x="11776" y="33835"/>
                    <a:pt x="16657" y="49903"/>
                    <a:pt x="20563" y="66196"/>
                  </a:cubicBezTo>
                  <a:cubicBezTo>
                    <a:pt x="23694" y="82482"/>
                    <a:pt x="28163" y="98475"/>
                    <a:pt x="33931" y="114025"/>
                  </a:cubicBezTo>
                  <a:cubicBezTo>
                    <a:pt x="34637" y="116705"/>
                    <a:pt x="36093" y="119131"/>
                    <a:pt x="38136" y="121008"/>
                  </a:cubicBezTo>
                  <a:cubicBezTo>
                    <a:pt x="40862" y="122329"/>
                    <a:pt x="43896" y="122900"/>
                    <a:pt x="46923" y="122660"/>
                  </a:cubicBezTo>
                  <a:cubicBezTo>
                    <a:pt x="51819" y="123163"/>
                    <a:pt x="56325" y="119949"/>
                    <a:pt x="57437" y="115151"/>
                  </a:cubicBezTo>
                  <a:cubicBezTo>
                    <a:pt x="57640" y="112080"/>
                    <a:pt x="57384" y="108994"/>
                    <a:pt x="56686" y="105991"/>
                  </a:cubicBezTo>
                  <a:cubicBezTo>
                    <a:pt x="56010" y="101636"/>
                    <a:pt x="55259" y="97206"/>
                    <a:pt x="54433" y="92851"/>
                  </a:cubicBezTo>
                  <a:cubicBezTo>
                    <a:pt x="52856" y="84216"/>
                    <a:pt x="50978" y="75581"/>
                    <a:pt x="49101" y="66947"/>
                  </a:cubicBezTo>
                  <a:cubicBezTo>
                    <a:pt x="45563" y="47620"/>
                    <a:pt x="41005" y="28496"/>
                    <a:pt x="35432" y="9657"/>
                  </a:cubicBezTo>
                  <a:cubicBezTo>
                    <a:pt x="35470" y="9485"/>
                    <a:pt x="35470" y="9305"/>
                    <a:pt x="35432" y="9132"/>
                  </a:cubicBezTo>
                  <a:cubicBezTo>
                    <a:pt x="37235" y="7555"/>
                    <a:pt x="39413" y="5678"/>
                    <a:pt x="37986" y="3275"/>
                  </a:cubicBezTo>
                  <a:close/>
                  <a:moveTo>
                    <a:pt x="3966" y="9207"/>
                  </a:moveTo>
                  <a:cubicBezTo>
                    <a:pt x="5498" y="8373"/>
                    <a:pt x="7187" y="7863"/>
                    <a:pt x="8922" y="7705"/>
                  </a:cubicBezTo>
                  <a:lnTo>
                    <a:pt x="20713" y="4702"/>
                  </a:lnTo>
                  <a:lnTo>
                    <a:pt x="25520" y="3500"/>
                  </a:lnTo>
                  <a:cubicBezTo>
                    <a:pt x="26879" y="3193"/>
                    <a:pt x="28261" y="2990"/>
                    <a:pt x="29650" y="2900"/>
                  </a:cubicBezTo>
                  <a:cubicBezTo>
                    <a:pt x="32128" y="2374"/>
                    <a:pt x="33405" y="3350"/>
                    <a:pt x="33630" y="5978"/>
                  </a:cubicBezTo>
                  <a:cubicBezTo>
                    <a:pt x="33097" y="6068"/>
                    <a:pt x="32737" y="6571"/>
                    <a:pt x="32826" y="7097"/>
                  </a:cubicBezTo>
                  <a:cubicBezTo>
                    <a:pt x="32849" y="7270"/>
                    <a:pt x="32924" y="7420"/>
                    <a:pt x="33030" y="7555"/>
                  </a:cubicBezTo>
                  <a:cubicBezTo>
                    <a:pt x="29717" y="9725"/>
                    <a:pt x="26022" y="11227"/>
                    <a:pt x="22140" y="11985"/>
                  </a:cubicBezTo>
                  <a:cubicBezTo>
                    <a:pt x="18242" y="13021"/>
                    <a:pt x="14232" y="13577"/>
                    <a:pt x="10199" y="13637"/>
                  </a:cubicBezTo>
                  <a:cubicBezTo>
                    <a:pt x="8697" y="13637"/>
                    <a:pt x="-540" y="13937"/>
                    <a:pt x="3966" y="9207"/>
                  </a:cubicBezTo>
                  <a:close/>
                  <a:moveTo>
                    <a:pt x="46322" y="65670"/>
                  </a:moveTo>
                  <a:cubicBezTo>
                    <a:pt x="48124" y="74305"/>
                    <a:pt x="50002" y="82940"/>
                    <a:pt x="51654" y="91574"/>
                  </a:cubicBezTo>
                  <a:cubicBezTo>
                    <a:pt x="52555" y="96230"/>
                    <a:pt x="53381" y="100885"/>
                    <a:pt x="54057" y="105540"/>
                  </a:cubicBezTo>
                  <a:cubicBezTo>
                    <a:pt x="54613" y="108011"/>
                    <a:pt x="54943" y="110518"/>
                    <a:pt x="55034" y="113049"/>
                  </a:cubicBezTo>
                  <a:cubicBezTo>
                    <a:pt x="55034" y="117929"/>
                    <a:pt x="50903" y="119731"/>
                    <a:pt x="46547" y="119806"/>
                  </a:cubicBezTo>
                  <a:cubicBezTo>
                    <a:pt x="43085" y="120385"/>
                    <a:pt x="39586" y="118996"/>
                    <a:pt x="37460" y="116202"/>
                  </a:cubicBezTo>
                  <a:cubicBezTo>
                    <a:pt x="36063" y="113845"/>
                    <a:pt x="34952" y="111322"/>
                    <a:pt x="34156" y="108694"/>
                  </a:cubicBezTo>
                  <a:cubicBezTo>
                    <a:pt x="32504" y="104339"/>
                    <a:pt x="31077" y="99984"/>
                    <a:pt x="29800" y="95554"/>
                  </a:cubicBezTo>
                  <a:cubicBezTo>
                    <a:pt x="27472" y="87220"/>
                    <a:pt x="25594" y="78735"/>
                    <a:pt x="23642" y="70326"/>
                  </a:cubicBezTo>
                  <a:cubicBezTo>
                    <a:pt x="19699" y="52275"/>
                    <a:pt x="14682" y="34473"/>
                    <a:pt x="8622" y="17016"/>
                  </a:cubicBezTo>
                  <a:cubicBezTo>
                    <a:pt x="17228" y="16205"/>
                    <a:pt x="25677" y="14155"/>
                    <a:pt x="33705" y="10934"/>
                  </a:cubicBezTo>
                  <a:cubicBezTo>
                    <a:pt x="38887" y="29029"/>
                    <a:pt x="42417" y="47575"/>
                    <a:pt x="46322" y="65670"/>
                  </a:cubicBezTo>
                  <a:close/>
                </a:path>
              </a:pathLst>
            </a:custGeom>
            <a:solidFill>
              <a:srgbClr val="D3E4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8" name="Content Placeholder 4">
              <a:extLst>
                <a:ext uri="{FF2B5EF4-FFF2-40B4-BE49-F238E27FC236}">
                  <a16:creationId xmlns:a16="http://schemas.microsoft.com/office/drawing/2014/main" id="{CDA160D2-E037-D9AD-12BD-7FF90502168D}"/>
                </a:ext>
              </a:extLst>
            </p:cNvPr>
            <p:cNvSpPr/>
            <p:nvPr/>
          </p:nvSpPr>
          <p:spPr>
            <a:xfrm>
              <a:off x="9030538" y="4023390"/>
              <a:ext cx="6276" cy="1543"/>
            </a:xfrm>
            <a:custGeom>
              <a:avLst/>
              <a:gdLst>
                <a:gd name="connsiteX0" fmla="*/ 652 w 6276"/>
                <a:gd name="connsiteY0" fmla="*/ 1400 h 1543"/>
                <a:gd name="connsiteX1" fmla="*/ 3205 w 6276"/>
                <a:gd name="connsiteY1" fmla="*/ 1400 h 1543"/>
                <a:gd name="connsiteX2" fmla="*/ 5684 w 6276"/>
                <a:gd name="connsiteY2" fmla="*/ 1400 h 1543"/>
                <a:gd name="connsiteX3" fmla="*/ 5684 w 6276"/>
                <a:gd name="connsiteY3" fmla="*/ -27 h 1543"/>
                <a:gd name="connsiteX4" fmla="*/ 3130 w 6276"/>
                <a:gd name="connsiteY4" fmla="*/ 574 h 1543"/>
                <a:gd name="connsiteX5" fmla="*/ 352 w 6276"/>
                <a:gd name="connsiteY5" fmla="*/ 1099 h 1543"/>
                <a:gd name="connsiteX6" fmla="*/ 652 w 6276"/>
                <a:gd name="connsiteY6" fmla="*/ 1400 h 1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76" h="1543">
                  <a:moveTo>
                    <a:pt x="652" y="1400"/>
                  </a:moveTo>
                  <a:lnTo>
                    <a:pt x="3205" y="1400"/>
                  </a:lnTo>
                  <a:cubicBezTo>
                    <a:pt x="4024" y="1512"/>
                    <a:pt x="4865" y="1512"/>
                    <a:pt x="5684" y="1400"/>
                  </a:cubicBezTo>
                  <a:cubicBezTo>
                    <a:pt x="6435" y="1400"/>
                    <a:pt x="6435" y="-102"/>
                    <a:pt x="5684" y="-27"/>
                  </a:cubicBezTo>
                  <a:cubicBezTo>
                    <a:pt x="4813" y="63"/>
                    <a:pt x="3956" y="266"/>
                    <a:pt x="3130" y="574"/>
                  </a:cubicBezTo>
                  <a:lnTo>
                    <a:pt x="352" y="1099"/>
                  </a:lnTo>
                  <a:cubicBezTo>
                    <a:pt x="-324" y="799"/>
                    <a:pt x="-24" y="1850"/>
                    <a:pt x="652" y="1400"/>
                  </a:cubicBezTo>
                  <a:close/>
                </a:path>
              </a:pathLst>
            </a:custGeom>
            <a:solidFill>
              <a:srgbClr val="94949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9" name="Content Placeholder 4">
              <a:extLst>
                <a:ext uri="{FF2B5EF4-FFF2-40B4-BE49-F238E27FC236}">
                  <a16:creationId xmlns:a16="http://schemas.microsoft.com/office/drawing/2014/main" id="{0EF01AD7-87FA-8B39-BE3A-5D34CE489729}"/>
                </a:ext>
              </a:extLst>
            </p:cNvPr>
            <p:cNvSpPr/>
            <p:nvPr/>
          </p:nvSpPr>
          <p:spPr>
            <a:xfrm>
              <a:off x="9031820" y="4031505"/>
              <a:ext cx="7394" cy="2403"/>
            </a:xfrm>
            <a:custGeom>
              <a:avLst/>
              <a:gdLst>
                <a:gd name="connsiteX0" fmla="*/ 6355 w 7394"/>
                <a:gd name="connsiteY0" fmla="*/ 42 h 2403"/>
                <a:gd name="connsiteX1" fmla="*/ 497 w 7394"/>
                <a:gd name="connsiteY1" fmla="*/ 1319 h 2403"/>
                <a:gd name="connsiteX2" fmla="*/ -29 w 7394"/>
                <a:gd name="connsiteY2" fmla="*/ 1844 h 2403"/>
                <a:gd name="connsiteX3" fmla="*/ 497 w 7394"/>
                <a:gd name="connsiteY3" fmla="*/ 2370 h 2403"/>
                <a:gd name="connsiteX4" fmla="*/ 6730 w 7394"/>
                <a:gd name="connsiteY4" fmla="*/ 1694 h 2403"/>
                <a:gd name="connsiteX5" fmla="*/ 6355 w 7394"/>
                <a:gd name="connsiteY5" fmla="*/ 42 h 2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94" h="2403">
                  <a:moveTo>
                    <a:pt x="6355" y="42"/>
                  </a:moveTo>
                  <a:cubicBezTo>
                    <a:pt x="4492" y="801"/>
                    <a:pt x="2509" y="1236"/>
                    <a:pt x="497" y="1319"/>
                  </a:cubicBezTo>
                  <a:cubicBezTo>
                    <a:pt x="204" y="1319"/>
                    <a:pt x="-29" y="1551"/>
                    <a:pt x="-29" y="1844"/>
                  </a:cubicBezTo>
                  <a:cubicBezTo>
                    <a:pt x="-29" y="2137"/>
                    <a:pt x="204" y="2370"/>
                    <a:pt x="497" y="2370"/>
                  </a:cubicBezTo>
                  <a:cubicBezTo>
                    <a:pt x="2592" y="2407"/>
                    <a:pt x="4687" y="2182"/>
                    <a:pt x="6730" y="1694"/>
                  </a:cubicBezTo>
                  <a:cubicBezTo>
                    <a:pt x="7856" y="1394"/>
                    <a:pt x="7330" y="-408"/>
                    <a:pt x="6355" y="42"/>
                  </a:cubicBezTo>
                  <a:close/>
                </a:path>
              </a:pathLst>
            </a:custGeom>
            <a:solidFill>
              <a:srgbClr val="94949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0" name="Content Placeholder 4">
              <a:extLst>
                <a:ext uri="{FF2B5EF4-FFF2-40B4-BE49-F238E27FC236}">
                  <a16:creationId xmlns:a16="http://schemas.microsoft.com/office/drawing/2014/main" id="{3F6FC43F-913D-DC94-2E3E-67336848E78E}"/>
                </a:ext>
              </a:extLst>
            </p:cNvPr>
            <p:cNvSpPr/>
            <p:nvPr/>
          </p:nvSpPr>
          <p:spPr>
            <a:xfrm>
              <a:off x="9035707" y="4045607"/>
              <a:ext cx="6021" cy="2091"/>
            </a:xfrm>
            <a:custGeom>
              <a:avLst/>
              <a:gdLst>
                <a:gd name="connsiteX0" fmla="*/ 5547 w 6021"/>
                <a:gd name="connsiteY0" fmla="*/ 1708 h 2091"/>
                <a:gd name="connsiteX1" fmla="*/ 4871 w 6021"/>
                <a:gd name="connsiteY1" fmla="*/ -19 h 2091"/>
                <a:gd name="connsiteX2" fmla="*/ 2844 w 6021"/>
                <a:gd name="connsiteY2" fmla="*/ 657 h 2091"/>
                <a:gd name="connsiteX3" fmla="*/ 591 w 6021"/>
                <a:gd name="connsiteY3" fmla="*/ 657 h 2091"/>
                <a:gd name="connsiteX4" fmla="*/ 591 w 6021"/>
                <a:gd name="connsiteY4" fmla="*/ 1858 h 2091"/>
                <a:gd name="connsiteX5" fmla="*/ 5547 w 6021"/>
                <a:gd name="connsiteY5" fmla="*/ 1708 h 20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021" h="2091">
                  <a:moveTo>
                    <a:pt x="5547" y="1708"/>
                  </a:moveTo>
                  <a:cubicBezTo>
                    <a:pt x="6599" y="1258"/>
                    <a:pt x="5547" y="-169"/>
                    <a:pt x="4871" y="-19"/>
                  </a:cubicBezTo>
                  <a:cubicBezTo>
                    <a:pt x="4195" y="132"/>
                    <a:pt x="3594" y="507"/>
                    <a:pt x="2844" y="657"/>
                  </a:cubicBezTo>
                  <a:cubicBezTo>
                    <a:pt x="2100" y="770"/>
                    <a:pt x="1334" y="770"/>
                    <a:pt x="591" y="657"/>
                  </a:cubicBezTo>
                  <a:cubicBezTo>
                    <a:pt x="-236" y="657"/>
                    <a:pt x="-236" y="1783"/>
                    <a:pt x="591" y="1858"/>
                  </a:cubicBezTo>
                  <a:cubicBezTo>
                    <a:pt x="2235" y="2174"/>
                    <a:pt x="3925" y="2121"/>
                    <a:pt x="5547" y="1708"/>
                  </a:cubicBezTo>
                  <a:close/>
                </a:path>
              </a:pathLst>
            </a:custGeom>
            <a:solidFill>
              <a:srgbClr val="94949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1" name="Content Placeholder 4">
              <a:extLst>
                <a:ext uri="{FF2B5EF4-FFF2-40B4-BE49-F238E27FC236}">
                  <a16:creationId xmlns:a16="http://schemas.microsoft.com/office/drawing/2014/main" id="{5C294B19-9A3B-61F8-6C7D-81A884FB3756}"/>
                </a:ext>
              </a:extLst>
            </p:cNvPr>
            <p:cNvSpPr/>
            <p:nvPr/>
          </p:nvSpPr>
          <p:spPr>
            <a:xfrm>
              <a:off x="9039030" y="4058234"/>
              <a:ext cx="6223" cy="2551"/>
            </a:xfrm>
            <a:custGeom>
              <a:avLst/>
              <a:gdLst>
                <a:gd name="connsiteX0" fmla="*/ 4702 w 6223"/>
                <a:gd name="connsiteY0" fmla="*/ 119 h 2551"/>
                <a:gd name="connsiteX1" fmla="*/ 646 w 6223"/>
                <a:gd name="connsiteY1" fmla="*/ 1170 h 2551"/>
                <a:gd name="connsiteX2" fmla="*/ -29 w 6223"/>
                <a:gd name="connsiteY2" fmla="*/ 1846 h 2551"/>
                <a:gd name="connsiteX3" fmla="*/ 646 w 6223"/>
                <a:gd name="connsiteY3" fmla="*/ 2522 h 2551"/>
                <a:gd name="connsiteX4" fmla="*/ 5378 w 6223"/>
                <a:gd name="connsiteY4" fmla="*/ 1921 h 2551"/>
                <a:gd name="connsiteX5" fmla="*/ 4702 w 6223"/>
                <a:gd name="connsiteY5" fmla="*/ 119 h 2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223" h="2551">
                  <a:moveTo>
                    <a:pt x="4702" y="119"/>
                  </a:moveTo>
                  <a:cubicBezTo>
                    <a:pt x="3455" y="802"/>
                    <a:pt x="2066" y="1163"/>
                    <a:pt x="646" y="1170"/>
                  </a:cubicBezTo>
                  <a:cubicBezTo>
                    <a:pt x="271" y="1170"/>
                    <a:pt x="-29" y="1470"/>
                    <a:pt x="-29" y="1846"/>
                  </a:cubicBezTo>
                  <a:cubicBezTo>
                    <a:pt x="-29" y="2221"/>
                    <a:pt x="271" y="2522"/>
                    <a:pt x="646" y="2522"/>
                  </a:cubicBezTo>
                  <a:cubicBezTo>
                    <a:pt x="2224" y="2522"/>
                    <a:pt x="3801" y="2146"/>
                    <a:pt x="5378" y="1921"/>
                  </a:cubicBezTo>
                  <a:cubicBezTo>
                    <a:pt x="6955" y="1696"/>
                    <a:pt x="5979" y="-632"/>
                    <a:pt x="4702" y="119"/>
                  </a:cubicBezTo>
                  <a:close/>
                </a:path>
              </a:pathLst>
            </a:custGeom>
            <a:solidFill>
              <a:srgbClr val="94949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2" name="Content Placeholder 4">
              <a:extLst>
                <a:ext uri="{FF2B5EF4-FFF2-40B4-BE49-F238E27FC236}">
                  <a16:creationId xmlns:a16="http://schemas.microsoft.com/office/drawing/2014/main" id="{72780D0B-A18D-12B7-5D0A-6E6110D45B99}"/>
                </a:ext>
              </a:extLst>
            </p:cNvPr>
            <p:cNvSpPr/>
            <p:nvPr/>
          </p:nvSpPr>
          <p:spPr>
            <a:xfrm>
              <a:off x="9041967" y="4070538"/>
              <a:ext cx="5369" cy="2504"/>
            </a:xfrm>
            <a:custGeom>
              <a:avLst/>
              <a:gdLst>
                <a:gd name="connsiteX0" fmla="*/ 3868 w 5369"/>
                <a:gd name="connsiteY0" fmla="*/ 53 h 2504"/>
                <a:gd name="connsiteX1" fmla="*/ 488 w 5369"/>
                <a:gd name="connsiteY1" fmla="*/ 1029 h 2504"/>
                <a:gd name="connsiteX2" fmla="*/ 8 w 5369"/>
                <a:gd name="connsiteY2" fmla="*/ 1976 h 2504"/>
                <a:gd name="connsiteX3" fmla="*/ 488 w 5369"/>
                <a:gd name="connsiteY3" fmla="*/ 2456 h 2504"/>
                <a:gd name="connsiteX4" fmla="*/ 4694 w 5369"/>
                <a:gd name="connsiteY4" fmla="*/ 2005 h 2504"/>
                <a:gd name="connsiteX5" fmla="*/ 5257 w 5369"/>
                <a:gd name="connsiteY5" fmla="*/ 616 h 2504"/>
                <a:gd name="connsiteX6" fmla="*/ 3868 w 5369"/>
                <a:gd name="connsiteY6" fmla="*/ 53 h 2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369" h="2504">
                  <a:moveTo>
                    <a:pt x="3868" y="53"/>
                  </a:moveTo>
                  <a:cubicBezTo>
                    <a:pt x="2809" y="571"/>
                    <a:pt x="1660" y="902"/>
                    <a:pt x="488" y="1029"/>
                  </a:cubicBezTo>
                  <a:cubicBezTo>
                    <a:pt x="91" y="1157"/>
                    <a:pt x="-120" y="1585"/>
                    <a:pt x="8" y="1976"/>
                  </a:cubicBezTo>
                  <a:cubicBezTo>
                    <a:pt x="83" y="2201"/>
                    <a:pt x="263" y="2381"/>
                    <a:pt x="488" y="2456"/>
                  </a:cubicBezTo>
                  <a:cubicBezTo>
                    <a:pt x="1908" y="2531"/>
                    <a:pt x="3328" y="2381"/>
                    <a:pt x="4694" y="2005"/>
                  </a:cubicBezTo>
                  <a:cubicBezTo>
                    <a:pt x="5235" y="1780"/>
                    <a:pt x="5483" y="1157"/>
                    <a:pt x="5257" y="616"/>
                  </a:cubicBezTo>
                  <a:cubicBezTo>
                    <a:pt x="5032" y="76"/>
                    <a:pt x="4409" y="-172"/>
                    <a:pt x="3868" y="53"/>
                  </a:cubicBezTo>
                  <a:close/>
                </a:path>
              </a:pathLst>
            </a:custGeom>
            <a:solidFill>
              <a:srgbClr val="94949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3" name="Content Placeholder 4">
              <a:extLst>
                <a:ext uri="{FF2B5EF4-FFF2-40B4-BE49-F238E27FC236}">
                  <a16:creationId xmlns:a16="http://schemas.microsoft.com/office/drawing/2014/main" id="{E0DCE60E-2ECE-1A19-1C6A-1262BE84FE79}"/>
                </a:ext>
              </a:extLst>
            </p:cNvPr>
            <p:cNvSpPr/>
            <p:nvPr/>
          </p:nvSpPr>
          <p:spPr>
            <a:xfrm>
              <a:off x="9043991" y="4084407"/>
              <a:ext cx="6472" cy="2518"/>
            </a:xfrm>
            <a:custGeom>
              <a:avLst/>
              <a:gdLst>
                <a:gd name="connsiteX0" fmla="*/ 5299 w 6472"/>
                <a:gd name="connsiteY0" fmla="*/ 0 h 2518"/>
                <a:gd name="connsiteX1" fmla="*/ 792 w 6472"/>
                <a:gd name="connsiteY1" fmla="*/ 976 h 2518"/>
                <a:gd name="connsiteX2" fmla="*/ 792 w 6472"/>
                <a:gd name="connsiteY2" fmla="*/ 2477 h 2518"/>
                <a:gd name="connsiteX3" fmla="*/ 5374 w 6472"/>
                <a:gd name="connsiteY3" fmla="*/ 1952 h 2518"/>
                <a:gd name="connsiteX4" fmla="*/ 5299 w 6472"/>
                <a:gd name="connsiteY4" fmla="*/ 0 h 2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72" h="2518">
                  <a:moveTo>
                    <a:pt x="5299" y="0"/>
                  </a:moveTo>
                  <a:cubicBezTo>
                    <a:pt x="3797" y="0"/>
                    <a:pt x="2295" y="750"/>
                    <a:pt x="792" y="976"/>
                  </a:cubicBezTo>
                  <a:cubicBezTo>
                    <a:pt x="-709" y="1201"/>
                    <a:pt x="192" y="2627"/>
                    <a:pt x="792" y="2477"/>
                  </a:cubicBezTo>
                  <a:lnTo>
                    <a:pt x="5374" y="1952"/>
                  </a:lnTo>
                  <a:cubicBezTo>
                    <a:pt x="7026" y="1802"/>
                    <a:pt x="6575" y="-301"/>
                    <a:pt x="5299" y="0"/>
                  </a:cubicBezTo>
                  <a:close/>
                </a:path>
              </a:pathLst>
            </a:custGeom>
            <a:solidFill>
              <a:srgbClr val="94949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4" name="Content Placeholder 4">
              <a:extLst>
                <a:ext uri="{FF2B5EF4-FFF2-40B4-BE49-F238E27FC236}">
                  <a16:creationId xmlns:a16="http://schemas.microsoft.com/office/drawing/2014/main" id="{5498EDCA-B482-9E88-2FD7-FBFCED6C112B}"/>
                </a:ext>
              </a:extLst>
            </p:cNvPr>
            <p:cNvSpPr/>
            <p:nvPr/>
          </p:nvSpPr>
          <p:spPr>
            <a:xfrm>
              <a:off x="9047756" y="4093601"/>
              <a:ext cx="5189" cy="2183"/>
            </a:xfrm>
            <a:custGeom>
              <a:avLst/>
              <a:gdLst>
                <a:gd name="connsiteX0" fmla="*/ 3862 w 5189"/>
                <a:gd name="connsiteY0" fmla="*/ 42 h 2183"/>
                <a:gd name="connsiteX1" fmla="*/ 707 w 5189"/>
                <a:gd name="connsiteY1" fmla="*/ 567 h 2183"/>
                <a:gd name="connsiteX2" fmla="*/ 707 w 5189"/>
                <a:gd name="connsiteY2" fmla="*/ 2069 h 2183"/>
                <a:gd name="connsiteX3" fmla="*/ 4312 w 5189"/>
                <a:gd name="connsiteY3" fmla="*/ 2069 h 2183"/>
                <a:gd name="connsiteX4" fmla="*/ 3862 w 5189"/>
                <a:gd name="connsiteY4" fmla="*/ 42 h 2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89" h="2183">
                  <a:moveTo>
                    <a:pt x="3862" y="42"/>
                  </a:moveTo>
                  <a:cubicBezTo>
                    <a:pt x="2848" y="402"/>
                    <a:pt x="1781" y="575"/>
                    <a:pt x="707" y="567"/>
                  </a:cubicBezTo>
                  <a:cubicBezTo>
                    <a:pt x="-119" y="567"/>
                    <a:pt x="-419" y="1919"/>
                    <a:pt x="707" y="2069"/>
                  </a:cubicBezTo>
                  <a:cubicBezTo>
                    <a:pt x="1909" y="2182"/>
                    <a:pt x="3111" y="2182"/>
                    <a:pt x="4312" y="2069"/>
                  </a:cubicBezTo>
                  <a:cubicBezTo>
                    <a:pt x="5739" y="2069"/>
                    <a:pt x="5213" y="-484"/>
                    <a:pt x="3862" y="42"/>
                  </a:cubicBezTo>
                  <a:close/>
                </a:path>
              </a:pathLst>
            </a:custGeom>
            <a:solidFill>
              <a:srgbClr val="94949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5" name="Content Placeholder 4">
              <a:extLst>
                <a:ext uri="{FF2B5EF4-FFF2-40B4-BE49-F238E27FC236}">
                  <a16:creationId xmlns:a16="http://schemas.microsoft.com/office/drawing/2014/main" id="{92E99066-3599-B96D-A27F-7385F84FC604}"/>
                </a:ext>
              </a:extLst>
            </p:cNvPr>
            <p:cNvSpPr/>
            <p:nvPr/>
          </p:nvSpPr>
          <p:spPr>
            <a:xfrm>
              <a:off x="9016670" y="4040367"/>
              <a:ext cx="50212" cy="33247"/>
            </a:xfrm>
            <a:custGeom>
              <a:avLst/>
              <a:gdLst>
                <a:gd name="connsiteX0" fmla="*/ 34422 w 50212"/>
                <a:gd name="connsiteY0" fmla="*/ 2969 h 33247"/>
                <a:gd name="connsiteX1" fmla="*/ 28714 w 50212"/>
                <a:gd name="connsiteY1" fmla="*/ 1992 h 33247"/>
                <a:gd name="connsiteX2" fmla="*/ 27288 w 50212"/>
                <a:gd name="connsiteY2" fmla="*/ 3569 h 33247"/>
                <a:gd name="connsiteX3" fmla="*/ 19778 w 50212"/>
                <a:gd name="connsiteY3" fmla="*/ 2969 h 33247"/>
                <a:gd name="connsiteX4" fmla="*/ 10991 w 50212"/>
                <a:gd name="connsiteY4" fmla="*/ 40 h 33247"/>
                <a:gd name="connsiteX5" fmla="*/ 2505 w 50212"/>
                <a:gd name="connsiteY5" fmla="*/ 2893 h 33247"/>
                <a:gd name="connsiteX6" fmla="*/ 1303 w 50212"/>
                <a:gd name="connsiteY6" fmla="*/ 16409 h 33247"/>
                <a:gd name="connsiteX7" fmla="*/ 6335 w 50212"/>
                <a:gd name="connsiteY7" fmla="*/ 23917 h 33247"/>
                <a:gd name="connsiteX8" fmla="*/ 12793 w 50212"/>
                <a:gd name="connsiteY8" fmla="*/ 27071 h 33247"/>
                <a:gd name="connsiteX9" fmla="*/ 32320 w 50212"/>
                <a:gd name="connsiteY9" fmla="*/ 32402 h 33247"/>
                <a:gd name="connsiteX10" fmla="*/ 43659 w 50212"/>
                <a:gd name="connsiteY10" fmla="*/ 32402 h 33247"/>
                <a:gd name="connsiteX11" fmla="*/ 34422 w 50212"/>
                <a:gd name="connsiteY11" fmla="*/ 2969 h 3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212" h="33247">
                  <a:moveTo>
                    <a:pt x="34422" y="2969"/>
                  </a:moveTo>
                  <a:cubicBezTo>
                    <a:pt x="32695" y="1767"/>
                    <a:pt x="30367" y="716"/>
                    <a:pt x="28714" y="1992"/>
                  </a:cubicBezTo>
                  <a:cubicBezTo>
                    <a:pt x="28189" y="2443"/>
                    <a:pt x="27813" y="3044"/>
                    <a:pt x="27288" y="3569"/>
                  </a:cubicBezTo>
                  <a:cubicBezTo>
                    <a:pt x="25410" y="5221"/>
                    <a:pt x="22406" y="4095"/>
                    <a:pt x="19778" y="2969"/>
                  </a:cubicBezTo>
                  <a:cubicBezTo>
                    <a:pt x="17059" y="1452"/>
                    <a:pt x="14078" y="453"/>
                    <a:pt x="10991" y="40"/>
                  </a:cubicBezTo>
                  <a:cubicBezTo>
                    <a:pt x="7882" y="-320"/>
                    <a:pt x="4765" y="723"/>
                    <a:pt x="2505" y="2893"/>
                  </a:cubicBezTo>
                  <a:cubicBezTo>
                    <a:pt x="-372" y="6828"/>
                    <a:pt x="-837" y="12031"/>
                    <a:pt x="1303" y="16409"/>
                  </a:cubicBezTo>
                  <a:cubicBezTo>
                    <a:pt x="2294" y="19307"/>
                    <a:pt x="4029" y="21897"/>
                    <a:pt x="6335" y="23917"/>
                  </a:cubicBezTo>
                  <a:cubicBezTo>
                    <a:pt x="8295" y="25321"/>
                    <a:pt x="10480" y="26387"/>
                    <a:pt x="12793" y="27071"/>
                  </a:cubicBezTo>
                  <a:cubicBezTo>
                    <a:pt x="19184" y="29256"/>
                    <a:pt x="25703" y="31043"/>
                    <a:pt x="32320" y="32402"/>
                  </a:cubicBezTo>
                  <a:cubicBezTo>
                    <a:pt x="36022" y="33490"/>
                    <a:pt x="39957" y="33490"/>
                    <a:pt x="43659" y="32402"/>
                  </a:cubicBezTo>
                  <a:cubicBezTo>
                    <a:pt x="60031" y="26920"/>
                    <a:pt x="41256" y="7849"/>
                    <a:pt x="34422" y="2969"/>
                  </a:cubicBezTo>
                  <a:close/>
                </a:path>
              </a:pathLst>
            </a:custGeom>
            <a:solidFill>
              <a:srgbClr val="E2D6C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6" name="Content Placeholder 4">
              <a:extLst>
                <a:ext uri="{FF2B5EF4-FFF2-40B4-BE49-F238E27FC236}">
                  <a16:creationId xmlns:a16="http://schemas.microsoft.com/office/drawing/2014/main" id="{C13BA035-D7DC-81C9-F593-6E6D7DE0F342}"/>
                </a:ext>
              </a:extLst>
            </p:cNvPr>
            <p:cNvSpPr/>
            <p:nvPr/>
          </p:nvSpPr>
          <p:spPr>
            <a:xfrm>
              <a:off x="8830606" y="4024782"/>
              <a:ext cx="71057" cy="72652"/>
            </a:xfrm>
            <a:custGeom>
              <a:avLst/>
              <a:gdLst>
                <a:gd name="connsiteX0" fmla="*/ 17491 w 71057"/>
                <a:gd name="connsiteY0" fmla="*/ 4438 h 72652"/>
                <a:gd name="connsiteX1" fmla="*/ 33337 w 71057"/>
                <a:gd name="connsiteY1" fmla="*/ 308 h 72652"/>
                <a:gd name="connsiteX2" fmla="*/ 38069 w 71057"/>
                <a:gd name="connsiteY2" fmla="*/ 308 h 72652"/>
                <a:gd name="connsiteX3" fmla="*/ 40923 w 71057"/>
                <a:gd name="connsiteY3" fmla="*/ 2786 h 72652"/>
                <a:gd name="connsiteX4" fmla="*/ 55342 w 71057"/>
                <a:gd name="connsiteY4" fmla="*/ 19379 h 72652"/>
                <a:gd name="connsiteX5" fmla="*/ 64203 w 71057"/>
                <a:gd name="connsiteY5" fmla="*/ 30717 h 72652"/>
                <a:gd name="connsiteX6" fmla="*/ 70887 w 71057"/>
                <a:gd name="connsiteY6" fmla="*/ 48062 h 72652"/>
                <a:gd name="connsiteX7" fmla="*/ 70887 w 71057"/>
                <a:gd name="connsiteY7" fmla="*/ 51516 h 72652"/>
                <a:gd name="connsiteX8" fmla="*/ 63903 w 71057"/>
                <a:gd name="connsiteY8" fmla="*/ 57522 h 72652"/>
                <a:gd name="connsiteX9" fmla="*/ 10807 w 71057"/>
                <a:gd name="connsiteY9" fmla="*/ 72539 h 72652"/>
                <a:gd name="connsiteX10" fmla="*/ 4274 w 71057"/>
                <a:gd name="connsiteY10" fmla="*/ 71488 h 72652"/>
                <a:gd name="connsiteX11" fmla="*/ -7 w 71057"/>
                <a:gd name="connsiteY11" fmla="*/ 59325 h 72652"/>
                <a:gd name="connsiteX12" fmla="*/ 2396 w 71057"/>
                <a:gd name="connsiteY12" fmla="*/ 23434 h 72652"/>
                <a:gd name="connsiteX13" fmla="*/ 4800 w 71057"/>
                <a:gd name="connsiteY13" fmla="*/ 9844 h 72652"/>
                <a:gd name="connsiteX14" fmla="*/ 17491 w 71057"/>
                <a:gd name="connsiteY14" fmla="*/ 4438 h 72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1057" h="72652">
                  <a:moveTo>
                    <a:pt x="17491" y="4438"/>
                  </a:moveTo>
                  <a:cubicBezTo>
                    <a:pt x="22553" y="2320"/>
                    <a:pt x="27885" y="931"/>
                    <a:pt x="33337" y="308"/>
                  </a:cubicBezTo>
                  <a:cubicBezTo>
                    <a:pt x="34884" y="-142"/>
                    <a:pt x="36522" y="-142"/>
                    <a:pt x="38069" y="308"/>
                  </a:cubicBezTo>
                  <a:cubicBezTo>
                    <a:pt x="39150" y="969"/>
                    <a:pt x="40119" y="1810"/>
                    <a:pt x="40923" y="2786"/>
                  </a:cubicBezTo>
                  <a:lnTo>
                    <a:pt x="55342" y="19379"/>
                  </a:lnTo>
                  <a:cubicBezTo>
                    <a:pt x="58608" y="22908"/>
                    <a:pt x="61567" y="26700"/>
                    <a:pt x="64203" y="30717"/>
                  </a:cubicBezTo>
                  <a:cubicBezTo>
                    <a:pt x="67545" y="36003"/>
                    <a:pt x="69813" y="41897"/>
                    <a:pt x="70887" y="48062"/>
                  </a:cubicBezTo>
                  <a:cubicBezTo>
                    <a:pt x="71075" y="49203"/>
                    <a:pt x="71075" y="50374"/>
                    <a:pt x="70887" y="51516"/>
                  </a:cubicBezTo>
                  <a:cubicBezTo>
                    <a:pt x="70136" y="54669"/>
                    <a:pt x="66832" y="56321"/>
                    <a:pt x="63903" y="57522"/>
                  </a:cubicBezTo>
                  <a:cubicBezTo>
                    <a:pt x="47208" y="65556"/>
                    <a:pt x="29244" y="70640"/>
                    <a:pt x="10807" y="72539"/>
                  </a:cubicBezTo>
                  <a:cubicBezTo>
                    <a:pt x="8577" y="72802"/>
                    <a:pt x="6309" y="72442"/>
                    <a:pt x="4274" y="71488"/>
                  </a:cubicBezTo>
                  <a:cubicBezTo>
                    <a:pt x="368" y="69235"/>
                    <a:pt x="-157" y="63980"/>
                    <a:pt x="-7" y="59325"/>
                  </a:cubicBezTo>
                  <a:cubicBezTo>
                    <a:pt x="-7" y="47311"/>
                    <a:pt x="1045" y="35372"/>
                    <a:pt x="2396" y="23434"/>
                  </a:cubicBezTo>
                  <a:cubicBezTo>
                    <a:pt x="2847" y="19905"/>
                    <a:pt x="2396" y="12847"/>
                    <a:pt x="4800" y="9844"/>
                  </a:cubicBezTo>
                  <a:cubicBezTo>
                    <a:pt x="7202" y="6840"/>
                    <a:pt x="14112" y="5864"/>
                    <a:pt x="17491" y="4438"/>
                  </a:cubicBezTo>
                  <a:close/>
                </a:path>
              </a:pathLst>
            </a:custGeom>
            <a:solidFill>
              <a:srgbClr val="58597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7" name="Content Placeholder 4">
              <a:extLst>
                <a:ext uri="{FF2B5EF4-FFF2-40B4-BE49-F238E27FC236}">
                  <a16:creationId xmlns:a16="http://schemas.microsoft.com/office/drawing/2014/main" id="{B634E4E6-6BAC-1117-E7B6-0A90C15C89C9}"/>
                </a:ext>
              </a:extLst>
            </p:cNvPr>
            <p:cNvSpPr/>
            <p:nvPr/>
          </p:nvSpPr>
          <p:spPr>
            <a:xfrm>
              <a:off x="8817159" y="3962352"/>
              <a:ext cx="87517" cy="137926"/>
            </a:xfrm>
            <a:custGeom>
              <a:avLst/>
              <a:gdLst>
                <a:gd name="connsiteX0" fmla="*/ 84034 w 87517"/>
                <a:gd name="connsiteY0" fmla="*/ 102307 h 137926"/>
                <a:gd name="connsiteX1" fmla="*/ 75172 w 87517"/>
                <a:gd name="connsiteY1" fmla="*/ 87291 h 137926"/>
                <a:gd name="connsiteX2" fmla="*/ 54595 w 87517"/>
                <a:gd name="connsiteY2" fmla="*/ 61011 h 137926"/>
                <a:gd name="connsiteX3" fmla="*/ 43330 w 87517"/>
                <a:gd name="connsiteY3" fmla="*/ 42165 h 137926"/>
                <a:gd name="connsiteX4" fmla="*/ 39950 w 87517"/>
                <a:gd name="connsiteY4" fmla="*/ 23018 h 137926"/>
                <a:gd name="connsiteX5" fmla="*/ 38373 w 87517"/>
                <a:gd name="connsiteY5" fmla="*/ 19790 h 137926"/>
                <a:gd name="connsiteX6" fmla="*/ 47460 w 87517"/>
                <a:gd name="connsiteY6" fmla="*/ 14984 h 137926"/>
                <a:gd name="connsiteX7" fmla="*/ 47100 w 87517"/>
                <a:gd name="connsiteY7" fmla="*/ 2993 h 137926"/>
                <a:gd name="connsiteX8" fmla="*/ 46259 w 87517"/>
                <a:gd name="connsiteY8" fmla="*/ 2295 h 137926"/>
                <a:gd name="connsiteX9" fmla="*/ 22602 w 87517"/>
                <a:gd name="connsiteY9" fmla="*/ 2295 h 137926"/>
                <a:gd name="connsiteX10" fmla="*/ 9084 w 87517"/>
                <a:gd name="connsiteY10" fmla="*/ 6650 h 137926"/>
                <a:gd name="connsiteX11" fmla="*/ 8033 w 87517"/>
                <a:gd name="connsiteY11" fmla="*/ 6650 h 137926"/>
                <a:gd name="connsiteX12" fmla="*/ 6005 w 87517"/>
                <a:gd name="connsiteY12" fmla="*/ 8151 h 137926"/>
                <a:gd name="connsiteX13" fmla="*/ 1499 w 87517"/>
                <a:gd name="connsiteY13" fmla="*/ 12506 h 137926"/>
                <a:gd name="connsiteX14" fmla="*/ 7883 w 87517"/>
                <a:gd name="connsiteY14" fmla="*/ 22267 h 137926"/>
                <a:gd name="connsiteX15" fmla="*/ 12539 w 87517"/>
                <a:gd name="connsiteY15" fmla="*/ 23093 h 137926"/>
                <a:gd name="connsiteX16" fmla="*/ 15167 w 87517"/>
                <a:gd name="connsiteY16" fmla="*/ 59810 h 137926"/>
                <a:gd name="connsiteX17" fmla="*/ 12914 w 87517"/>
                <a:gd name="connsiteY17" fmla="*/ 98703 h 137926"/>
                <a:gd name="connsiteX18" fmla="*/ 11788 w 87517"/>
                <a:gd name="connsiteY18" fmla="*/ 118150 h 137926"/>
                <a:gd name="connsiteX19" fmla="*/ 11788 w 87517"/>
                <a:gd name="connsiteY19" fmla="*/ 132341 h 137926"/>
                <a:gd name="connsiteX20" fmla="*/ 32290 w 87517"/>
                <a:gd name="connsiteY20" fmla="*/ 137147 h 137926"/>
                <a:gd name="connsiteX21" fmla="*/ 69840 w 87517"/>
                <a:gd name="connsiteY21" fmla="*/ 125959 h 137926"/>
                <a:gd name="connsiteX22" fmla="*/ 87488 w 87517"/>
                <a:gd name="connsiteY22" fmla="*/ 112219 h 137926"/>
                <a:gd name="connsiteX23" fmla="*/ 84034 w 87517"/>
                <a:gd name="connsiteY23" fmla="*/ 102307 h 137926"/>
                <a:gd name="connsiteX24" fmla="*/ 9835 w 87517"/>
                <a:gd name="connsiteY24" fmla="*/ 15585 h 137926"/>
                <a:gd name="connsiteX25" fmla="*/ 7357 w 87517"/>
                <a:gd name="connsiteY25" fmla="*/ 12056 h 137926"/>
                <a:gd name="connsiteX26" fmla="*/ 8634 w 87517"/>
                <a:gd name="connsiteY26" fmla="*/ 11380 h 137926"/>
                <a:gd name="connsiteX27" fmla="*/ 16144 w 87517"/>
                <a:gd name="connsiteY27" fmla="*/ 8001 h 137926"/>
                <a:gd name="connsiteX28" fmla="*/ 29361 w 87517"/>
                <a:gd name="connsiteY28" fmla="*/ 4773 h 137926"/>
                <a:gd name="connsiteX29" fmla="*/ 42353 w 87517"/>
                <a:gd name="connsiteY29" fmla="*/ 4773 h 137926"/>
                <a:gd name="connsiteX30" fmla="*/ 40701 w 87517"/>
                <a:gd name="connsiteY30" fmla="*/ 14909 h 137926"/>
                <a:gd name="connsiteX31" fmla="*/ 34318 w 87517"/>
                <a:gd name="connsiteY31" fmla="*/ 16861 h 137926"/>
                <a:gd name="connsiteX32" fmla="*/ 19298 w 87517"/>
                <a:gd name="connsiteY32" fmla="*/ 19264 h 137926"/>
                <a:gd name="connsiteX33" fmla="*/ 14116 w 87517"/>
                <a:gd name="connsiteY33" fmla="*/ 19264 h 137926"/>
                <a:gd name="connsiteX34" fmla="*/ 9835 w 87517"/>
                <a:gd name="connsiteY34" fmla="*/ 15585 h 137926"/>
                <a:gd name="connsiteX35" fmla="*/ 63907 w 87517"/>
                <a:gd name="connsiteY35" fmla="*/ 124683 h 137926"/>
                <a:gd name="connsiteX36" fmla="*/ 24630 w 87517"/>
                <a:gd name="connsiteY36" fmla="*/ 134669 h 137926"/>
                <a:gd name="connsiteX37" fmla="*/ 15242 w 87517"/>
                <a:gd name="connsiteY37" fmla="*/ 114171 h 137926"/>
                <a:gd name="connsiteX38" fmla="*/ 16369 w 87517"/>
                <a:gd name="connsiteY38" fmla="*/ 93372 h 137926"/>
                <a:gd name="connsiteX39" fmla="*/ 18547 w 87517"/>
                <a:gd name="connsiteY39" fmla="*/ 53578 h 137926"/>
                <a:gd name="connsiteX40" fmla="*/ 14792 w 87517"/>
                <a:gd name="connsiteY40" fmla="*/ 24370 h 137926"/>
                <a:gd name="connsiteX41" fmla="*/ 25531 w 87517"/>
                <a:gd name="connsiteY41" fmla="*/ 23093 h 137926"/>
                <a:gd name="connsiteX42" fmla="*/ 36045 w 87517"/>
                <a:gd name="connsiteY42" fmla="*/ 23093 h 137926"/>
                <a:gd name="connsiteX43" fmla="*/ 39124 w 87517"/>
                <a:gd name="connsiteY43" fmla="*/ 39837 h 137926"/>
                <a:gd name="connsiteX44" fmla="*/ 52792 w 87517"/>
                <a:gd name="connsiteY44" fmla="*/ 64690 h 137926"/>
                <a:gd name="connsiteX45" fmla="*/ 75848 w 87517"/>
                <a:gd name="connsiteY45" fmla="*/ 95700 h 137926"/>
                <a:gd name="connsiteX46" fmla="*/ 83884 w 87517"/>
                <a:gd name="connsiteY46" fmla="*/ 112519 h 137926"/>
                <a:gd name="connsiteX47" fmla="*/ 63907 w 87517"/>
                <a:gd name="connsiteY47" fmla="*/ 124683 h 137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87517" h="137926">
                  <a:moveTo>
                    <a:pt x="84034" y="102307"/>
                  </a:moveTo>
                  <a:cubicBezTo>
                    <a:pt x="81180" y="97277"/>
                    <a:pt x="78251" y="92321"/>
                    <a:pt x="75172" y="87291"/>
                  </a:cubicBezTo>
                  <a:cubicBezTo>
                    <a:pt x="69344" y="77770"/>
                    <a:pt x="62442" y="68947"/>
                    <a:pt x="54595" y="61011"/>
                  </a:cubicBezTo>
                  <a:cubicBezTo>
                    <a:pt x="48970" y="56055"/>
                    <a:pt x="45034" y="49463"/>
                    <a:pt x="43330" y="42165"/>
                  </a:cubicBezTo>
                  <a:cubicBezTo>
                    <a:pt x="41978" y="35858"/>
                    <a:pt x="41903" y="29250"/>
                    <a:pt x="39950" y="23018"/>
                  </a:cubicBezTo>
                  <a:cubicBezTo>
                    <a:pt x="39657" y="21847"/>
                    <a:pt x="39117" y="20743"/>
                    <a:pt x="38373" y="19790"/>
                  </a:cubicBezTo>
                  <a:cubicBezTo>
                    <a:pt x="41768" y="19009"/>
                    <a:pt x="44907" y="17357"/>
                    <a:pt x="47460" y="14984"/>
                  </a:cubicBezTo>
                  <a:cubicBezTo>
                    <a:pt x="50675" y="11575"/>
                    <a:pt x="50509" y="6199"/>
                    <a:pt x="47100" y="2993"/>
                  </a:cubicBezTo>
                  <a:cubicBezTo>
                    <a:pt x="46837" y="2738"/>
                    <a:pt x="46552" y="2505"/>
                    <a:pt x="46259" y="2295"/>
                  </a:cubicBezTo>
                  <a:cubicBezTo>
                    <a:pt x="40326" y="-1985"/>
                    <a:pt x="29061" y="643"/>
                    <a:pt x="22602" y="2295"/>
                  </a:cubicBezTo>
                  <a:cubicBezTo>
                    <a:pt x="17954" y="3249"/>
                    <a:pt x="13418" y="4713"/>
                    <a:pt x="9084" y="6650"/>
                  </a:cubicBezTo>
                  <a:cubicBezTo>
                    <a:pt x="8746" y="6515"/>
                    <a:pt x="8371" y="6515"/>
                    <a:pt x="8033" y="6650"/>
                  </a:cubicBezTo>
                  <a:cubicBezTo>
                    <a:pt x="7312" y="7085"/>
                    <a:pt x="6629" y="7588"/>
                    <a:pt x="6005" y="8151"/>
                  </a:cubicBezTo>
                  <a:cubicBezTo>
                    <a:pt x="4188" y="9240"/>
                    <a:pt x="2648" y="10727"/>
                    <a:pt x="1499" y="12506"/>
                  </a:cubicBezTo>
                  <a:cubicBezTo>
                    <a:pt x="-2331" y="18964"/>
                    <a:pt x="1499" y="21516"/>
                    <a:pt x="7883" y="22267"/>
                  </a:cubicBezTo>
                  <a:cubicBezTo>
                    <a:pt x="9384" y="22778"/>
                    <a:pt x="10954" y="23056"/>
                    <a:pt x="12539" y="23093"/>
                  </a:cubicBezTo>
                  <a:cubicBezTo>
                    <a:pt x="15588" y="35077"/>
                    <a:pt x="16481" y="47511"/>
                    <a:pt x="15167" y="59810"/>
                  </a:cubicBezTo>
                  <a:lnTo>
                    <a:pt x="12914" y="98703"/>
                  </a:lnTo>
                  <a:lnTo>
                    <a:pt x="11788" y="118150"/>
                  </a:lnTo>
                  <a:cubicBezTo>
                    <a:pt x="10654" y="122813"/>
                    <a:pt x="10654" y="127679"/>
                    <a:pt x="11788" y="132341"/>
                  </a:cubicBezTo>
                  <a:cubicBezTo>
                    <a:pt x="15167" y="139324"/>
                    <a:pt x="26207" y="138123"/>
                    <a:pt x="32290" y="137147"/>
                  </a:cubicBezTo>
                  <a:cubicBezTo>
                    <a:pt x="45185" y="134827"/>
                    <a:pt x="57779" y="131072"/>
                    <a:pt x="69840" y="125959"/>
                  </a:cubicBezTo>
                  <a:cubicBezTo>
                    <a:pt x="76524" y="123256"/>
                    <a:pt x="87188" y="121079"/>
                    <a:pt x="87488" y="112219"/>
                  </a:cubicBezTo>
                  <a:cubicBezTo>
                    <a:pt x="87248" y="108667"/>
                    <a:pt x="86054" y="105243"/>
                    <a:pt x="84034" y="102307"/>
                  </a:cubicBezTo>
                  <a:close/>
                  <a:moveTo>
                    <a:pt x="9835" y="15585"/>
                  </a:moveTo>
                  <a:cubicBezTo>
                    <a:pt x="7957" y="14233"/>
                    <a:pt x="7207" y="13107"/>
                    <a:pt x="7357" y="12056"/>
                  </a:cubicBezTo>
                  <a:lnTo>
                    <a:pt x="8634" y="11380"/>
                  </a:lnTo>
                  <a:cubicBezTo>
                    <a:pt x="10902" y="9796"/>
                    <a:pt x="13447" y="8647"/>
                    <a:pt x="16144" y="8001"/>
                  </a:cubicBezTo>
                  <a:cubicBezTo>
                    <a:pt x="20409" y="6410"/>
                    <a:pt x="24840" y="5321"/>
                    <a:pt x="29361" y="4773"/>
                  </a:cubicBezTo>
                  <a:cubicBezTo>
                    <a:pt x="33642" y="3827"/>
                    <a:pt x="38073" y="3827"/>
                    <a:pt x="42353" y="4773"/>
                  </a:cubicBezTo>
                  <a:cubicBezTo>
                    <a:pt x="48512" y="7250"/>
                    <a:pt x="44081" y="12882"/>
                    <a:pt x="40701" y="14909"/>
                  </a:cubicBezTo>
                  <a:cubicBezTo>
                    <a:pt x="38666" y="15833"/>
                    <a:pt x="36518" y="16486"/>
                    <a:pt x="34318" y="16861"/>
                  </a:cubicBezTo>
                  <a:cubicBezTo>
                    <a:pt x="29391" y="18093"/>
                    <a:pt x="24367" y="18896"/>
                    <a:pt x="19298" y="19264"/>
                  </a:cubicBezTo>
                  <a:cubicBezTo>
                    <a:pt x="17578" y="19452"/>
                    <a:pt x="15835" y="19452"/>
                    <a:pt x="14116" y="19264"/>
                  </a:cubicBezTo>
                  <a:cubicBezTo>
                    <a:pt x="12013" y="20015"/>
                    <a:pt x="10361" y="18738"/>
                    <a:pt x="9835" y="15585"/>
                  </a:cubicBezTo>
                  <a:close/>
                  <a:moveTo>
                    <a:pt x="63907" y="124683"/>
                  </a:moveTo>
                  <a:cubicBezTo>
                    <a:pt x="51553" y="130434"/>
                    <a:pt x="38230" y="133821"/>
                    <a:pt x="24630" y="134669"/>
                  </a:cubicBezTo>
                  <a:cubicBezTo>
                    <a:pt x="12238" y="134669"/>
                    <a:pt x="14792" y="122580"/>
                    <a:pt x="15242" y="114171"/>
                  </a:cubicBezTo>
                  <a:lnTo>
                    <a:pt x="16369" y="93372"/>
                  </a:lnTo>
                  <a:cubicBezTo>
                    <a:pt x="17120" y="80083"/>
                    <a:pt x="18021" y="66868"/>
                    <a:pt x="18547" y="53578"/>
                  </a:cubicBezTo>
                  <a:cubicBezTo>
                    <a:pt x="19350" y="43689"/>
                    <a:pt x="18074" y="33733"/>
                    <a:pt x="14792" y="24370"/>
                  </a:cubicBezTo>
                  <a:lnTo>
                    <a:pt x="25531" y="23093"/>
                  </a:lnTo>
                  <a:cubicBezTo>
                    <a:pt x="28085" y="23093"/>
                    <a:pt x="33942" y="20766"/>
                    <a:pt x="36045" y="23093"/>
                  </a:cubicBezTo>
                  <a:cubicBezTo>
                    <a:pt x="38148" y="25421"/>
                    <a:pt x="38523" y="35858"/>
                    <a:pt x="39124" y="39837"/>
                  </a:cubicBezTo>
                  <a:cubicBezTo>
                    <a:pt x="40724" y="49433"/>
                    <a:pt x="45545" y="58203"/>
                    <a:pt x="52792" y="64690"/>
                  </a:cubicBezTo>
                  <a:cubicBezTo>
                    <a:pt x="61759" y="74008"/>
                    <a:pt x="69510" y="84430"/>
                    <a:pt x="75848" y="95700"/>
                  </a:cubicBezTo>
                  <a:cubicBezTo>
                    <a:pt x="78326" y="99905"/>
                    <a:pt x="84334" y="107338"/>
                    <a:pt x="83884" y="112519"/>
                  </a:cubicBezTo>
                  <a:cubicBezTo>
                    <a:pt x="83283" y="119427"/>
                    <a:pt x="68864" y="122505"/>
                    <a:pt x="63907" y="124683"/>
                  </a:cubicBezTo>
                  <a:close/>
                </a:path>
              </a:pathLst>
            </a:custGeom>
            <a:solidFill>
              <a:srgbClr val="D3E4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8" name="Content Placeholder 4">
              <a:extLst>
                <a:ext uri="{FF2B5EF4-FFF2-40B4-BE49-F238E27FC236}">
                  <a16:creationId xmlns:a16="http://schemas.microsoft.com/office/drawing/2014/main" id="{D2158CBD-A42E-E2EB-7441-9BDD3C98504A}"/>
                </a:ext>
              </a:extLst>
            </p:cNvPr>
            <p:cNvSpPr/>
            <p:nvPr/>
          </p:nvSpPr>
          <p:spPr>
            <a:xfrm>
              <a:off x="8838256" y="4002348"/>
              <a:ext cx="6963" cy="2626"/>
            </a:xfrm>
            <a:custGeom>
              <a:avLst/>
              <a:gdLst>
                <a:gd name="connsiteX0" fmla="*/ 6161 w 6963"/>
                <a:gd name="connsiteY0" fmla="*/ 2244 h 2626"/>
                <a:gd name="connsiteX1" fmla="*/ 5560 w 6963"/>
                <a:gd name="connsiteY1" fmla="*/ 66 h 2626"/>
                <a:gd name="connsiteX2" fmla="*/ 453 w 6963"/>
                <a:gd name="connsiteY2" fmla="*/ 1418 h 2626"/>
                <a:gd name="connsiteX3" fmla="*/ 453 w 6963"/>
                <a:gd name="connsiteY3" fmla="*/ 2394 h 2626"/>
                <a:gd name="connsiteX4" fmla="*/ 6161 w 6963"/>
                <a:gd name="connsiteY4" fmla="*/ 2244 h 2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63" h="2626">
                  <a:moveTo>
                    <a:pt x="6161" y="2244"/>
                  </a:moveTo>
                  <a:cubicBezTo>
                    <a:pt x="7587" y="1868"/>
                    <a:pt x="6837" y="-534"/>
                    <a:pt x="5560" y="66"/>
                  </a:cubicBezTo>
                  <a:cubicBezTo>
                    <a:pt x="3938" y="772"/>
                    <a:pt x="2210" y="1223"/>
                    <a:pt x="453" y="1418"/>
                  </a:cubicBezTo>
                  <a:cubicBezTo>
                    <a:pt x="-72" y="1418"/>
                    <a:pt x="-298" y="2319"/>
                    <a:pt x="453" y="2394"/>
                  </a:cubicBezTo>
                  <a:cubicBezTo>
                    <a:pt x="2345" y="2709"/>
                    <a:pt x="4283" y="2657"/>
                    <a:pt x="6161" y="2244"/>
                  </a:cubicBezTo>
                  <a:close/>
                </a:path>
              </a:pathLst>
            </a:custGeom>
            <a:solidFill>
              <a:srgbClr val="94949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9" name="Content Placeholder 4">
              <a:extLst>
                <a:ext uri="{FF2B5EF4-FFF2-40B4-BE49-F238E27FC236}">
                  <a16:creationId xmlns:a16="http://schemas.microsoft.com/office/drawing/2014/main" id="{0EDFEACB-2DFE-7F06-84EB-DDAD6B238F83}"/>
                </a:ext>
              </a:extLst>
            </p:cNvPr>
            <p:cNvSpPr/>
            <p:nvPr/>
          </p:nvSpPr>
          <p:spPr>
            <a:xfrm>
              <a:off x="8840578" y="4014011"/>
              <a:ext cx="7824" cy="3310"/>
            </a:xfrm>
            <a:custGeom>
              <a:avLst/>
              <a:gdLst>
                <a:gd name="connsiteX0" fmla="*/ 6242 w 7824"/>
                <a:gd name="connsiteY0" fmla="*/ 117 h 3310"/>
                <a:gd name="connsiteX1" fmla="*/ 460 w 7824"/>
                <a:gd name="connsiteY1" fmla="*/ 1919 h 3310"/>
                <a:gd name="connsiteX2" fmla="*/ 460 w 7824"/>
                <a:gd name="connsiteY2" fmla="*/ 3271 h 3310"/>
                <a:gd name="connsiteX3" fmla="*/ 6392 w 7824"/>
                <a:gd name="connsiteY3" fmla="*/ 2219 h 3310"/>
                <a:gd name="connsiteX4" fmla="*/ 6242 w 7824"/>
                <a:gd name="connsiteY4" fmla="*/ 117 h 3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24" h="3310">
                  <a:moveTo>
                    <a:pt x="6242" y="117"/>
                  </a:moveTo>
                  <a:cubicBezTo>
                    <a:pt x="4387" y="936"/>
                    <a:pt x="2449" y="1536"/>
                    <a:pt x="460" y="1919"/>
                  </a:cubicBezTo>
                  <a:cubicBezTo>
                    <a:pt x="-367" y="1919"/>
                    <a:pt x="9" y="3421"/>
                    <a:pt x="460" y="3271"/>
                  </a:cubicBezTo>
                  <a:cubicBezTo>
                    <a:pt x="2397" y="2730"/>
                    <a:pt x="4387" y="2377"/>
                    <a:pt x="6392" y="2219"/>
                  </a:cubicBezTo>
                  <a:cubicBezTo>
                    <a:pt x="8570" y="2219"/>
                    <a:pt x="7970" y="-709"/>
                    <a:pt x="6242" y="117"/>
                  </a:cubicBezTo>
                  <a:close/>
                </a:path>
              </a:pathLst>
            </a:custGeom>
            <a:solidFill>
              <a:srgbClr val="94949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0" name="Content Placeholder 4">
              <a:extLst>
                <a:ext uri="{FF2B5EF4-FFF2-40B4-BE49-F238E27FC236}">
                  <a16:creationId xmlns:a16="http://schemas.microsoft.com/office/drawing/2014/main" id="{E6C02CD9-BB6B-EE14-2807-430E14AB23FE}"/>
                </a:ext>
              </a:extLst>
            </p:cNvPr>
            <p:cNvSpPr/>
            <p:nvPr/>
          </p:nvSpPr>
          <p:spPr>
            <a:xfrm>
              <a:off x="8843308" y="4032335"/>
              <a:ext cx="8024" cy="3233"/>
            </a:xfrm>
            <a:custGeom>
              <a:avLst/>
              <a:gdLst>
                <a:gd name="connsiteX0" fmla="*/ 6592 w 8024"/>
                <a:gd name="connsiteY0" fmla="*/ 2216 h 3233"/>
                <a:gd name="connsiteX1" fmla="*/ 6592 w 8024"/>
                <a:gd name="connsiteY1" fmla="*/ 189 h 3233"/>
                <a:gd name="connsiteX2" fmla="*/ 434 w 8024"/>
                <a:gd name="connsiteY2" fmla="*/ 1916 h 3233"/>
                <a:gd name="connsiteX3" fmla="*/ 809 w 8024"/>
                <a:gd name="connsiteY3" fmla="*/ 3192 h 3233"/>
                <a:gd name="connsiteX4" fmla="*/ 3588 w 8024"/>
                <a:gd name="connsiteY4" fmla="*/ 2667 h 3233"/>
                <a:gd name="connsiteX5" fmla="*/ 6592 w 8024"/>
                <a:gd name="connsiteY5" fmla="*/ 2216 h 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024" h="3233">
                  <a:moveTo>
                    <a:pt x="6592" y="2216"/>
                  </a:moveTo>
                  <a:cubicBezTo>
                    <a:pt x="8920" y="2216"/>
                    <a:pt x="7944" y="-862"/>
                    <a:pt x="6592" y="189"/>
                  </a:cubicBezTo>
                  <a:cubicBezTo>
                    <a:pt x="4639" y="1075"/>
                    <a:pt x="2566" y="1661"/>
                    <a:pt x="434" y="1916"/>
                  </a:cubicBezTo>
                  <a:cubicBezTo>
                    <a:pt x="-392" y="1916"/>
                    <a:pt x="-17" y="3343"/>
                    <a:pt x="809" y="3192"/>
                  </a:cubicBezTo>
                  <a:lnTo>
                    <a:pt x="3588" y="2667"/>
                  </a:lnTo>
                  <a:cubicBezTo>
                    <a:pt x="4564" y="2389"/>
                    <a:pt x="5578" y="2239"/>
                    <a:pt x="6592" y="2216"/>
                  </a:cubicBezTo>
                  <a:close/>
                </a:path>
              </a:pathLst>
            </a:custGeom>
            <a:solidFill>
              <a:srgbClr val="94949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1" name="Content Placeholder 4">
              <a:extLst>
                <a:ext uri="{FF2B5EF4-FFF2-40B4-BE49-F238E27FC236}">
                  <a16:creationId xmlns:a16="http://schemas.microsoft.com/office/drawing/2014/main" id="{185B368B-4237-B16C-A25A-2E27D3B4ACD6}"/>
                </a:ext>
              </a:extLst>
            </p:cNvPr>
            <p:cNvSpPr/>
            <p:nvPr/>
          </p:nvSpPr>
          <p:spPr>
            <a:xfrm>
              <a:off x="8847075" y="4048396"/>
              <a:ext cx="9296" cy="3359"/>
            </a:xfrm>
            <a:custGeom>
              <a:avLst/>
              <a:gdLst>
                <a:gd name="connsiteX0" fmla="*/ 8232 w 9296"/>
                <a:gd name="connsiteY0" fmla="*/ 2598 h 3359"/>
                <a:gd name="connsiteX1" fmla="*/ 9230 w 9296"/>
                <a:gd name="connsiteY1" fmla="*/ 969 h 3359"/>
                <a:gd name="connsiteX2" fmla="*/ 8232 w 9296"/>
                <a:gd name="connsiteY2" fmla="*/ -30 h 3359"/>
                <a:gd name="connsiteX3" fmla="*/ 4101 w 9296"/>
                <a:gd name="connsiteY3" fmla="*/ 796 h 3359"/>
                <a:gd name="connsiteX4" fmla="*/ 271 w 9296"/>
                <a:gd name="connsiteY4" fmla="*/ 1922 h 3359"/>
                <a:gd name="connsiteX5" fmla="*/ 271 w 9296"/>
                <a:gd name="connsiteY5" fmla="*/ 3274 h 3359"/>
                <a:gd name="connsiteX6" fmla="*/ 4326 w 9296"/>
                <a:gd name="connsiteY6" fmla="*/ 3274 h 3359"/>
                <a:gd name="connsiteX7" fmla="*/ 8232 w 9296"/>
                <a:gd name="connsiteY7" fmla="*/ 2598 h 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296" h="3359">
                  <a:moveTo>
                    <a:pt x="8232" y="2598"/>
                  </a:moveTo>
                  <a:cubicBezTo>
                    <a:pt x="8960" y="2425"/>
                    <a:pt x="9403" y="1697"/>
                    <a:pt x="9230" y="969"/>
                  </a:cubicBezTo>
                  <a:cubicBezTo>
                    <a:pt x="9110" y="473"/>
                    <a:pt x="8728" y="90"/>
                    <a:pt x="8232" y="-30"/>
                  </a:cubicBezTo>
                  <a:cubicBezTo>
                    <a:pt x="6820" y="30"/>
                    <a:pt x="5423" y="308"/>
                    <a:pt x="4101" y="796"/>
                  </a:cubicBezTo>
                  <a:cubicBezTo>
                    <a:pt x="2794" y="1066"/>
                    <a:pt x="1518" y="1442"/>
                    <a:pt x="271" y="1922"/>
                  </a:cubicBezTo>
                  <a:cubicBezTo>
                    <a:pt x="-405" y="1922"/>
                    <a:pt x="271" y="3199"/>
                    <a:pt x="271" y="3274"/>
                  </a:cubicBezTo>
                  <a:cubicBezTo>
                    <a:pt x="1623" y="3349"/>
                    <a:pt x="2975" y="3349"/>
                    <a:pt x="4326" y="3274"/>
                  </a:cubicBezTo>
                  <a:cubicBezTo>
                    <a:pt x="5648" y="3199"/>
                    <a:pt x="6962" y="2974"/>
                    <a:pt x="8232" y="2598"/>
                  </a:cubicBezTo>
                  <a:close/>
                </a:path>
              </a:pathLst>
            </a:custGeom>
            <a:solidFill>
              <a:srgbClr val="94949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2" name="Content Placeholder 4">
              <a:extLst>
                <a:ext uri="{FF2B5EF4-FFF2-40B4-BE49-F238E27FC236}">
                  <a16:creationId xmlns:a16="http://schemas.microsoft.com/office/drawing/2014/main" id="{CC3382CE-B788-052E-91DC-ADFD89AA60A3}"/>
                </a:ext>
              </a:extLst>
            </p:cNvPr>
            <p:cNvSpPr/>
            <p:nvPr/>
          </p:nvSpPr>
          <p:spPr>
            <a:xfrm>
              <a:off x="8849308" y="4064353"/>
              <a:ext cx="9152" cy="4418"/>
            </a:xfrm>
            <a:custGeom>
              <a:avLst/>
              <a:gdLst>
                <a:gd name="connsiteX0" fmla="*/ 7426 w 9152"/>
                <a:gd name="connsiteY0" fmla="*/ 7 h 4418"/>
                <a:gd name="connsiteX1" fmla="*/ 441 w 9152"/>
                <a:gd name="connsiteY1" fmla="*/ 2635 h 4418"/>
                <a:gd name="connsiteX2" fmla="*/ 1418 w 9152"/>
                <a:gd name="connsiteY2" fmla="*/ 4287 h 4418"/>
                <a:gd name="connsiteX3" fmla="*/ 8177 w 9152"/>
                <a:gd name="connsiteY3" fmla="*/ 2560 h 4418"/>
                <a:gd name="connsiteX4" fmla="*/ 7426 w 9152"/>
                <a:gd name="connsiteY4" fmla="*/ 7 h 4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2" h="4418">
                  <a:moveTo>
                    <a:pt x="7426" y="7"/>
                  </a:moveTo>
                  <a:cubicBezTo>
                    <a:pt x="5022" y="660"/>
                    <a:pt x="2679" y="1539"/>
                    <a:pt x="441" y="2635"/>
                  </a:cubicBezTo>
                  <a:cubicBezTo>
                    <a:pt x="-685" y="3160"/>
                    <a:pt x="441" y="4812"/>
                    <a:pt x="1418" y="4287"/>
                  </a:cubicBezTo>
                  <a:cubicBezTo>
                    <a:pt x="3618" y="3521"/>
                    <a:pt x="5879" y="2943"/>
                    <a:pt x="8177" y="2560"/>
                  </a:cubicBezTo>
                  <a:cubicBezTo>
                    <a:pt x="9829" y="2259"/>
                    <a:pt x="9153" y="-369"/>
                    <a:pt x="7426" y="7"/>
                  </a:cubicBezTo>
                  <a:close/>
                </a:path>
              </a:pathLst>
            </a:custGeom>
            <a:solidFill>
              <a:srgbClr val="94949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3" name="Content Placeholder 4">
              <a:extLst>
                <a:ext uri="{FF2B5EF4-FFF2-40B4-BE49-F238E27FC236}">
                  <a16:creationId xmlns:a16="http://schemas.microsoft.com/office/drawing/2014/main" id="{0C9E8565-A558-C7D8-23E1-8A8C2064BA96}"/>
                </a:ext>
              </a:extLst>
            </p:cNvPr>
            <p:cNvSpPr/>
            <p:nvPr/>
          </p:nvSpPr>
          <p:spPr>
            <a:xfrm>
              <a:off x="8853498" y="4079710"/>
              <a:ext cx="9748" cy="4704"/>
            </a:xfrm>
            <a:custGeom>
              <a:avLst/>
              <a:gdLst>
                <a:gd name="connsiteX0" fmla="*/ 7891 w 9748"/>
                <a:gd name="connsiteY0" fmla="*/ 42 h 4704"/>
                <a:gd name="connsiteX1" fmla="*/ 381 w 9748"/>
                <a:gd name="connsiteY1" fmla="*/ 2820 h 4704"/>
                <a:gd name="connsiteX2" fmla="*/ 1132 w 9748"/>
                <a:gd name="connsiteY2" fmla="*/ 4622 h 4704"/>
                <a:gd name="connsiteX3" fmla="*/ 8642 w 9748"/>
                <a:gd name="connsiteY3" fmla="*/ 2895 h 4704"/>
                <a:gd name="connsiteX4" fmla="*/ 7891 w 9748"/>
                <a:gd name="connsiteY4" fmla="*/ 42 h 4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748" h="4704">
                  <a:moveTo>
                    <a:pt x="7891" y="42"/>
                  </a:moveTo>
                  <a:cubicBezTo>
                    <a:pt x="5338" y="943"/>
                    <a:pt x="2709" y="1769"/>
                    <a:pt x="381" y="2820"/>
                  </a:cubicBezTo>
                  <a:cubicBezTo>
                    <a:pt x="-595" y="3270"/>
                    <a:pt x="381" y="4997"/>
                    <a:pt x="1132" y="4622"/>
                  </a:cubicBezTo>
                  <a:cubicBezTo>
                    <a:pt x="3505" y="3578"/>
                    <a:pt x="6051" y="2993"/>
                    <a:pt x="8642" y="2895"/>
                  </a:cubicBezTo>
                  <a:cubicBezTo>
                    <a:pt x="10445" y="2820"/>
                    <a:pt x="9844" y="-559"/>
                    <a:pt x="7891" y="42"/>
                  </a:cubicBezTo>
                  <a:close/>
                </a:path>
              </a:pathLst>
            </a:custGeom>
            <a:solidFill>
              <a:srgbClr val="94949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4" name="Content Placeholder 4">
              <a:extLst>
                <a:ext uri="{FF2B5EF4-FFF2-40B4-BE49-F238E27FC236}">
                  <a16:creationId xmlns:a16="http://schemas.microsoft.com/office/drawing/2014/main" id="{976288D5-0AAE-CA84-7BDA-10AD36C24B01}"/>
                </a:ext>
              </a:extLst>
            </p:cNvPr>
            <p:cNvSpPr/>
            <p:nvPr/>
          </p:nvSpPr>
          <p:spPr>
            <a:xfrm>
              <a:off x="8825112" y="3989829"/>
              <a:ext cx="45479" cy="49468"/>
            </a:xfrm>
            <a:custGeom>
              <a:avLst/>
              <a:gdLst>
                <a:gd name="connsiteX0" fmla="*/ 9391 w 45479"/>
                <a:gd name="connsiteY0" fmla="*/ 13637 h 49468"/>
                <a:gd name="connsiteX1" fmla="*/ 13972 w 45479"/>
                <a:gd name="connsiteY1" fmla="*/ 8756 h 49468"/>
                <a:gd name="connsiteX2" fmla="*/ 19230 w 45479"/>
                <a:gd name="connsiteY2" fmla="*/ 7480 h 49468"/>
                <a:gd name="connsiteX3" fmla="*/ 32222 w 45479"/>
                <a:gd name="connsiteY3" fmla="*/ -29 h 49468"/>
                <a:gd name="connsiteX4" fmla="*/ 38154 w 45479"/>
                <a:gd name="connsiteY4" fmla="*/ 1698 h 49468"/>
                <a:gd name="connsiteX5" fmla="*/ 44268 w 45479"/>
                <a:gd name="connsiteY5" fmla="*/ 18457 h 49468"/>
                <a:gd name="connsiteX6" fmla="*/ 41684 w 45479"/>
                <a:gd name="connsiteY6" fmla="*/ 22121 h 49468"/>
                <a:gd name="connsiteX7" fmla="*/ 33048 w 45479"/>
                <a:gd name="connsiteY7" fmla="*/ 30005 h 49468"/>
                <a:gd name="connsiteX8" fmla="*/ 20882 w 45479"/>
                <a:gd name="connsiteY8" fmla="*/ 42469 h 49468"/>
                <a:gd name="connsiteX9" fmla="*/ 9466 w 45479"/>
                <a:gd name="connsiteY9" fmla="*/ 49377 h 49468"/>
                <a:gd name="connsiteX10" fmla="*/ 4210 w 45479"/>
                <a:gd name="connsiteY10" fmla="*/ 45998 h 49468"/>
                <a:gd name="connsiteX11" fmla="*/ 9391 w 45479"/>
                <a:gd name="connsiteY11" fmla="*/ 13637 h 49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479" h="49468">
                  <a:moveTo>
                    <a:pt x="9391" y="13637"/>
                  </a:moveTo>
                  <a:cubicBezTo>
                    <a:pt x="10427" y="11610"/>
                    <a:pt x="12012" y="9920"/>
                    <a:pt x="13972" y="8756"/>
                  </a:cubicBezTo>
                  <a:cubicBezTo>
                    <a:pt x="15692" y="8216"/>
                    <a:pt x="17450" y="7788"/>
                    <a:pt x="19230" y="7480"/>
                  </a:cubicBezTo>
                  <a:cubicBezTo>
                    <a:pt x="24111" y="6053"/>
                    <a:pt x="27190" y="422"/>
                    <a:pt x="32222" y="-29"/>
                  </a:cubicBezTo>
                  <a:cubicBezTo>
                    <a:pt x="34324" y="-59"/>
                    <a:pt x="36397" y="542"/>
                    <a:pt x="38154" y="1698"/>
                  </a:cubicBezTo>
                  <a:cubicBezTo>
                    <a:pt x="44470" y="4642"/>
                    <a:pt x="47211" y="12143"/>
                    <a:pt x="44268" y="18457"/>
                  </a:cubicBezTo>
                  <a:cubicBezTo>
                    <a:pt x="43637" y="19824"/>
                    <a:pt x="42758" y="21063"/>
                    <a:pt x="41684" y="22121"/>
                  </a:cubicBezTo>
                  <a:cubicBezTo>
                    <a:pt x="39078" y="25035"/>
                    <a:pt x="36187" y="27678"/>
                    <a:pt x="33048" y="30005"/>
                  </a:cubicBezTo>
                  <a:cubicBezTo>
                    <a:pt x="28647" y="33805"/>
                    <a:pt x="24577" y="37979"/>
                    <a:pt x="20882" y="42469"/>
                  </a:cubicBezTo>
                  <a:cubicBezTo>
                    <a:pt x="17877" y="46073"/>
                    <a:pt x="14048" y="49978"/>
                    <a:pt x="9466" y="49377"/>
                  </a:cubicBezTo>
                  <a:cubicBezTo>
                    <a:pt x="7401" y="48844"/>
                    <a:pt x="5554" y="47658"/>
                    <a:pt x="4210" y="45998"/>
                  </a:cubicBezTo>
                  <a:cubicBezTo>
                    <a:pt x="-5403" y="35787"/>
                    <a:pt x="3533" y="23172"/>
                    <a:pt x="9391" y="13637"/>
                  </a:cubicBezTo>
                  <a:close/>
                </a:path>
              </a:pathLst>
            </a:custGeom>
            <a:solidFill>
              <a:srgbClr val="E2D6C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5" name="Content Placeholder 4">
              <a:extLst>
                <a:ext uri="{FF2B5EF4-FFF2-40B4-BE49-F238E27FC236}">
                  <a16:creationId xmlns:a16="http://schemas.microsoft.com/office/drawing/2014/main" id="{81676D5D-4BEA-B44D-DCE6-904C192B4899}"/>
                </a:ext>
              </a:extLst>
            </p:cNvPr>
            <p:cNvSpPr/>
            <p:nvPr/>
          </p:nvSpPr>
          <p:spPr>
            <a:xfrm>
              <a:off x="8976472" y="3916275"/>
              <a:ext cx="41235" cy="38985"/>
            </a:xfrm>
            <a:custGeom>
              <a:avLst/>
              <a:gdLst>
                <a:gd name="connsiteX0" fmla="*/ 17319 w 41235"/>
                <a:gd name="connsiteY0" fmla="*/ 35082 h 38985"/>
                <a:gd name="connsiteX1" fmla="*/ 9358 w 41235"/>
                <a:gd name="connsiteY1" fmla="*/ 38836 h 38985"/>
                <a:gd name="connsiteX2" fmla="*/ 5153 w 41235"/>
                <a:gd name="connsiteY2" fmla="*/ 35983 h 38985"/>
                <a:gd name="connsiteX3" fmla="*/ 1323 w 41235"/>
                <a:gd name="connsiteY3" fmla="*/ 30352 h 38985"/>
                <a:gd name="connsiteX4" fmla="*/ -29 w 41235"/>
                <a:gd name="connsiteY4" fmla="*/ 25396 h 38985"/>
                <a:gd name="connsiteX5" fmla="*/ 4252 w 41235"/>
                <a:gd name="connsiteY5" fmla="*/ 17888 h 38985"/>
                <a:gd name="connsiteX6" fmla="*/ 26256 w 41235"/>
                <a:gd name="connsiteY6" fmla="*/ 1820 h 38985"/>
                <a:gd name="connsiteX7" fmla="*/ 33766 w 41235"/>
                <a:gd name="connsiteY7" fmla="*/ 17 h 38985"/>
                <a:gd name="connsiteX8" fmla="*/ 40825 w 41235"/>
                <a:gd name="connsiteY8" fmla="*/ 9478 h 38985"/>
                <a:gd name="connsiteX9" fmla="*/ 37971 w 41235"/>
                <a:gd name="connsiteY9" fmla="*/ 14584 h 38985"/>
                <a:gd name="connsiteX10" fmla="*/ 30461 w 41235"/>
                <a:gd name="connsiteY10" fmla="*/ 21492 h 38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235" h="38985">
                  <a:moveTo>
                    <a:pt x="17319" y="35082"/>
                  </a:moveTo>
                  <a:cubicBezTo>
                    <a:pt x="15066" y="37184"/>
                    <a:pt x="12362" y="39512"/>
                    <a:pt x="9358" y="38836"/>
                  </a:cubicBezTo>
                  <a:cubicBezTo>
                    <a:pt x="7669" y="38401"/>
                    <a:pt x="6182" y="37395"/>
                    <a:pt x="5153" y="35983"/>
                  </a:cubicBezTo>
                  <a:cubicBezTo>
                    <a:pt x="3658" y="34264"/>
                    <a:pt x="2374" y="32372"/>
                    <a:pt x="1323" y="30352"/>
                  </a:cubicBezTo>
                  <a:cubicBezTo>
                    <a:pt x="474" y="28835"/>
                    <a:pt x="8" y="27131"/>
                    <a:pt x="-29" y="25396"/>
                  </a:cubicBezTo>
                  <a:cubicBezTo>
                    <a:pt x="392" y="22438"/>
                    <a:pt x="1916" y="19750"/>
                    <a:pt x="4252" y="17888"/>
                  </a:cubicBezTo>
                  <a:cubicBezTo>
                    <a:pt x="10770" y="11498"/>
                    <a:pt x="18182" y="6084"/>
                    <a:pt x="26256" y="1820"/>
                  </a:cubicBezTo>
                  <a:cubicBezTo>
                    <a:pt x="28494" y="415"/>
                    <a:pt x="31130" y="-215"/>
                    <a:pt x="33766" y="17"/>
                  </a:cubicBezTo>
                  <a:cubicBezTo>
                    <a:pt x="37746" y="994"/>
                    <a:pt x="39549" y="5574"/>
                    <a:pt x="40825" y="9478"/>
                  </a:cubicBezTo>
                  <a:cubicBezTo>
                    <a:pt x="42102" y="13383"/>
                    <a:pt x="39924" y="12932"/>
                    <a:pt x="37971" y="14584"/>
                  </a:cubicBezTo>
                  <a:cubicBezTo>
                    <a:pt x="36019" y="16236"/>
                    <a:pt x="33165" y="19239"/>
                    <a:pt x="30461" y="21492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6" name="Content Placeholder 4">
              <a:extLst>
                <a:ext uri="{FF2B5EF4-FFF2-40B4-BE49-F238E27FC236}">
                  <a16:creationId xmlns:a16="http://schemas.microsoft.com/office/drawing/2014/main" id="{BA24AD6C-E040-672B-B51C-6DCED462E0CA}"/>
                </a:ext>
              </a:extLst>
            </p:cNvPr>
            <p:cNvSpPr/>
            <p:nvPr/>
          </p:nvSpPr>
          <p:spPr>
            <a:xfrm>
              <a:off x="8978734" y="3922193"/>
              <a:ext cx="30706" cy="27532"/>
            </a:xfrm>
            <a:custGeom>
              <a:avLst/>
              <a:gdLst>
                <a:gd name="connsiteX0" fmla="*/ 28725 w 30706"/>
                <a:gd name="connsiteY0" fmla="*/ 9117 h 27532"/>
                <a:gd name="connsiteX1" fmla="*/ 27974 w 30706"/>
                <a:gd name="connsiteY1" fmla="*/ 9793 h 27532"/>
                <a:gd name="connsiteX2" fmla="*/ 26021 w 30706"/>
                <a:gd name="connsiteY2" fmla="*/ 4387 h 27532"/>
                <a:gd name="connsiteX3" fmla="*/ 29100 w 30706"/>
                <a:gd name="connsiteY3" fmla="*/ 2059 h 27532"/>
                <a:gd name="connsiteX4" fmla="*/ 27748 w 30706"/>
                <a:gd name="connsiteY4" fmla="*/ 257 h 27532"/>
                <a:gd name="connsiteX5" fmla="*/ 25120 w 30706"/>
                <a:gd name="connsiteY5" fmla="*/ 1834 h 27532"/>
                <a:gd name="connsiteX6" fmla="*/ 24670 w 30706"/>
                <a:gd name="connsiteY6" fmla="*/ 482 h 27532"/>
                <a:gd name="connsiteX7" fmla="*/ 23092 w 30706"/>
                <a:gd name="connsiteY7" fmla="*/ 933 h 27532"/>
                <a:gd name="connsiteX8" fmla="*/ 23693 w 30706"/>
                <a:gd name="connsiteY8" fmla="*/ 2735 h 27532"/>
                <a:gd name="connsiteX9" fmla="*/ 15282 w 30706"/>
                <a:gd name="connsiteY9" fmla="*/ 9192 h 27532"/>
                <a:gd name="connsiteX10" fmla="*/ 14005 w 30706"/>
                <a:gd name="connsiteY10" fmla="*/ 5888 h 27532"/>
                <a:gd name="connsiteX11" fmla="*/ 12804 w 30706"/>
                <a:gd name="connsiteY11" fmla="*/ 6264 h 27532"/>
                <a:gd name="connsiteX12" fmla="*/ 14080 w 30706"/>
                <a:gd name="connsiteY12" fmla="*/ 10168 h 27532"/>
                <a:gd name="connsiteX13" fmla="*/ 6570 w 30706"/>
                <a:gd name="connsiteY13" fmla="*/ 17677 h 27532"/>
                <a:gd name="connsiteX14" fmla="*/ 6570 w 30706"/>
                <a:gd name="connsiteY14" fmla="*/ 17677 h 27532"/>
                <a:gd name="connsiteX15" fmla="*/ 5895 w 30706"/>
                <a:gd name="connsiteY15" fmla="*/ 17677 h 27532"/>
                <a:gd name="connsiteX16" fmla="*/ 5895 w 30706"/>
                <a:gd name="connsiteY16" fmla="*/ 18277 h 27532"/>
                <a:gd name="connsiteX17" fmla="*/ 112 w 30706"/>
                <a:gd name="connsiteY17" fmla="*/ 24209 h 27532"/>
                <a:gd name="connsiteX18" fmla="*/ 112 w 30706"/>
                <a:gd name="connsiteY18" fmla="*/ 24885 h 27532"/>
                <a:gd name="connsiteX19" fmla="*/ 788 w 30706"/>
                <a:gd name="connsiteY19" fmla="*/ 24885 h 27532"/>
                <a:gd name="connsiteX20" fmla="*/ 6270 w 30706"/>
                <a:gd name="connsiteY20" fmla="*/ 20004 h 27532"/>
                <a:gd name="connsiteX21" fmla="*/ 7321 w 30706"/>
                <a:gd name="connsiteY21" fmla="*/ 24509 h 27532"/>
                <a:gd name="connsiteX22" fmla="*/ 7697 w 30706"/>
                <a:gd name="connsiteY22" fmla="*/ 24885 h 27532"/>
                <a:gd name="connsiteX23" fmla="*/ 8072 w 30706"/>
                <a:gd name="connsiteY23" fmla="*/ 24509 h 27532"/>
                <a:gd name="connsiteX24" fmla="*/ 6871 w 30706"/>
                <a:gd name="connsiteY24" fmla="*/ 19704 h 27532"/>
                <a:gd name="connsiteX25" fmla="*/ 14831 w 30706"/>
                <a:gd name="connsiteY25" fmla="*/ 13397 h 27532"/>
                <a:gd name="connsiteX26" fmla="*/ 17160 w 30706"/>
                <a:gd name="connsiteY26" fmla="*/ 20154 h 27532"/>
                <a:gd name="connsiteX27" fmla="*/ 9650 w 30706"/>
                <a:gd name="connsiteY27" fmla="*/ 26536 h 27532"/>
                <a:gd name="connsiteX28" fmla="*/ 9755 w 30706"/>
                <a:gd name="connsiteY28" fmla="*/ 27377 h 27532"/>
                <a:gd name="connsiteX29" fmla="*/ 10400 w 30706"/>
                <a:gd name="connsiteY29" fmla="*/ 27437 h 27532"/>
                <a:gd name="connsiteX30" fmla="*/ 17910 w 30706"/>
                <a:gd name="connsiteY30" fmla="*/ 22031 h 27532"/>
                <a:gd name="connsiteX31" fmla="*/ 17910 w 30706"/>
                <a:gd name="connsiteY31" fmla="*/ 22557 h 27532"/>
                <a:gd name="connsiteX32" fmla="*/ 19563 w 30706"/>
                <a:gd name="connsiteY32" fmla="*/ 21806 h 27532"/>
                <a:gd name="connsiteX33" fmla="*/ 19563 w 30706"/>
                <a:gd name="connsiteY33" fmla="*/ 20905 h 27532"/>
                <a:gd name="connsiteX34" fmla="*/ 30227 w 30706"/>
                <a:gd name="connsiteY34" fmla="*/ 10994 h 27532"/>
                <a:gd name="connsiteX35" fmla="*/ 30414 w 30706"/>
                <a:gd name="connsiteY35" fmla="*/ 9305 h 27532"/>
                <a:gd name="connsiteX36" fmla="*/ 28725 w 30706"/>
                <a:gd name="connsiteY36" fmla="*/ 9117 h 27532"/>
                <a:gd name="connsiteX37" fmla="*/ 18736 w 30706"/>
                <a:gd name="connsiteY37" fmla="*/ 18202 h 27532"/>
                <a:gd name="connsiteX38" fmla="*/ 16333 w 30706"/>
                <a:gd name="connsiteY38" fmla="*/ 11820 h 27532"/>
                <a:gd name="connsiteX39" fmla="*/ 24670 w 30706"/>
                <a:gd name="connsiteY39" fmla="*/ 5513 h 27532"/>
                <a:gd name="connsiteX40" fmla="*/ 26472 w 30706"/>
                <a:gd name="connsiteY40" fmla="*/ 10994 h 27532"/>
                <a:gd name="connsiteX41" fmla="*/ 26472 w 30706"/>
                <a:gd name="connsiteY41" fmla="*/ 10994 h 27532"/>
                <a:gd name="connsiteX42" fmla="*/ 18736 w 30706"/>
                <a:gd name="connsiteY42" fmla="*/ 18202 h 27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30706" h="27532">
                  <a:moveTo>
                    <a:pt x="28725" y="9117"/>
                  </a:moveTo>
                  <a:lnTo>
                    <a:pt x="27974" y="9793"/>
                  </a:lnTo>
                  <a:lnTo>
                    <a:pt x="26021" y="4387"/>
                  </a:lnTo>
                  <a:cubicBezTo>
                    <a:pt x="27073" y="3636"/>
                    <a:pt x="28124" y="2885"/>
                    <a:pt x="29100" y="2059"/>
                  </a:cubicBezTo>
                  <a:cubicBezTo>
                    <a:pt x="30077" y="1233"/>
                    <a:pt x="29100" y="-269"/>
                    <a:pt x="27748" y="257"/>
                  </a:cubicBezTo>
                  <a:lnTo>
                    <a:pt x="25120" y="1834"/>
                  </a:lnTo>
                  <a:lnTo>
                    <a:pt x="24670" y="482"/>
                  </a:lnTo>
                  <a:cubicBezTo>
                    <a:pt x="24294" y="-419"/>
                    <a:pt x="22792" y="-44"/>
                    <a:pt x="23092" y="933"/>
                  </a:cubicBezTo>
                  <a:cubicBezTo>
                    <a:pt x="23325" y="1518"/>
                    <a:pt x="23528" y="2126"/>
                    <a:pt x="23693" y="2735"/>
                  </a:cubicBezTo>
                  <a:cubicBezTo>
                    <a:pt x="20742" y="4687"/>
                    <a:pt x="17933" y="6849"/>
                    <a:pt x="15282" y="9192"/>
                  </a:cubicBezTo>
                  <a:cubicBezTo>
                    <a:pt x="14831" y="8066"/>
                    <a:pt x="14381" y="7014"/>
                    <a:pt x="14005" y="5888"/>
                  </a:cubicBezTo>
                  <a:cubicBezTo>
                    <a:pt x="13630" y="4762"/>
                    <a:pt x="12503" y="5438"/>
                    <a:pt x="12804" y="6264"/>
                  </a:cubicBezTo>
                  <a:cubicBezTo>
                    <a:pt x="13104" y="7090"/>
                    <a:pt x="13630" y="8892"/>
                    <a:pt x="14080" y="10168"/>
                  </a:cubicBezTo>
                  <a:cubicBezTo>
                    <a:pt x="11452" y="12496"/>
                    <a:pt x="8898" y="14898"/>
                    <a:pt x="6570" y="17677"/>
                  </a:cubicBezTo>
                  <a:lnTo>
                    <a:pt x="6570" y="17677"/>
                  </a:lnTo>
                  <a:cubicBezTo>
                    <a:pt x="6570" y="17226"/>
                    <a:pt x="5744" y="17677"/>
                    <a:pt x="5895" y="17677"/>
                  </a:cubicBezTo>
                  <a:lnTo>
                    <a:pt x="5895" y="18277"/>
                  </a:lnTo>
                  <a:cubicBezTo>
                    <a:pt x="3867" y="20229"/>
                    <a:pt x="1989" y="22257"/>
                    <a:pt x="112" y="24209"/>
                  </a:cubicBezTo>
                  <a:cubicBezTo>
                    <a:pt x="-76" y="24397"/>
                    <a:pt x="-76" y="24697"/>
                    <a:pt x="112" y="24885"/>
                  </a:cubicBezTo>
                  <a:cubicBezTo>
                    <a:pt x="300" y="25072"/>
                    <a:pt x="600" y="25072"/>
                    <a:pt x="788" y="24885"/>
                  </a:cubicBezTo>
                  <a:cubicBezTo>
                    <a:pt x="2515" y="23158"/>
                    <a:pt x="4392" y="21581"/>
                    <a:pt x="6270" y="20004"/>
                  </a:cubicBezTo>
                  <a:cubicBezTo>
                    <a:pt x="6270" y="21506"/>
                    <a:pt x="6946" y="23008"/>
                    <a:pt x="7321" y="24509"/>
                  </a:cubicBezTo>
                  <a:cubicBezTo>
                    <a:pt x="7321" y="24719"/>
                    <a:pt x="7486" y="24885"/>
                    <a:pt x="7697" y="24885"/>
                  </a:cubicBezTo>
                  <a:cubicBezTo>
                    <a:pt x="7907" y="24885"/>
                    <a:pt x="8072" y="24719"/>
                    <a:pt x="8072" y="24509"/>
                  </a:cubicBezTo>
                  <a:lnTo>
                    <a:pt x="6871" y="19704"/>
                  </a:lnTo>
                  <a:cubicBezTo>
                    <a:pt x="9499" y="17526"/>
                    <a:pt x="12128" y="15424"/>
                    <a:pt x="14831" y="13397"/>
                  </a:cubicBezTo>
                  <a:cubicBezTo>
                    <a:pt x="15582" y="15649"/>
                    <a:pt x="16258" y="17902"/>
                    <a:pt x="17160" y="20154"/>
                  </a:cubicBezTo>
                  <a:cubicBezTo>
                    <a:pt x="14756" y="22332"/>
                    <a:pt x="12428" y="24509"/>
                    <a:pt x="9650" y="26536"/>
                  </a:cubicBezTo>
                  <a:cubicBezTo>
                    <a:pt x="9446" y="26799"/>
                    <a:pt x="9492" y="27175"/>
                    <a:pt x="9755" y="27377"/>
                  </a:cubicBezTo>
                  <a:cubicBezTo>
                    <a:pt x="9942" y="27520"/>
                    <a:pt x="10190" y="27543"/>
                    <a:pt x="10400" y="27437"/>
                  </a:cubicBezTo>
                  <a:cubicBezTo>
                    <a:pt x="12804" y="25688"/>
                    <a:pt x="15305" y="23886"/>
                    <a:pt x="17910" y="22031"/>
                  </a:cubicBezTo>
                  <a:lnTo>
                    <a:pt x="17910" y="22557"/>
                  </a:lnTo>
                  <a:cubicBezTo>
                    <a:pt x="18361" y="23458"/>
                    <a:pt x="19788" y="22557"/>
                    <a:pt x="19563" y="21806"/>
                  </a:cubicBezTo>
                  <a:lnTo>
                    <a:pt x="19563" y="20905"/>
                  </a:lnTo>
                  <a:cubicBezTo>
                    <a:pt x="23415" y="17939"/>
                    <a:pt x="26982" y="14621"/>
                    <a:pt x="30227" y="10994"/>
                  </a:cubicBezTo>
                  <a:cubicBezTo>
                    <a:pt x="30745" y="10581"/>
                    <a:pt x="30828" y="9823"/>
                    <a:pt x="30414" y="9305"/>
                  </a:cubicBezTo>
                  <a:cubicBezTo>
                    <a:pt x="30001" y="8787"/>
                    <a:pt x="29243" y="8704"/>
                    <a:pt x="28725" y="9117"/>
                  </a:cubicBezTo>
                  <a:close/>
                  <a:moveTo>
                    <a:pt x="18736" y="18202"/>
                  </a:moveTo>
                  <a:cubicBezTo>
                    <a:pt x="17986" y="16025"/>
                    <a:pt x="17160" y="13922"/>
                    <a:pt x="16333" y="11820"/>
                  </a:cubicBezTo>
                  <a:lnTo>
                    <a:pt x="24670" y="5513"/>
                  </a:lnTo>
                  <a:lnTo>
                    <a:pt x="26472" y="10994"/>
                  </a:lnTo>
                  <a:lnTo>
                    <a:pt x="26472" y="10994"/>
                  </a:lnTo>
                  <a:cubicBezTo>
                    <a:pt x="23843" y="13397"/>
                    <a:pt x="21290" y="15799"/>
                    <a:pt x="18736" y="18202"/>
                  </a:cubicBezTo>
                  <a:close/>
                </a:path>
              </a:pathLst>
            </a:custGeom>
            <a:solidFill>
              <a:srgbClr val="A4B2B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7" name="Content Placeholder 4">
              <a:extLst>
                <a:ext uri="{FF2B5EF4-FFF2-40B4-BE49-F238E27FC236}">
                  <a16:creationId xmlns:a16="http://schemas.microsoft.com/office/drawing/2014/main" id="{8B621812-A5CC-0D48-195E-04ADDBFAB86A}"/>
                </a:ext>
              </a:extLst>
            </p:cNvPr>
            <p:cNvSpPr/>
            <p:nvPr/>
          </p:nvSpPr>
          <p:spPr>
            <a:xfrm>
              <a:off x="8929674" y="3924845"/>
              <a:ext cx="33430" cy="34513"/>
            </a:xfrm>
            <a:custGeom>
              <a:avLst/>
              <a:gdLst>
                <a:gd name="connsiteX0" fmla="*/ 27017 w 33430"/>
                <a:gd name="connsiteY0" fmla="*/ 7215 h 34513"/>
                <a:gd name="connsiteX1" fmla="*/ 31674 w 33430"/>
                <a:gd name="connsiteY1" fmla="*/ 13598 h 34513"/>
                <a:gd name="connsiteX2" fmla="*/ 33401 w 33430"/>
                <a:gd name="connsiteY2" fmla="*/ 17877 h 34513"/>
                <a:gd name="connsiteX3" fmla="*/ 31749 w 33430"/>
                <a:gd name="connsiteY3" fmla="*/ 24710 h 34513"/>
                <a:gd name="connsiteX4" fmla="*/ 26942 w 33430"/>
                <a:gd name="connsiteY4" fmla="*/ 34246 h 34513"/>
                <a:gd name="connsiteX5" fmla="*/ 18381 w 33430"/>
                <a:gd name="connsiteY5" fmla="*/ 32068 h 34513"/>
                <a:gd name="connsiteX6" fmla="*/ 7191 w 33430"/>
                <a:gd name="connsiteY6" fmla="*/ 24860 h 34513"/>
                <a:gd name="connsiteX7" fmla="*/ 2911 w 33430"/>
                <a:gd name="connsiteY7" fmla="*/ 21557 h 34513"/>
                <a:gd name="connsiteX8" fmla="*/ 57 w 33430"/>
                <a:gd name="connsiteY8" fmla="*/ 14649 h 34513"/>
                <a:gd name="connsiteX9" fmla="*/ 7567 w 33430"/>
                <a:gd name="connsiteY9" fmla="*/ 157 h 34513"/>
                <a:gd name="connsiteX10" fmla="*/ 27017 w 33430"/>
                <a:gd name="connsiteY10" fmla="*/ 7215 h 34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430" h="34513">
                  <a:moveTo>
                    <a:pt x="27017" y="7215"/>
                  </a:moveTo>
                  <a:cubicBezTo>
                    <a:pt x="28797" y="9160"/>
                    <a:pt x="30359" y="11308"/>
                    <a:pt x="31674" y="13598"/>
                  </a:cubicBezTo>
                  <a:cubicBezTo>
                    <a:pt x="32500" y="14912"/>
                    <a:pt x="33085" y="16361"/>
                    <a:pt x="33401" y="17877"/>
                  </a:cubicBezTo>
                  <a:cubicBezTo>
                    <a:pt x="33326" y="20243"/>
                    <a:pt x="32763" y="22570"/>
                    <a:pt x="31749" y="24710"/>
                  </a:cubicBezTo>
                  <a:cubicBezTo>
                    <a:pt x="30697" y="28239"/>
                    <a:pt x="30322" y="32744"/>
                    <a:pt x="26942" y="34246"/>
                  </a:cubicBezTo>
                  <a:cubicBezTo>
                    <a:pt x="23908" y="34929"/>
                    <a:pt x="20724" y="34118"/>
                    <a:pt x="18381" y="32068"/>
                  </a:cubicBezTo>
                  <a:lnTo>
                    <a:pt x="7191" y="24860"/>
                  </a:lnTo>
                  <a:cubicBezTo>
                    <a:pt x="5621" y="23952"/>
                    <a:pt x="4187" y="22840"/>
                    <a:pt x="2911" y="21557"/>
                  </a:cubicBezTo>
                  <a:cubicBezTo>
                    <a:pt x="1296" y="19589"/>
                    <a:pt x="304" y="17187"/>
                    <a:pt x="57" y="14649"/>
                  </a:cubicBezTo>
                  <a:cubicBezTo>
                    <a:pt x="-544" y="9693"/>
                    <a:pt x="2009" y="1509"/>
                    <a:pt x="7567" y="157"/>
                  </a:cubicBezTo>
                  <a:cubicBezTo>
                    <a:pt x="14814" y="-781"/>
                    <a:pt x="22061" y="1847"/>
                    <a:pt x="27017" y="7215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8" name="Content Placeholder 4">
              <a:extLst>
                <a:ext uri="{FF2B5EF4-FFF2-40B4-BE49-F238E27FC236}">
                  <a16:creationId xmlns:a16="http://schemas.microsoft.com/office/drawing/2014/main" id="{17882422-F175-D082-316F-70A5E166FFDC}"/>
                </a:ext>
              </a:extLst>
            </p:cNvPr>
            <p:cNvSpPr/>
            <p:nvPr/>
          </p:nvSpPr>
          <p:spPr>
            <a:xfrm>
              <a:off x="8933284" y="3929250"/>
              <a:ext cx="26340" cy="26986"/>
            </a:xfrm>
            <a:custGeom>
              <a:avLst/>
              <a:gdLst>
                <a:gd name="connsiteX0" fmla="*/ 26261 w 26340"/>
                <a:gd name="connsiteY0" fmla="*/ 12947 h 26986"/>
                <a:gd name="connsiteX1" fmla="*/ 20854 w 26340"/>
                <a:gd name="connsiteY1" fmla="*/ 9418 h 26986"/>
                <a:gd name="connsiteX2" fmla="*/ 21530 w 26340"/>
                <a:gd name="connsiteY2" fmla="*/ 7616 h 26986"/>
                <a:gd name="connsiteX3" fmla="*/ 19652 w 26340"/>
                <a:gd name="connsiteY3" fmla="*/ 7090 h 26986"/>
                <a:gd name="connsiteX4" fmla="*/ 19201 w 26340"/>
                <a:gd name="connsiteY4" fmla="*/ 8292 h 26986"/>
                <a:gd name="connsiteX5" fmla="*/ 9213 w 26340"/>
                <a:gd name="connsiteY5" fmla="*/ 2435 h 26986"/>
                <a:gd name="connsiteX6" fmla="*/ 9814 w 26340"/>
                <a:gd name="connsiteY6" fmla="*/ 1234 h 26986"/>
                <a:gd name="connsiteX7" fmla="*/ 8312 w 26340"/>
                <a:gd name="connsiteY7" fmla="*/ 408 h 26986"/>
                <a:gd name="connsiteX8" fmla="*/ 2229 w 26340"/>
                <a:gd name="connsiteY8" fmla="*/ 12196 h 26986"/>
                <a:gd name="connsiteX9" fmla="*/ 877 w 26340"/>
                <a:gd name="connsiteY9" fmla="*/ 11445 h 26986"/>
                <a:gd name="connsiteX10" fmla="*/ 51 w 26340"/>
                <a:gd name="connsiteY10" fmla="*/ 11670 h 26986"/>
                <a:gd name="connsiteX11" fmla="*/ 276 w 26340"/>
                <a:gd name="connsiteY11" fmla="*/ 12497 h 26986"/>
                <a:gd name="connsiteX12" fmla="*/ 1703 w 26340"/>
                <a:gd name="connsiteY12" fmla="*/ 13322 h 26986"/>
                <a:gd name="connsiteX13" fmla="*/ 1703 w 26340"/>
                <a:gd name="connsiteY13" fmla="*/ 13322 h 26986"/>
                <a:gd name="connsiteX14" fmla="*/ 2139 w 26340"/>
                <a:gd name="connsiteY14" fmla="*/ 14051 h 26986"/>
                <a:gd name="connsiteX15" fmla="*/ 2679 w 26340"/>
                <a:gd name="connsiteY15" fmla="*/ 13923 h 26986"/>
                <a:gd name="connsiteX16" fmla="*/ 2679 w 26340"/>
                <a:gd name="connsiteY16" fmla="*/ 13923 h 26986"/>
                <a:gd name="connsiteX17" fmla="*/ 13944 w 26340"/>
                <a:gd name="connsiteY17" fmla="*/ 20455 h 26986"/>
                <a:gd name="connsiteX18" fmla="*/ 11466 w 26340"/>
                <a:gd name="connsiteY18" fmla="*/ 26687 h 26986"/>
                <a:gd name="connsiteX19" fmla="*/ 12060 w 26340"/>
                <a:gd name="connsiteY19" fmla="*/ 26920 h 26986"/>
                <a:gd name="connsiteX20" fmla="*/ 12292 w 26340"/>
                <a:gd name="connsiteY20" fmla="*/ 26687 h 26986"/>
                <a:gd name="connsiteX21" fmla="*/ 14996 w 26340"/>
                <a:gd name="connsiteY21" fmla="*/ 20681 h 26986"/>
                <a:gd name="connsiteX22" fmla="*/ 18300 w 26340"/>
                <a:gd name="connsiteY22" fmla="*/ 22483 h 26986"/>
                <a:gd name="connsiteX23" fmla="*/ 18991 w 26340"/>
                <a:gd name="connsiteY23" fmla="*/ 22205 h 26986"/>
                <a:gd name="connsiteX24" fmla="*/ 18826 w 26340"/>
                <a:gd name="connsiteY24" fmla="*/ 21582 h 26986"/>
                <a:gd name="connsiteX25" fmla="*/ 15522 w 26340"/>
                <a:gd name="connsiteY25" fmla="*/ 19630 h 26986"/>
                <a:gd name="connsiteX26" fmla="*/ 20628 w 26340"/>
                <a:gd name="connsiteY26" fmla="*/ 9793 h 26986"/>
                <a:gd name="connsiteX27" fmla="*/ 25885 w 26340"/>
                <a:gd name="connsiteY27" fmla="*/ 13172 h 26986"/>
                <a:gd name="connsiteX28" fmla="*/ 26261 w 26340"/>
                <a:gd name="connsiteY28" fmla="*/ 12947 h 26986"/>
                <a:gd name="connsiteX29" fmla="*/ 14620 w 26340"/>
                <a:gd name="connsiteY29" fmla="*/ 19179 h 26986"/>
                <a:gd name="connsiteX30" fmla="*/ 3355 w 26340"/>
                <a:gd name="connsiteY30" fmla="*/ 12872 h 26986"/>
                <a:gd name="connsiteX31" fmla="*/ 8988 w 26340"/>
                <a:gd name="connsiteY31" fmla="*/ 2961 h 26986"/>
                <a:gd name="connsiteX32" fmla="*/ 18976 w 26340"/>
                <a:gd name="connsiteY32" fmla="*/ 8892 h 26986"/>
                <a:gd name="connsiteX33" fmla="*/ 14620 w 26340"/>
                <a:gd name="connsiteY33" fmla="*/ 19029 h 26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6340" h="26986">
                  <a:moveTo>
                    <a:pt x="26261" y="12947"/>
                  </a:moveTo>
                  <a:cubicBezTo>
                    <a:pt x="24459" y="11670"/>
                    <a:pt x="22656" y="10544"/>
                    <a:pt x="20854" y="9418"/>
                  </a:cubicBezTo>
                  <a:lnTo>
                    <a:pt x="21530" y="7616"/>
                  </a:lnTo>
                  <a:cubicBezTo>
                    <a:pt x="21530" y="6415"/>
                    <a:pt x="19953" y="5889"/>
                    <a:pt x="19652" y="7090"/>
                  </a:cubicBezTo>
                  <a:lnTo>
                    <a:pt x="19201" y="8292"/>
                  </a:lnTo>
                  <a:cubicBezTo>
                    <a:pt x="15972" y="6189"/>
                    <a:pt x="12668" y="4237"/>
                    <a:pt x="9213" y="2435"/>
                  </a:cubicBezTo>
                  <a:lnTo>
                    <a:pt x="9814" y="1234"/>
                  </a:lnTo>
                  <a:cubicBezTo>
                    <a:pt x="10189" y="258"/>
                    <a:pt x="8838" y="-568"/>
                    <a:pt x="8312" y="408"/>
                  </a:cubicBezTo>
                  <a:cubicBezTo>
                    <a:pt x="6134" y="4237"/>
                    <a:pt x="4332" y="8292"/>
                    <a:pt x="2229" y="12196"/>
                  </a:cubicBezTo>
                  <a:lnTo>
                    <a:pt x="877" y="11445"/>
                  </a:lnTo>
                  <a:cubicBezTo>
                    <a:pt x="584" y="11280"/>
                    <a:pt x="216" y="11378"/>
                    <a:pt x="51" y="11670"/>
                  </a:cubicBezTo>
                  <a:cubicBezTo>
                    <a:pt x="-114" y="11963"/>
                    <a:pt x="-17" y="12331"/>
                    <a:pt x="276" y="12497"/>
                  </a:cubicBezTo>
                  <a:lnTo>
                    <a:pt x="1703" y="13322"/>
                  </a:lnTo>
                  <a:lnTo>
                    <a:pt x="1703" y="13322"/>
                  </a:lnTo>
                  <a:cubicBezTo>
                    <a:pt x="1621" y="13645"/>
                    <a:pt x="1816" y="13968"/>
                    <a:pt x="2139" y="14051"/>
                  </a:cubicBezTo>
                  <a:cubicBezTo>
                    <a:pt x="2326" y="14103"/>
                    <a:pt x="2529" y="14051"/>
                    <a:pt x="2679" y="13923"/>
                  </a:cubicBezTo>
                  <a:lnTo>
                    <a:pt x="2679" y="13923"/>
                  </a:lnTo>
                  <a:cubicBezTo>
                    <a:pt x="6434" y="16101"/>
                    <a:pt x="10189" y="18353"/>
                    <a:pt x="13944" y="20455"/>
                  </a:cubicBezTo>
                  <a:cubicBezTo>
                    <a:pt x="12998" y="22483"/>
                    <a:pt x="12172" y="24563"/>
                    <a:pt x="11466" y="26687"/>
                  </a:cubicBezTo>
                  <a:cubicBezTo>
                    <a:pt x="11564" y="26913"/>
                    <a:pt x="11834" y="27018"/>
                    <a:pt x="12060" y="26920"/>
                  </a:cubicBezTo>
                  <a:cubicBezTo>
                    <a:pt x="12165" y="26875"/>
                    <a:pt x="12247" y="26793"/>
                    <a:pt x="12292" y="26687"/>
                  </a:cubicBezTo>
                  <a:cubicBezTo>
                    <a:pt x="13006" y="24608"/>
                    <a:pt x="13915" y="22595"/>
                    <a:pt x="14996" y="20681"/>
                  </a:cubicBezTo>
                  <a:lnTo>
                    <a:pt x="18300" y="22483"/>
                  </a:lnTo>
                  <a:cubicBezTo>
                    <a:pt x="18571" y="22595"/>
                    <a:pt x="18879" y="22475"/>
                    <a:pt x="18991" y="22205"/>
                  </a:cubicBezTo>
                  <a:cubicBezTo>
                    <a:pt x="19081" y="21987"/>
                    <a:pt x="19014" y="21724"/>
                    <a:pt x="18826" y="21582"/>
                  </a:cubicBezTo>
                  <a:cubicBezTo>
                    <a:pt x="17767" y="20861"/>
                    <a:pt x="16663" y="20208"/>
                    <a:pt x="15522" y="19630"/>
                  </a:cubicBezTo>
                  <a:cubicBezTo>
                    <a:pt x="17414" y="16454"/>
                    <a:pt x="19119" y="13172"/>
                    <a:pt x="20628" y="9793"/>
                  </a:cubicBezTo>
                  <a:lnTo>
                    <a:pt x="25885" y="13172"/>
                  </a:lnTo>
                  <a:cubicBezTo>
                    <a:pt x="25885" y="13172"/>
                    <a:pt x="26486" y="12947"/>
                    <a:pt x="26261" y="12947"/>
                  </a:cubicBezTo>
                  <a:close/>
                  <a:moveTo>
                    <a:pt x="14620" y="19179"/>
                  </a:moveTo>
                  <a:cubicBezTo>
                    <a:pt x="10918" y="16979"/>
                    <a:pt x="7163" y="14877"/>
                    <a:pt x="3355" y="12872"/>
                  </a:cubicBezTo>
                  <a:cubicBezTo>
                    <a:pt x="5308" y="9643"/>
                    <a:pt x="7336" y="6340"/>
                    <a:pt x="8988" y="2961"/>
                  </a:cubicBezTo>
                  <a:cubicBezTo>
                    <a:pt x="12368" y="4838"/>
                    <a:pt x="15672" y="6865"/>
                    <a:pt x="18976" y="8892"/>
                  </a:cubicBezTo>
                  <a:cubicBezTo>
                    <a:pt x="17730" y="12354"/>
                    <a:pt x="16280" y="15740"/>
                    <a:pt x="14620" y="19029"/>
                  </a:cubicBezTo>
                  <a:close/>
                </a:path>
              </a:pathLst>
            </a:custGeom>
            <a:solidFill>
              <a:srgbClr val="A4B2B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9" name="Content Placeholder 4">
              <a:extLst>
                <a:ext uri="{FF2B5EF4-FFF2-40B4-BE49-F238E27FC236}">
                  <a16:creationId xmlns:a16="http://schemas.microsoft.com/office/drawing/2014/main" id="{A8861D11-4E87-A415-79DB-64EDDE6E5C76}"/>
                </a:ext>
              </a:extLst>
            </p:cNvPr>
            <p:cNvSpPr/>
            <p:nvPr/>
          </p:nvSpPr>
          <p:spPr>
            <a:xfrm>
              <a:off x="8923393" y="3844617"/>
              <a:ext cx="88406" cy="38841"/>
            </a:xfrm>
            <a:custGeom>
              <a:avLst/>
              <a:gdLst>
                <a:gd name="connsiteX0" fmla="*/ 75580 w 88406"/>
                <a:gd name="connsiteY0" fmla="*/ -30 h 38841"/>
                <a:gd name="connsiteX1" fmla="*/ 87670 w 88406"/>
                <a:gd name="connsiteY1" fmla="*/ 4400 h 38841"/>
                <a:gd name="connsiteX2" fmla="*/ 88347 w 88406"/>
                <a:gd name="connsiteY2" fmla="*/ 9281 h 38841"/>
                <a:gd name="connsiteX3" fmla="*/ 88347 w 88406"/>
                <a:gd name="connsiteY3" fmla="*/ 33383 h 38841"/>
                <a:gd name="connsiteX4" fmla="*/ 23160 w 88406"/>
                <a:gd name="connsiteY4" fmla="*/ 38639 h 38841"/>
                <a:gd name="connsiteX5" fmla="*/ 6713 w 88406"/>
                <a:gd name="connsiteY5" fmla="*/ 36011 h 38841"/>
                <a:gd name="connsiteX6" fmla="*/ 2057 w 88406"/>
                <a:gd name="connsiteY6" fmla="*/ 31281 h 38841"/>
                <a:gd name="connsiteX7" fmla="*/ 1381 w 88406"/>
                <a:gd name="connsiteY7" fmla="*/ 26775 h 38841"/>
                <a:gd name="connsiteX8" fmla="*/ 1831 w 88406"/>
                <a:gd name="connsiteY8" fmla="*/ 4250 h 38841"/>
                <a:gd name="connsiteX9" fmla="*/ 17752 w 88406"/>
                <a:gd name="connsiteY9" fmla="*/ 2298 h 38841"/>
                <a:gd name="connsiteX10" fmla="*/ 75580 w 88406"/>
                <a:gd name="connsiteY10" fmla="*/ -30 h 38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406" h="38841">
                  <a:moveTo>
                    <a:pt x="75580" y="-30"/>
                  </a:moveTo>
                  <a:cubicBezTo>
                    <a:pt x="80160" y="-30"/>
                    <a:pt x="85793" y="-30"/>
                    <a:pt x="87670" y="4400"/>
                  </a:cubicBezTo>
                  <a:cubicBezTo>
                    <a:pt x="88234" y="5962"/>
                    <a:pt x="88467" y="7621"/>
                    <a:pt x="88347" y="9281"/>
                  </a:cubicBezTo>
                  <a:cubicBezTo>
                    <a:pt x="88347" y="17315"/>
                    <a:pt x="88347" y="25349"/>
                    <a:pt x="88347" y="33383"/>
                  </a:cubicBezTo>
                  <a:cubicBezTo>
                    <a:pt x="66755" y="36521"/>
                    <a:pt x="44976" y="38278"/>
                    <a:pt x="23160" y="38639"/>
                  </a:cubicBezTo>
                  <a:cubicBezTo>
                    <a:pt x="17543" y="39224"/>
                    <a:pt x="11872" y="38316"/>
                    <a:pt x="6713" y="36011"/>
                  </a:cubicBezTo>
                  <a:cubicBezTo>
                    <a:pt x="4678" y="35005"/>
                    <a:pt x="3033" y="33338"/>
                    <a:pt x="2057" y="31281"/>
                  </a:cubicBezTo>
                  <a:cubicBezTo>
                    <a:pt x="1606" y="29824"/>
                    <a:pt x="1373" y="28300"/>
                    <a:pt x="1381" y="26775"/>
                  </a:cubicBezTo>
                  <a:cubicBezTo>
                    <a:pt x="1381" y="21369"/>
                    <a:pt x="-2074" y="8530"/>
                    <a:pt x="1831" y="4250"/>
                  </a:cubicBezTo>
                  <a:cubicBezTo>
                    <a:pt x="5737" y="-30"/>
                    <a:pt x="13247" y="2298"/>
                    <a:pt x="17752" y="2298"/>
                  </a:cubicBezTo>
                  <a:cubicBezTo>
                    <a:pt x="36978" y="2223"/>
                    <a:pt x="56354" y="871"/>
                    <a:pt x="75580" y="-30"/>
                  </a:cubicBezTo>
                  <a:close/>
                </a:path>
              </a:pathLst>
            </a:custGeom>
            <a:solidFill>
              <a:srgbClr val="F7F7F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0" name="Content Placeholder 4">
              <a:extLst>
                <a:ext uri="{FF2B5EF4-FFF2-40B4-BE49-F238E27FC236}">
                  <a16:creationId xmlns:a16="http://schemas.microsoft.com/office/drawing/2014/main" id="{AAFFCD62-97B6-42A6-8B55-A0D449E69CA1}"/>
                </a:ext>
              </a:extLst>
            </p:cNvPr>
            <p:cNvSpPr/>
            <p:nvPr/>
          </p:nvSpPr>
          <p:spPr>
            <a:xfrm>
              <a:off x="8948553" y="3852125"/>
              <a:ext cx="55010" cy="2552"/>
            </a:xfrm>
            <a:custGeom>
              <a:avLst/>
              <a:gdLst>
                <a:gd name="connsiteX0" fmla="*/ 54474 w 55010"/>
                <a:gd name="connsiteY0" fmla="*/ -30 h 2552"/>
                <a:gd name="connsiteX1" fmla="*/ 703 w 55010"/>
                <a:gd name="connsiteY1" fmla="*/ 796 h 2552"/>
                <a:gd name="connsiteX2" fmla="*/ 703 w 55010"/>
                <a:gd name="connsiteY2" fmla="*/ 2523 h 2552"/>
                <a:gd name="connsiteX3" fmla="*/ 54474 w 55010"/>
                <a:gd name="connsiteY3" fmla="*/ 1172 h 2552"/>
                <a:gd name="connsiteX4" fmla="*/ 54474 w 55010"/>
                <a:gd name="connsiteY4" fmla="*/ -30 h 2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010" h="2552">
                  <a:moveTo>
                    <a:pt x="54474" y="-30"/>
                  </a:moveTo>
                  <a:cubicBezTo>
                    <a:pt x="36601" y="571"/>
                    <a:pt x="18577" y="1172"/>
                    <a:pt x="703" y="796"/>
                  </a:cubicBezTo>
                  <a:cubicBezTo>
                    <a:pt x="-273" y="796"/>
                    <a:pt x="-273" y="2523"/>
                    <a:pt x="703" y="2523"/>
                  </a:cubicBezTo>
                  <a:cubicBezTo>
                    <a:pt x="18652" y="1923"/>
                    <a:pt x="36526" y="1772"/>
                    <a:pt x="54474" y="1172"/>
                  </a:cubicBezTo>
                  <a:cubicBezTo>
                    <a:pt x="55150" y="1172"/>
                    <a:pt x="55150" y="-30"/>
                    <a:pt x="54474" y="-30"/>
                  </a:cubicBezTo>
                  <a:close/>
                </a:path>
              </a:pathLst>
            </a:custGeom>
            <a:solidFill>
              <a:srgbClr val="D9D9D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1" name="Content Placeholder 4">
              <a:extLst>
                <a:ext uri="{FF2B5EF4-FFF2-40B4-BE49-F238E27FC236}">
                  <a16:creationId xmlns:a16="http://schemas.microsoft.com/office/drawing/2014/main" id="{67562261-BE34-D3A7-2748-A0E2DA1006AF}"/>
                </a:ext>
              </a:extLst>
            </p:cNvPr>
            <p:cNvSpPr/>
            <p:nvPr/>
          </p:nvSpPr>
          <p:spPr>
            <a:xfrm>
              <a:off x="8949962" y="3859408"/>
              <a:ext cx="56381" cy="2931"/>
            </a:xfrm>
            <a:custGeom>
              <a:avLst/>
              <a:gdLst>
                <a:gd name="connsiteX0" fmla="*/ 55620 w 56381"/>
                <a:gd name="connsiteY0" fmla="*/ 1697 h 2931"/>
                <a:gd name="connsiteX1" fmla="*/ 55620 w 56381"/>
                <a:gd name="connsiteY1" fmla="*/ -30 h 2931"/>
                <a:gd name="connsiteX2" fmla="*/ 421 w 56381"/>
                <a:gd name="connsiteY2" fmla="*/ 1772 h 2931"/>
                <a:gd name="connsiteX3" fmla="*/ 421 w 56381"/>
                <a:gd name="connsiteY3" fmla="*/ 2898 h 2931"/>
                <a:gd name="connsiteX4" fmla="*/ 55620 w 56381"/>
                <a:gd name="connsiteY4" fmla="*/ 1697 h 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81" h="2931">
                  <a:moveTo>
                    <a:pt x="55620" y="1697"/>
                  </a:moveTo>
                  <a:cubicBezTo>
                    <a:pt x="56596" y="1697"/>
                    <a:pt x="56596" y="-30"/>
                    <a:pt x="55620" y="-30"/>
                  </a:cubicBezTo>
                  <a:cubicBezTo>
                    <a:pt x="37220" y="-30"/>
                    <a:pt x="18821" y="-30"/>
                    <a:pt x="421" y="1772"/>
                  </a:cubicBezTo>
                  <a:cubicBezTo>
                    <a:pt x="-179" y="1772"/>
                    <a:pt x="-179" y="2974"/>
                    <a:pt x="421" y="2898"/>
                  </a:cubicBezTo>
                  <a:cubicBezTo>
                    <a:pt x="18821" y="1997"/>
                    <a:pt x="37220" y="1322"/>
                    <a:pt x="55620" y="1697"/>
                  </a:cubicBezTo>
                  <a:close/>
                </a:path>
              </a:pathLst>
            </a:custGeom>
            <a:solidFill>
              <a:srgbClr val="D9D9D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2" name="Content Placeholder 4">
              <a:extLst>
                <a:ext uri="{FF2B5EF4-FFF2-40B4-BE49-F238E27FC236}">
                  <a16:creationId xmlns:a16="http://schemas.microsoft.com/office/drawing/2014/main" id="{B35A002B-E691-0843-3765-C722D82B6EE7}"/>
                </a:ext>
              </a:extLst>
            </p:cNvPr>
            <p:cNvSpPr/>
            <p:nvPr/>
          </p:nvSpPr>
          <p:spPr>
            <a:xfrm>
              <a:off x="8950168" y="3865263"/>
              <a:ext cx="59066" cy="4206"/>
            </a:xfrm>
            <a:custGeom>
              <a:avLst/>
              <a:gdLst>
                <a:gd name="connsiteX0" fmla="*/ 58192 w 59066"/>
                <a:gd name="connsiteY0" fmla="*/ -28 h 4206"/>
                <a:gd name="connsiteX1" fmla="*/ 365 w 59066"/>
                <a:gd name="connsiteY1" fmla="*/ 3276 h 4206"/>
                <a:gd name="connsiteX2" fmla="*/ 365 w 59066"/>
                <a:gd name="connsiteY2" fmla="*/ 4177 h 4206"/>
                <a:gd name="connsiteX3" fmla="*/ 58192 w 59066"/>
                <a:gd name="connsiteY3" fmla="*/ 2000 h 4206"/>
                <a:gd name="connsiteX4" fmla="*/ 58192 w 59066"/>
                <a:gd name="connsiteY4" fmla="*/ -28 h 4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066" h="4206">
                  <a:moveTo>
                    <a:pt x="58192" y="-28"/>
                  </a:moveTo>
                  <a:cubicBezTo>
                    <a:pt x="38891" y="949"/>
                    <a:pt x="19666" y="2300"/>
                    <a:pt x="365" y="3276"/>
                  </a:cubicBezTo>
                  <a:cubicBezTo>
                    <a:pt x="-161" y="3276"/>
                    <a:pt x="-161" y="4177"/>
                    <a:pt x="365" y="4177"/>
                  </a:cubicBezTo>
                  <a:cubicBezTo>
                    <a:pt x="19666" y="3351"/>
                    <a:pt x="38967" y="2826"/>
                    <a:pt x="58192" y="2000"/>
                  </a:cubicBezTo>
                  <a:cubicBezTo>
                    <a:pt x="59319" y="1849"/>
                    <a:pt x="59319" y="-103"/>
                    <a:pt x="58192" y="-28"/>
                  </a:cubicBezTo>
                  <a:close/>
                </a:path>
              </a:pathLst>
            </a:custGeom>
            <a:solidFill>
              <a:srgbClr val="D9D9D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3" name="Content Placeholder 4">
              <a:extLst>
                <a:ext uri="{FF2B5EF4-FFF2-40B4-BE49-F238E27FC236}">
                  <a16:creationId xmlns:a16="http://schemas.microsoft.com/office/drawing/2014/main" id="{DDFAD928-4DF6-73DB-3107-3B9C1C684C7A}"/>
                </a:ext>
              </a:extLst>
            </p:cNvPr>
            <p:cNvSpPr/>
            <p:nvPr/>
          </p:nvSpPr>
          <p:spPr>
            <a:xfrm>
              <a:off x="8928136" y="3850023"/>
              <a:ext cx="14560" cy="20169"/>
            </a:xfrm>
            <a:custGeom>
              <a:avLst/>
              <a:gdLst>
                <a:gd name="connsiteX0" fmla="*/ 13761 w 14560"/>
                <a:gd name="connsiteY0" fmla="*/ -30 h 20169"/>
                <a:gd name="connsiteX1" fmla="*/ 2046 w 14560"/>
                <a:gd name="connsiteY1" fmla="*/ 421 h 20169"/>
                <a:gd name="connsiteX2" fmla="*/ 1445 w 14560"/>
                <a:gd name="connsiteY2" fmla="*/ 1096 h 20169"/>
                <a:gd name="connsiteX3" fmla="*/ 341 w 14560"/>
                <a:gd name="connsiteY3" fmla="*/ 1735 h 20169"/>
                <a:gd name="connsiteX4" fmla="*/ 318 w 14560"/>
                <a:gd name="connsiteY4" fmla="*/ 2073 h 20169"/>
                <a:gd name="connsiteX5" fmla="*/ 844 w 14560"/>
                <a:gd name="connsiteY5" fmla="*/ 17765 h 20169"/>
                <a:gd name="connsiteX6" fmla="*/ 844 w 14560"/>
                <a:gd name="connsiteY6" fmla="*/ 19943 h 20169"/>
                <a:gd name="connsiteX7" fmla="*/ 10307 w 14560"/>
                <a:gd name="connsiteY7" fmla="*/ 19943 h 20169"/>
                <a:gd name="connsiteX8" fmla="*/ 10307 w 14560"/>
                <a:gd name="connsiteY8" fmla="*/ 19117 h 20169"/>
                <a:gd name="connsiteX9" fmla="*/ 1971 w 14560"/>
                <a:gd name="connsiteY9" fmla="*/ 17765 h 20169"/>
                <a:gd name="connsiteX10" fmla="*/ 1971 w 14560"/>
                <a:gd name="connsiteY10" fmla="*/ 1997 h 20169"/>
                <a:gd name="connsiteX11" fmla="*/ 1971 w 14560"/>
                <a:gd name="connsiteY11" fmla="*/ 1997 h 20169"/>
                <a:gd name="connsiteX12" fmla="*/ 13611 w 14560"/>
                <a:gd name="connsiteY12" fmla="*/ 1997 h 20169"/>
                <a:gd name="connsiteX13" fmla="*/ 13761 w 14560"/>
                <a:gd name="connsiteY13" fmla="*/ -30 h 20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560" h="20169">
                  <a:moveTo>
                    <a:pt x="13761" y="-30"/>
                  </a:moveTo>
                  <a:cubicBezTo>
                    <a:pt x="9856" y="-30"/>
                    <a:pt x="6251" y="496"/>
                    <a:pt x="2046" y="421"/>
                  </a:cubicBezTo>
                  <a:cubicBezTo>
                    <a:pt x="1700" y="458"/>
                    <a:pt x="1445" y="751"/>
                    <a:pt x="1445" y="1096"/>
                  </a:cubicBezTo>
                  <a:cubicBezTo>
                    <a:pt x="964" y="969"/>
                    <a:pt x="468" y="1254"/>
                    <a:pt x="341" y="1735"/>
                  </a:cubicBezTo>
                  <a:cubicBezTo>
                    <a:pt x="311" y="1847"/>
                    <a:pt x="303" y="1960"/>
                    <a:pt x="318" y="2073"/>
                  </a:cubicBezTo>
                  <a:cubicBezTo>
                    <a:pt x="866" y="7283"/>
                    <a:pt x="1047" y="12532"/>
                    <a:pt x="844" y="17765"/>
                  </a:cubicBezTo>
                  <a:cubicBezTo>
                    <a:pt x="-358" y="17765"/>
                    <a:pt x="-282" y="19792"/>
                    <a:pt x="844" y="19943"/>
                  </a:cubicBezTo>
                  <a:cubicBezTo>
                    <a:pt x="3991" y="20206"/>
                    <a:pt x="7160" y="20206"/>
                    <a:pt x="10307" y="19943"/>
                  </a:cubicBezTo>
                  <a:cubicBezTo>
                    <a:pt x="10682" y="19943"/>
                    <a:pt x="10832" y="19192"/>
                    <a:pt x="10307" y="19117"/>
                  </a:cubicBezTo>
                  <a:cubicBezTo>
                    <a:pt x="7603" y="18666"/>
                    <a:pt x="4749" y="17991"/>
                    <a:pt x="1971" y="17765"/>
                  </a:cubicBezTo>
                  <a:cubicBezTo>
                    <a:pt x="2421" y="12517"/>
                    <a:pt x="2421" y="7246"/>
                    <a:pt x="1971" y="1997"/>
                  </a:cubicBezTo>
                  <a:lnTo>
                    <a:pt x="1971" y="1997"/>
                  </a:lnTo>
                  <a:cubicBezTo>
                    <a:pt x="5801" y="1997"/>
                    <a:pt x="9481" y="1997"/>
                    <a:pt x="13611" y="1997"/>
                  </a:cubicBezTo>
                  <a:cubicBezTo>
                    <a:pt x="14812" y="2073"/>
                    <a:pt x="14812" y="-30"/>
                    <a:pt x="13761" y="-30"/>
                  </a:cubicBezTo>
                  <a:close/>
                </a:path>
              </a:pathLst>
            </a:custGeom>
            <a:solidFill>
              <a:srgbClr val="D9D9D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4" name="Content Placeholder 4">
              <a:extLst>
                <a:ext uri="{FF2B5EF4-FFF2-40B4-BE49-F238E27FC236}">
                  <a16:creationId xmlns:a16="http://schemas.microsoft.com/office/drawing/2014/main" id="{B14440BA-A966-369C-7F62-C7C372CEE684}"/>
                </a:ext>
              </a:extLst>
            </p:cNvPr>
            <p:cNvSpPr/>
            <p:nvPr/>
          </p:nvSpPr>
          <p:spPr>
            <a:xfrm>
              <a:off x="8941542" y="3852125"/>
              <a:ext cx="1285" cy="16743"/>
            </a:xfrm>
            <a:custGeom>
              <a:avLst/>
              <a:gdLst>
                <a:gd name="connsiteX0" fmla="*/ 805 w 1285"/>
                <a:gd name="connsiteY0" fmla="*/ -30 h 16743"/>
                <a:gd name="connsiteX1" fmla="*/ 204 w 1285"/>
                <a:gd name="connsiteY1" fmla="*/ -30 h 16743"/>
                <a:gd name="connsiteX2" fmla="*/ 204 w 1285"/>
                <a:gd name="connsiteY2" fmla="*/ 16189 h 16743"/>
                <a:gd name="connsiteX3" fmla="*/ 730 w 1285"/>
                <a:gd name="connsiteY3" fmla="*/ 16714 h 16743"/>
                <a:gd name="connsiteX4" fmla="*/ 1256 w 1285"/>
                <a:gd name="connsiteY4" fmla="*/ 16189 h 16743"/>
                <a:gd name="connsiteX5" fmla="*/ 805 w 1285"/>
                <a:gd name="connsiteY5" fmla="*/ -30 h 16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5" h="16743">
                  <a:moveTo>
                    <a:pt x="805" y="-30"/>
                  </a:moveTo>
                  <a:lnTo>
                    <a:pt x="204" y="-30"/>
                  </a:lnTo>
                  <a:cubicBezTo>
                    <a:pt x="204" y="5376"/>
                    <a:pt x="-321" y="10782"/>
                    <a:pt x="204" y="16189"/>
                  </a:cubicBezTo>
                  <a:cubicBezTo>
                    <a:pt x="204" y="16481"/>
                    <a:pt x="437" y="16714"/>
                    <a:pt x="730" y="16714"/>
                  </a:cubicBezTo>
                  <a:cubicBezTo>
                    <a:pt x="1023" y="16714"/>
                    <a:pt x="1256" y="16481"/>
                    <a:pt x="1256" y="16189"/>
                  </a:cubicBezTo>
                  <a:cubicBezTo>
                    <a:pt x="805" y="11083"/>
                    <a:pt x="655" y="5677"/>
                    <a:pt x="805" y="-30"/>
                  </a:cubicBezTo>
                  <a:close/>
                </a:path>
              </a:pathLst>
            </a:custGeom>
            <a:solidFill>
              <a:srgbClr val="D9D9D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765" name="Group 1764">
            <a:extLst>
              <a:ext uri="{FF2B5EF4-FFF2-40B4-BE49-F238E27FC236}">
                <a16:creationId xmlns:a16="http://schemas.microsoft.com/office/drawing/2014/main" id="{63CBA6ED-E5DA-F8B5-B241-EF59A530EA23}"/>
              </a:ext>
            </a:extLst>
          </p:cNvPr>
          <p:cNvGrpSpPr/>
          <p:nvPr userDrawn="1"/>
        </p:nvGrpSpPr>
        <p:grpSpPr>
          <a:xfrm>
            <a:off x="9400547" y="1941067"/>
            <a:ext cx="388448" cy="843319"/>
            <a:chOff x="10744267" y="1561819"/>
            <a:chExt cx="388448" cy="843319"/>
          </a:xfrm>
        </p:grpSpPr>
        <p:sp>
          <p:nvSpPr>
            <p:cNvPr id="1766" name="Content Placeholder 4">
              <a:extLst>
                <a:ext uri="{FF2B5EF4-FFF2-40B4-BE49-F238E27FC236}">
                  <a16:creationId xmlns:a16="http://schemas.microsoft.com/office/drawing/2014/main" id="{99DE7E14-B625-B605-1692-D2D9E84D03AE}"/>
                </a:ext>
              </a:extLst>
            </p:cNvPr>
            <p:cNvSpPr/>
            <p:nvPr/>
          </p:nvSpPr>
          <p:spPr>
            <a:xfrm>
              <a:off x="10778722" y="2374910"/>
              <a:ext cx="353993" cy="30228"/>
            </a:xfrm>
            <a:custGeom>
              <a:avLst/>
              <a:gdLst>
                <a:gd name="connsiteX0" fmla="*/ 213778 w 353993"/>
                <a:gd name="connsiteY0" fmla="*/ 28430 h 30228"/>
                <a:gd name="connsiteX1" fmla="*/ 295036 w 353993"/>
                <a:gd name="connsiteY1" fmla="*/ 26403 h 30228"/>
                <a:gd name="connsiteX2" fmla="*/ 346780 w 353993"/>
                <a:gd name="connsiteY2" fmla="*/ 15065 h 30228"/>
                <a:gd name="connsiteX3" fmla="*/ 353839 w 353993"/>
                <a:gd name="connsiteY3" fmla="*/ 5529 h 30228"/>
                <a:gd name="connsiteX4" fmla="*/ 341673 w 353993"/>
                <a:gd name="connsiteY4" fmla="*/ -27 h 30228"/>
                <a:gd name="connsiteX5" fmla="*/ 104207 w 353993"/>
                <a:gd name="connsiteY5" fmla="*/ 4102 h 30228"/>
                <a:gd name="connsiteX6" fmla="*/ 44127 w 353993"/>
                <a:gd name="connsiteY6" fmla="*/ 6730 h 30228"/>
                <a:gd name="connsiteX7" fmla="*/ 43 w 353993"/>
                <a:gd name="connsiteY7" fmla="*/ 13338 h 30228"/>
                <a:gd name="connsiteX8" fmla="*/ 23926 w 353993"/>
                <a:gd name="connsiteY8" fmla="*/ 29031 h 30228"/>
                <a:gd name="connsiteX9" fmla="*/ 80100 w 353993"/>
                <a:gd name="connsiteY9" fmla="*/ 29031 h 30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3993" h="30228">
                  <a:moveTo>
                    <a:pt x="213778" y="28430"/>
                  </a:moveTo>
                  <a:cubicBezTo>
                    <a:pt x="240814" y="28430"/>
                    <a:pt x="268000" y="28430"/>
                    <a:pt x="295036" y="26403"/>
                  </a:cubicBezTo>
                  <a:cubicBezTo>
                    <a:pt x="312910" y="26237"/>
                    <a:pt x="330483" y="22378"/>
                    <a:pt x="346780" y="15065"/>
                  </a:cubicBezTo>
                  <a:cubicBezTo>
                    <a:pt x="350610" y="13113"/>
                    <a:pt x="354740" y="9659"/>
                    <a:pt x="353839" y="5529"/>
                  </a:cubicBezTo>
                  <a:cubicBezTo>
                    <a:pt x="352938" y="1400"/>
                    <a:pt x="346329" y="-102"/>
                    <a:pt x="341673" y="-27"/>
                  </a:cubicBezTo>
                  <a:cubicBezTo>
                    <a:pt x="262518" y="2000"/>
                    <a:pt x="183363" y="1474"/>
                    <a:pt x="104207" y="4102"/>
                  </a:cubicBezTo>
                  <a:cubicBezTo>
                    <a:pt x="84156" y="4703"/>
                    <a:pt x="64179" y="5582"/>
                    <a:pt x="44127" y="6730"/>
                  </a:cubicBezTo>
                  <a:cubicBezTo>
                    <a:pt x="37293" y="6730"/>
                    <a:pt x="1471" y="5229"/>
                    <a:pt x="43" y="13338"/>
                  </a:cubicBezTo>
                  <a:cubicBezTo>
                    <a:pt x="-1383" y="21447"/>
                    <a:pt x="18593" y="28355"/>
                    <a:pt x="23926" y="29031"/>
                  </a:cubicBezTo>
                  <a:cubicBezTo>
                    <a:pt x="41875" y="31659"/>
                    <a:pt x="61926" y="29031"/>
                    <a:pt x="80100" y="29031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7" name="Content Placeholder 4">
              <a:extLst>
                <a:ext uri="{FF2B5EF4-FFF2-40B4-BE49-F238E27FC236}">
                  <a16:creationId xmlns:a16="http://schemas.microsoft.com/office/drawing/2014/main" id="{0291E370-D9D8-892D-EF03-2907CAAD8BD2}"/>
                </a:ext>
              </a:extLst>
            </p:cNvPr>
            <p:cNvSpPr/>
            <p:nvPr/>
          </p:nvSpPr>
          <p:spPr>
            <a:xfrm>
              <a:off x="10847911" y="2322921"/>
              <a:ext cx="16498" cy="21764"/>
            </a:xfrm>
            <a:custGeom>
              <a:avLst/>
              <a:gdLst>
                <a:gd name="connsiteX0" fmla="*/ 1599 w 16498"/>
                <a:gd name="connsiteY0" fmla="*/ 3307 h 21764"/>
                <a:gd name="connsiteX1" fmla="*/ 4753 w 16498"/>
                <a:gd name="connsiteY1" fmla="*/ -27 h 21764"/>
                <a:gd name="connsiteX2" fmla="*/ 6256 w 16498"/>
                <a:gd name="connsiteY2" fmla="*/ 303 h 21764"/>
                <a:gd name="connsiteX3" fmla="*/ 16469 w 16498"/>
                <a:gd name="connsiteY3" fmla="*/ 5184 h 21764"/>
                <a:gd name="connsiteX4" fmla="*/ 13239 w 16498"/>
                <a:gd name="connsiteY4" fmla="*/ 20651 h 21764"/>
                <a:gd name="connsiteX5" fmla="*/ 12789 w 16498"/>
                <a:gd name="connsiteY5" fmla="*/ 21627 h 21764"/>
                <a:gd name="connsiteX6" fmla="*/ 11663 w 16498"/>
                <a:gd name="connsiteY6" fmla="*/ 21627 h 21764"/>
                <a:gd name="connsiteX7" fmla="*/ 1750 w 16498"/>
                <a:gd name="connsiteY7" fmla="*/ 20952 h 21764"/>
                <a:gd name="connsiteX8" fmla="*/ 97 w 16498"/>
                <a:gd name="connsiteY8" fmla="*/ 20126 h 21764"/>
                <a:gd name="connsiteX9" fmla="*/ 97 w 16498"/>
                <a:gd name="connsiteY9" fmla="*/ 18774 h 21764"/>
                <a:gd name="connsiteX10" fmla="*/ 1599 w 16498"/>
                <a:gd name="connsiteY10" fmla="*/ 3307 h 21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498" h="21764">
                  <a:moveTo>
                    <a:pt x="1599" y="3307"/>
                  </a:moveTo>
                  <a:cubicBezTo>
                    <a:pt x="1524" y="1527"/>
                    <a:pt x="2951" y="33"/>
                    <a:pt x="4753" y="-27"/>
                  </a:cubicBezTo>
                  <a:cubicBezTo>
                    <a:pt x="5279" y="-50"/>
                    <a:pt x="5805" y="71"/>
                    <a:pt x="6256" y="303"/>
                  </a:cubicBezTo>
                  <a:cubicBezTo>
                    <a:pt x="10236" y="1204"/>
                    <a:pt x="16093" y="829"/>
                    <a:pt x="16469" y="5184"/>
                  </a:cubicBezTo>
                  <a:cubicBezTo>
                    <a:pt x="16093" y="10462"/>
                    <a:pt x="15042" y="15673"/>
                    <a:pt x="13239" y="20651"/>
                  </a:cubicBezTo>
                  <a:cubicBezTo>
                    <a:pt x="13239" y="21019"/>
                    <a:pt x="13090" y="21372"/>
                    <a:pt x="12789" y="21627"/>
                  </a:cubicBezTo>
                  <a:cubicBezTo>
                    <a:pt x="12413" y="21770"/>
                    <a:pt x="12038" y="21770"/>
                    <a:pt x="11663" y="21627"/>
                  </a:cubicBezTo>
                  <a:cubicBezTo>
                    <a:pt x="8359" y="21702"/>
                    <a:pt x="5054" y="21477"/>
                    <a:pt x="1750" y="20952"/>
                  </a:cubicBezTo>
                  <a:cubicBezTo>
                    <a:pt x="1148" y="20876"/>
                    <a:pt x="548" y="20584"/>
                    <a:pt x="97" y="20126"/>
                  </a:cubicBezTo>
                  <a:cubicBezTo>
                    <a:pt x="-53" y="19690"/>
                    <a:pt x="-53" y="19210"/>
                    <a:pt x="97" y="18774"/>
                  </a:cubicBezTo>
                  <a:cubicBezTo>
                    <a:pt x="-278" y="13571"/>
                    <a:pt x="172" y="8337"/>
                    <a:pt x="1599" y="3307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8" name="Content Placeholder 4">
              <a:extLst>
                <a:ext uri="{FF2B5EF4-FFF2-40B4-BE49-F238E27FC236}">
                  <a16:creationId xmlns:a16="http://schemas.microsoft.com/office/drawing/2014/main" id="{350C03B3-10FA-BC4B-DCCF-2B346535F3D8}"/>
                </a:ext>
              </a:extLst>
            </p:cNvPr>
            <p:cNvSpPr/>
            <p:nvPr/>
          </p:nvSpPr>
          <p:spPr>
            <a:xfrm>
              <a:off x="10982663" y="2301067"/>
              <a:ext cx="19085" cy="24365"/>
            </a:xfrm>
            <a:custGeom>
              <a:avLst/>
              <a:gdLst>
                <a:gd name="connsiteX0" fmla="*/ 224 w 19085"/>
                <a:gd name="connsiteY0" fmla="*/ 5789 h 24365"/>
                <a:gd name="connsiteX1" fmla="*/ 224 w 19085"/>
                <a:gd name="connsiteY1" fmla="*/ 5264 h 24365"/>
                <a:gd name="connsiteX2" fmla="*/ 8935 w 19085"/>
                <a:gd name="connsiteY2" fmla="*/ 83 h 24365"/>
                <a:gd name="connsiteX3" fmla="*/ 10588 w 19085"/>
                <a:gd name="connsiteY3" fmla="*/ 83 h 24365"/>
                <a:gd name="connsiteX4" fmla="*/ 12466 w 19085"/>
                <a:gd name="connsiteY4" fmla="*/ 2035 h 24365"/>
                <a:gd name="connsiteX5" fmla="*/ 15845 w 19085"/>
                <a:gd name="connsiteY5" fmla="*/ 8868 h 24365"/>
                <a:gd name="connsiteX6" fmla="*/ 18774 w 19085"/>
                <a:gd name="connsiteY6" fmla="*/ 16376 h 24365"/>
                <a:gd name="connsiteX7" fmla="*/ 18774 w 19085"/>
                <a:gd name="connsiteY7" fmla="*/ 18929 h 24365"/>
                <a:gd name="connsiteX8" fmla="*/ 17122 w 19085"/>
                <a:gd name="connsiteY8" fmla="*/ 20205 h 24365"/>
                <a:gd name="connsiteX9" fmla="*/ 4881 w 19085"/>
                <a:gd name="connsiteY9" fmla="*/ 23059 h 24365"/>
                <a:gd name="connsiteX10" fmla="*/ -1 w 19085"/>
                <a:gd name="connsiteY10" fmla="*/ 6990 h 24365"/>
                <a:gd name="connsiteX11" fmla="*/ 224 w 19085"/>
                <a:gd name="connsiteY11" fmla="*/ 5789 h 24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085" h="24365">
                  <a:moveTo>
                    <a:pt x="224" y="5789"/>
                  </a:moveTo>
                  <a:cubicBezTo>
                    <a:pt x="224" y="5617"/>
                    <a:pt x="224" y="5436"/>
                    <a:pt x="224" y="5264"/>
                  </a:cubicBezTo>
                  <a:cubicBezTo>
                    <a:pt x="2853" y="3101"/>
                    <a:pt x="5782" y="1352"/>
                    <a:pt x="8935" y="83"/>
                  </a:cubicBezTo>
                  <a:cubicBezTo>
                    <a:pt x="9462" y="-67"/>
                    <a:pt x="10062" y="-67"/>
                    <a:pt x="10588" y="83"/>
                  </a:cubicBezTo>
                  <a:cubicBezTo>
                    <a:pt x="11489" y="83"/>
                    <a:pt x="12015" y="1209"/>
                    <a:pt x="12466" y="2035"/>
                  </a:cubicBezTo>
                  <a:lnTo>
                    <a:pt x="15845" y="8868"/>
                  </a:lnTo>
                  <a:cubicBezTo>
                    <a:pt x="17197" y="11225"/>
                    <a:pt x="18173" y="13748"/>
                    <a:pt x="18774" y="16376"/>
                  </a:cubicBezTo>
                  <a:cubicBezTo>
                    <a:pt x="19150" y="17187"/>
                    <a:pt x="19150" y="18118"/>
                    <a:pt x="18774" y="18929"/>
                  </a:cubicBezTo>
                  <a:cubicBezTo>
                    <a:pt x="18323" y="19500"/>
                    <a:pt x="17798" y="19935"/>
                    <a:pt x="17122" y="20205"/>
                  </a:cubicBezTo>
                  <a:cubicBezTo>
                    <a:pt x="13667" y="21857"/>
                    <a:pt x="7885" y="26588"/>
                    <a:pt x="4881" y="23059"/>
                  </a:cubicBezTo>
                  <a:cubicBezTo>
                    <a:pt x="2177" y="18096"/>
                    <a:pt x="524" y="12622"/>
                    <a:pt x="-1" y="6990"/>
                  </a:cubicBezTo>
                  <a:cubicBezTo>
                    <a:pt x="-76" y="6578"/>
                    <a:pt x="-1" y="6142"/>
                    <a:pt x="224" y="5789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9" name="Content Placeholder 4">
              <a:extLst>
                <a:ext uri="{FF2B5EF4-FFF2-40B4-BE49-F238E27FC236}">
                  <a16:creationId xmlns:a16="http://schemas.microsoft.com/office/drawing/2014/main" id="{FA0AEAE9-8583-B493-EFFE-716B91337760}"/>
                </a:ext>
              </a:extLst>
            </p:cNvPr>
            <p:cNvSpPr/>
            <p:nvPr/>
          </p:nvSpPr>
          <p:spPr>
            <a:xfrm>
              <a:off x="10907441" y="1984227"/>
              <a:ext cx="95902" cy="329296"/>
            </a:xfrm>
            <a:custGeom>
              <a:avLst/>
              <a:gdLst>
                <a:gd name="connsiteX0" fmla="*/ 72518 w 95902"/>
                <a:gd name="connsiteY0" fmla="*/ 329161 h 329296"/>
                <a:gd name="connsiteX1" fmla="*/ 95874 w 95902"/>
                <a:gd name="connsiteY1" fmla="*/ 322404 h 329296"/>
                <a:gd name="connsiteX2" fmla="*/ 61403 w 95902"/>
                <a:gd name="connsiteY2" fmla="*/ 234405 h 329296"/>
                <a:gd name="connsiteX3" fmla="*/ 52015 w 95902"/>
                <a:gd name="connsiteY3" fmla="*/ 205948 h 329296"/>
                <a:gd name="connsiteX4" fmla="*/ 48861 w 95902"/>
                <a:gd name="connsiteY4" fmla="*/ 168405 h 329296"/>
                <a:gd name="connsiteX5" fmla="*/ 45932 w 95902"/>
                <a:gd name="connsiteY5" fmla="*/ 22816 h 329296"/>
                <a:gd name="connsiteX6" fmla="*/ 44205 w 95902"/>
                <a:gd name="connsiteY6" fmla="*/ 10878 h 329296"/>
                <a:gd name="connsiteX7" fmla="*/ 16268 w 95902"/>
                <a:gd name="connsiteY7" fmla="*/ 141 h 329296"/>
                <a:gd name="connsiteX8" fmla="*/ 9659 w 95902"/>
                <a:gd name="connsiteY8" fmla="*/ 2318 h 329296"/>
                <a:gd name="connsiteX9" fmla="*/ 7481 w 95902"/>
                <a:gd name="connsiteY9" fmla="*/ 10578 h 329296"/>
                <a:gd name="connsiteX10" fmla="*/ -29 w 95902"/>
                <a:gd name="connsiteY10" fmla="*/ 52625 h 329296"/>
                <a:gd name="connsiteX11" fmla="*/ 6204 w 95902"/>
                <a:gd name="connsiteY11" fmla="*/ 165777 h 329296"/>
                <a:gd name="connsiteX12" fmla="*/ 27833 w 95902"/>
                <a:gd name="connsiteY12" fmla="*/ 233353 h 329296"/>
                <a:gd name="connsiteX13" fmla="*/ 72518 w 95902"/>
                <a:gd name="connsiteY13" fmla="*/ 329161 h 329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5902" h="329296">
                  <a:moveTo>
                    <a:pt x="72518" y="329161"/>
                  </a:moveTo>
                  <a:cubicBezTo>
                    <a:pt x="80854" y="329815"/>
                    <a:pt x="89190" y="327412"/>
                    <a:pt x="95874" y="322404"/>
                  </a:cubicBezTo>
                  <a:lnTo>
                    <a:pt x="61403" y="234405"/>
                  </a:lnTo>
                  <a:cubicBezTo>
                    <a:pt x="57498" y="225184"/>
                    <a:pt x="54418" y="215671"/>
                    <a:pt x="52015" y="205948"/>
                  </a:cubicBezTo>
                  <a:cubicBezTo>
                    <a:pt x="49762" y="193566"/>
                    <a:pt x="48711" y="180990"/>
                    <a:pt x="48861" y="168405"/>
                  </a:cubicBezTo>
                  <a:lnTo>
                    <a:pt x="45932" y="22816"/>
                  </a:lnTo>
                  <a:cubicBezTo>
                    <a:pt x="46082" y="18762"/>
                    <a:pt x="45482" y="14715"/>
                    <a:pt x="44205" y="10878"/>
                  </a:cubicBezTo>
                  <a:cubicBezTo>
                    <a:pt x="39774" y="366"/>
                    <a:pt x="26782" y="-535"/>
                    <a:pt x="16268" y="141"/>
                  </a:cubicBezTo>
                  <a:cubicBezTo>
                    <a:pt x="13864" y="43"/>
                    <a:pt x="11536" y="817"/>
                    <a:pt x="9659" y="2318"/>
                  </a:cubicBezTo>
                  <a:cubicBezTo>
                    <a:pt x="7932" y="4721"/>
                    <a:pt x="7180" y="7649"/>
                    <a:pt x="7481" y="10578"/>
                  </a:cubicBezTo>
                  <a:cubicBezTo>
                    <a:pt x="6429" y="48871"/>
                    <a:pt x="872" y="14332"/>
                    <a:pt x="-29" y="52625"/>
                  </a:cubicBezTo>
                  <a:cubicBezTo>
                    <a:pt x="-29" y="66065"/>
                    <a:pt x="3801" y="152563"/>
                    <a:pt x="6204" y="165777"/>
                  </a:cubicBezTo>
                  <a:cubicBezTo>
                    <a:pt x="9659" y="189331"/>
                    <a:pt x="17019" y="212150"/>
                    <a:pt x="27833" y="233353"/>
                  </a:cubicBezTo>
                  <a:cubicBezTo>
                    <a:pt x="44880" y="264589"/>
                    <a:pt x="55620" y="292595"/>
                    <a:pt x="72518" y="32916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0" name="Content Placeholder 4">
              <a:extLst>
                <a:ext uri="{FF2B5EF4-FFF2-40B4-BE49-F238E27FC236}">
                  <a16:creationId xmlns:a16="http://schemas.microsoft.com/office/drawing/2014/main" id="{AA17E767-99FE-27DF-2F0D-FC9CD5365543}"/>
                </a:ext>
              </a:extLst>
            </p:cNvPr>
            <p:cNvSpPr/>
            <p:nvPr/>
          </p:nvSpPr>
          <p:spPr>
            <a:xfrm>
              <a:off x="10843359" y="2009554"/>
              <a:ext cx="58363" cy="320983"/>
            </a:xfrm>
            <a:custGeom>
              <a:avLst/>
              <a:gdLst>
                <a:gd name="connsiteX0" fmla="*/ 46404 w 58363"/>
                <a:gd name="connsiteY0" fmla="*/ 6500 h 320983"/>
                <a:gd name="connsiteX1" fmla="*/ 2695 w 58363"/>
                <a:gd name="connsiteY1" fmla="*/ 868 h 320983"/>
                <a:gd name="connsiteX2" fmla="*/ 5325 w 58363"/>
                <a:gd name="connsiteY2" fmla="*/ 3196 h 320983"/>
                <a:gd name="connsiteX3" fmla="*/ 4873 w 58363"/>
                <a:gd name="connsiteY3" fmla="*/ 224095 h 320983"/>
                <a:gd name="connsiteX4" fmla="*/ 4198 w 58363"/>
                <a:gd name="connsiteY4" fmla="*/ 319152 h 320983"/>
                <a:gd name="connsiteX5" fmla="*/ 22147 w 58363"/>
                <a:gd name="connsiteY5" fmla="*/ 320954 h 320983"/>
                <a:gd name="connsiteX6" fmla="*/ 57744 w 58363"/>
                <a:gd name="connsiteY6" fmla="*/ 24370 h 320983"/>
                <a:gd name="connsiteX7" fmla="*/ 55566 w 58363"/>
                <a:gd name="connsiteY7" fmla="*/ 10104 h 320983"/>
                <a:gd name="connsiteX8" fmla="*/ 46404 w 58363"/>
                <a:gd name="connsiteY8" fmla="*/ 6500 h 320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363" h="320983">
                  <a:moveTo>
                    <a:pt x="46404" y="6500"/>
                  </a:moveTo>
                  <a:lnTo>
                    <a:pt x="2695" y="868"/>
                  </a:lnTo>
                  <a:cubicBezTo>
                    <a:pt x="2020" y="-1309"/>
                    <a:pt x="5624" y="868"/>
                    <a:pt x="5325" y="3196"/>
                  </a:cubicBezTo>
                  <a:cubicBezTo>
                    <a:pt x="-1660" y="76659"/>
                    <a:pt x="-1811" y="150610"/>
                    <a:pt x="4873" y="224095"/>
                  </a:cubicBezTo>
                  <a:cubicBezTo>
                    <a:pt x="7351" y="255743"/>
                    <a:pt x="7127" y="287541"/>
                    <a:pt x="4198" y="319152"/>
                  </a:cubicBezTo>
                  <a:lnTo>
                    <a:pt x="22147" y="320954"/>
                  </a:lnTo>
                  <a:lnTo>
                    <a:pt x="57744" y="24370"/>
                  </a:lnTo>
                  <a:cubicBezTo>
                    <a:pt x="59020" y="19519"/>
                    <a:pt x="58194" y="14361"/>
                    <a:pt x="55566" y="10104"/>
                  </a:cubicBezTo>
                  <a:cubicBezTo>
                    <a:pt x="53088" y="7829"/>
                    <a:pt x="49783" y="6552"/>
                    <a:pt x="46404" y="650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1" name="Content Placeholder 4">
              <a:extLst>
                <a:ext uri="{FF2B5EF4-FFF2-40B4-BE49-F238E27FC236}">
                  <a16:creationId xmlns:a16="http://schemas.microsoft.com/office/drawing/2014/main" id="{3223D7B7-21CE-5842-AC9A-E6983686D26F}"/>
                </a:ext>
              </a:extLst>
            </p:cNvPr>
            <p:cNvSpPr/>
            <p:nvPr/>
          </p:nvSpPr>
          <p:spPr>
            <a:xfrm>
              <a:off x="10785001" y="2336469"/>
              <a:ext cx="86692" cy="61048"/>
            </a:xfrm>
            <a:custGeom>
              <a:avLst/>
              <a:gdLst>
                <a:gd name="connsiteX0" fmla="*/ -2 w 86692"/>
                <a:gd name="connsiteY0" fmla="*/ 55382 h 61048"/>
                <a:gd name="connsiteX1" fmla="*/ 1726 w 86692"/>
                <a:gd name="connsiteY1" fmla="*/ 44120 h 61048"/>
                <a:gd name="connsiteX2" fmla="*/ 3753 w 86692"/>
                <a:gd name="connsiteY2" fmla="*/ 38939 h 61048"/>
                <a:gd name="connsiteX3" fmla="*/ 11262 w 86692"/>
                <a:gd name="connsiteY3" fmla="*/ 36236 h 61048"/>
                <a:gd name="connsiteX4" fmla="*/ 36646 w 86692"/>
                <a:gd name="connsiteY4" fmla="*/ 33683 h 61048"/>
                <a:gd name="connsiteX5" fmla="*/ 46935 w 86692"/>
                <a:gd name="connsiteY5" fmla="*/ 27751 h 61048"/>
                <a:gd name="connsiteX6" fmla="*/ 50690 w 86692"/>
                <a:gd name="connsiteY6" fmla="*/ 18065 h 61048"/>
                <a:gd name="connsiteX7" fmla="*/ 54971 w 86692"/>
                <a:gd name="connsiteY7" fmla="*/ -30 h 61048"/>
                <a:gd name="connsiteX8" fmla="*/ 73821 w 86692"/>
                <a:gd name="connsiteY8" fmla="*/ 2974 h 61048"/>
                <a:gd name="connsiteX9" fmla="*/ 86663 w 86692"/>
                <a:gd name="connsiteY9" fmla="*/ 7704 h 61048"/>
                <a:gd name="connsiteX10" fmla="*/ 84260 w 86692"/>
                <a:gd name="connsiteY10" fmla="*/ 41792 h 61048"/>
                <a:gd name="connsiteX11" fmla="*/ 84260 w 86692"/>
                <a:gd name="connsiteY11" fmla="*/ 57560 h 61048"/>
                <a:gd name="connsiteX12" fmla="*/ 83809 w 86692"/>
                <a:gd name="connsiteY12" fmla="*/ 59437 h 61048"/>
                <a:gd name="connsiteX13" fmla="*/ 80054 w 86692"/>
                <a:gd name="connsiteY13" fmla="*/ 61014 h 61048"/>
                <a:gd name="connsiteX14" fmla="*/ 75097 w 86692"/>
                <a:gd name="connsiteY14" fmla="*/ 59737 h 61048"/>
                <a:gd name="connsiteX15" fmla="*/ 73521 w 86692"/>
                <a:gd name="connsiteY15" fmla="*/ 52229 h 61048"/>
                <a:gd name="connsiteX16" fmla="*/ 68864 w 86692"/>
                <a:gd name="connsiteY16" fmla="*/ 52672 h 61048"/>
                <a:gd name="connsiteX17" fmla="*/ 68864 w 86692"/>
                <a:gd name="connsiteY17" fmla="*/ 52680 h 61048"/>
                <a:gd name="connsiteX18" fmla="*/ 67212 w 86692"/>
                <a:gd name="connsiteY18" fmla="*/ 57635 h 61048"/>
                <a:gd name="connsiteX19" fmla="*/ 66761 w 86692"/>
                <a:gd name="connsiteY19" fmla="*/ 59212 h 61048"/>
                <a:gd name="connsiteX20" fmla="*/ 65636 w 86692"/>
                <a:gd name="connsiteY20" fmla="*/ 59737 h 61048"/>
                <a:gd name="connsiteX21" fmla="*/ 42579 w 86692"/>
                <a:gd name="connsiteY21" fmla="*/ 58461 h 61048"/>
                <a:gd name="connsiteX22" fmla="*/ 7883 w 86692"/>
                <a:gd name="connsiteY22" fmla="*/ 59812 h 61048"/>
                <a:gd name="connsiteX23" fmla="*/ 3678 w 86692"/>
                <a:gd name="connsiteY23" fmla="*/ 60263 h 61048"/>
                <a:gd name="connsiteX24" fmla="*/ 298 w 86692"/>
                <a:gd name="connsiteY24" fmla="*/ 58086 h 61048"/>
                <a:gd name="connsiteX25" fmla="*/ -2 w 86692"/>
                <a:gd name="connsiteY25" fmla="*/ 55382 h 61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6692" h="61048">
                  <a:moveTo>
                    <a:pt x="-2" y="55382"/>
                  </a:moveTo>
                  <a:cubicBezTo>
                    <a:pt x="524" y="51628"/>
                    <a:pt x="1049" y="47874"/>
                    <a:pt x="1726" y="44120"/>
                  </a:cubicBezTo>
                  <a:cubicBezTo>
                    <a:pt x="1950" y="42243"/>
                    <a:pt x="2627" y="40456"/>
                    <a:pt x="3753" y="38939"/>
                  </a:cubicBezTo>
                  <a:cubicBezTo>
                    <a:pt x="5780" y="37069"/>
                    <a:pt x="8484" y="36101"/>
                    <a:pt x="11262" y="36236"/>
                  </a:cubicBezTo>
                  <a:cubicBezTo>
                    <a:pt x="19749" y="36176"/>
                    <a:pt x="28310" y="35327"/>
                    <a:pt x="36646" y="33683"/>
                  </a:cubicBezTo>
                  <a:cubicBezTo>
                    <a:pt x="40627" y="32857"/>
                    <a:pt x="44231" y="30777"/>
                    <a:pt x="46935" y="27751"/>
                  </a:cubicBezTo>
                  <a:cubicBezTo>
                    <a:pt x="48888" y="24831"/>
                    <a:pt x="50165" y="21527"/>
                    <a:pt x="50690" y="18065"/>
                  </a:cubicBezTo>
                  <a:lnTo>
                    <a:pt x="54971" y="-30"/>
                  </a:lnTo>
                  <a:cubicBezTo>
                    <a:pt x="61129" y="1622"/>
                    <a:pt x="67438" y="2628"/>
                    <a:pt x="73821" y="2974"/>
                  </a:cubicBezTo>
                  <a:cubicBezTo>
                    <a:pt x="79003" y="2974"/>
                    <a:pt x="86063" y="421"/>
                    <a:pt x="86663" y="7704"/>
                  </a:cubicBezTo>
                  <a:cubicBezTo>
                    <a:pt x="86438" y="19102"/>
                    <a:pt x="85687" y="30477"/>
                    <a:pt x="84260" y="41792"/>
                  </a:cubicBezTo>
                  <a:cubicBezTo>
                    <a:pt x="84260" y="47048"/>
                    <a:pt x="84260" y="52304"/>
                    <a:pt x="84260" y="57560"/>
                  </a:cubicBezTo>
                  <a:cubicBezTo>
                    <a:pt x="84260" y="58213"/>
                    <a:pt x="84110" y="58859"/>
                    <a:pt x="83809" y="59437"/>
                  </a:cubicBezTo>
                  <a:cubicBezTo>
                    <a:pt x="82833" y="60503"/>
                    <a:pt x="81482" y="61081"/>
                    <a:pt x="80054" y="61014"/>
                  </a:cubicBezTo>
                  <a:cubicBezTo>
                    <a:pt x="78252" y="61014"/>
                    <a:pt x="76149" y="61014"/>
                    <a:pt x="75097" y="59737"/>
                  </a:cubicBezTo>
                  <a:cubicBezTo>
                    <a:pt x="74047" y="58461"/>
                    <a:pt x="75097" y="54331"/>
                    <a:pt x="73521" y="52229"/>
                  </a:cubicBezTo>
                  <a:cubicBezTo>
                    <a:pt x="72094" y="51065"/>
                    <a:pt x="70066" y="51268"/>
                    <a:pt x="68864" y="52672"/>
                  </a:cubicBezTo>
                  <a:cubicBezTo>
                    <a:pt x="68864" y="52680"/>
                    <a:pt x="68864" y="52680"/>
                    <a:pt x="68864" y="52680"/>
                  </a:cubicBezTo>
                  <a:cubicBezTo>
                    <a:pt x="67813" y="54099"/>
                    <a:pt x="67212" y="55848"/>
                    <a:pt x="67212" y="57635"/>
                  </a:cubicBezTo>
                  <a:cubicBezTo>
                    <a:pt x="67288" y="58198"/>
                    <a:pt x="67062" y="58761"/>
                    <a:pt x="66761" y="59212"/>
                  </a:cubicBezTo>
                  <a:cubicBezTo>
                    <a:pt x="66462" y="59490"/>
                    <a:pt x="66086" y="59670"/>
                    <a:pt x="65636" y="59737"/>
                  </a:cubicBezTo>
                  <a:cubicBezTo>
                    <a:pt x="57900" y="60736"/>
                    <a:pt x="50089" y="60300"/>
                    <a:pt x="42579" y="58461"/>
                  </a:cubicBezTo>
                  <a:cubicBezTo>
                    <a:pt x="31014" y="56809"/>
                    <a:pt x="19299" y="57267"/>
                    <a:pt x="7883" y="59812"/>
                  </a:cubicBezTo>
                  <a:cubicBezTo>
                    <a:pt x="6532" y="60188"/>
                    <a:pt x="5105" y="60338"/>
                    <a:pt x="3678" y="60263"/>
                  </a:cubicBezTo>
                  <a:cubicBezTo>
                    <a:pt x="2251" y="60158"/>
                    <a:pt x="974" y="59339"/>
                    <a:pt x="298" y="58086"/>
                  </a:cubicBezTo>
                  <a:cubicBezTo>
                    <a:pt x="-2" y="57215"/>
                    <a:pt x="-77" y="56291"/>
                    <a:pt x="-2" y="55382"/>
                  </a:cubicBezTo>
                  <a:close/>
                </a:path>
              </a:pathLst>
            </a:custGeom>
            <a:solidFill>
              <a:srgbClr val="6C99B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2" name="Content Placeholder 4">
              <a:extLst>
                <a:ext uri="{FF2B5EF4-FFF2-40B4-BE49-F238E27FC236}">
                  <a16:creationId xmlns:a16="http://schemas.microsoft.com/office/drawing/2014/main" id="{5E0703BB-BDC4-4040-6149-4BBA0E6BFB24}"/>
                </a:ext>
              </a:extLst>
            </p:cNvPr>
            <p:cNvSpPr/>
            <p:nvPr/>
          </p:nvSpPr>
          <p:spPr>
            <a:xfrm>
              <a:off x="10953538" y="2309815"/>
              <a:ext cx="85365" cy="85683"/>
            </a:xfrm>
            <a:custGeom>
              <a:avLst/>
              <a:gdLst>
                <a:gd name="connsiteX0" fmla="*/ 3665 w 85365"/>
                <a:gd name="connsiteY0" fmla="*/ 63116 h 85683"/>
                <a:gd name="connsiteX1" fmla="*/ 18685 w 85365"/>
                <a:gd name="connsiteY1" fmla="*/ 53805 h 85683"/>
                <a:gd name="connsiteX2" fmla="*/ 26646 w 85365"/>
                <a:gd name="connsiteY2" fmla="*/ 52754 h 85683"/>
                <a:gd name="connsiteX3" fmla="*/ 31677 w 85365"/>
                <a:gd name="connsiteY3" fmla="*/ 38263 h 85683"/>
                <a:gd name="connsiteX4" fmla="*/ 24918 w 85365"/>
                <a:gd name="connsiteY4" fmla="*/ 23246 h 85683"/>
                <a:gd name="connsiteX5" fmla="*/ 24918 w 85365"/>
                <a:gd name="connsiteY5" fmla="*/ 14235 h 85683"/>
                <a:gd name="connsiteX6" fmla="*/ 34606 w 85365"/>
                <a:gd name="connsiteY6" fmla="*/ 10632 h 85683"/>
                <a:gd name="connsiteX7" fmla="*/ 50903 w 85365"/>
                <a:gd name="connsiteY7" fmla="*/ 3123 h 85683"/>
                <a:gd name="connsiteX8" fmla="*/ 57286 w 85365"/>
                <a:gd name="connsiteY8" fmla="*/ 120 h 85683"/>
                <a:gd name="connsiteX9" fmla="*/ 64121 w 85365"/>
                <a:gd name="connsiteY9" fmla="*/ 5000 h 85683"/>
                <a:gd name="connsiteX10" fmla="*/ 79141 w 85365"/>
                <a:gd name="connsiteY10" fmla="*/ 20392 h 85683"/>
                <a:gd name="connsiteX11" fmla="*/ 84322 w 85365"/>
                <a:gd name="connsiteY11" fmla="*/ 27075 h 85683"/>
                <a:gd name="connsiteX12" fmla="*/ 84322 w 85365"/>
                <a:gd name="connsiteY12" fmla="*/ 35259 h 85683"/>
                <a:gd name="connsiteX13" fmla="*/ 75010 w 85365"/>
                <a:gd name="connsiteY13" fmla="*/ 36791 h 85683"/>
                <a:gd name="connsiteX14" fmla="*/ 74484 w 85365"/>
                <a:gd name="connsiteY14" fmla="*/ 36385 h 85683"/>
                <a:gd name="connsiteX15" fmla="*/ 72006 w 85365"/>
                <a:gd name="connsiteY15" fmla="*/ 33607 h 85683"/>
                <a:gd name="connsiteX16" fmla="*/ 64871 w 85365"/>
                <a:gd name="connsiteY16" fmla="*/ 35237 h 85683"/>
                <a:gd name="connsiteX17" fmla="*/ 64496 w 85365"/>
                <a:gd name="connsiteY17" fmla="*/ 35935 h 85683"/>
                <a:gd name="connsiteX18" fmla="*/ 64496 w 85365"/>
                <a:gd name="connsiteY18" fmla="*/ 36911 h 85683"/>
                <a:gd name="connsiteX19" fmla="*/ 65697 w 85365"/>
                <a:gd name="connsiteY19" fmla="*/ 38488 h 85683"/>
                <a:gd name="connsiteX20" fmla="*/ 68702 w 85365"/>
                <a:gd name="connsiteY20" fmla="*/ 52979 h 85683"/>
                <a:gd name="connsiteX21" fmla="*/ 52931 w 85365"/>
                <a:gd name="connsiteY21" fmla="*/ 77907 h 85683"/>
                <a:gd name="connsiteX22" fmla="*/ 44669 w 85365"/>
                <a:gd name="connsiteY22" fmla="*/ 84665 h 85683"/>
                <a:gd name="connsiteX23" fmla="*/ 37159 w 85365"/>
                <a:gd name="connsiteY23" fmla="*/ 85641 h 85683"/>
                <a:gd name="connsiteX24" fmla="*/ 3364 w 85365"/>
                <a:gd name="connsiteY24" fmla="*/ 83313 h 85683"/>
                <a:gd name="connsiteX25" fmla="*/ 1862 w 85365"/>
                <a:gd name="connsiteY25" fmla="*/ 82788 h 85683"/>
                <a:gd name="connsiteX26" fmla="*/ 886 w 85365"/>
                <a:gd name="connsiteY26" fmla="*/ 81211 h 85683"/>
                <a:gd name="connsiteX27" fmla="*/ 3665 w 85365"/>
                <a:gd name="connsiteY27" fmla="*/ 63116 h 85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5365" h="85683">
                  <a:moveTo>
                    <a:pt x="3665" y="63116"/>
                  </a:moveTo>
                  <a:cubicBezTo>
                    <a:pt x="7044" y="57957"/>
                    <a:pt x="12527" y="54556"/>
                    <a:pt x="18685" y="53805"/>
                  </a:cubicBezTo>
                  <a:cubicBezTo>
                    <a:pt x="21388" y="53873"/>
                    <a:pt x="24092" y="53520"/>
                    <a:pt x="26646" y="52754"/>
                  </a:cubicBezTo>
                  <a:cubicBezTo>
                    <a:pt x="31527" y="49705"/>
                    <a:pt x="33630" y="43676"/>
                    <a:pt x="31677" y="38263"/>
                  </a:cubicBezTo>
                  <a:cubicBezTo>
                    <a:pt x="30250" y="32856"/>
                    <a:pt x="26795" y="28201"/>
                    <a:pt x="24918" y="23246"/>
                  </a:cubicBezTo>
                  <a:cubicBezTo>
                    <a:pt x="23416" y="20422"/>
                    <a:pt x="23416" y="17059"/>
                    <a:pt x="24918" y="14235"/>
                  </a:cubicBezTo>
                  <a:cubicBezTo>
                    <a:pt x="27547" y="11833"/>
                    <a:pt x="31001" y="10541"/>
                    <a:pt x="34606" y="10632"/>
                  </a:cubicBezTo>
                  <a:cubicBezTo>
                    <a:pt x="40614" y="9708"/>
                    <a:pt x="46247" y="7103"/>
                    <a:pt x="50903" y="3123"/>
                  </a:cubicBezTo>
                  <a:cubicBezTo>
                    <a:pt x="53306" y="1171"/>
                    <a:pt x="53981" y="-556"/>
                    <a:pt x="57286" y="120"/>
                  </a:cubicBezTo>
                  <a:cubicBezTo>
                    <a:pt x="59990" y="1118"/>
                    <a:pt x="62318" y="2800"/>
                    <a:pt x="64121" y="5000"/>
                  </a:cubicBezTo>
                  <a:lnTo>
                    <a:pt x="79141" y="20392"/>
                  </a:lnTo>
                  <a:cubicBezTo>
                    <a:pt x="81243" y="22322"/>
                    <a:pt x="82971" y="24582"/>
                    <a:pt x="84322" y="27075"/>
                  </a:cubicBezTo>
                  <a:cubicBezTo>
                    <a:pt x="85674" y="29635"/>
                    <a:pt x="85674" y="32699"/>
                    <a:pt x="84322" y="35259"/>
                  </a:cubicBezTo>
                  <a:cubicBezTo>
                    <a:pt x="82144" y="38255"/>
                    <a:pt x="78014" y="38946"/>
                    <a:pt x="75010" y="36791"/>
                  </a:cubicBezTo>
                  <a:cubicBezTo>
                    <a:pt x="74784" y="36663"/>
                    <a:pt x="74634" y="36528"/>
                    <a:pt x="74484" y="36385"/>
                  </a:cubicBezTo>
                  <a:cubicBezTo>
                    <a:pt x="73583" y="35559"/>
                    <a:pt x="72982" y="34433"/>
                    <a:pt x="72006" y="33607"/>
                  </a:cubicBezTo>
                  <a:cubicBezTo>
                    <a:pt x="69603" y="32083"/>
                    <a:pt x="66373" y="32819"/>
                    <a:pt x="64871" y="35237"/>
                  </a:cubicBezTo>
                  <a:cubicBezTo>
                    <a:pt x="64721" y="35462"/>
                    <a:pt x="64571" y="35695"/>
                    <a:pt x="64496" y="35935"/>
                  </a:cubicBezTo>
                  <a:cubicBezTo>
                    <a:pt x="64420" y="36250"/>
                    <a:pt x="64420" y="36596"/>
                    <a:pt x="64496" y="36911"/>
                  </a:cubicBezTo>
                  <a:cubicBezTo>
                    <a:pt x="64721" y="37557"/>
                    <a:pt x="65097" y="38112"/>
                    <a:pt x="65697" y="38488"/>
                  </a:cubicBezTo>
                  <a:cubicBezTo>
                    <a:pt x="69152" y="42452"/>
                    <a:pt x="70278" y="47956"/>
                    <a:pt x="68702" y="52979"/>
                  </a:cubicBezTo>
                  <a:cubicBezTo>
                    <a:pt x="65472" y="62425"/>
                    <a:pt x="60065" y="70969"/>
                    <a:pt x="52931" y="77907"/>
                  </a:cubicBezTo>
                  <a:cubicBezTo>
                    <a:pt x="50753" y="80790"/>
                    <a:pt x="47899" y="83103"/>
                    <a:pt x="44669" y="84665"/>
                  </a:cubicBezTo>
                  <a:cubicBezTo>
                    <a:pt x="42266" y="85393"/>
                    <a:pt x="39713" y="85723"/>
                    <a:pt x="37159" y="85641"/>
                  </a:cubicBezTo>
                  <a:cubicBezTo>
                    <a:pt x="25819" y="85731"/>
                    <a:pt x="14554" y="84950"/>
                    <a:pt x="3364" y="83313"/>
                  </a:cubicBezTo>
                  <a:cubicBezTo>
                    <a:pt x="2839" y="83268"/>
                    <a:pt x="2313" y="83088"/>
                    <a:pt x="1862" y="82788"/>
                  </a:cubicBezTo>
                  <a:cubicBezTo>
                    <a:pt x="1411" y="82375"/>
                    <a:pt x="1036" y="81819"/>
                    <a:pt x="886" y="81211"/>
                  </a:cubicBezTo>
                  <a:cubicBezTo>
                    <a:pt x="-991" y="75069"/>
                    <a:pt x="60" y="68409"/>
                    <a:pt x="3665" y="63116"/>
                  </a:cubicBezTo>
                  <a:close/>
                </a:path>
              </a:pathLst>
            </a:custGeom>
            <a:solidFill>
              <a:srgbClr val="6C99B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3" name="Content Placeholder 4">
              <a:extLst>
                <a:ext uri="{FF2B5EF4-FFF2-40B4-BE49-F238E27FC236}">
                  <a16:creationId xmlns:a16="http://schemas.microsoft.com/office/drawing/2014/main" id="{F1D2E67C-347A-6A03-7062-86EE5B36DD0D}"/>
                </a:ext>
              </a:extLst>
            </p:cNvPr>
            <p:cNvSpPr/>
            <p:nvPr/>
          </p:nvSpPr>
          <p:spPr>
            <a:xfrm>
              <a:off x="10744267" y="1766048"/>
              <a:ext cx="59583" cy="128806"/>
            </a:xfrm>
            <a:custGeom>
              <a:avLst/>
              <a:gdLst>
                <a:gd name="connsiteX0" fmla="*/ 55302 w 59583"/>
                <a:gd name="connsiteY0" fmla="*/ 104416 h 128806"/>
                <a:gd name="connsiteX1" fmla="*/ 52598 w 59583"/>
                <a:gd name="connsiteY1" fmla="*/ 92853 h 128806"/>
                <a:gd name="connsiteX2" fmla="*/ 47491 w 59583"/>
                <a:gd name="connsiteY2" fmla="*/ 82642 h 128806"/>
                <a:gd name="connsiteX3" fmla="*/ 38705 w 59583"/>
                <a:gd name="connsiteY3" fmla="*/ 37591 h 128806"/>
                <a:gd name="connsiteX4" fmla="*/ 32396 w 59583"/>
                <a:gd name="connsiteY4" fmla="*/ 3277 h 128806"/>
                <a:gd name="connsiteX5" fmla="*/ 23384 w 59583"/>
                <a:gd name="connsiteY5" fmla="*/ 199 h 128806"/>
                <a:gd name="connsiteX6" fmla="*/ 10016 w 59583"/>
                <a:gd name="connsiteY6" fmla="*/ 1325 h 128806"/>
                <a:gd name="connsiteX7" fmla="*/ 1305 w 59583"/>
                <a:gd name="connsiteY7" fmla="*/ 9584 h 128806"/>
                <a:gd name="connsiteX8" fmla="*/ 103 w 59583"/>
                <a:gd name="connsiteY8" fmla="*/ 18069 h 128806"/>
                <a:gd name="connsiteX9" fmla="*/ 103 w 59583"/>
                <a:gd name="connsiteY9" fmla="*/ 33987 h 128806"/>
                <a:gd name="connsiteX10" fmla="*/ 629 w 59583"/>
                <a:gd name="connsiteY10" fmla="*/ 49004 h 128806"/>
                <a:gd name="connsiteX11" fmla="*/ 3182 w 59583"/>
                <a:gd name="connsiteY11" fmla="*/ 59140 h 128806"/>
                <a:gd name="connsiteX12" fmla="*/ 26464 w 59583"/>
                <a:gd name="connsiteY12" fmla="*/ 120034 h 128806"/>
                <a:gd name="connsiteX13" fmla="*/ 32096 w 59583"/>
                <a:gd name="connsiteY13" fmla="*/ 127542 h 128806"/>
                <a:gd name="connsiteX14" fmla="*/ 40507 w 59583"/>
                <a:gd name="connsiteY14" fmla="*/ 128518 h 128806"/>
                <a:gd name="connsiteX15" fmla="*/ 49594 w 59583"/>
                <a:gd name="connsiteY15" fmla="*/ 127017 h 128806"/>
                <a:gd name="connsiteX16" fmla="*/ 59433 w 59583"/>
                <a:gd name="connsiteY16" fmla="*/ 119058 h 128806"/>
                <a:gd name="connsiteX17" fmla="*/ 55302 w 59583"/>
                <a:gd name="connsiteY17" fmla="*/ 104416 h 12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9583" h="128806">
                  <a:moveTo>
                    <a:pt x="55302" y="104416"/>
                  </a:moveTo>
                  <a:cubicBezTo>
                    <a:pt x="54175" y="100587"/>
                    <a:pt x="53874" y="96908"/>
                    <a:pt x="52598" y="92853"/>
                  </a:cubicBezTo>
                  <a:cubicBezTo>
                    <a:pt x="51246" y="89294"/>
                    <a:pt x="49519" y="85870"/>
                    <a:pt x="47491" y="82642"/>
                  </a:cubicBezTo>
                  <a:cubicBezTo>
                    <a:pt x="39981" y="69727"/>
                    <a:pt x="40957" y="52608"/>
                    <a:pt x="38705" y="37591"/>
                  </a:cubicBezTo>
                  <a:cubicBezTo>
                    <a:pt x="37729" y="25975"/>
                    <a:pt x="35626" y="14480"/>
                    <a:pt x="32396" y="3277"/>
                  </a:cubicBezTo>
                  <a:cubicBezTo>
                    <a:pt x="31570" y="1100"/>
                    <a:pt x="25712" y="574"/>
                    <a:pt x="23384" y="199"/>
                  </a:cubicBezTo>
                  <a:cubicBezTo>
                    <a:pt x="18878" y="-327"/>
                    <a:pt x="14373" y="56"/>
                    <a:pt x="10016" y="1325"/>
                  </a:cubicBezTo>
                  <a:cubicBezTo>
                    <a:pt x="5736" y="2106"/>
                    <a:pt x="2281" y="5342"/>
                    <a:pt x="1305" y="9584"/>
                  </a:cubicBezTo>
                  <a:cubicBezTo>
                    <a:pt x="404" y="12325"/>
                    <a:pt x="28" y="15193"/>
                    <a:pt x="103" y="18069"/>
                  </a:cubicBezTo>
                  <a:lnTo>
                    <a:pt x="103" y="33987"/>
                  </a:lnTo>
                  <a:cubicBezTo>
                    <a:pt x="-197" y="38995"/>
                    <a:pt x="28" y="44026"/>
                    <a:pt x="629" y="49004"/>
                  </a:cubicBezTo>
                  <a:cubicBezTo>
                    <a:pt x="1305" y="52428"/>
                    <a:pt x="2131" y="55814"/>
                    <a:pt x="3182" y="59140"/>
                  </a:cubicBezTo>
                  <a:cubicBezTo>
                    <a:pt x="9491" y="79976"/>
                    <a:pt x="17226" y="100324"/>
                    <a:pt x="26464" y="120034"/>
                  </a:cubicBezTo>
                  <a:cubicBezTo>
                    <a:pt x="27515" y="123075"/>
                    <a:pt x="29467" y="125703"/>
                    <a:pt x="32096" y="127542"/>
                  </a:cubicBezTo>
                  <a:cubicBezTo>
                    <a:pt x="34724" y="128728"/>
                    <a:pt x="37653" y="129074"/>
                    <a:pt x="40507" y="128518"/>
                  </a:cubicBezTo>
                  <a:cubicBezTo>
                    <a:pt x="43586" y="128210"/>
                    <a:pt x="46590" y="127707"/>
                    <a:pt x="49594" y="127017"/>
                  </a:cubicBezTo>
                  <a:cubicBezTo>
                    <a:pt x="54175" y="126574"/>
                    <a:pt x="58005" y="123443"/>
                    <a:pt x="59433" y="119058"/>
                  </a:cubicBezTo>
                  <a:cubicBezTo>
                    <a:pt x="60259" y="114477"/>
                    <a:pt x="56654" y="108996"/>
                    <a:pt x="55302" y="104416"/>
                  </a:cubicBezTo>
                  <a:close/>
                </a:path>
              </a:pathLst>
            </a:custGeom>
            <a:solidFill>
              <a:srgbClr val="19191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4" name="Content Placeholder 4">
              <a:extLst>
                <a:ext uri="{FF2B5EF4-FFF2-40B4-BE49-F238E27FC236}">
                  <a16:creationId xmlns:a16="http://schemas.microsoft.com/office/drawing/2014/main" id="{8994C05E-758A-F260-E3BC-C4D1C2461290}"/>
                </a:ext>
              </a:extLst>
            </p:cNvPr>
            <p:cNvSpPr/>
            <p:nvPr/>
          </p:nvSpPr>
          <p:spPr>
            <a:xfrm>
              <a:off x="10780938" y="1824167"/>
              <a:ext cx="18704" cy="13380"/>
            </a:xfrm>
            <a:custGeom>
              <a:avLst/>
              <a:gdLst>
                <a:gd name="connsiteX0" fmla="*/ 18029 w 18704"/>
                <a:gd name="connsiteY0" fmla="*/ 2598 h 13380"/>
                <a:gd name="connsiteX1" fmla="*/ 14800 w 18704"/>
                <a:gd name="connsiteY1" fmla="*/ -30 h 13380"/>
                <a:gd name="connsiteX2" fmla="*/ 10294 w 18704"/>
                <a:gd name="connsiteY2" fmla="*/ 1772 h 13380"/>
                <a:gd name="connsiteX3" fmla="*/ 4812 w 18704"/>
                <a:gd name="connsiteY3" fmla="*/ 2598 h 13380"/>
                <a:gd name="connsiteX4" fmla="*/ 231 w 18704"/>
                <a:gd name="connsiteY4" fmla="*/ 5226 h 13380"/>
                <a:gd name="connsiteX5" fmla="*/ 1883 w 18704"/>
                <a:gd name="connsiteY5" fmla="*/ 10782 h 13380"/>
                <a:gd name="connsiteX6" fmla="*/ 11720 w 18704"/>
                <a:gd name="connsiteY6" fmla="*/ 12810 h 13380"/>
                <a:gd name="connsiteX7" fmla="*/ 15400 w 18704"/>
                <a:gd name="connsiteY7" fmla="*/ 10933 h 13380"/>
                <a:gd name="connsiteX8" fmla="*/ 18029 w 18704"/>
                <a:gd name="connsiteY8" fmla="*/ 9206 h 13380"/>
                <a:gd name="connsiteX9" fmla="*/ 18630 w 18704"/>
                <a:gd name="connsiteY9" fmla="*/ 6878 h 13380"/>
                <a:gd name="connsiteX10" fmla="*/ 18029 w 18704"/>
                <a:gd name="connsiteY10" fmla="*/ 2598 h 13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704" h="13380">
                  <a:moveTo>
                    <a:pt x="18029" y="2598"/>
                  </a:moveTo>
                  <a:cubicBezTo>
                    <a:pt x="17503" y="1202"/>
                    <a:pt x="16301" y="203"/>
                    <a:pt x="14800" y="-30"/>
                  </a:cubicBezTo>
                  <a:cubicBezTo>
                    <a:pt x="13148" y="-30"/>
                    <a:pt x="11795" y="1172"/>
                    <a:pt x="10294" y="1772"/>
                  </a:cubicBezTo>
                  <a:cubicBezTo>
                    <a:pt x="8492" y="2275"/>
                    <a:pt x="6689" y="2553"/>
                    <a:pt x="4812" y="2598"/>
                  </a:cubicBezTo>
                  <a:cubicBezTo>
                    <a:pt x="2934" y="2658"/>
                    <a:pt x="1207" y="3642"/>
                    <a:pt x="231" y="5226"/>
                  </a:cubicBezTo>
                  <a:cubicBezTo>
                    <a:pt x="-446" y="7238"/>
                    <a:pt x="231" y="9468"/>
                    <a:pt x="1883" y="10782"/>
                  </a:cubicBezTo>
                  <a:cubicBezTo>
                    <a:pt x="4511" y="13208"/>
                    <a:pt x="8341" y="13988"/>
                    <a:pt x="11720" y="12810"/>
                  </a:cubicBezTo>
                  <a:lnTo>
                    <a:pt x="15400" y="10933"/>
                  </a:lnTo>
                  <a:cubicBezTo>
                    <a:pt x="15851" y="9957"/>
                    <a:pt x="17278" y="10032"/>
                    <a:pt x="18029" y="9206"/>
                  </a:cubicBezTo>
                  <a:cubicBezTo>
                    <a:pt x="18555" y="8545"/>
                    <a:pt x="18780" y="7704"/>
                    <a:pt x="18630" y="6878"/>
                  </a:cubicBezTo>
                  <a:cubicBezTo>
                    <a:pt x="18705" y="5429"/>
                    <a:pt x="18479" y="3972"/>
                    <a:pt x="18029" y="2598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5" name="Content Placeholder 4">
              <a:extLst>
                <a:ext uri="{FF2B5EF4-FFF2-40B4-BE49-F238E27FC236}">
                  <a16:creationId xmlns:a16="http://schemas.microsoft.com/office/drawing/2014/main" id="{95027E86-F27A-FFDA-CE53-BB276E605D3D}"/>
                </a:ext>
              </a:extLst>
            </p:cNvPr>
            <p:cNvSpPr/>
            <p:nvPr/>
          </p:nvSpPr>
          <p:spPr>
            <a:xfrm>
              <a:off x="10746624" y="1769758"/>
              <a:ext cx="55919" cy="118403"/>
            </a:xfrm>
            <a:custGeom>
              <a:avLst/>
              <a:gdLst>
                <a:gd name="connsiteX0" fmla="*/ 1276 w 55919"/>
                <a:gd name="connsiteY0" fmla="*/ 5349 h 118403"/>
                <a:gd name="connsiteX1" fmla="*/ 2703 w 55919"/>
                <a:gd name="connsiteY1" fmla="*/ 3022 h 118403"/>
                <a:gd name="connsiteX2" fmla="*/ 5481 w 55919"/>
                <a:gd name="connsiteY2" fmla="*/ 2045 h 118403"/>
                <a:gd name="connsiteX3" fmla="*/ 23205 w 55919"/>
                <a:gd name="connsiteY3" fmla="*/ 18 h 118403"/>
                <a:gd name="connsiteX4" fmla="*/ 28987 w 55919"/>
                <a:gd name="connsiteY4" fmla="*/ 2496 h 118403"/>
                <a:gd name="connsiteX5" fmla="*/ 33193 w 55919"/>
                <a:gd name="connsiteY5" fmla="*/ 11356 h 118403"/>
                <a:gd name="connsiteX6" fmla="*/ 54071 w 55919"/>
                <a:gd name="connsiteY6" fmla="*/ 83587 h 118403"/>
                <a:gd name="connsiteX7" fmla="*/ 54897 w 55919"/>
                <a:gd name="connsiteY7" fmla="*/ 108515 h 118403"/>
                <a:gd name="connsiteX8" fmla="*/ 52419 w 55919"/>
                <a:gd name="connsiteY8" fmla="*/ 113396 h 118403"/>
                <a:gd name="connsiteX9" fmla="*/ 40929 w 55919"/>
                <a:gd name="connsiteY9" fmla="*/ 117826 h 118403"/>
                <a:gd name="connsiteX10" fmla="*/ 32367 w 55919"/>
                <a:gd name="connsiteY10" fmla="*/ 118351 h 118403"/>
                <a:gd name="connsiteX11" fmla="*/ 29213 w 55919"/>
                <a:gd name="connsiteY11" fmla="*/ 117676 h 118403"/>
                <a:gd name="connsiteX12" fmla="*/ 27110 w 55919"/>
                <a:gd name="connsiteY12" fmla="*/ 115048 h 118403"/>
                <a:gd name="connsiteX13" fmla="*/ 1201 w 55919"/>
                <a:gd name="connsiteY13" fmla="*/ 24946 h 118403"/>
                <a:gd name="connsiteX14" fmla="*/ 1276 w 55919"/>
                <a:gd name="connsiteY14" fmla="*/ 5349 h 118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5919" h="118403">
                  <a:moveTo>
                    <a:pt x="1276" y="5349"/>
                  </a:moveTo>
                  <a:cubicBezTo>
                    <a:pt x="1426" y="4418"/>
                    <a:pt x="1952" y="3592"/>
                    <a:pt x="2703" y="3022"/>
                  </a:cubicBezTo>
                  <a:cubicBezTo>
                    <a:pt x="3529" y="2473"/>
                    <a:pt x="4505" y="2143"/>
                    <a:pt x="5481" y="2045"/>
                  </a:cubicBezTo>
                  <a:cubicBezTo>
                    <a:pt x="12315" y="769"/>
                    <a:pt x="16971" y="844"/>
                    <a:pt x="23205" y="18"/>
                  </a:cubicBezTo>
                  <a:cubicBezTo>
                    <a:pt x="25458" y="-260"/>
                    <a:pt x="27636" y="686"/>
                    <a:pt x="28987" y="2496"/>
                  </a:cubicBezTo>
                  <a:cubicBezTo>
                    <a:pt x="31240" y="4966"/>
                    <a:pt x="32668" y="8052"/>
                    <a:pt x="33193" y="11356"/>
                  </a:cubicBezTo>
                  <a:cubicBezTo>
                    <a:pt x="35071" y="36614"/>
                    <a:pt x="42205" y="61212"/>
                    <a:pt x="54071" y="83587"/>
                  </a:cubicBezTo>
                  <a:lnTo>
                    <a:pt x="54897" y="108515"/>
                  </a:lnTo>
                  <a:cubicBezTo>
                    <a:pt x="57300" y="110693"/>
                    <a:pt x="54897" y="111068"/>
                    <a:pt x="52419" y="113396"/>
                  </a:cubicBezTo>
                  <a:cubicBezTo>
                    <a:pt x="49189" y="116159"/>
                    <a:pt x="45134" y="117728"/>
                    <a:pt x="40929" y="117826"/>
                  </a:cubicBezTo>
                  <a:cubicBezTo>
                    <a:pt x="38075" y="118261"/>
                    <a:pt x="35221" y="118441"/>
                    <a:pt x="32367" y="118351"/>
                  </a:cubicBezTo>
                  <a:cubicBezTo>
                    <a:pt x="31240" y="118441"/>
                    <a:pt x="30189" y="118209"/>
                    <a:pt x="29213" y="117676"/>
                  </a:cubicBezTo>
                  <a:cubicBezTo>
                    <a:pt x="28311" y="117000"/>
                    <a:pt x="27561" y="116091"/>
                    <a:pt x="27110" y="115048"/>
                  </a:cubicBezTo>
                  <a:cubicBezTo>
                    <a:pt x="12090" y="85990"/>
                    <a:pt x="8260" y="56632"/>
                    <a:pt x="1201" y="24946"/>
                  </a:cubicBezTo>
                  <a:cubicBezTo>
                    <a:pt x="-451" y="18519"/>
                    <a:pt x="-451" y="11769"/>
                    <a:pt x="1276" y="5349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6" name="Content Placeholder 4">
              <a:extLst>
                <a:ext uri="{FF2B5EF4-FFF2-40B4-BE49-F238E27FC236}">
                  <a16:creationId xmlns:a16="http://schemas.microsoft.com/office/drawing/2014/main" id="{6176F644-BE50-0DC1-FC57-8293D8124B7C}"/>
                </a:ext>
              </a:extLst>
            </p:cNvPr>
            <p:cNvSpPr/>
            <p:nvPr/>
          </p:nvSpPr>
          <p:spPr>
            <a:xfrm>
              <a:off x="10749689" y="1824234"/>
              <a:ext cx="30357" cy="29219"/>
            </a:xfrm>
            <a:custGeom>
              <a:avLst/>
              <a:gdLst>
                <a:gd name="connsiteX0" fmla="*/ 7147 w 30357"/>
                <a:gd name="connsiteY0" fmla="*/ 24907 h 29219"/>
                <a:gd name="connsiteX1" fmla="*/ 2341 w 30357"/>
                <a:gd name="connsiteY1" fmla="*/ 21303 h 29219"/>
                <a:gd name="connsiteX2" fmla="*/ 163 w 30357"/>
                <a:gd name="connsiteY2" fmla="*/ 10566 h 29219"/>
                <a:gd name="connsiteX3" fmla="*/ 1815 w 30357"/>
                <a:gd name="connsiteY3" fmla="*/ 6737 h 29219"/>
                <a:gd name="connsiteX4" fmla="*/ 7673 w 30357"/>
                <a:gd name="connsiteY4" fmla="*/ 7638 h 29219"/>
                <a:gd name="connsiteX5" fmla="*/ 7673 w 30357"/>
                <a:gd name="connsiteY5" fmla="*/ 2682 h 29219"/>
                <a:gd name="connsiteX6" fmla="*/ 11353 w 30357"/>
                <a:gd name="connsiteY6" fmla="*/ -21 h 29219"/>
                <a:gd name="connsiteX7" fmla="*/ 13381 w 30357"/>
                <a:gd name="connsiteY7" fmla="*/ 8614 h 29219"/>
                <a:gd name="connsiteX8" fmla="*/ 23069 w 30357"/>
                <a:gd name="connsiteY8" fmla="*/ 13494 h 29219"/>
                <a:gd name="connsiteX9" fmla="*/ 29077 w 30357"/>
                <a:gd name="connsiteY9" fmla="*/ 20026 h 29219"/>
                <a:gd name="connsiteX10" fmla="*/ 28251 w 30357"/>
                <a:gd name="connsiteY10" fmla="*/ 27940 h 29219"/>
                <a:gd name="connsiteX11" fmla="*/ 24721 w 30357"/>
                <a:gd name="connsiteY11" fmla="*/ 29187 h 29219"/>
                <a:gd name="connsiteX12" fmla="*/ 7147 w 30357"/>
                <a:gd name="connsiteY12" fmla="*/ 24907 h 29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357" h="29219">
                  <a:moveTo>
                    <a:pt x="7147" y="24907"/>
                  </a:moveTo>
                  <a:cubicBezTo>
                    <a:pt x="5270" y="24081"/>
                    <a:pt x="3618" y="22850"/>
                    <a:pt x="2341" y="21303"/>
                  </a:cubicBezTo>
                  <a:cubicBezTo>
                    <a:pt x="389" y="18097"/>
                    <a:pt x="-437" y="14290"/>
                    <a:pt x="163" y="10566"/>
                  </a:cubicBezTo>
                  <a:cubicBezTo>
                    <a:pt x="163" y="9064"/>
                    <a:pt x="163" y="7262"/>
                    <a:pt x="1815" y="6737"/>
                  </a:cubicBezTo>
                  <a:cubicBezTo>
                    <a:pt x="3468" y="6211"/>
                    <a:pt x="5796" y="8388"/>
                    <a:pt x="7673" y="7638"/>
                  </a:cubicBezTo>
                  <a:cubicBezTo>
                    <a:pt x="7298" y="6008"/>
                    <a:pt x="7298" y="4311"/>
                    <a:pt x="7673" y="2682"/>
                  </a:cubicBezTo>
                  <a:cubicBezTo>
                    <a:pt x="8049" y="1000"/>
                    <a:pt x="9626" y="-141"/>
                    <a:pt x="11353" y="-21"/>
                  </a:cubicBezTo>
                  <a:cubicBezTo>
                    <a:pt x="12330" y="2757"/>
                    <a:pt x="11353" y="6136"/>
                    <a:pt x="13381" y="8614"/>
                  </a:cubicBezTo>
                  <a:cubicBezTo>
                    <a:pt x="15409" y="11091"/>
                    <a:pt x="19840" y="11692"/>
                    <a:pt x="23069" y="13494"/>
                  </a:cubicBezTo>
                  <a:cubicBezTo>
                    <a:pt x="25547" y="15153"/>
                    <a:pt x="27650" y="17399"/>
                    <a:pt x="29077" y="20026"/>
                  </a:cubicBezTo>
                  <a:cubicBezTo>
                    <a:pt x="31029" y="22452"/>
                    <a:pt x="30654" y="25996"/>
                    <a:pt x="28251" y="27940"/>
                  </a:cubicBezTo>
                  <a:cubicBezTo>
                    <a:pt x="27199" y="28744"/>
                    <a:pt x="25997" y="29179"/>
                    <a:pt x="24721" y="29187"/>
                  </a:cubicBezTo>
                  <a:cubicBezTo>
                    <a:pt x="18563" y="29269"/>
                    <a:pt x="12555" y="27798"/>
                    <a:pt x="7147" y="24907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7" name="Content Placeholder 4">
              <a:extLst>
                <a:ext uri="{FF2B5EF4-FFF2-40B4-BE49-F238E27FC236}">
                  <a16:creationId xmlns:a16="http://schemas.microsoft.com/office/drawing/2014/main" id="{0305B533-44F7-1277-11C3-13FB7CC81079}"/>
                </a:ext>
              </a:extLst>
            </p:cNvPr>
            <p:cNvSpPr/>
            <p:nvPr/>
          </p:nvSpPr>
          <p:spPr>
            <a:xfrm>
              <a:off x="10793045" y="1726019"/>
              <a:ext cx="79203" cy="110627"/>
            </a:xfrm>
            <a:custGeom>
              <a:avLst/>
              <a:gdLst>
                <a:gd name="connsiteX0" fmla="*/ 59618 w 79203"/>
                <a:gd name="connsiteY0" fmla="*/ 80999 h 110627"/>
                <a:gd name="connsiteX1" fmla="*/ 3970 w 79203"/>
                <a:gd name="connsiteY1" fmla="*/ 110508 h 110627"/>
                <a:gd name="connsiteX2" fmla="*/ 2543 w 79203"/>
                <a:gd name="connsiteY2" fmla="*/ 110508 h 110627"/>
                <a:gd name="connsiteX3" fmla="*/ 1566 w 79203"/>
                <a:gd name="connsiteY3" fmla="*/ 108931 h 110627"/>
                <a:gd name="connsiteX4" fmla="*/ 440 w 79203"/>
                <a:gd name="connsiteY4" fmla="*/ 104576 h 110627"/>
                <a:gd name="connsiteX5" fmla="*/ -10 w 79203"/>
                <a:gd name="connsiteY5" fmla="*/ 100822 h 110627"/>
                <a:gd name="connsiteX6" fmla="*/ 5848 w 79203"/>
                <a:gd name="connsiteY6" fmla="*/ 94289 h 110627"/>
                <a:gd name="connsiteX7" fmla="*/ 22369 w 79203"/>
                <a:gd name="connsiteY7" fmla="*/ 82952 h 110627"/>
                <a:gd name="connsiteX8" fmla="*/ 40694 w 79203"/>
                <a:gd name="connsiteY8" fmla="*/ 42931 h 110627"/>
                <a:gd name="connsiteX9" fmla="*/ 59994 w 79203"/>
                <a:gd name="connsiteY9" fmla="*/ 4038 h 110627"/>
                <a:gd name="connsiteX10" fmla="*/ 63900 w 79203"/>
                <a:gd name="connsiteY10" fmla="*/ 283 h 110627"/>
                <a:gd name="connsiteX11" fmla="*/ 73588 w 79203"/>
                <a:gd name="connsiteY11" fmla="*/ 3437 h 110627"/>
                <a:gd name="connsiteX12" fmla="*/ 78544 w 79203"/>
                <a:gd name="connsiteY12" fmla="*/ 22058 h 110627"/>
                <a:gd name="connsiteX13" fmla="*/ 75991 w 79203"/>
                <a:gd name="connsiteY13" fmla="*/ 40379 h 110627"/>
                <a:gd name="connsiteX14" fmla="*/ 59618 w 79203"/>
                <a:gd name="connsiteY14" fmla="*/ 80999 h 110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9203" h="110627">
                  <a:moveTo>
                    <a:pt x="59618" y="80999"/>
                  </a:moveTo>
                  <a:cubicBezTo>
                    <a:pt x="45725" y="97833"/>
                    <a:pt x="25674" y="108458"/>
                    <a:pt x="3970" y="110508"/>
                  </a:cubicBezTo>
                  <a:cubicBezTo>
                    <a:pt x="3519" y="110628"/>
                    <a:pt x="2994" y="110628"/>
                    <a:pt x="2543" y="110508"/>
                  </a:cubicBezTo>
                  <a:cubicBezTo>
                    <a:pt x="2017" y="110147"/>
                    <a:pt x="1642" y="109569"/>
                    <a:pt x="1566" y="108931"/>
                  </a:cubicBezTo>
                  <a:lnTo>
                    <a:pt x="440" y="104576"/>
                  </a:lnTo>
                  <a:cubicBezTo>
                    <a:pt x="65" y="103359"/>
                    <a:pt x="-86" y="102091"/>
                    <a:pt x="-10" y="100822"/>
                  </a:cubicBezTo>
                  <a:cubicBezTo>
                    <a:pt x="440" y="97968"/>
                    <a:pt x="3218" y="95941"/>
                    <a:pt x="5848" y="94289"/>
                  </a:cubicBezTo>
                  <a:cubicBezTo>
                    <a:pt x="11705" y="91061"/>
                    <a:pt x="17263" y="87261"/>
                    <a:pt x="22369" y="82952"/>
                  </a:cubicBezTo>
                  <a:cubicBezTo>
                    <a:pt x="33559" y="72440"/>
                    <a:pt x="36263" y="56972"/>
                    <a:pt x="40694" y="42931"/>
                  </a:cubicBezTo>
                  <a:cubicBezTo>
                    <a:pt x="45125" y="29078"/>
                    <a:pt x="51658" y="15969"/>
                    <a:pt x="59994" y="4038"/>
                  </a:cubicBezTo>
                  <a:cubicBezTo>
                    <a:pt x="60971" y="2461"/>
                    <a:pt x="62323" y="1169"/>
                    <a:pt x="63900" y="283"/>
                  </a:cubicBezTo>
                  <a:cubicBezTo>
                    <a:pt x="67504" y="-663"/>
                    <a:pt x="71259" y="576"/>
                    <a:pt x="73588" y="3437"/>
                  </a:cubicBezTo>
                  <a:cubicBezTo>
                    <a:pt x="78393" y="8362"/>
                    <a:pt x="80271" y="15413"/>
                    <a:pt x="78544" y="22058"/>
                  </a:cubicBezTo>
                  <a:cubicBezTo>
                    <a:pt x="77193" y="28080"/>
                    <a:pt x="76291" y="34207"/>
                    <a:pt x="75991" y="40379"/>
                  </a:cubicBezTo>
                  <a:cubicBezTo>
                    <a:pt x="74638" y="55223"/>
                    <a:pt x="68931" y="69346"/>
                    <a:pt x="59618" y="80999"/>
                  </a:cubicBezTo>
                  <a:close/>
                </a:path>
              </a:pathLst>
            </a:custGeom>
            <a:solidFill>
              <a:srgbClr val="C0CCC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8" name="Content Placeholder 4">
              <a:extLst>
                <a:ext uri="{FF2B5EF4-FFF2-40B4-BE49-F238E27FC236}">
                  <a16:creationId xmlns:a16="http://schemas.microsoft.com/office/drawing/2014/main" id="{29E79A92-DE95-9208-AB68-DA6F2305BED3}"/>
                </a:ext>
              </a:extLst>
            </p:cNvPr>
            <p:cNvSpPr/>
            <p:nvPr/>
          </p:nvSpPr>
          <p:spPr>
            <a:xfrm>
              <a:off x="10808985" y="1583819"/>
              <a:ext cx="93048" cy="106782"/>
            </a:xfrm>
            <a:custGeom>
              <a:avLst/>
              <a:gdLst>
                <a:gd name="connsiteX0" fmla="*/ 62154 w 93048"/>
                <a:gd name="connsiteY0" fmla="*/ 105843 h 106782"/>
                <a:gd name="connsiteX1" fmla="*/ 93020 w 93048"/>
                <a:gd name="connsiteY1" fmla="*/ 93003 h 106782"/>
                <a:gd name="connsiteX2" fmla="*/ 89940 w 93048"/>
                <a:gd name="connsiteY2" fmla="*/ 64696 h 106782"/>
                <a:gd name="connsiteX3" fmla="*/ 77774 w 93048"/>
                <a:gd name="connsiteY3" fmla="*/ 27980 h 106782"/>
                <a:gd name="connsiteX4" fmla="*/ 59825 w 93048"/>
                <a:gd name="connsiteY4" fmla="*/ 2526 h 106782"/>
                <a:gd name="connsiteX5" fmla="*/ 54268 w 93048"/>
                <a:gd name="connsiteY5" fmla="*/ -27 h 106782"/>
                <a:gd name="connsiteX6" fmla="*/ 49011 w 93048"/>
                <a:gd name="connsiteY6" fmla="*/ 874 h 106782"/>
                <a:gd name="connsiteX7" fmla="*/ 2749 w 93048"/>
                <a:gd name="connsiteY7" fmla="*/ 20697 h 106782"/>
                <a:gd name="connsiteX8" fmla="*/ 196 w 93048"/>
                <a:gd name="connsiteY8" fmla="*/ 23325 h 106782"/>
                <a:gd name="connsiteX9" fmla="*/ 196 w 93048"/>
                <a:gd name="connsiteY9" fmla="*/ 26553 h 106782"/>
                <a:gd name="connsiteX10" fmla="*/ 37220 w 93048"/>
                <a:gd name="connsiteY10" fmla="*/ 105167 h 106782"/>
                <a:gd name="connsiteX11" fmla="*/ 62154 w 93048"/>
                <a:gd name="connsiteY11" fmla="*/ 105843 h 106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3048" h="106782">
                  <a:moveTo>
                    <a:pt x="62154" y="105843"/>
                  </a:moveTo>
                  <a:cubicBezTo>
                    <a:pt x="72367" y="101337"/>
                    <a:pt x="82656" y="96983"/>
                    <a:pt x="93020" y="93003"/>
                  </a:cubicBezTo>
                  <a:cubicBezTo>
                    <a:pt x="88663" y="84519"/>
                    <a:pt x="90616" y="74232"/>
                    <a:pt x="89940" y="64696"/>
                  </a:cubicBezTo>
                  <a:cubicBezTo>
                    <a:pt x="88364" y="51774"/>
                    <a:pt x="84233" y="39295"/>
                    <a:pt x="77774" y="27980"/>
                  </a:cubicBezTo>
                  <a:cubicBezTo>
                    <a:pt x="73869" y="18226"/>
                    <a:pt x="67711" y="9517"/>
                    <a:pt x="59825" y="2526"/>
                  </a:cubicBezTo>
                  <a:cubicBezTo>
                    <a:pt x="58248" y="1182"/>
                    <a:pt x="56296" y="304"/>
                    <a:pt x="54268" y="-27"/>
                  </a:cubicBezTo>
                  <a:cubicBezTo>
                    <a:pt x="52466" y="-64"/>
                    <a:pt x="50663" y="244"/>
                    <a:pt x="49011" y="874"/>
                  </a:cubicBezTo>
                  <a:cubicBezTo>
                    <a:pt x="32789" y="5417"/>
                    <a:pt x="17244" y="12084"/>
                    <a:pt x="2749" y="20697"/>
                  </a:cubicBezTo>
                  <a:cubicBezTo>
                    <a:pt x="1623" y="21275"/>
                    <a:pt x="722" y="22198"/>
                    <a:pt x="196" y="23325"/>
                  </a:cubicBezTo>
                  <a:cubicBezTo>
                    <a:pt x="-104" y="24383"/>
                    <a:pt x="-104" y="25495"/>
                    <a:pt x="196" y="26553"/>
                  </a:cubicBezTo>
                  <a:cubicBezTo>
                    <a:pt x="6053" y="55356"/>
                    <a:pt x="18746" y="82326"/>
                    <a:pt x="37220" y="105167"/>
                  </a:cubicBezTo>
                  <a:cubicBezTo>
                    <a:pt x="45407" y="107021"/>
                    <a:pt x="53893" y="107254"/>
                    <a:pt x="62154" y="105843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9" name="Content Placeholder 4">
              <a:extLst>
                <a:ext uri="{FF2B5EF4-FFF2-40B4-BE49-F238E27FC236}">
                  <a16:creationId xmlns:a16="http://schemas.microsoft.com/office/drawing/2014/main" id="{A09F4E41-8575-615D-EB93-FF527DE58193}"/>
                </a:ext>
              </a:extLst>
            </p:cNvPr>
            <p:cNvSpPr/>
            <p:nvPr/>
          </p:nvSpPr>
          <p:spPr>
            <a:xfrm>
              <a:off x="10815669" y="1682712"/>
              <a:ext cx="166678" cy="385330"/>
            </a:xfrm>
            <a:custGeom>
              <a:avLst/>
              <a:gdLst>
                <a:gd name="connsiteX0" fmla="*/ 54868 w 166678"/>
                <a:gd name="connsiteY0" fmla="*/ 17612 h 385330"/>
                <a:gd name="connsiteX1" fmla="*/ 62378 w 166678"/>
                <a:gd name="connsiteY1" fmla="*/ 14909 h 385330"/>
                <a:gd name="connsiteX2" fmla="*/ 98652 w 166678"/>
                <a:gd name="connsiteY2" fmla="*/ 1018 h 385330"/>
                <a:gd name="connsiteX3" fmla="*/ 104209 w 166678"/>
                <a:gd name="connsiteY3" fmla="*/ 42 h 385330"/>
                <a:gd name="connsiteX4" fmla="*/ 108040 w 166678"/>
                <a:gd name="connsiteY4" fmla="*/ 2144 h 385330"/>
                <a:gd name="connsiteX5" fmla="*/ 142961 w 166678"/>
                <a:gd name="connsiteY5" fmla="*/ 77229 h 385330"/>
                <a:gd name="connsiteX6" fmla="*/ 163163 w 166678"/>
                <a:gd name="connsiteY6" fmla="*/ 367355 h 385330"/>
                <a:gd name="connsiteX7" fmla="*/ -29 w 166678"/>
                <a:gd name="connsiteY7" fmla="*/ 385301 h 385330"/>
                <a:gd name="connsiteX8" fmla="*/ 9959 w 166678"/>
                <a:gd name="connsiteY8" fmla="*/ 312093 h 385330"/>
                <a:gd name="connsiteX9" fmla="*/ 15967 w 166678"/>
                <a:gd name="connsiteY9" fmla="*/ 196238 h 385330"/>
                <a:gd name="connsiteX10" fmla="*/ 20473 w 166678"/>
                <a:gd name="connsiteY10" fmla="*/ 80007 h 385330"/>
                <a:gd name="connsiteX11" fmla="*/ 24378 w 166678"/>
                <a:gd name="connsiteY11" fmla="*/ 33004 h 385330"/>
                <a:gd name="connsiteX12" fmla="*/ 46908 w 166678"/>
                <a:gd name="connsiteY12" fmla="*/ 19639 h 385330"/>
                <a:gd name="connsiteX13" fmla="*/ 54868 w 166678"/>
                <a:gd name="connsiteY13" fmla="*/ 17612 h 385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6678" h="385330">
                  <a:moveTo>
                    <a:pt x="54868" y="17612"/>
                  </a:moveTo>
                  <a:cubicBezTo>
                    <a:pt x="57347" y="16786"/>
                    <a:pt x="59750" y="15809"/>
                    <a:pt x="62378" y="14909"/>
                  </a:cubicBezTo>
                  <a:lnTo>
                    <a:pt x="98652" y="1018"/>
                  </a:lnTo>
                  <a:cubicBezTo>
                    <a:pt x="100379" y="147"/>
                    <a:pt x="102332" y="-191"/>
                    <a:pt x="104209" y="42"/>
                  </a:cubicBezTo>
                  <a:cubicBezTo>
                    <a:pt x="105636" y="425"/>
                    <a:pt x="106988" y="1146"/>
                    <a:pt x="108040" y="2144"/>
                  </a:cubicBezTo>
                  <a:cubicBezTo>
                    <a:pt x="130570" y="20390"/>
                    <a:pt x="136803" y="49973"/>
                    <a:pt x="142961" y="77229"/>
                  </a:cubicBezTo>
                  <a:cubicBezTo>
                    <a:pt x="164740" y="172293"/>
                    <a:pt x="171574" y="270188"/>
                    <a:pt x="163163" y="367355"/>
                  </a:cubicBezTo>
                  <a:cubicBezTo>
                    <a:pt x="109166" y="376598"/>
                    <a:pt x="54644" y="382590"/>
                    <a:pt x="-29" y="385301"/>
                  </a:cubicBezTo>
                  <a:cubicBezTo>
                    <a:pt x="2975" y="385301"/>
                    <a:pt x="9283" y="318625"/>
                    <a:pt x="9959" y="312093"/>
                  </a:cubicBezTo>
                  <a:cubicBezTo>
                    <a:pt x="14240" y="273627"/>
                    <a:pt x="16193" y="234944"/>
                    <a:pt x="15967" y="196238"/>
                  </a:cubicBezTo>
                  <a:cubicBezTo>
                    <a:pt x="15591" y="157419"/>
                    <a:pt x="17619" y="118750"/>
                    <a:pt x="20473" y="80007"/>
                  </a:cubicBezTo>
                  <a:cubicBezTo>
                    <a:pt x="21600" y="64314"/>
                    <a:pt x="22876" y="48697"/>
                    <a:pt x="24378" y="33004"/>
                  </a:cubicBezTo>
                  <a:cubicBezTo>
                    <a:pt x="24904" y="26922"/>
                    <a:pt x="42627" y="20540"/>
                    <a:pt x="46908" y="19639"/>
                  </a:cubicBezTo>
                  <a:cubicBezTo>
                    <a:pt x="49612" y="19128"/>
                    <a:pt x="52240" y="18453"/>
                    <a:pt x="54868" y="17612"/>
                  </a:cubicBezTo>
                  <a:close/>
                </a:path>
              </a:pathLst>
            </a:custGeom>
            <a:solidFill>
              <a:srgbClr val="E8E8E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0" name="Content Placeholder 4">
              <a:extLst>
                <a:ext uri="{FF2B5EF4-FFF2-40B4-BE49-F238E27FC236}">
                  <a16:creationId xmlns:a16="http://schemas.microsoft.com/office/drawing/2014/main" id="{5103D2FA-FEA5-193B-71B0-4069A2C522B9}"/>
                </a:ext>
              </a:extLst>
            </p:cNvPr>
            <p:cNvSpPr/>
            <p:nvPr/>
          </p:nvSpPr>
          <p:spPr>
            <a:xfrm>
              <a:off x="10791278" y="1561819"/>
              <a:ext cx="248712" cy="228907"/>
            </a:xfrm>
            <a:custGeom>
              <a:avLst/>
              <a:gdLst>
                <a:gd name="connsiteX0" fmla="*/ 245231 w 248712"/>
                <a:gd name="connsiteY0" fmla="*/ 157875 h 228907"/>
                <a:gd name="connsiteX1" fmla="*/ 242226 w 248712"/>
                <a:gd name="connsiteY1" fmla="*/ 153746 h 228907"/>
                <a:gd name="connsiteX2" fmla="*/ 242226 w 248712"/>
                <a:gd name="connsiteY2" fmla="*/ 145487 h 228907"/>
                <a:gd name="connsiteX3" fmla="*/ 225555 w 248712"/>
                <a:gd name="connsiteY3" fmla="*/ 127541 h 228907"/>
                <a:gd name="connsiteX4" fmla="*/ 232613 w 248712"/>
                <a:gd name="connsiteY4" fmla="*/ 105391 h 228907"/>
                <a:gd name="connsiteX5" fmla="*/ 218269 w 248712"/>
                <a:gd name="connsiteY5" fmla="*/ 98258 h 228907"/>
                <a:gd name="connsiteX6" fmla="*/ 207530 w 248712"/>
                <a:gd name="connsiteY6" fmla="*/ 87671 h 228907"/>
                <a:gd name="connsiteX7" fmla="*/ 210985 w 248712"/>
                <a:gd name="connsiteY7" fmla="*/ 78211 h 228907"/>
                <a:gd name="connsiteX8" fmla="*/ 197692 w 248712"/>
                <a:gd name="connsiteY8" fmla="*/ 64846 h 228907"/>
                <a:gd name="connsiteX9" fmla="*/ 176889 w 248712"/>
                <a:gd name="connsiteY9" fmla="*/ 62668 h 228907"/>
                <a:gd name="connsiteX10" fmla="*/ 159992 w 248712"/>
                <a:gd name="connsiteY10" fmla="*/ 37890 h 228907"/>
                <a:gd name="connsiteX11" fmla="*/ 147225 w 248712"/>
                <a:gd name="connsiteY11" fmla="*/ 10034 h 228907"/>
                <a:gd name="connsiteX12" fmla="*/ 97133 w 248712"/>
                <a:gd name="connsiteY12" fmla="*/ 5980 h 228907"/>
                <a:gd name="connsiteX13" fmla="*/ 90299 w 248712"/>
                <a:gd name="connsiteY13" fmla="*/ 5078 h 228907"/>
                <a:gd name="connsiteX14" fmla="*/ 45690 w 248712"/>
                <a:gd name="connsiteY14" fmla="*/ 4403 h 228907"/>
                <a:gd name="connsiteX15" fmla="*/ 19480 w 248712"/>
                <a:gd name="connsiteY15" fmla="*/ 15290 h 228907"/>
                <a:gd name="connsiteX16" fmla="*/ 16776 w 248712"/>
                <a:gd name="connsiteY16" fmla="*/ 16491 h 228907"/>
                <a:gd name="connsiteX17" fmla="*/ 329 w 248712"/>
                <a:gd name="connsiteY17" fmla="*/ 26853 h 228907"/>
                <a:gd name="connsiteX18" fmla="*/ 329 w 248712"/>
                <a:gd name="connsiteY18" fmla="*/ 27379 h 228907"/>
                <a:gd name="connsiteX19" fmla="*/ 1081 w 248712"/>
                <a:gd name="connsiteY19" fmla="*/ 27904 h 228907"/>
                <a:gd name="connsiteX20" fmla="*/ 29 w 248712"/>
                <a:gd name="connsiteY20" fmla="*/ 28955 h 228907"/>
                <a:gd name="connsiteX21" fmla="*/ 5887 w 248712"/>
                <a:gd name="connsiteY21" fmla="*/ 42546 h 228907"/>
                <a:gd name="connsiteX22" fmla="*/ 9266 w 248712"/>
                <a:gd name="connsiteY22" fmla="*/ 49228 h 228907"/>
                <a:gd name="connsiteX23" fmla="*/ 72876 w 248712"/>
                <a:gd name="connsiteY23" fmla="*/ 30832 h 228907"/>
                <a:gd name="connsiteX24" fmla="*/ 91201 w 248712"/>
                <a:gd name="connsiteY24" fmla="*/ 78887 h 228907"/>
                <a:gd name="connsiteX25" fmla="*/ 107122 w 248712"/>
                <a:gd name="connsiteY25" fmla="*/ 86770 h 228907"/>
                <a:gd name="connsiteX26" fmla="*/ 101939 w 248712"/>
                <a:gd name="connsiteY26" fmla="*/ 98784 h 228907"/>
                <a:gd name="connsiteX27" fmla="*/ 108699 w 248712"/>
                <a:gd name="connsiteY27" fmla="*/ 112224 h 228907"/>
                <a:gd name="connsiteX28" fmla="*/ 110051 w 248712"/>
                <a:gd name="connsiteY28" fmla="*/ 122511 h 228907"/>
                <a:gd name="connsiteX29" fmla="*/ 114707 w 248712"/>
                <a:gd name="connsiteY29" fmla="*/ 134900 h 228907"/>
                <a:gd name="connsiteX30" fmla="*/ 114256 w 248712"/>
                <a:gd name="connsiteY30" fmla="*/ 156599 h 228907"/>
                <a:gd name="connsiteX31" fmla="*/ 120339 w 248712"/>
                <a:gd name="connsiteY31" fmla="*/ 162531 h 228907"/>
                <a:gd name="connsiteX32" fmla="*/ 121241 w 248712"/>
                <a:gd name="connsiteY32" fmla="*/ 167411 h 228907"/>
                <a:gd name="connsiteX33" fmla="*/ 124695 w 248712"/>
                <a:gd name="connsiteY33" fmla="*/ 201425 h 228907"/>
                <a:gd name="connsiteX34" fmla="*/ 127323 w 248712"/>
                <a:gd name="connsiteY34" fmla="*/ 209984 h 228907"/>
                <a:gd name="connsiteX35" fmla="*/ 155260 w 248712"/>
                <a:gd name="connsiteY35" fmla="*/ 215390 h 228907"/>
                <a:gd name="connsiteX36" fmla="*/ 162770 w 248712"/>
                <a:gd name="connsiteY36" fmla="*/ 227779 h 228907"/>
                <a:gd name="connsiteX37" fmla="*/ 178617 w 248712"/>
                <a:gd name="connsiteY37" fmla="*/ 227779 h 228907"/>
                <a:gd name="connsiteX38" fmla="*/ 205503 w 248712"/>
                <a:gd name="connsiteY38" fmla="*/ 218168 h 228907"/>
                <a:gd name="connsiteX39" fmla="*/ 204601 w 248712"/>
                <a:gd name="connsiteY39" fmla="*/ 211261 h 228907"/>
                <a:gd name="connsiteX40" fmla="*/ 230736 w 248712"/>
                <a:gd name="connsiteY40" fmla="*/ 197287 h 228907"/>
                <a:gd name="connsiteX41" fmla="*/ 230661 w 248712"/>
                <a:gd name="connsiteY41" fmla="*/ 184906 h 228907"/>
                <a:gd name="connsiteX42" fmla="*/ 246582 w 248712"/>
                <a:gd name="connsiteY42" fmla="*/ 176121 h 228907"/>
                <a:gd name="connsiteX43" fmla="*/ 245231 w 248712"/>
                <a:gd name="connsiteY43" fmla="*/ 157875 h 22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248712" h="228907">
                  <a:moveTo>
                    <a:pt x="245231" y="157875"/>
                  </a:moveTo>
                  <a:cubicBezTo>
                    <a:pt x="244029" y="156629"/>
                    <a:pt x="243052" y="155247"/>
                    <a:pt x="242226" y="153746"/>
                  </a:cubicBezTo>
                  <a:cubicBezTo>
                    <a:pt x="241625" y="151028"/>
                    <a:pt x="241625" y="148205"/>
                    <a:pt x="242226" y="145487"/>
                  </a:cubicBezTo>
                  <a:cubicBezTo>
                    <a:pt x="242526" y="135951"/>
                    <a:pt x="235091" y="127947"/>
                    <a:pt x="225555" y="127541"/>
                  </a:cubicBezTo>
                  <a:cubicBezTo>
                    <a:pt x="231261" y="121384"/>
                    <a:pt x="237270" y="112524"/>
                    <a:pt x="232613" y="105391"/>
                  </a:cubicBezTo>
                  <a:cubicBezTo>
                    <a:pt x="229609" y="100811"/>
                    <a:pt x="223527" y="99835"/>
                    <a:pt x="218269" y="98258"/>
                  </a:cubicBezTo>
                  <a:cubicBezTo>
                    <a:pt x="213013" y="96682"/>
                    <a:pt x="207230" y="93078"/>
                    <a:pt x="207530" y="87671"/>
                  </a:cubicBezTo>
                  <a:cubicBezTo>
                    <a:pt x="207530" y="84293"/>
                    <a:pt x="210309" y="81515"/>
                    <a:pt x="210985" y="78211"/>
                  </a:cubicBezTo>
                  <a:cubicBezTo>
                    <a:pt x="212262" y="71303"/>
                    <a:pt x="204677" y="65897"/>
                    <a:pt x="197692" y="64846"/>
                  </a:cubicBezTo>
                  <a:cubicBezTo>
                    <a:pt x="190708" y="64921"/>
                    <a:pt x="183723" y="64192"/>
                    <a:pt x="176889" y="62668"/>
                  </a:cubicBezTo>
                  <a:cubicBezTo>
                    <a:pt x="167202" y="58914"/>
                    <a:pt x="162621" y="47651"/>
                    <a:pt x="159992" y="37890"/>
                  </a:cubicBezTo>
                  <a:cubicBezTo>
                    <a:pt x="157363" y="28129"/>
                    <a:pt x="155036" y="16867"/>
                    <a:pt x="147225" y="10034"/>
                  </a:cubicBezTo>
                  <a:cubicBezTo>
                    <a:pt x="133557" y="-1904"/>
                    <a:pt x="113204" y="5529"/>
                    <a:pt x="97133" y="5980"/>
                  </a:cubicBezTo>
                  <a:cubicBezTo>
                    <a:pt x="94805" y="5867"/>
                    <a:pt x="92552" y="5559"/>
                    <a:pt x="90299" y="5078"/>
                  </a:cubicBezTo>
                  <a:cubicBezTo>
                    <a:pt x="76181" y="-1491"/>
                    <a:pt x="59959" y="-1732"/>
                    <a:pt x="45690" y="4403"/>
                  </a:cubicBezTo>
                  <a:cubicBezTo>
                    <a:pt x="36978" y="8007"/>
                    <a:pt x="28342" y="12437"/>
                    <a:pt x="19480" y="15290"/>
                  </a:cubicBezTo>
                  <a:cubicBezTo>
                    <a:pt x="18654" y="15838"/>
                    <a:pt x="17753" y="16244"/>
                    <a:pt x="16776" y="16491"/>
                  </a:cubicBezTo>
                  <a:cubicBezTo>
                    <a:pt x="10918" y="17768"/>
                    <a:pt x="2357" y="20471"/>
                    <a:pt x="329" y="26853"/>
                  </a:cubicBezTo>
                  <a:cubicBezTo>
                    <a:pt x="329" y="27026"/>
                    <a:pt x="329" y="27206"/>
                    <a:pt x="329" y="27379"/>
                  </a:cubicBezTo>
                  <a:lnTo>
                    <a:pt x="1081" y="27904"/>
                  </a:lnTo>
                  <a:cubicBezTo>
                    <a:pt x="780" y="28272"/>
                    <a:pt x="404" y="28625"/>
                    <a:pt x="29" y="28955"/>
                  </a:cubicBezTo>
                  <a:cubicBezTo>
                    <a:pt x="-422" y="34181"/>
                    <a:pt x="1756" y="39295"/>
                    <a:pt x="5887" y="42546"/>
                  </a:cubicBezTo>
                  <a:cubicBezTo>
                    <a:pt x="8140" y="44010"/>
                    <a:pt x="9417" y="46555"/>
                    <a:pt x="9266" y="49228"/>
                  </a:cubicBezTo>
                  <a:cubicBezTo>
                    <a:pt x="32322" y="52156"/>
                    <a:pt x="52750" y="43071"/>
                    <a:pt x="72876" y="30832"/>
                  </a:cubicBezTo>
                  <a:cubicBezTo>
                    <a:pt x="72876" y="45174"/>
                    <a:pt x="84066" y="66723"/>
                    <a:pt x="91201" y="78887"/>
                  </a:cubicBezTo>
                  <a:cubicBezTo>
                    <a:pt x="97358" y="71979"/>
                    <a:pt x="106221" y="78136"/>
                    <a:pt x="107122" y="86770"/>
                  </a:cubicBezTo>
                  <a:cubicBezTo>
                    <a:pt x="107722" y="92402"/>
                    <a:pt x="101789" y="93678"/>
                    <a:pt x="101939" y="98784"/>
                  </a:cubicBezTo>
                  <a:cubicBezTo>
                    <a:pt x="103292" y="103672"/>
                    <a:pt x="105544" y="108245"/>
                    <a:pt x="108699" y="112224"/>
                  </a:cubicBezTo>
                  <a:cubicBezTo>
                    <a:pt x="108473" y="115708"/>
                    <a:pt x="108924" y="119207"/>
                    <a:pt x="110051" y="122511"/>
                  </a:cubicBezTo>
                  <a:cubicBezTo>
                    <a:pt x="112078" y="126453"/>
                    <a:pt x="113655" y="130605"/>
                    <a:pt x="114707" y="134900"/>
                  </a:cubicBezTo>
                  <a:cubicBezTo>
                    <a:pt x="115458" y="142408"/>
                    <a:pt x="109675" y="150742"/>
                    <a:pt x="114256" y="156599"/>
                  </a:cubicBezTo>
                  <a:cubicBezTo>
                    <a:pt x="116058" y="158776"/>
                    <a:pt x="118987" y="159978"/>
                    <a:pt x="120339" y="162531"/>
                  </a:cubicBezTo>
                  <a:cubicBezTo>
                    <a:pt x="120940" y="164078"/>
                    <a:pt x="121316" y="165737"/>
                    <a:pt x="121241" y="167411"/>
                  </a:cubicBezTo>
                  <a:cubicBezTo>
                    <a:pt x="121691" y="178809"/>
                    <a:pt x="122817" y="190169"/>
                    <a:pt x="124695" y="201425"/>
                  </a:cubicBezTo>
                  <a:cubicBezTo>
                    <a:pt x="124996" y="204413"/>
                    <a:pt x="125897" y="207319"/>
                    <a:pt x="127323" y="209984"/>
                  </a:cubicBezTo>
                  <a:cubicBezTo>
                    <a:pt x="132655" y="218619"/>
                    <a:pt x="145347" y="217493"/>
                    <a:pt x="155260" y="215390"/>
                  </a:cubicBezTo>
                  <a:cubicBezTo>
                    <a:pt x="154509" y="220774"/>
                    <a:pt x="157664" y="225947"/>
                    <a:pt x="162770" y="227779"/>
                  </a:cubicBezTo>
                  <a:cubicBezTo>
                    <a:pt x="167953" y="229243"/>
                    <a:pt x="173435" y="229243"/>
                    <a:pt x="178617" y="227779"/>
                  </a:cubicBezTo>
                  <a:cubicBezTo>
                    <a:pt x="187929" y="225669"/>
                    <a:pt x="196941" y="222441"/>
                    <a:pt x="205503" y="218168"/>
                  </a:cubicBezTo>
                  <a:lnTo>
                    <a:pt x="204601" y="211261"/>
                  </a:lnTo>
                  <a:cubicBezTo>
                    <a:pt x="215641" y="214617"/>
                    <a:pt x="227357" y="208362"/>
                    <a:pt x="230736" y="197287"/>
                  </a:cubicBezTo>
                  <a:cubicBezTo>
                    <a:pt x="231938" y="193248"/>
                    <a:pt x="231938" y="188930"/>
                    <a:pt x="230661" y="184906"/>
                  </a:cubicBezTo>
                  <a:cubicBezTo>
                    <a:pt x="237194" y="185326"/>
                    <a:pt x="243427" y="181895"/>
                    <a:pt x="246582" y="176121"/>
                  </a:cubicBezTo>
                  <a:cubicBezTo>
                    <a:pt x="249812" y="170317"/>
                    <a:pt x="249285" y="163146"/>
                    <a:pt x="245231" y="157875"/>
                  </a:cubicBezTo>
                  <a:close/>
                </a:path>
              </a:pathLst>
            </a:custGeom>
            <a:solidFill>
              <a:srgbClr val="D9924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1" name="Content Placeholder 4">
              <a:extLst>
                <a:ext uri="{FF2B5EF4-FFF2-40B4-BE49-F238E27FC236}">
                  <a16:creationId xmlns:a16="http://schemas.microsoft.com/office/drawing/2014/main" id="{DDE987F3-2B40-3A61-5C01-9CAC9AA61FF9}"/>
                </a:ext>
              </a:extLst>
            </p:cNvPr>
            <p:cNvSpPr/>
            <p:nvPr/>
          </p:nvSpPr>
          <p:spPr>
            <a:xfrm>
              <a:off x="10815124" y="1726765"/>
              <a:ext cx="132225" cy="315656"/>
            </a:xfrm>
            <a:custGeom>
              <a:avLst/>
              <a:gdLst>
                <a:gd name="connsiteX0" fmla="*/ 131339 w 132225"/>
                <a:gd name="connsiteY0" fmla="*/ 248218 h 315656"/>
                <a:gd name="connsiteX1" fmla="*/ 127584 w 132225"/>
                <a:gd name="connsiteY1" fmla="*/ 241760 h 315656"/>
                <a:gd name="connsiteX2" fmla="*/ 122027 w 132225"/>
                <a:gd name="connsiteY2" fmla="*/ 240334 h 315656"/>
                <a:gd name="connsiteX3" fmla="*/ 105355 w 132225"/>
                <a:gd name="connsiteY3" fmla="*/ 238306 h 315656"/>
                <a:gd name="connsiteX4" fmla="*/ 110086 w 132225"/>
                <a:gd name="connsiteY4" fmla="*/ 53974 h 315656"/>
                <a:gd name="connsiteX5" fmla="*/ 105355 w 132225"/>
                <a:gd name="connsiteY5" fmla="*/ 20787 h 315656"/>
                <a:gd name="connsiteX6" fmla="*/ 91086 w 132225"/>
                <a:gd name="connsiteY6" fmla="*/ 288 h 315656"/>
                <a:gd name="connsiteX7" fmla="*/ 71635 w 132225"/>
                <a:gd name="connsiteY7" fmla="*/ 7797 h 315656"/>
                <a:gd name="connsiteX8" fmla="*/ 59019 w 132225"/>
                <a:gd name="connsiteY8" fmla="*/ 52848 h 315656"/>
                <a:gd name="connsiteX9" fmla="*/ 53161 w 132225"/>
                <a:gd name="connsiteY9" fmla="*/ 100226 h 315656"/>
                <a:gd name="connsiteX10" fmla="*/ 38892 w 132225"/>
                <a:gd name="connsiteY10" fmla="*/ 183570 h 315656"/>
                <a:gd name="connsiteX11" fmla="*/ 33335 w 132225"/>
                <a:gd name="connsiteY11" fmla="*/ 225767 h 315656"/>
                <a:gd name="connsiteX12" fmla="*/ 32659 w 132225"/>
                <a:gd name="connsiteY12" fmla="*/ 229897 h 315656"/>
                <a:gd name="connsiteX13" fmla="*/ 28003 w 132225"/>
                <a:gd name="connsiteY13" fmla="*/ 229897 h 315656"/>
                <a:gd name="connsiteX14" fmla="*/ 14635 w 132225"/>
                <a:gd name="connsiteY14" fmla="*/ 231474 h 315656"/>
                <a:gd name="connsiteX15" fmla="*/ 9979 w 132225"/>
                <a:gd name="connsiteY15" fmla="*/ 233276 h 315656"/>
                <a:gd name="connsiteX16" fmla="*/ 6974 w 132225"/>
                <a:gd name="connsiteY16" fmla="*/ 238607 h 315656"/>
                <a:gd name="connsiteX17" fmla="*/ 2619 w 132225"/>
                <a:gd name="connsiteY17" fmla="*/ 294920 h 315656"/>
                <a:gd name="connsiteX18" fmla="*/ 4871 w 132225"/>
                <a:gd name="connsiteY18" fmla="*/ 298524 h 315656"/>
                <a:gd name="connsiteX19" fmla="*/ 9528 w 132225"/>
                <a:gd name="connsiteY19" fmla="*/ 300101 h 315656"/>
                <a:gd name="connsiteX20" fmla="*/ 72537 w 132225"/>
                <a:gd name="connsiteY20" fmla="*/ 309862 h 315656"/>
                <a:gd name="connsiteX21" fmla="*/ 103703 w 132225"/>
                <a:gd name="connsiteY21" fmla="*/ 313917 h 315656"/>
                <a:gd name="connsiteX22" fmla="*/ 123829 w 132225"/>
                <a:gd name="connsiteY22" fmla="*/ 311514 h 315656"/>
                <a:gd name="connsiteX23" fmla="*/ 128336 w 132225"/>
                <a:gd name="connsiteY23" fmla="*/ 298449 h 315656"/>
                <a:gd name="connsiteX24" fmla="*/ 130889 w 132225"/>
                <a:gd name="connsiteY24" fmla="*/ 276900 h 315656"/>
                <a:gd name="connsiteX25" fmla="*/ 131339 w 132225"/>
                <a:gd name="connsiteY25" fmla="*/ 248218 h 315656"/>
                <a:gd name="connsiteX26" fmla="*/ 44149 w 132225"/>
                <a:gd name="connsiteY26" fmla="*/ 230873 h 315656"/>
                <a:gd name="connsiteX27" fmla="*/ 40019 w 132225"/>
                <a:gd name="connsiteY27" fmla="*/ 230423 h 315656"/>
                <a:gd name="connsiteX28" fmla="*/ 46327 w 132225"/>
                <a:gd name="connsiteY28" fmla="*/ 162846 h 315656"/>
                <a:gd name="connsiteX29" fmla="*/ 50458 w 132225"/>
                <a:gd name="connsiteY29" fmla="*/ 136567 h 315656"/>
                <a:gd name="connsiteX30" fmla="*/ 54738 w 132225"/>
                <a:gd name="connsiteY30" fmla="*/ 113441 h 315656"/>
                <a:gd name="connsiteX31" fmla="*/ 59770 w 132225"/>
                <a:gd name="connsiteY31" fmla="*/ 92717 h 315656"/>
                <a:gd name="connsiteX32" fmla="*/ 73738 w 132225"/>
                <a:gd name="connsiteY32" fmla="*/ 18984 h 315656"/>
                <a:gd name="connsiteX33" fmla="*/ 89284 w 132225"/>
                <a:gd name="connsiteY33" fmla="*/ 11476 h 315656"/>
                <a:gd name="connsiteX34" fmla="*/ 93039 w 132225"/>
                <a:gd name="connsiteY34" fmla="*/ 14855 h 315656"/>
                <a:gd name="connsiteX35" fmla="*/ 106106 w 132225"/>
                <a:gd name="connsiteY35" fmla="*/ 63885 h 315656"/>
                <a:gd name="connsiteX36" fmla="*/ 107759 w 132225"/>
                <a:gd name="connsiteY36" fmla="*/ 95496 h 315656"/>
                <a:gd name="connsiteX37" fmla="*/ 107308 w 132225"/>
                <a:gd name="connsiteY37" fmla="*/ 122751 h 315656"/>
                <a:gd name="connsiteX38" fmla="*/ 102802 w 132225"/>
                <a:gd name="connsiteY38" fmla="*/ 143850 h 315656"/>
                <a:gd name="connsiteX39" fmla="*/ 100549 w 132225"/>
                <a:gd name="connsiteY39" fmla="*/ 183870 h 315656"/>
                <a:gd name="connsiteX40" fmla="*/ 101299 w 132225"/>
                <a:gd name="connsiteY40" fmla="*/ 237931 h 31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32225" h="315656">
                  <a:moveTo>
                    <a:pt x="131339" y="248218"/>
                  </a:moveTo>
                  <a:cubicBezTo>
                    <a:pt x="131190" y="245597"/>
                    <a:pt x="129763" y="243217"/>
                    <a:pt x="127584" y="241760"/>
                  </a:cubicBezTo>
                  <a:cubicBezTo>
                    <a:pt x="125857" y="240889"/>
                    <a:pt x="123980" y="240409"/>
                    <a:pt x="122027" y="240334"/>
                  </a:cubicBezTo>
                  <a:lnTo>
                    <a:pt x="105355" y="238306"/>
                  </a:lnTo>
                  <a:cubicBezTo>
                    <a:pt x="105355" y="176812"/>
                    <a:pt x="114818" y="115318"/>
                    <a:pt x="110086" y="53974"/>
                  </a:cubicBezTo>
                  <a:cubicBezTo>
                    <a:pt x="109411" y="42801"/>
                    <a:pt x="107834" y="31711"/>
                    <a:pt x="105355" y="20787"/>
                  </a:cubicBezTo>
                  <a:cubicBezTo>
                    <a:pt x="103402" y="12302"/>
                    <a:pt x="99497" y="2691"/>
                    <a:pt x="91086" y="288"/>
                  </a:cubicBezTo>
                  <a:cubicBezTo>
                    <a:pt x="83726" y="-1041"/>
                    <a:pt x="76216" y="1858"/>
                    <a:pt x="71635" y="7797"/>
                  </a:cubicBezTo>
                  <a:cubicBezTo>
                    <a:pt x="61272" y="19735"/>
                    <a:pt x="60295" y="36930"/>
                    <a:pt x="59019" y="52848"/>
                  </a:cubicBezTo>
                  <a:cubicBezTo>
                    <a:pt x="57742" y="68766"/>
                    <a:pt x="55639" y="84533"/>
                    <a:pt x="53161" y="100226"/>
                  </a:cubicBezTo>
                  <a:cubicBezTo>
                    <a:pt x="48880" y="128082"/>
                    <a:pt x="43323" y="155713"/>
                    <a:pt x="38892" y="183570"/>
                  </a:cubicBezTo>
                  <a:cubicBezTo>
                    <a:pt x="36639" y="197535"/>
                    <a:pt x="34686" y="211651"/>
                    <a:pt x="33335" y="225767"/>
                  </a:cubicBezTo>
                  <a:cubicBezTo>
                    <a:pt x="33335" y="226593"/>
                    <a:pt x="32959" y="228170"/>
                    <a:pt x="32659" y="229897"/>
                  </a:cubicBezTo>
                  <a:cubicBezTo>
                    <a:pt x="31081" y="229897"/>
                    <a:pt x="29580" y="229897"/>
                    <a:pt x="28003" y="229897"/>
                  </a:cubicBezTo>
                  <a:cubicBezTo>
                    <a:pt x="23496" y="229897"/>
                    <a:pt x="18990" y="230423"/>
                    <a:pt x="14635" y="231474"/>
                  </a:cubicBezTo>
                  <a:cubicBezTo>
                    <a:pt x="12983" y="231744"/>
                    <a:pt x="11405" y="232360"/>
                    <a:pt x="9979" y="233276"/>
                  </a:cubicBezTo>
                  <a:cubicBezTo>
                    <a:pt x="8401" y="234657"/>
                    <a:pt x="7350" y="236534"/>
                    <a:pt x="6974" y="238607"/>
                  </a:cubicBezTo>
                  <a:cubicBezTo>
                    <a:pt x="1867" y="257303"/>
                    <a:pt x="-3314" y="276825"/>
                    <a:pt x="2619" y="294920"/>
                  </a:cubicBezTo>
                  <a:cubicBezTo>
                    <a:pt x="2994" y="296332"/>
                    <a:pt x="3745" y="297593"/>
                    <a:pt x="4871" y="298524"/>
                  </a:cubicBezTo>
                  <a:cubicBezTo>
                    <a:pt x="6299" y="299403"/>
                    <a:pt x="7876" y="299943"/>
                    <a:pt x="9528" y="300101"/>
                  </a:cubicBezTo>
                  <a:cubicBezTo>
                    <a:pt x="30481" y="303630"/>
                    <a:pt x="51434" y="306934"/>
                    <a:pt x="72537" y="309862"/>
                  </a:cubicBezTo>
                  <a:cubicBezTo>
                    <a:pt x="82900" y="311289"/>
                    <a:pt x="93339" y="312565"/>
                    <a:pt x="103703" y="313917"/>
                  </a:cubicBezTo>
                  <a:cubicBezTo>
                    <a:pt x="111213" y="314893"/>
                    <a:pt x="117972" y="318271"/>
                    <a:pt x="123829" y="311514"/>
                  </a:cubicBezTo>
                  <a:cubicBezTo>
                    <a:pt x="126683" y="307737"/>
                    <a:pt x="128261" y="303172"/>
                    <a:pt x="128336" y="298449"/>
                  </a:cubicBezTo>
                  <a:cubicBezTo>
                    <a:pt x="129162" y="291316"/>
                    <a:pt x="129988" y="284108"/>
                    <a:pt x="130889" y="276900"/>
                  </a:cubicBezTo>
                  <a:cubicBezTo>
                    <a:pt x="132466" y="267417"/>
                    <a:pt x="132616" y="257746"/>
                    <a:pt x="131339" y="248218"/>
                  </a:cubicBezTo>
                  <a:close/>
                  <a:moveTo>
                    <a:pt x="44149" y="230873"/>
                  </a:moveTo>
                  <a:lnTo>
                    <a:pt x="40019" y="230423"/>
                  </a:lnTo>
                  <a:cubicBezTo>
                    <a:pt x="39943" y="207747"/>
                    <a:pt x="42046" y="185116"/>
                    <a:pt x="46327" y="162846"/>
                  </a:cubicBezTo>
                  <a:cubicBezTo>
                    <a:pt x="47679" y="154062"/>
                    <a:pt x="49105" y="145352"/>
                    <a:pt x="50458" y="136567"/>
                  </a:cubicBezTo>
                  <a:cubicBezTo>
                    <a:pt x="51809" y="127782"/>
                    <a:pt x="52936" y="121099"/>
                    <a:pt x="54738" y="113441"/>
                  </a:cubicBezTo>
                  <a:cubicBezTo>
                    <a:pt x="56540" y="105782"/>
                    <a:pt x="58418" y="99700"/>
                    <a:pt x="59770" y="92717"/>
                  </a:cubicBezTo>
                  <a:cubicBezTo>
                    <a:pt x="64501" y="67864"/>
                    <a:pt x="59770" y="40158"/>
                    <a:pt x="73738" y="18984"/>
                  </a:cubicBezTo>
                  <a:cubicBezTo>
                    <a:pt x="77193" y="13653"/>
                    <a:pt x="83726" y="8623"/>
                    <a:pt x="89284" y="11476"/>
                  </a:cubicBezTo>
                  <a:cubicBezTo>
                    <a:pt x="90711" y="12355"/>
                    <a:pt x="91987" y="13503"/>
                    <a:pt x="93039" y="14855"/>
                  </a:cubicBezTo>
                  <a:cubicBezTo>
                    <a:pt x="103929" y="28145"/>
                    <a:pt x="105280" y="46691"/>
                    <a:pt x="106106" y="63885"/>
                  </a:cubicBezTo>
                  <a:cubicBezTo>
                    <a:pt x="106707" y="74397"/>
                    <a:pt x="107233" y="84909"/>
                    <a:pt x="107759" y="95496"/>
                  </a:cubicBezTo>
                  <a:cubicBezTo>
                    <a:pt x="108510" y="104573"/>
                    <a:pt x="108359" y="113704"/>
                    <a:pt x="107308" y="122751"/>
                  </a:cubicBezTo>
                  <a:cubicBezTo>
                    <a:pt x="106256" y="129884"/>
                    <a:pt x="104153" y="136792"/>
                    <a:pt x="102802" y="143850"/>
                  </a:cubicBezTo>
                  <a:cubicBezTo>
                    <a:pt x="100624" y="157072"/>
                    <a:pt x="99873" y="170490"/>
                    <a:pt x="100549" y="183870"/>
                  </a:cubicBezTo>
                  <a:cubicBezTo>
                    <a:pt x="100549" y="201890"/>
                    <a:pt x="101075" y="219911"/>
                    <a:pt x="101299" y="237931"/>
                  </a:cubicBezTo>
                  <a:close/>
                </a:path>
              </a:pathLst>
            </a:custGeom>
            <a:solidFill>
              <a:srgbClr val="4C4C4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2" name="Content Placeholder 4">
              <a:extLst>
                <a:ext uri="{FF2B5EF4-FFF2-40B4-BE49-F238E27FC236}">
                  <a16:creationId xmlns:a16="http://schemas.microsoft.com/office/drawing/2014/main" id="{A1E179DE-A43C-F351-A94B-0D5222875189}"/>
                </a:ext>
              </a:extLst>
            </p:cNvPr>
            <p:cNvSpPr/>
            <p:nvPr/>
          </p:nvSpPr>
          <p:spPr>
            <a:xfrm>
              <a:off x="10773400" y="1741654"/>
              <a:ext cx="145540" cy="158670"/>
            </a:xfrm>
            <a:custGeom>
              <a:avLst/>
              <a:gdLst>
                <a:gd name="connsiteX0" fmla="*/ 122822 w 145540"/>
                <a:gd name="connsiteY0" fmla="*/ 122879 h 158670"/>
                <a:gd name="connsiteX1" fmla="*/ 99315 w 145540"/>
                <a:gd name="connsiteY1" fmla="*/ 157118 h 158670"/>
                <a:gd name="connsiteX2" fmla="*/ 71604 w 145540"/>
                <a:gd name="connsiteY2" fmla="*/ 155466 h 158670"/>
                <a:gd name="connsiteX3" fmla="*/ 19935 w 145540"/>
                <a:gd name="connsiteY3" fmla="*/ 132941 h 158670"/>
                <a:gd name="connsiteX4" fmla="*/ 109 w 145540"/>
                <a:gd name="connsiteY4" fmla="*/ 105535 h 158670"/>
                <a:gd name="connsiteX5" fmla="*/ 2361 w 145540"/>
                <a:gd name="connsiteY5" fmla="*/ 100654 h 158670"/>
                <a:gd name="connsiteX6" fmla="*/ 14077 w 145540"/>
                <a:gd name="connsiteY6" fmla="*/ 103207 h 158670"/>
                <a:gd name="connsiteX7" fmla="*/ 72880 w 145540"/>
                <a:gd name="connsiteY7" fmla="*/ 124756 h 158670"/>
                <a:gd name="connsiteX8" fmla="*/ 80390 w 145540"/>
                <a:gd name="connsiteY8" fmla="*/ 124156 h 158670"/>
                <a:gd name="connsiteX9" fmla="*/ 90829 w 145540"/>
                <a:gd name="connsiteY9" fmla="*/ 107187 h 158670"/>
                <a:gd name="connsiteX10" fmla="*/ 104047 w 145540"/>
                <a:gd name="connsiteY10" fmla="*/ 25720 h 158670"/>
                <a:gd name="connsiteX11" fmla="*/ 107802 w 145540"/>
                <a:gd name="connsiteY11" fmla="*/ 10703 h 158670"/>
                <a:gd name="connsiteX12" fmla="*/ 128454 w 145540"/>
                <a:gd name="connsiteY12" fmla="*/ 116 h 158670"/>
                <a:gd name="connsiteX13" fmla="*/ 139870 w 145540"/>
                <a:gd name="connsiteY13" fmla="*/ 52675 h 158670"/>
                <a:gd name="connsiteX14" fmla="*/ 122822 w 145540"/>
                <a:gd name="connsiteY14" fmla="*/ 122879 h 158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5540" h="158670">
                  <a:moveTo>
                    <a:pt x="122822" y="122879"/>
                  </a:moveTo>
                  <a:cubicBezTo>
                    <a:pt x="118766" y="136695"/>
                    <a:pt x="112834" y="152162"/>
                    <a:pt x="99315" y="157118"/>
                  </a:cubicBezTo>
                  <a:cubicBezTo>
                    <a:pt x="90154" y="159611"/>
                    <a:pt x="80390" y="159033"/>
                    <a:pt x="71604" y="155466"/>
                  </a:cubicBezTo>
                  <a:cubicBezTo>
                    <a:pt x="53505" y="150052"/>
                    <a:pt x="36156" y="142491"/>
                    <a:pt x="19935" y="132941"/>
                  </a:cubicBezTo>
                  <a:cubicBezTo>
                    <a:pt x="9647" y="126859"/>
                    <a:pt x="-1394" y="117398"/>
                    <a:pt x="109" y="105535"/>
                  </a:cubicBezTo>
                  <a:cubicBezTo>
                    <a:pt x="259" y="103688"/>
                    <a:pt x="1010" y="101946"/>
                    <a:pt x="2361" y="100654"/>
                  </a:cubicBezTo>
                  <a:cubicBezTo>
                    <a:pt x="5666" y="97951"/>
                    <a:pt x="10548" y="100654"/>
                    <a:pt x="14077" y="103207"/>
                  </a:cubicBezTo>
                  <a:cubicBezTo>
                    <a:pt x="31350" y="115664"/>
                    <a:pt x="51702" y="123120"/>
                    <a:pt x="72880" y="124756"/>
                  </a:cubicBezTo>
                  <a:cubicBezTo>
                    <a:pt x="75433" y="125072"/>
                    <a:pt x="77987" y="124869"/>
                    <a:pt x="80390" y="124156"/>
                  </a:cubicBezTo>
                  <a:cubicBezTo>
                    <a:pt x="86924" y="121828"/>
                    <a:pt x="89403" y="114019"/>
                    <a:pt x="90829" y="107187"/>
                  </a:cubicBezTo>
                  <a:cubicBezTo>
                    <a:pt x="96537" y="80306"/>
                    <a:pt x="100967" y="53051"/>
                    <a:pt x="104047" y="25720"/>
                  </a:cubicBezTo>
                  <a:cubicBezTo>
                    <a:pt x="104347" y="20524"/>
                    <a:pt x="105624" y="15426"/>
                    <a:pt x="107802" y="10703"/>
                  </a:cubicBezTo>
                  <a:cubicBezTo>
                    <a:pt x="111857" y="3307"/>
                    <a:pt x="120043" y="-882"/>
                    <a:pt x="128454" y="116"/>
                  </a:cubicBezTo>
                  <a:cubicBezTo>
                    <a:pt x="155115" y="3720"/>
                    <a:pt x="143474" y="36232"/>
                    <a:pt x="139870" y="52675"/>
                  </a:cubicBezTo>
                  <a:cubicBezTo>
                    <a:pt x="135439" y="76199"/>
                    <a:pt x="129806" y="99603"/>
                    <a:pt x="122822" y="122879"/>
                  </a:cubicBezTo>
                  <a:close/>
                </a:path>
              </a:pathLst>
            </a:custGeom>
            <a:solidFill>
              <a:srgbClr val="C0CCC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3" name="Content Placeholder 4">
              <a:extLst>
                <a:ext uri="{FF2B5EF4-FFF2-40B4-BE49-F238E27FC236}">
                  <a16:creationId xmlns:a16="http://schemas.microsoft.com/office/drawing/2014/main" id="{C5D30DBB-D3DA-8BFC-AB4C-1753C9E19B8C}"/>
                </a:ext>
              </a:extLst>
            </p:cNvPr>
            <p:cNvSpPr/>
            <p:nvPr/>
          </p:nvSpPr>
          <p:spPr>
            <a:xfrm>
              <a:off x="10790398" y="1889059"/>
              <a:ext cx="3935" cy="1839"/>
            </a:xfrm>
            <a:custGeom>
              <a:avLst/>
              <a:gdLst>
                <a:gd name="connsiteX0" fmla="*/ 3387 w 3935"/>
                <a:gd name="connsiteY0" fmla="*/ 27 h 1839"/>
                <a:gd name="connsiteX1" fmla="*/ 2411 w 3935"/>
                <a:gd name="connsiteY1" fmla="*/ 27 h 1839"/>
                <a:gd name="connsiteX2" fmla="*/ 684 w 3935"/>
                <a:gd name="connsiteY2" fmla="*/ 477 h 1839"/>
                <a:gd name="connsiteX3" fmla="*/ 84 w 3935"/>
                <a:gd name="connsiteY3" fmla="*/ 477 h 1839"/>
                <a:gd name="connsiteX4" fmla="*/ 84 w 3935"/>
                <a:gd name="connsiteY4" fmla="*/ 1153 h 1839"/>
                <a:gd name="connsiteX5" fmla="*/ 684 w 3935"/>
                <a:gd name="connsiteY5" fmla="*/ 1753 h 1839"/>
                <a:gd name="connsiteX6" fmla="*/ 1510 w 3935"/>
                <a:gd name="connsiteY6" fmla="*/ 1753 h 1839"/>
                <a:gd name="connsiteX7" fmla="*/ 3387 w 3935"/>
                <a:gd name="connsiteY7" fmla="*/ 27 h 1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35" h="1839">
                  <a:moveTo>
                    <a:pt x="3387" y="27"/>
                  </a:moveTo>
                  <a:cubicBezTo>
                    <a:pt x="3087" y="-49"/>
                    <a:pt x="2712" y="-49"/>
                    <a:pt x="2411" y="27"/>
                  </a:cubicBezTo>
                  <a:cubicBezTo>
                    <a:pt x="1811" y="94"/>
                    <a:pt x="1209" y="244"/>
                    <a:pt x="684" y="477"/>
                  </a:cubicBezTo>
                  <a:lnTo>
                    <a:pt x="84" y="477"/>
                  </a:lnTo>
                  <a:cubicBezTo>
                    <a:pt x="-67" y="687"/>
                    <a:pt x="-67" y="943"/>
                    <a:pt x="84" y="1153"/>
                  </a:cubicBezTo>
                  <a:cubicBezTo>
                    <a:pt x="159" y="1446"/>
                    <a:pt x="383" y="1678"/>
                    <a:pt x="684" y="1753"/>
                  </a:cubicBezTo>
                  <a:cubicBezTo>
                    <a:pt x="985" y="1829"/>
                    <a:pt x="1209" y="1829"/>
                    <a:pt x="1510" y="1753"/>
                  </a:cubicBezTo>
                  <a:cubicBezTo>
                    <a:pt x="1736" y="1904"/>
                    <a:pt x="5190" y="777"/>
                    <a:pt x="3387" y="27"/>
                  </a:cubicBezTo>
                  <a:close/>
                </a:path>
              </a:pathLst>
            </a:custGeom>
            <a:solidFill>
              <a:srgbClr val="EDED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784" name="Group 1783">
            <a:extLst>
              <a:ext uri="{FF2B5EF4-FFF2-40B4-BE49-F238E27FC236}">
                <a16:creationId xmlns:a16="http://schemas.microsoft.com/office/drawing/2014/main" id="{5D47216D-CE92-83F9-0DFB-8C7E7555F232}"/>
              </a:ext>
            </a:extLst>
          </p:cNvPr>
          <p:cNvGrpSpPr/>
          <p:nvPr userDrawn="1"/>
        </p:nvGrpSpPr>
        <p:grpSpPr>
          <a:xfrm>
            <a:off x="7665721" y="1938367"/>
            <a:ext cx="451321" cy="824160"/>
            <a:chOff x="9009441" y="1559119"/>
            <a:chExt cx="451321" cy="824160"/>
          </a:xfrm>
        </p:grpSpPr>
        <p:sp>
          <p:nvSpPr>
            <p:cNvPr id="1785" name="Content Placeholder 4">
              <a:extLst>
                <a:ext uri="{FF2B5EF4-FFF2-40B4-BE49-F238E27FC236}">
                  <a16:creationId xmlns:a16="http://schemas.microsoft.com/office/drawing/2014/main" id="{F1B17700-423C-5212-503D-5FFD6A8580BE}"/>
                </a:ext>
              </a:extLst>
            </p:cNvPr>
            <p:cNvSpPr/>
            <p:nvPr/>
          </p:nvSpPr>
          <p:spPr>
            <a:xfrm>
              <a:off x="9066343" y="2342635"/>
              <a:ext cx="298688" cy="40644"/>
            </a:xfrm>
            <a:custGeom>
              <a:avLst/>
              <a:gdLst>
                <a:gd name="connsiteX0" fmla="*/ 268777 w 298688"/>
                <a:gd name="connsiteY0" fmla="*/ 28568 h 40644"/>
                <a:gd name="connsiteX1" fmla="*/ 232203 w 298688"/>
                <a:gd name="connsiteY1" fmla="*/ 32473 h 40644"/>
                <a:gd name="connsiteX2" fmla="*/ 113020 w 298688"/>
                <a:gd name="connsiteY2" fmla="*/ 38780 h 40644"/>
                <a:gd name="connsiteX3" fmla="*/ 55042 w 298688"/>
                <a:gd name="connsiteY3" fmla="*/ 40582 h 40644"/>
                <a:gd name="connsiteX4" fmla="*/ 18544 w 298688"/>
                <a:gd name="connsiteY4" fmla="*/ 36678 h 40644"/>
                <a:gd name="connsiteX5" fmla="*/ -5 w 298688"/>
                <a:gd name="connsiteY5" fmla="*/ 22261 h 40644"/>
                <a:gd name="connsiteX6" fmla="*/ 22525 w 298688"/>
                <a:gd name="connsiteY6" fmla="*/ 7244 h 40644"/>
                <a:gd name="connsiteX7" fmla="*/ 61501 w 298688"/>
                <a:gd name="connsiteY7" fmla="*/ 2214 h 40644"/>
                <a:gd name="connsiteX8" fmla="*/ 271781 w 298688"/>
                <a:gd name="connsiteY8" fmla="*/ 6869 h 40644"/>
                <a:gd name="connsiteX9" fmla="*/ 297315 w 298688"/>
                <a:gd name="connsiteY9" fmla="*/ 14753 h 40644"/>
                <a:gd name="connsiteX10" fmla="*/ 268777 w 298688"/>
                <a:gd name="connsiteY10" fmla="*/ 28568 h 40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8688" h="40644">
                  <a:moveTo>
                    <a:pt x="268777" y="28568"/>
                  </a:moveTo>
                  <a:cubicBezTo>
                    <a:pt x="256678" y="30648"/>
                    <a:pt x="244467" y="31955"/>
                    <a:pt x="232203" y="32473"/>
                  </a:cubicBezTo>
                  <a:lnTo>
                    <a:pt x="113020" y="38780"/>
                  </a:lnTo>
                  <a:cubicBezTo>
                    <a:pt x="93719" y="39831"/>
                    <a:pt x="74268" y="40807"/>
                    <a:pt x="55042" y="40582"/>
                  </a:cubicBezTo>
                  <a:cubicBezTo>
                    <a:pt x="42764" y="40762"/>
                    <a:pt x="30508" y="39456"/>
                    <a:pt x="18544" y="36678"/>
                  </a:cubicBezTo>
                  <a:cubicBezTo>
                    <a:pt x="7730" y="33749"/>
                    <a:pt x="-531" y="28343"/>
                    <a:pt x="-5" y="22261"/>
                  </a:cubicBezTo>
                  <a:cubicBezTo>
                    <a:pt x="520" y="16179"/>
                    <a:pt x="10583" y="10098"/>
                    <a:pt x="22525" y="7244"/>
                  </a:cubicBezTo>
                  <a:cubicBezTo>
                    <a:pt x="35329" y="4339"/>
                    <a:pt x="48381" y="2657"/>
                    <a:pt x="61501" y="2214"/>
                  </a:cubicBezTo>
                  <a:cubicBezTo>
                    <a:pt x="131607" y="-1908"/>
                    <a:pt x="201931" y="-347"/>
                    <a:pt x="271781" y="6869"/>
                  </a:cubicBezTo>
                  <a:cubicBezTo>
                    <a:pt x="282295" y="7995"/>
                    <a:pt x="294311" y="9872"/>
                    <a:pt x="297315" y="14753"/>
                  </a:cubicBezTo>
                  <a:cubicBezTo>
                    <a:pt x="303323" y="24063"/>
                    <a:pt x="288378" y="27592"/>
                    <a:pt x="268777" y="28568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6" name="Content Placeholder 4">
              <a:extLst>
                <a:ext uri="{FF2B5EF4-FFF2-40B4-BE49-F238E27FC236}">
                  <a16:creationId xmlns:a16="http://schemas.microsoft.com/office/drawing/2014/main" id="{27B279B0-0842-1DAF-04D9-AA87F8AC3D7E}"/>
                </a:ext>
              </a:extLst>
            </p:cNvPr>
            <p:cNvSpPr/>
            <p:nvPr/>
          </p:nvSpPr>
          <p:spPr>
            <a:xfrm>
              <a:off x="9276758" y="1733663"/>
              <a:ext cx="184004" cy="165200"/>
            </a:xfrm>
            <a:custGeom>
              <a:avLst/>
              <a:gdLst>
                <a:gd name="connsiteX0" fmla="*/ 21338 w 184004"/>
                <a:gd name="connsiteY0" fmla="*/ 373 h 165200"/>
                <a:gd name="connsiteX1" fmla="*/ 40564 w 184004"/>
                <a:gd name="connsiteY1" fmla="*/ 16891 h 165200"/>
                <a:gd name="connsiteX2" fmla="*/ 46121 w 184004"/>
                <a:gd name="connsiteY2" fmla="*/ 42570 h 165200"/>
                <a:gd name="connsiteX3" fmla="*/ 60165 w 184004"/>
                <a:gd name="connsiteY3" fmla="*/ 109696 h 165200"/>
                <a:gd name="connsiteX4" fmla="*/ 71054 w 184004"/>
                <a:gd name="connsiteY4" fmla="*/ 120207 h 165200"/>
                <a:gd name="connsiteX5" fmla="*/ 148107 w 184004"/>
                <a:gd name="connsiteY5" fmla="*/ 137852 h 165200"/>
                <a:gd name="connsiteX6" fmla="*/ 149083 w 184004"/>
                <a:gd name="connsiteY6" fmla="*/ 140255 h 165200"/>
                <a:gd name="connsiteX7" fmla="*/ 160573 w 184004"/>
                <a:gd name="connsiteY7" fmla="*/ 140255 h 165200"/>
                <a:gd name="connsiteX8" fmla="*/ 163352 w 184004"/>
                <a:gd name="connsiteY8" fmla="*/ 140630 h 165200"/>
                <a:gd name="connsiteX9" fmla="*/ 165455 w 184004"/>
                <a:gd name="connsiteY9" fmla="*/ 142583 h 165200"/>
                <a:gd name="connsiteX10" fmla="*/ 174542 w 184004"/>
                <a:gd name="connsiteY10" fmla="*/ 143709 h 165200"/>
                <a:gd name="connsiteX11" fmla="*/ 183028 w 184004"/>
                <a:gd name="connsiteY11" fmla="*/ 146112 h 165200"/>
                <a:gd name="connsiteX12" fmla="*/ 183779 w 184004"/>
                <a:gd name="connsiteY12" fmla="*/ 149716 h 165200"/>
                <a:gd name="connsiteX13" fmla="*/ 180925 w 184004"/>
                <a:gd name="connsiteY13" fmla="*/ 161204 h 165200"/>
                <a:gd name="connsiteX14" fmla="*/ 175668 w 184004"/>
                <a:gd name="connsiteY14" fmla="*/ 164207 h 165200"/>
                <a:gd name="connsiteX15" fmla="*/ 145178 w 184004"/>
                <a:gd name="connsiteY15" fmla="*/ 160152 h 165200"/>
                <a:gd name="connsiteX16" fmla="*/ 139770 w 184004"/>
                <a:gd name="connsiteY16" fmla="*/ 158275 h 165200"/>
                <a:gd name="connsiteX17" fmla="*/ 138944 w 184004"/>
                <a:gd name="connsiteY17" fmla="*/ 157074 h 165200"/>
                <a:gd name="connsiteX18" fmla="*/ 119193 w 184004"/>
                <a:gd name="connsiteY18" fmla="*/ 158876 h 165200"/>
                <a:gd name="connsiteX19" fmla="*/ 64596 w 184004"/>
                <a:gd name="connsiteY19" fmla="*/ 152569 h 165200"/>
                <a:gd name="connsiteX20" fmla="*/ 36132 w 184004"/>
                <a:gd name="connsiteY20" fmla="*/ 140555 h 165200"/>
                <a:gd name="connsiteX21" fmla="*/ 16081 w 184004"/>
                <a:gd name="connsiteY21" fmla="*/ 92952 h 165200"/>
                <a:gd name="connsiteX22" fmla="*/ 21338 w 184004"/>
                <a:gd name="connsiteY22" fmla="*/ 373 h 165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4004" h="165200">
                  <a:moveTo>
                    <a:pt x="21338" y="373"/>
                  </a:moveTo>
                  <a:cubicBezTo>
                    <a:pt x="30087" y="2362"/>
                    <a:pt x="37282" y="8542"/>
                    <a:pt x="40564" y="16891"/>
                  </a:cubicBezTo>
                  <a:cubicBezTo>
                    <a:pt x="43628" y="25143"/>
                    <a:pt x="45498" y="33793"/>
                    <a:pt x="46121" y="42570"/>
                  </a:cubicBezTo>
                  <a:cubicBezTo>
                    <a:pt x="49035" y="65276"/>
                    <a:pt x="53729" y="87726"/>
                    <a:pt x="60165" y="109696"/>
                  </a:cubicBezTo>
                  <a:cubicBezTo>
                    <a:pt x="60743" y="115387"/>
                    <a:pt x="65346" y="119832"/>
                    <a:pt x="71054" y="120207"/>
                  </a:cubicBezTo>
                  <a:lnTo>
                    <a:pt x="148107" y="137852"/>
                  </a:lnTo>
                  <a:cubicBezTo>
                    <a:pt x="148542" y="138603"/>
                    <a:pt x="148865" y="139414"/>
                    <a:pt x="149083" y="140255"/>
                  </a:cubicBezTo>
                  <a:cubicBezTo>
                    <a:pt x="153063" y="140255"/>
                    <a:pt x="157344" y="140255"/>
                    <a:pt x="160573" y="140255"/>
                  </a:cubicBezTo>
                  <a:cubicBezTo>
                    <a:pt x="161520" y="140112"/>
                    <a:pt x="162481" y="140248"/>
                    <a:pt x="163352" y="140630"/>
                  </a:cubicBezTo>
                  <a:cubicBezTo>
                    <a:pt x="164155" y="141164"/>
                    <a:pt x="164869" y="141817"/>
                    <a:pt x="165455" y="142583"/>
                  </a:cubicBezTo>
                  <a:cubicBezTo>
                    <a:pt x="168181" y="144250"/>
                    <a:pt x="171492" y="144655"/>
                    <a:pt x="174542" y="143709"/>
                  </a:cubicBezTo>
                  <a:cubicBezTo>
                    <a:pt x="177621" y="143258"/>
                    <a:pt x="181451" y="143334"/>
                    <a:pt x="183028" y="146112"/>
                  </a:cubicBezTo>
                  <a:cubicBezTo>
                    <a:pt x="183576" y="147230"/>
                    <a:pt x="183831" y="148469"/>
                    <a:pt x="183779" y="149716"/>
                  </a:cubicBezTo>
                  <a:cubicBezTo>
                    <a:pt x="184440" y="153778"/>
                    <a:pt x="183411" y="157930"/>
                    <a:pt x="180925" y="161204"/>
                  </a:cubicBezTo>
                  <a:cubicBezTo>
                    <a:pt x="179476" y="162660"/>
                    <a:pt x="177659" y="163696"/>
                    <a:pt x="175668" y="164207"/>
                  </a:cubicBezTo>
                  <a:cubicBezTo>
                    <a:pt x="165755" y="167286"/>
                    <a:pt x="155391" y="162180"/>
                    <a:pt x="145178" y="160152"/>
                  </a:cubicBezTo>
                  <a:cubicBezTo>
                    <a:pt x="143255" y="159950"/>
                    <a:pt x="141408" y="159304"/>
                    <a:pt x="139770" y="158275"/>
                  </a:cubicBezTo>
                  <a:cubicBezTo>
                    <a:pt x="139395" y="158275"/>
                    <a:pt x="139245" y="157524"/>
                    <a:pt x="138944" y="157074"/>
                  </a:cubicBezTo>
                  <a:cubicBezTo>
                    <a:pt x="132576" y="159131"/>
                    <a:pt x="125832" y="159747"/>
                    <a:pt x="119193" y="158876"/>
                  </a:cubicBezTo>
                  <a:cubicBezTo>
                    <a:pt x="100869" y="158013"/>
                    <a:pt x="82627" y="155910"/>
                    <a:pt x="64596" y="152569"/>
                  </a:cubicBezTo>
                  <a:cubicBezTo>
                    <a:pt x="54254" y="150985"/>
                    <a:pt x="44476" y="146863"/>
                    <a:pt x="36132" y="140555"/>
                  </a:cubicBezTo>
                  <a:cubicBezTo>
                    <a:pt x="22840" y="129068"/>
                    <a:pt x="19461" y="110146"/>
                    <a:pt x="16081" y="92952"/>
                  </a:cubicBezTo>
                  <a:cubicBezTo>
                    <a:pt x="12701" y="75757"/>
                    <a:pt x="-21469" y="-6460"/>
                    <a:pt x="21338" y="373"/>
                  </a:cubicBezTo>
                  <a:close/>
                </a:path>
              </a:pathLst>
            </a:custGeom>
            <a:solidFill>
              <a:srgbClr val="EADF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7" name="Content Placeholder 4">
              <a:extLst>
                <a:ext uri="{FF2B5EF4-FFF2-40B4-BE49-F238E27FC236}">
                  <a16:creationId xmlns:a16="http://schemas.microsoft.com/office/drawing/2014/main" id="{9CB1BC02-21D1-D585-B792-8A3322B4FC2E}"/>
                </a:ext>
              </a:extLst>
            </p:cNvPr>
            <p:cNvSpPr/>
            <p:nvPr/>
          </p:nvSpPr>
          <p:spPr>
            <a:xfrm>
              <a:off x="9009441" y="1726764"/>
              <a:ext cx="233964" cy="211484"/>
            </a:xfrm>
            <a:custGeom>
              <a:avLst/>
              <a:gdLst>
                <a:gd name="connsiteX0" fmla="*/ 230753 w 233964"/>
                <a:gd name="connsiteY0" fmla="*/ 18085 h 211484"/>
                <a:gd name="connsiteX1" fmla="*/ 211001 w 233964"/>
                <a:gd name="connsiteY1" fmla="*/ 64 h 211484"/>
                <a:gd name="connsiteX2" fmla="*/ 193278 w 233964"/>
                <a:gd name="connsiteY2" fmla="*/ 3068 h 211484"/>
                <a:gd name="connsiteX3" fmla="*/ 75296 w 233964"/>
                <a:gd name="connsiteY3" fmla="*/ 46542 h 211484"/>
                <a:gd name="connsiteX4" fmla="*/ 43529 w 233964"/>
                <a:gd name="connsiteY4" fmla="*/ 79279 h 211484"/>
                <a:gd name="connsiteX5" fmla="*/ 27457 w 233964"/>
                <a:gd name="connsiteY5" fmla="*/ 117497 h 211484"/>
                <a:gd name="connsiteX6" fmla="*/ 13489 w 233964"/>
                <a:gd name="connsiteY6" fmla="*/ 165326 h 211484"/>
                <a:gd name="connsiteX7" fmla="*/ 12963 w 233964"/>
                <a:gd name="connsiteY7" fmla="*/ 168029 h 211484"/>
                <a:gd name="connsiteX8" fmla="*/ 8307 w 233964"/>
                <a:gd name="connsiteY8" fmla="*/ 178691 h 211484"/>
                <a:gd name="connsiteX9" fmla="*/ 2674 w 233964"/>
                <a:gd name="connsiteY9" fmla="*/ 191004 h 211484"/>
                <a:gd name="connsiteX10" fmla="*/ -29 w 233964"/>
                <a:gd name="connsiteY10" fmla="*/ 200690 h 211484"/>
                <a:gd name="connsiteX11" fmla="*/ 9509 w 233964"/>
                <a:gd name="connsiteY11" fmla="*/ 211277 h 211484"/>
                <a:gd name="connsiteX12" fmla="*/ 23102 w 233964"/>
                <a:gd name="connsiteY12" fmla="*/ 205946 h 211484"/>
                <a:gd name="connsiteX13" fmla="*/ 28433 w 233964"/>
                <a:gd name="connsiteY13" fmla="*/ 201441 h 211484"/>
                <a:gd name="connsiteX14" fmla="*/ 30311 w 233964"/>
                <a:gd name="connsiteY14" fmla="*/ 201441 h 211484"/>
                <a:gd name="connsiteX15" fmla="*/ 32865 w 233964"/>
                <a:gd name="connsiteY15" fmla="*/ 198062 h 211484"/>
                <a:gd name="connsiteX16" fmla="*/ 37145 w 233964"/>
                <a:gd name="connsiteY16" fmla="*/ 176438 h 211484"/>
                <a:gd name="connsiteX17" fmla="*/ 37145 w 233964"/>
                <a:gd name="connsiteY17" fmla="*/ 175387 h 211484"/>
                <a:gd name="connsiteX18" fmla="*/ 38572 w 233964"/>
                <a:gd name="connsiteY18" fmla="*/ 171783 h 211484"/>
                <a:gd name="connsiteX19" fmla="*/ 62304 w 233964"/>
                <a:gd name="connsiteY19" fmla="*/ 122377 h 211484"/>
                <a:gd name="connsiteX20" fmla="*/ 84083 w 233964"/>
                <a:gd name="connsiteY20" fmla="*/ 89941 h 211484"/>
                <a:gd name="connsiteX21" fmla="*/ 108190 w 233964"/>
                <a:gd name="connsiteY21" fmla="*/ 82883 h 211484"/>
                <a:gd name="connsiteX22" fmla="*/ 198760 w 233964"/>
                <a:gd name="connsiteY22" fmla="*/ 62535 h 211484"/>
                <a:gd name="connsiteX23" fmla="*/ 220839 w 233964"/>
                <a:gd name="connsiteY23" fmla="*/ 53449 h 211484"/>
                <a:gd name="connsiteX24" fmla="*/ 233832 w 233964"/>
                <a:gd name="connsiteY24" fmla="*/ 34228 h 211484"/>
                <a:gd name="connsiteX25" fmla="*/ 230753 w 233964"/>
                <a:gd name="connsiteY25" fmla="*/ 18085 h 211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33964" h="211484">
                  <a:moveTo>
                    <a:pt x="230753" y="18085"/>
                  </a:moveTo>
                  <a:cubicBezTo>
                    <a:pt x="227523" y="9202"/>
                    <a:pt x="220141" y="2475"/>
                    <a:pt x="211001" y="64"/>
                  </a:cubicBezTo>
                  <a:cubicBezTo>
                    <a:pt x="204941" y="-364"/>
                    <a:pt x="198865" y="673"/>
                    <a:pt x="193278" y="3068"/>
                  </a:cubicBezTo>
                  <a:cubicBezTo>
                    <a:pt x="153550" y="16583"/>
                    <a:pt x="113822" y="30173"/>
                    <a:pt x="75296" y="46542"/>
                  </a:cubicBezTo>
                  <a:cubicBezTo>
                    <a:pt x="59713" y="51152"/>
                    <a:pt x="47667" y="63563"/>
                    <a:pt x="43529" y="79279"/>
                  </a:cubicBezTo>
                  <a:cubicBezTo>
                    <a:pt x="38122" y="92043"/>
                    <a:pt x="32767" y="104785"/>
                    <a:pt x="27457" y="117497"/>
                  </a:cubicBezTo>
                  <a:cubicBezTo>
                    <a:pt x="21892" y="133159"/>
                    <a:pt x="17229" y="149130"/>
                    <a:pt x="13489" y="165326"/>
                  </a:cubicBezTo>
                  <a:cubicBezTo>
                    <a:pt x="13489" y="166452"/>
                    <a:pt x="13038" y="167278"/>
                    <a:pt x="12963" y="168029"/>
                  </a:cubicBezTo>
                  <a:cubicBezTo>
                    <a:pt x="11145" y="171460"/>
                    <a:pt x="9591" y="175026"/>
                    <a:pt x="8307" y="178691"/>
                  </a:cubicBezTo>
                  <a:lnTo>
                    <a:pt x="2674" y="191004"/>
                  </a:lnTo>
                  <a:cubicBezTo>
                    <a:pt x="1014" y="193970"/>
                    <a:pt x="91" y="197296"/>
                    <a:pt x="-29" y="200690"/>
                  </a:cubicBezTo>
                  <a:cubicBezTo>
                    <a:pt x="414" y="205961"/>
                    <a:pt x="4312" y="210286"/>
                    <a:pt x="9509" y="211277"/>
                  </a:cubicBezTo>
                  <a:cubicBezTo>
                    <a:pt x="14668" y="212096"/>
                    <a:pt x="19872" y="210053"/>
                    <a:pt x="23102" y="205946"/>
                  </a:cubicBezTo>
                  <a:cubicBezTo>
                    <a:pt x="24603" y="204069"/>
                    <a:pt x="26030" y="201591"/>
                    <a:pt x="28433" y="201441"/>
                  </a:cubicBezTo>
                  <a:cubicBezTo>
                    <a:pt x="29057" y="201479"/>
                    <a:pt x="29688" y="201479"/>
                    <a:pt x="30311" y="201441"/>
                  </a:cubicBezTo>
                  <a:cubicBezTo>
                    <a:pt x="31738" y="201441"/>
                    <a:pt x="32414" y="199489"/>
                    <a:pt x="32865" y="198062"/>
                  </a:cubicBezTo>
                  <a:cubicBezTo>
                    <a:pt x="35042" y="191019"/>
                    <a:pt x="36477" y="183774"/>
                    <a:pt x="37145" y="176438"/>
                  </a:cubicBezTo>
                  <a:cubicBezTo>
                    <a:pt x="37145" y="176063"/>
                    <a:pt x="37145" y="175687"/>
                    <a:pt x="37145" y="175387"/>
                  </a:cubicBezTo>
                  <a:cubicBezTo>
                    <a:pt x="37145" y="175086"/>
                    <a:pt x="38046" y="173284"/>
                    <a:pt x="38572" y="171783"/>
                  </a:cubicBezTo>
                  <a:cubicBezTo>
                    <a:pt x="43529" y="159319"/>
                    <a:pt x="57347" y="134841"/>
                    <a:pt x="62304" y="122377"/>
                  </a:cubicBezTo>
                  <a:cubicBezTo>
                    <a:pt x="67260" y="109913"/>
                    <a:pt x="72818" y="96924"/>
                    <a:pt x="84083" y="89941"/>
                  </a:cubicBezTo>
                  <a:cubicBezTo>
                    <a:pt x="91585" y="86044"/>
                    <a:pt x="99771" y="83641"/>
                    <a:pt x="108190" y="82883"/>
                  </a:cubicBezTo>
                  <a:cubicBezTo>
                    <a:pt x="138770" y="77980"/>
                    <a:pt x="169021" y="71184"/>
                    <a:pt x="198760" y="62535"/>
                  </a:cubicBezTo>
                  <a:cubicBezTo>
                    <a:pt x="206540" y="60643"/>
                    <a:pt x="213983" y="57579"/>
                    <a:pt x="220839" y="53449"/>
                  </a:cubicBezTo>
                  <a:cubicBezTo>
                    <a:pt x="227749" y="49222"/>
                    <a:pt x="232488" y="42209"/>
                    <a:pt x="233832" y="34228"/>
                  </a:cubicBezTo>
                  <a:cubicBezTo>
                    <a:pt x="234290" y="28664"/>
                    <a:pt x="233223" y="23085"/>
                    <a:pt x="230753" y="18085"/>
                  </a:cubicBezTo>
                  <a:close/>
                </a:path>
              </a:pathLst>
            </a:custGeom>
            <a:solidFill>
              <a:srgbClr val="EADF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8" name="Content Placeholder 4">
              <a:extLst>
                <a:ext uri="{FF2B5EF4-FFF2-40B4-BE49-F238E27FC236}">
                  <a16:creationId xmlns:a16="http://schemas.microsoft.com/office/drawing/2014/main" id="{7B334C84-90C9-98BD-D545-9EAC4A0716D6}"/>
                </a:ext>
              </a:extLst>
            </p:cNvPr>
            <p:cNvSpPr/>
            <p:nvPr/>
          </p:nvSpPr>
          <p:spPr>
            <a:xfrm>
              <a:off x="9037378" y="1943343"/>
              <a:ext cx="204012" cy="280932"/>
            </a:xfrm>
            <a:custGeom>
              <a:avLst/>
              <a:gdLst>
                <a:gd name="connsiteX0" fmla="*/ 106688 w 204012"/>
                <a:gd name="connsiteY0" fmla="*/ 68281 h 280932"/>
                <a:gd name="connsiteX1" fmla="*/ 107739 w 204012"/>
                <a:gd name="connsiteY1" fmla="*/ 75339 h 280932"/>
                <a:gd name="connsiteX2" fmla="*/ 116901 w 204012"/>
                <a:gd name="connsiteY2" fmla="*/ 136683 h 280932"/>
                <a:gd name="connsiteX3" fmla="*/ 115775 w 204012"/>
                <a:gd name="connsiteY3" fmla="*/ 199003 h 280932"/>
                <a:gd name="connsiteX4" fmla="*/ 107214 w 204012"/>
                <a:gd name="connsiteY4" fmla="*/ 208313 h 280932"/>
                <a:gd name="connsiteX5" fmla="*/ 40900 w 204012"/>
                <a:gd name="connsiteY5" fmla="*/ 245255 h 280932"/>
                <a:gd name="connsiteX6" fmla="*/ 15667 w 204012"/>
                <a:gd name="connsiteY6" fmla="*/ 254115 h 280932"/>
                <a:gd name="connsiteX7" fmla="*/ -29 w 204012"/>
                <a:gd name="connsiteY7" fmla="*/ 266429 h 280932"/>
                <a:gd name="connsiteX8" fmla="*/ 3501 w 204012"/>
                <a:gd name="connsiteY8" fmla="*/ 275814 h 280932"/>
                <a:gd name="connsiteX9" fmla="*/ 21074 w 204012"/>
                <a:gd name="connsiteY9" fmla="*/ 280244 h 280932"/>
                <a:gd name="connsiteX10" fmla="*/ 100530 w 204012"/>
                <a:gd name="connsiteY10" fmla="*/ 261849 h 280932"/>
                <a:gd name="connsiteX11" fmla="*/ 169321 w 204012"/>
                <a:gd name="connsiteY11" fmla="*/ 211918 h 280932"/>
                <a:gd name="connsiteX12" fmla="*/ 186519 w 204012"/>
                <a:gd name="connsiteY12" fmla="*/ 143065 h 280932"/>
                <a:gd name="connsiteX13" fmla="*/ 201539 w 204012"/>
                <a:gd name="connsiteY13" fmla="*/ 54540 h 280932"/>
                <a:gd name="connsiteX14" fmla="*/ 200638 w 204012"/>
                <a:gd name="connsiteY14" fmla="*/ 22780 h 280932"/>
                <a:gd name="connsiteX15" fmla="*/ 186069 w 204012"/>
                <a:gd name="connsiteY15" fmla="*/ 11442 h 280932"/>
                <a:gd name="connsiteX16" fmla="*/ 146566 w 204012"/>
                <a:gd name="connsiteY16" fmla="*/ 104 h 280932"/>
                <a:gd name="connsiteX17" fmla="*/ 118103 w 204012"/>
                <a:gd name="connsiteY17" fmla="*/ 5060 h 280932"/>
                <a:gd name="connsiteX18" fmla="*/ 101881 w 204012"/>
                <a:gd name="connsiteY18" fmla="*/ 4234 h 280932"/>
                <a:gd name="connsiteX19" fmla="*/ 101881 w 204012"/>
                <a:gd name="connsiteY19" fmla="*/ 24356 h 280932"/>
                <a:gd name="connsiteX20" fmla="*/ 106688 w 204012"/>
                <a:gd name="connsiteY20" fmla="*/ 68281 h 280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04012" h="280932">
                  <a:moveTo>
                    <a:pt x="106688" y="68281"/>
                  </a:moveTo>
                  <a:cubicBezTo>
                    <a:pt x="106688" y="70684"/>
                    <a:pt x="107364" y="73011"/>
                    <a:pt x="107739" y="75339"/>
                  </a:cubicBezTo>
                  <a:cubicBezTo>
                    <a:pt x="110818" y="95837"/>
                    <a:pt x="114123" y="116185"/>
                    <a:pt x="116901" y="136683"/>
                  </a:cubicBezTo>
                  <a:cubicBezTo>
                    <a:pt x="119380" y="155003"/>
                    <a:pt x="126064" y="181734"/>
                    <a:pt x="115775" y="199003"/>
                  </a:cubicBezTo>
                  <a:cubicBezTo>
                    <a:pt x="113470" y="202570"/>
                    <a:pt x="110570" y="205715"/>
                    <a:pt x="107214" y="208313"/>
                  </a:cubicBezTo>
                  <a:cubicBezTo>
                    <a:pt x="87327" y="224246"/>
                    <a:pt x="64917" y="236733"/>
                    <a:pt x="40900" y="245255"/>
                  </a:cubicBezTo>
                  <a:cubicBezTo>
                    <a:pt x="32564" y="248484"/>
                    <a:pt x="24153" y="251412"/>
                    <a:pt x="15667" y="254115"/>
                  </a:cubicBezTo>
                  <a:cubicBezTo>
                    <a:pt x="7181" y="256818"/>
                    <a:pt x="-29" y="256518"/>
                    <a:pt x="-29" y="266429"/>
                  </a:cubicBezTo>
                  <a:cubicBezTo>
                    <a:pt x="-29" y="272135"/>
                    <a:pt x="-29" y="271535"/>
                    <a:pt x="3501" y="275814"/>
                  </a:cubicBezTo>
                  <a:cubicBezTo>
                    <a:pt x="8172" y="280275"/>
                    <a:pt x="14848" y="281956"/>
                    <a:pt x="21074" y="280244"/>
                  </a:cubicBezTo>
                  <a:cubicBezTo>
                    <a:pt x="48148" y="277023"/>
                    <a:pt x="74793" y="270859"/>
                    <a:pt x="100530" y="261849"/>
                  </a:cubicBezTo>
                  <a:cubicBezTo>
                    <a:pt x="127040" y="252538"/>
                    <a:pt x="154376" y="238723"/>
                    <a:pt x="169321" y="211918"/>
                  </a:cubicBezTo>
                  <a:cubicBezTo>
                    <a:pt x="180661" y="191645"/>
                    <a:pt x="183365" y="166867"/>
                    <a:pt x="186519" y="143065"/>
                  </a:cubicBezTo>
                  <a:cubicBezTo>
                    <a:pt x="190425" y="113031"/>
                    <a:pt x="195434" y="83523"/>
                    <a:pt x="201539" y="54540"/>
                  </a:cubicBezTo>
                  <a:cubicBezTo>
                    <a:pt x="203792" y="43953"/>
                    <a:pt x="206045" y="32015"/>
                    <a:pt x="200638" y="22780"/>
                  </a:cubicBezTo>
                  <a:cubicBezTo>
                    <a:pt x="197033" y="17621"/>
                    <a:pt x="191956" y="13672"/>
                    <a:pt x="186069" y="11442"/>
                  </a:cubicBezTo>
                  <a:cubicBezTo>
                    <a:pt x="173745" y="5172"/>
                    <a:pt x="160339" y="1320"/>
                    <a:pt x="146566" y="104"/>
                  </a:cubicBezTo>
                  <a:cubicBezTo>
                    <a:pt x="136818" y="-542"/>
                    <a:pt x="127055" y="1155"/>
                    <a:pt x="118103" y="5060"/>
                  </a:cubicBezTo>
                  <a:cubicBezTo>
                    <a:pt x="114048" y="6937"/>
                    <a:pt x="103083" y="-271"/>
                    <a:pt x="101881" y="4234"/>
                  </a:cubicBezTo>
                  <a:cubicBezTo>
                    <a:pt x="100943" y="10909"/>
                    <a:pt x="100943" y="17681"/>
                    <a:pt x="101881" y="24356"/>
                  </a:cubicBezTo>
                  <a:cubicBezTo>
                    <a:pt x="102512" y="39088"/>
                    <a:pt x="104120" y="53759"/>
                    <a:pt x="106688" y="68281"/>
                  </a:cubicBezTo>
                  <a:close/>
                </a:path>
              </a:pathLst>
            </a:custGeom>
            <a:solidFill>
              <a:srgbClr val="EADF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9" name="Content Placeholder 4">
              <a:extLst>
                <a:ext uri="{FF2B5EF4-FFF2-40B4-BE49-F238E27FC236}">
                  <a16:creationId xmlns:a16="http://schemas.microsoft.com/office/drawing/2014/main" id="{DBCE6A99-F6B4-75D6-A95C-D452C619CDD0}"/>
                </a:ext>
              </a:extLst>
            </p:cNvPr>
            <p:cNvSpPr/>
            <p:nvPr/>
          </p:nvSpPr>
          <p:spPr>
            <a:xfrm>
              <a:off x="9016115" y="2199509"/>
              <a:ext cx="43704" cy="79208"/>
            </a:xfrm>
            <a:custGeom>
              <a:avLst/>
              <a:gdLst>
                <a:gd name="connsiteX0" fmla="*/ 3285 w 43704"/>
                <a:gd name="connsiteY0" fmla="*/ 10413 h 79208"/>
                <a:gd name="connsiteX1" fmla="*/ 28668 w 43704"/>
                <a:gd name="connsiteY1" fmla="*/ 802 h 79208"/>
                <a:gd name="connsiteX2" fmla="*/ 23787 w 43704"/>
                <a:gd name="connsiteY2" fmla="*/ 16194 h 79208"/>
                <a:gd name="connsiteX3" fmla="*/ 38807 w 43704"/>
                <a:gd name="connsiteY3" fmla="*/ 22952 h 79208"/>
                <a:gd name="connsiteX4" fmla="*/ 42186 w 43704"/>
                <a:gd name="connsiteY4" fmla="*/ 67327 h 79208"/>
                <a:gd name="connsiteX5" fmla="*/ 38131 w 43704"/>
                <a:gd name="connsiteY5" fmla="*/ 76487 h 79208"/>
                <a:gd name="connsiteX6" fmla="*/ 22660 w 43704"/>
                <a:gd name="connsiteY6" fmla="*/ 76487 h 79208"/>
                <a:gd name="connsiteX7" fmla="*/ 13348 w 43704"/>
                <a:gd name="connsiteY7" fmla="*/ 62597 h 79208"/>
                <a:gd name="connsiteX8" fmla="*/ 3359 w 43704"/>
                <a:gd name="connsiteY8" fmla="*/ 36768 h 79208"/>
                <a:gd name="connsiteX9" fmla="*/ -20 w 43704"/>
                <a:gd name="connsiteY9" fmla="*/ 21751 h 79208"/>
                <a:gd name="connsiteX10" fmla="*/ 3285 w 43704"/>
                <a:gd name="connsiteY10" fmla="*/ 10413 h 79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704" h="79208">
                  <a:moveTo>
                    <a:pt x="3285" y="10413"/>
                  </a:moveTo>
                  <a:cubicBezTo>
                    <a:pt x="8744" y="2018"/>
                    <a:pt x="19018" y="-1863"/>
                    <a:pt x="28668" y="802"/>
                  </a:cubicBezTo>
                  <a:cubicBezTo>
                    <a:pt x="23794" y="4278"/>
                    <a:pt x="21804" y="10548"/>
                    <a:pt x="23787" y="16194"/>
                  </a:cubicBezTo>
                  <a:cubicBezTo>
                    <a:pt x="26453" y="21833"/>
                    <a:pt x="32821" y="24694"/>
                    <a:pt x="38807" y="22952"/>
                  </a:cubicBezTo>
                  <a:cubicBezTo>
                    <a:pt x="43823" y="37188"/>
                    <a:pt x="44988" y="52498"/>
                    <a:pt x="42186" y="67327"/>
                  </a:cubicBezTo>
                  <a:cubicBezTo>
                    <a:pt x="41788" y="70721"/>
                    <a:pt x="40376" y="73912"/>
                    <a:pt x="38131" y="76487"/>
                  </a:cubicBezTo>
                  <a:cubicBezTo>
                    <a:pt x="33595" y="80076"/>
                    <a:pt x="27196" y="80076"/>
                    <a:pt x="22660" y="76487"/>
                  </a:cubicBezTo>
                  <a:cubicBezTo>
                    <a:pt x="18447" y="72703"/>
                    <a:pt x="15248" y="67928"/>
                    <a:pt x="13348" y="62597"/>
                  </a:cubicBezTo>
                  <a:cubicBezTo>
                    <a:pt x="9668" y="54112"/>
                    <a:pt x="6364" y="45477"/>
                    <a:pt x="3359" y="36768"/>
                  </a:cubicBezTo>
                  <a:cubicBezTo>
                    <a:pt x="1527" y="31947"/>
                    <a:pt x="386" y="26894"/>
                    <a:pt x="-20" y="21751"/>
                  </a:cubicBezTo>
                  <a:cubicBezTo>
                    <a:pt x="-148" y="17719"/>
                    <a:pt x="1009" y="13747"/>
                    <a:pt x="3285" y="10413"/>
                  </a:cubicBezTo>
                  <a:close/>
                </a:path>
              </a:pathLst>
            </a:custGeom>
            <a:solidFill>
              <a:srgbClr val="662E2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0" name="Content Placeholder 4">
              <a:extLst>
                <a:ext uri="{FF2B5EF4-FFF2-40B4-BE49-F238E27FC236}">
                  <a16:creationId xmlns:a16="http://schemas.microsoft.com/office/drawing/2014/main" id="{9A177D17-2D54-1AD4-9B4C-49ED68DC2EDF}"/>
                </a:ext>
              </a:extLst>
            </p:cNvPr>
            <p:cNvSpPr/>
            <p:nvPr/>
          </p:nvSpPr>
          <p:spPr>
            <a:xfrm>
              <a:off x="9186034" y="1924333"/>
              <a:ext cx="166958" cy="411637"/>
            </a:xfrm>
            <a:custGeom>
              <a:avLst/>
              <a:gdLst>
                <a:gd name="connsiteX0" fmla="*/ 135493 w 166958"/>
                <a:gd name="connsiteY0" fmla="*/ 99905 h 411637"/>
                <a:gd name="connsiteX1" fmla="*/ 164181 w 166958"/>
                <a:gd name="connsiteY1" fmla="*/ 170484 h 411637"/>
                <a:gd name="connsiteX2" fmla="*/ 164707 w 166958"/>
                <a:gd name="connsiteY2" fmla="*/ 238586 h 411637"/>
                <a:gd name="connsiteX3" fmla="*/ 151339 w 166958"/>
                <a:gd name="connsiteY3" fmla="*/ 331841 h 411637"/>
                <a:gd name="connsiteX4" fmla="*/ 141801 w 166958"/>
                <a:gd name="connsiteY4" fmla="*/ 378018 h 411637"/>
                <a:gd name="connsiteX5" fmla="*/ 128433 w 166958"/>
                <a:gd name="connsiteY5" fmla="*/ 411355 h 411637"/>
                <a:gd name="connsiteX6" fmla="*/ 115817 w 166958"/>
                <a:gd name="connsiteY6" fmla="*/ 409253 h 411637"/>
                <a:gd name="connsiteX7" fmla="*/ 109809 w 166958"/>
                <a:gd name="connsiteY7" fmla="*/ 404973 h 411637"/>
                <a:gd name="connsiteX8" fmla="*/ 108081 w 166958"/>
                <a:gd name="connsiteY8" fmla="*/ 393185 h 411637"/>
                <a:gd name="connsiteX9" fmla="*/ 119572 w 166958"/>
                <a:gd name="connsiteY9" fmla="*/ 298128 h 411637"/>
                <a:gd name="connsiteX10" fmla="*/ 123101 w 166958"/>
                <a:gd name="connsiteY10" fmla="*/ 271097 h 411637"/>
                <a:gd name="connsiteX11" fmla="*/ 108456 w 166958"/>
                <a:gd name="connsiteY11" fmla="*/ 192034 h 411637"/>
                <a:gd name="connsiteX12" fmla="*/ 55887 w 166958"/>
                <a:gd name="connsiteY12" fmla="*/ 106587 h 411637"/>
                <a:gd name="connsiteX13" fmla="*/ 10451 w 166958"/>
                <a:gd name="connsiteY13" fmla="*/ 58533 h 411637"/>
                <a:gd name="connsiteX14" fmla="*/ 1064 w 166958"/>
                <a:gd name="connsiteY14" fmla="*/ 33455 h 411637"/>
                <a:gd name="connsiteX15" fmla="*/ 20064 w 166958"/>
                <a:gd name="connsiteY15" fmla="*/ 11906 h 411637"/>
                <a:gd name="connsiteX16" fmla="*/ 135493 w 166958"/>
                <a:gd name="connsiteY16" fmla="*/ 99905 h 411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958" h="411637">
                  <a:moveTo>
                    <a:pt x="135493" y="99905"/>
                  </a:moveTo>
                  <a:cubicBezTo>
                    <a:pt x="148425" y="121920"/>
                    <a:pt x="158083" y="145691"/>
                    <a:pt x="164181" y="170484"/>
                  </a:cubicBezTo>
                  <a:cubicBezTo>
                    <a:pt x="167658" y="193040"/>
                    <a:pt x="167838" y="215978"/>
                    <a:pt x="164707" y="238586"/>
                  </a:cubicBezTo>
                  <a:cubicBezTo>
                    <a:pt x="161552" y="269821"/>
                    <a:pt x="157197" y="300981"/>
                    <a:pt x="151339" y="331841"/>
                  </a:cubicBezTo>
                  <a:cubicBezTo>
                    <a:pt x="148485" y="347308"/>
                    <a:pt x="145308" y="362701"/>
                    <a:pt x="141801" y="378018"/>
                  </a:cubicBezTo>
                  <a:cubicBezTo>
                    <a:pt x="139849" y="386577"/>
                    <a:pt x="138947" y="408803"/>
                    <a:pt x="128433" y="411355"/>
                  </a:cubicBezTo>
                  <a:cubicBezTo>
                    <a:pt x="124108" y="412046"/>
                    <a:pt x="119684" y="411310"/>
                    <a:pt x="115817" y="409253"/>
                  </a:cubicBezTo>
                  <a:cubicBezTo>
                    <a:pt x="113466" y="408397"/>
                    <a:pt x="111385" y="406918"/>
                    <a:pt x="109809" y="404973"/>
                  </a:cubicBezTo>
                  <a:cubicBezTo>
                    <a:pt x="107834" y="401377"/>
                    <a:pt x="107218" y="397194"/>
                    <a:pt x="108081" y="393185"/>
                  </a:cubicBezTo>
                  <a:cubicBezTo>
                    <a:pt x="111333" y="361402"/>
                    <a:pt x="115163" y="329716"/>
                    <a:pt x="119572" y="298128"/>
                  </a:cubicBezTo>
                  <a:cubicBezTo>
                    <a:pt x="120773" y="289118"/>
                    <a:pt x="122125" y="280108"/>
                    <a:pt x="123101" y="271097"/>
                  </a:cubicBezTo>
                  <a:cubicBezTo>
                    <a:pt x="126195" y="243872"/>
                    <a:pt x="121096" y="216346"/>
                    <a:pt x="108456" y="192034"/>
                  </a:cubicBezTo>
                  <a:cubicBezTo>
                    <a:pt x="92461" y="162000"/>
                    <a:pt x="79093" y="132491"/>
                    <a:pt x="55887" y="106587"/>
                  </a:cubicBezTo>
                  <a:cubicBezTo>
                    <a:pt x="40867" y="90144"/>
                    <a:pt x="24420" y="75653"/>
                    <a:pt x="10451" y="58533"/>
                  </a:cubicBezTo>
                  <a:cubicBezTo>
                    <a:pt x="3918" y="50424"/>
                    <a:pt x="-2691" y="44192"/>
                    <a:pt x="1064" y="33455"/>
                  </a:cubicBezTo>
                  <a:cubicBezTo>
                    <a:pt x="4939" y="24430"/>
                    <a:pt x="11600" y="16884"/>
                    <a:pt x="20064" y="11906"/>
                  </a:cubicBezTo>
                  <a:cubicBezTo>
                    <a:pt x="86302" y="-31944"/>
                    <a:pt x="112287" y="55905"/>
                    <a:pt x="135493" y="99905"/>
                  </a:cubicBezTo>
                  <a:close/>
                </a:path>
              </a:pathLst>
            </a:custGeom>
            <a:solidFill>
              <a:srgbClr val="EADF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1" name="Content Placeholder 4">
              <a:extLst>
                <a:ext uri="{FF2B5EF4-FFF2-40B4-BE49-F238E27FC236}">
                  <a16:creationId xmlns:a16="http://schemas.microsoft.com/office/drawing/2014/main" id="{1E719E61-6A5A-C626-33A5-E2F0B681AC49}"/>
                </a:ext>
              </a:extLst>
            </p:cNvPr>
            <p:cNvSpPr/>
            <p:nvPr/>
          </p:nvSpPr>
          <p:spPr>
            <a:xfrm>
              <a:off x="9286854" y="2316046"/>
              <a:ext cx="73903" cy="52871"/>
            </a:xfrm>
            <a:custGeom>
              <a:avLst/>
              <a:gdLst>
                <a:gd name="connsiteX0" fmla="*/ 652 w 73903"/>
                <a:gd name="connsiteY0" fmla="*/ 25199 h 52871"/>
                <a:gd name="connsiteX1" fmla="*/ 1253 w 73903"/>
                <a:gd name="connsiteY1" fmla="*/ 12059 h 52871"/>
                <a:gd name="connsiteX2" fmla="*/ 3506 w 73903"/>
                <a:gd name="connsiteY2" fmla="*/ 5602 h 52871"/>
                <a:gd name="connsiteX3" fmla="*/ 6435 w 73903"/>
                <a:gd name="connsiteY3" fmla="*/ -30 h 52871"/>
                <a:gd name="connsiteX4" fmla="*/ 14996 w 73903"/>
                <a:gd name="connsiteY4" fmla="*/ 12284 h 52871"/>
                <a:gd name="connsiteX5" fmla="*/ 28439 w 73903"/>
                <a:gd name="connsiteY5" fmla="*/ 10857 h 52871"/>
                <a:gd name="connsiteX6" fmla="*/ 35949 w 73903"/>
                <a:gd name="connsiteY6" fmla="*/ 6578 h 52871"/>
                <a:gd name="connsiteX7" fmla="*/ 42107 w 73903"/>
                <a:gd name="connsiteY7" fmla="*/ 10782 h 52871"/>
                <a:gd name="connsiteX8" fmla="*/ 48040 w 73903"/>
                <a:gd name="connsiteY8" fmla="*/ 16789 h 52871"/>
                <a:gd name="connsiteX9" fmla="*/ 61633 w 73903"/>
                <a:gd name="connsiteY9" fmla="*/ 26025 h 52871"/>
                <a:gd name="connsiteX10" fmla="*/ 73874 w 73903"/>
                <a:gd name="connsiteY10" fmla="*/ 41042 h 52871"/>
                <a:gd name="connsiteX11" fmla="*/ 63510 w 73903"/>
                <a:gd name="connsiteY11" fmla="*/ 52529 h 52871"/>
                <a:gd name="connsiteX12" fmla="*/ 46989 w 73903"/>
                <a:gd name="connsiteY12" fmla="*/ 50577 h 52871"/>
                <a:gd name="connsiteX13" fmla="*/ 20854 w 73903"/>
                <a:gd name="connsiteY13" fmla="*/ 41492 h 52871"/>
                <a:gd name="connsiteX14" fmla="*/ 7186 w 73903"/>
                <a:gd name="connsiteY14" fmla="*/ 34359 h 52871"/>
                <a:gd name="connsiteX15" fmla="*/ 652 w 73903"/>
                <a:gd name="connsiteY15" fmla="*/ 25199 h 5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3903" h="52871">
                  <a:moveTo>
                    <a:pt x="652" y="25199"/>
                  </a:moveTo>
                  <a:cubicBezTo>
                    <a:pt x="-429" y="20851"/>
                    <a:pt x="-219" y="16286"/>
                    <a:pt x="1253" y="12059"/>
                  </a:cubicBezTo>
                  <a:cubicBezTo>
                    <a:pt x="1779" y="9836"/>
                    <a:pt x="2529" y="7666"/>
                    <a:pt x="3506" y="5602"/>
                  </a:cubicBezTo>
                  <a:cubicBezTo>
                    <a:pt x="4107" y="4100"/>
                    <a:pt x="6360" y="1472"/>
                    <a:pt x="6435" y="-30"/>
                  </a:cubicBezTo>
                  <a:cubicBezTo>
                    <a:pt x="6224" y="5526"/>
                    <a:pt x="9717" y="10550"/>
                    <a:pt x="14996" y="12284"/>
                  </a:cubicBezTo>
                  <a:cubicBezTo>
                    <a:pt x="19517" y="13155"/>
                    <a:pt x="24204" y="12659"/>
                    <a:pt x="28439" y="10857"/>
                  </a:cubicBezTo>
                  <a:cubicBezTo>
                    <a:pt x="31323" y="10234"/>
                    <a:pt x="33944" y="8740"/>
                    <a:pt x="35949" y="6578"/>
                  </a:cubicBezTo>
                  <a:cubicBezTo>
                    <a:pt x="39404" y="7103"/>
                    <a:pt x="39854" y="8154"/>
                    <a:pt x="42107" y="10782"/>
                  </a:cubicBezTo>
                  <a:cubicBezTo>
                    <a:pt x="43970" y="12892"/>
                    <a:pt x="45952" y="14897"/>
                    <a:pt x="48040" y="16789"/>
                  </a:cubicBezTo>
                  <a:cubicBezTo>
                    <a:pt x="52156" y="20438"/>
                    <a:pt x="56722" y="23547"/>
                    <a:pt x="61633" y="26025"/>
                  </a:cubicBezTo>
                  <a:cubicBezTo>
                    <a:pt x="67979" y="28652"/>
                    <a:pt x="72575" y="34299"/>
                    <a:pt x="73874" y="41042"/>
                  </a:cubicBezTo>
                  <a:cubicBezTo>
                    <a:pt x="73559" y="46830"/>
                    <a:pt x="69241" y="51621"/>
                    <a:pt x="63510" y="52529"/>
                  </a:cubicBezTo>
                  <a:cubicBezTo>
                    <a:pt x="57931" y="53303"/>
                    <a:pt x="52238" y="52634"/>
                    <a:pt x="46989" y="50577"/>
                  </a:cubicBezTo>
                  <a:cubicBezTo>
                    <a:pt x="38127" y="47949"/>
                    <a:pt x="29415" y="44871"/>
                    <a:pt x="20854" y="41492"/>
                  </a:cubicBezTo>
                  <a:cubicBezTo>
                    <a:pt x="15995" y="39750"/>
                    <a:pt x="11391" y="37355"/>
                    <a:pt x="7186" y="34359"/>
                  </a:cubicBezTo>
                  <a:cubicBezTo>
                    <a:pt x="4159" y="32016"/>
                    <a:pt x="1884" y="28825"/>
                    <a:pt x="652" y="25199"/>
                  </a:cubicBezTo>
                  <a:close/>
                </a:path>
              </a:pathLst>
            </a:custGeom>
            <a:solidFill>
              <a:srgbClr val="662E2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2" name="Content Placeholder 4">
              <a:extLst>
                <a:ext uri="{FF2B5EF4-FFF2-40B4-BE49-F238E27FC236}">
                  <a16:creationId xmlns:a16="http://schemas.microsoft.com/office/drawing/2014/main" id="{89373FBB-9E16-797E-04EC-E32C64FAF09A}"/>
                </a:ext>
              </a:extLst>
            </p:cNvPr>
            <p:cNvSpPr/>
            <p:nvPr/>
          </p:nvSpPr>
          <p:spPr>
            <a:xfrm>
              <a:off x="9234064" y="1570889"/>
              <a:ext cx="96578" cy="134948"/>
            </a:xfrm>
            <a:custGeom>
              <a:avLst/>
              <a:gdLst>
                <a:gd name="connsiteX0" fmla="*/ -29 w 96578"/>
                <a:gd name="connsiteY0" fmla="*/ 44589 h 134948"/>
                <a:gd name="connsiteX1" fmla="*/ 52075 w 96578"/>
                <a:gd name="connsiteY1" fmla="*/ 124 h 134948"/>
                <a:gd name="connsiteX2" fmla="*/ 96550 w 96578"/>
                <a:gd name="connsiteY2" fmla="*/ 44589 h 134948"/>
                <a:gd name="connsiteX3" fmla="*/ 94822 w 96578"/>
                <a:gd name="connsiteY3" fmla="*/ 56527 h 134948"/>
                <a:gd name="connsiteX4" fmla="*/ 94822 w 96578"/>
                <a:gd name="connsiteY4" fmla="*/ 59530 h 134948"/>
                <a:gd name="connsiteX5" fmla="*/ 92795 w 96578"/>
                <a:gd name="connsiteY5" fmla="*/ 86336 h 134948"/>
                <a:gd name="connsiteX6" fmla="*/ 63656 w 96578"/>
                <a:gd name="connsiteY6" fmla="*/ 129209 h 134948"/>
                <a:gd name="connsiteX7" fmla="*/ 21375 w 96578"/>
                <a:gd name="connsiteY7" fmla="*/ 124479 h 134948"/>
                <a:gd name="connsiteX8" fmla="*/ 421 w 96578"/>
                <a:gd name="connsiteY8" fmla="*/ 49995 h 134948"/>
                <a:gd name="connsiteX9" fmla="*/ -29 w 96578"/>
                <a:gd name="connsiteY9" fmla="*/ 44589 h 134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6578" h="134948">
                  <a:moveTo>
                    <a:pt x="-29" y="44589"/>
                  </a:moveTo>
                  <a:cubicBezTo>
                    <a:pt x="2074" y="17926"/>
                    <a:pt x="25400" y="-1986"/>
                    <a:pt x="52075" y="124"/>
                  </a:cubicBezTo>
                  <a:cubicBezTo>
                    <a:pt x="75814" y="1993"/>
                    <a:pt x="94672" y="20847"/>
                    <a:pt x="96550" y="44589"/>
                  </a:cubicBezTo>
                  <a:cubicBezTo>
                    <a:pt x="96550" y="48628"/>
                    <a:pt x="95971" y="52653"/>
                    <a:pt x="94822" y="56527"/>
                  </a:cubicBezTo>
                  <a:cubicBezTo>
                    <a:pt x="94822" y="57503"/>
                    <a:pt x="94822" y="58479"/>
                    <a:pt x="94822" y="59530"/>
                  </a:cubicBezTo>
                  <a:cubicBezTo>
                    <a:pt x="95085" y="68511"/>
                    <a:pt x="94402" y="77498"/>
                    <a:pt x="92795" y="86336"/>
                  </a:cubicBezTo>
                  <a:cubicBezTo>
                    <a:pt x="89866" y="104221"/>
                    <a:pt x="79209" y="119898"/>
                    <a:pt x="63656" y="129209"/>
                  </a:cubicBezTo>
                  <a:cubicBezTo>
                    <a:pt x="50341" y="138347"/>
                    <a:pt x="32339" y="136334"/>
                    <a:pt x="21375" y="124479"/>
                  </a:cubicBezTo>
                  <a:cubicBezTo>
                    <a:pt x="722" y="105482"/>
                    <a:pt x="-1155" y="76950"/>
                    <a:pt x="421" y="49995"/>
                  </a:cubicBezTo>
                  <a:cubicBezTo>
                    <a:pt x="159" y="48200"/>
                    <a:pt x="8" y="46398"/>
                    <a:pt x="-29" y="44589"/>
                  </a:cubicBezTo>
                  <a:close/>
                </a:path>
              </a:pathLst>
            </a:custGeom>
            <a:solidFill>
              <a:srgbClr val="EADF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3" name="Content Placeholder 4">
              <a:extLst>
                <a:ext uri="{FF2B5EF4-FFF2-40B4-BE49-F238E27FC236}">
                  <a16:creationId xmlns:a16="http://schemas.microsoft.com/office/drawing/2014/main" id="{8222CDA4-EEFC-5B4E-7523-F1D1D5EA990E}"/>
                </a:ext>
              </a:extLst>
            </p:cNvPr>
            <p:cNvSpPr/>
            <p:nvPr/>
          </p:nvSpPr>
          <p:spPr>
            <a:xfrm>
              <a:off x="9234290" y="1652787"/>
              <a:ext cx="78629" cy="58096"/>
            </a:xfrm>
            <a:custGeom>
              <a:avLst/>
              <a:gdLst>
                <a:gd name="connsiteX0" fmla="*/ 69814 w 78629"/>
                <a:gd name="connsiteY0" fmla="*/ 46635 h 58096"/>
                <a:gd name="connsiteX1" fmla="*/ 62304 w 78629"/>
                <a:gd name="connsiteY1" fmla="*/ 54819 h 58096"/>
                <a:gd name="connsiteX2" fmla="*/ 48335 w 78629"/>
                <a:gd name="connsiteY2" fmla="*/ 57973 h 58096"/>
                <a:gd name="connsiteX3" fmla="*/ 31438 w 78629"/>
                <a:gd name="connsiteY3" fmla="*/ 54219 h 58096"/>
                <a:gd name="connsiteX4" fmla="*/ 17544 w 78629"/>
                <a:gd name="connsiteY4" fmla="*/ 42055 h 58096"/>
                <a:gd name="connsiteX5" fmla="*/ 1998 w 78629"/>
                <a:gd name="connsiteY5" fmla="*/ 11496 h 58096"/>
                <a:gd name="connsiteX6" fmla="*/ -29 w 78629"/>
                <a:gd name="connsiteY6" fmla="*/ 83 h 58096"/>
                <a:gd name="connsiteX7" fmla="*/ 3801 w 78629"/>
                <a:gd name="connsiteY7" fmla="*/ 1735 h 58096"/>
                <a:gd name="connsiteX8" fmla="*/ 4477 w 78629"/>
                <a:gd name="connsiteY8" fmla="*/ 5789 h 58096"/>
                <a:gd name="connsiteX9" fmla="*/ 12362 w 78629"/>
                <a:gd name="connsiteY9" fmla="*/ 26888 h 58096"/>
                <a:gd name="connsiteX10" fmla="*/ 29635 w 78629"/>
                <a:gd name="connsiteY10" fmla="*/ 42505 h 58096"/>
                <a:gd name="connsiteX11" fmla="*/ 49537 w 78629"/>
                <a:gd name="connsiteY11" fmla="*/ 50014 h 58096"/>
                <a:gd name="connsiteX12" fmla="*/ 52315 w 78629"/>
                <a:gd name="connsiteY12" fmla="*/ 49413 h 58096"/>
                <a:gd name="connsiteX13" fmla="*/ 55395 w 78629"/>
                <a:gd name="connsiteY13" fmla="*/ 44758 h 58096"/>
                <a:gd name="connsiteX14" fmla="*/ 58248 w 78629"/>
                <a:gd name="connsiteY14" fmla="*/ 40028 h 58096"/>
                <a:gd name="connsiteX15" fmla="*/ 62829 w 78629"/>
                <a:gd name="connsiteY15" fmla="*/ 41830 h 58096"/>
                <a:gd name="connsiteX16" fmla="*/ 61252 w 78629"/>
                <a:gd name="connsiteY16" fmla="*/ 45058 h 58096"/>
                <a:gd name="connsiteX17" fmla="*/ 64707 w 78629"/>
                <a:gd name="connsiteY17" fmla="*/ 46860 h 58096"/>
                <a:gd name="connsiteX18" fmla="*/ 68162 w 78629"/>
                <a:gd name="connsiteY18" fmla="*/ 44308 h 58096"/>
                <a:gd name="connsiteX19" fmla="*/ 75071 w 78629"/>
                <a:gd name="connsiteY19" fmla="*/ 36799 h 58096"/>
                <a:gd name="connsiteX20" fmla="*/ 78600 w 78629"/>
                <a:gd name="connsiteY20" fmla="*/ 35448 h 58096"/>
                <a:gd name="connsiteX21" fmla="*/ 69814 w 78629"/>
                <a:gd name="connsiteY21" fmla="*/ 46635 h 58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8629" h="58096">
                  <a:moveTo>
                    <a:pt x="69814" y="46635"/>
                  </a:moveTo>
                  <a:cubicBezTo>
                    <a:pt x="67854" y="49819"/>
                    <a:pt x="65308" y="52597"/>
                    <a:pt x="62304" y="54819"/>
                  </a:cubicBezTo>
                  <a:cubicBezTo>
                    <a:pt x="57993" y="57049"/>
                    <a:pt x="53187" y="58138"/>
                    <a:pt x="48335" y="57973"/>
                  </a:cubicBezTo>
                  <a:cubicBezTo>
                    <a:pt x="42455" y="58446"/>
                    <a:pt x="36567" y="57132"/>
                    <a:pt x="31438" y="54219"/>
                  </a:cubicBezTo>
                  <a:cubicBezTo>
                    <a:pt x="26323" y="50750"/>
                    <a:pt x="21660" y="46665"/>
                    <a:pt x="17544" y="42055"/>
                  </a:cubicBezTo>
                  <a:cubicBezTo>
                    <a:pt x="10830" y="32722"/>
                    <a:pt x="5588" y="22413"/>
                    <a:pt x="1998" y="11496"/>
                  </a:cubicBezTo>
                  <a:cubicBezTo>
                    <a:pt x="699" y="7831"/>
                    <a:pt x="8" y="3972"/>
                    <a:pt x="-29" y="83"/>
                  </a:cubicBezTo>
                  <a:cubicBezTo>
                    <a:pt x="1473" y="-315"/>
                    <a:pt x="3057" y="368"/>
                    <a:pt x="3801" y="1735"/>
                  </a:cubicBezTo>
                  <a:cubicBezTo>
                    <a:pt x="4319" y="3018"/>
                    <a:pt x="4552" y="4408"/>
                    <a:pt x="4477" y="5789"/>
                  </a:cubicBezTo>
                  <a:cubicBezTo>
                    <a:pt x="5333" y="13365"/>
                    <a:pt x="8044" y="20611"/>
                    <a:pt x="12362" y="26888"/>
                  </a:cubicBezTo>
                  <a:cubicBezTo>
                    <a:pt x="17372" y="32865"/>
                    <a:pt x="23184" y="38121"/>
                    <a:pt x="29635" y="42505"/>
                  </a:cubicBezTo>
                  <a:cubicBezTo>
                    <a:pt x="35027" y="47521"/>
                    <a:pt x="42177" y="50217"/>
                    <a:pt x="49537" y="50014"/>
                  </a:cubicBezTo>
                  <a:cubicBezTo>
                    <a:pt x="50490" y="49991"/>
                    <a:pt x="51436" y="49789"/>
                    <a:pt x="52315" y="49413"/>
                  </a:cubicBezTo>
                  <a:cubicBezTo>
                    <a:pt x="53953" y="48362"/>
                    <a:pt x="55071" y="46673"/>
                    <a:pt x="55395" y="44758"/>
                  </a:cubicBezTo>
                  <a:cubicBezTo>
                    <a:pt x="55710" y="42873"/>
                    <a:pt x="56731" y="41184"/>
                    <a:pt x="58248" y="40028"/>
                  </a:cubicBezTo>
                  <a:cubicBezTo>
                    <a:pt x="59976" y="39052"/>
                    <a:pt x="63054" y="40028"/>
                    <a:pt x="62829" y="41830"/>
                  </a:cubicBezTo>
                  <a:cubicBezTo>
                    <a:pt x="62604" y="43632"/>
                    <a:pt x="61252" y="43857"/>
                    <a:pt x="61252" y="45058"/>
                  </a:cubicBezTo>
                  <a:cubicBezTo>
                    <a:pt x="61252" y="46260"/>
                    <a:pt x="63205" y="47236"/>
                    <a:pt x="64707" y="46860"/>
                  </a:cubicBezTo>
                  <a:cubicBezTo>
                    <a:pt x="66081" y="46365"/>
                    <a:pt x="67283" y="45479"/>
                    <a:pt x="68162" y="44308"/>
                  </a:cubicBezTo>
                  <a:cubicBezTo>
                    <a:pt x="70490" y="41755"/>
                    <a:pt x="72818" y="39202"/>
                    <a:pt x="75071" y="36799"/>
                  </a:cubicBezTo>
                  <a:cubicBezTo>
                    <a:pt x="76047" y="35748"/>
                    <a:pt x="77173" y="34847"/>
                    <a:pt x="78600" y="35448"/>
                  </a:cubicBezTo>
                  <a:cubicBezTo>
                    <a:pt x="76047" y="39457"/>
                    <a:pt x="73103" y="43204"/>
                    <a:pt x="69814" y="46635"/>
                  </a:cubicBezTo>
                  <a:close/>
                </a:path>
              </a:pathLst>
            </a:custGeom>
            <a:solidFill>
              <a:srgbClr val="9986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4" name="Content Placeholder 4">
              <a:extLst>
                <a:ext uri="{FF2B5EF4-FFF2-40B4-BE49-F238E27FC236}">
                  <a16:creationId xmlns:a16="http://schemas.microsoft.com/office/drawing/2014/main" id="{EA765C31-B6E9-BF33-A0D6-847DB91D05A0}"/>
                </a:ext>
              </a:extLst>
            </p:cNvPr>
            <p:cNvSpPr/>
            <p:nvPr/>
          </p:nvSpPr>
          <p:spPr>
            <a:xfrm>
              <a:off x="9201750" y="1588053"/>
              <a:ext cx="131916" cy="96907"/>
            </a:xfrm>
            <a:custGeom>
              <a:avLst/>
              <a:gdLst>
                <a:gd name="connsiteX0" fmla="*/ 131718 w 131916"/>
                <a:gd name="connsiteY0" fmla="*/ 27275 h 96907"/>
                <a:gd name="connsiteX1" fmla="*/ 131718 w 131916"/>
                <a:gd name="connsiteY1" fmla="*/ 29377 h 96907"/>
                <a:gd name="connsiteX2" fmla="*/ 129465 w 131916"/>
                <a:gd name="connsiteY2" fmla="*/ 30428 h 96907"/>
                <a:gd name="connsiteX3" fmla="*/ 116698 w 131916"/>
                <a:gd name="connsiteY3" fmla="*/ 29753 h 96907"/>
                <a:gd name="connsiteX4" fmla="*/ 105883 w 131916"/>
                <a:gd name="connsiteY4" fmla="*/ 29753 h 96907"/>
                <a:gd name="connsiteX5" fmla="*/ 103405 w 131916"/>
                <a:gd name="connsiteY5" fmla="*/ 32005 h 96907"/>
                <a:gd name="connsiteX6" fmla="*/ 91164 w 131916"/>
                <a:gd name="connsiteY6" fmla="*/ 32005 h 96907"/>
                <a:gd name="connsiteX7" fmla="*/ 70962 w 131916"/>
                <a:gd name="connsiteY7" fmla="*/ 31029 h 96907"/>
                <a:gd name="connsiteX8" fmla="*/ 55942 w 131916"/>
                <a:gd name="connsiteY8" fmla="*/ 57759 h 96907"/>
                <a:gd name="connsiteX9" fmla="*/ 50084 w 131916"/>
                <a:gd name="connsiteY9" fmla="*/ 53705 h 96907"/>
                <a:gd name="connsiteX10" fmla="*/ 43626 w 131916"/>
                <a:gd name="connsiteY10" fmla="*/ 52278 h 96907"/>
                <a:gd name="connsiteX11" fmla="*/ 42424 w 131916"/>
                <a:gd name="connsiteY11" fmla="*/ 57984 h 96907"/>
                <a:gd name="connsiteX12" fmla="*/ 42424 w 131916"/>
                <a:gd name="connsiteY12" fmla="*/ 96878 h 96907"/>
                <a:gd name="connsiteX13" fmla="*/ 30709 w 131916"/>
                <a:gd name="connsiteY13" fmla="*/ 87868 h 96907"/>
                <a:gd name="connsiteX14" fmla="*/ 22823 w 131916"/>
                <a:gd name="connsiteY14" fmla="*/ 88919 h 96907"/>
                <a:gd name="connsiteX15" fmla="*/ 15989 w 131916"/>
                <a:gd name="connsiteY15" fmla="*/ 85916 h 96907"/>
                <a:gd name="connsiteX16" fmla="*/ 15989 w 131916"/>
                <a:gd name="connsiteY16" fmla="*/ 79609 h 96907"/>
                <a:gd name="connsiteX17" fmla="*/ 16440 w 131916"/>
                <a:gd name="connsiteY17" fmla="*/ 76005 h 96907"/>
                <a:gd name="connsiteX18" fmla="*/ 14562 w 131916"/>
                <a:gd name="connsiteY18" fmla="*/ 74503 h 96907"/>
                <a:gd name="connsiteX19" fmla="*/ 5099 w 131916"/>
                <a:gd name="connsiteY19" fmla="*/ 72100 h 96907"/>
                <a:gd name="connsiteX20" fmla="*/ 143 w 131916"/>
                <a:gd name="connsiteY20" fmla="*/ 64592 h 96907"/>
                <a:gd name="connsiteX21" fmla="*/ 6977 w 131916"/>
                <a:gd name="connsiteY21" fmla="*/ 59486 h 96907"/>
                <a:gd name="connsiteX22" fmla="*/ 11633 w 131916"/>
                <a:gd name="connsiteY22" fmla="*/ 52954 h 96907"/>
                <a:gd name="connsiteX23" fmla="*/ 16139 w 131916"/>
                <a:gd name="connsiteY23" fmla="*/ 51377 h 96907"/>
                <a:gd name="connsiteX24" fmla="*/ 17791 w 131916"/>
                <a:gd name="connsiteY24" fmla="*/ 46346 h 96907"/>
                <a:gd name="connsiteX25" fmla="*/ 34389 w 131916"/>
                <a:gd name="connsiteY25" fmla="*/ 28852 h 96907"/>
                <a:gd name="connsiteX26" fmla="*/ 119552 w 131916"/>
                <a:gd name="connsiteY26" fmla="*/ 1145 h 96907"/>
                <a:gd name="connsiteX27" fmla="*/ 131718 w 131916"/>
                <a:gd name="connsiteY27" fmla="*/ 27275 h 96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1916" h="96907">
                  <a:moveTo>
                    <a:pt x="131718" y="27275"/>
                  </a:moveTo>
                  <a:cubicBezTo>
                    <a:pt x="131943" y="27958"/>
                    <a:pt x="131943" y="28694"/>
                    <a:pt x="131718" y="29377"/>
                  </a:cubicBezTo>
                  <a:cubicBezTo>
                    <a:pt x="131177" y="30060"/>
                    <a:pt x="130336" y="30451"/>
                    <a:pt x="129465" y="30428"/>
                  </a:cubicBezTo>
                  <a:cubicBezTo>
                    <a:pt x="125207" y="31029"/>
                    <a:pt x="120874" y="30796"/>
                    <a:pt x="116698" y="29753"/>
                  </a:cubicBezTo>
                  <a:cubicBezTo>
                    <a:pt x="113093" y="28927"/>
                    <a:pt x="109188" y="27500"/>
                    <a:pt x="105883" y="29753"/>
                  </a:cubicBezTo>
                  <a:cubicBezTo>
                    <a:pt x="104982" y="30353"/>
                    <a:pt x="104307" y="31329"/>
                    <a:pt x="103405" y="32005"/>
                  </a:cubicBezTo>
                  <a:cubicBezTo>
                    <a:pt x="99538" y="33852"/>
                    <a:pt x="95032" y="33852"/>
                    <a:pt x="91164" y="32005"/>
                  </a:cubicBezTo>
                  <a:cubicBezTo>
                    <a:pt x="84653" y="29813"/>
                    <a:pt x="77654" y="29475"/>
                    <a:pt x="70962" y="31029"/>
                  </a:cubicBezTo>
                  <a:cubicBezTo>
                    <a:pt x="59945" y="34888"/>
                    <a:pt x="53509" y="46339"/>
                    <a:pt x="55942" y="57759"/>
                  </a:cubicBezTo>
                  <a:cubicBezTo>
                    <a:pt x="53539" y="57759"/>
                    <a:pt x="51812" y="55432"/>
                    <a:pt x="50084" y="53705"/>
                  </a:cubicBezTo>
                  <a:cubicBezTo>
                    <a:pt x="48357" y="51978"/>
                    <a:pt x="45503" y="50776"/>
                    <a:pt x="43626" y="52278"/>
                  </a:cubicBezTo>
                  <a:cubicBezTo>
                    <a:pt x="42281" y="53855"/>
                    <a:pt x="41823" y="56002"/>
                    <a:pt x="42424" y="57984"/>
                  </a:cubicBezTo>
                  <a:cubicBezTo>
                    <a:pt x="43814" y="70914"/>
                    <a:pt x="43814" y="83949"/>
                    <a:pt x="42424" y="96878"/>
                  </a:cubicBezTo>
                  <a:cubicBezTo>
                    <a:pt x="40960" y="91607"/>
                    <a:pt x="36184" y="87936"/>
                    <a:pt x="30709" y="87868"/>
                  </a:cubicBezTo>
                  <a:cubicBezTo>
                    <a:pt x="28080" y="87868"/>
                    <a:pt x="25452" y="88769"/>
                    <a:pt x="22823" y="88919"/>
                  </a:cubicBezTo>
                  <a:cubicBezTo>
                    <a:pt x="20150" y="89377"/>
                    <a:pt x="17454" y="88198"/>
                    <a:pt x="15989" y="85916"/>
                  </a:cubicBezTo>
                  <a:cubicBezTo>
                    <a:pt x="15065" y="83919"/>
                    <a:pt x="15065" y="81606"/>
                    <a:pt x="15989" y="79609"/>
                  </a:cubicBezTo>
                  <a:cubicBezTo>
                    <a:pt x="16650" y="78527"/>
                    <a:pt x="16808" y="77214"/>
                    <a:pt x="16440" y="76005"/>
                  </a:cubicBezTo>
                  <a:cubicBezTo>
                    <a:pt x="16034" y="75276"/>
                    <a:pt x="15358" y="74736"/>
                    <a:pt x="14562" y="74503"/>
                  </a:cubicBezTo>
                  <a:cubicBezTo>
                    <a:pt x="11558" y="73227"/>
                    <a:pt x="8179" y="73227"/>
                    <a:pt x="5099" y="72100"/>
                  </a:cubicBezTo>
                  <a:cubicBezTo>
                    <a:pt x="2021" y="70974"/>
                    <a:pt x="-758" y="67971"/>
                    <a:pt x="143" y="64592"/>
                  </a:cubicBezTo>
                  <a:cubicBezTo>
                    <a:pt x="1044" y="61213"/>
                    <a:pt x="4273" y="60612"/>
                    <a:pt x="6977" y="59486"/>
                  </a:cubicBezTo>
                  <a:cubicBezTo>
                    <a:pt x="9680" y="58360"/>
                    <a:pt x="12609" y="55732"/>
                    <a:pt x="11633" y="52954"/>
                  </a:cubicBezTo>
                  <a:cubicBezTo>
                    <a:pt x="13315" y="53675"/>
                    <a:pt x="15276" y="52991"/>
                    <a:pt x="16139" y="51377"/>
                  </a:cubicBezTo>
                  <a:cubicBezTo>
                    <a:pt x="16958" y="49800"/>
                    <a:pt x="17514" y="48103"/>
                    <a:pt x="17791" y="46346"/>
                  </a:cubicBezTo>
                  <a:cubicBezTo>
                    <a:pt x="20788" y="38545"/>
                    <a:pt x="26759" y="32253"/>
                    <a:pt x="34389" y="28852"/>
                  </a:cubicBezTo>
                  <a:cubicBezTo>
                    <a:pt x="60674" y="13835"/>
                    <a:pt x="90037" y="-4936"/>
                    <a:pt x="119552" y="1145"/>
                  </a:cubicBezTo>
                  <a:cubicBezTo>
                    <a:pt x="127438" y="3173"/>
                    <a:pt x="130441" y="20217"/>
                    <a:pt x="131718" y="27275"/>
                  </a:cubicBezTo>
                  <a:close/>
                </a:path>
              </a:pathLst>
            </a:custGeom>
            <a:solidFill>
              <a:srgbClr val="9986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5" name="Content Placeholder 4">
              <a:extLst>
                <a:ext uri="{FF2B5EF4-FFF2-40B4-BE49-F238E27FC236}">
                  <a16:creationId xmlns:a16="http://schemas.microsoft.com/office/drawing/2014/main" id="{E5CE8C84-685E-6746-591F-D0AD6C7AB06E}"/>
                </a:ext>
              </a:extLst>
            </p:cNvPr>
            <p:cNvSpPr/>
            <p:nvPr/>
          </p:nvSpPr>
          <p:spPr>
            <a:xfrm>
              <a:off x="9136659" y="1947456"/>
              <a:ext cx="230332" cy="167288"/>
            </a:xfrm>
            <a:custGeom>
              <a:avLst/>
              <a:gdLst>
                <a:gd name="connsiteX0" fmla="*/ 161361 w 230332"/>
                <a:gd name="connsiteY0" fmla="*/ 21745 h 167288"/>
                <a:gd name="connsiteX1" fmla="*/ 53518 w 230332"/>
                <a:gd name="connsiteY1" fmla="*/ 15738 h 167288"/>
                <a:gd name="connsiteX2" fmla="*/ 8082 w 230332"/>
                <a:gd name="connsiteY2" fmla="*/ -30 h 167288"/>
                <a:gd name="connsiteX3" fmla="*/ 572 w 230332"/>
                <a:gd name="connsiteY3" fmla="*/ 51478 h 167288"/>
                <a:gd name="connsiteX4" fmla="*/ 572 w 230332"/>
                <a:gd name="connsiteY4" fmla="*/ 154119 h 167288"/>
                <a:gd name="connsiteX5" fmla="*/ 114349 w 230332"/>
                <a:gd name="connsiteY5" fmla="*/ 167259 h 167288"/>
                <a:gd name="connsiteX6" fmla="*/ 117202 w 230332"/>
                <a:gd name="connsiteY6" fmla="*/ 118379 h 167288"/>
                <a:gd name="connsiteX7" fmla="*/ 138305 w 230332"/>
                <a:gd name="connsiteY7" fmla="*/ 164706 h 167288"/>
                <a:gd name="connsiteX8" fmla="*/ 230303 w 230332"/>
                <a:gd name="connsiteY8" fmla="*/ 130542 h 167288"/>
                <a:gd name="connsiteX9" fmla="*/ 171950 w 230332"/>
                <a:gd name="connsiteY9" fmla="*/ 27076 h 167288"/>
                <a:gd name="connsiteX10" fmla="*/ 161512 w 230332"/>
                <a:gd name="connsiteY10" fmla="*/ 21745 h 167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0332" h="167288">
                  <a:moveTo>
                    <a:pt x="161361" y="21745"/>
                  </a:moveTo>
                  <a:cubicBezTo>
                    <a:pt x="125313" y="22488"/>
                    <a:pt x="89258" y="20476"/>
                    <a:pt x="53518" y="15738"/>
                  </a:cubicBezTo>
                  <a:cubicBezTo>
                    <a:pt x="37371" y="13561"/>
                    <a:pt x="20474" y="10482"/>
                    <a:pt x="8082" y="-30"/>
                  </a:cubicBezTo>
                  <a:cubicBezTo>
                    <a:pt x="-1230" y="14987"/>
                    <a:pt x="-479" y="33833"/>
                    <a:pt x="572" y="51478"/>
                  </a:cubicBezTo>
                  <a:cubicBezTo>
                    <a:pt x="1999" y="85642"/>
                    <a:pt x="1999" y="119955"/>
                    <a:pt x="572" y="154119"/>
                  </a:cubicBezTo>
                  <a:cubicBezTo>
                    <a:pt x="38423" y="158676"/>
                    <a:pt x="76348" y="163054"/>
                    <a:pt x="114349" y="167259"/>
                  </a:cubicBezTo>
                  <a:cubicBezTo>
                    <a:pt x="117615" y="151183"/>
                    <a:pt x="118577" y="134724"/>
                    <a:pt x="117202" y="118379"/>
                  </a:cubicBezTo>
                  <a:cubicBezTo>
                    <a:pt x="127311" y="132224"/>
                    <a:pt x="134498" y="147992"/>
                    <a:pt x="138305" y="164706"/>
                  </a:cubicBezTo>
                  <a:cubicBezTo>
                    <a:pt x="170598" y="158301"/>
                    <a:pt x="201660" y="146768"/>
                    <a:pt x="230303" y="130542"/>
                  </a:cubicBezTo>
                  <a:cubicBezTo>
                    <a:pt x="216034" y="93526"/>
                    <a:pt x="193880" y="60113"/>
                    <a:pt x="171950" y="27076"/>
                  </a:cubicBezTo>
                  <a:cubicBezTo>
                    <a:pt x="170080" y="23141"/>
                    <a:pt x="165800" y="20949"/>
                    <a:pt x="161512" y="21745"/>
                  </a:cubicBezTo>
                  <a:close/>
                </a:path>
              </a:pathLst>
            </a:custGeom>
            <a:solidFill>
              <a:srgbClr val="4A4E3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6" name="Content Placeholder 4">
              <a:extLst>
                <a:ext uri="{FF2B5EF4-FFF2-40B4-BE49-F238E27FC236}">
                  <a16:creationId xmlns:a16="http://schemas.microsoft.com/office/drawing/2014/main" id="{4949B626-5BE7-5B36-C7FF-6CBC4DBD76BC}"/>
                </a:ext>
              </a:extLst>
            </p:cNvPr>
            <p:cNvSpPr/>
            <p:nvPr/>
          </p:nvSpPr>
          <p:spPr>
            <a:xfrm>
              <a:off x="9128047" y="1713665"/>
              <a:ext cx="193434" cy="292274"/>
            </a:xfrm>
            <a:custGeom>
              <a:avLst/>
              <a:gdLst>
                <a:gd name="connsiteX0" fmla="*/ 153977 w 193434"/>
                <a:gd name="connsiteY0" fmla="*/ 148691 h 292274"/>
                <a:gd name="connsiteX1" fmla="*/ 179211 w 193434"/>
                <a:gd name="connsiteY1" fmla="*/ 237365 h 292274"/>
                <a:gd name="connsiteX2" fmla="*/ 191527 w 193434"/>
                <a:gd name="connsiteY2" fmla="*/ 266723 h 292274"/>
                <a:gd name="connsiteX3" fmla="*/ 193405 w 193434"/>
                <a:gd name="connsiteY3" fmla="*/ 277611 h 292274"/>
                <a:gd name="connsiteX4" fmla="*/ 183492 w 193434"/>
                <a:gd name="connsiteY4" fmla="*/ 283317 h 292274"/>
                <a:gd name="connsiteX5" fmla="*/ 105463 w 193434"/>
                <a:gd name="connsiteY5" fmla="*/ 291351 h 292274"/>
                <a:gd name="connsiteX6" fmla="*/ 35169 w 193434"/>
                <a:gd name="connsiteY6" fmla="*/ 277686 h 292274"/>
                <a:gd name="connsiteX7" fmla="*/ 6256 w 193434"/>
                <a:gd name="connsiteY7" fmla="*/ 258915 h 292274"/>
                <a:gd name="connsiteX8" fmla="*/ 2501 w 193434"/>
                <a:gd name="connsiteY8" fmla="*/ 245249 h 292274"/>
                <a:gd name="connsiteX9" fmla="*/ 19173 w 193434"/>
                <a:gd name="connsiteY9" fmla="*/ 105967 h 292274"/>
                <a:gd name="connsiteX10" fmla="*/ 56272 w 193434"/>
                <a:gd name="connsiteY10" fmla="*/ 30883 h 292274"/>
                <a:gd name="connsiteX11" fmla="*/ 116352 w 193434"/>
                <a:gd name="connsiteY11" fmla="*/ 173 h 292274"/>
                <a:gd name="connsiteX12" fmla="*/ 180563 w 193434"/>
                <a:gd name="connsiteY12" fmla="*/ 26077 h 292274"/>
                <a:gd name="connsiteX13" fmla="*/ 176057 w 193434"/>
                <a:gd name="connsiteY13" fmla="*/ 56111 h 292274"/>
                <a:gd name="connsiteX14" fmla="*/ 162088 w 193434"/>
                <a:gd name="connsiteY14" fmla="*/ 98534 h 292274"/>
                <a:gd name="connsiteX15" fmla="*/ 153977 w 193434"/>
                <a:gd name="connsiteY15" fmla="*/ 148691 h 292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3434" h="292274">
                  <a:moveTo>
                    <a:pt x="153977" y="148691"/>
                  </a:moveTo>
                  <a:cubicBezTo>
                    <a:pt x="151499" y="179776"/>
                    <a:pt x="168472" y="208758"/>
                    <a:pt x="179211" y="237365"/>
                  </a:cubicBezTo>
                  <a:cubicBezTo>
                    <a:pt x="182891" y="247352"/>
                    <a:pt x="187547" y="256887"/>
                    <a:pt x="191527" y="266723"/>
                  </a:cubicBezTo>
                  <a:cubicBezTo>
                    <a:pt x="192677" y="270245"/>
                    <a:pt x="193315" y="273909"/>
                    <a:pt x="193405" y="277611"/>
                  </a:cubicBezTo>
                  <a:cubicBezTo>
                    <a:pt x="193405" y="282716"/>
                    <a:pt x="187848" y="281515"/>
                    <a:pt x="183492" y="283317"/>
                  </a:cubicBezTo>
                  <a:cubicBezTo>
                    <a:pt x="158265" y="291111"/>
                    <a:pt x="131748" y="293844"/>
                    <a:pt x="105463" y="291351"/>
                  </a:cubicBezTo>
                  <a:cubicBezTo>
                    <a:pt x="81701" y="288708"/>
                    <a:pt x="58187" y="284143"/>
                    <a:pt x="35169" y="277686"/>
                  </a:cubicBezTo>
                  <a:cubicBezTo>
                    <a:pt x="24055" y="274532"/>
                    <a:pt x="11813" y="270177"/>
                    <a:pt x="6256" y="258915"/>
                  </a:cubicBezTo>
                  <a:cubicBezTo>
                    <a:pt x="4326" y="254575"/>
                    <a:pt x="3057" y="249965"/>
                    <a:pt x="2501" y="245249"/>
                  </a:cubicBezTo>
                  <a:cubicBezTo>
                    <a:pt x="-5009" y="198547"/>
                    <a:pt x="5280" y="150793"/>
                    <a:pt x="19173" y="105967"/>
                  </a:cubicBezTo>
                  <a:cubicBezTo>
                    <a:pt x="27584" y="78862"/>
                    <a:pt x="37873" y="51531"/>
                    <a:pt x="56272" y="30883"/>
                  </a:cubicBezTo>
                  <a:cubicBezTo>
                    <a:pt x="71630" y="13343"/>
                    <a:pt x="93132" y="2351"/>
                    <a:pt x="116352" y="173"/>
                  </a:cubicBezTo>
                  <a:cubicBezTo>
                    <a:pt x="137155" y="-1403"/>
                    <a:pt x="167646" y="6105"/>
                    <a:pt x="180563" y="26077"/>
                  </a:cubicBezTo>
                  <a:cubicBezTo>
                    <a:pt x="187096" y="36139"/>
                    <a:pt x="180037" y="46576"/>
                    <a:pt x="176057" y="56111"/>
                  </a:cubicBezTo>
                  <a:cubicBezTo>
                    <a:pt x="170417" y="69912"/>
                    <a:pt x="165746" y="84080"/>
                    <a:pt x="162088" y="98534"/>
                  </a:cubicBezTo>
                  <a:cubicBezTo>
                    <a:pt x="158033" y="115008"/>
                    <a:pt x="155322" y="131782"/>
                    <a:pt x="153977" y="148691"/>
                  </a:cubicBezTo>
                  <a:close/>
                </a:path>
              </a:pathLst>
            </a:custGeom>
            <a:solidFill>
              <a:srgbClr val="D3E4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7" name="Content Placeholder 4">
              <a:extLst>
                <a:ext uri="{FF2B5EF4-FFF2-40B4-BE49-F238E27FC236}">
                  <a16:creationId xmlns:a16="http://schemas.microsoft.com/office/drawing/2014/main" id="{E2BE3B50-6E66-C7CC-92BA-1D6E2F5CBA7B}"/>
                </a:ext>
              </a:extLst>
            </p:cNvPr>
            <p:cNvSpPr/>
            <p:nvPr/>
          </p:nvSpPr>
          <p:spPr>
            <a:xfrm>
              <a:off x="9101856" y="1747206"/>
              <a:ext cx="68958" cy="61494"/>
            </a:xfrm>
            <a:custGeom>
              <a:avLst/>
              <a:gdLst>
                <a:gd name="connsiteX0" fmla="*/ 68119 w 68958"/>
                <a:gd name="connsiteY0" fmla="*/ 25649 h 61494"/>
                <a:gd name="connsiteX1" fmla="*/ 64514 w 68958"/>
                <a:gd name="connsiteY1" fmla="*/ 15513 h 61494"/>
                <a:gd name="connsiteX2" fmla="*/ 54376 w 68958"/>
                <a:gd name="connsiteY2" fmla="*/ 5001 h 61494"/>
                <a:gd name="connsiteX3" fmla="*/ 48443 w 68958"/>
                <a:gd name="connsiteY3" fmla="*/ 5526 h 61494"/>
                <a:gd name="connsiteX4" fmla="*/ 32747 w 68958"/>
                <a:gd name="connsiteY4" fmla="*/ 9957 h 61494"/>
                <a:gd name="connsiteX5" fmla="*/ 28992 w 68958"/>
                <a:gd name="connsiteY5" fmla="*/ -30 h 61494"/>
                <a:gd name="connsiteX6" fmla="*/ 18253 w 68958"/>
                <a:gd name="connsiteY6" fmla="*/ 3499 h 61494"/>
                <a:gd name="connsiteX7" fmla="*/ 21632 w 68958"/>
                <a:gd name="connsiteY7" fmla="*/ 13936 h 61494"/>
                <a:gd name="connsiteX8" fmla="*/ 7513 w 68958"/>
                <a:gd name="connsiteY8" fmla="*/ 20318 h 61494"/>
                <a:gd name="connsiteX9" fmla="*/ 3 w 68958"/>
                <a:gd name="connsiteY9" fmla="*/ 27827 h 61494"/>
                <a:gd name="connsiteX10" fmla="*/ 829 w 68958"/>
                <a:gd name="connsiteY10" fmla="*/ 32857 h 61494"/>
                <a:gd name="connsiteX11" fmla="*/ 6237 w 68958"/>
                <a:gd name="connsiteY11" fmla="*/ 48775 h 61494"/>
                <a:gd name="connsiteX12" fmla="*/ 11494 w 68958"/>
                <a:gd name="connsiteY12" fmla="*/ 55232 h 61494"/>
                <a:gd name="connsiteX13" fmla="*/ 15474 w 68958"/>
                <a:gd name="connsiteY13" fmla="*/ 54707 h 61494"/>
                <a:gd name="connsiteX14" fmla="*/ 35000 w 68958"/>
                <a:gd name="connsiteY14" fmla="*/ 49000 h 61494"/>
                <a:gd name="connsiteX15" fmla="*/ 39056 w 68958"/>
                <a:gd name="connsiteY15" fmla="*/ 61465 h 61494"/>
                <a:gd name="connsiteX16" fmla="*/ 50170 w 68958"/>
                <a:gd name="connsiteY16" fmla="*/ 59362 h 61494"/>
                <a:gd name="connsiteX17" fmla="*/ 45814 w 68958"/>
                <a:gd name="connsiteY17" fmla="*/ 45396 h 61494"/>
                <a:gd name="connsiteX18" fmla="*/ 63012 w 68958"/>
                <a:gd name="connsiteY18" fmla="*/ 38263 h 61494"/>
                <a:gd name="connsiteX19" fmla="*/ 67293 w 68958"/>
                <a:gd name="connsiteY19" fmla="*/ 35260 h 61494"/>
                <a:gd name="connsiteX20" fmla="*/ 68119 w 68958"/>
                <a:gd name="connsiteY20" fmla="*/ 25649 h 61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8958" h="61494">
                  <a:moveTo>
                    <a:pt x="68119" y="25649"/>
                  </a:moveTo>
                  <a:cubicBezTo>
                    <a:pt x="67143" y="22195"/>
                    <a:pt x="65941" y="18809"/>
                    <a:pt x="64514" y="15513"/>
                  </a:cubicBezTo>
                  <a:cubicBezTo>
                    <a:pt x="62562" y="10857"/>
                    <a:pt x="59558" y="5752"/>
                    <a:pt x="54376" y="5001"/>
                  </a:cubicBezTo>
                  <a:cubicBezTo>
                    <a:pt x="52386" y="4798"/>
                    <a:pt x="50373" y="4978"/>
                    <a:pt x="48443" y="5526"/>
                  </a:cubicBezTo>
                  <a:cubicBezTo>
                    <a:pt x="43186" y="6728"/>
                    <a:pt x="37929" y="8229"/>
                    <a:pt x="32747" y="9957"/>
                  </a:cubicBezTo>
                  <a:cubicBezTo>
                    <a:pt x="31959" y="6473"/>
                    <a:pt x="30697" y="3109"/>
                    <a:pt x="28992" y="-30"/>
                  </a:cubicBezTo>
                  <a:cubicBezTo>
                    <a:pt x="25319" y="841"/>
                    <a:pt x="21722" y="2020"/>
                    <a:pt x="18253" y="3499"/>
                  </a:cubicBezTo>
                  <a:cubicBezTo>
                    <a:pt x="19529" y="6953"/>
                    <a:pt x="20656" y="10407"/>
                    <a:pt x="21632" y="13936"/>
                  </a:cubicBezTo>
                  <a:cubicBezTo>
                    <a:pt x="16826" y="15888"/>
                    <a:pt x="12094" y="17991"/>
                    <a:pt x="7513" y="20318"/>
                  </a:cubicBezTo>
                  <a:cubicBezTo>
                    <a:pt x="4359" y="21970"/>
                    <a:pt x="905" y="24147"/>
                    <a:pt x="3" y="27827"/>
                  </a:cubicBezTo>
                  <a:cubicBezTo>
                    <a:pt x="-132" y="29546"/>
                    <a:pt x="154" y="31273"/>
                    <a:pt x="829" y="32857"/>
                  </a:cubicBezTo>
                  <a:lnTo>
                    <a:pt x="6237" y="48775"/>
                  </a:lnTo>
                  <a:cubicBezTo>
                    <a:pt x="7138" y="51553"/>
                    <a:pt x="8565" y="54707"/>
                    <a:pt x="11494" y="55232"/>
                  </a:cubicBezTo>
                  <a:cubicBezTo>
                    <a:pt x="12846" y="55353"/>
                    <a:pt x="14205" y="55172"/>
                    <a:pt x="15474" y="54707"/>
                  </a:cubicBezTo>
                  <a:cubicBezTo>
                    <a:pt x="22008" y="52905"/>
                    <a:pt x="28541" y="51028"/>
                    <a:pt x="35000" y="49000"/>
                  </a:cubicBezTo>
                  <a:cubicBezTo>
                    <a:pt x="36652" y="53048"/>
                    <a:pt x="38011" y="57215"/>
                    <a:pt x="39056" y="61465"/>
                  </a:cubicBezTo>
                  <a:lnTo>
                    <a:pt x="50170" y="59362"/>
                  </a:lnTo>
                  <a:cubicBezTo>
                    <a:pt x="49637" y="54467"/>
                    <a:pt x="48157" y="49721"/>
                    <a:pt x="45814" y="45396"/>
                  </a:cubicBezTo>
                  <a:cubicBezTo>
                    <a:pt x="51672" y="43332"/>
                    <a:pt x="57410" y="40951"/>
                    <a:pt x="63012" y="38263"/>
                  </a:cubicBezTo>
                  <a:cubicBezTo>
                    <a:pt x="64664" y="37625"/>
                    <a:pt x="66136" y="36596"/>
                    <a:pt x="67293" y="35260"/>
                  </a:cubicBezTo>
                  <a:cubicBezTo>
                    <a:pt x="69133" y="32384"/>
                    <a:pt x="69441" y="28795"/>
                    <a:pt x="68119" y="2564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8" name="Content Placeholder 4">
              <a:extLst>
                <a:ext uri="{FF2B5EF4-FFF2-40B4-BE49-F238E27FC236}">
                  <a16:creationId xmlns:a16="http://schemas.microsoft.com/office/drawing/2014/main" id="{5ACB5CF4-8F37-0926-1A1C-25ABFBC7360C}"/>
                </a:ext>
              </a:extLst>
            </p:cNvPr>
            <p:cNvSpPr/>
            <p:nvPr/>
          </p:nvSpPr>
          <p:spPr>
            <a:xfrm>
              <a:off x="9111946" y="1759219"/>
              <a:ext cx="49261" cy="34764"/>
            </a:xfrm>
            <a:custGeom>
              <a:avLst/>
              <a:gdLst>
                <a:gd name="connsiteX0" fmla="*/ 8463 w 49261"/>
                <a:gd name="connsiteY0" fmla="*/ 34734 h 34764"/>
                <a:gd name="connsiteX1" fmla="*/ 10941 w 49261"/>
                <a:gd name="connsiteY1" fmla="*/ 34284 h 34764"/>
                <a:gd name="connsiteX2" fmla="*/ 38953 w 49261"/>
                <a:gd name="connsiteY2" fmla="*/ 24823 h 34764"/>
                <a:gd name="connsiteX3" fmla="*/ 47740 w 49261"/>
                <a:gd name="connsiteY3" fmla="*/ 19943 h 34764"/>
                <a:gd name="connsiteX4" fmla="*/ 47740 w 49261"/>
                <a:gd name="connsiteY4" fmla="*/ 10332 h 34764"/>
                <a:gd name="connsiteX5" fmla="*/ 40230 w 49261"/>
                <a:gd name="connsiteY5" fmla="*/ -30 h 34764"/>
                <a:gd name="connsiteX6" fmla="*/ 6585 w 49261"/>
                <a:gd name="connsiteY6" fmla="*/ 11909 h 34764"/>
                <a:gd name="connsiteX7" fmla="*/ 202 w 49261"/>
                <a:gd name="connsiteY7" fmla="*/ 16714 h 34764"/>
                <a:gd name="connsiteX8" fmla="*/ 202 w 49261"/>
                <a:gd name="connsiteY8" fmla="*/ 19868 h 34764"/>
                <a:gd name="connsiteX9" fmla="*/ 5985 w 49261"/>
                <a:gd name="connsiteY9" fmla="*/ 33233 h 34764"/>
                <a:gd name="connsiteX10" fmla="*/ 8463 w 49261"/>
                <a:gd name="connsiteY10" fmla="*/ 34734 h 34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61" h="34764">
                  <a:moveTo>
                    <a:pt x="8463" y="34734"/>
                  </a:moveTo>
                  <a:cubicBezTo>
                    <a:pt x="9312" y="34727"/>
                    <a:pt x="10145" y="34569"/>
                    <a:pt x="10941" y="34284"/>
                  </a:cubicBezTo>
                  <a:lnTo>
                    <a:pt x="38953" y="24823"/>
                  </a:lnTo>
                  <a:cubicBezTo>
                    <a:pt x="42280" y="24050"/>
                    <a:pt x="45322" y="22361"/>
                    <a:pt x="47740" y="19943"/>
                  </a:cubicBezTo>
                  <a:cubicBezTo>
                    <a:pt x="49730" y="17044"/>
                    <a:pt x="49730" y="13230"/>
                    <a:pt x="47740" y="10332"/>
                  </a:cubicBezTo>
                  <a:cubicBezTo>
                    <a:pt x="45615" y="6615"/>
                    <a:pt x="43099" y="3146"/>
                    <a:pt x="40230" y="-30"/>
                  </a:cubicBezTo>
                  <a:cubicBezTo>
                    <a:pt x="28815" y="3424"/>
                    <a:pt x="17700" y="7479"/>
                    <a:pt x="6585" y="11909"/>
                  </a:cubicBezTo>
                  <a:cubicBezTo>
                    <a:pt x="3957" y="12960"/>
                    <a:pt x="878" y="14462"/>
                    <a:pt x="202" y="16714"/>
                  </a:cubicBezTo>
                  <a:cubicBezTo>
                    <a:pt x="-106" y="17743"/>
                    <a:pt x="-106" y="18839"/>
                    <a:pt x="202" y="19868"/>
                  </a:cubicBezTo>
                  <a:cubicBezTo>
                    <a:pt x="1201" y="24673"/>
                    <a:pt x="3168" y="29216"/>
                    <a:pt x="5985" y="33233"/>
                  </a:cubicBezTo>
                  <a:cubicBezTo>
                    <a:pt x="6540" y="34081"/>
                    <a:pt x="7456" y="34629"/>
                    <a:pt x="8463" y="34734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9" name="Content Placeholder 4">
              <a:extLst>
                <a:ext uri="{FF2B5EF4-FFF2-40B4-BE49-F238E27FC236}">
                  <a16:creationId xmlns:a16="http://schemas.microsoft.com/office/drawing/2014/main" id="{6A9F1002-E60F-8DD7-8E68-51F46DBCEC99}"/>
                </a:ext>
              </a:extLst>
            </p:cNvPr>
            <p:cNvSpPr/>
            <p:nvPr/>
          </p:nvSpPr>
          <p:spPr>
            <a:xfrm>
              <a:off x="9144228" y="1641880"/>
              <a:ext cx="179730" cy="172208"/>
            </a:xfrm>
            <a:custGeom>
              <a:avLst/>
              <a:gdLst>
                <a:gd name="connsiteX0" fmla="*/ 177523 w 179730"/>
                <a:gd name="connsiteY0" fmla="*/ 29386 h 172208"/>
                <a:gd name="connsiteX1" fmla="*/ 154243 w 179730"/>
                <a:gd name="connsiteY1" fmla="*/ 85249 h 172208"/>
                <a:gd name="connsiteX2" fmla="*/ 106404 w 179730"/>
                <a:gd name="connsiteY2" fmla="*/ 99290 h 172208"/>
                <a:gd name="connsiteX3" fmla="*/ 105953 w 179730"/>
                <a:gd name="connsiteY3" fmla="*/ 71658 h 172208"/>
                <a:gd name="connsiteX4" fmla="*/ 110234 w 179730"/>
                <a:gd name="connsiteY4" fmla="*/ 34792 h 172208"/>
                <a:gd name="connsiteX5" fmla="*/ 109183 w 179730"/>
                <a:gd name="connsiteY5" fmla="*/ 20751 h 172208"/>
                <a:gd name="connsiteX6" fmla="*/ 105803 w 179730"/>
                <a:gd name="connsiteY6" fmla="*/ 10314 h 172208"/>
                <a:gd name="connsiteX7" fmla="*/ 107155 w 179730"/>
                <a:gd name="connsiteY7" fmla="*/ 8888 h 172208"/>
                <a:gd name="connsiteX8" fmla="*/ 107155 w 179730"/>
                <a:gd name="connsiteY8" fmla="*/ 1379 h 172208"/>
                <a:gd name="connsiteX9" fmla="*/ 105878 w 179730"/>
                <a:gd name="connsiteY9" fmla="*/ 929 h 172208"/>
                <a:gd name="connsiteX10" fmla="*/ 99570 w 179730"/>
                <a:gd name="connsiteY10" fmla="*/ 3031 h 172208"/>
                <a:gd name="connsiteX11" fmla="*/ 99570 w 179730"/>
                <a:gd name="connsiteY11" fmla="*/ 3407 h 172208"/>
                <a:gd name="connsiteX12" fmla="*/ 98819 w 179730"/>
                <a:gd name="connsiteY12" fmla="*/ 4082 h 172208"/>
                <a:gd name="connsiteX13" fmla="*/ 98819 w 179730"/>
                <a:gd name="connsiteY13" fmla="*/ 6710 h 172208"/>
                <a:gd name="connsiteX14" fmla="*/ 100471 w 179730"/>
                <a:gd name="connsiteY14" fmla="*/ 8062 h 172208"/>
                <a:gd name="connsiteX15" fmla="*/ 102949 w 179730"/>
                <a:gd name="connsiteY15" fmla="*/ 12867 h 172208"/>
                <a:gd name="connsiteX16" fmla="*/ 106179 w 179730"/>
                <a:gd name="connsiteY16" fmla="*/ 45604 h 172208"/>
                <a:gd name="connsiteX17" fmla="*/ 103100 w 179730"/>
                <a:gd name="connsiteY17" fmla="*/ 75638 h 172208"/>
                <a:gd name="connsiteX18" fmla="*/ 103850 w 179730"/>
                <a:gd name="connsiteY18" fmla="*/ 100190 h 172208"/>
                <a:gd name="connsiteX19" fmla="*/ 103032 w 179730"/>
                <a:gd name="connsiteY19" fmla="*/ 102150 h 172208"/>
                <a:gd name="connsiteX20" fmla="*/ 103850 w 179730"/>
                <a:gd name="connsiteY20" fmla="*/ 102969 h 172208"/>
                <a:gd name="connsiteX21" fmla="*/ 103325 w 179730"/>
                <a:gd name="connsiteY21" fmla="*/ 107173 h 172208"/>
                <a:gd name="connsiteX22" fmla="*/ 80269 w 179730"/>
                <a:gd name="connsiteY22" fmla="*/ 132477 h 172208"/>
                <a:gd name="connsiteX23" fmla="*/ 62545 w 179730"/>
                <a:gd name="connsiteY23" fmla="*/ 149972 h 172208"/>
                <a:gd name="connsiteX24" fmla="*/ 36561 w 179730"/>
                <a:gd name="connsiteY24" fmla="*/ 166791 h 172208"/>
                <a:gd name="connsiteX25" fmla="*/ 12079 w 179730"/>
                <a:gd name="connsiteY25" fmla="*/ 164012 h 172208"/>
                <a:gd name="connsiteX26" fmla="*/ 3142 w 179730"/>
                <a:gd name="connsiteY26" fmla="*/ 148995 h 172208"/>
                <a:gd name="connsiteX27" fmla="*/ 137 w 179730"/>
                <a:gd name="connsiteY27" fmla="*/ 150722 h 172208"/>
                <a:gd name="connsiteX28" fmla="*/ 14707 w 179730"/>
                <a:gd name="connsiteY28" fmla="*/ 170169 h 172208"/>
                <a:gd name="connsiteX29" fmla="*/ 40842 w 179730"/>
                <a:gd name="connsiteY29" fmla="*/ 169343 h 172208"/>
                <a:gd name="connsiteX30" fmla="*/ 62921 w 179730"/>
                <a:gd name="connsiteY30" fmla="*/ 154852 h 172208"/>
                <a:gd name="connsiteX31" fmla="*/ 93412 w 179730"/>
                <a:gd name="connsiteY31" fmla="*/ 126996 h 172208"/>
                <a:gd name="connsiteX32" fmla="*/ 106704 w 179730"/>
                <a:gd name="connsiteY32" fmla="*/ 102969 h 172208"/>
                <a:gd name="connsiteX33" fmla="*/ 161377 w 179730"/>
                <a:gd name="connsiteY33" fmla="*/ 83897 h 172208"/>
                <a:gd name="connsiteX34" fmla="*/ 179702 w 179730"/>
                <a:gd name="connsiteY34" fmla="*/ 29761 h 172208"/>
                <a:gd name="connsiteX35" fmla="*/ 177523 w 179730"/>
                <a:gd name="connsiteY35" fmla="*/ 29386 h 172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9730" h="172208">
                  <a:moveTo>
                    <a:pt x="177523" y="29386"/>
                  </a:moveTo>
                  <a:cubicBezTo>
                    <a:pt x="175571" y="49659"/>
                    <a:pt x="171741" y="72484"/>
                    <a:pt x="154243" y="85249"/>
                  </a:cubicBezTo>
                  <a:cubicBezTo>
                    <a:pt x="140650" y="95085"/>
                    <a:pt x="122400" y="95911"/>
                    <a:pt x="106404" y="99290"/>
                  </a:cubicBezTo>
                  <a:cubicBezTo>
                    <a:pt x="106855" y="90429"/>
                    <a:pt x="105728" y="80894"/>
                    <a:pt x="105953" y="71658"/>
                  </a:cubicBezTo>
                  <a:cubicBezTo>
                    <a:pt x="105953" y="59269"/>
                    <a:pt x="109708" y="47181"/>
                    <a:pt x="110234" y="34792"/>
                  </a:cubicBezTo>
                  <a:cubicBezTo>
                    <a:pt x="110377" y="30084"/>
                    <a:pt x="110024" y="25384"/>
                    <a:pt x="109183" y="20751"/>
                  </a:cubicBezTo>
                  <a:cubicBezTo>
                    <a:pt x="109183" y="20226"/>
                    <a:pt x="107230" y="14669"/>
                    <a:pt x="105803" y="10314"/>
                  </a:cubicBezTo>
                  <a:cubicBezTo>
                    <a:pt x="106306" y="9894"/>
                    <a:pt x="106764" y="9413"/>
                    <a:pt x="107155" y="8888"/>
                  </a:cubicBezTo>
                  <a:cubicBezTo>
                    <a:pt x="110459" y="4533"/>
                    <a:pt x="109333" y="2055"/>
                    <a:pt x="107155" y="1379"/>
                  </a:cubicBezTo>
                  <a:cubicBezTo>
                    <a:pt x="106795" y="1087"/>
                    <a:pt x="106344" y="929"/>
                    <a:pt x="105878" y="929"/>
                  </a:cubicBezTo>
                  <a:cubicBezTo>
                    <a:pt x="101823" y="-1174"/>
                    <a:pt x="99946" y="478"/>
                    <a:pt x="99570" y="3031"/>
                  </a:cubicBezTo>
                  <a:lnTo>
                    <a:pt x="99570" y="3407"/>
                  </a:lnTo>
                  <a:lnTo>
                    <a:pt x="98819" y="4082"/>
                  </a:lnTo>
                  <a:cubicBezTo>
                    <a:pt x="98106" y="4811"/>
                    <a:pt x="98106" y="5982"/>
                    <a:pt x="98819" y="6710"/>
                  </a:cubicBezTo>
                  <a:lnTo>
                    <a:pt x="100471" y="8062"/>
                  </a:lnTo>
                  <a:cubicBezTo>
                    <a:pt x="101072" y="9564"/>
                    <a:pt x="102048" y="11065"/>
                    <a:pt x="102949" y="12867"/>
                  </a:cubicBezTo>
                  <a:cubicBezTo>
                    <a:pt x="107170" y="23236"/>
                    <a:pt x="108289" y="34612"/>
                    <a:pt x="106179" y="45604"/>
                  </a:cubicBezTo>
                  <a:cubicBezTo>
                    <a:pt x="105127" y="55665"/>
                    <a:pt x="103325" y="65501"/>
                    <a:pt x="103100" y="75638"/>
                  </a:cubicBezTo>
                  <a:cubicBezTo>
                    <a:pt x="103100" y="83972"/>
                    <a:pt x="104151" y="92006"/>
                    <a:pt x="103850" y="100190"/>
                  </a:cubicBezTo>
                  <a:cubicBezTo>
                    <a:pt x="103084" y="100506"/>
                    <a:pt x="102716" y="101384"/>
                    <a:pt x="103032" y="102150"/>
                  </a:cubicBezTo>
                  <a:cubicBezTo>
                    <a:pt x="103182" y="102518"/>
                    <a:pt x="103483" y="102818"/>
                    <a:pt x="103850" y="102969"/>
                  </a:cubicBezTo>
                  <a:cubicBezTo>
                    <a:pt x="103745" y="104380"/>
                    <a:pt x="103573" y="105784"/>
                    <a:pt x="103325" y="107173"/>
                  </a:cubicBezTo>
                  <a:cubicBezTo>
                    <a:pt x="100997" y="119637"/>
                    <a:pt x="89582" y="125569"/>
                    <a:pt x="80269" y="132477"/>
                  </a:cubicBezTo>
                  <a:cubicBezTo>
                    <a:pt x="73623" y="137508"/>
                    <a:pt x="67660" y="143394"/>
                    <a:pt x="62545" y="149972"/>
                  </a:cubicBezTo>
                  <a:cubicBezTo>
                    <a:pt x="56357" y="158696"/>
                    <a:pt x="47052" y="164711"/>
                    <a:pt x="36561" y="166791"/>
                  </a:cubicBezTo>
                  <a:cubicBezTo>
                    <a:pt x="28000" y="168593"/>
                    <a:pt x="19363" y="170169"/>
                    <a:pt x="12079" y="164012"/>
                  </a:cubicBezTo>
                  <a:cubicBezTo>
                    <a:pt x="8038" y="159725"/>
                    <a:pt x="4982" y="154597"/>
                    <a:pt x="3142" y="148995"/>
                  </a:cubicBezTo>
                  <a:cubicBezTo>
                    <a:pt x="2240" y="146893"/>
                    <a:pt x="-764" y="148995"/>
                    <a:pt x="137" y="150722"/>
                  </a:cubicBezTo>
                  <a:cubicBezTo>
                    <a:pt x="2706" y="158644"/>
                    <a:pt x="7828" y="165484"/>
                    <a:pt x="14707" y="170169"/>
                  </a:cubicBezTo>
                  <a:cubicBezTo>
                    <a:pt x="21841" y="174374"/>
                    <a:pt x="33407" y="170920"/>
                    <a:pt x="40842" y="169343"/>
                  </a:cubicBezTo>
                  <a:cubicBezTo>
                    <a:pt x="49696" y="167309"/>
                    <a:pt x="57529" y="162165"/>
                    <a:pt x="62921" y="154852"/>
                  </a:cubicBezTo>
                  <a:cubicBezTo>
                    <a:pt x="71821" y="144273"/>
                    <a:pt x="82072" y="134910"/>
                    <a:pt x="93412" y="126996"/>
                  </a:cubicBezTo>
                  <a:cubicBezTo>
                    <a:pt x="101267" y="121424"/>
                    <a:pt x="106156" y="112580"/>
                    <a:pt x="106704" y="102969"/>
                  </a:cubicBezTo>
                  <a:cubicBezTo>
                    <a:pt x="125855" y="99064"/>
                    <a:pt x="146057" y="97112"/>
                    <a:pt x="161377" y="83897"/>
                  </a:cubicBezTo>
                  <a:cubicBezTo>
                    <a:pt x="176697" y="70682"/>
                    <a:pt x="178950" y="47556"/>
                    <a:pt x="179702" y="29761"/>
                  </a:cubicBezTo>
                  <a:cubicBezTo>
                    <a:pt x="179101" y="28410"/>
                    <a:pt x="177599" y="28410"/>
                    <a:pt x="177523" y="29386"/>
                  </a:cubicBezTo>
                  <a:close/>
                </a:path>
              </a:pathLst>
            </a:custGeom>
            <a:solidFill>
              <a:srgbClr val="1E839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0" name="Content Placeholder 4">
              <a:extLst>
                <a:ext uri="{FF2B5EF4-FFF2-40B4-BE49-F238E27FC236}">
                  <a16:creationId xmlns:a16="http://schemas.microsoft.com/office/drawing/2014/main" id="{462F711C-424D-6465-E6C8-34E50160B8F4}"/>
                </a:ext>
              </a:extLst>
            </p:cNvPr>
            <p:cNvSpPr/>
            <p:nvPr/>
          </p:nvSpPr>
          <p:spPr>
            <a:xfrm>
              <a:off x="9223701" y="1559119"/>
              <a:ext cx="117756" cy="77712"/>
            </a:xfrm>
            <a:custGeom>
              <a:avLst/>
              <a:gdLst>
                <a:gd name="connsiteX0" fmla="*/ 107964 w 117756"/>
                <a:gd name="connsiteY0" fmla="*/ 54031 h 77712"/>
                <a:gd name="connsiteX1" fmla="*/ 117607 w 117756"/>
                <a:gd name="connsiteY1" fmla="*/ 47439 h 77712"/>
                <a:gd name="connsiteX2" fmla="*/ 117727 w 117756"/>
                <a:gd name="connsiteY2" fmla="*/ 46523 h 77712"/>
                <a:gd name="connsiteX3" fmla="*/ 115625 w 117756"/>
                <a:gd name="connsiteY3" fmla="*/ 39915 h 77712"/>
                <a:gd name="connsiteX4" fmla="*/ 84909 w 117756"/>
                <a:gd name="connsiteY4" fmla="*/ 9356 h 77712"/>
                <a:gd name="connsiteX5" fmla="*/ 66059 w 117756"/>
                <a:gd name="connsiteY5" fmla="*/ 1847 h 77712"/>
                <a:gd name="connsiteX6" fmla="*/ 40600 w 117756"/>
                <a:gd name="connsiteY6" fmla="*/ 4250 h 77712"/>
                <a:gd name="connsiteX7" fmla="*/ 15742 w 117756"/>
                <a:gd name="connsiteY7" fmla="*/ -30 h 77712"/>
                <a:gd name="connsiteX8" fmla="*/ 17319 w 117756"/>
                <a:gd name="connsiteY8" fmla="*/ 13485 h 77712"/>
                <a:gd name="connsiteX9" fmla="*/ 17995 w 117756"/>
                <a:gd name="connsiteY9" fmla="*/ 14912 h 77712"/>
                <a:gd name="connsiteX10" fmla="*/ 17394 w 117756"/>
                <a:gd name="connsiteY10" fmla="*/ 15963 h 77712"/>
                <a:gd name="connsiteX11" fmla="*/ 347 w 117756"/>
                <a:gd name="connsiteY11" fmla="*/ 20769 h 77712"/>
                <a:gd name="connsiteX12" fmla="*/ 6430 w 117756"/>
                <a:gd name="connsiteY12" fmla="*/ 31881 h 77712"/>
                <a:gd name="connsiteX13" fmla="*/ 9358 w 117756"/>
                <a:gd name="connsiteY13" fmla="*/ 35710 h 77712"/>
                <a:gd name="connsiteX14" fmla="*/ 9358 w 117756"/>
                <a:gd name="connsiteY14" fmla="*/ 39465 h 77712"/>
                <a:gd name="connsiteX15" fmla="*/ 4176 w 117756"/>
                <a:gd name="connsiteY15" fmla="*/ 50052 h 77712"/>
                <a:gd name="connsiteX16" fmla="*/ -29 w 117756"/>
                <a:gd name="connsiteY16" fmla="*/ 59587 h 77712"/>
                <a:gd name="connsiteX17" fmla="*/ 1623 w 117756"/>
                <a:gd name="connsiteY17" fmla="*/ 63717 h 77712"/>
                <a:gd name="connsiteX18" fmla="*/ 8457 w 117756"/>
                <a:gd name="connsiteY18" fmla="*/ 75655 h 77712"/>
                <a:gd name="connsiteX19" fmla="*/ 10034 w 117756"/>
                <a:gd name="connsiteY19" fmla="*/ 77457 h 77712"/>
                <a:gd name="connsiteX20" fmla="*/ 12287 w 117756"/>
                <a:gd name="connsiteY20" fmla="*/ 77457 h 77712"/>
                <a:gd name="connsiteX21" fmla="*/ 30387 w 117756"/>
                <a:gd name="connsiteY21" fmla="*/ 62441 h 77712"/>
                <a:gd name="connsiteX22" fmla="*/ 62529 w 117756"/>
                <a:gd name="connsiteY22" fmla="*/ 47949 h 77712"/>
                <a:gd name="connsiteX23" fmla="*/ 91067 w 117756"/>
                <a:gd name="connsiteY23" fmla="*/ 47349 h 77712"/>
                <a:gd name="connsiteX24" fmla="*/ 98577 w 117756"/>
                <a:gd name="connsiteY24" fmla="*/ 47949 h 77712"/>
                <a:gd name="connsiteX25" fmla="*/ 107964 w 117756"/>
                <a:gd name="connsiteY25" fmla="*/ 54031 h 7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17756" h="77712">
                  <a:moveTo>
                    <a:pt x="107964" y="54031"/>
                  </a:moveTo>
                  <a:cubicBezTo>
                    <a:pt x="112448" y="54872"/>
                    <a:pt x="116766" y="51921"/>
                    <a:pt x="117607" y="47439"/>
                  </a:cubicBezTo>
                  <a:cubicBezTo>
                    <a:pt x="117667" y="47138"/>
                    <a:pt x="117705" y="46830"/>
                    <a:pt x="117727" y="46523"/>
                  </a:cubicBezTo>
                  <a:cubicBezTo>
                    <a:pt x="117600" y="44180"/>
                    <a:pt x="116879" y="41905"/>
                    <a:pt x="115625" y="39915"/>
                  </a:cubicBezTo>
                  <a:cubicBezTo>
                    <a:pt x="108370" y="27113"/>
                    <a:pt x="97751" y="16541"/>
                    <a:pt x="84909" y="9356"/>
                  </a:cubicBezTo>
                  <a:cubicBezTo>
                    <a:pt x="79171" y="5654"/>
                    <a:pt x="72773" y="3101"/>
                    <a:pt x="66059" y="1847"/>
                  </a:cubicBezTo>
                  <a:cubicBezTo>
                    <a:pt x="57505" y="1562"/>
                    <a:pt x="48951" y="2373"/>
                    <a:pt x="40600" y="4250"/>
                  </a:cubicBezTo>
                  <a:cubicBezTo>
                    <a:pt x="32076" y="6157"/>
                    <a:pt x="23139" y="4618"/>
                    <a:pt x="15742" y="-30"/>
                  </a:cubicBezTo>
                  <a:cubicBezTo>
                    <a:pt x="13857" y="4438"/>
                    <a:pt x="14458" y="9566"/>
                    <a:pt x="17319" y="13485"/>
                  </a:cubicBezTo>
                  <a:cubicBezTo>
                    <a:pt x="17687" y="13876"/>
                    <a:pt x="17928" y="14379"/>
                    <a:pt x="17995" y="14912"/>
                  </a:cubicBezTo>
                  <a:cubicBezTo>
                    <a:pt x="17890" y="15310"/>
                    <a:pt x="17680" y="15670"/>
                    <a:pt x="17394" y="15963"/>
                  </a:cubicBezTo>
                  <a:cubicBezTo>
                    <a:pt x="13046" y="20611"/>
                    <a:pt x="6482" y="22458"/>
                    <a:pt x="347" y="20769"/>
                  </a:cubicBezTo>
                  <a:cubicBezTo>
                    <a:pt x="1218" y="24996"/>
                    <a:pt x="3335" y="28870"/>
                    <a:pt x="6430" y="31881"/>
                  </a:cubicBezTo>
                  <a:cubicBezTo>
                    <a:pt x="7766" y="32835"/>
                    <a:pt x="8788" y="34171"/>
                    <a:pt x="9358" y="35710"/>
                  </a:cubicBezTo>
                  <a:cubicBezTo>
                    <a:pt x="9674" y="36942"/>
                    <a:pt x="9674" y="38233"/>
                    <a:pt x="9358" y="39465"/>
                  </a:cubicBezTo>
                  <a:cubicBezTo>
                    <a:pt x="8232" y="43256"/>
                    <a:pt x="6482" y="46838"/>
                    <a:pt x="4176" y="50052"/>
                  </a:cubicBezTo>
                  <a:cubicBezTo>
                    <a:pt x="1563" y="52544"/>
                    <a:pt x="46" y="55976"/>
                    <a:pt x="-29" y="59587"/>
                  </a:cubicBezTo>
                  <a:cubicBezTo>
                    <a:pt x="286" y="61044"/>
                    <a:pt x="842" y="62441"/>
                    <a:pt x="1623" y="63717"/>
                  </a:cubicBezTo>
                  <a:lnTo>
                    <a:pt x="8457" y="75655"/>
                  </a:lnTo>
                  <a:cubicBezTo>
                    <a:pt x="8840" y="76369"/>
                    <a:pt x="9373" y="76984"/>
                    <a:pt x="10034" y="77457"/>
                  </a:cubicBezTo>
                  <a:cubicBezTo>
                    <a:pt x="10755" y="77758"/>
                    <a:pt x="11566" y="77758"/>
                    <a:pt x="12287" y="77457"/>
                  </a:cubicBezTo>
                  <a:cubicBezTo>
                    <a:pt x="19797" y="75130"/>
                    <a:pt x="24529" y="67997"/>
                    <a:pt x="30387" y="62441"/>
                  </a:cubicBezTo>
                  <a:cubicBezTo>
                    <a:pt x="39413" y="54504"/>
                    <a:pt x="50603" y="49458"/>
                    <a:pt x="62529" y="47949"/>
                  </a:cubicBezTo>
                  <a:cubicBezTo>
                    <a:pt x="71999" y="46846"/>
                    <a:pt x="81559" y="46650"/>
                    <a:pt x="91067" y="47349"/>
                  </a:cubicBezTo>
                  <a:cubicBezTo>
                    <a:pt x="93583" y="47093"/>
                    <a:pt x="96129" y="47296"/>
                    <a:pt x="98577" y="47949"/>
                  </a:cubicBezTo>
                  <a:cubicBezTo>
                    <a:pt x="101957" y="49826"/>
                    <a:pt x="104134" y="53280"/>
                    <a:pt x="107964" y="54031"/>
                  </a:cubicBezTo>
                  <a:close/>
                </a:path>
              </a:pathLst>
            </a:custGeom>
            <a:solidFill>
              <a:srgbClr val="9986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801" name="Group 1800">
            <a:extLst>
              <a:ext uri="{FF2B5EF4-FFF2-40B4-BE49-F238E27FC236}">
                <a16:creationId xmlns:a16="http://schemas.microsoft.com/office/drawing/2014/main" id="{89F88410-5F9F-30FE-B09C-A4C27A152BEC}"/>
              </a:ext>
            </a:extLst>
          </p:cNvPr>
          <p:cNvGrpSpPr/>
          <p:nvPr userDrawn="1"/>
        </p:nvGrpSpPr>
        <p:grpSpPr>
          <a:xfrm>
            <a:off x="7000478" y="5169183"/>
            <a:ext cx="389408" cy="835229"/>
            <a:chOff x="9838347" y="4888303"/>
            <a:chExt cx="389408" cy="835229"/>
          </a:xfrm>
        </p:grpSpPr>
        <p:sp>
          <p:nvSpPr>
            <p:cNvPr id="1802" name="Content Placeholder 4">
              <a:extLst>
                <a:ext uri="{FF2B5EF4-FFF2-40B4-BE49-F238E27FC236}">
                  <a16:creationId xmlns:a16="http://schemas.microsoft.com/office/drawing/2014/main" id="{8EB11F99-9C8E-71B7-2C5F-6D040839ACEC}"/>
                </a:ext>
              </a:extLst>
            </p:cNvPr>
            <p:cNvSpPr/>
            <p:nvPr/>
          </p:nvSpPr>
          <p:spPr>
            <a:xfrm>
              <a:off x="9999639" y="5697084"/>
              <a:ext cx="196323" cy="26448"/>
            </a:xfrm>
            <a:custGeom>
              <a:avLst/>
              <a:gdLst>
                <a:gd name="connsiteX0" fmla="*/ 42321 w 196323"/>
                <a:gd name="connsiteY0" fmla="*/ 26418 h 26448"/>
                <a:gd name="connsiteX1" fmla="*/ 79871 w 196323"/>
                <a:gd name="connsiteY1" fmla="*/ 26418 h 26448"/>
                <a:gd name="connsiteX2" fmla="*/ 183509 w 196323"/>
                <a:gd name="connsiteY2" fmla="*/ 23190 h 26448"/>
                <a:gd name="connsiteX3" fmla="*/ 196276 w 196323"/>
                <a:gd name="connsiteY3" fmla="*/ 16733 h 26448"/>
                <a:gd name="connsiteX4" fmla="*/ 186588 w 196323"/>
                <a:gd name="connsiteY4" fmla="*/ 8398 h 26448"/>
                <a:gd name="connsiteX5" fmla="*/ 135520 w 196323"/>
                <a:gd name="connsiteY5" fmla="*/ 2542 h 26448"/>
                <a:gd name="connsiteX6" fmla="*/ 59669 w 196323"/>
                <a:gd name="connsiteY6" fmla="*/ 364 h 26448"/>
                <a:gd name="connsiteX7" fmla="*/ 12882 w 196323"/>
                <a:gd name="connsiteY7" fmla="*/ 4869 h 26448"/>
                <a:gd name="connsiteX8" fmla="*/ 5372 w 196323"/>
                <a:gd name="connsiteY8" fmla="*/ 24166 h 26448"/>
                <a:gd name="connsiteX9" fmla="*/ 19866 w 196323"/>
                <a:gd name="connsiteY9" fmla="*/ 25217 h 26448"/>
                <a:gd name="connsiteX10" fmla="*/ 42321 w 196323"/>
                <a:gd name="connsiteY10" fmla="*/ 26418 h 26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6323" h="26448">
                  <a:moveTo>
                    <a:pt x="42321" y="26418"/>
                  </a:moveTo>
                  <a:cubicBezTo>
                    <a:pt x="54712" y="26418"/>
                    <a:pt x="67104" y="26418"/>
                    <a:pt x="79871" y="26418"/>
                  </a:cubicBezTo>
                  <a:lnTo>
                    <a:pt x="183509" y="23190"/>
                  </a:lnTo>
                  <a:cubicBezTo>
                    <a:pt x="188916" y="23190"/>
                    <a:pt x="195900" y="21613"/>
                    <a:pt x="196276" y="16733"/>
                  </a:cubicBezTo>
                  <a:cubicBezTo>
                    <a:pt x="196651" y="11852"/>
                    <a:pt x="191244" y="9675"/>
                    <a:pt x="186588" y="8398"/>
                  </a:cubicBezTo>
                  <a:cubicBezTo>
                    <a:pt x="169848" y="4486"/>
                    <a:pt x="152710" y="2519"/>
                    <a:pt x="135520" y="2542"/>
                  </a:cubicBezTo>
                  <a:cubicBezTo>
                    <a:pt x="110211" y="1641"/>
                    <a:pt x="84977" y="890"/>
                    <a:pt x="59669" y="364"/>
                  </a:cubicBezTo>
                  <a:cubicBezTo>
                    <a:pt x="43928" y="-830"/>
                    <a:pt x="28104" y="695"/>
                    <a:pt x="12882" y="4869"/>
                  </a:cubicBezTo>
                  <a:cubicBezTo>
                    <a:pt x="4846" y="7572"/>
                    <a:pt x="-7095" y="18835"/>
                    <a:pt x="5372" y="24166"/>
                  </a:cubicBezTo>
                  <a:cubicBezTo>
                    <a:pt x="10148" y="25044"/>
                    <a:pt x="15015" y="25397"/>
                    <a:pt x="19866" y="25217"/>
                  </a:cubicBezTo>
                  <a:cubicBezTo>
                    <a:pt x="27226" y="25593"/>
                    <a:pt x="34736" y="26193"/>
                    <a:pt x="42321" y="26418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3" name="Content Placeholder 4">
              <a:extLst>
                <a:ext uri="{FF2B5EF4-FFF2-40B4-BE49-F238E27FC236}">
                  <a16:creationId xmlns:a16="http://schemas.microsoft.com/office/drawing/2014/main" id="{C4408E08-BB36-C555-85B9-B6557B98FC17}"/>
                </a:ext>
              </a:extLst>
            </p:cNvPr>
            <p:cNvSpPr/>
            <p:nvPr/>
          </p:nvSpPr>
          <p:spPr>
            <a:xfrm>
              <a:off x="9838347" y="5025658"/>
              <a:ext cx="162969" cy="108750"/>
            </a:xfrm>
            <a:custGeom>
              <a:avLst/>
              <a:gdLst>
                <a:gd name="connsiteX0" fmla="*/ 3923 w 162969"/>
                <a:gd name="connsiteY0" fmla="*/ 29442 h 108750"/>
                <a:gd name="connsiteX1" fmla="*/ 611 w 162969"/>
                <a:gd name="connsiteY1" fmla="*/ 38520 h 108750"/>
                <a:gd name="connsiteX2" fmla="*/ 3923 w 162969"/>
                <a:gd name="connsiteY2" fmla="*/ 41831 h 108750"/>
                <a:gd name="connsiteX3" fmla="*/ 110114 w 162969"/>
                <a:gd name="connsiteY3" fmla="*/ 104377 h 108750"/>
                <a:gd name="connsiteX4" fmla="*/ 124533 w 162969"/>
                <a:gd name="connsiteY4" fmla="*/ 108581 h 108750"/>
                <a:gd name="connsiteX5" fmla="*/ 132043 w 162969"/>
                <a:gd name="connsiteY5" fmla="*/ 102725 h 108750"/>
                <a:gd name="connsiteX6" fmla="*/ 161182 w 162969"/>
                <a:gd name="connsiteY6" fmla="*/ 71114 h 108750"/>
                <a:gd name="connsiteX7" fmla="*/ 160777 w 162969"/>
                <a:gd name="connsiteY7" fmla="*/ 61676 h 108750"/>
                <a:gd name="connsiteX8" fmla="*/ 159755 w 162969"/>
                <a:gd name="connsiteY8" fmla="*/ 60902 h 108750"/>
                <a:gd name="connsiteX9" fmla="*/ 52888 w 162969"/>
                <a:gd name="connsiteY9" fmla="*/ 835 h 108750"/>
                <a:gd name="connsiteX10" fmla="*/ 43275 w 162969"/>
                <a:gd name="connsiteY10" fmla="*/ 1886 h 108750"/>
                <a:gd name="connsiteX11" fmla="*/ 3923 w 162969"/>
                <a:gd name="connsiteY11" fmla="*/ 29442 h 1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2969" h="108750">
                  <a:moveTo>
                    <a:pt x="3923" y="29442"/>
                  </a:moveTo>
                  <a:cubicBezTo>
                    <a:pt x="498" y="31034"/>
                    <a:pt x="-981" y="35096"/>
                    <a:pt x="611" y="38520"/>
                  </a:cubicBezTo>
                  <a:cubicBezTo>
                    <a:pt x="1287" y="39976"/>
                    <a:pt x="2466" y="41156"/>
                    <a:pt x="3923" y="41831"/>
                  </a:cubicBezTo>
                  <a:cubicBezTo>
                    <a:pt x="41075" y="62404"/>
                    <a:pt x="76469" y="83255"/>
                    <a:pt x="110114" y="104377"/>
                  </a:cubicBezTo>
                  <a:cubicBezTo>
                    <a:pt x="114139" y="107688"/>
                    <a:pt x="119352" y="109212"/>
                    <a:pt x="124533" y="108581"/>
                  </a:cubicBezTo>
                  <a:cubicBezTo>
                    <a:pt x="127515" y="107335"/>
                    <a:pt x="130113" y="105315"/>
                    <a:pt x="132043" y="102725"/>
                  </a:cubicBezTo>
                  <a:lnTo>
                    <a:pt x="161182" y="71114"/>
                  </a:lnTo>
                  <a:cubicBezTo>
                    <a:pt x="163675" y="68396"/>
                    <a:pt x="163495" y="64169"/>
                    <a:pt x="160777" y="61676"/>
                  </a:cubicBezTo>
                  <a:cubicBezTo>
                    <a:pt x="160461" y="61383"/>
                    <a:pt x="160116" y="61128"/>
                    <a:pt x="159755" y="60902"/>
                  </a:cubicBezTo>
                  <a:cubicBezTo>
                    <a:pt x="125652" y="38287"/>
                    <a:pt x="89935" y="18210"/>
                    <a:pt x="52888" y="835"/>
                  </a:cubicBezTo>
                  <a:cubicBezTo>
                    <a:pt x="49734" y="-622"/>
                    <a:pt x="46039" y="-216"/>
                    <a:pt x="43275" y="1886"/>
                  </a:cubicBezTo>
                  <a:cubicBezTo>
                    <a:pt x="30839" y="12000"/>
                    <a:pt x="17681" y="21213"/>
                    <a:pt x="3923" y="29442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4" name="Content Placeholder 4">
              <a:extLst>
                <a:ext uri="{FF2B5EF4-FFF2-40B4-BE49-F238E27FC236}">
                  <a16:creationId xmlns:a16="http://schemas.microsoft.com/office/drawing/2014/main" id="{85D53940-529F-BE12-4375-627003ADBA6F}"/>
                </a:ext>
              </a:extLst>
            </p:cNvPr>
            <p:cNvSpPr/>
            <p:nvPr/>
          </p:nvSpPr>
          <p:spPr>
            <a:xfrm>
              <a:off x="9860404" y="5037836"/>
              <a:ext cx="115951" cy="76764"/>
            </a:xfrm>
            <a:custGeom>
              <a:avLst/>
              <a:gdLst>
                <a:gd name="connsiteX0" fmla="*/ 2668 w 115951"/>
                <a:gd name="connsiteY0" fmla="*/ 20492 h 76764"/>
                <a:gd name="connsiteX1" fmla="*/ 460 w 115951"/>
                <a:gd name="connsiteY1" fmla="*/ 26919 h 76764"/>
                <a:gd name="connsiteX2" fmla="*/ 2668 w 115951"/>
                <a:gd name="connsiteY2" fmla="*/ 29127 h 76764"/>
                <a:gd name="connsiteX3" fmla="*/ 77242 w 115951"/>
                <a:gd name="connsiteY3" fmla="*/ 73577 h 76764"/>
                <a:gd name="connsiteX4" fmla="*/ 87606 w 115951"/>
                <a:gd name="connsiteY4" fmla="*/ 76655 h 76764"/>
                <a:gd name="connsiteX5" fmla="*/ 93313 w 115951"/>
                <a:gd name="connsiteY5" fmla="*/ 72601 h 76764"/>
                <a:gd name="connsiteX6" fmla="*/ 114492 w 115951"/>
                <a:gd name="connsiteY6" fmla="*/ 50076 h 76764"/>
                <a:gd name="connsiteX7" fmla="*/ 114581 w 115951"/>
                <a:gd name="connsiteY7" fmla="*/ 43385 h 76764"/>
                <a:gd name="connsiteX8" fmla="*/ 113515 w 115951"/>
                <a:gd name="connsiteY8" fmla="*/ 42567 h 76764"/>
                <a:gd name="connsiteX9" fmla="*/ 36988 w 115951"/>
                <a:gd name="connsiteY9" fmla="*/ 595 h 76764"/>
                <a:gd name="connsiteX10" fmla="*/ 30229 w 115951"/>
                <a:gd name="connsiteY10" fmla="*/ 1345 h 76764"/>
                <a:gd name="connsiteX11" fmla="*/ 2668 w 115951"/>
                <a:gd name="connsiteY11" fmla="*/ 20492 h 76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5951" h="76764">
                  <a:moveTo>
                    <a:pt x="2668" y="20492"/>
                  </a:moveTo>
                  <a:cubicBezTo>
                    <a:pt x="280" y="21656"/>
                    <a:pt x="-704" y="24532"/>
                    <a:pt x="460" y="26919"/>
                  </a:cubicBezTo>
                  <a:cubicBezTo>
                    <a:pt x="933" y="27880"/>
                    <a:pt x="1707" y="28654"/>
                    <a:pt x="2668" y="29127"/>
                  </a:cubicBezTo>
                  <a:cubicBezTo>
                    <a:pt x="28555" y="43641"/>
                    <a:pt x="53413" y="58462"/>
                    <a:pt x="77242" y="73577"/>
                  </a:cubicBezTo>
                  <a:cubicBezTo>
                    <a:pt x="80148" y="75942"/>
                    <a:pt x="83881" y="77053"/>
                    <a:pt x="87606" y="76655"/>
                  </a:cubicBezTo>
                  <a:cubicBezTo>
                    <a:pt x="89859" y="75875"/>
                    <a:pt x="91834" y="74470"/>
                    <a:pt x="93313" y="72601"/>
                  </a:cubicBezTo>
                  <a:lnTo>
                    <a:pt x="114492" y="50076"/>
                  </a:lnTo>
                  <a:cubicBezTo>
                    <a:pt x="116361" y="48251"/>
                    <a:pt x="116407" y="45255"/>
                    <a:pt x="114581" y="43385"/>
                  </a:cubicBezTo>
                  <a:cubicBezTo>
                    <a:pt x="114266" y="43063"/>
                    <a:pt x="113906" y="42792"/>
                    <a:pt x="113515" y="42567"/>
                  </a:cubicBezTo>
                  <a:cubicBezTo>
                    <a:pt x="89048" y="26762"/>
                    <a:pt x="63469" y="12736"/>
                    <a:pt x="36988" y="595"/>
                  </a:cubicBezTo>
                  <a:cubicBezTo>
                    <a:pt x="34773" y="-456"/>
                    <a:pt x="32159" y="-164"/>
                    <a:pt x="30229" y="1345"/>
                  </a:cubicBezTo>
                  <a:cubicBezTo>
                    <a:pt x="21518" y="8389"/>
                    <a:pt x="12311" y="14793"/>
                    <a:pt x="2668" y="20492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5" name="Content Placeholder 4">
              <a:extLst>
                <a:ext uri="{FF2B5EF4-FFF2-40B4-BE49-F238E27FC236}">
                  <a16:creationId xmlns:a16="http://schemas.microsoft.com/office/drawing/2014/main" id="{52DF1B25-6704-6E5E-764D-0560A1016F7F}"/>
                </a:ext>
              </a:extLst>
            </p:cNvPr>
            <p:cNvSpPr/>
            <p:nvPr/>
          </p:nvSpPr>
          <p:spPr>
            <a:xfrm>
              <a:off x="9868959" y="5044449"/>
              <a:ext cx="31767" cy="26899"/>
            </a:xfrm>
            <a:custGeom>
              <a:avLst/>
              <a:gdLst>
                <a:gd name="connsiteX0" fmla="*/ 25355 w 31767"/>
                <a:gd name="connsiteY0" fmla="*/ 440 h 26899"/>
                <a:gd name="connsiteX1" fmla="*/ 22951 w 31767"/>
                <a:gd name="connsiteY1" fmla="*/ -11 h 26899"/>
                <a:gd name="connsiteX2" fmla="*/ 20923 w 31767"/>
                <a:gd name="connsiteY2" fmla="*/ 1040 h 26899"/>
                <a:gd name="connsiteX3" fmla="*/ 17319 w 31767"/>
                <a:gd name="connsiteY3" fmla="*/ 4119 h 26899"/>
                <a:gd name="connsiteX4" fmla="*/ 13864 w 31767"/>
                <a:gd name="connsiteY4" fmla="*/ 7648 h 26899"/>
                <a:gd name="connsiteX5" fmla="*/ 10935 w 31767"/>
                <a:gd name="connsiteY5" fmla="*/ 10126 h 26899"/>
                <a:gd name="connsiteX6" fmla="*/ 4101 w 31767"/>
                <a:gd name="connsiteY6" fmla="*/ 15307 h 26899"/>
                <a:gd name="connsiteX7" fmla="*/ 722 w 31767"/>
                <a:gd name="connsiteY7" fmla="*/ 18159 h 26899"/>
                <a:gd name="connsiteX8" fmla="*/ -29 w 31767"/>
                <a:gd name="connsiteY8" fmla="*/ 19736 h 26899"/>
                <a:gd name="connsiteX9" fmla="*/ 5979 w 31767"/>
                <a:gd name="connsiteY9" fmla="*/ 23641 h 26899"/>
                <a:gd name="connsiteX10" fmla="*/ 10335 w 31767"/>
                <a:gd name="connsiteY10" fmla="*/ 25593 h 26899"/>
                <a:gd name="connsiteX11" fmla="*/ 12663 w 31767"/>
                <a:gd name="connsiteY11" fmla="*/ 23415 h 26899"/>
                <a:gd name="connsiteX12" fmla="*/ 13113 w 31767"/>
                <a:gd name="connsiteY12" fmla="*/ 22965 h 26899"/>
                <a:gd name="connsiteX13" fmla="*/ 14765 w 31767"/>
                <a:gd name="connsiteY13" fmla="*/ 26869 h 26899"/>
                <a:gd name="connsiteX14" fmla="*/ 14765 w 31767"/>
                <a:gd name="connsiteY14" fmla="*/ 21613 h 26899"/>
                <a:gd name="connsiteX15" fmla="*/ 14765 w 31767"/>
                <a:gd name="connsiteY15" fmla="*/ 21088 h 26899"/>
                <a:gd name="connsiteX16" fmla="*/ 15517 w 31767"/>
                <a:gd name="connsiteY16" fmla="*/ 20262 h 26899"/>
                <a:gd name="connsiteX17" fmla="*/ 24303 w 31767"/>
                <a:gd name="connsiteY17" fmla="*/ 11252 h 26899"/>
                <a:gd name="connsiteX18" fmla="*/ 27833 w 31767"/>
                <a:gd name="connsiteY18" fmla="*/ 8098 h 26899"/>
                <a:gd name="connsiteX19" fmla="*/ 31738 w 31767"/>
                <a:gd name="connsiteY19" fmla="*/ 3894 h 26899"/>
                <a:gd name="connsiteX20" fmla="*/ 25355 w 31767"/>
                <a:gd name="connsiteY20" fmla="*/ 440 h 26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1767" h="26899">
                  <a:moveTo>
                    <a:pt x="25355" y="440"/>
                  </a:moveTo>
                  <a:cubicBezTo>
                    <a:pt x="24611" y="64"/>
                    <a:pt x="23777" y="-86"/>
                    <a:pt x="22951" y="-11"/>
                  </a:cubicBezTo>
                  <a:cubicBezTo>
                    <a:pt x="22185" y="124"/>
                    <a:pt x="21472" y="485"/>
                    <a:pt x="20923" y="1040"/>
                  </a:cubicBezTo>
                  <a:cubicBezTo>
                    <a:pt x="19654" y="1986"/>
                    <a:pt x="18453" y="3015"/>
                    <a:pt x="17319" y="4119"/>
                  </a:cubicBezTo>
                  <a:cubicBezTo>
                    <a:pt x="16117" y="5245"/>
                    <a:pt x="15065" y="6521"/>
                    <a:pt x="13864" y="7648"/>
                  </a:cubicBezTo>
                  <a:cubicBezTo>
                    <a:pt x="12663" y="8774"/>
                    <a:pt x="11911" y="9299"/>
                    <a:pt x="10935" y="10126"/>
                  </a:cubicBezTo>
                  <a:lnTo>
                    <a:pt x="4101" y="15307"/>
                  </a:lnTo>
                  <a:cubicBezTo>
                    <a:pt x="2870" y="16125"/>
                    <a:pt x="1736" y="17078"/>
                    <a:pt x="722" y="18159"/>
                  </a:cubicBezTo>
                  <a:cubicBezTo>
                    <a:pt x="414" y="18655"/>
                    <a:pt x="158" y="19181"/>
                    <a:pt x="-29" y="19736"/>
                  </a:cubicBezTo>
                  <a:cubicBezTo>
                    <a:pt x="1871" y="21193"/>
                    <a:pt x="3876" y="22499"/>
                    <a:pt x="5979" y="23641"/>
                  </a:cubicBezTo>
                  <a:cubicBezTo>
                    <a:pt x="7105" y="24316"/>
                    <a:pt x="8833" y="26044"/>
                    <a:pt x="10335" y="25593"/>
                  </a:cubicBezTo>
                  <a:cubicBezTo>
                    <a:pt x="11836" y="25143"/>
                    <a:pt x="12062" y="24091"/>
                    <a:pt x="12663" y="23415"/>
                  </a:cubicBezTo>
                  <a:lnTo>
                    <a:pt x="13113" y="22965"/>
                  </a:lnTo>
                  <a:cubicBezTo>
                    <a:pt x="13714" y="24242"/>
                    <a:pt x="14239" y="25593"/>
                    <a:pt x="14765" y="26869"/>
                  </a:cubicBezTo>
                  <a:cubicBezTo>
                    <a:pt x="14916" y="25120"/>
                    <a:pt x="14916" y="23363"/>
                    <a:pt x="14765" y="21613"/>
                  </a:cubicBezTo>
                  <a:cubicBezTo>
                    <a:pt x="14735" y="21441"/>
                    <a:pt x="14735" y="21261"/>
                    <a:pt x="14765" y="21088"/>
                  </a:cubicBezTo>
                  <a:lnTo>
                    <a:pt x="15517" y="20262"/>
                  </a:lnTo>
                  <a:lnTo>
                    <a:pt x="24303" y="11252"/>
                  </a:lnTo>
                  <a:cubicBezTo>
                    <a:pt x="25355" y="10066"/>
                    <a:pt x="26534" y="9007"/>
                    <a:pt x="27833" y="8098"/>
                  </a:cubicBezTo>
                  <a:cubicBezTo>
                    <a:pt x="28283" y="8098"/>
                    <a:pt x="31588" y="3894"/>
                    <a:pt x="31738" y="3894"/>
                  </a:cubicBezTo>
                  <a:cubicBezTo>
                    <a:pt x="29785" y="2767"/>
                    <a:pt x="27683" y="1491"/>
                    <a:pt x="25355" y="440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6" name="Content Placeholder 4">
              <a:extLst>
                <a:ext uri="{FF2B5EF4-FFF2-40B4-BE49-F238E27FC236}">
                  <a16:creationId xmlns:a16="http://schemas.microsoft.com/office/drawing/2014/main" id="{71C7B227-C686-9B77-617D-F4C0127BE90C}"/>
                </a:ext>
              </a:extLst>
            </p:cNvPr>
            <p:cNvSpPr/>
            <p:nvPr/>
          </p:nvSpPr>
          <p:spPr>
            <a:xfrm>
              <a:off x="9912742" y="5057632"/>
              <a:ext cx="21779" cy="21524"/>
            </a:xfrm>
            <a:custGeom>
              <a:avLst/>
              <a:gdLst>
                <a:gd name="connsiteX0" fmla="*/ 21750 w 21779"/>
                <a:gd name="connsiteY0" fmla="*/ 6178 h 21524"/>
                <a:gd name="connsiteX1" fmla="*/ 18521 w 21779"/>
                <a:gd name="connsiteY1" fmla="*/ 6178 h 21524"/>
                <a:gd name="connsiteX2" fmla="*/ 21524 w 21779"/>
                <a:gd name="connsiteY2" fmla="*/ 2273 h 21524"/>
                <a:gd name="connsiteX3" fmla="*/ 16042 w 21779"/>
                <a:gd name="connsiteY3" fmla="*/ 21 h 21524"/>
                <a:gd name="connsiteX4" fmla="*/ 15216 w 21779"/>
                <a:gd name="connsiteY4" fmla="*/ 21 h 21524"/>
                <a:gd name="connsiteX5" fmla="*/ 13865 w 21779"/>
                <a:gd name="connsiteY5" fmla="*/ 997 h 21524"/>
                <a:gd name="connsiteX6" fmla="*/ 5228 w 21779"/>
                <a:gd name="connsiteY6" fmla="*/ 10232 h 21524"/>
                <a:gd name="connsiteX7" fmla="*/ -29 w 21779"/>
                <a:gd name="connsiteY7" fmla="*/ 17741 h 21524"/>
                <a:gd name="connsiteX8" fmla="*/ 6430 w 21779"/>
                <a:gd name="connsiteY8" fmla="*/ 21495 h 21524"/>
                <a:gd name="connsiteX9" fmla="*/ 8307 w 21779"/>
                <a:gd name="connsiteY9" fmla="*/ 18642 h 21524"/>
                <a:gd name="connsiteX10" fmla="*/ 16718 w 21779"/>
                <a:gd name="connsiteY10" fmla="*/ 9106 h 21524"/>
                <a:gd name="connsiteX11" fmla="*/ 18971 w 21779"/>
                <a:gd name="connsiteY11" fmla="*/ 8656 h 21524"/>
                <a:gd name="connsiteX12" fmla="*/ 21750 w 21779"/>
                <a:gd name="connsiteY12" fmla="*/ 6178 h 21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779" h="21524">
                  <a:moveTo>
                    <a:pt x="21750" y="6178"/>
                  </a:moveTo>
                  <a:lnTo>
                    <a:pt x="18521" y="6178"/>
                  </a:lnTo>
                  <a:cubicBezTo>
                    <a:pt x="19497" y="4901"/>
                    <a:pt x="20549" y="3625"/>
                    <a:pt x="21524" y="2273"/>
                  </a:cubicBezTo>
                  <a:lnTo>
                    <a:pt x="16042" y="21"/>
                  </a:lnTo>
                  <a:cubicBezTo>
                    <a:pt x="15772" y="-47"/>
                    <a:pt x="15487" y="-47"/>
                    <a:pt x="15216" y="21"/>
                  </a:cubicBezTo>
                  <a:cubicBezTo>
                    <a:pt x="14615" y="21"/>
                    <a:pt x="14240" y="546"/>
                    <a:pt x="13865" y="997"/>
                  </a:cubicBezTo>
                  <a:cubicBezTo>
                    <a:pt x="11461" y="4150"/>
                    <a:pt x="7631" y="7004"/>
                    <a:pt x="5228" y="10232"/>
                  </a:cubicBezTo>
                  <a:cubicBezTo>
                    <a:pt x="2825" y="13461"/>
                    <a:pt x="2749" y="13536"/>
                    <a:pt x="-29" y="17741"/>
                  </a:cubicBezTo>
                  <a:cubicBezTo>
                    <a:pt x="1323" y="18417"/>
                    <a:pt x="5003" y="20819"/>
                    <a:pt x="6430" y="21495"/>
                  </a:cubicBezTo>
                  <a:cubicBezTo>
                    <a:pt x="6760" y="20384"/>
                    <a:pt x="7413" y="19385"/>
                    <a:pt x="8307" y="18642"/>
                  </a:cubicBezTo>
                  <a:cubicBezTo>
                    <a:pt x="11311" y="15638"/>
                    <a:pt x="14014" y="12410"/>
                    <a:pt x="16718" y="9106"/>
                  </a:cubicBezTo>
                  <a:lnTo>
                    <a:pt x="18971" y="8656"/>
                  </a:lnTo>
                  <a:cubicBezTo>
                    <a:pt x="20075" y="8055"/>
                    <a:pt x="21022" y="7207"/>
                    <a:pt x="21750" y="6178"/>
                  </a:cubicBezTo>
                  <a:close/>
                </a:path>
              </a:pathLst>
            </a:custGeom>
            <a:solidFill>
              <a:srgbClr val="B8CDD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7" name="Content Placeholder 4">
              <a:extLst>
                <a:ext uri="{FF2B5EF4-FFF2-40B4-BE49-F238E27FC236}">
                  <a16:creationId xmlns:a16="http://schemas.microsoft.com/office/drawing/2014/main" id="{99ACF553-7089-A3FE-569B-21E75F634D71}"/>
                </a:ext>
              </a:extLst>
            </p:cNvPr>
            <p:cNvSpPr/>
            <p:nvPr/>
          </p:nvSpPr>
          <p:spPr>
            <a:xfrm>
              <a:off x="9886383" y="5059890"/>
              <a:ext cx="17873" cy="18290"/>
            </a:xfrm>
            <a:custGeom>
              <a:avLst/>
              <a:gdLst>
                <a:gd name="connsiteX0" fmla="*/ 17844 w 17873"/>
                <a:gd name="connsiteY0" fmla="*/ 1743 h 18290"/>
                <a:gd name="connsiteX1" fmla="*/ 14615 w 17873"/>
                <a:gd name="connsiteY1" fmla="*/ 15 h 18290"/>
                <a:gd name="connsiteX2" fmla="*/ 14089 w 17873"/>
                <a:gd name="connsiteY2" fmla="*/ 15 h 18290"/>
                <a:gd name="connsiteX3" fmla="*/ 13413 w 17873"/>
                <a:gd name="connsiteY3" fmla="*/ 15 h 18290"/>
                <a:gd name="connsiteX4" fmla="*/ -29 w 17873"/>
                <a:gd name="connsiteY4" fmla="*/ 13381 h 18290"/>
                <a:gd name="connsiteX5" fmla="*/ 4777 w 17873"/>
                <a:gd name="connsiteY5" fmla="*/ 16159 h 18290"/>
                <a:gd name="connsiteX6" fmla="*/ 5528 w 17873"/>
                <a:gd name="connsiteY6" fmla="*/ 16159 h 18290"/>
                <a:gd name="connsiteX7" fmla="*/ 6579 w 17873"/>
                <a:gd name="connsiteY7" fmla="*/ 15408 h 18290"/>
                <a:gd name="connsiteX8" fmla="*/ 7030 w 17873"/>
                <a:gd name="connsiteY8" fmla="*/ 14732 h 18290"/>
                <a:gd name="connsiteX9" fmla="*/ 8532 w 17873"/>
                <a:gd name="connsiteY9" fmla="*/ 18261 h 18290"/>
                <a:gd name="connsiteX10" fmla="*/ 8532 w 17873"/>
                <a:gd name="connsiteY10" fmla="*/ 13005 h 18290"/>
                <a:gd name="connsiteX11" fmla="*/ 8532 w 17873"/>
                <a:gd name="connsiteY11" fmla="*/ 12480 h 18290"/>
                <a:gd name="connsiteX12" fmla="*/ 17844 w 17873"/>
                <a:gd name="connsiteY12" fmla="*/ 1743 h 1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873" h="18290">
                  <a:moveTo>
                    <a:pt x="17844" y="1743"/>
                  </a:moveTo>
                  <a:lnTo>
                    <a:pt x="14615" y="15"/>
                  </a:lnTo>
                  <a:lnTo>
                    <a:pt x="14089" y="15"/>
                  </a:lnTo>
                  <a:cubicBezTo>
                    <a:pt x="13864" y="-45"/>
                    <a:pt x="13631" y="-45"/>
                    <a:pt x="13413" y="15"/>
                  </a:cubicBezTo>
                  <a:cubicBezTo>
                    <a:pt x="8907" y="4220"/>
                    <a:pt x="4401" y="9101"/>
                    <a:pt x="-29" y="13381"/>
                  </a:cubicBezTo>
                  <a:lnTo>
                    <a:pt x="4777" y="16159"/>
                  </a:lnTo>
                  <a:cubicBezTo>
                    <a:pt x="5025" y="16219"/>
                    <a:pt x="5280" y="16219"/>
                    <a:pt x="5528" y="16159"/>
                  </a:cubicBezTo>
                  <a:cubicBezTo>
                    <a:pt x="5979" y="16159"/>
                    <a:pt x="6279" y="15783"/>
                    <a:pt x="6579" y="15408"/>
                  </a:cubicBezTo>
                  <a:lnTo>
                    <a:pt x="7030" y="14732"/>
                  </a:lnTo>
                  <a:cubicBezTo>
                    <a:pt x="7555" y="15933"/>
                    <a:pt x="8006" y="17135"/>
                    <a:pt x="8532" y="18261"/>
                  </a:cubicBezTo>
                  <a:cubicBezTo>
                    <a:pt x="8682" y="16512"/>
                    <a:pt x="8682" y="14754"/>
                    <a:pt x="8532" y="13005"/>
                  </a:cubicBezTo>
                  <a:lnTo>
                    <a:pt x="8532" y="12480"/>
                  </a:lnTo>
                  <a:cubicBezTo>
                    <a:pt x="11611" y="9101"/>
                    <a:pt x="14615" y="5346"/>
                    <a:pt x="17844" y="1743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8" name="Content Placeholder 4">
              <a:extLst>
                <a:ext uri="{FF2B5EF4-FFF2-40B4-BE49-F238E27FC236}">
                  <a16:creationId xmlns:a16="http://schemas.microsoft.com/office/drawing/2014/main" id="{36E31FAE-B3D4-EFD6-0D84-F66C1CA54310}"/>
                </a:ext>
              </a:extLst>
            </p:cNvPr>
            <p:cNvSpPr/>
            <p:nvPr/>
          </p:nvSpPr>
          <p:spPr>
            <a:xfrm>
              <a:off x="9916272" y="5081289"/>
              <a:ext cx="16296" cy="14986"/>
            </a:xfrm>
            <a:custGeom>
              <a:avLst/>
              <a:gdLst>
                <a:gd name="connsiteX0" fmla="*/ 16267 w 16296"/>
                <a:gd name="connsiteY0" fmla="*/ 2568 h 14986"/>
                <a:gd name="connsiteX1" fmla="*/ 11987 w 16296"/>
                <a:gd name="connsiteY1" fmla="*/ 15 h 14986"/>
                <a:gd name="connsiteX2" fmla="*/ 11386 w 16296"/>
                <a:gd name="connsiteY2" fmla="*/ 15 h 14986"/>
                <a:gd name="connsiteX3" fmla="*/ 10860 w 16296"/>
                <a:gd name="connsiteY3" fmla="*/ 15 h 14986"/>
                <a:gd name="connsiteX4" fmla="*/ 4176 w 16296"/>
                <a:gd name="connsiteY4" fmla="*/ 6548 h 14986"/>
                <a:gd name="connsiteX5" fmla="*/ -29 w 16296"/>
                <a:gd name="connsiteY5" fmla="*/ 11953 h 14986"/>
                <a:gd name="connsiteX6" fmla="*/ 4477 w 16296"/>
                <a:gd name="connsiteY6" fmla="*/ 14807 h 14986"/>
                <a:gd name="connsiteX7" fmla="*/ 5228 w 16296"/>
                <a:gd name="connsiteY7" fmla="*/ 14807 h 14986"/>
                <a:gd name="connsiteX8" fmla="*/ 5903 w 16296"/>
                <a:gd name="connsiteY8" fmla="*/ 14807 h 14986"/>
                <a:gd name="connsiteX9" fmla="*/ 7556 w 16296"/>
                <a:gd name="connsiteY9" fmla="*/ 13380 h 14986"/>
                <a:gd name="connsiteX10" fmla="*/ 9133 w 16296"/>
                <a:gd name="connsiteY10" fmla="*/ 14957 h 14986"/>
                <a:gd name="connsiteX11" fmla="*/ 9734 w 16296"/>
                <a:gd name="connsiteY11" fmla="*/ 14957 h 14986"/>
                <a:gd name="connsiteX12" fmla="*/ 9734 w 16296"/>
                <a:gd name="connsiteY12" fmla="*/ 11052 h 14986"/>
                <a:gd name="connsiteX13" fmla="*/ 16267 w 16296"/>
                <a:gd name="connsiteY13" fmla="*/ 2568 h 14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296" h="14986">
                  <a:moveTo>
                    <a:pt x="16267" y="2568"/>
                  </a:moveTo>
                  <a:lnTo>
                    <a:pt x="11987" y="15"/>
                  </a:lnTo>
                  <a:lnTo>
                    <a:pt x="11386" y="15"/>
                  </a:lnTo>
                  <a:cubicBezTo>
                    <a:pt x="11213" y="-45"/>
                    <a:pt x="11033" y="-45"/>
                    <a:pt x="10860" y="15"/>
                  </a:cubicBezTo>
                  <a:lnTo>
                    <a:pt x="4176" y="6548"/>
                  </a:lnTo>
                  <a:cubicBezTo>
                    <a:pt x="2404" y="8026"/>
                    <a:pt x="970" y="9874"/>
                    <a:pt x="-29" y="11953"/>
                  </a:cubicBezTo>
                  <a:cubicBezTo>
                    <a:pt x="1398" y="13020"/>
                    <a:pt x="2907" y="13973"/>
                    <a:pt x="4477" y="14807"/>
                  </a:cubicBezTo>
                  <a:cubicBezTo>
                    <a:pt x="4725" y="14882"/>
                    <a:pt x="4980" y="14882"/>
                    <a:pt x="5228" y="14807"/>
                  </a:cubicBezTo>
                  <a:cubicBezTo>
                    <a:pt x="5453" y="14867"/>
                    <a:pt x="5678" y="14867"/>
                    <a:pt x="5903" y="14807"/>
                  </a:cubicBezTo>
                  <a:lnTo>
                    <a:pt x="7556" y="13380"/>
                  </a:lnTo>
                  <a:lnTo>
                    <a:pt x="9133" y="14957"/>
                  </a:lnTo>
                  <a:cubicBezTo>
                    <a:pt x="9133" y="14957"/>
                    <a:pt x="9133" y="14957"/>
                    <a:pt x="9734" y="14957"/>
                  </a:cubicBezTo>
                  <a:cubicBezTo>
                    <a:pt x="9734" y="13606"/>
                    <a:pt x="9734" y="12329"/>
                    <a:pt x="9734" y="11052"/>
                  </a:cubicBezTo>
                  <a:cubicBezTo>
                    <a:pt x="12084" y="8365"/>
                    <a:pt x="14270" y="5526"/>
                    <a:pt x="16267" y="2568"/>
                  </a:cubicBezTo>
                  <a:close/>
                </a:path>
              </a:pathLst>
            </a:custGeom>
            <a:solidFill>
              <a:srgbClr val="CCCCC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9" name="Content Placeholder 4">
              <a:extLst>
                <a:ext uri="{FF2B5EF4-FFF2-40B4-BE49-F238E27FC236}">
                  <a16:creationId xmlns:a16="http://schemas.microsoft.com/office/drawing/2014/main" id="{D65EC0F9-56BD-9223-55B8-A4C37B2E72BC}"/>
                </a:ext>
              </a:extLst>
            </p:cNvPr>
            <p:cNvSpPr/>
            <p:nvPr/>
          </p:nvSpPr>
          <p:spPr>
            <a:xfrm>
              <a:off x="9939352" y="5072221"/>
              <a:ext cx="23256" cy="26758"/>
            </a:xfrm>
            <a:custGeom>
              <a:avLst/>
              <a:gdLst>
                <a:gd name="connsiteX0" fmla="*/ 20373 w 23256"/>
                <a:gd name="connsiteY0" fmla="*/ 7281 h 26758"/>
                <a:gd name="connsiteX1" fmla="*/ 23227 w 23256"/>
                <a:gd name="connsiteY1" fmla="*/ 2701 h 26758"/>
                <a:gd name="connsiteX2" fmla="*/ 16318 w 23256"/>
                <a:gd name="connsiteY2" fmla="*/ -2 h 26758"/>
                <a:gd name="connsiteX3" fmla="*/ 15717 w 23256"/>
                <a:gd name="connsiteY3" fmla="*/ -2 h 26758"/>
                <a:gd name="connsiteX4" fmla="*/ 15042 w 23256"/>
                <a:gd name="connsiteY4" fmla="*/ -2 h 26758"/>
                <a:gd name="connsiteX5" fmla="*/ 22 w 23256"/>
                <a:gd name="connsiteY5" fmla="*/ 19971 h 26758"/>
                <a:gd name="connsiteX6" fmla="*/ 22 w 23256"/>
                <a:gd name="connsiteY6" fmla="*/ 20572 h 26758"/>
                <a:gd name="connsiteX7" fmla="*/ 22 w 23256"/>
                <a:gd name="connsiteY7" fmla="*/ 21022 h 26758"/>
                <a:gd name="connsiteX8" fmla="*/ 6405 w 23256"/>
                <a:gd name="connsiteY8" fmla="*/ 26729 h 26758"/>
                <a:gd name="connsiteX9" fmla="*/ 15492 w 23256"/>
                <a:gd name="connsiteY9" fmla="*/ 15316 h 26758"/>
                <a:gd name="connsiteX10" fmla="*/ 17970 w 23256"/>
                <a:gd name="connsiteY10" fmla="*/ 10510 h 26758"/>
                <a:gd name="connsiteX11" fmla="*/ 22552 w 23256"/>
                <a:gd name="connsiteY11" fmla="*/ 10060 h 26758"/>
                <a:gd name="connsiteX12" fmla="*/ 21275 w 23256"/>
                <a:gd name="connsiteY12" fmla="*/ 8858 h 26758"/>
                <a:gd name="connsiteX13" fmla="*/ 19998 w 23256"/>
                <a:gd name="connsiteY13" fmla="*/ 7657 h 26758"/>
                <a:gd name="connsiteX14" fmla="*/ 20373 w 23256"/>
                <a:gd name="connsiteY14" fmla="*/ 7281 h 26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256" h="26758">
                  <a:moveTo>
                    <a:pt x="20373" y="7281"/>
                  </a:moveTo>
                  <a:lnTo>
                    <a:pt x="23227" y="2701"/>
                  </a:lnTo>
                  <a:lnTo>
                    <a:pt x="16318" y="-2"/>
                  </a:lnTo>
                  <a:lnTo>
                    <a:pt x="15717" y="-2"/>
                  </a:lnTo>
                  <a:cubicBezTo>
                    <a:pt x="15492" y="-39"/>
                    <a:pt x="15267" y="-39"/>
                    <a:pt x="15042" y="-2"/>
                  </a:cubicBezTo>
                  <a:cubicBezTo>
                    <a:pt x="9033" y="5705"/>
                    <a:pt x="5654" y="13739"/>
                    <a:pt x="22" y="19971"/>
                  </a:cubicBezTo>
                  <a:cubicBezTo>
                    <a:pt x="-46" y="20166"/>
                    <a:pt x="-46" y="20376"/>
                    <a:pt x="22" y="20572"/>
                  </a:cubicBezTo>
                  <a:cubicBezTo>
                    <a:pt x="22" y="20572"/>
                    <a:pt x="22" y="20572"/>
                    <a:pt x="22" y="21022"/>
                  </a:cubicBezTo>
                  <a:cubicBezTo>
                    <a:pt x="2004" y="23079"/>
                    <a:pt x="4137" y="24987"/>
                    <a:pt x="6405" y="26729"/>
                  </a:cubicBezTo>
                  <a:cubicBezTo>
                    <a:pt x="9559" y="22974"/>
                    <a:pt x="12563" y="19220"/>
                    <a:pt x="15492" y="15316"/>
                  </a:cubicBezTo>
                  <a:cubicBezTo>
                    <a:pt x="16739" y="13964"/>
                    <a:pt x="17595" y="12305"/>
                    <a:pt x="17970" y="10510"/>
                  </a:cubicBezTo>
                  <a:cubicBezTo>
                    <a:pt x="19510" y="10510"/>
                    <a:pt x="21042" y="10360"/>
                    <a:pt x="22552" y="10060"/>
                  </a:cubicBezTo>
                  <a:cubicBezTo>
                    <a:pt x="22552" y="9384"/>
                    <a:pt x="21876" y="9009"/>
                    <a:pt x="21275" y="8858"/>
                  </a:cubicBezTo>
                  <a:cubicBezTo>
                    <a:pt x="20674" y="8708"/>
                    <a:pt x="19923" y="8258"/>
                    <a:pt x="19998" y="7657"/>
                  </a:cubicBezTo>
                  <a:cubicBezTo>
                    <a:pt x="20073" y="7056"/>
                    <a:pt x="20298" y="7507"/>
                    <a:pt x="20373" y="7281"/>
                  </a:cubicBezTo>
                  <a:close/>
                </a:path>
              </a:pathLst>
            </a:custGeom>
            <a:solidFill>
              <a:srgbClr val="B8CDD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0" name="Content Placeholder 4">
              <a:extLst>
                <a:ext uri="{FF2B5EF4-FFF2-40B4-BE49-F238E27FC236}">
                  <a16:creationId xmlns:a16="http://schemas.microsoft.com/office/drawing/2014/main" id="{29B922B7-FA35-8C59-B2D7-33329A4E7EE1}"/>
                </a:ext>
              </a:extLst>
            </p:cNvPr>
            <p:cNvSpPr/>
            <p:nvPr/>
          </p:nvSpPr>
          <p:spPr>
            <a:xfrm>
              <a:off x="10052876" y="5295476"/>
              <a:ext cx="71422" cy="385483"/>
            </a:xfrm>
            <a:custGeom>
              <a:avLst/>
              <a:gdLst>
                <a:gd name="connsiteX0" fmla="*/ 31590 w 71422"/>
                <a:gd name="connsiteY0" fmla="*/ 385454 h 385483"/>
                <a:gd name="connsiteX1" fmla="*/ 54496 w 71422"/>
                <a:gd name="connsiteY1" fmla="*/ 385454 h 385483"/>
                <a:gd name="connsiteX2" fmla="*/ 71394 w 71422"/>
                <a:gd name="connsiteY2" fmla="*/ 3349 h 385483"/>
                <a:gd name="connsiteX3" fmla="*/ 1550 w 71422"/>
                <a:gd name="connsiteY3" fmla="*/ 1321 h 385483"/>
                <a:gd name="connsiteX4" fmla="*/ 22353 w 71422"/>
                <a:gd name="connsiteY4" fmla="*/ 291748 h 385483"/>
                <a:gd name="connsiteX5" fmla="*/ 31590 w 71422"/>
                <a:gd name="connsiteY5" fmla="*/ 385454 h 385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422" h="385483">
                  <a:moveTo>
                    <a:pt x="31590" y="385454"/>
                  </a:moveTo>
                  <a:lnTo>
                    <a:pt x="54496" y="385454"/>
                  </a:lnTo>
                  <a:cubicBezTo>
                    <a:pt x="60579" y="264267"/>
                    <a:pt x="65311" y="124535"/>
                    <a:pt x="71394" y="3349"/>
                  </a:cubicBezTo>
                  <a:cubicBezTo>
                    <a:pt x="48300" y="-323"/>
                    <a:pt x="24824" y="-1007"/>
                    <a:pt x="1550" y="1321"/>
                  </a:cubicBezTo>
                  <a:cubicBezTo>
                    <a:pt x="-5960" y="92774"/>
                    <a:pt x="15369" y="200145"/>
                    <a:pt x="22353" y="291748"/>
                  </a:cubicBezTo>
                  <a:cubicBezTo>
                    <a:pt x="23578" y="323141"/>
                    <a:pt x="26664" y="354429"/>
                    <a:pt x="31590" y="385454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1" name="Content Placeholder 4">
              <a:extLst>
                <a:ext uri="{FF2B5EF4-FFF2-40B4-BE49-F238E27FC236}">
                  <a16:creationId xmlns:a16="http://schemas.microsoft.com/office/drawing/2014/main" id="{B66209B7-6DAC-B3D1-83A4-84F2BDF382B0}"/>
                </a:ext>
              </a:extLst>
            </p:cNvPr>
            <p:cNvSpPr/>
            <p:nvPr/>
          </p:nvSpPr>
          <p:spPr>
            <a:xfrm>
              <a:off x="10030110" y="5678530"/>
              <a:ext cx="86093" cy="37180"/>
            </a:xfrm>
            <a:custGeom>
              <a:avLst/>
              <a:gdLst>
                <a:gd name="connsiteX0" fmla="*/ 80942 w 86093"/>
                <a:gd name="connsiteY0" fmla="*/ 447 h 37180"/>
                <a:gd name="connsiteX1" fmla="*/ 42866 w 86093"/>
                <a:gd name="connsiteY1" fmla="*/ 2099 h 37180"/>
                <a:gd name="connsiteX2" fmla="*/ 11399 w 86093"/>
                <a:gd name="connsiteY2" fmla="*/ 19744 h 37180"/>
                <a:gd name="connsiteX3" fmla="*/ 2312 w 86093"/>
                <a:gd name="connsiteY3" fmla="*/ 24925 h 37180"/>
                <a:gd name="connsiteX4" fmla="*/ 1186 w 86093"/>
                <a:gd name="connsiteY4" fmla="*/ 34461 h 37180"/>
                <a:gd name="connsiteX5" fmla="*/ 9672 w 86093"/>
                <a:gd name="connsiteY5" fmla="*/ 37088 h 37180"/>
                <a:gd name="connsiteX6" fmla="*/ 79665 w 86093"/>
                <a:gd name="connsiteY6" fmla="*/ 31157 h 37180"/>
                <a:gd name="connsiteX7" fmla="*/ 83570 w 86093"/>
                <a:gd name="connsiteY7" fmla="*/ 29580 h 37180"/>
                <a:gd name="connsiteX8" fmla="*/ 84997 w 86093"/>
                <a:gd name="connsiteY8" fmla="*/ 26576 h 37180"/>
                <a:gd name="connsiteX9" fmla="*/ 80942 w 86093"/>
                <a:gd name="connsiteY9" fmla="*/ 447 h 37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6093" h="37180">
                  <a:moveTo>
                    <a:pt x="80942" y="447"/>
                  </a:moveTo>
                  <a:cubicBezTo>
                    <a:pt x="68228" y="-544"/>
                    <a:pt x="55445" y="12"/>
                    <a:pt x="42866" y="2099"/>
                  </a:cubicBezTo>
                  <a:cubicBezTo>
                    <a:pt x="33178" y="9307"/>
                    <a:pt x="22604" y="15231"/>
                    <a:pt x="11399" y="19744"/>
                  </a:cubicBezTo>
                  <a:cubicBezTo>
                    <a:pt x="8042" y="20818"/>
                    <a:pt x="4948" y="22582"/>
                    <a:pt x="2312" y="24925"/>
                  </a:cubicBezTo>
                  <a:cubicBezTo>
                    <a:pt x="-316" y="27417"/>
                    <a:pt x="-789" y="31427"/>
                    <a:pt x="1186" y="34461"/>
                  </a:cubicBezTo>
                  <a:cubicBezTo>
                    <a:pt x="3536" y="36465"/>
                    <a:pt x="6601" y="37411"/>
                    <a:pt x="9672" y="37088"/>
                  </a:cubicBezTo>
                  <a:cubicBezTo>
                    <a:pt x="33141" y="37336"/>
                    <a:pt x="56572" y="35346"/>
                    <a:pt x="79665" y="31157"/>
                  </a:cubicBezTo>
                  <a:cubicBezTo>
                    <a:pt x="81092" y="31014"/>
                    <a:pt x="82444" y="30466"/>
                    <a:pt x="83570" y="29580"/>
                  </a:cubicBezTo>
                  <a:cubicBezTo>
                    <a:pt x="84284" y="28709"/>
                    <a:pt x="84772" y="27680"/>
                    <a:pt x="84997" y="26576"/>
                  </a:cubicBezTo>
                  <a:cubicBezTo>
                    <a:pt x="87303" y="17679"/>
                    <a:pt x="85838" y="8226"/>
                    <a:pt x="80942" y="447"/>
                  </a:cubicBezTo>
                  <a:close/>
                </a:path>
              </a:pathLst>
            </a:custGeom>
            <a:solidFill>
              <a:srgbClr val="AA6A6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2" name="Content Placeholder 4">
              <a:extLst>
                <a:ext uri="{FF2B5EF4-FFF2-40B4-BE49-F238E27FC236}">
                  <a16:creationId xmlns:a16="http://schemas.microsoft.com/office/drawing/2014/main" id="{89BD7EBB-E0B9-81AC-3FB6-74F3EB5A5D88}"/>
                </a:ext>
              </a:extLst>
            </p:cNvPr>
            <p:cNvSpPr/>
            <p:nvPr/>
          </p:nvSpPr>
          <p:spPr>
            <a:xfrm>
              <a:off x="10015101" y="4917809"/>
              <a:ext cx="84139" cy="122876"/>
            </a:xfrm>
            <a:custGeom>
              <a:avLst/>
              <a:gdLst>
                <a:gd name="connsiteX0" fmla="*/ 76050 w 84139"/>
                <a:gd name="connsiteY0" fmla="*/ 109961 h 122876"/>
                <a:gd name="connsiteX1" fmla="*/ 83560 w 84139"/>
                <a:gd name="connsiteY1" fmla="*/ 86084 h 122876"/>
                <a:gd name="connsiteX2" fmla="*/ 76050 w 84139"/>
                <a:gd name="connsiteY2" fmla="*/ 33525 h 122876"/>
                <a:gd name="connsiteX3" fmla="*/ 23480 w 84139"/>
                <a:gd name="connsiteY3" fmla="*/ 713 h 122876"/>
                <a:gd name="connsiteX4" fmla="*/ 950 w 84139"/>
                <a:gd name="connsiteY4" fmla="*/ 62507 h 122876"/>
                <a:gd name="connsiteX5" fmla="*/ 21978 w 84139"/>
                <a:gd name="connsiteY5" fmla="*/ 110411 h 122876"/>
                <a:gd name="connsiteX6" fmla="*/ 76050 w 84139"/>
                <a:gd name="connsiteY6" fmla="*/ 109961 h 122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4139" h="122876">
                  <a:moveTo>
                    <a:pt x="76050" y="109961"/>
                  </a:moveTo>
                  <a:cubicBezTo>
                    <a:pt x="80737" y="102857"/>
                    <a:pt x="83335" y="94591"/>
                    <a:pt x="83560" y="86084"/>
                  </a:cubicBezTo>
                  <a:cubicBezTo>
                    <a:pt x="85348" y="68214"/>
                    <a:pt x="82764" y="50178"/>
                    <a:pt x="76050" y="33525"/>
                  </a:cubicBezTo>
                  <a:cubicBezTo>
                    <a:pt x="67639" y="14678"/>
                    <a:pt x="46010" y="-4018"/>
                    <a:pt x="23480" y="713"/>
                  </a:cubicBezTo>
                  <a:cubicBezTo>
                    <a:pt x="-2654" y="6344"/>
                    <a:pt x="-1003" y="40057"/>
                    <a:pt x="950" y="62507"/>
                  </a:cubicBezTo>
                  <a:cubicBezTo>
                    <a:pt x="1701" y="80542"/>
                    <a:pt x="9211" y="97647"/>
                    <a:pt x="21978" y="110411"/>
                  </a:cubicBezTo>
                  <a:cubicBezTo>
                    <a:pt x="42481" y="128131"/>
                    <a:pt x="64485" y="125954"/>
                    <a:pt x="76050" y="109961"/>
                  </a:cubicBezTo>
                  <a:close/>
                </a:path>
              </a:pathLst>
            </a:custGeom>
            <a:solidFill>
              <a:srgbClr val="A88B7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3" name="Content Placeholder 4">
              <a:extLst>
                <a:ext uri="{FF2B5EF4-FFF2-40B4-BE49-F238E27FC236}">
                  <a16:creationId xmlns:a16="http://schemas.microsoft.com/office/drawing/2014/main" id="{45E400E1-EF66-A4AA-314C-78D71BA402AA}"/>
                </a:ext>
              </a:extLst>
            </p:cNvPr>
            <p:cNvSpPr/>
            <p:nvPr/>
          </p:nvSpPr>
          <p:spPr>
            <a:xfrm>
              <a:off x="10001420" y="4888303"/>
              <a:ext cx="117202" cy="112241"/>
            </a:xfrm>
            <a:custGeom>
              <a:avLst/>
              <a:gdLst>
                <a:gd name="connsiteX0" fmla="*/ 91233 w 117202"/>
                <a:gd name="connsiteY0" fmla="*/ 109582 h 112241"/>
                <a:gd name="connsiteX1" fmla="*/ 105427 w 117202"/>
                <a:gd name="connsiteY1" fmla="*/ 109582 h 112241"/>
                <a:gd name="connsiteX2" fmla="*/ 108581 w 117202"/>
                <a:gd name="connsiteY2" fmla="*/ 94565 h 112241"/>
                <a:gd name="connsiteX3" fmla="*/ 111510 w 117202"/>
                <a:gd name="connsiteY3" fmla="*/ 69862 h 112241"/>
                <a:gd name="connsiteX4" fmla="*/ 116316 w 117202"/>
                <a:gd name="connsiteY4" fmla="*/ 50565 h 112241"/>
                <a:gd name="connsiteX5" fmla="*/ 114739 w 117202"/>
                <a:gd name="connsiteY5" fmla="*/ 42456 h 112241"/>
                <a:gd name="connsiteX6" fmla="*/ 112636 w 117202"/>
                <a:gd name="connsiteY6" fmla="*/ 33221 h 112241"/>
                <a:gd name="connsiteX7" fmla="*/ 107154 w 117202"/>
                <a:gd name="connsiteY7" fmla="*/ 22409 h 112241"/>
                <a:gd name="connsiteX8" fmla="*/ 101822 w 117202"/>
                <a:gd name="connsiteY8" fmla="*/ 23760 h 112241"/>
                <a:gd name="connsiteX9" fmla="*/ 94312 w 117202"/>
                <a:gd name="connsiteY9" fmla="*/ 7993 h 112241"/>
                <a:gd name="connsiteX10" fmla="*/ 76363 w 117202"/>
                <a:gd name="connsiteY10" fmla="*/ 6566 h 112241"/>
                <a:gd name="connsiteX11" fmla="*/ 66825 w 117202"/>
                <a:gd name="connsiteY11" fmla="*/ 2286 h 112241"/>
                <a:gd name="connsiteX12" fmla="*/ 56086 w 117202"/>
                <a:gd name="connsiteY12" fmla="*/ 4314 h 112241"/>
                <a:gd name="connsiteX13" fmla="*/ 36034 w 117202"/>
                <a:gd name="connsiteY13" fmla="*/ 635 h 112241"/>
                <a:gd name="connsiteX14" fmla="*/ 17860 w 117202"/>
                <a:gd name="connsiteY14" fmla="*/ 7167 h 112241"/>
                <a:gd name="connsiteX15" fmla="*/ 19362 w 117202"/>
                <a:gd name="connsiteY15" fmla="*/ 10996 h 112241"/>
                <a:gd name="connsiteX16" fmla="*/ 6820 w 117202"/>
                <a:gd name="connsiteY16" fmla="*/ 18504 h 112241"/>
                <a:gd name="connsiteX17" fmla="*/ 13279 w 117202"/>
                <a:gd name="connsiteY17" fmla="*/ 30068 h 112241"/>
                <a:gd name="connsiteX18" fmla="*/ 437 w 117202"/>
                <a:gd name="connsiteY18" fmla="*/ 36675 h 112241"/>
                <a:gd name="connsiteX19" fmla="*/ 7947 w 117202"/>
                <a:gd name="connsiteY19" fmla="*/ 47262 h 112241"/>
                <a:gd name="connsiteX20" fmla="*/ 4717 w 117202"/>
                <a:gd name="connsiteY20" fmla="*/ 49664 h 112241"/>
                <a:gd name="connsiteX21" fmla="*/ 7421 w 117202"/>
                <a:gd name="connsiteY21" fmla="*/ 53794 h 112241"/>
                <a:gd name="connsiteX22" fmla="*/ 29553 w 117202"/>
                <a:gd name="connsiteY22" fmla="*/ 49672 h 112241"/>
                <a:gd name="connsiteX23" fmla="*/ 29951 w 117202"/>
                <a:gd name="connsiteY23" fmla="*/ 49064 h 112241"/>
                <a:gd name="connsiteX24" fmla="*/ 40465 w 117202"/>
                <a:gd name="connsiteY24" fmla="*/ 54169 h 112241"/>
                <a:gd name="connsiteX25" fmla="*/ 51204 w 117202"/>
                <a:gd name="connsiteY25" fmla="*/ 47337 h 112241"/>
                <a:gd name="connsiteX26" fmla="*/ 72383 w 117202"/>
                <a:gd name="connsiteY26" fmla="*/ 47337 h 112241"/>
                <a:gd name="connsiteX27" fmla="*/ 79855 w 117202"/>
                <a:gd name="connsiteY27" fmla="*/ 52766 h 112241"/>
                <a:gd name="connsiteX28" fmla="*/ 81470 w 117202"/>
                <a:gd name="connsiteY28" fmla="*/ 52292 h 112241"/>
                <a:gd name="connsiteX29" fmla="*/ 80794 w 117202"/>
                <a:gd name="connsiteY29" fmla="*/ 65432 h 112241"/>
                <a:gd name="connsiteX30" fmla="*/ 86051 w 117202"/>
                <a:gd name="connsiteY30" fmla="*/ 65432 h 112241"/>
                <a:gd name="connsiteX31" fmla="*/ 79817 w 117202"/>
                <a:gd name="connsiteY31" fmla="*/ 79248 h 112241"/>
                <a:gd name="connsiteX32" fmla="*/ 85900 w 117202"/>
                <a:gd name="connsiteY32" fmla="*/ 78422 h 112241"/>
                <a:gd name="connsiteX33" fmla="*/ 94762 w 117202"/>
                <a:gd name="connsiteY33" fmla="*/ 87657 h 112241"/>
                <a:gd name="connsiteX34" fmla="*/ 88003 w 117202"/>
                <a:gd name="connsiteY34" fmla="*/ 97719 h 112241"/>
                <a:gd name="connsiteX35" fmla="*/ 92524 w 117202"/>
                <a:gd name="connsiteY35" fmla="*/ 107329 h 112241"/>
                <a:gd name="connsiteX36" fmla="*/ 91233 w 117202"/>
                <a:gd name="connsiteY36" fmla="*/ 109582 h 112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17202" h="112241">
                  <a:moveTo>
                    <a:pt x="91233" y="109582"/>
                  </a:moveTo>
                  <a:cubicBezTo>
                    <a:pt x="95311" y="113089"/>
                    <a:pt x="101349" y="113089"/>
                    <a:pt x="105427" y="109582"/>
                  </a:cubicBezTo>
                  <a:cubicBezTo>
                    <a:pt x="109617" y="105783"/>
                    <a:pt x="110886" y="99723"/>
                    <a:pt x="108581" y="94565"/>
                  </a:cubicBezTo>
                  <a:cubicBezTo>
                    <a:pt x="115332" y="88085"/>
                    <a:pt x="116556" y="77739"/>
                    <a:pt x="111510" y="69862"/>
                  </a:cubicBezTo>
                  <a:cubicBezTo>
                    <a:pt x="117968" y="67459"/>
                    <a:pt x="117818" y="57699"/>
                    <a:pt x="116316" y="50565"/>
                  </a:cubicBezTo>
                  <a:lnTo>
                    <a:pt x="114739" y="42456"/>
                  </a:lnTo>
                  <a:cubicBezTo>
                    <a:pt x="114138" y="39378"/>
                    <a:pt x="113462" y="36300"/>
                    <a:pt x="112636" y="33221"/>
                  </a:cubicBezTo>
                  <a:cubicBezTo>
                    <a:pt x="111803" y="29196"/>
                    <a:pt x="109910" y="25465"/>
                    <a:pt x="107154" y="22409"/>
                  </a:cubicBezTo>
                  <a:cubicBezTo>
                    <a:pt x="105201" y="20607"/>
                    <a:pt x="100771" y="21208"/>
                    <a:pt x="101822" y="23760"/>
                  </a:cubicBezTo>
                  <a:cubicBezTo>
                    <a:pt x="103444" y="17378"/>
                    <a:pt x="100282" y="10756"/>
                    <a:pt x="94312" y="7993"/>
                  </a:cubicBezTo>
                  <a:cubicBezTo>
                    <a:pt x="88567" y="5898"/>
                    <a:pt x="82363" y="5410"/>
                    <a:pt x="76363" y="6566"/>
                  </a:cubicBezTo>
                  <a:cubicBezTo>
                    <a:pt x="74305" y="3382"/>
                    <a:pt x="70573" y="1708"/>
                    <a:pt x="66825" y="2286"/>
                  </a:cubicBezTo>
                  <a:cubicBezTo>
                    <a:pt x="63221" y="2286"/>
                    <a:pt x="59766" y="3938"/>
                    <a:pt x="56086" y="4314"/>
                  </a:cubicBezTo>
                  <a:cubicBezTo>
                    <a:pt x="49267" y="4006"/>
                    <a:pt x="42523" y="2767"/>
                    <a:pt x="36034" y="635"/>
                  </a:cubicBezTo>
                  <a:cubicBezTo>
                    <a:pt x="29200" y="-1370"/>
                    <a:pt x="21856" y="1265"/>
                    <a:pt x="17860" y="7167"/>
                  </a:cubicBezTo>
                  <a:cubicBezTo>
                    <a:pt x="17034" y="8818"/>
                    <a:pt x="17860" y="11822"/>
                    <a:pt x="19362" y="10996"/>
                  </a:cubicBezTo>
                  <a:cubicBezTo>
                    <a:pt x="14030" y="10666"/>
                    <a:pt x="9044" y="13646"/>
                    <a:pt x="6820" y="18504"/>
                  </a:cubicBezTo>
                  <a:cubicBezTo>
                    <a:pt x="4793" y="23460"/>
                    <a:pt x="8323" y="30518"/>
                    <a:pt x="13279" y="30068"/>
                  </a:cubicBezTo>
                  <a:cubicBezTo>
                    <a:pt x="7984" y="29054"/>
                    <a:pt x="2690" y="31779"/>
                    <a:pt x="437" y="36675"/>
                  </a:cubicBezTo>
                  <a:cubicBezTo>
                    <a:pt x="-1516" y="41781"/>
                    <a:pt x="2990" y="48764"/>
                    <a:pt x="7947" y="47262"/>
                  </a:cubicBezTo>
                  <a:cubicBezTo>
                    <a:pt x="6670" y="46286"/>
                    <a:pt x="4717" y="47938"/>
                    <a:pt x="4717" y="49664"/>
                  </a:cubicBezTo>
                  <a:cubicBezTo>
                    <a:pt x="4935" y="51384"/>
                    <a:pt x="5934" y="52908"/>
                    <a:pt x="7421" y="53794"/>
                  </a:cubicBezTo>
                  <a:cubicBezTo>
                    <a:pt x="14676" y="58765"/>
                    <a:pt x="24582" y="56918"/>
                    <a:pt x="29553" y="49672"/>
                  </a:cubicBezTo>
                  <a:cubicBezTo>
                    <a:pt x="29688" y="49469"/>
                    <a:pt x="29823" y="49267"/>
                    <a:pt x="29951" y="49064"/>
                  </a:cubicBezTo>
                  <a:cubicBezTo>
                    <a:pt x="31648" y="53186"/>
                    <a:pt x="36170" y="55386"/>
                    <a:pt x="40465" y="54169"/>
                  </a:cubicBezTo>
                  <a:cubicBezTo>
                    <a:pt x="44551" y="52795"/>
                    <a:pt x="48230" y="50453"/>
                    <a:pt x="51204" y="47337"/>
                  </a:cubicBezTo>
                  <a:cubicBezTo>
                    <a:pt x="57648" y="51497"/>
                    <a:pt x="65939" y="51497"/>
                    <a:pt x="72383" y="47337"/>
                  </a:cubicBezTo>
                  <a:cubicBezTo>
                    <a:pt x="72946" y="50903"/>
                    <a:pt x="76295" y="53328"/>
                    <a:pt x="79855" y="52766"/>
                  </a:cubicBezTo>
                  <a:cubicBezTo>
                    <a:pt x="80411" y="52675"/>
                    <a:pt x="80951" y="52518"/>
                    <a:pt x="81470" y="52292"/>
                  </a:cubicBezTo>
                  <a:lnTo>
                    <a:pt x="80794" y="65432"/>
                  </a:lnTo>
                  <a:lnTo>
                    <a:pt x="86051" y="65432"/>
                  </a:lnTo>
                  <a:cubicBezTo>
                    <a:pt x="81627" y="68571"/>
                    <a:pt x="79247" y="73857"/>
                    <a:pt x="79817" y="79248"/>
                  </a:cubicBezTo>
                  <a:cubicBezTo>
                    <a:pt x="81470" y="80825"/>
                    <a:pt x="83873" y="79248"/>
                    <a:pt x="85900" y="78422"/>
                  </a:cubicBezTo>
                  <a:cubicBezTo>
                    <a:pt x="91233" y="76319"/>
                    <a:pt x="94087" y="81651"/>
                    <a:pt x="94762" y="87657"/>
                  </a:cubicBezTo>
                  <a:cubicBezTo>
                    <a:pt x="95438" y="93664"/>
                    <a:pt x="93636" y="98545"/>
                    <a:pt x="88003" y="97719"/>
                  </a:cubicBezTo>
                  <a:cubicBezTo>
                    <a:pt x="91909" y="99122"/>
                    <a:pt x="93929" y="103425"/>
                    <a:pt x="92524" y="107329"/>
                  </a:cubicBezTo>
                  <a:cubicBezTo>
                    <a:pt x="92224" y="108148"/>
                    <a:pt x="91788" y="108914"/>
                    <a:pt x="91233" y="109582"/>
                  </a:cubicBezTo>
                  <a:close/>
                </a:path>
              </a:pathLst>
            </a:custGeom>
            <a:solidFill>
              <a:srgbClr val="C69C6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4" name="Content Placeholder 4">
              <a:extLst>
                <a:ext uri="{FF2B5EF4-FFF2-40B4-BE49-F238E27FC236}">
                  <a16:creationId xmlns:a16="http://schemas.microsoft.com/office/drawing/2014/main" id="{3276D11E-9400-1BD5-658C-FE7E7EA1ECD1}"/>
                </a:ext>
              </a:extLst>
            </p:cNvPr>
            <p:cNvSpPr/>
            <p:nvPr/>
          </p:nvSpPr>
          <p:spPr>
            <a:xfrm>
              <a:off x="9994644" y="5045960"/>
              <a:ext cx="187743" cy="453144"/>
            </a:xfrm>
            <a:custGeom>
              <a:avLst/>
              <a:gdLst>
                <a:gd name="connsiteX0" fmla="*/ 82387 w 187743"/>
                <a:gd name="connsiteY0" fmla="*/ -21 h 453144"/>
                <a:gd name="connsiteX1" fmla="*/ 36727 w 187743"/>
                <a:gd name="connsiteY1" fmla="*/ 34593 h 453144"/>
                <a:gd name="connsiteX2" fmla="*/ 35225 w 187743"/>
                <a:gd name="connsiteY2" fmla="*/ 172674 h 453144"/>
                <a:gd name="connsiteX3" fmla="*/ 3 w 187743"/>
                <a:gd name="connsiteY3" fmla="*/ 420453 h 453144"/>
                <a:gd name="connsiteX4" fmla="*/ 10967 w 187743"/>
                <a:gd name="connsiteY4" fmla="*/ 453114 h 453144"/>
                <a:gd name="connsiteX5" fmla="*/ 187678 w 187743"/>
                <a:gd name="connsiteY5" fmla="*/ 435169 h 453144"/>
                <a:gd name="connsiteX6" fmla="*/ 155310 w 187743"/>
                <a:gd name="connsiteY6" fmla="*/ 231390 h 453144"/>
                <a:gd name="connsiteX7" fmla="*/ 116408 w 187743"/>
                <a:gd name="connsiteY7" fmla="*/ 162462 h 453144"/>
                <a:gd name="connsiteX8" fmla="*/ 130001 w 187743"/>
                <a:gd name="connsiteY8" fmla="*/ 47658 h 453144"/>
                <a:gd name="connsiteX9" fmla="*/ 82387 w 187743"/>
                <a:gd name="connsiteY9" fmla="*/ -21 h 453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7743" h="453144">
                  <a:moveTo>
                    <a:pt x="82387" y="-21"/>
                  </a:moveTo>
                  <a:cubicBezTo>
                    <a:pt x="62110" y="-471"/>
                    <a:pt x="44837" y="15822"/>
                    <a:pt x="36727" y="34593"/>
                  </a:cubicBezTo>
                  <a:cubicBezTo>
                    <a:pt x="11944" y="94661"/>
                    <a:pt x="39205" y="108852"/>
                    <a:pt x="35225" y="172674"/>
                  </a:cubicBezTo>
                  <a:cubicBezTo>
                    <a:pt x="30569" y="249035"/>
                    <a:pt x="3457" y="343791"/>
                    <a:pt x="3" y="420453"/>
                  </a:cubicBezTo>
                  <a:cubicBezTo>
                    <a:pt x="-523" y="433593"/>
                    <a:pt x="5485" y="442978"/>
                    <a:pt x="10967" y="453114"/>
                  </a:cubicBezTo>
                  <a:cubicBezTo>
                    <a:pt x="69921" y="450261"/>
                    <a:pt x="129175" y="442528"/>
                    <a:pt x="187678" y="435169"/>
                  </a:cubicBezTo>
                  <a:cubicBezTo>
                    <a:pt x="188428" y="350624"/>
                    <a:pt x="177539" y="312932"/>
                    <a:pt x="155310" y="231390"/>
                  </a:cubicBezTo>
                  <a:cubicBezTo>
                    <a:pt x="145396" y="194674"/>
                    <a:pt x="117760" y="200530"/>
                    <a:pt x="116408" y="162462"/>
                  </a:cubicBezTo>
                  <a:cubicBezTo>
                    <a:pt x="115732" y="138360"/>
                    <a:pt x="135183" y="71235"/>
                    <a:pt x="130001" y="47658"/>
                  </a:cubicBezTo>
                  <a:cubicBezTo>
                    <a:pt x="124819" y="24082"/>
                    <a:pt x="106570" y="-21"/>
                    <a:pt x="82387" y="-21"/>
                  </a:cubicBezTo>
                  <a:close/>
                </a:path>
              </a:pathLst>
            </a:custGeom>
            <a:solidFill>
              <a:srgbClr val="537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5" name="Content Placeholder 4">
              <a:extLst>
                <a:ext uri="{FF2B5EF4-FFF2-40B4-BE49-F238E27FC236}">
                  <a16:creationId xmlns:a16="http://schemas.microsoft.com/office/drawing/2014/main" id="{50169DEF-E8ED-31B3-B8A6-FBBE54A33459}"/>
                </a:ext>
              </a:extLst>
            </p:cNvPr>
            <p:cNvSpPr/>
            <p:nvPr/>
          </p:nvSpPr>
          <p:spPr>
            <a:xfrm>
              <a:off x="9896746" y="5094775"/>
              <a:ext cx="181666" cy="137706"/>
            </a:xfrm>
            <a:custGeom>
              <a:avLst/>
              <a:gdLst>
                <a:gd name="connsiteX0" fmla="*/ 173377 w 181666"/>
                <a:gd name="connsiteY0" fmla="*/ 54481 h 137706"/>
                <a:gd name="connsiteX1" fmla="*/ 155428 w 181666"/>
                <a:gd name="connsiteY1" fmla="*/ 45771 h 137706"/>
                <a:gd name="connsiteX2" fmla="*/ 151883 w 181666"/>
                <a:gd name="connsiteY2" fmla="*/ 46454 h 137706"/>
                <a:gd name="connsiteX3" fmla="*/ 151448 w 181666"/>
                <a:gd name="connsiteY3" fmla="*/ 47723 h 137706"/>
                <a:gd name="connsiteX4" fmla="*/ 141309 w 181666"/>
                <a:gd name="connsiteY4" fmla="*/ 90596 h 137706"/>
                <a:gd name="connsiteX5" fmla="*/ 110218 w 181666"/>
                <a:gd name="connsiteY5" fmla="*/ 65518 h 137706"/>
                <a:gd name="connsiteX6" fmla="*/ 28734 w 181666"/>
                <a:gd name="connsiteY6" fmla="*/ 7252 h 137706"/>
                <a:gd name="connsiteX7" fmla="*/ 13714 w 181666"/>
                <a:gd name="connsiteY7" fmla="*/ 195 h 137706"/>
                <a:gd name="connsiteX8" fmla="*/ -29 w 181666"/>
                <a:gd name="connsiteY8" fmla="*/ 7252 h 137706"/>
                <a:gd name="connsiteX9" fmla="*/ 144989 w 181666"/>
                <a:gd name="connsiteY9" fmla="*/ 130466 h 137706"/>
                <a:gd name="connsiteX10" fmla="*/ 153776 w 181666"/>
                <a:gd name="connsiteY10" fmla="*/ 136623 h 137706"/>
                <a:gd name="connsiteX11" fmla="*/ 158357 w 181666"/>
                <a:gd name="connsiteY11" fmla="*/ 137149 h 137706"/>
                <a:gd name="connsiteX12" fmla="*/ 161886 w 181666"/>
                <a:gd name="connsiteY12" fmla="*/ 133619 h 137706"/>
                <a:gd name="connsiteX13" fmla="*/ 173302 w 181666"/>
                <a:gd name="connsiteY13" fmla="*/ 96903 h 137706"/>
                <a:gd name="connsiteX14" fmla="*/ 179385 w 181666"/>
                <a:gd name="connsiteY14" fmla="*/ 72276 h 137706"/>
                <a:gd name="connsiteX15" fmla="*/ 181638 w 181666"/>
                <a:gd name="connsiteY15" fmla="*/ 64767 h 137706"/>
                <a:gd name="connsiteX16" fmla="*/ 173377 w 181666"/>
                <a:gd name="connsiteY16" fmla="*/ 54481 h 137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1666" h="137706">
                  <a:moveTo>
                    <a:pt x="173377" y="54481"/>
                  </a:moveTo>
                  <a:cubicBezTo>
                    <a:pt x="167684" y="51011"/>
                    <a:pt x="161676" y="48091"/>
                    <a:pt x="155428" y="45771"/>
                  </a:cubicBezTo>
                  <a:cubicBezTo>
                    <a:pt x="154264" y="44982"/>
                    <a:pt x="152672" y="45282"/>
                    <a:pt x="151883" y="46454"/>
                  </a:cubicBezTo>
                  <a:cubicBezTo>
                    <a:pt x="151628" y="46830"/>
                    <a:pt x="151477" y="47265"/>
                    <a:pt x="151448" y="47723"/>
                  </a:cubicBezTo>
                  <a:cubicBezTo>
                    <a:pt x="146724" y="61659"/>
                    <a:pt x="143322" y="76015"/>
                    <a:pt x="141309" y="90596"/>
                  </a:cubicBezTo>
                  <a:cubicBezTo>
                    <a:pt x="131471" y="81661"/>
                    <a:pt x="120882" y="73552"/>
                    <a:pt x="110218" y="65518"/>
                  </a:cubicBezTo>
                  <a:cubicBezTo>
                    <a:pt x="83535" y="45493"/>
                    <a:pt x="56371" y="26076"/>
                    <a:pt x="28734" y="7252"/>
                  </a:cubicBezTo>
                  <a:cubicBezTo>
                    <a:pt x="24326" y="3791"/>
                    <a:pt x="19189" y="1373"/>
                    <a:pt x="13714" y="195"/>
                  </a:cubicBezTo>
                  <a:cubicBezTo>
                    <a:pt x="8059" y="-887"/>
                    <a:pt x="2389" y="2019"/>
                    <a:pt x="-29" y="7252"/>
                  </a:cubicBezTo>
                  <a:cubicBezTo>
                    <a:pt x="40367" y="56846"/>
                    <a:pt x="89520" y="98608"/>
                    <a:pt x="144989" y="130466"/>
                  </a:cubicBezTo>
                  <a:cubicBezTo>
                    <a:pt x="148278" y="131945"/>
                    <a:pt x="151260" y="134032"/>
                    <a:pt x="153776" y="136623"/>
                  </a:cubicBezTo>
                  <a:cubicBezTo>
                    <a:pt x="155015" y="137802"/>
                    <a:pt x="156885" y="138012"/>
                    <a:pt x="158357" y="137149"/>
                  </a:cubicBezTo>
                  <a:cubicBezTo>
                    <a:pt x="159799" y="136270"/>
                    <a:pt x="161008" y="135061"/>
                    <a:pt x="161886" y="133619"/>
                  </a:cubicBezTo>
                  <a:cubicBezTo>
                    <a:pt x="168262" y="122334"/>
                    <a:pt x="172152" y="109818"/>
                    <a:pt x="173302" y="96903"/>
                  </a:cubicBezTo>
                  <a:cubicBezTo>
                    <a:pt x="174233" y="88464"/>
                    <a:pt x="176275" y="80182"/>
                    <a:pt x="179385" y="72276"/>
                  </a:cubicBezTo>
                  <a:cubicBezTo>
                    <a:pt x="180646" y="69955"/>
                    <a:pt x="181412" y="67395"/>
                    <a:pt x="181638" y="64767"/>
                  </a:cubicBezTo>
                  <a:cubicBezTo>
                    <a:pt x="181563" y="60412"/>
                    <a:pt x="177357" y="56958"/>
                    <a:pt x="173377" y="54481"/>
                  </a:cubicBezTo>
                  <a:close/>
                </a:path>
              </a:pathLst>
            </a:custGeom>
            <a:solidFill>
              <a:srgbClr val="A88B7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6" name="Content Placeholder 4">
              <a:extLst>
                <a:ext uri="{FF2B5EF4-FFF2-40B4-BE49-F238E27FC236}">
                  <a16:creationId xmlns:a16="http://schemas.microsoft.com/office/drawing/2014/main" id="{CAF64267-808B-8F97-A1E6-1068CD6D0FE2}"/>
                </a:ext>
              </a:extLst>
            </p:cNvPr>
            <p:cNvSpPr/>
            <p:nvPr/>
          </p:nvSpPr>
          <p:spPr>
            <a:xfrm>
              <a:off x="10100935" y="4978862"/>
              <a:ext cx="126820" cy="176967"/>
            </a:xfrm>
            <a:custGeom>
              <a:avLst/>
              <a:gdLst>
                <a:gd name="connsiteX0" fmla="*/ 17102 w 126820"/>
                <a:gd name="connsiteY0" fmla="*/ 27 h 176967"/>
                <a:gd name="connsiteX1" fmla="*/ 30319 w 126820"/>
                <a:gd name="connsiteY1" fmla="*/ 7535 h 176967"/>
                <a:gd name="connsiteX2" fmla="*/ 32272 w 126820"/>
                <a:gd name="connsiteY2" fmla="*/ 11139 h 176967"/>
                <a:gd name="connsiteX3" fmla="*/ 49620 w 126820"/>
                <a:gd name="connsiteY3" fmla="*/ 9863 h 176967"/>
                <a:gd name="connsiteX4" fmla="*/ 56454 w 126820"/>
                <a:gd name="connsiteY4" fmla="*/ 24054 h 176967"/>
                <a:gd name="connsiteX5" fmla="*/ 70047 w 126820"/>
                <a:gd name="connsiteY5" fmla="*/ 31562 h 176967"/>
                <a:gd name="connsiteX6" fmla="*/ 81387 w 126820"/>
                <a:gd name="connsiteY6" fmla="*/ 41398 h 176967"/>
                <a:gd name="connsiteX7" fmla="*/ 82514 w 126820"/>
                <a:gd name="connsiteY7" fmla="*/ 47179 h 176967"/>
                <a:gd name="connsiteX8" fmla="*/ 85968 w 126820"/>
                <a:gd name="connsiteY8" fmla="*/ 48681 h 176967"/>
                <a:gd name="connsiteX9" fmla="*/ 100538 w 126820"/>
                <a:gd name="connsiteY9" fmla="*/ 73985 h 176967"/>
                <a:gd name="connsiteX10" fmla="*/ 99862 w 126820"/>
                <a:gd name="connsiteY10" fmla="*/ 78040 h 176967"/>
                <a:gd name="connsiteX11" fmla="*/ 108573 w 126820"/>
                <a:gd name="connsiteY11" fmla="*/ 84197 h 176967"/>
                <a:gd name="connsiteX12" fmla="*/ 119088 w 126820"/>
                <a:gd name="connsiteY12" fmla="*/ 113479 h 176967"/>
                <a:gd name="connsiteX13" fmla="*/ 118712 w 126820"/>
                <a:gd name="connsiteY13" fmla="*/ 116933 h 176967"/>
                <a:gd name="connsiteX14" fmla="*/ 122392 w 126820"/>
                <a:gd name="connsiteY14" fmla="*/ 120462 h 176967"/>
                <a:gd name="connsiteX15" fmla="*/ 125171 w 126820"/>
                <a:gd name="connsiteY15" fmla="*/ 136906 h 176967"/>
                <a:gd name="connsiteX16" fmla="*/ 113079 w 126820"/>
                <a:gd name="connsiteY16" fmla="*/ 150045 h 176967"/>
                <a:gd name="connsiteX17" fmla="*/ 108897 w 126820"/>
                <a:gd name="connsiteY17" fmla="*/ 169568 h 176967"/>
                <a:gd name="connsiteX18" fmla="*/ 94304 w 126820"/>
                <a:gd name="connsiteY18" fmla="*/ 170018 h 176967"/>
                <a:gd name="connsiteX19" fmla="*/ 86794 w 126820"/>
                <a:gd name="connsiteY19" fmla="*/ 174298 h 176967"/>
                <a:gd name="connsiteX20" fmla="*/ 67794 w 126820"/>
                <a:gd name="connsiteY20" fmla="*/ 176775 h 176967"/>
                <a:gd name="connsiteX21" fmla="*/ 55628 w 126820"/>
                <a:gd name="connsiteY21" fmla="*/ 171745 h 176967"/>
                <a:gd name="connsiteX22" fmla="*/ 43612 w 126820"/>
                <a:gd name="connsiteY22" fmla="*/ 173172 h 176967"/>
                <a:gd name="connsiteX23" fmla="*/ 34150 w 126820"/>
                <a:gd name="connsiteY23" fmla="*/ 166489 h 176967"/>
                <a:gd name="connsiteX24" fmla="*/ 31746 w 126820"/>
                <a:gd name="connsiteY24" fmla="*/ 158980 h 176967"/>
                <a:gd name="connsiteX25" fmla="*/ 23711 w 126820"/>
                <a:gd name="connsiteY25" fmla="*/ 154926 h 176967"/>
                <a:gd name="connsiteX26" fmla="*/ 21232 w 126820"/>
                <a:gd name="connsiteY26" fmla="*/ 144564 h 176967"/>
                <a:gd name="connsiteX27" fmla="*/ 21833 w 126820"/>
                <a:gd name="connsiteY27" fmla="*/ 133452 h 176967"/>
                <a:gd name="connsiteX28" fmla="*/ 12671 w 126820"/>
                <a:gd name="connsiteY28" fmla="*/ 123090 h 176967"/>
                <a:gd name="connsiteX29" fmla="*/ 9742 w 126820"/>
                <a:gd name="connsiteY29" fmla="*/ 108974 h 176967"/>
                <a:gd name="connsiteX30" fmla="*/ 12295 w 126820"/>
                <a:gd name="connsiteY30" fmla="*/ 98012 h 176967"/>
                <a:gd name="connsiteX31" fmla="*/ 6738 w 126820"/>
                <a:gd name="connsiteY31" fmla="*/ 90503 h 176967"/>
                <a:gd name="connsiteX32" fmla="*/ 4860 w 126820"/>
                <a:gd name="connsiteY32" fmla="*/ 72333 h 176967"/>
                <a:gd name="connsiteX33" fmla="*/ 4860 w 126820"/>
                <a:gd name="connsiteY33" fmla="*/ 64825 h 176967"/>
                <a:gd name="connsiteX34" fmla="*/ 2457 w 126820"/>
                <a:gd name="connsiteY34" fmla="*/ 61371 h 176967"/>
                <a:gd name="connsiteX35" fmla="*/ 1481 w 126820"/>
                <a:gd name="connsiteY35" fmla="*/ 47480 h 176967"/>
                <a:gd name="connsiteX36" fmla="*/ 4710 w 126820"/>
                <a:gd name="connsiteY36" fmla="*/ 41849 h 176967"/>
                <a:gd name="connsiteX37" fmla="*/ 4710 w 126820"/>
                <a:gd name="connsiteY37" fmla="*/ 35166 h 176967"/>
                <a:gd name="connsiteX38" fmla="*/ 2457 w 126820"/>
                <a:gd name="connsiteY38" fmla="*/ 19774 h 176967"/>
                <a:gd name="connsiteX39" fmla="*/ 17102 w 126820"/>
                <a:gd name="connsiteY39" fmla="*/ 27 h 176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26820" h="176967">
                  <a:moveTo>
                    <a:pt x="17102" y="27"/>
                  </a:moveTo>
                  <a:cubicBezTo>
                    <a:pt x="22644" y="-484"/>
                    <a:pt x="27923" y="2512"/>
                    <a:pt x="30319" y="7535"/>
                  </a:cubicBezTo>
                  <a:cubicBezTo>
                    <a:pt x="30777" y="8834"/>
                    <a:pt x="31431" y="10051"/>
                    <a:pt x="32272" y="11139"/>
                  </a:cubicBezTo>
                  <a:cubicBezTo>
                    <a:pt x="36478" y="15569"/>
                    <a:pt x="43912" y="7685"/>
                    <a:pt x="49620" y="9863"/>
                  </a:cubicBezTo>
                  <a:cubicBezTo>
                    <a:pt x="55327" y="12040"/>
                    <a:pt x="53751" y="19323"/>
                    <a:pt x="56454" y="24054"/>
                  </a:cubicBezTo>
                  <a:cubicBezTo>
                    <a:pt x="59863" y="28191"/>
                    <a:pt x="64723" y="30879"/>
                    <a:pt x="70047" y="31562"/>
                  </a:cubicBezTo>
                  <a:cubicBezTo>
                    <a:pt x="75079" y="33139"/>
                    <a:pt x="80786" y="36142"/>
                    <a:pt x="81387" y="41398"/>
                  </a:cubicBezTo>
                  <a:cubicBezTo>
                    <a:pt x="81387" y="43425"/>
                    <a:pt x="81387" y="45753"/>
                    <a:pt x="82514" y="47179"/>
                  </a:cubicBezTo>
                  <a:cubicBezTo>
                    <a:pt x="83490" y="48006"/>
                    <a:pt x="84692" y="48531"/>
                    <a:pt x="85968" y="48681"/>
                  </a:cubicBezTo>
                  <a:cubicBezTo>
                    <a:pt x="96798" y="51887"/>
                    <a:pt x="103204" y="63015"/>
                    <a:pt x="100538" y="73985"/>
                  </a:cubicBezTo>
                  <a:cubicBezTo>
                    <a:pt x="100020" y="75269"/>
                    <a:pt x="99794" y="76658"/>
                    <a:pt x="99862" y="78040"/>
                  </a:cubicBezTo>
                  <a:cubicBezTo>
                    <a:pt x="100387" y="81794"/>
                    <a:pt x="105044" y="82770"/>
                    <a:pt x="108573" y="84197"/>
                  </a:cubicBezTo>
                  <a:cubicBezTo>
                    <a:pt x="119162" y="88476"/>
                    <a:pt x="122317" y="102592"/>
                    <a:pt x="119088" y="113479"/>
                  </a:cubicBezTo>
                  <a:cubicBezTo>
                    <a:pt x="118667" y="114575"/>
                    <a:pt x="118539" y="115769"/>
                    <a:pt x="118712" y="116933"/>
                  </a:cubicBezTo>
                  <a:cubicBezTo>
                    <a:pt x="119237" y="118585"/>
                    <a:pt x="121040" y="119411"/>
                    <a:pt x="122392" y="120462"/>
                  </a:cubicBezTo>
                  <a:cubicBezTo>
                    <a:pt x="126965" y="124667"/>
                    <a:pt x="128114" y="131432"/>
                    <a:pt x="125171" y="136906"/>
                  </a:cubicBezTo>
                  <a:cubicBezTo>
                    <a:pt x="122197" y="142146"/>
                    <a:pt x="118058" y="146644"/>
                    <a:pt x="113079" y="150045"/>
                  </a:cubicBezTo>
                  <a:cubicBezTo>
                    <a:pt x="117315" y="156593"/>
                    <a:pt x="115445" y="165333"/>
                    <a:pt x="108897" y="169568"/>
                  </a:cubicBezTo>
                  <a:cubicBezTo>
                    <a:pt x="104496" y="172413"/>
                    <a:pt x="98878" y="172586"/>
                    <a:pt x="94304" y="170018"/>
                  </a:cubicBezTo>
                  <a:cubicBezTo>
                    <a:pt x="93178" y="172796"/>
                    <a:pt x="89723" y="173772"/>
                    <a:pt x="86794" y="174298"/>
                  </a:cubicBezTo>
                  <a:cubicBezTo>
                    <a:pt x="80486" y="175349"/>
                    <a:pt x="74177" y="176175"/>
                    <a:pt x="67794" y="176775"/>
                  </a:cubicBezTo>
                  <a:cubicBezTo>
                    <a:pt x="62988" y="177301"/>
                    <a:pt x="56604" y="176775"/>
                    <a:pt x="55628" y="171745"/>
                  </a:cubicBezTo>
                  <a:cubicBezTo>
                    <a:pt x="51745" y="172961"/>
                    <a:pt x="47675" y="173442"/>
                    <a:pt x="43612" y="173172"/>
                  </a:cubicBezTo>
                  <a:cubicBezTo>
                    <a:pt x="39466" y="172864"/>
                    <a:pt x="35832" y="170288"/>
                    <a:pt x="34150" y="166489"/>
                  </a:cubicBezTo>
                  <a:cubicBezTo>
                    <a:pt x="33248" y="164086"/>
                    <a:pt x="33398" y="161158"/>
                    <a:pt x="31746" y="158980"/>
                  </a:cubicBezTo>
                  <a:cubicBezTo>
                    <a:pt x="30094" y="156803"/>
                    <a:pt x="26114" y="156728"/>
                    <a:pt x="23711" y="154926"/>
                  </a:cubicBezTo>
                  <a:cubicBezTo>
                    <a:pt x="21052" y="152186"/>
                    <a:pt x="20098" y="148214"/>
                    <a:pt x="21232" y="144564"/>
                  </a:cubicBezTo>
                  <a:cubicBezTo>
                    <a:pt x="22396" y="140975"/>
                    <a:pt x="22606" y="137146"/>
                    <a:pt x="21833" y="133452"/>
                  </a:cubicBezTo>
                  <a:cubicBezTo>
                    <a:pt x="20331" y="129097"/>
                    <a:pt x="15675" y="126694"/>
                    <a:pt x="12671" y="123090"/>
                  </a:cubicBezTo>
                  <a:cubicBezTo>
                    <a:pt x="9464" y="119141"/>
                    <a:pt x="8367" y="113877"/>
                    <a:pt x="9742" y="108974"/>
                  </a:cubicBezTo>
                  <a:cubicBezTo>
                    <a:pt x="10793" y="105295"/>
                    <a:pt x="13272" y="101466"/>
                    <a:pt x="12295" y="98012"/>
                  </a:cubicBezTo>
                  <a:cubicBezTo>
                    <a:pt x="11319" y="94558"/>
                    <a:pt x="8540" y="92981"/>
                    <a:pt x="6738" y="90503"/>
                  </a:cubicBezTo>
                  <a:cubicBezTo>
                    <a:pt x="3629" y="84970"/>
                    <a:pt x="2945" y="78392"/>
                    <a:pt x="4860" y="72333"/>
                  </a:cubicBezTo>
                  <a:cubicBezTo>
                    <a:pt x="5717" y="69900"/>
                    <a:pt x="5717" y="67257"/>
                    <a:pt x="4860" y="64825"/>
                  </a:cubicBezTo>
                  <a:cubicBezTo>
                    <a:pt x="4170" y="63601"/>
                    <a:pt x="3366" y="62444"/>
                    <a:pt x="2457" y="61371"/>
                  </a:cubicBezTo>
                  <a:cubicBezTo>
                    <a:pt x="-464" y="57294"/>
                    <a:pt x="-839" y="51925"/>
                    <a:pt x="1481" y="47480"/>
                  </a:cubicBezTo>
                  <a:cubicBezTo>
                    <a:pt x="2773" y="45738"/>
                    <a:pt x="3854" y="43846"/>
                    <a:pt x="4710" y="41849"/>
                  </a:cubicBezTo>
                  <a:cubicBezTo>
                    <a:pt x="5236" y="39649"/>
                    <a:pt x="5236" y="37366"/>
                    <a:pt x="4710" y="35166"/>
                  </a:cubicBezTo>
                  <a:lnTo>
                    <a:pt x="2457" y="19774"/>
                  </a:lnTo>
                  <a:cubicBezTo>
                    <a:pt x="1849" y="10493"/>
                    <a:pt x="8045" y="2137"/>
                    <a:pt x="17102" y="27"/>
                  </a:cubicBezTo>
                  <a:close/>
                </a:path>
              </a:pathLst>
            </a:custGeom>
            <a:solidFill>
              <a:srgbClr val="C69C6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817" name="Group 1816">
            <a:extLst>
              <a:ext uri="{FF2B5EF4-FFF2-40B4-BE49-F238E27FC236}">
                <a16:creationId xmlns:a16="http://schemas.microsoft.com/office/drawing/2014/main" id="{212F60EC-D217-DDA9-940C-56299A1C42F6}"/>
              </a:ext>
            </a:extLst>
          </p:cNvPr>
          <p:cNvGrpSpPr/>
          <p:nvPr userDrawn="1"/>
        </p:nvGrpSpPr>
        <p:grpSpPr>
          <a:xfrm>
            <a:off x="7803741" y="4071472"/>
            <a:ext cx="804035" cy="846178"/>
            <a:chOff x="10460085" y="3785098"/>
            <a:chExt cx="804035" cy="846178"/>
          </a:xfrm>
        </p:grpSpPr>
        <p:sp>
          <p:nvSpPr>
            <p:cNvPr id="1818" name="Content Placeholder 4">
              <a:extLst>
                <a:ext uri="{FF2B5EF4-FFF2-40B4-BE49-F238E27FC236}">
                  <a16:creationId xmlns:a16="http://schemas.microsoft.com/office/drawing/2014/main" id="{4D3E02F4-C1E2-2102-E40B-49344A438B0B}"/>
                </a:ext>
              </a:extLst>
            </p:cNvPr>
            <p:cNvSpPr/>
            <p:nvPr/>
          </p:nvSpPr>
          <p:spPr>
            <a:xfrm>
              <a:off x="10959474" y="4582942"/>
              <a:ext cx="304646" cy="35346"/>
            </a:xfrm>
            <a:custGeom>
              <a:avLst/>
              <a:gdLst>
                <a:gd name="connsiteX0" fmla="*/ 66220 w 304646"/>
                <a:gd name="connsiteY0" fmla="*/ 35016 h 35346"/>
                <a:gd name="connsiteX1" fmla="*/ 123897 w 304646"/>
                <a:gd name="connsiteY1" fmla="*/ 35016 h 35346"/>
                <a:gd name="connsiteX2" fmla="*/ 284836 w 304646"/>
                <a:gd name="connsiteY2" fmla="*/ 32088 h 35346"/>
                <a:gd name="connsiteX3" fmla="*/ 304587 w 304646"/>
                <a:gd name="connsiteY3" fmla="*/ 23753 h 35346"/>
                <a:gd name="connsiteX4" fmla="*/ 289567 w 304646"/>
                <a:gd name="connsiteY4" fmla="*/ 12716 h 35346"/>
                <a:gd name="connsiteX5" fmla="*/ 210111 w 304646"/>
                <a:gd name="connsiteY5" fmla="*/ 4381 h 35346"/>
                <a:gd name="connsiteX6" fmla="*/ 92354 w 304646"/>
                <a:gd name="connsiteY6" fmla="*/ 627 h 35346"/>
                <a:gd name="connsiteX7" fmla="*/ 19733 w 304646"/>
                <a:gd name="connsiteY7" fmla="*/ 5958 h 35346"/>
                <a:gd name="connsiteX8" fmla="*/ 8693 w 304646"/>
                <a:gd name="connsiteY8" fmla="*/ 31187 h 35346"/>
                <a:gd name="connsiteX9" fmla="*/ 31223 w 304646"/>
                <a:gd name="connsiteY9" fmla="*/ 32763 h 35346"/>
                <a:gd name="connsiteX10" fmla="*/ 66220 w 304646"/>
                <a:gd name="connsiteY10" fmla="*/ 35016 h 35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4646" h="35346">
                  <a:moveTo>
                    <a:pt x="66220" y="35016"/>
                  </a:moveTo>
                  <a:cubicBezTo>
                    <a:pt x="85446" y="35692"/>
                    <a:pt x="104671" y="35016"/>
                    <a:pt x="123897" y="35016"/>
                  </a:cubicBezTo>
                  <a:lnTo>
                    <a:pt x="284836" y="32088"/>
                  </a:lnTo>
                  <a:cubicBezTo>
                    <a:pt x="293172" y="32088"/>
                    <a:pt x="303986" y="30135"/>
                    <a:pt x="304587" y="23753"/>
                  </a:cubicBezTo>
                  <a:cubicBezTo>
                    <a:pt x="305188" y="17371"/>
                    <a:pt x="296627" y="14368"/>
                    <a:pt x="289567" y="12716"/>
                  </a:cubicBezTo>
                  <a:cubicBezTo>
                    <a:pt x="263432" y="7362"/>
                    <a:pt x="236771" y="4577"/>
                    <a:pt x="210111" y="4381"/>
                  </a:cubicBezTo>
                  <a:cubicBezTo>
                    <a:pt x="170910" y="2880"/>
                    <a:pt x="131631" y="1626"/>
                    <a:pt x="92354" y="627"/>
                  </a:cubicBezTo>
                  <a:cubicBezTo>
                    <a:pt x="68022" y="-1137"/>
                    <a:pt x="43539" y="657"/>
                    <a:pt x="19733" y="5958"/>
                  </a:cubicBezTo>
                  <a:cubicBezTo>
                    <a:pt x="7342" y="9412"/>
                    <a:pt x="-11134" y="24053"/>
                    <a:pt x="8693" y="31187"/>
                  </a:cubicBezTo>
                  <a:cubicBezTo>
                    <a:pt x="16128" y="32433"/>
                    <a:pt x="23713" y="32959"/>
                    <a:pt x="31223" y="32763"/>
                  </a:cubicBezTo>
                  <a:cubicBezTo>
                    <a:pt x="42789" y="33815"/>
                    <a:pt x="54505" y="35016"/>
                    <a:pt x="66220" y="35016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9" name="Content Placeholder 4">
              <a:extLst>
                <a:ext uri="{FF2B5EF4-FFF2-40B4-BE49-F238E27FC236}">
                  <a16:creationId xmlns:a16="http://schemas.microsoft.com/office/drawing/2014/main" id="{E21109B4-5D33-1B58-8FEF-DB72778D246C}"/>
                </a:ext>
              </a:extLst>
            </p:cNvPr>
            <p:cNvSpPr/>
            <p:nvPr/>
          </p:nvSpPr>
          <p:spPr>
            <a:xfrm>
              <a:off x="11121043" y="4560722"/>
              <a:ext cx="22306" cy="21248"/>
            </a:xfrm>
            <a:custGeom>
              <a:avLst/>
              <a:gdLst>
                <a:gd name="connsiteX0" fmla="*/ 3107 w 22306"/>
                <a:gd name="connsiteY0" fmla="*/ 19693 h 21248"/>
                <a:gd name="connsiteX1" fmla="*/ 3633 w 22306"/>
                <a:gd name="connsiteY1" fmla="*/ 20745 h 21248"/>
                <a:gd name="connsiteX2" fmla="*/ 5210 w 22306"/>
                <a:gd name="connsiteY2" fmla="*/ 21195 h 21248"/>
                <a:gd name="connsiteX3" fmla="*/ 17902 w 22306"/>
                <a:gd name="connsiteY3" fmla="*/ 20069 h 21248"/>
                <a:gd name="connsiteX4" fmla="*/ 22258 w 22306"/>
                <a:gd name="connsiteY4" fmla="*/ 17215 h 21248"/>
                <a:gd name="connsiteX5" fmla="*/ 21807 w 22306"/>
                <a:gd name="connsiteY5" fmla="*/ 14738 h 21248"/>
                <a:gd name="connsiteX6" fmla="*/ 16325 w 22306"/>
                <a:gd name="connsiteY6" fmla="*/ 547 h 21248"/>
                <a:gd name="connsiteX7" fmla="*/ 16325 w 22306"/>
                <a:gd name="connsiteY7" fmla="*/ 21 h 21248"/>
                <a:gd name="connsiteX8" fmla="*/ 15574 w 22306"/>
                <a:gd name="connsiteY8" fmla="*/ 21 h 21248"/>
                <a:gd name="connsiteX9" fmla="*/ 6562 w 22306"/>
                <a:gd name="connsiteY9" fmla="*/ 772 h 21248"/>
                <a:gd name="connsiteX10" fmla="*/ 253 w 22306"/>
                <a:gd name="connsiteY10" fmla="*/ 3475 h 21248"/>
                <a:gd name="connsiteX11" fmla="*/ 1305 w 22306"/>
                <a:gd name="connsiteY11" fmla="*/ 10984 h 21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306" h="21248">
                  <a:moveTo>
                    <a:pt x="3107" y="19693"/>
                  </a:moveTo>
                  <a:cubicBezTo>
                    <a:pt x="3182" y="20076"/>
                    <a:pt x="3408" y="20437"/>
                    <a:pt x="3633" y="20745"/>
                  </a:cubicBezTo>
                  <a:cubicBezTo>
                    <a:pt x="4084" y="21120"/>
                    <a:pt x="4610" y="21285"/>
                    <a:pt x="5210" y="21195"/>
                  </a:cubicBezTo>
                  <a:cubicBezTo>
                    <a:pt x="9491" y="21120"/>
                    <a:pt x="13697" y="20745"/>
                    <a:pt x="17902" y="20069"/>
                  </a:cubicBezTo>
                  <a:cubicBezTo>
                    <a:pt x="19705" y="20069"/>
                    <a:pt x="21882" y="19092"/>
                    <a:pt x="22258" y="17215"/>
                  </a:cubicBezTo>
                  <a:cubicBezTo>
                    <a:pt x="22333" y="16367"/>
                    <a:pt x="22183" y="15511"/>
                    <a:pt x="21807" y="14738"/>
                  </a:cubicBezTo>
                  <a:lnTo>
                    <a:pt x="16325" y="547"/>
                  </a:lnTo>
                  <a:cubicBezTo>
                    <a:pt x="16400" y="381"/>
                    <a:pt x="16400" y="186"/>
                    <a:pt x="16325" y="21"/>
                  </a:cubicBezTo>
                  <a:cubicBezTo>
                    <a:pt x="16099" y="-47"/>
                    <a:pt x="15800" y="-47"/>
                    <a:pt x="15574" y="21"/>
                  </a:cubicBezTo>
                  <a:cubicBezTo>
                    <a:pt x="12570" y="-32"/>
                    <a:pt x="9566" y="216"/>
                    <a:pt x="6562" y="772"/>
                  </a:cubicBezTo>
                  <a:cubicBezTo>
                    <a:pt x="4685" y="1148"/>
                    <a:pt x="1155" y="1373"/>
                    <a:pt x="253" y="3475"/>
                  </a:cubicBezTo>
                  <a:cubicBezTo>
                    <a:pt x="-648" y="5577"/>
                    <a:pt x="855" y="8731"/>
                    <a:pt x="1305" y="10984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0" name="Content Placeholder 4">
              <a:extLst>
                <a:ext uri="{FF2B5EF4-FFF2-40B4-BE49-F238E27FC236}">
                  <a16:creationId xmlns:a16="http://schemas.microsoft.com/office/drawing/2014/main" id="{13106D32-1C49-422A-B225-DFA4F68C67E3}"/>
                </a:ext>
              </a:extLst>
            </p:cNvPr>
            <p:cNvSpPr/>
            <p:nvPr/>
          </p:nvSpPr>
          <p:spPr>
            <a:xfrm>
              <a:off x="11019992" y="4561357"/>
              <a:ext cx="15644" cy="19905"/>
            </a:xfrm>
            <a:custGeom>
              <a:avLst/>
              <a:gdLst>
                <a:gd name="connsiteX0" fmla="*/ 1722 w 15644"/>
                <a:gd name="connsiteY0" fmla="*/ 19059 h 19905"/>
                <a:gd name="connsiteX1" fmla="*/ 13813 w 15644"/>
                <a:gd name="connsiteY1" fmla="*/ 19735 h 19905"/>
                <a:gd name="connsiteX2" fmla="*/ 14940 w 15644"/>
                <a:gd name="connsiteY2" fmla="*/ 19735 h 19905"/>
                <a:gd name="connsiteX3" fmla="*/ 15391 w 15644"/>
                <a:gd name="connsiteY3" fmla="*/ 18533 h 19905"/>
                <a:gd name="connsiteX4" fmla="*/ 15391 w 15644"/>
                <a:gd name="connsiteY4" fmla="*/ 2766 h 19905"/>
                <a:gd name="connsiteX5" fmla="*/ 15391 w 15644"/>
                <a:gd name="connsiteY5" fmla="*/ 1639 h 19905"/>
                <a:gd name="connsiteX6" fmla="*/ 14039 w 15644"/>
                <a:gd name="connsiteY6" fmla="*/ 964 h 19905"/>
                <a:gd name="connsiteX7" fmla="*/ 6980 w 15644"/>
                <a:gd name="connsiteY7" fmla="*/ -13 h 19905"/>
                <a:gd name="connsiteX8" fmla="*/ 1347 w 15644"/>
                <a:gd name="connsiteY8" fmla="*/ 1264 h 19905"/>
                <a:gd name="connsiteX9" fmla="*/ 145 w 15644"/>
                <a:gd name="connsiteY9" fmla="*/ 4718 h 19905"/>
                <a:gd name="connsiteX10" fmla="*/ 1722 w 15644"/>
                <a:gd name="connsiteY10" fmla="*/ 19059 h 19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644" h="19905">
                  <a:moveTo>
                    <a:pt x="1722" y="19059"/>
                  </a:moveTo>
                  <a:lnTo>
                    <a:pt x="13813" y="19735"/>
                  </a:lnTo>
                  <a:cubicBezTo>
                    <a:pt x="14189" y="19922"/>
                    <a:pt x="14565" y="19922"/>
                    <a:pt x="14940" y="19735"/>
                  </a:cubicBezTo>
                  <a:cubicBezTo>
                    <a:pt x="14940" y="19735"/>
                    <a:pt x="14940" y="18984"/>
                    <a:pt x="15391" y="18533"/>
                  </a:cubicBezTo>
                  <a:cubicBezTo>
                    <a:pt x="15690" y="13285"/>
                    <a:pt x="15690" y="8014"/>
                    <a:pt x="15391" y="2766"/>
                  </a:cubicBezTo>
                  <a:cubicBezTo>
                    <a:pt x="15466" y="2398"/>
                    <a:pt x="15466" y="2007"/>
                    <a:pt x="15391" y="1639"/>
                  </a:cubicBezTo>
                  <a:cubicBezTo>
                    <a:pt x="15015" y="1286"/>
                    <a:pt x="14565" y="1046"/>
                    <a:pt x="14039" y="964"/>
                  </a:cubicBezTo>
                  <a:cubicBezTo>
                    <a:pt x="11711" y="415"/>
                    <a:pt x="9382" y="85"/>
                    <a:pt x="6980" y="-13"/>
                  </a:cubicBezTo>
                  <a:cubicBezTo>
                    <a:pt x="5027" y="-125"/>
                    <a:pt x="3074" y="318"/>
                    <a:pt x="1347" y="1264"/>
                  </a:cubicBezTo>
                  <a:cubicBezTo>
                    <a:pt x="-380" y="2240"/>
                    <a:pt x="-80" y="2991"/>
                    <a:pt x="145" y="4718"/>
                  </a:cubicBezTo>
                  <a:cubicBezTo>
                    <a:pt x="296" y="9072"/>
                    <a:pt x="821" y="13878"/>
                    <a:pt x="1722" y="19059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1" name="Content Placeholder 4">
              <a:extLst>
                <a:ext uri="{FF2B5EF4-FFF2-40B4-BE49-F238E27FC236}">
                  <a16:creationId xmlns:a16="http://schemas.microsoft.com/office/drawing/2014/main" id="{0E854F73-F60B-7B45-BECA-C85CDD75C868}"/>
                </a:ext>
              </a:extLst>
            </p:cNvPr>
            <p:cNvSpPr/>
            <p:nvPr/>
          </p:nvSpPr>
          <p:spPr>
            <a:xfrm>
              <a:off x="11046691" y="4164448"/>
              <a:ext cx="94611" cy="400183"/>
            </a:xfrm>
            <a:custGeom>
              <a:avLst/>
              <a:gdLst>
                <a:gd name="connsiteX0" fmla="*/ 69723 w 94611"/>
                <a:gd name="connsiteY0" fmla="*/ 399299 h 400183"/>
                <a:gd name="connsiteX1" fmla="*/ 94582 w 94611"/>
                <a:gd name="connsiteY1" fmla="*/ 396370 h 400183"/>
                <a:gd name="connsiteX2" fmla="*/ 74755 w 94611"/>
                <a:gd name="connsiteY2" fmla="*/ 329695 h 400183"/>
                <a:gd name="connsiteX3" fmla="*/ 68222 w 94611"/>
                <a:gd name="connsiteY3" fmla="*/ 301763 h 400183"/>
                <a:gd name="connsiteX4" fmla="*/ 69123 w 94611"/>
                <a:gd name="connsiteY4" fmla="*/ 266474 h 400183"/>
                <a:gd name="connsiteX5" fmla="*/ 88949 w 94611"/>
                <a:gd name="connsiteY5" fmla="*/ 24777 h 400183"/>
                <a:gd name="connsiteX6" fmla="*/ 88498 w 94611"/>
                <a:gd name="connsiteY6" fmla="*/ 13364 h 400183"/>
                <a:gd name="connsiteX7" fmla="*/ 43889 w 94611"/>
                <a:gd name="connsiteY7" fmla="*/ 149 h 400183"/>
                <a:gd name="connsiteX8" fmla="*/ 21359 w 94611"/>
                <a:gd name="connsiteY8" fmla="*/ 1275 h 400183"/>
                <a:gd name="connsiteX9" fmla="*/ 857 w 94611"/>
                <a:gd name="connsiteY9" fmla="*/ 2326 h 400183"/>
                <a:gd name="connsiteX10" fmla="*/ 15877 w 94611"/>
                <a:gd name="connsiteY10" fmla="*/ 151219 h 400183"/>
                <a:gd name="connsiteX11" fmla="*/ 22110 w 94611"/>
                <a:gd name="connsiteY11" fmla="*/ 257839 h 400183"/>
                <a:gd name="connsiteX12" fmla="*/ 39984 w 94611"/>
                <a:gd name="connsiteY12" fmla="*/ 324139 h 400183"/>
                <a:gd name="connsiteX13" fmla="*/ 69723 w 94611"/>
                <a:gd name="connsiteY13" fmla="*/ 399299 h 400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4611" h="400183">
                  <a:moveTo>
                    <a:pt x="69723" y="399299"/>
                  </a:moveTo>
                  <a:cubicBezTo>
                    <a:pt x="78134" y="401085"/>
                    <a:pt x="86846" y="400057"/>
                    <a:pt x="94582" y="396370"/>
                  </a:cubicBezTo>
                  <a:lnTo>
                    <a:pt x="74755" y="329695"/>
                  </a:lnTo>
                  <a:cubicBezTo>
                    <a:pt x="71826" y="320587"/>
                    <a:pt x="69649" y="311239"/>
                    <a:pt x="68222" y="301763"/>
                  </a:cubicBezTo>
                  <a:cubicBezTo>
                    <a:pt x="67245" y="290005"/>
                    <a:pt x="67621" y="278172"/>
                    <a:pt x="69123" y="266474"/>
                  </a:cubicBezTo>
                  <a:cubicBezTo>
                    <a:pt x="73478" y="220973"/>
                    <a:pt x="84594" y="70203"/>
                    <a:pt x="88949" y="24777"/>
                  </a:cubicBezTo>
                  <a:cubicBezTo>
                    <a:pt x="89550" y="20977"/>
                    <a:pt x="89399" y="17103"/>
                    <a:pt x="88498" y="13364"/>
                  </a:cubicBezTo>
                  <a:cubicBezTo>
                    <a:pt x="85044" y="2852"/>
                    <a:pt x="54854" y="1050"/>
                    <a:pt x="43889" y="149"/>
                  </a:cubicBezTo>
                  <a:cubicBezTo>
                    <a:pt x="36379" y="-294"/>
                    <a:pt x="28794" y="89"/>
                    <a:pt x="21359" y="1275"/>
                  </a:cubicBezTo>
                  <a:cubicBezTo>
                    <a:pt x="19106" y="2852"/>
                    <a:pt x="1307" y="-377"/>
                    <a:pt x="857" y="2326"/>
                  </a:cubicBezTo>
                  <a:cubicBezTo>
                    <a:pt x="-4400" y="37991"/>
                    <a:pt x="15426" y="113001"/>
                    <a:pt x="15877" y="151219"/>
                  </a:cubicBezTo>
                  <a:cubicBezTo>
                    <a:pt x="15877" y="163908"/>
                    <a:pt x="21134" y="245150"/>
                    <a:pt x="22110" y="257839"/>
                  </a:cubicBezTo>
                  <a:cubicBezTo>
                    <a:pt x="24288" y="280785"/>
                    <a:pt x="30296" y="303205"/>
                    <a:pt x="39984" y="324139"/>
                  </a:cubicBezTo>
                  <a:cubicBezTo>
                    <a:pt x="51174" y="348661"/>
                    <a:pt x="61088" y="373755"/>
                    <a:pt x="69723" y="399299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2" name="Content Placeholder 4">
              <a:extLst>
                <a:ext uri="{FF2B5EF4-FFF2-40B4-BE49-F238E27FC236}">
                  <a16:creationId xmlns:a16="http://schemas.microsoft.com/office/drawing/2014/main" id="{5D1E83FD-2900-BA68-5D7A-7643B1EF6557}"/>
                </a:ext>
              </a:extLst>
            </p:cNvPr>
            <p:cNvSpPr/>
            <p:nvPr/>
          </p:nvSpPr>
          <p:spPr>
            <a:xfrm>
              <a:off x="10978511" y="4166804"/>
              <a:ext cx="85065" cy="397873"/>
            </a:xfrm>
            <a:custGeom>
              <a:avLst/>
              <a:gdLst>
                <a:gd name="connsiteX0" fmla="*/ 76171 w 85065"/>
                <a:gd name="connsiteY0" fmla="*/ 4250 h 397873"/>
                <a:gd name="connsiteX1" fmla="*/ 43052 w 85065"/>
                <a:gd name="connsiteY1" fmla="*/ -30 h 397873"/>
                <a:gd name="connsiteX2" fmla="*/ 20 w 85065"/>
                <a:gd name="connsiteY2" fmla="*/ 721 h 397873"/>
                <a:gd name="connsiteX3" fmla="*/ 26154 w 85065"/>
                <a:gd name="connsiteY3" fmla="*/ 328615 h 397873"/>
                <a:gd name="connsiteX4" fmla="*/ 38471 w 85065"/>
                <a:gd name="connsiteY4" fmla="*/ 397844 h 397873"/>
                <a:gd name="connsiteX5" fmla="*/ 57321 w 85065"/>
                <a:gd name="connsiteY5" fmla="*/ 397844 h 397873"/>
                <a:gd name="connsiteX6" fmla="*/ 85033 w 85065"/>
                <a:gd name="connsiteY6" fmla="*/ 16189 h 397873"/>
                <a:gd name="connsiteX7" fmla="*/ 76171 w 85065"/>
                <a:gd name="connsiteY7" fmla="*/ 4250 h 397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065" h="397873">
                  <a:moveTo>
                    <a:pt x="76171" y="4250"/>
                  </a:moveTo>
                  <a:cubicBezTo>
                    <a:pt x="65282" y="1742"/>
                    <a:pt x="54242" y="308"/>
                    <a:pt x="43052" y="-30"/>
                  </a:cubicBezTo>
                  <a:lnTo>
                    <a:pt x="20" y="721"/>
                  </a:lnTo>
                  <a:cubicBezTo>
                    <a:pt x="-957" y="70024"/>
                    <a:pt x="12862" y="260514"/>
                    <a:pt x="26154" y="328615"/>
                  </a:cubicBezTo>
                  <a:cubicBezTo>
                    <a:pt x="31862" y="357974"/>
                    <a:pt x="38396" y="367884"/>
                    <a:pt x="38471" y="397844"/>
                  </a:cubicBezTo>
                  <a:lnTo>
                    <a:pt x="57321" y="397844"/>
                  </a:lnTo>
                  <a:cubicBezTo>
                    <a:pt x="59499" y="304363"/>
                    <a:pt x="82930" y="109669"/>
                    <a:pt x="85033" y="16189"/>
                  </a:cubicBezTo>
                  <a:cubicBezTo>
                    <a:pt x="85184" y="11383"/>
                    <a:pt x="79851" y="7254"/>
                    <a:pt x="76171" y="4250"/>
                  </a:cubicBezTo>
                  <a:close/>
                </a:path>
              </a:pathLst>
            </a:custGeom>
            <a:solidFill>
              <a:srgbClr val="97A8B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3" name="Content Placeholder 4">
              <a:extLst>
                <a:ext uri="{FF2B5EF4-FFF2-40B4-BE49-F238E27FC236}">
                  <a16:creationId xmlns:a16="http://schemas.microsoft.com/office/drawing/2014/main" id="{43A980E8-9569-C904-6BB8-854C4CD85C85}"/>
                </a:ext>
              </a:extLst>
            </p:cNvPr>
            <p:cNvSpPr/>
            <p:nvPr/>
          </p:nvSpPr>
          <p:spPr>
            <a:xfrm>
              <a:off x="10823697" y="3937478"/>
              <a:ext cx="209610" cy="189156"/>
            </a:xfrm>
            <a:custGeom>
              <a:avLst/>
              <a:gdLst>
                <a:gd name="connsiteX0" fmla="*/ 207705 w 209610"/>
                <a:gd name="connsiteY0" fmla="*/ 15757 h 189156"/>
                <a:gd name="connsiteX1" fmla="*/ 174736 w 209610"/>
                <a:gd name="connsiteY1" fmla="*/ 18760 h 189156"/>
                <a:gd name="connsiteX2" fmla="*/ 143870 w 209610"/>
                <a:gd name="connsiteY2" fmla="*/ 115019 h 189156"/>
                <a:gd name="connsiteX3" fmla="*/ 116985 w 209610"/>
                <a:gd name="connsiteY3" fmla="*/ 139496 h 189156"/>
                <a:gd name="connsiteX4" fmla="*/ 40232 w 209610"/>
                <a:gd name="connsiteY4" fmla="*/ 168704 h 189156"/>
                <a:gd name="connsiteX5" fmla="*/ 40232 w 209610"/>
                <a:gd name="connsiteY5" fmla="*/ 168704 h 189156"/>
                <a:gd name="connsiteX6" fmla="*/ 26414 w 209610"/>
                <a:gd name="connsiteY6" fmla="*/ 171332 h 189156"/>
                <a:gd name="connsiteX7" fmla="*/ 8465 w 209610"/>
                <a:gd name="connsiteY7" fmla="*/ 172834 h 189156"/>
                <a:gd name="connsiteX8" fmla="*/ 9366 w 209610"/>
                <a:gd name="connsiteY8" fmla="*/ 174861 h 189156"/>
                <a:gd name="connsiteX9" fmla="*/ 13121 w 209610"/>
                <a:gd name="connsiteY9" fmla="*/ 175537 h 189156"/>
                <a:gd name="connsiteX10" fmla="*/ 4484 w 209610"/>
                <a:gd name="connsiteY10" fmla="*/ 178840 h 189156"/>
                <a:gd name="connsiteX11" fmla="*/ 129 w 209610"/>
                <a:gd name="connsiteY11" fmla="*/ 185598 h 189156"/>
                <a:gd name="connsiteX12" fmla="*/ 7639 w 209610"/>
                <a:gd name="connsiteY12" fmla="*/ 189127 h 189156"/>
                <a:gd name="connsiteX13" fmla="*/ 44438 w 209610"/>
                <a:gd name="connsiteY13" fmla="*/ 181619 h 189156"/>
                <a:gd name="connsiteX14" fmla="*/ 133657 w 209610"/>
                <a:gd name="connsiteY14" fmla="*/ 157141 h 189156"/>
                <a:gd name="connsiteX15" fmla="*/ 152507 w 209610"/>
                <a:gd name="connsiteY15" fmla="*/ 151134 h 189156"/>
                <a:gd name="connsiteX16" fmla="*/ 165198 w 209610"/>
                <a:gd name="connsiteY16" fmla="*/ 138145 h 189156"/>
                <a:gd name="connsiteX17" fmla="*/ 207705 w 209610"/>
                <a:gd name="connsiteY17" fmla="*/ 15757 h 189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9610" h="189156">
                  <a:moveTo>
                    <a:pt x="207705" y="15757"/>
                  </a:moveTo>
                  <a:cubicBezTo>
                    <a:pt x="201622" y="-4366"/>
                    <a:pt x="178642" y="-7219"/>
                    <a:pt x="174736" y="18760"/>
                  </a:cubicBezTo>
                  <a:cubicBezTo>
                    <a:pt x="167377" y="51722"/>
                    <a:pt x="157088" y="83941"/>
                    <a:pt x="143870" y="115019"/>
                  </a:cubicBezTo>
                  <a:cubicBezTo>
                    <a:pt x="138689" y="126537"/>
                    <a:pt x="128925" y="135396"/>
                    <a:pt x="116985" y="139496"/>
                  </a:cubicBezTo>
                  <a:cubicBezTo>
                    <a:pt x="91225" y="149032"/>
                    <a:pt x="66367" y="160294"/>
                    <a:pt x="40232" y="168704"/>
                  </a:cubicBezTo>
                  <a:lnTo>
                    <a:pt x="40232" y="168704"/>
                  </a:lnTo>
                  <a:cubicBezTo>
                    <a:pt x="35801" y="170446"/>
                    <a:pt x="31145" y="171332"/>
                    <a:pt x="26414" y="171332"/>
                  </a:cubicBezTo>
                  <a:cubicBezTo>
                    <a:pt x="20406" y="170296"/>
                    <a:pt x="14248" y="170814"/>
                    <a:pt x="8465" y="172834"/>
                  </a:cubicBezTo>
                  <a:lnTo>
                    <a:pt x="9366" y="174861"/>
                  </a:lnTo>
                  <a:lnTo>
                    <a:pt x="13121" y="175537"/>
                  </a:lnTo>
                  <a:cubicBezTo>
                    <a:pt x="10117" y="176213"/>
                    <a:pt x="7189" y="177324"/>
                    <a:pt x="4484" y="178840"/>
                  </a:cubicBezTo>
                  <a:cubicBezTo>
                    <a:pt x="1856" y="180267"/>
                    <a:pt x="-697" y="182895"/>
                    <a:pt x="129" y="185598"/>
                  </a:cubicBezTo>
                  <a:cubicBezTo>
                    <a:pt x="955" y="188301"/>
                    <a:pt x="4635" y="189052"/>
                    <a:pt x="7639" y="189127"/>
                  </a:cubicBezTo>
                  <a:cubicBezTo>
                    <a:pt x="20256" y="188834"/>
                    <a:pt x="32722" y="186289"/>
                    <a:pt x="44438" y="181619"/>
                  </a:cubicBezTo>
                  <a:cubicBezTo>
                    <a:pt x="77557" y="175011"/>
                    <a:pt x="100312" y="163598"/>
                    <a:pt x="133657" y="157141"/>
                  </a:cubicBezTo>
                  <a:cubicBezTo>
                    <a:pt x="140266" y="156225"/>
                    <a:pt x="146649" y="154198"/>
                    <a:pt x="152507" y="151134"/>
                  </a:cubicBezTo>
                  <a:cubicBezTo>
                    <a:pt x="157613" y="147748"/>
                    <a:pt x="161894" y="143318"/>
                    <a:pt x="165198" y="138145"/>
                  </a:cubicBezTo>
                  <a:cubicBezTo>
                    <a:pt x="187504" y="106384"/>
                    <a:pt x="217393" y="48118"/>
                    <a:pt x="207705" y="15757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4" name="Content Placeholder 4">
              <a:extLst>
                <a:ext uri="{FF2B5EF4-FFF2-40B4-BE49-F238E27FC236}">
                  <a16:creationId xmlns:a16="http://schemas.microsoft.com/office/drawing/2014/main" id="{36CCF941-F475-C791-A960-66F7F3ACAE7E}"/>
                </a:ext>
              </a:extLst>
            </p:cNvPr>
            <p:cNvSpPr/>
            <p:nvPr/>
          </p:nvSpPr>
          <p:spPr>
            <a:xfrm>
              <a:off x="11024781" y="3807315"/>
              <a:ext cx="70960" cy="112959"/>
            </a:xfrm>
            <a:custGeom>
              <a:avLst/>
              <a:gdLst>
                <a:gd name="connsiteX0" fmla="*/ 57012 w 70960"/>
                <a:gd name="connsiteY0" fmla="*/ 104097 h 112959"/>
                <a:gd name="connsiteX1" fmla="*/ 67226 w 70960"/>
                <a:gd name="connsiteY1" fmla="*/ 83749 h 112959"/>
                <a:gd name="connsiteX2" fmla="*/ 68878 w 70960"/>
                <a:gd name="connsiteY2" fmla="*/ 35695 h 112959"/>
                <a:gd name="connsiteX3" fmla="*/ 28925 w 70960"/>
                <a:gd name="connsiteY3" fmla="*/ 105 h 112959"/>
                <a:gd name="connsiteX4" fmla="*/ 463 w 70960"/>
                <a:gd name="connsiteY4" fmla="*/ 52664 h 112959"/>
                <a:gd name="connsiteX5" fmla="*/ 11427 w 70960"/>
                <a:gd name="connsiteY5" fmla="*/ 97715 h 112959"/>
                <a:gd name="connsiteX6" fmla="*/ 57012 w 70960"/>
                <a:gd name="connsiteY6" fmla="*/ 104097 h 112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0960" h="112959">
                  <a:moveTo>
                    <a:pt x="57012" y="104097"/>
                  </a:moveTo>
                  <a:cubicBezTo>
                    <a:pt x="62194" y="98353"/>
                    <a:pt x="65724" y="91325"/>
                    <a:pt x="67226" y="83749"/>
                  </a:cubicBezTo>
                  <a:cubicBezTo>
                    <a:pt x="71507" y="68079"/>
                    <a:pt x="72107" y="51620"/>
                    <a:pt x="68878" y="35695"/>
                  </a:cubicBezTo>
                  <a:cubicBezTo>
                    <a:pt x="64447" y="17825"/>
                    <a:pt x="48751" y="-1847"/>
                    <a:pt x="28925" y="105"/>
                  </a:cubicBezTo>
                  <a:cubicBezTo>
                    <a:pt x="5719" y="1982"/>
                    <a:pt x="2265" y="32316"/>
                    <a:pt x="463" y="52664"/>
                  </a:cubicBezTo>
                  <a:cubicBezTo>
                    <a:pt x="-1490" y="68514"/>
                    <a:pt x="2414" y="84537"/>
                    <a:pt x="11427" y="97715"/>
                  </a:cubicBezTo>
                  <a:cubicBezTo>
                    <a:pt x="25621" y="116486"/>
                    <a:pt x="44846" y="117011"/>
                    <a:pt x="57012" y="104097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5" name="Content Placeholder 4">
              <a:extLst>
                <a:ext uri="{FF2B5EF4-FFF2-40B4-BE49-F238E27FC236}">
                  <a16:creationId xmlns:a16="http://schemas.microsoft.com/office/drawing/2014/main" id="{89278E0D-F53E-5227-D362-49DB16AE831D}"/>
                </a:ext>
              </a:extLst>
            </p:cNvPr>
            <p:cNvSpPr/>
            <p:nvPr/>
          </p:nvSpPr>
          <p:spPr>
            <a:xfrm>
              <a:off x="10970506" y="4577392"/>
              <a:ext cx="69964" cy="22352"/>
            </a:xfrm>
            <a:custGeom>
              <a:avLst/>
              <a:gdLst>
                <a:gd name="connsiteX0" fmla="*/ 18238 w 69964"/>
                <a:gd name="connsiteY0" fmla="*/ 170 h 22352"/>
                <a:gd name="connsiteX1" fmla="*/ 29354 w 69964"/>
                <a:gd name="connsiteY1" fmla="*/ 996 h 22352"/>
                <a:gd name="connsiteX2" fmla="*/ 42421 w 69964"/>
                <a:gd name="connsiteY2" fmla="*/ 2198 h 22352"/>
                <a:gd name="connsiteX3" fmla="*/ 48204 w 69964"/>
                <a:gd name="connsiteY3" fmla="*/ 1221 h 22352"/>
                <a:gd name="connsiteX4" fmla="*/ 57215 w 69964"/>
                <a:gd name="connsiteY4" fmla="*/ 1221 h 22352"/>
                <a:gd name="connsiteX5" fmla="*/ 65551 w 69964"/>
                <a:gd name="connsiteY5" fmla="*/ 1221 h 22352"/>
                <a:gd name="connsiteX6" fmla="*/ 67805 w 69964"/>
                <a:gd name="connsiteY6" fmla="*/ 1747 h 22352"/>
                <a:gd name="connsiteX7" fmla="*/ 68856 w 69964"/>
                <a:gd name="connsiteY7" fmla="*/ 3924 h 22352"/>
                <a:gd name="connsiteX8" fmla="*/ 69907 w 69964"/>
                <a:gd name="connsiteY8" fmla="*/ 13310 h 22352"/>
                <a:gd name="connsiteX9" fmla="*/ 68556 w 69964"/>
                <a:gd name="connsiteY9" fmla="*/ 18641 h 22352"/>
                <a:gd name="connsiteX10" fmla="*/ 65026 w 69964"/>
                <a:gd name="connsiteY10" fmla="*/ 20518 h 22352"/>
                <a:gd name="connsiteX11" fmla="*/ 57516 w 69964"/>
                <a:gd name="connsiteY11" fmla="*/ 21419 h 22352"/>
                <a:gd name="connsiteX12" fmla="*/ 18013 w 69964"/>
                <a:gd name="connsiteY12" fmla="*/ 22020 h 22352"/>
                <a:gd name="connsiteX13" fmla="*/ 1716 w 69964"/>
                <a:gd name="connsiteY13" fmla="*/ 18791 h 22352"/>
                <a:gd name="connsiteX14" fmla="*/ 1716 w 69964"/>
                <a:gd name="connsiteY14" fmla="*/ 7454 h 22352"/>
                <a:gd name="connsiteX15" fmla="*/ 18238 w 69964"/>
                <a:gd name="connsiteY15" fmla="*/ 170 h 22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9964" h="22352">
                  <a:moveTo>
                    <a:pt x="18238" y="170"/>
                  </a:moveTo>
                  <a:cubicBezTo>
                    <a:pt x="21993" y="178"/>
                    <a:pt x="25674" y="456"/>
                    <a:pt x="29354" y="996"/>
                  </a:cubicBezTo>
                  <a:cubicBezTo>
                    <a:pt x="33634" y="1950"/>
                    <a:pt x="38065" y="2355"/>
                    <a:pt x="42421" y="2198"/>
                  </a:cubicBezTo>
                  <a:cubicBezTo>
                    <a:pt x="44374" y="2198"/>
                    <a:pt x="46251" y="1522"/>
                    <a:pt x="48204" y="1221"/>
                  </a:cubicBezTo>
                  <a:cubicBezTo>
                    <a:pt x="51207" y="996"/>
                    <a:pt x="54211" y="996"/>
                    <a:pt x="57215" y="1221"/>
                  </a:cubicBezTo>
                  <a:lnTo>
                    <a:pt x="65551" y="1221"/>
                  </a:lnTo>
                  <a:cubicBezTo>
                    <a:pt x="66377" y="1124"/>
                    <a:pt x="67128" y="1311"/>
                    <a:pt x="67805" y="1747"/>
                  </a:cubicBezTo>
                  <a:cubicBezTo>
                    <a:pt x="68405" y="2325"/>
                    <a:pt x="68781" y="3099"/>
                    <a:pt x="68856" y="3924"/>
                  </a:cubicBezTo>
                  <a:cubicBezTo>
                    <a:pt x="69532" y="7003"/>
                    <a:pt x="69907" y="10157"/>
                    <a:pt x="69907" y="13310"/>
                  </a:cubicBezTo>
                  <a:cubicBezTo>
                    <a:pt x="70057" y="15187"/>
                    <a:pt x="69607" y="17079"/>
                    <a:pt x="68556" y="18641"/>
                  </a:cubicBezTo>
                  <a:cubicBezTo>
                    <a:pt x="67579" y="19594"/>
                    <a:pt x="66377" y="20248"/>
                    <a:pt x="65026" y="20518"/>
                  </a:cubicBezTo>
                  <a:cubicBezTo>
                    <a:pt x="62547" y="21036"/>
                    <a:pt x="60069" y="21344"/>
                    <a:pt x="57516" y="21419"/>
                  </a:cubicBezTo>
                  <a:cubicBezTo>
                    <a:pt x="44374" y="22373"/>
                    <a:pt x="31156" y="22568"/>
                    <a:pt x="18013" y="22020"/>
                  </a:cubicBezTo>
                  <a:cubicBezTo>
                    <a:pt x="13433" y="22020"/>
                    <a:pt x="5096" y="22471"/>
                    <a:pt x="1716" y="18791"/>
                  </a:cubicBezTo>
                  <a:cubicBezTo>
                    <a:pt x="-611" y="15360"/>
                    <a:pt x="-611" y="10885"/>
                    <a:pt x="1716" y="7454"/>
                  </a:cubicBezTo>
                  <a:cubicBezTo>
                    <a:pt x="5321" y="2010"/>
                    <a:pt x="11780" y="-836"/>
                    <a:pt x="18238" y="170"/>
                  </a:cubicBezTo>
                  <a:close/>
                </a:path>
              </a:pathLst>
            </a:custGeom>
            <a:solidFill>
              <a:srgbClr val="537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6" name="Content Placeholder 4">
              <a:extLst>
                <a:ext uri="{FF2B5EF4-FFF2-40B4-BE49-F238E27FC236}">
                  <a16:creationId xmlns:a16="http://schemas.microsoft.com/office/drawing/2014/main" id="{7A2BEFFC-DB53-C83A-1D41-6B79968945A3}"/>
                </a:ext>
              </a:extLst>
            </p:cNvPr>
            <p:cNvSpPr/>
            <p:nvPr/>
          </p:nvSpPr>
          <p:spPr>
            <a:xfrm>
              <a:off x="10994931" y="4578114"/>
              <a:ext cx="3493" cy="11298"/>
            </a:xfrm>
            <a:custGeom>
              <a:avLst/>
              <a:gdLst>
                <a:gd name="connsiteX0" fmla="*/ -28 w 3493"/>
                <a:gd name="connsiteY0" fmla="*/ 10861 h 11298"/>
                <a:gd name="connsiteX1" fmla="*/ 2901 w 3493"/>
                <a:gd name="connsiteY1" fmla="*/ 11237 h 11298"/>
                <a:gd name="connsiteX2" fmla="*/ 3351 w 3493"/>
                <a:gd name="connsiteY2" fmla="*/ 11237 h 11298"/>
                <a:gd name="connsiteX3" fmla="*/ 3351 w 3493"/>
                <a:gd name="connsiteY3" fmla="*/ 10711 h 11298"/>
                <a:gd name="connsiteX4" fmla="*/ 3351 w 3493"/>
                <a:gd name="connsiteY4" fmla="*/ 725 h 11298"/>
                <a:gd name="connsiteX5" fmla="*/ 3351 w 3493"/>
                <a:gd name="connsiteY5" fmla="*/ 274 h 11298"/>
                <a:gd name="connsiteX6" fmla="*/ 2826 w 3493"/>
                <a:gd name="connsiteY6" fmla="*/ 274 h 11298"/>
                <a:gd name="connsiteX7" fmla="*/ -28 w 3493"/>
                <a:gd name="connsiteY7" fmla="*/ 3128 h 11298"/>
                <a:gd name="connsiteX8" fmla="*/ -28 w 3493"/>
                <a:gd name="connsiteY8" fmla="*/ 10861 h 11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93" h="11298">
                  <a:moveTo>
                    <a:pt x="-28" y="10861"/>
                  </a:moveTo>
                  <a:cubicBezTo>
                    <a:pt x="873" y="11207"/>
                    <a:pt x="1925" y="11334"/>
                    <a:pt x="2901" y="11237"/>
                  </a:cubicBezTo>
                  <a:lnTo>
                    <a:pt x="3351" y="11237"/>
                  </a:lnTo>
                  <a:cubicBezTo>
                    <a:pt x="3426" y="11072"/>
                    <a:pt x="3426" y="10877"/>
                    <a:pt x="3351" y="10711"/>
                  </a:cubicBezTo>
                  <a:cubicBezTo>
                    <a:pt x="3501" y="7385"/>
                    <a:pt x="3501" y="4051"/>
                    <a:pt x="3351" y="725"/>
                  </a:cubicBezTo>
                  <a:cubicBezTo>
                    <a:pt x="3351" y="725"/>
                    <a:pt x="3351" y="725"/>
                    <a:pt x="3351" y="274"/>
                  </a:cubicBezTo>
                  <a:cubicBezTo>
                    <a:pt x="3201" y="207"/>
                    <a:pt x="2976" y="207"/>
                    <a:pt x="2826" y="274"/>
                  </a:cubicBezTo>
                  <a:cubicBezTo>
                    <a:pt x="-178" y="-552"/>
                    <a:pt x="-28" y="274"/>
                    <a:pt x="-28" y="3128"/>
                  </a:cubicBezTo>
                  <a:cubicBezTo>
                    <a:pt x="-28" y="5981"/>
                    <a:pt x="122" y="8159"/>
                    <a:pt x="-28" y="10861"/>
                  </a:cubicBezTo>
                  <a:close/>
                </a:path>
              </a:pathLst>
            </a:custGeom>
            <a:solidFill>
              <a:srgbClr val="C1C1C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7" name="Content Placeholder 4">
              <a:extLst>
                <a:ext uri="{FF2B5EF4-FFF2-40B4-BE49-F238E27FC236}">
                  <a16:creationId xmlns:a16="http://schemas.microsoft.com/office/drawing/2014/main" id="{BD811925-D5C6-3649-C8AC-3C6935F950F0}"/>
                </a:ext>
              </a:extLst>
            </p:cNvPr>
            <p:cNvSpPr/>
            <p:nvPr/>
          </p:nvSpPr>
          <p:spPr>
            <a:xfrm>
              <a:off x="11004920" y="4579269"/>
              <a:ext cx="3585" cy="8984"/>
            </a:xfrm>
            <a:custGeom>
              <a:avLst/>
              <a:gdLst>
                <a:gd name="connsiteX0" fmla="*/ 271 w 3585"/>
                <a:gd name="connsiteY0" fmla="*/ 8129 h 8984"/>
                <a:gd name="connsiteX1" fmla="*/ 271 w 3585"/>
                <a:gd name="connsiteY1" fmla="*/ 8955 h 8984"/>
                <a:gd name="connsiteX2" fmla="*/ 1022 w 3585"/>
                <a:gd name="connsiteY2" fmla="*/ 8955 h 8984"/>
                <a:gd name="connsiteX3" fmla="*/ 3500 w 3585"/>
                <a:gd name="connsiteY3" fmla="*/ 8955 h 8984"/>
                <a:gd name="connsiteX4" fmla="*/ 3500 w 3585"/>
                <a:gd name="connsiteY4" fmla="*/ 8955 h 8984"/>
                <a:gd name="connsiteX5" fmla="*/ 3500 w 3585"/>
                <a:gd name="connsiteY5" fmla="*/ 8430 h 8984"/>
                <a:gd name="connsiteX6" fmla="*/ 3500 w 3585"/>
                <a:gd name="connsiteY6" fmla="*/ 170 h 8984"/>
                <a:gd name="connsiteX7" fmla="*/ -29 w 3585"/>
                <a:gd name="connsiteY7" fmla="*/ 170 h 8984"/>
                <a:gd name="connsiteX8" fmla="*/ 271 w 3585"/>
                <a:gd name="connsiteY8" fmla="*/ 8129 h 8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85" h="8984">
                  <a:moveTo>
                    <a:pt x="271" y="8129"/>
                  </a:moveTo>
                  <a:cubicBezTo>
                    <a:pt x="196" y="8392"/>
                    <a:pt x="196" y="8693"/>
                    <a:pt x="271" y="8955"/>
                  </a:cubicBezTo>
                  <a:cubicBezTo>
                    <a:pt x="271" y="8955"/>
                    <a:pt x="722" y="8955"/>
                    <a:pt x="1022" y="8955"/>
                  </a:cubicBezTo>
                  <a:lnTo>
                    <a:pt x="3500" y="8955"/>
                  </a:lnTo>
                  <a:lnTo>
                    <a:pt x="3500" y="8955"/>
                  </a:lnTo>
                  <a:cubicBezTo>
                    <a:pt x="3575" y="8790"/>
                    <a:pt x="3575" y="8595"/>
                    <a:pt x="3500" y="8430"/>
                  </a:cubicBezTo>
                  <a:cubicBezTo>
                    <a:pt x="3500" y="5727"/>
                    <a:pt x="3500" y="2949"/>
                    <a:pt x="3500" y="170"/>
                  </a:cubicBezTo>
                  <a:cubicBezTo>
                    <a:pt x="2299" y="-280"/>
                    <a:pt x="1097" y="170"/>
                    <a:pt x="-29" y="170"/>
                  </a:cubicBezTo>
                  <a:cubicBezTo>
                    <a:pt x="121" y="2048"/>
                    <a:pt x="271" y="5126"/>
                    <a:pt x="271" y="8129"/>
                  </a:cubicBezTo>
                  <a:close/>
                </a:path>
              </a:pathLst>
            </a:custGeom>
            <a:solidFill>
              <a:srgbClr val="C1C1C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8" name="Content Placeholder 4">
              <a:extLst>
                <a:ext uri="{FF2B5EF4-FFF2-40B4-BE49-F238E27FC236}">
                  <a16:creationId xmlns:a16="http://schemas.microsoft.com/office/drawing/2014/main" id="{F2A0C316-298A-D2DC-E4A0-B215A52426AE}"/>
                </a:ext>
              </a:extLst>
            </p:cNvPr>
            <p:cNvSpPr/>
            <p:nvPr/>
          </p:nvSpPr>
          <p:spPr>
            <a:xfrm>
              <a:off x="11014079" y="4577781"/>
              <a:ext cx="4265" cy="9121"/>
            </a:xfrm>
            <a:custGeom>
              <a:avLst/>
              <a:gdLst>
                <a:gd name="connsiteX0" fmla="*/ 1101 w 4265"/>
                <a:gd name="connsiteY0" fmla="*/ 9091 h 9121"/>
                <a:gd name="connsiteX1" fmla="*/ 3354 w 4265"/>
                <a:gd name="connsiteY1" fmla="*/ 9091 h 9121"/>
                <a:gd name="connsiteX2" fmla="*/ 4180 w 4265"/>
                <a:gd name="connsiteY2" fmla="*/ 9091 h 9121"/>
                <a:gd name="connsiteX3" fmla="*/ 4180 w 4265"/>
                <a:gd name="connsiteY3" fmla="*/ 8491 h 9121"/>
                <a:gd name="connsiteX4" fmla="*/ 951 w 4265"/>
                <a:gd name="connsiteY4" fmla="*/ 156 h 9121"/>
                <a:gd name="connsiteX5" fmla="*/ 1101 w 4265"/>
                <a:gd name="connsiteY5" fmla="*/ 9091 h 9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65" h="9121">
                  <a:moveTo>
                    <a:pt x="1101" y="9091"/>
                  </a:moveTo>
                  <a:lnTo>
                    <a:pt x="3354" y="9091"/>
                  </a:lnTo>
                  <a:cubicBezTo>
                    <a:pt x="3354" y="9091"/>
                    <a:pt x="4030" y="9091"/>
                    <a:pt x="4180" y="9091"/>
                  </a:cubicBezTo>
                  <a:cubicBezTo>
                    <a:pt x="4255" y="8896"/>
                    <a:pt x="4255" y="8686"/>
                    <a:pt x="4180" y="8491"/>
                  </a:cubicBezTo>
                  <a:cubicBezTo>
                    <a:pt x="4180" y="6689"/>
                    <a:pt x="4180" y="-1346"/>
                    <a:pt x="951" y="156"/>
                  </a:cubicBezTo>
                  <a:cubicBezTo>
                    <a:pt x="-1152" y="1358"/>
                    <a:pt x="726" y="7214"/>
                    <a:pt x="1101" y="9091"/>
                  </a:cubicBezTo>
                  <a:close/>
                </a:path>
              </a:pathLst>
            </a:custGeom>
            <a:solidFill>
              <a:srgbClr val="C1C1C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9" name="Content Placeholder 4">
              <a:extLst>
                <a:ext uri="{FF2B5EF4-FFF2-40B4-BE49-F238E27FC236}">
                  <a16:creationId xmlns:a16="http://schemas.microsoft.com/office/drawing/2014/main" id="{F3C524D0-5F4D-4F8A-73FD-6AD0BF8A5648}"/>
                </a:ext>
              </a:extLst>
            </p:cNvPr>
            <p:cNvSpPr/>
            <p:nvPr/>
          </p:nvSpPr>
          <p:spPr>
            <a:xfrm>
              <a:off x="11116856" y="4573218"/>
              <a:ext cx="37664" cy="29236"/>
            </a:xfrm>
            <a:custGeom>
              <a:avLst/>
              <a:gdLst>
                <a:gd name="connsiteX0" fmla="*/ 4141 w 37664"/>
                <a:gd name="connsiteY0" fmla="*/ 8775 h 29236"/>
                <a:gd name="connsiteX1" fmla="*/ 8045 w 37664"/>
                <a:gd name="connsiteY1" fmla="*/ 3894 h 29236"/>
                <a:gd name="connsiteX2" fmla="*/ 13978 w 37664"/>
                <a:gd name="connsiteY2" fmla="*/ 1041 h 29236"/>
                <a:gd name="connsiteX3" fmla="*/ 22314 w 37664"/>
                <a:gd name="connsiteY3" fmla="*/ 65 h 29236"/>
                <a:gd name="connsiteX4" fmla="*/ 33054 w 37664"/>
                <a:gd name="connsiteY4" fmla="*/ 7573 h 29236"/>
                <a:gd name="connsiteX5" fmla="*/ 37409 w 37664"/>
                <a:gd name="connsiteY5" fmla="*/ 19962 h 29236"/>
                <a:gd name="connsiteX6" fmla="*/ 37409 w 37664"/>
                <a:gd name="connsiteY6" fmla="*/ 22965 h 29236"/>
                <a:gd name="connsiteX7" fmla="*/ 35381 w 37664"/>
                <a:gd name="connsiteY7" fmla="*/ 25218 h 29236"/>
                <a:gd name="connsiteX8" fmla="*/ 26144 w 37664"/>
                <a:gd name="connsiteY8" fmla="*/ 28072 h 29236"/>
                <a:gd name="connsiteX9" fmla="*/ 11575 w 37664"/>
                <a:gd name="connsiteY9" fmla="*/ 29122 h 29236"/>
                <a:gd name="connsiteX10" fmla="*/ 4741 w 37664"/>
                <a:gd name="connsiteY10" fmla="*/ 28522 h 29236"/>
                <a:gd name="connsiteX11" fmla="*/ 85 w 37664"/>
                <a:gd name="connsiteY11" fmla="*/ 21689 h 29236"/>
                <a:gd name="connsiteX12" fmla="*/ 4141 w 37664"/>
                <a:gd name="connsiteY12" fmla="*/ 8775 h 29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7664" h="29236">
                  <a:moveTo>
                    <a:pt x="4141" y="8775"/>
                  </a:moveTo>
                  <a:cubicBezTo>
                    <a:pt x="5117" y="6890"/>
                    <a:pt x="6393" y="5230"/>
                    <a:pt x="8045" y="3894"/>
                  </a:cubicBezTo>
                  <a:cubicBezTo>
                    <a:pt x="9847" y="2572"/>
                    <a:pt x="11800" y="1604"/>
                    <a:pt x="13978" y="1041"/>
                  </a:cubicBezTo>
                  <a:cubicBezTo>
                    <a:pt x="16682" y="125"/>
                    <a:pt x="19535" y="-213"/>
                    <a:pt x="22314" y="65"/>
                  </a:cubicBezTo>
                  <a:cubicBezTo>
                    <a:pt x="26820" y="921"/>
                    <a:pt x="30725" y="3654"/>
                    <a:pt x="33054" y="7573"/>
                  </a:cubicBezTo>
                  <a:cubicBezTo>
                    <a:pt x="35457" y="11312"/>
                    <a:pt x="36959" y="15555"/>
                    <a:pt x="37409" y="19962"/>
                  </a:cubicBezTo>
                  <a:cubicBezTo>
                    <a:pt x="37710" y="20946"/>
                    <a:pt x="37710" y="21982"/>
                    <a:pt x="37409" y="22965"/>
                  </a:cubicBezTo>
                  <a:cubicBezTo>
                    <a:pt x="36959" y="23897"/>
                    <a:pt x="36283" y="24677"/>
                    <a:pt x="35381" y="25218"/>
                  </a:cubicBezTo>
                  <a:cubicBezTo>
                    <a:pt x="32603" y="26885"/>
                    <a:pt x="29374" y="27861"/>
                    <a:pt x="26144" y="28072"/>
                  </a:cubicBezTo>
                  <a:cubicBezTo>
                    <a:pt x="21338" y="28680"/>
                    <a:pt x="16456" y="29033"/>
                    <a:pt x="11575" y="29122"/>
                  </a:cubicBezTo>
                  <a:cubicBezTo>
                    <a:pt x="9247" y="29340"/>
                    <a:pt x="6994" y="29137"/>
                    <a:pt x="4741" y="28522"/>
                  </a:cubicBezTo>
                  <a:cubicBezTo>
                    <a:pt x="1287" y="27320"/>
                    <a:pt x="-516" y="25218"/>
                    <a:pt x="85" y="21689"/>
                  </a:cubicBezTo>
                  <a:cubicBezTo>
                    <a:pt x="610" y="17169"/>
                    <a:pt x="1962" y="12784"/>
                    <a:pt x="4141" y="8775"/>
                  </a:cubicBezTo>
                  <a:close/>
                </a:path>
              </a:pathLst>
            </a:custGeom>
            <a:solidFill>
              <a:srgbClr val="53708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0" name="Content Placeholder 4">
              <a:extLst>
                <a:ext uri="{FF2B5EF4-FFF2-40B4-BE49-F238E27FC236}">
                  <a16:creationId xmlns:a16="http://schemas.microsoft.com/office/drawing/2014/main" id="{77DB08D7-80AD-DA67-9A41-972A9A953212}"/>
                </a:ext>
              </a:extLst>
            </p:cNvPr>
            <p:cNvSpPr/>
            <p:nvPr/>
          </p:nvSpPr>
          <p:spPr>
            <a:xfrm>
              <a:off x="10974059" y="3925073"/>
              <a:ext cx="165016" cy="266584"/>
            </a:xfrm>
            <a:custGeom>
              <a:avLst/>
              <a:gdLst>
                <a:gd name="connsiteX0" fmla="*/ 36841 w 165016"/>
                <a:gd name="connsiteY0" fmla="*/ 53389 h 266584"/>
                <a:gd name="connsiteX1" fmla="*/ 1469 w 165016"/>
                <a:gd name="connsiteY1" fmla="*/ 227961 h 266584"/>
                <a:gd name="connsiteX2" fmla="*/ 642 w 165016"/>
                <a:gd name="connsiteY2" fmla="*/ 245005 h 266584"/>
                <a:gd name="connsiteX3" fmla="*/ 17540 w 165016"/>
                <a:gd name="connsiteY3" fmla="*/ 260998 h 266584"/>
                <a:gd name="connsiteX4" fmla="*/ 43224 w 165016"/>
                <a:gd name="connsiteY4" fmla="*/ 265203 h 266584"/>
                <a:gd name="connsiteX5" fmla="*/ 140404 w 165016"/>
                <a:gd name="connsiteY5" fmla="*/ 265203 h 266584"/>
                <a:gd name="connsiteX6" fmla="*/ 153396 w 165016"/>
                <a:gd name="connsiteY6" fmla="*/ 262650 h 266584"/>
                <a:gd name="connsiteX7" fmla="*/ 164886 w 165016"/>
                <a:gd name="connsiteY7" fmla="*/ 244029 h 266584"/>
                <a:gd name="connsiteX8" fmla="*/ 163008 w 165016"/>
                <a:gd name="connsiteY8" fmla="*/ 221503 h 266584"/>
                <a:gd name="connsiteX9" fmla="*/ 153321 w 165016"/>
                <a:gd name="connsiteY9" fmla="*/ 83573 h 266584"/>
                <a:gd name="connsiteX10" fmla="*/ 146637 w 165016"/>
                <a:gd name="connsiteY10" fmla="*/ 44604 h 266584"/>
                <a:gd name="connsiteX11" fmla="*/ 144684 w 165016"/>
                <a:gd name="connsiteY11" fmla="*/ 22079 h 266584"/>
                <a:gd name="connsiteX12" fmla="*/ 132819 w 165016"/>
                <a:gd name="connsiteY12" fmla="*/ 3458 h 266584"/>
                <a:gd name="connsiteX13" fmla="*/ 92490 w 165016"/>
                <a:gd name="connsiteY13" fmla="*/ 5260 h 266584"/>
                <a:gd name="connsiteX14" fmla="*/ 65304 w 165016"/>
                <a:gd name="connsiteY14" fmla="*/ 3158 h 266584"/>
                <a:gd name="connsiteX15" fmla="*/ 46603 w 165016"/>
                <a:gd name="connsiteY15" fmla="*/ 3158 h 266584"/>
                <a:gd name="connsiteX16" fmla="*/ 36841 w 165016"/>
                <a:gd name="connsiteY16" fmla="*/ 53389 h 266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016" h="266584">
                  <a:moveTo>
                    <a:pt x="36841" y="53389"/>
                  </a:moveTo>
                  <a:cubicBezTo>
                    <a:pt x="29331" y="112331"/>
                    <a:pt x="14311" y="169846"/>
                    <a:pt x="1469" y="227961"/>
                  </a:cubicBezTo>
                  <a:cubicBezTo>
                    <a:pt x="-184" y="233495"/>
                    <a:pt x="-484" y="239344"/>
                    <a:pt x="642" y="245005"/>
                  </a:cubicBezTo>
                  <a:cubicBezTo>
                    <a:pt x="3421" y="252694"/>
                    <a:pt x="9730" y="258618"/>
                    <a:pt x="17540" y="260998"/>
                  </a:cubicBezTo>
                  <a:cubicBezTo>
                    <a:pt x="25801" y="263716"/>
                    <a:pt x="34512" y="265135"/>
                    <a:pt x="43224" y="265203"/>
                  </a:cubicBezTo>
                  <a:cubicBezTo>
                    <a:pt x="75593" y="267005"/>
                    <a:pt x="108035" y="267005"/>
                    <a:pt x="140404" y="265203"/>
                  </a:cubicBezTo>
                  <a:cubicBezTo>
                    <a:pt x="144834" y="265233"/>
                    <a:pt x="149265" y="264369"/>
                    <a:pt x="153396" y="262650"/>
                  </a:cubicBezTo>
                  <a:cubicBezTo>
                    <a:pt x="160080" y="258730"/>
                    <a:pt x="164360" y="251755"/>
                    <a:pt x="164886" y="244029"/>
                  </a:cubicBezTo>
                  <a:cubicBezTo>
                    <a:pt x="165261" y="236468"/>
                    <a:pt x="164586" y="228900"/>
                    <a:pt x="163008" y="221503"/>
                  </a:cubicBezTo>
                  <a:cubicBezTo>
                    <a:pt x="155498" y="175927"/>
                    <a:pt x="161356" y="128999"/>
                    <a:pt x="153321" y="83573"/>
                  </a:cubicBezTo>
                  <a:cubicBezTo>
                    <a:pt x="151067" y="70584"/>
                    <a:pt x="147688" y="57744"/>
                    <a:pt x="146637" y="44604"/>
                  </a:cubicBezTo>
                  <a:cubicBezTo>
                    <a:pt x="146486" y="37058"/>
                    <a:pt x="145811" y="29535"/>
                    <a:pt x="144684" y="22079"/>
                  </a:cubicBezTo>
                  <a:cubicBezTo>
                    <a:pt x="143482" y="14503"/>
                    <a:pt x="139202" y="7768"/>
                    <a:pt x="132819" y="3458"/>
                  </a:cubicBezTo>
                  <a:cubicBezTo>
                    <a:pt x="120952" y="-3600"/>
                    <a:pt x="106158" y="3458"/>
                    <a:pt x="92490" y="5260"/>
                  </a:cubicBezTo>
                  <a:cubicBezTo>
                    <a:pt x="83402" y="6221"/>
                    <a:pt x="74165" y="5508"/>
                    <a:pt x="65304" y="3158"/>
                  </a:cubicBezTo>
                  <a:cubicBezTo>
                    <a:pt x="58470" y="1581"/>
                    <a:pt x="51560" y="-3149"/>
                    <a:pt x="46603" y="3158"/>
                  </a:cubicBezTo>
                  <a:cubicBezTo>
                    <a:pt x="37667" y="13895"/>
                    <a:pt x="38568" y="39649"/>
                    <a:pt x="36841" y="53389"/>
                  </a:cubicBezTo>
                  <a:close/>
                </a:path>
              </a:pathLst>
            </a:custGeom>
            <a:solidFill>
              <a:srgbClr val="EFEFE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1" name="Content Placeholder 4">
              <a:extLst>
                <a:ext uri="{FF2B5EF4-FFF2-40B4-BE49-F238E27FC236}">
                  <a16:creationId xmlns:a16="http://schemas.microsoft.com/office/drawing/2014/main" id="{536031A2-060E-BB4F-D2B6-92D3D0214B52}"/>
                </a:ext>
              </a:extLst>
            </p:cNvPr>
            <p:cNvSpPr/>
            <p:nvPr/>
          </p:nvSpPr>
          <p:spPr>
            <a:xfrm>
              <a:off x="11003569" y="4054853"/>
              <a:ext cx="13217" cy="13214"/>
            </a:xfrm>
            <a:custGeom>
              <a:avLst/>
              <a:gdLst>
                <a:gd name="connsiteX0" fmla="*/ 6580 w 13217"/>
                <a:gd name="connsiteY0" fmla="*/ -30 h 13214"/>
                <a:gd name="connsiteX1" fmla="*/ -29 w 13217"/>
                <a:gd name="connsiteY1" fmla="*/ 6578 h 13214"/>
                <a:gd name="connsiteX2" fmla="*/ 6580 w 13217"/>
                <a:gd name="connsiteY2" fmla="*/ 13185 h 13214"/>
                <a:gd name="connsiteX3" fmla="*/ 13188 w 13217"/>
                <a:gd name="connsiteY3" fmla="*/ 6578 h 13214"/>
                <a:gd name="connsiteX4" fmla="*/ 6580 w 13217"/>
                <a:gd name="connsiteY4" fmla="*/ -30 h 1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217" h="13214">
                  <a:moveTo>
                    <a:pt x="6580" y="-30"/>
                  </a:moveTo>
                  <a:cubicBezTo>
                    <a:pt x="2900" y="-30"/>
                    <a:pt x="-29" y="2929"/>
                    <a:pt x="-29" y="6578"/>
                  </a:cubicBezTo>
                  <a:cubicBezTo>
                    <a:pt x="-29" y="10227"/>
                    <a:pt x="2900" y="13185"/>
                    <a:pt x="6580" y="13185"/>
                  </a:cubicBezTo>
                  <a:cubicBezTo>
                    <a:pt x="10259" y="13185"/>
                    <a:pt x="13188" y="10227"/>
                    <a:pt x="13188" y="6578"/>
                  </a:cubicBezTo>
                  <a:cubicBezTo>
                    <a:pt x="13188" y="2929"/>
                    <a:pt x="10259" y="-30"/>
                    <a:pt x="658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2" name="Content Placeholder 4">
              <a:extLst>
                <a:ext uri="{FF2B5EF4-FFF2-40B4-BE49-F238E27FC236}">
                  <a16:creationId xmlns:a16="http://schemas.microsoft.com/office/drawing/2014/main" id="{EE7D4A99-85BC-5AB0-032C-DE5FE5667F2A}"/>
                </a:ext>
              </a:extLst>
            </p:cNvPr>
            <p:cNvSpPr/>
            <p:nvPr/>
          </p:nvSpPr>
          <p:spPr>
            <a:xfrm>
              <a:off x="11021592" y="4020915"/>
              <a:ext cx="13217" cy="13214"/>
            </a:xfrm>
            <a:custGeom>
              <a:avLst/>
              <a:gdLst>
                <a:gd name="connsiteX0" fmla="*/ 6580 w 13217"/>
                <a:gd name="connsiteY0" fmla="*/ -30 h 13214"/>
                <a:gd name="connsiteX1" fmla="*/ -29 w 13217"/>
                <a:gd name="connsiteY1" fmla="*/ 6578 h 13214"/>
                <a:gd name="connsiteX2" fmla="*/ 6580 w 13217"/>
                <a:gd name="connsiteY2" fmla="*/ 13185 h 13214"/>
                <a:gd name="connsiteX3" fmla="*/ 13188 w 13217"/>
                <a:gd name="connsiteY3" fmla="*/ 6578 h 13214"/>
                <a:gd name="connsiteX4" fmla="*/ 6580 w 13217"/>
                <a:gd name="connsiteY4" fmla="*/ -30 h 1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217" h="13214">
                  <a:moveTo>
                    <a:pt x="6580" y="-30"/>
                  </a:moveTo>
                  <a:cubicBezTo>
                    <a:pt x="2900" y="-30"/>
                    <a:pt x="-29" y="2928"/>
                    <a:pt x="-29" y="6578"/>
                  </a:cubicBezTo>
                  <a:cubicBezTo>
                    <a:pt x="-29" y="10227"/>
                    <a:pt x="2900" y="13185"/>
                    <a:pt x="6580" y="13185"/>
                  </a:cubicBezTo>
                  <a:cubicBezTo>
                    <a:pt x="10260" y="13185"/>
                    <a:pt x="13188" y="10227"/>
                    <a:pt x="13188" y="6578"/>
                  </a:cubicBezTo>
                  <a:cubicBezTo>
                    <a:pt x="13188" y="2928"/>
                    <a:pt x="10260" y="-30"/>
                    <a:pt x="658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3" name="Content Placeholder 4">
              <a:extLst>
                <a:ext uri="{FF2B5EF4-FFF2-40B4-BE49-F238E27FC236}">
                  <a16:creationId xmlns:a16="http://schemas.microsoft.com/office/drawing/2014/main" id="{DA147790-EC40-A965-9926-E49CCD4B58CD}"/>
                </a:ext>
              </a:extLst>
            </p:cNvPr>
            <p:cNvSpPr/>
            <p:nvPr/>
          </p:nvSpPr>
          <p:spPr>
            <a:xfrm>
              <a:off x="11037139" y="4072573"/>
              <a:ext cx="13217" cy="13214"/>
            </a:xfrm>
            <a:custGeom>
              <a:avLst/>
              <a:gdLst>
                <a:gd name="connsiteX0" fmla="*/ 6580 w 13217"/>
                <a:gd name="connsiteY0" fmla="*/ -30 h 13214"/>
                <a:gd name="connsiteX1" fmla="*/ -29 w 13217"/>
                <a:gd name="connsiteY1" fmla="*/ 6578 h 13214"/>
                <a:gd name="connsiteX2" fmla="*/ 6580 w 13217"/>
                <a:gd name="connsiteY2" fmla="*/ 13185 h 13214"/>
                <a:gd name="connsiteX3" fmla="*/ 13188 w 13217"/>
                <a:gd name="connsiteY3" fmla="*/ 6578 h 13214"/>
                <a:gd name="connsiteX4" fmla="*/ 6580 w 13217"/>
                <a:gd name="connsiteY4" fmla="*/ -30 h 1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217" h="13214">
                  <a:moveTo>
                    <a:pt x="6580" y="-30"/>
                  </a:moveTo>
                  <a:cubicBezTo>
                    <a:pt x="2900" y="-30"/>
                    <a:pt x="-29" y="2929"/>
                    <a:pt x="-29" y="6578"/>
                  </a:cubicBezTo>
                  <a:cubicBezTo>
                    <a:pt x="-29" y="10227"/>
                    <a:pt x="2900" y="13185"/>
                    <a:pt x="6580" y="13185"/>
                  </a:cubicBezTo>
                  <a:cubicBezTo>
                    <a:pt x="10259" y="13185"/>
                    <a:pt x="13188" y="10227"/>
                    <a:pt x="13188" y="6578"/>
                  </a:cubicBezTo>
                  <a:cubicBezTo>
                    <a:pt x="13188" y="2929"/>
                    <a:pt x="10259" y="-30"/>
                    <a:pt x="658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4" name="Content Placeholder 4">
              <a:extLst>
                <a:ext uri="{FF2B5EF4-FFF2-40B4-BE49-F238E27FC236}">
                  <a16:creationId xmlns:a16="http://schemas.microsoft.com/office/drawing/2014/main" id="{64ED82CB-85BD-7E2B-2C92-F5EDC67D277E}"/>
                </a:ext>
              </a:extLst>
            </p:cNvPr>
            <p:cNvSpPr/>
            <p:nvPr/>
          </p:nvSpPr>
          <p:spPr>
            <a:xfrm>
              <a:off x="11048404" y="3994035"/>
              <a:ext cx="13217" cy="13214"/>
            </a:xfrm>
            <a:custGeom>
              <a:avLst/>
              <a:gdLst>
                <a:gd name="connsiteX0" fmla="*/ 6580 w 13217"/>
                <a:gd name="connsiteY0" fmla="*/ -30 h 13214"/>
                <a:gd name="connsiteX1" fmla="*/ -29 w 13217"/>
                <a:gd name="connsiteY1" fmla="*/ 6578 h 13214"/>
                <a:gd name="connsiteX2" fmla="*/ 6580 w 13217"/>
                <a:gd name="connsiteY2" fmla="*/ 13185 h 13214"/>
                <a:gd name="connsiteX3" fmla="*/ 13188 w 13217"/>
                <a:gd name="connsiteY3" fmla="*/ 6578 h 13214"/>
                <a:gd name="connsiteX4" fmla="*/ 6580 w 13217"/>
                <a:gd name="connsiteY4" fmla="*/ -30 h 1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217" h="13214">
                  <a:moveTo>
                    <a:pt x="6580" y="-30"/>
                  </a:moveTo>
                  <a:cubicBezTo>
                    <a:pt x="2900" y="-30"/>
                    <a:pt x="-29" y="2929"/>
                    <a:pt x="-29" y="6578"/>
                  </a:cubicBezTo>
                  <a:cubicBezTo>
                    <a:pt x="-29" y="10227"/>
                    <a:pt x="2900" y="13185"/>
                    <a:pt x="6580" y="13185"/>
                  </a:cubicBezTo>
                  <a:cubicBezTo>
                    <a:pt x="10259" y="13185"/>
                    <a:pt x="13188" y="10227"/>
                    <a:pt x="13188" y="6578"/>
                  </a:cubicBezTo>
                  <a:cubicBezTo>
                    <a:pt x="13188" y="2929"/>
                    <a:pt x="10259" y="-30"/>
                    <a:pt x="658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5" name="Content Placeholder 4">
              <a:extLst>
                <a:ext uri="{FF2B5EF4-FFF2-40B4-BE49-F238E27FC236}">
                  <a16:creationId xmlns:a16="http://schemas.microsoft.com/office/drawing/2014/main" id="{C4043EEF-DDEE-2517-28E7-357D1D8EF3AD}"/>
                </a:ext>
              </a:extLst>
            </p:cNvPr>
            <p:cNvSpPr/>
            <p:nvPr/>
          </p:nvSpPr>
          <p:spPr>
            <a:xfrm>
              <a:off x="10993130" y="4108089"/>
              <a:ext cx="13217" cy="13214"/>
            </a:xfrm>
            <a:custGeom>
              <a:avLst/>
              <a:gdLst>
                <a:gd name="connsiteX0" fmla="*/ 6580 w 13217"/>
                <a:gd name="connsiteY0" fmla="*/ -30 h 13214"/>
                <a:gd name="connsiteX1" fmla="*/ -29 w 13217"/>
                <a:gd name="connsiteY1" fmla="*/ 6577 h 13214"/>
                <a:gd name="connsiteX2" fmla="*/ 6580 w 13217"/>
                <a:gd name="connsiteY2" fmla="*/ 13185 h 13214"/>
                <a:gd name="connsiteX3" fmla="*/ 13188 w 13217"/>
                <a:gd name="connsiteY3" fmla="*/ 6577 h 13214"/>
                <a:gd name="connsiteX4" fmla="*/ 6580 w 13217"/>
                <a:gd name="connsiteY4" fmla="*/ -30 h 1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217" h="13214">
                  <a:moveTo>
                    <a:pt x="6580" y="-30"/>
                  </a:moveTo>
                  <a:cubicBezTo>
                    <a:pt x="2900" y="-30"/>
                    <a:pt x="-29" y="2928"/>
                    <a:pt x="-29" y="6577"/>
                  </a:cubicBezTo>
                  <a:cubicBezTo>
                    <a:pt x="-29" y="10227"/>
                    <a:pt x="2900" y="13185"/>
                    <a:pt x="6580" y="13185"/>
                  </a:cubicBezTo>
                  <a:cubicBezTo>
                    <a:pt x="10259" y="13185"/>
                    <a:pt x="13188" y="10227"/>
                    <a:pt x="13188" y="6577"/>
                  </a:cubicBezTo>
                  <a:cubicBezTo>
                    <a:pt x="13188" y="2928"/>
                    <a:pt x="10259" y="-30"/>
                    <a:pt x="658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6" name="Content Placeholder 4">
              <a:extLst>
                <a:ext uri="{FF2B5EF4-FFF2-40B4-BE49-F238E27FC236}">
                  <a16:creationId xmlns:a16="http://schemas.microsoft.com/office/drawing/2014/main" id="{1E55393A-168D-AFC5-2E06-5A8D0D6A1F13}"/>
                </a:ext>
              </a:extLst>
            </p:cNvPr>
            <p:cNvSpPr/>
            <p:nvPr/>
          </p:nvSpPr>
          <p:spPr>
            <a:xfrm>
              <a:off x="11066016" y="4040212"/>
              <a:ext cx="11936" cy="13290"/>
            </a:xfrm>
            <a:custGeom>
              <a:avLst/>
              <a:gdLst>
                <a:gd name="connsiteX0" fmla="*/ 5940 w 11936"/>
                <a:gd name="connsiteY0" fmla="*/ -30 h 13290"/>
                <a:gd name="connsiteX1" fmla="*/ 6 w 11936"/>
                <a:gd name="connsiteY1" fmla="*/ 7321 h 13290"/>
                <a:gd name="connsiteX2" fmla="*/ 5940 w 11936"/>
                <a:gd name="connsiteY2" fmla="*/ 13260 h 13290"/>
                <a:gd name="connsiteX3" fmla="*/ 11872 w 11936"/>
                <a:gd name="connsiteY3" fmla="*/ 5910 h 13290"/>
                <a:gd name="connsiteX4" fmla="*/ 5940 w 11936"/>
                <a:gd name="connsiteY4" fmla="*/ -30 h 13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36" h="13290">
                  <a:moveTo>
                    <a:pt x="5940" y="-30"/>
                  </a:moveTo>
                  <a:cubicBezTo>
                    <a:pt x="2260" y="361"/>
                    <a:pt x="-369" y="3650"/>
                    <a:pt x="6" y="7321"/>
                  </a:cubicBezTo>
                  <a:cubicBezTo>
                    <a:pt x="307" y="10452"/>
                    <a:pt x="2785" y="12930"/>
                    <a:pt x="5940" y="13260"/>
                  </a:cubicBezTo>
                  <a:cubicBezTo>
                    <a:pt x="9619" y="12870"/>
                    <a:pt x="12248" y="9581"/>
                    <a:pt x="11872" y="5910"/>
                  </a:cubicBezTo>
                  <a:cubicBezTo>
                    <a:pt x="11572" y="2779"/>
                    <a:pt x="9093" y="301"/>
                    <a:pt x="594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7" name="Content Placeholder 4">
              <a:extLst>
                <a:ext uri="{FF2B5EF4-FFF2-40B4-BE49-F238E27FC236}">
                  <a16:creationId xmlns:a16="http://schemas.microsoft.com/office/drawing/2014/main" id="{C3A56119-1FFD-BFC6-292F-8CE16B556B0E}"/>
                </a:ext>
              </a:extLst>
            </p:cNvPr>
            <p:cNvSpPr/>
            <p:nvPr/>
          </p:nvSpPr>
          <p:spPr>
            <a:xfrm>
              <a:off x="10987312" y="4157869"/>
              <a:ext cx="11936" cy="13290"/>
            </a:xfrm>
            <a:custGeom>
              <a:avLst/>
              <a:gdLst>
                <a:gd name="connsiteX0" fmla="*/ 5940 w 11936"/>
                <a:gd name="connsiteY0" fmla="*/ -30 h 13290"/>
                <a:gd name="connsiteX1" fmla="*/ 7 w 11936"/>
                <a:gd name="connsiteY1" fmla="*/ 7321 h 13290"/>
                <a:gd name="connsiteX2" fmla="*/ 5940 w 11936"/>
                <a:gd name="connsiteY2" fmla="*/ 13260 h 13290"/>
                <a:gd name="connsiteX3" fmla="*/ 11872 w 11936"/>
                <a:gd name="connsiteY3" fmla="*/ 5910 h 13290"/>
                <a:gd name="connsiteX4" fmla="*/ 5940 w 11936"/>
                <a:gd name="connsiteY4" fmla="*/ -30 h 13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36" h="13290">
                  <a:moveTo>
                    <a:pt x="5940" y="-30"/>
                  </a:moveTo>
                  <a:cubicBezTo>
                    <a:pt x="2260" y="361"/>
                    <a:pt x="-369" y="3650"/>
                    <a:pt x="7" y="7321"/>
                  </a:cubicBezTo>
                  <a:cubicBezTo>
                    <a:pt x="307" y="10452"/>
                    <a:pt x="2785" y="12930"/>
                    <a:pt x="5940" y="13260"/>
                  </a:cubicBezTo>
                  <a:cubicBezTo>
                    <a:pt x="9620" y="12870"/>
                    <a:pt x="12248" y="9581"/>
                    <a:pt x="11872" y="5910"/>
                  </a:cubicBezTo>
                  <a:cubicBezTo>
                    <a:pt x="11572" y="2779"/>
                    <a:pt x="9093" y="301"/>
                    <a:pt x="594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8" name="Content Placeholder 4">
              <a:extLst>
                <a:ext uri="{FF2B5EF4-FFF2-40B4-BE49-F238E27FC236}">
                  <a16:creationId xmlns:a16="http://schemas.microsoft.com/office/drawing/2014/main" id="{6C9C2EC6-6DD5-B3E2-5105-14785532C42D}"/>
                </a:ext>
              </a:extLst>
            </p:cNvPr>
            <p:cNvSpPr/>
            <p:nvPr/>
          </p:nvSpPr>
          <p:spPr>
            <a:xfrm>
              <a:off x="11023996" y="4125658"/>
              <a:ext cx="13217" cy="13214"/>
            </a:xfrm>
            <a:custGeom>
              <a:avLst/>
              <a:gdLst>
                <a:gd name="connsiteX0" fmla="*/ 6580 w 13217"/>
                <a:gd name="connsiteY0" fmla="*/ -30 h 13214"/>
                <a:gd name="connsiteX1" fmla="*/ -29 w 13217"/>
                <a:gd name="connsiteY1" fmla="*/ 6578 h 13214"/>
                <a:gd name="connsiteX2" fmla="*/ 6580 w 13217"/>
                <a:gd name="connsiteY2" fmla="*/ 13185 h 13214"/>
                <a:gd name="connsiteX3" fmla="*/ 13188 w 13217"/>
                <a:gd name="connsiteY3" fmla="*/ 6578 h 13214"/>
                <a:gd name="connsiteX4" fmla="*/ 6580 w 13217"/>
                <a:gd name="connsiteY4" fmla="*/ -30 h 1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217" h="13214">
                  <a:moveTo>
                    <a:pt x="6580" y="-30"/>
                  </a:moveTo>
                  <a:cubicBezTo>
                    <a:pt x="2900" y="-30"/>
                    <a:pt x="-29" y="2928"/>
                    <a:pt x="-29" y="6578"/>
                  </a:cubicBezTo>
                  <a:cubicBezTo>
                    <a:pt x="-29" y="10227"/>
                    <a:pt x="2900" y="13185"/>
                    <a:pt x="6580" y="13185"/>
                  </a:cubicBezTo>
                  <a:cubicBezTo>
                    <a:pt x="10259" y="13185"/>
                    <a:pt x="13188" y="10227"/>
                    <a:pt x="13188" y="6578"/>
                  </a:cubicBezTo>
                  <a:cubicBezTo>
                    <a:pt x="13188" y="2928"/>
                    <a:pt x="10259" y="-30"/>
                    <a:pt x="658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9" name="Content Placeholder 4">
              <a:extLst>
                <a:ext uri="{FF2B5EF4-FFF2-40B4-BE49-F238E27FC236}">
                  <a16:creationId xmlns:a16="http://schemas.microsoft.com/office/drawing/2014/main" id="{372C7294-81F3-97D9-513F-FAFE8998291B}"/>
                </a:ext>
              </a:extLst>
            </p:cNvPr>
            <p:cNvSpPr/>
            <p:nvPr/>
          </p:nvSpPr>
          <p:spPr>
            <a:xfrm>
              <a:off x="11053811" y="4159972"/>
              <a:ext cx="13217" cy="13214"/>
            </a:xfrm>
            <a:custGeom>
              <a:avLst/>
              <a:gdLst>
                <a:gd name="connsiteX0" fmla="*/ 6580 w 13217"/>
                <a:gd name="connsiteY0" fmla="*/ -30 h 13214"/>
                <a:gd name="connsiteX1" fmla="*/ -29 w 13217"/>
                <a:gd name="connsiteY1" fmla="*/ 6578 h 13214"/>
                <a:gd name="connsiteX2" fmla="*/ 6580 w 13217"/>
                <a:gd name="connsiteY2" fmla="*/ 13185 h 13214"/>
                <a:gd name="connsiteX3" fmla="*/ 13188 w 13217"/>
                <a:gd name="connsiteY3" fmla="*/ 6578 h 13214"/>
                <a:gd name="connsiteX4" fmla="*/ 6580 w 13217"/>
                <a:gd name="connsiteY4" fmla="*/ -30 h 1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217" h="13214">
                  <a:moveTo>
                    <a:pt x="6580" y="-30"/>
                  </a:moveTo>
                  <a:cubicBezTo>
                    <a:pt x="2900" y="-30"/>
                    <a:pt x="-29" y="2928"/>
                    <a:pt x="-29" y="6578"/>
                  </a:cubicBezTo>
                  <a:cubicBezTo>
                    <a:pt x="-29" y="10227"/>
                    <a:pt x="2900" y="13185"/>
                    <a:pt x="6580" y="13185"/>
                  </a:cubicBezTo>
                  <a:cubicBezTo>
                    <a:pt x="10259" y="13185"/>
                    <a:pt x="13188" y="10227"/>
                    <a:pt x="13188" y="6578"/>
                  </a:cubicBezTo>
                  <a:cubicBezTo>
                    <a:pt x="13188" y="2928"/>
                    <a:pt x="10259" y="-30"/>
                    <a:pt x="658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0" name="Content Placeholder 4">
              <a:extLst>
                <a:ext uri="{FF2B5EF4-FFF2-40B4-BE49-F238E27FC236}">
                  <a16:creationId xmlns:a16="http://schemas.microsoft.com/office/drawing/2014/main" id="{F90F4917-8E78-9043-9F21-9B3458C9EDFC}"/>
                </a:ext>
              </a:extLst>
            </p:cNvPr>
            <p:cNvSpPr/>
            <p:nvPr/>
          </p:nvSpPr>
          <p:spPr>
            <a:xfrm>
              <a:off x="11065376" y="4108089"/>
              <a:ext cx="13217" cy="13214"/>
            </a:xfrm>
            <a:custGeom>
              <a:avLst/>
              <a:gdLst>
                <a:gd name="connsiteX0" fmla="*/ 6580 w 13217"/>
                <a:gd name="connsiteY0" fmla="*/ -30 h 13214"/>
                <a:gd name="connsiteX1" fmla="*/ -29 w 13217"/>
                <a:gd name="connsiteY1" fmla="*/ 6577 h 13214"/>
                <a:gd name="connsiteX2" fmla="*/ 6580 w 13217"/>
                <a:gd name="connsiteY2" fmla="*/ 13185 h 13214"/>
                <a:gd name="connsiteX3" fmla="*/ 13188 w 13217"/>
                <a:gd name="connsiteY3" fmla="*/ 6577 h 13214"/>
                <a:gd name="connsiteX4" fmla="*/ 6580 w 13217"/>
                <a:gd name="connsiteY4" fmla="*/ -30 h 1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217" h="13214">
                  <a:moveTo>
                    <a:pt x="6580" y="-30"/>
                  </a:moveTo>
                  <a:cubicBezTo>
                    <a:pt x="2900" y="-30"/>
                    <a:pt x="-29" y="2928"/>
                    <a:pt x="-29" y="6577"/>
                  </a:cubicBezTo>
                  <a:cubicBezTo>
                    <a:pt x="-29" y="10227"/>
                    <a:pt x="2900" y="13185"/>
                    <a:pt x="6580" y="13185"/>
                  </a:cubicBezTo>
                  <a:cubicBezTo>
                    <a:pt x="10259" y="13185"/>
                    <a:pt x="13188" y="10227"/>
                    <a:pt x="13188" y="6577"/>
                  </a:cubicBezTo>
                  <a:cubicBezTo>
                    <a:pt x="13188" y="2928"/>
                    <a:pt x="10259" y="-30"/>
                    <a:pt x="658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1" name="Content Placeholder 4">
              <a:extLst>
                <a:ext uri="{FF2B5EF4-FFF2-40B4-BE49-F238E27FC236}">
                  <a16:creationId xmlns:a16="http://schemas.microsoft.com/office/drawing/2014/main" id="{6886CE29-C7DA-CD55-09EA-C29CD8C95FEC}"/>
                </a:ext>
              </a:extLst>
            </p:cNvPr>
            <p:cNvSpPr/>
            <p:nvPr/>
          </p:nvSpPr>
          <p:spPr>
            <a:xfrm>
              <a:off x="11117570" y="4159972"/>
              <a:ext cx="13217" cy="13214"/>
            </a:xfrm>
            <a:custGeom>
              <a:avLst/>
              <a:gdLst>
                <a:gd name="connsiteX0" fmla="*/ 6580 w 13217"/>
                <a:gd name="connsiteY0" fmla="*/ -30 h 13214"/>
                <a:gd name="connsiteX1" fmla="*/ -29 w 13217"/>
                <a:gd name="connsiteY1" fmla="*/ 6578 h 13214"/>
                <a:gd name="connsiteX2" fmla="*/ 6580 w 13217"/>
                <a:gd name="connsiteY2" fmla="*/ 13185 h 13214"/>
                <a:gd name="connsiteX3" fmla="*/ 13188 w 13217"/>
                <a:gd name="connsiteY3" fmla="*/ 6578 h 13214"/>
                <a:gd name="connsiteX4" fmla="*/ 6580 w 13217"/>
                <a:gd name="connsiteY4" fmla="*/ -30 h 1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217" h="13214">
                  <a:moveTo>
                    <a:pt x="6580" y="-30"/>
                  </a:moveTo>
                  <a:cubicBezTo>
                    <a:pt x="2900" y="-30"/>
                    <a:pt x="-29" y="2928"/>
                    <a:pt x="-29" y="6578"/>
                  </a:cubicBezTo>
                  <a:cubicBezTo>
                    <a:pt x="-29" y="10227"/>
                    <a:pt x="2900" y="13185"/>
                    <a:pt x="6580" y="13185"/>
                  </a:cubicBezTo>
                  <a:cubicBezTo>
                    <a:pt x="10259" y="13185"/>
                    <a:pt x="13188" y="10227"/>
                    <a:pt x="13188" y="6578"/>
                  </a:cubicBezTo>
                  <a:cubicBezTo>
                    <a:pt x="13188" y="2928"/>
                    <a:pt x="10259" y="-30"/>
                    <a:pt x="658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2" name="Content Placeholder 4">
              <a:extLst>
                <a:ext uri="{FF2B5EF4-FFF2-40B4-BE49-F238E27FC236}">
                  <a16:creationId xmlns:a16="http://schemas.microsoft.com/office/drawing/2014/main" id="{5E1CF35F-BFC6-5653-E435-D5834C020DA8}"/>
                </a:ext>
              </a:extLst>
            </p:cNvPr>
            <p:cNvSpPr/>
            <p:nvPr/>
          </p:nvSpPr>
          <p:spPr>
            <a:xfrm>
              <a:off x="11118211" y="4087365"/>
              <a:ext cx="11936" cy="13289"/>
            </a:xfrm>
            <a:custGeom>
              <a:avLst/>
              <a:gdLst>
                <a:gd name="connsiteX0" fmla="*/ 5939 w 11936"/>
                <a:gd name="connsiteY0" fmla="*/ 13260 h 13289"/>
                <a:gd name="connsiteX1" fmla="*/ 11872 w 11936"/>
                <a:gd name="connsiteY1" fmla="*/ 5909 h 13289"/>
                <a:gd name="connsiteX2" fmla="*/ 5939 w 11936"/>
                <a:gd name="connsiteY2" fmla="*/ -30 h 13289"/>
                <a:gd name="connsiteX3" fmla="*/ 7 w 11936"/>
                <a:gd name="connsiteY3" fmla="*/ 7321 h 13289"/>
                <a:gd name="connsiteX4" fmla="*/ 5939 w 11936"/>
                <a:gd name="connsiteY4" fmla="*/ 13260 h 1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36" h="13289">
                  <a:moveTo>
                    <a:pt x="5939" y="13260"/>
                  </a:moveTo>
                  <a:cubicBezTo>
                    <a:pt x="9619" y="12869"/>
                    <a:pt x="12247" y="9581"/>
                    <a:pt x="11872" y="5909"/>
                  </a:cubicBezTo>
                  <a:cubicBezTo>
                    <a:pt x="11571" y="2778"/>
                    <a:pt x="9093" y="301"/>
                    <a:pt x="5939" y="-30"/>
                  </a:cubicBezTo>
                  <a:cubicBezTo>
                    <a:pt x="2259" y="361"/>
                    <a:pt x="-369" y="3649"/>
                    <a:pt x="7" y="7321"/>
                  </a:cubicBezTo>
                  <a:cubicBezTo>
                    <a:pt x="306" y="10452"/>
                    <a:pt x="2785" y="12930"/>
                    <a:pt x="5939" y="1326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3" name="Content Placeholder 4">
              <a:extLst>
                <a:ext uri="{FF2B5EF4-FFF2-40B4-BE49-F238E27FC236}">
                  <a16:creationId xmlns:a16="http://schemas.microsoft.com/office/drawing/2014/main" id="{6116D748-DF23-6FDD-268F-312C6292A09B}"/>
                </a:ext>
              </a:extLst>
            </p:cNvPr>
            <p:cNvSpPr/>
            <p:nvPr/>
          </p:nvSpPr>
          <p:spPr>
            <a:xfrm>
              <a:off x="11023996" y="3968882"/>
              <a:ext cx="13217" cy="13214"/>
            </a:xfrm>
            <a:custGeom>
              <a:avLst/>
              <a:gdLst>
                <a:gd name="connsiteX0" fmla="*/ 6580 w 13217"/>
                <a:gd name="connsiteY0" fmla="*/ -30 h 13214"/>
                <a:gd name="connsiteX1" fmla="*/ -29 w 13217"/>
                <a:gd name="connsiteY1" fmla="*/ 6578 h 13214"/>
                <a:gd name="connsiteX2" fmla="*/ 6580 w 13217"/>
                <a:gd name="connsiteY2" fmla="*/ 13185 h 13214"/>
                <a:gd name="connsiteX3" fmla="*/ 13188 w 13217"/>
                <a:gd name="connsiteY3" fmla="*/ 6578 h 13214"/>
                <a:gd name="connsiteX4" fmla="*/ 6580 w 13217"/>
                <a:gd name="connsiteY4" fmla="*/ -30 h 1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217" h="13214">
                  <a:moveTo>
                    <a:pt x="6580" y="-30"/>
                  </a:moveTo>
                  <a:cubicBezTo>
                    <a:pt x="2900" y="-30"/>
                    <a:pt x="-29" y="2929"/>
                    <a:pt x="-29" y="6578"/>
                  </a:cubicBezTo>
                  <a:cubicBezTo>
                    <a:pt x="-29" y="10227"/>
                    <a:pt x="2900" y="13185"/>
                    <a:pt x="6580" y="13185"/>
                  </a:cubicBezTo>
                  <a:cubicBezTo>
                    <a:pt x="10259" y="13185"/>
                    <a:pt x="13188" y="10227"/>
                    <a:pt x="13188" y="6578"/>
                  </a:cubicBezTo>
                  <a:cubicBezTo>
                    <a:pt x="13188" y="2929"/>
                    <a:pt x="10259" y="-30"/>
                    <a:pt x="658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4" name="Content Placeholder 4">
              <a:extLst>
                <a:ext uri="{FF2B5EF4-FFF2-40B4-BE49-F238E27FC236}">
                  <a16:creationId xmlns:a16="http://schemas.microsoft.com/office/drawing/2014/main" id="{8281CEF5-32D2-4858-D7CD-8C98530DDA92}"/>
                </a:ext>
              </a:extLst>
            </p:cNvPr>
            <p:cNvSpPr/>
            <p:nvPr/>
          </p:nvSpPr>
          <p:spPr>
            <a:xfrm>
              <a:off x="11054451" y="3940049"/>
              <a:ext cx="11937" cy="13290"/>
            </a:xfrm>
            <a:custGeom>
              <a:avLst/>
              <a:gdLst>
                <a:gd name="connsiteX0" fmla="*/ 5940 w 11937"/>
                <a:gd name="connsiteY0" fmla="*/ 13260 h 13290"/>
                <a:gd name="connsiteX1" fmla="*/ 11873 w 11937"/>
                <a:gd name="connsiteY1" fmla="*/ 5910 h 13290"/>
                <a:gd name="connsiteX2" fmla="*/ 5940 w 11937"/>
                <a:gd name="connsiteY2" fmla="*/ -30 h 13290"/>
                <a:gd name="connsiteX3" fmla="*/ 6 w 11937"/>
                <a:gd name="connsiteY3" fmla="*/ 7321 h 13290"/>
                <a:gd name="connsiteX4" fmla="*/ 5940 w 11937"/>
                <a:gd name="connsiteY4" fmla="*/ 13260 h 13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37" h="13290">
                  <a:moveTo>
                    <a:pt x="5940" y="13260"/>
                  </a:moveTo>
                  <a:cubicBezTo>
                    <a:pt x="9619" y="12870"/>
                    <a:pt x="12248" y="9581"/>
                    <a:pt x="11873" y="5910"/>
                  </a:cubicBezTo>
                  <a:cubicBezTo>
                    <a:pt x="11572" y="2779"/>
                    <a:pt x="9094" y="301"/>
                    <a:pt x="5940" y="-30"/>
                  </a:cubicBezTo>
                  <a:cubicBezTo>
                    <a:pt x="2260" y="361"/>
                    <a:pt x="-369" y="3650"/>
                    <a:pt x="6" y="7321"/>
                  </a:cubicBezTo>
                  <a:cubicBezTo>
                    <a:pt x="307" y="10452"/>
                    <a:pt x="2785" y="12930"/>
                    <a:pt x="5940" y="1326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5" name="Content Placeholder 4">
              <a:extLst>
                <a:ext uri="{FF2B5EF4-FFF2-40B4-BE49-F238E27FC236}">
                  <a16:creationId xmlns:a16="http://schemas.microsoft.com/office/drawing/2014/main" id="{8D1C870D-8F0F-0B71-402A-9D91CC4AB697}"/>
                </a:ext>
              </a:extLst>
            </p:cNvPr>
            <p:cNvSpPr/>
            <p:nvPr/>
          </p:nvSpPr>
          <p:spPr>
            <a:xfrm>
              <a:off x="11094554" y="3930814"/>
              <a:ext cx="11936" cy="13289"/>
            </a:xfrm>
            <a:custGeom>
              <a:avLst/>
              <a:gdLst>
                <a:gd name="connsiteX0" fmla="*/ 5939 w 11936"/>
                <a:gd name="connsiteY0" fmla="*/ -30 h 13289"/>
                <a:gd name="connsiteX1" fmla="*/ 7 w 11936"/>
                <a:gd name="connsiteY1" fmla="*/ 7321 h 13289"/>
                <a:gd name="connsiteX2" fmla="*/ 5939 w 11936"/>
                <a:gd name="connsiteY2" fmla="*/ 13260 h 13289"/>
                <a:gd name="connsiteX3" fmla="*/ 11872 w 11936"/>
                <a:gd name="connsiteY3" fmla="*/ 5909 h 13289"/>
                <a:gd name="connsiteX4" fmla="*/ 5939 w 11936"/>
                <a:gd name="connsiteY4" fmla="*/ -30 h 1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36" h="13289">
                  <a:moveTo>
                    <a:pt x="5939" y="-30"/>
                  </a:moveTo>
                  <a:cubicBezTo>
                    <a:pt x="2259" y="361"/>
                    <a:pt x="-369" y="3649"/>
                    <a:pt x="7" y="7321"/>
                  </a:cubicBezTo>
                  <a:cubicBezTo>
                    <a:pt x="306" y="10452"/>
                    <a:pt x="2785" y="12930"/>
                    <a:pt x="5939" y="13260"/>
                  </a:cubicBezTo>
                  <a:cubicBezTo>
                    <a:pt x="9619" y="12870"/>
                    <a:pt x="12248" y="9581"/>
                    <a:pt x="11872" y="5909"/>
                  </a:cubicBezTo>
                  <a:cubicBezTo>
                    <a:pt x="11571" y="2778"/>
                    <a:pt x="9093" y="300"/>
                    <a:pt x="5939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6" name="Content Placeholder 4">
              <a:extLst>
                <a:ext uri="{FF2B5EF4-FFF2-40B4-BE49-F238E27FC236}">
                  <a16:creationId xmlns:a16="http://schemas.microsoft.com/office/drawing/2014/main" id="{6B561B2D-EEC5-77D2-9D07-EE2AAD16D3C3}"/>
                </a:ext>
              </a:extLst>
            </p:cNvPr>
            <p:cNvSpPr/>
            <p:nvPr/>
          </p:nvSpPr>
          <p:spPr>
            <a:xfrm>
              <a:off x="11111752" y="4006649"/>
              <a:ext cx="11937" cy="13290"/>
            </a:xfrm>
            <a:custGeom>
              <a:avLst/>
              <a:gdLst>
                <a:gd name="connsiteX0" fmla="*/ 5940 w 11937"/>
                <a:gd name="connsiteY0" fmla="*/ -30 h 13290"/>
                <a:gd name="connsiteX1" fmla="*/ 6 w 11937"/>
                <a:gd name="connsiteY1" fmla="*/ 7321 h 13290"/>
                <a:gd name="connsiteX2" fmla="*/ 5940 w 11937"/>
                <a:gd name="connsiteY2" fmla="*/ 13260 h 13290"/>
                <a:gd name="connsiteX3" fmla="*/ 11873 w 11937"/>
                <a:gd name="connsiteY3" fmla="*/ 5910 h 13290"/>
                <a:gd name="connsiteX4" fmla="*/ 5940 w 11937"/>
                <a:gd name="connsiteY4" fmla="*/ -30 h 13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37" h="13290">
                  <a:moveTo>
                    <a:pt x="5940" y="-30"/>
                  </a:moveTo>
                  <a:cubicBezTo>
                    <a:pt x="2260" y="361"/>
                    <a:pt x="-369" y="3650"/>
                    <a:pt x="6" y="7321"/>
                  </a:cubicBezTo>
                  <a:cubicBezTo>
                    <a:pt x="307" y="10452"/>
                    <a:pt x="2785" y="12930"/>
                    <a:pt x="5940" y="13260"/>
                  </a:cubicBezTo>
                  <a:cubicBezTo>
                    <a:pt x="9619" y="12870"/>
                    <a:pt x="12248" y="9581"/>
                    <a:pt x="11873" y="5910"/>
                  </a:cubicBezTo>
                  <a:cubicBezTo>
                    <a:pt x="11572" y="2779"/>
                    <a:pt x="9094" y="301"/>
                    <a:pt x="5940" y="-30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7" name="Content Placeholder 4">
              <a:extLst>
                <a:ext uri="{FF2B5EF4-FFF2-40B4-BE49-F238E27FC236}">
                  <a16:creationId xmlns:a16="http://schemas.microsoft.com/office/drawing/2014/main" id="{CD4BABF3-0192-9803-DD2C-6263287F5172}"/>
                </a:ext>
              </a:extLst>
            </p:cNvPr>
            <p:cNvSpPr/>
            <p:nvPr/>
          </p:nvSpPr>
          <p:spPr>
            <a:xfrm>
              <a:off x="11008434" y="3924841"/>
              <a:ext cx="41037" cy="265438"/>
            </a:xfrm>
            <a:custGeom>
              <a:avLst/>
              <a:gdLst>
                <a:gd name="connsiteX0" fmla="*/ 40691 w 41037"/>
                <a:gd name="connsiteY0" fmla="*/ 261305 h 265438"/>
                <a:gd name="connsiteX1" fmla="*/ 21992 w 41037"/>
                <a:gd name="connsiteY1" fmla="*/ 201238 h 265438"/>
                <a:gd name="connsiteX2" fmla="*/ 8999 w 41037"/>
                <a:gd name="connsiteY2" fmla="*/ 134938 h 265438"/>
                <a:gd name="connsiteX3" fmla="*/ 4793 w 41037"/>
                <a:gd name="connsiteY3" fmla="*/ 71792 h 265438"/>
                <a:gd name="connsiteX4" fmla="*/ 5619 w 41037"/>
                <a:gd name="connsiteY4" fmla="*/ 41308 h 265438"/>
                <a:gd name="connsiteX5" fmla="*/ 21616 w 41037"/>
                <a:gd name="connsiteY5" fmla="*/ 3766 h 265438"/>
                <a:gd name="connsiteX6" fmla="*/ 22443 w 41037"/>
                <a:gd name="connsiteY6" fmla="*/ 1663 h 265438"/>
                <a:gd name="connsiteX7" fmla="*/ 3141 w 41037"/>
                <a:gd name="connsiteY7" fmla="*/ 21185 h 265438"/>
                <a:gd name="connsiteX8" fmla="*/ 1189 w 41037"/>
                <a:gd name="connsiteY8" fmla="*/ 107532 h 265438"/>
                <a:gd name="connsiteX9" fmla="*/ 13280 w 41037"/>
                <a:gd name="connsiteY9" fmla="*/ 187272 h 265438"/>
                <a:gd name="connsiteX10" fmla="*/ 35810 w 41037"/>
                <a:gd name="connsiteY10" fmla="*/ 264234 h 265438"/>
                <a:gd name="connsiteX11" fmla="*/ 40691 w 41037"/>
                <a:gd name="connsiteY11" fmla="*/ 261305 h 26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1037" h="265438">
                  <a:moveTo>
                    <a:pt x="40691" y="261305"/>
                  </a:moveTo>
                  <a:cubicBezTo>
                    <a:pt x="32280" y="242039"/>
                    <a:pt x="25972" y="221894"/>
                    <a:pt x="21992" y="201238"/>
                  </a:cubicBezTo>
                  <a:cubicBezTo>
                    <a:pt x="16509" y="179381"/>
                    <a:pt x="12154" y="157254"/>
                    <a:pt x="8999" y="134938"/>
                  </a:cubicBezTo>
                  <a:cubicBezTo>
                    <a:pt x="6221" y="114005"/>
                    <a:pt x="4869" y="92906"/>
                    <a:pt x="4793" y="71792"/>
                  </a:cubicBezTo>
                  <a:cubicBezTo>
                    <a:pt x="4793" y="61656"/>
                    <a:pt x="4793" y="51444"/>
                    <a:pt x="5619" y="41308"/>
                  </a:cubicBezTo>
                  <a:cubicBezTo>
                    <a:pt x="6070" y="33424"/>
                    <a:pt x="5169" y="-2016"/>
                    <a:pt x="21616" y="3766"/>
                  </a:cubicBezTo>
                  <a:cubicBezTo>
                    <a:pt x="22818" y="4216"/>
                    <a:pt x="23644" y="2264"/>
                    <a:pt x="22443" y="1663"/>
                  </a:cubicBezTo>
                  <a:cubicBezTo>
                    <a:pt x="8924" y="-5320"/>
                    <a:pt x="4343" y="10899"/>
                    <a:pt x="3141" y="21185"/>
                  </a:cubicBezTo>
                  <a:cubicBezTo>
                    <a:pt x="-313" y="49837"/>
                    <a:pt x="-914" y="78753"/>
                    <a:pt x="1189" y="107532"/>
                  </a:cubicBezTo>
                  <a:cubicBezTo>
                    <a:pt x="3141" y="134383"/>
                    <a:pt x="7197" y="161045"/>
                    <a:pt x="13280" y="187272"/>
                  </a:cubicBezTo>
                  <a:cubicBezTo>
                    <a:pt x="19063" y="213176"/>
                    <a:pt x="24245" y="240282"/>
                    <a:pt x="35810" y="264234"/>
                  </a:cubicBezTo>
                  <a:cubicBezTo>
                    <a:pt x="37988" y="267012"/>
                    <a:pt x="42194" y="264384"/>
                    <a:pt x="40691" y="261305"/>
                  </a:cubicBezTo>
                  <a:close/>
                </a:path>
              </a:pathLst>
            </a:custGeom>
            <a:solidFill>
              <a:srgbClr val="BC626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8" name="Content Placeholder 4">
              <a:extLst>
                <a:ext uri="{FF2B5EF4-FFF2-40B4-BE49-F238E27FC236}">
                  <a16:creationId xmlns:a16="http://schemas.microsoft.com/office/drawing/2014/main" id="{2B2F040C-5833-5F10-08DC-E2B9F555CF18}"/>
                </a:ext>
              </a:extLst>
            </p:cNvPr>
            <p:cNvSpPr/>
            <p:nvPr/>
          </p:nvSpPr>
          <p:spPr>
            <a:xfrm>
              <a:off x="11129661" y="4042596"/>
              <a:ext cx="16712" cy="148256"/>
            </a:xfrm>
            <a:custGeom>
              <a:avLst/>
              <a:gdLst>
                <a:gd name="connsiteX0" fmla="*/ 2224 w 16712"/>
                <a:gd name="connsiteY0" fmla="*/ 590 h 148256"/>
                <a:gd name="connsiteX1" fmla="*/ 572 w 16712"/>
                <a:gd name="connsiteY1" fmla="*/ 117 h 148256"/>
                <a:gd name="connsiteX2" fmla="*/ -29 w 16712"/>
                <a:gd name="connsiteY2" fmla="*/ 1190 h 148256"/>
                <a:gd name="connsiteX3" fmla="*/ 797 w 16712"/>
                <a:gd name="connsiteY3" fmla="*/ 144977 h 148256"/>
                <a:gd name="connsiteX4" fmla="*/ 5979 w 16712"/>
                <a:gd name="connsiteY4" fmla="*/ 146404 h 148256"/>
                <a:gd name="connsiteX5" fmla="*/ 2224 w 16712"/>
                <a:gd name="connsiteY5" fmla="*/ 590 h 148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712" h="148256">
                  <a:moveTo>
                    <a:pt x="2224" y="590"/>
                  </a:moveTo>
                  <a:cubicBezTo>
                    <a:pt x="1923" y="12"/>
                    <a:pt x="1173" y="-199"/>
                    <a:pt x="572" y="117"/>
                  </a:cubicBezTo>
                  <a:cubicBezTo>
                    <a:pt x="196" y="334"/>
                    <a:pt x="-29" y="748"/>
                    <a:pt x="-29" y="1190"/>
                  </a:cubicBezTo>
                  <a:cubicBezTo>
                    <a:pt x="9134" y="49320"/>
                    <a:pt x="18971" y="97524"/>
                    <a:pt x="797" y="144977"/>
                  </a:cubicBezTo>
                  <a:cubicBezTo>
                    <a:pt x="-404" y="148206"/>
                    <a:pt x="4777" y="149633"/>
                    <a:pt x="5979" y="146404"/>
                  </a:cubicBezTo>
                  <a:cubicBezTo>
                    <a:pt x="24003" y="99326"/>
                    <a:pt x="16868" y="47593"/>
                    <a:pt x="2224" y="590"/>
                  </a:cubicBezTo>
                  <a:close/>
                </a:path>
              </a:pathLst>
            </a:custGeom>
            <a:solidFill>
              <a:srgbClr val="BC626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9" name="Content Placeholder 4">
              <a:extLst>
                <a:ext uri="{FF2B5EF4-FFF2-40B4-BE49-F238E27FC236}">
                  <a16:creationId xmlns:a16="http://schemas.microsoft.com/office/drawing/2014/main" id="{5FCE4763-9EA2-4360-19D7-25EEB816C000}"/>
                </a:ext>
              </a:extLst>
            </p:cNvPr>
            <p:cNvSpPr/>
            <p:nvPr/>
          </p:nvSpPr>
          <p:spPr>
            <a:xfrm>
              <a:off x="11046488" y="4171910"/>
              <a:ext cx="94715" cy="102510"/>
            </a:xfrm>
            <a:custGeom>
              <a:avLst/>
              <a:gdLst>
                <a:gd name="connsiteX0" fmla="*/ 65796 w 94715"/>
                <a:gd name="connsiteY0" fmla="*/ 495 h 102510"/>
                <a:gd name="connsiteX1" fmla="*/ 81642 w 94715"/>
                <a:gd name="connsiteY1" fmla="*/ 2523 h 102510"/>
                <a:gd name="connsiteX2" fmla="*/ 89753 w 94715"/>
                <a:gd name="connsiteY2" fmla="*/ 18741 h 102510"/>
                <a:gd name="connsiteX3" fmla="*/ 94634 w 94715"/>
                <a:gd name="connsiteY3" fmla="*/ 77758 h 102510"/>
                <a:gd name="connsiteX4" fmla="*/ 93058 w 94715"/>
                <a:gd name="connsiteY4" fmla="*/ 87068 h 102510"/>
                <a:gd name="connsiteX5" fmla="*/ 82018 w 94715"/>
                <a:gd name="connsiteY5" fmla="*/ 95628 h 102510"/>
                <a:gd name="connsiteX6" fmla="*/ 21938 w 94715"/>
                <a:gd name="connsiteY6" fmla="*/ 102235 h 102510"/>
                <a:gd name="connsiteX7" fmla="*/ 16005 w 94715"/>
                <a:gd name="connsiteY7" fmla="*/ 101034 h 102510"/>
                <a:gd name="connsiteX8" fmla="*/ 11499 w 94715"/>
                <a:gd name="connsiteY8" fmla="*/ 92624 h 102510"/>
                <a:gd name="connsiteX9" fmla="*/ 534 w 94715"/>
                <a:gd name="connsiteY9" fmla="*/ 24072 h 102510"/>
                <a:gd name="connsiteX10" fmla="*/ 534 w 94715"/>
                <a:gd name="connsiteY10" fmla="*/ 12734 h 102510"/>
                <a:gd name="connsiteX11" fmla="*/ 65796 w 94715"/>
                <a:gd name="connsiteY11" fmla="*/ 495 h 102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4715" h="102510">
                  <a:moveTo>
                    <a:pt x="65796" y="495"/>
                  </a:moveTo>
                  <a:cubicBezTo>
                    <a:pt x="71128" y="-638"/>
                    <a:pt x="76760" y="75"/>
                    <a:pt x="81642" y="2523"/>
                  </a:cubicBezTo>
                  <a:cubicBezTo>
                    <a:pt x="86449" y="6608"/>
                    <a:pt x="89378" y="12464"/>
                    <a:pt x="89753" y="18741"/>
                  </a:cubicBezTo>
                  <a:cubicBezTo>
                    <a:pt x="93357" y="38196"/>
                    <a:pt x="95010" y="57973"/>
                    <a:pt x="94634" y="77758"/>
                  </a:cubicBezTo>
                  <a:cubicBezTo>
                    <a:pt x="94785" y="80941"/>
                    <a:pt x="94259" y="84117"/>
                    <a:pt x="93058" y="87068"/>
                  </a:cubicBezTo>
                  <a:cubicBezTo>
                    <a:pt x="90504" y="91168"/>
                    <a:pt x="86599" y="94209"/>
                    <a:pt x="82018" y="95628"/>
                  </a:cubicBezTo>
                  <a:cubicBezTo>
                    <a:pt x="63317" y="103136"/>
                    <a:pt x="42440" y="102761"/>
                    <a:pt x="21938" y="102235"/>
                  </a:cubicBezTo>
                  <a:cubicBezTo>
                    <a:pt x="19910" y="102340"/>
                    <a:pt x="17882" y="101927"/>
                    <a:pt x="16005" y="101034"/>
                  </a:cubicBezTo>
                  <a:cubicBezTo>
                    <a:pt x="13377" y="98984"/>
                    <a:pt x="11724" y="95935"/>
                    <a:pt x="11499" y="92624"/>
                  </a:cubicBezTo>
                  <a:cubicBezTo>
                    <a:pt x="6542" y="70001"/>
                    <a:pt x="2862" y="47116"/>
                    <a:pt x="534" y="24072"/>
                  </a:cubicBezTo>
                  <a:cubicBezTo>
                    <a:pt x="-217" y="20326"/>
                    <a:pt x="-217" y="16481"/>
                    <a:pt x="534" y="12734"/>
                  </a:cubicBezTo>
                  <a:cubicBezTo>
                    <a:pt x="4965" y="-931"/>
                    <a:pt x="53029" y="1772"/>
                    <a:pt x="65796" y="495"/>
                  </a:cubicBezTo>
                  <a:close/>
                </a:path>
              </a:pathLst>
            </a:custGeom>
            <a:solidFill>
              <a:srgbClr val="AA4A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0" name="Content Placeholder 4">
              <a:extLst>
                <a:ext uri="{FF2B5EF4-FFF2-40B4-BE49-F238E27FC236}">
                  <a16:creationId xmlns:a16="http://schemas.microsoft.com/office/drawing/2014/main" id="{9A631680-26CE-3CB9-CE01-F25F86C56484}"/>
                </a:ext>
              </a:extLst>
            </p:cNvPr>
            <p:cNvSpPr/>
            <p:nvPr/>
          </p:nvSpPr>
          <p:spPr>
            <a:xfrm>
              <a:off x="11057401" y="4188785"/>
              <a:ext cx="70700" cy="34046"/>
            </a:xfrm>
            <a:custGeom>
              <a:avLst/>
              <a:gdLst>
                <a:gd name="connsiteX0" fmla="*/ 66975 w 70700"/>
                <a:gd name="connsiteY0" fmla="*/ 1716 h 34046"/>
                <a:gd name="connsiteX1" fmla="*/ 1563 w 70700"/>
                <a:gd name="connsiteY1" fmla="*/ 11477 h 34046"/>
                <a:gd name="connsiteX2" fmla="*/ 511 w 70700"/>
                <a:gd name="connsiteY2" fmla="*/ 11034 h 34046"/>
                <a:gd name="connsiteX3" fmla="*/ -15 w 70700"/>
                <a:gd name="connsiteY3" fmla="*/ 11927 h 34046"/>
                <a:gd name="connsiteX4" fmla="*/ 70654 w 70700"/>
                <a:gd name="connsiteY4" fmla="*/ 1716 h 34046"/>
                <a:gd name="connsiteX5" fmla="*/ 66975 w 70700"/>
                <a:gd name="connsiteY5" fmla="*/ 1716 h 34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0700" h="34046">
                  <a:moveTo>
                    <a:pt x="66975" y="1716"/>
                  </a:moveTo>
                  <a:cubicBezTo>
                    <a:pt x="63445" y="34002"/>
                    <a:pt x="13428" y="42712"/>
                    <a:pt x="1563" y="11477"/>
                  </a:cubicBezTo>
                  <a:cubicBezTo>
                    <a:pt x="1413" y="11057"/>
                    <a:pt x="886" y="10861"/>
                    <a:pt x="511" y="11034"/>
                  </a:cubicBezTo>
                  <a:cubicBezTo>
                    <a:pt x="136" y="11184"/>
                    <a:pt x="-90" y="11552"/>
                    <a:pt x="-15" y="11927"/>
                  </a:cubicBezTo>
                  <a:cubicBezTo>
                    <a:pt x="11701" y="47818"/>
                    <a:pt x="66599" y="36780"/>
                    <a:pt x="70654" y="1716"/>
                  </a:cubicBezTo>
                  <a:cubicBezTo>
                    <a:pt x="70955" y="-612"/>
                    <a:pt x="67200" y="-612"/>
                    <a:pt x="66975" y="1716"/>
                  </a:cubicBezTo>
                  <a:close/>
                </a:path>
              </a:pathLst>
            </a:custGeom>
            <a:solidFill>
              <a:srgbClr val="BC626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1" name="Content Placeholder 4">
              <a:extLst>
                <a:ext uri="{FF2B5EF4-FFF2-40B4-BE49-F238E27FC236}">
                  <a16:creationId xmlns:a16="http://schemas.microsoft.com/office/drawing/2014/main" id="{B26D8093-4DFA-D0C4-D525-3C048014EB78}"/>
                </a:ext>
              </a:extLst>
            </p:cNvPr>
            <p:cNvSpPr/>
            <p:nvPr/>
          </p:nvSpPr>
          <p:spPr>
            <a:xfrm>
              <a:off x="11089220" y="4206405"/>
              <a:ext cx="7816" cy="7947"/>
            </a:xfrm>
            <a:custGeom>
              <a:avLst/>
              <a:gdLst>
                <a:gd name="connsiteX0" fmla="*/ 5942 w 7816"/>
                <a:gd name="connsiteY0" fmla="*/ 7297 h 7947"/>
                <a:gd name="connsiteX1" fmla="*/ 7143 w 7816"/>
                <a:gd name="connsiteY1" fmla="*/ 1794 h 7947"/>
                <a:gd name="connsiteX2" fmla="*/ 1661 w 7816"/>
                <a:gd name="connsiteY2" fmla="*/ 607 h 7947"/>
                <a:gd name="connsiteX3" fmla="*/ 84 w 7816"/>
                <a:gd name="connsiteY3" fmla="*/ 2492 h 7947"/>
                <a:gd name="connsiteX4" fmla="*/ 84 w 7816"/>
                <a:gd name="connsiteY4" fmla="*/ 3468 h 7947"/>
                <a:gd name="connsiteX5" fmla="*/ 84 w 7816"/>
                <a:gd name="connsiteY5" fmla="*/ 5345 h 7947"/>
                <a:gd name="connsiteX6" fmla="*/ 5191 w 7816"/>
                <a:gd name="connsiteY6" fmla="*/ 7658 h 7947"/>
                <a:gd name="connsiteX7" fmla="*/ 5942 w 7816"/>
                <a:gd name="connsiteY7" fmla="*/ 7297 h 7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16" h="7947">
                  <a:moveTo>
                    <a:pt x="5942" y="7297"/>
                  </a:moveTo>
                  <a:cubicBezTo>
                    <a:pt x="7819" y="6111"/>
                    <a:pt x="8345" y="3648"/>
                    <a:pt x="7143" y="1794"/>
                  </a:cubicBezTo>
                  <a:cubicBezTo>
                    <a:pt x="5942" y="-53"/>
                    <a:pt x="3464" y="-586"/>
                    <a:pt x="1661" y="607"/>
                  </a:cubicBezTo>
                  <a:cubicBezTo>
                    <a:pt x="910" y="1058"/>
                    <a:pt x="384" y="1719"/>
                    <a:pt x="84" y="2492"/>
                  </a:cubicBezTo>
                  <a:cubicBezTo>
                    <a:pt x="8" y="2815"/>
                    <a:pt x="8" y="3145"/>
                    <a:pt x="84" y="3468"/>
                  </a:cubicBezTo>
                  <a:cubicBezTo>
                    <a:pt x="-67" y="4084"/>
                    <a:pt x="-67" y="4730"/>
                    <a:pt x="84" y="5345"/>
                  </a:cubicBezTo>
                  <a:cubicBezTo>
                    <a:pt x="835" y="7403"/>
                    <a:pt x="3163" y="8439"/>
                    <a:pt x="5191" y="7658"/>
                  </a:cubicBezTo>
                  <a:cubicBezTo>
                    <a:pt x="5491" y="7568"/>
                    <a:pt x="5716" y="7440"/>
                    <a:pt x="5942" y="7297"/>
                  </a:cubicBezTo>
                  <a:close/>
                </a:path>
              </a:pathLst>
            </a:custGeom>
            <a:solidFill>
              <a:srgbClr val="BC626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2" name="Content Placeholder 4">
              <a:extLst>
                <a:ext uri="{FF2B5EF4-FFF2-40B4-BE49-F238E27FC236}">
                  <a16:creationId xmlns:a16="http://schemas.microsoft.com/office/drawing/2014/main" id="{0C85A569-26D3-A98B-B3DF-E3AF311EDF43}"/>
                </a:ext>
              </a:extLst>
            </p:cNvPr>
            <p:cNvSpPr/>
            <p:nvPr/>
          </p:nvSpPr>
          <p:spPr>
            <a:xfrm>
              <a:off x="11070268" y="3946807"/>
              <a:ext cx="50160" cy="278370"/>
            </a:xfrm>
            <a:custGeom>
              <a:avLst/>
              <a:gdLst>
                <a:gd name="connsiteX0" fmla="*/ 49901 w 50160"/>
                <a:gd name="connsiteY0" fmla="*/ 99757 h 278370"/>
                <a:gd name="connsiteX1" fmla="*/ 45546 w 50160"/>
                <a:gd name="connsiteY1" fmla="*/ 50127 h 278370"/>
                <a:gd name="connsiteX2" fmla="*/ 42467 w 50160"/>
                <a:gd name="connsiteY2" fmla="*/ 32707 h 278370"/>
                <a:gd name="connsiteX3" fmla="*/ 37436 w 50160"/>
                <a:gd name="connsiteY3" fmla="*/ 17690 h 278370"/>
                <a:gd name="connsiteX4" fmla="*/ 34957 w 50160"/>
                <a:gd name="connsiteY4" fmla="*/ 6277 h 278370"/>
                <a:gd name="connsiteX5" fmla="*/ 21439 w 50160"/>
                <a:gd name="connsiteY5" fmla="*/ 346 h 278370"/>
                <a:gd name="connsiteX6" fmla="*/ 4767 w 50160"/>
                <a:gd name="connsiteY6" fmla="*/ 4025 h 278370"/>
                <a:gd name="connsiteX7" fmla="*/ 1538 w 50160"/>
                <a:gd name="connsiteY7" fmla="*/ 27977 h 278370"/>
                <a:gd name="connsiteX8" fmla="*/ 7471 w 50160"/>
                <a:gd name="connsiteY8" fmla="*/ 51478 h 278370"/>
                <a:gd name="connsiteX9" fmla="*/ 14379 w 50160"/>
                <a:gd name="connsiteY9" fmla="*/ 96979 h 278370"/>
                <a:gd name="connsiteX10" fmla="*/ 17459 w 50160"/>
                <a:gd name="connsiteY10" fmla="*/ 134522 h 278370"/>
                <a:gd name="connsiteX11" fmla="*/ 10850 w 50160"/>
                <a:gd name="connsiteY11" fmla="*/ 195040 h 278370"/>
                <a:gd name="connsiteX12" fmla="*/ 6269 w 50160"/>
                <a:gd name="connsiteY12" fmla="*/ 231305 h 278370"/>
                <a:gd name="connsiteX13" fmla="*/ 185 w 50160"/>
                <a:gd name="connsiteY13" fmla="*/ 252630 h 278370"/>
                <a:gd name="connsiteX14" fmla="*/ 185 w 50160"/>
                <a:gd name="connsiteY14" fmla="*/ 255032 h 278370"/>
                <a:gd name="connsiteX15" fmla="*/ 1838 w 50160"/>
                <a:gd name="connsiteY15" fmla="*/ 255032 h 278370"/>
                <a:gd name="connsiteX16" fmla="*/ 2815 w 50160"/>
                <a:gd name="connsiteY16" fmla="*/ 256684 h 278370"/>
                <a:gd name="connsiteX17" fmla="*/ 1162 w 50160"/>
                <a:gd name="connsiteY17" fmla="*/ 266070 h 278370"/>
                <a:gd name="connsiteX18" fmla="*/ 1838 w 50160"/>
                <a:gd name="connsiteY18" fmla="*/ 275230 h 278370"/>
                <a:gd name="connsiteX19" fmla="*/ 6794 w 50160"/>
                <a:gd name="connsiteY19" fmla="*/ 277933 h 278370"/>
                <a:gd name="connsiteX20" fmla="*/ 16332 w 50160"/>
                <a:gd name="connsiteY20" fmla="*/ 276582 h 278370"/>
                <a:gd name="connsiteX21" fmla="*/ 22040 w 50160"/>
                <a:gd name="connsiteY21" fmla="*/ 262766 h 278370"/>
                <a:gd name="connsiteX22" fmla="*/ 24293 w 50160"/>
                <a:gd name="connsiteY22" fmla="*/ 234534 h 278370"/>
                <a:gd name="connsiteX23" fmla="*/ 46823 w 50160"/>
                <a:gd name="connsiteY23" fmla="*/ 133546 h 278370"/>
                <a:gd name="connsiteX24" fmla="*/ 49602 w 50160"/>
                <a:gd name="connsiteY24" fmla="*/ 118529 h 278370"/>
                <a:gd name="connsiteX25" fmla="*/ 49901 w 50160"/>
                <a:gd name="connsiteY25" fmla="*/ 99757 h 278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0160" h="278370">
                  <a:moveTo>
                    <a:pt x="49901" y="99757"/>
                  </a:moveTo>
                  <a:cubicBezTo>
                    <a:pt x="49226" y="83164"/>
                    <a:pt x="47348" y="66570"/>
                    <a:pt x="45546" y="50127"/>
                  </a:cubicBezTo>
                  <a:cubicBezTo>
                    <a:pt x="45021" y="44240"/>
                    <a:pt x="44044" y="38406"/>
                    <a:pt x="42467" y="32707"/>
                  </a:cubicBezTo>
                  <a:cubicBezTo>
                    <a:pt x="40440" y="27834"/>
                    <a:pt x="38712" y="22818"/>
                    <a:pt x="37436" y="17690"/>
                  </a:cubicBezTo>
                  <a:cubicBezTo>
                    <a:pt x="37360" y="13756"/>
                    <a:pt x="36534" y="9874"/>
                    <a:pt x="34957" y="6277"/>
                  </a:cubicBezTo>
                  <a:cubicBezTo>
                    <a:pt x="31578" y="2350"/>
                    <a:pt x="26621" y="165"/>
                    <a:pt x="21439" y="346"/>
                  </a:cubicBezTo>
                  <a:cubicBezTo>
                    <a:pt x="15581" y="-751"/>
                    <a:pt x="9573" y="578"/>
                    <a:pt x="4767" y="4025"/>
                  </a:cubicBezTo>
                  <a:cubicBezTo>
                    <a:pt x="-1542" y="9656"/>
                    <a:pt x="-490" y="19717"/>
                    <a:pt x="1538" y="27977"/>
                  </a:cubicBezTo>
                  <a:cubicBezTo>
                    <a:pt x="3565" y="36236"/>
                    <a:pt x="5818" y="43519"/>
                    <a:pt x="7471" y="51478"/>
                  </a:cubicBezTo>
                  <a:cubicBezTo>
                    <a:pt x="10624" y="66495"/>
                    <a:pt x="11301" y="81962"/>
                    <a:pt x="14379" y="96979"/>
                  </a:cubicBezTo>
                  <a:cubicBezTo>
                    <a:pt x="16257" y="109406"/>
                    <a:pt x="17308" y="121953"/>
                    <a:pt x="17459" y="134522"/>
                  </a:cubicBezTo>
                  <a:cubicBezTo>
                    <a:pt x="17910" y="154892"/>
                    <a:pt x="15656" y="175240"/>
                    <a:pt x="10850" y="195040"/>
                  </a:cubicBezTo>
                  <a:cubicBezTo>
                    <a:pt x="8146" y="206956"/>
                    <a:pt x="6645" y="219097"/>
                    <a:pt x="6269" y="231305"/>
                  </a:cubicBezTo>
                  <a:cubicBezTo>
                    <a:pt x="4091" y="238363"/>
                    <a:pt x="2213" y="245496"/>
                    <a:pt x="185" y="252630"/>
                  </a:cubicBezTo>
                  <a:cubicBezTo>
                    <a:pt x="185" y="253455"/>
                    <a:pt x="185" y="254582"/>
                    <a:pt x="185" y="255032"/>
                  </a:cubicBezTo>
                  <a:cubicBezTo>
                    <a:pt x="185" y="255483"/>
                    <a:pt x="1312" y="255032"/>
                    <a:pt x="1838" y="255032"/>
                  </a:cubicBezTo>
                  <a:cubicBezTo>
                    <a:pt x="2364" y="255408"/>
                    <a:pt x="2739" y="256016"/>
                    <a:pt x="2815" y="256684"/>
                  </a:cubicBezTo>
                  <a:cubicBezTo>
                    <a:pt x="2964" y="259898"/>
                    <a:pt x="2439" y="263104"/>
                    <a:pt x="1162" y="266070"/>
                  </a:cubicBezTo>
                  <a:cubicBezTo>
                    <a:pt x="-114" y="269051"/>
                    <a:pt x="110" y="272474"/>
                    <a:pt x="1838" y="275230"/>
                  </a:cubicBezTo>
                  <a:cubicBezTo>
                    <a:pt x="3114" y="276649"/>
                    <a:pt x="4917" y="277603"/>
                    <a:pt x="6794" y="277933"/>
                  </a:cubicBezTo>
                  <a:cubicBezTo>
                    <a:pt x="10024" y="278781"/>
                    <a:pt x="13478" y="278293"/>
                    <a:pt x="16332" y="276582"/>
                  </a:cubicBezTo>
                  <a:cubicBezTo>
                    <a:pt x="20087" y="272992"/>
                    <a:pt x="22190" y="267969"/>
                    <a:pt x="22040" y="262766"/>
                  </a:cubicBezTo>
                  <a:cubicBezTo>
                    <a:pt x="23016" y="253380"/>
                    <a:pt x="23692" y="243920"/>
                    <a:pt x="24293" y="234534"/>
                  </a:cubicBezTo>
                  <a:cubicBezTo>
                    <a:pt x="31653" y="200896"/>
                    <a:pt x="39163" y="167236"/>
                    <a:pt x="46823" y="133546"/>
                  </a:cubicBezTo>
                  <a:cubicBezTo>
                    <a:pt x="48024" y="128598"/>
                    <a:pt x="49000" y="123582"/>
                    <a:pt x="49602" y="118529"/>
                  </a:cubicBezTo>
                  <a:cubicBezTo>
                    <a:pt x="50202" y="112289"/>
                    <a:pt x="50277" y="106012"/>
                    <a:pt x="49901" y="99757"/>
                  </a:cubicBezTo>
                  <a:close/>
                </a:path>
              </a:pathLst>
            </a:custGeom>
            <a:solidFill>
              <a:srgbClr val="F9E9D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3" name="Content Placeholder 4">
              <a:extLst>
                <a:ext uri="{FF2B5EF4-FFF2-40B4-BE49-F238E27FC236}">
                  <a16:creationId xmlns:a16="http://schemas.microsoft.com/office/drawing/2014/main" id="{3FF13B85-FF11-3A0A-AA99-6FE0767A7B0C}"/>
                </a:ext>
              </a:extLst>
            </p:cNvPr>
            <p:cNvSpPr/>
            <p:nvPr/>
          </p:nvSpPr>
          <p:spPr>
            <a:xfrm>
              <a:off x="11025562" y="3787637"/>
              <a:ext cx="155824" cy="259798"/>
            </a:xfrm>
            <a:custGeom>
              <a:avLst/>
              <a:gdLst>
                <a:gd name="connsiteX0" fmla="*/ 150557 w 155824"/>
                <a:gd name="connsiteY0" fmla="*/ 221085 h 259798"/>
                <a:gd name="connsiteX1" fmla="*/ 142521 w 155824"/>
                <a:gd name="connsiteY1" fmla="*/ 216655 h 259798"/>
                <a:gd name="connsiteX2" fmla="*/ 140568 w 155824"/>
                <a:gd name="connsiteY2" fmla="*/ 204492 h 259798"/>
                <a:gd name="connsiteX3" fmla="*/ 144624 w 155824"/>
                <a:gd name="connsiteY3" fmla="*/ 192178 h 259798"/>
                <a:gd name="connsiteX4" fmla="*/ 129604 w 155824"/>
                <a:gd name="connsiteY4" fmla="*/ 163120 h 259798"/>
                <a:gd name="connsiteX5" fmla="*/ 106097 w 155824"/>
                <a:gd name="connsiteY5" fmla="*/ 79401 h 259798"/>
                <a:gd name="connsiteX6" fmla="*/ 105572 w 155824"/>
                <a:gd name="connsiteY6" fmla="*/ 61606 h 259798"/>
                <a:gd name="connsiteX7" fmla="*/ 105572 w 155824"/>
                <a:gd name="connsiteY7" fmla="*/ 60029 h 259798"/>
                <a:gd name="connsiteX8" fmla="*/ 92805 w 155824"/>
                <a:gd name="connsiteY8" fmla="*/ 20685 h 259798"/>
                <a:gd name="connsiteX9" fmla="*/ 22361 w 155824"/>
                <a:gd name="connsiteY9" fmla="*/ 3866 h 259798"/>
                <a:gd name="connsiteX10" fmla="*/ 20483 w 155824"/>
                <a:gd name="connsiteY10" fmla="*/ 4617 h 259798"/>
                <a:gd name="connsiteX11" fmla="*/ 1784 w 155824"/>
                <a:gd name="connsiteY11" fmla="*/ 32098 h 259798"/>
                <a:gd name="connsiteX12" fmla="*/ 658 w 155824"/>
                <a:gd name="connsiteY12" fmla="*/ 54623 h 259798"/>
                <a:gd name="connsiteX13" fmla="*/ 1633 w 155824"/>
                <a:gd name="connsiteY13" fmla="*/ 57476 h 259798"/>
                <a:gd name="connsiteX14" fmla="*/ 7491 w 155824"/>
                <a:gd name="connsiteY14" fmla="*/ 39005 h 259798"/>
                <a:gd name="connsiteX15" fmla="*/ 34378 w 155824"/>
                <a:gd name="connsiteY15" fmla="*/ 42684 h 259798"/>
                <a:gd name="connsiteX16" fmla="*/ 64418 w 155824"/>
                <a:gd name="connsiteY16" fmla="*/ 46814 h 259798"/>
                <a:gd name="connsiteX17" fmla="*/ 61713 w 155824"/>
                <a:gd name="connsiteY17" fmla="*/ 64159 h 259798"/>
                <a:gd name="connsiteX18" fmla="*/ 61713 w 155824"/>
                <a:gd name="connsiteY18" fmla="*/ 64985 h 259798"/>
                <a:gd name="connsiteX19" fmla="*/ 58860 w 155824"/>
                <a:gd name="connsiteY19" fmla="*/ 72493 h 259798"/>
                <a:gd name="connsiteX20" fmla="*/ 55931 w 155824"/>
                <a:gd name="connsiteY20" fmla="*/ 98172 h 259798"/>
                <a:gd name="connsiteX21" fmla="*/ 52326 w 155824"/>
                <a:gd name="connsiteY21" fmla="*/ 137967 h 259798"/>
                <a:gd name="connsiteX22" fmla="*/ 53302 w 155824"/>
                <a:gd name="connsiteY22" fmla="*/ 143673 h 259798"/>
                <a:gd name="connsiteX23" fmla="*/ 73730 w 155824"/>
                <a:gd name="connsiteY23" fmla="*/ 150506 h 259798"/>
                <a:gd name="connsiteX24" fmla="*/ 90627 w 155824"/>
                <a:gd name="connsiteY24" fmla="*/ 165523 h 259798"/>
                <a:gd name="connsiteX25" fmla="*/ 99038 w 155824"/>
                <a:gd name="connsiteY25" fmla="*/ 229119 h 259798"/>
                <a:gd name="connsiteX26" fmla="*/ 103770 w 155824"/>
                <a:gd name="connsiteY26" fmla="*/ 245638 h 259798"/>
                <a:gd name="connsiteX27" fmla="*/ 141620 w 155824"/>
                <a:gd name="connsiteY27" fmla="*/ 256172 h 259798"/>
                <a:gd name="connsiteX28" fmla="*/ 155663 w 155824"/>
                <a:gd name="connsiteY28" fmla="*/ 234225 h 259798"/>
                <a:gd name="connsiteX29" fmla="*/ 150557 w 155824"/>
                <a:gd name="connsiteY29" fmla="*/ 221085 h 259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5824" h="259798">
                  <a:moveTo>
                    <a:pt x="150557" y="221085"/>
                  </a:moveTo>
                  <a:cubicBezTo>
                    <a:pt x="148078" y="219283"/>
                    <a:pt x="144774" y="218758"/>
                    <a:pt x="142521" y="216655"/>
                  </a:cubicBezTo>
                  <a:cubicBezTo>
                    <a:pt x="139742" y="213254"/>
                    <a:pt x="138991" y="208599"/>
                    <a:pt x="140568" y="204492"/>
                  </a:cubicBezTo>
                  <a:cubicBezTo>
                    <a:pt x="142221" y="200504"/>
                    <a:pt x="143572" y="196382"/>
                    <a:pt x="144624" y="192178"/>
                  </a:cubicBezTo>
                  <a:cubicBezTo>
                    <a:pt x="146051" y="180990"/>
                    <a:pt x="136513" y="171905"/>
                    <a:pt x="129604" y="163120"/>
                  </a:cubicBezTo>
                  <a:cubicBezTo>
                    <a:pt x="110603" y="139694"/>
                    <a:pt x="106624" y="108609"/>
                    <a:pt x="106097" y="79401"/>
                  </a:cubicBezTo>
                  <a:cubicBezTo>
                    <a:pt x="106398" y="73462"/>
                    <a:pt x="106248" y="67515"/>
                    <a:pt x="105572" y="61606"/>
                  </a:cubicBezTo>
                  <a:cubicBezTo>
                    <a:pt x="105572" y="61080"/>
                    <a:pt x="105572" y="60555"/>
                    <a:pt x="105572" y="60029"/>
                  </a:cubicBezTo>
                  <a:cubicBezTo>
                    <a:pt x="108876" y="45568"/>
                    <a:pt x="103994" y="30461"/>
                    <a:pt x="92805" y="20685"/>
                  </a:cubicBezTo>
                  <a:cubicBezTo>
                    <a:pt x="74781" y="1583"/>
                    <a:pt x="47069" y="-5017"/>
                    <a:pt x="22361" y="3866"/>
                  </a:cubicBezTo>
                  <a:lnTo>
                    <a:pt x="20483" y="4617"/>
                  </a:lnTo>
                  <a:cubicBezTo>
                    <a:pt x="11622" y="11667"/>
                    <a:pt x="5088" y="21248"/>
                    <a:pt x="1784" y="32098"/>
                  </a:cubicBezTo>
                  <a:cubicBezTo>
                    <a:pt x="-169" y="39441"/>
                    <a:pt x="-544" y="47122"/>
                    <a:pt x="658" y="54623"/>
                  </a:cubicBezTo>
                  <a:cubicBezTo>
                    <a:pt x="658" y="55599"/>
                    <a:pt x="1333" y="56500"/>
                    <a:pt x="1633" y="57476"/>
                  </a:cubicBezTo>
                  <a:cubicBezTo>
                    <a:pt x="2084" y="49592"/>
                    <a:pt x="3586" y="41258"/>
                    <a:pt x="7491" y="39005"/>
                  </a:cubicBezTo>
                  <a:cubicBezTo>
                    <a:pt x="11397" y="36753"/>
                    <a:pt x="28970" y="43060"/>
                    <a:pt x="34378" y="42684"/>
                  </a:cubicBezTo>
                  <a:cubicBezTo>
                    <a:pt x="43464" y="42084"/>
                    <a:pt x="59611" y="35927"/>
                    <a:pt x="64418" y="46814"/>
                  </a:cubicBezTo>
                  <a:cubicBezTo>
                    <a:pt x="65844" y="52731"/>
                    <a:pt x="64868" y="58948"/>
                    <a:pt x="61713" y="64159"/>
                  </a:cubicBezTo>
                  <a:lnTo>
                    <a:pt x="61713" y="64985"/>
                  </a:lnTo>
                  <a:cubicBezTo>
                    <a:pt x="60663" y="67440"/>
                    <a:pt x="59686" y="69940"/>
                    <a:pt x="58860" y="72493"/>
                  </a:cubicBezTo>
                  <a:cubicBezTo>
                    <a:pt x="57132" y="80948"/>
                    <a:pt x="56156" y="89545"/>
                    <a:pt x="55931" y="98172"/>
                  </a:cubicBezTo>
                  <a:cubicBezTo>
                    <a:pt x="52702" y="111176"/>
                    <a:pt x="51500" y="124594"/>
                    <a:pt x="52326" y="137967"/>
                  </a:cubicBezTo>
                  <a:cubicBezTo>
                    <a:pt x="52251" y="139911"/>
                    <a:pt x="52626" y="141849"/>
                    <a:pt x="53302" y="143673"/>
                  </a:cubicBezTo>
                  <a:cubicBezTo>
                    <a:pt x="56456" y="150506"/>
                    <a:pt x="66370" y="148854"/>
                    <a:pt x="73730" y="150506"/>
                  </a:cubicBezTo>
                  <a:cubicBezTo>
                    <a:pt x="81240" y="152818"/>
                    <a:pt x="87473" y="158299"/>
                    <a:pt x="90627" y="165523"/>
                  </a:cubicBezTo>
                  <a:cubicBezTo>
                    <a:pt x="100690" y="184594"/>
                    <a:pt x="96560" y="207720"/>
                    <a:pt x="99038" y="229119"/>
                  </a:cubicBezTo>
                  <a:cubicBezTo>
                    <a:pt x="99489" y="234886"/>
                    <a:pt x="101141" y="240502"/>
                    <a:pt x="103770" y="245638"/>
                  </a:cubicBezTo>
                  <a:cubicBezTo>
                    <a:pt x="111280" y="259003"/>
                    <a:pt x="128252" y="263718"/>
                    <a:pt x="141620" y="256172"/>
                  </a:cubicBezTo>
                  <a:cubicBezTo>
                    <a:pt x="149656" y="251637"/>
                    <a:pt x="154912" y="243415"/>
                    <a:pt x="155663" y="234225"/>
                  </a:cubicBezTo>
                  <a:cubicBezTo>
                    <a:pt x="156340" y="229262"/>
                    <a:pt x="154387" y="224299"/>
                    <a:pt x="150557" y="221085"/>
                  </a:cubicBezTo>
                  <a:close/>
                </a:path>
              </a:pathLst>
            </a:custGeom>
            <a:solidFill>
              <a:srgbClr val="8C623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4" name="Content Placeholder 4">
              <a:extLst>
                <a:ext uri="{FF2B5EF4-FFF2-40B4-BE49-F238E27FC236}">
                  <a16:creationId xmlns:a16="http://schemas.microsoft.com/office/drawing/2014/main" id="{CD5553AC-089C-61A5-A60B-E79112309229}"/>
                </a:ext>
              </a:extLst>
            </p:cNvPr>
            <p:cNvSpPr/>
            <p:nvPr/>
          </p:nvSpPr>
          <p:spPr>
            <a:xfrm>
              <a:off x="10515082" y="4595928"/>
              <a:ext cx="301818" cy="35348"/>
            </a:xfrm>
            <a:custGeom>
              <a:avLst/>
              <a:gdLst>
                <a:gd name="connsiteX0" fmla="*/ 65720 w 301818"/>
                <a:gd name="connsiteY0" fmla="*/ 35019 h 35348"/>
                <a:gd name="connsiteX1" fmla="*/ 122796 w 301818"/>
                <a:gd name="connsiteY1" fmla="*/ 35019 h 35348"/>
                <a:gd name="connsiteX2" fmla="*/ 282233 w 301818"/>
                <a:gd name="connsiteY2" fmla="*/ 32016 h 35348"/>
                <a:gd name="connsiteX3" fmla="*/ 301760 w 301818"/>
                <a:gd name="connsiteY3" fmla="*/ 23681 h 35348"/>
                <a:gd name="connsiteX4" fmla="*/ 286740 w 301818"/>
                <a:gd name="connsiteY4" fmla="*/ 12569 h 35348"/>
                <a:gd name="connsiteX5" fmla="*/ 208110 w 301818"/>
                <a:gd name="connsiteY5" fmla="*/ 4310 h 35348"/>
                <a:gd name="connsiteX6" fmla="*/ 91479 w 301818"/>
                <a:gd name="connsiteY6" fmla="*/ 630 h 35348"/>
                <a:gd name="connsiteX7" fmla="*/ 19609 w 301818"/>
                <a:gd name="connsiteY7" fmla="*/ 5961 h 35348"/>
                <a:gd name="connsiteX8" fmla="*/ 8644 w 301818"/>
                <a:gd name="connsiteY8" fmla="*/ 31189 h 35348"/>
                <a:gd name="connsiteX9" fmla="*/ 31174 w 301818"/>
                <a:gd name="connsiteY9" fmla="*/ 32842 h 35348"/>
                <a:gd name="connsiteX10" fmla="*/ 65720 w 301818"/>
                <a:gd name="connsiteY10" fmla="*/ 35019 h 35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1818" h="35348">
                  <a:moveTo>
                    <a:pt x="65720" y="35019"/>
                  </a:moveTo>
                  <a:cubicBezTo>
                    <a:pt x="84721" y="35695"/>
                    <a:pt x="103796" y="35019"/>
                    <a:pt x="122796" y="35019"/>
                  </a:cubicBezTo>
                  <a:lnTo>
                    <a:pt x="282233" y="32016"/>
                  </a:lnTo>
                  <a:cubicBezTo>
                    <a:pt x="290495" y="32016"/>
                    <a:pt x="301158" y="29988"/>
                    <a:pt x="301760" y="23681"/>
                  </a:cubicBezTo>
                  <a:cubicBezTo>
                    <a:pt x="302360" y="17374"/>
                    <a:pt x="293874" y="14295"/>
                    <a:pt x="286740" y="12569"/>
                  </a:cubicBezTo>
                  <a:cubicBezTo>
                    <a:pt x="260829" y="7283"/>
                    <a:pt x="234545" y="4520"/>
                    <a:pt x="208110" y="4310"/>
                  </a:cubicBezTo>
                  <a:cubicBezTo>
                    <a:pt x="169208" y="2808"/>
                    <a:pt x="130306" y="1584"/>
                    <a:pt x="91479" y="630"/>
                  </a:cubicBezTo>
                  <a:cubicBezTo>
                    <a:pt x="67372" y="-1142"/>
                    <a:pt x="43175" y="660"/>
                    <a:pt x="19609" y="5961"/>
                  </a:cubicBezTo>
                  <a:cubicBezTo>
                    <a:pt x="7217" y="9415"/>
                    <a:pt x="-11032" y="24132"/>
                    <a:pt x="8644" y="31189"/>
                  </a:cubicBezTo>
                  <a:cubicBezTo>
                    <a:pt x="16079" y="32518"/>
                    <a:pt x="23627" y="33074"/>
                    <a:pt x="31174" y="32842"/>
                  </a:cubicBezTo>
                  <a:cubicBezTo>
                    <a:pt x="42439" y="33743"/>
                    <a:pt x="54004" y="34643"/>
                    <a:pt x="65720" y="35019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5" name="Content Placeholder 4">
              <a:extLst>
                <a:ext uri="{FF2B5EF4-FFF2-40B4-BE49-F238E27FC236}">
                  <a16:creationId xmlns:a16="http://schemas.microsoft.com/office/drawing/2014/main" id="{87CD9A75-FEB0-D98D-097B-A7C1722AA0B0}"/>
                </a:ext>
              </a:extLst>
            </p:cNvPr>
            <p:cNvSpPr/>
            <p:nvPr/>
          </p:nvSpPr>
          <p:spPr>
            <a:xfrm>
              <a:off x="11117475" y="4594458"/>
              <a:ext cx="38188" cy="11099"/>
            </a:xfrm>
            <a:custGeom>
              <a:avLst/>
              <a:gdLst>
                <a:gd name="connsiteX0" fmla="*/ 1043 w 38188"/>
                <a:gd name="connsiteY0" fmla="*/ 8483 h 11099"/>
                <a:gd name="connsiteX1" fmla="*/ 8553 w 38188"/>
                <a:gd name="connsiteY1" fmla="*/ 10886 h 11099"/>
                <a:gd name="connsiteX2" fmla="*/ 31083 w 38188"/>
                <a:gd name="connsiteY2" fmla="*/ 9985 h 11099"/>
                <a:gd name="connsiteX3" fmla="*/ 35889 w 38188"/>
                <a:gd name="connsiteY3" fmla="*/ 8258 h 11099"/>
                <a:gd name="connsiteX4" fmla="*/ 38143 w 38188"/>
                <a:gd name="connsiteY4" fmla="*/ 3903 h 11099"/>
                <a:gd name="connsiteX5" fmla="*/ 34463 w 38188"/>
                <a:gd name="connsiteY5" fmla="*/ 224 h 11099"/>
                <a:gd name="connsiteX6" fmla="*/ 28980 w 38188"/>
                <a:gd name="connsiteY6" fmla="*/ 224 h 11099"/>
                <a:gd name="connsiteX7" fmla="*/ 10731 w 38188"/>
                <a:gd name="connsiteY7" fmla="*/ 2927 h 11099"/>
                <a:gd name="connsiteX8" fmla="*/ 1944 w 38188"/>
                <a:gd name="connsiteY8" fmla="*/ 3302 h 11099"/>
                <a:gd name="connsiteX9" fmla="*/ 1043 w 38188"/>
                <a:gd name="connsiteY9" fmla="*/ 8483 h 11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188" h="11099">
                  <a:moveTo>
                    <a:pt x="1043" y="8483"/>
                  </a:moveTo>
                  <a:cubicBezTo>
                    <a:pt x="3071" y="10405"/>
                    <a:pt x="5849" y="11291"/>
                    <a:pt x="8553" y="10886"/>
                  </a:cubicBezTo>
                  <a:cubicBezTo>
                    <a:pt x="16063" y="11306"/>
                    <a:pt x="23648" y="11006"/>
                    <a:pt x="31083" y="9985"/>
                  </a:cubicBezTo>
                  <a:cubicBezTo>
                    <a:pt x="32810" y="9752"/>
                    <a:pt x="34463" y="9166"/>
                    <a:pt x="35889" y="8258"/>
                  </a:cubicBezTo>
                  <a:cubicBezTo>
                    <a:pt x="37391" y="7342"/>
                    <a:pt x="38293" y="5660"/>
                    <a:pt x="38143" y="3903"/>
                  </a:cubicBezTo>
                  <a:cubicBezTo>
                    <a:pt x="37692" y="2071"/>
                    <a:pt x="36265" y="637"/>
                    <a:pt x="34463" y="224"/>
                  </a:cubicBezTo>
                  <a:cubicBezTo>
                    <a:pt x="32661" y="-114"/>
                    <a:pt x="30783" y="-114"/>
                    <a:pt x="28980" y="224"/>
                  </a:cubicBezTo>
                  <a:cubicBezTo>
                    <a:pt x="22897" y="1125"/>
                    <a:pt x="16889" y="2251"/>
                    <a:pt x="10731" y="2927"/>
                  </a:cubicBezTo>
                  <a:cubicBezTo>
                    <a:pt x="7802" y="2821"/>
                    <a:pt x="4873" y="2949"/>
                    <a:pt x="1944" y="3302"/>
                  </a:cubicBezTo>
                  <a:cubicBezTo>
                    <a:pt x="-835" y="4128"/>
                    <a:pt x="-233" y="6981"/>
                    <a:pt x="1043" y="8483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6" name="Content Placeholder 4">
              <a:extLst>
                <a:ext uri="{FF2B5EF4-FFF2-40B4-BE49-F238E27FC236}">
                  <a16:creationId xmlns:a16="http://schemas.microsoft.com/office/drawing/2014/main" id="{DCBC2CCA-DB1B-7504-33A0-066D10B92591}"/>
                </a:ext>
              </a:extLst>
            </p:cNvPr>
            <p:cNvSpPr/>
            <p:nvPr/>
          </p:nvSpPr>
          <p:spPr>
            <a:xfrm>
              <a:off x="10971606" y="4594179"/>
              <a:ext cx="68687" cy="7828"/>
            </a:xfrm>
            <a:custGeom>
              <a:avLst/>
              <a:gdLst>
                <a:gd name="connsiteX0" fmla="*/ 993 w 68687"/>
                <a:gd name="connsiteY0" fmla="*/ 5458 h 7828"/>
                <a:gd name="connsiteX1" fmla="*/ 5499 w 68687"/>
                <a:gd name="connsiteY1" fmla="*/ 6960 h 7828"/>
                <a:gd name="connsiteX2" fmla="*/ 29982 w 68687"/>
                <a:gd name="connsiteY2" fmla="*/ 7711 h 7828"/>
                <a:gd name="connsiteX3" fmla="*/ 47630 w 68687"/>
                <a:gd name="connsiteY3" fmla="*/ 7711 h 7828"/>
                <a:gd name="connsiteX4" fmla="*/ 63476 w 68687"/>
                <a:gd name="connsiteY4" fmla="*/ 6434 h 7828"/>
                <a:gd name="connsiteX5" fmla="*/ 66855 w 68687"/>
                <a:gd name="connsiteY5" fmla="*/ 5233 h 7828"/>
                <a:gd name="connsiteX6" fmla="*/ 68658 w 68687"/>
                <a:gd name="connsiteY6" fmla="*/ 2230 h 7828"/>
                <a:gd name="connsiteX7" fmla="*/ 67982 w 68687"/>
                <a:gd name="connsiteY7" fmla="*/ 577 h 7828"/>
                <a:gd name="connsiteX8" fmla="*/ 64753 w 68687"/>
                <a:gd name="connsiteY8" fmla="*/ 127 h 7828"/>
                <a:gd name="connsiteX9" fmla="*/ 5724 w 68687"/>
                <a:gd name="connsiteY9" fmla="*/ 953 h 7828"/>
                <a:gd name="connsiteX10" fmla="*/ 467 w 68687"/>
                <a:gd name="connsiteY10" fmla="*/ 1404 h 7828"/>
                <a:gd name="connsiteX11" fmla="*/ 993 w 68687"/>
                <a:gd name="connsiteY11" fmla="*/ 5458 h 7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8687" h="7828">
                  <a:moveTo>
                    <a:pt x="993" y="5458"/>
                  </a:moveTo>
                  <a:cubicBezTo>
                    <a:pt x="2269" y="6434"/>
                    <a:pt x="3847" y="6960"/>
                    <a:pt x="5499" y="6960"/>
                  </a:cubicBezTo>
                  <a:cubicBezTo>
                    <a:pt x="13609" y="7695"/>
                    <a:pt x="21795" y="7951"/>
                    <a:pt x="29982" y="7711"/>
                  </a:cubicBezTo>
                  <a:lnTo>
                    <a:pt x="47630" y="7711"/>
                  </a:lnTo>
                  <a:cubicBezTo>
                    <a:pt x="52962" y="7816"/>
                    <a:pt x="58219" y="7388"/>
                    <a:pt x="63476" y="6434"/>
                  </a:cubicBezTo>
                  <a:cubicBezTo>
                    <a:pt x="64678" y="6277"/>
                    <a:pt x="65804" y="5864"/>
                    <a:pt x="66855" y="5233"/>
                  </a:cubicBezTo>
                  <a:cubicBezTo>
                    <a:pt x="67906" y="4602"/>
                    <a:pt x="68583" y="3468"/>
                    <a:pt x="68658" y="2230"/>
                  </a:cubicBezTo>
                  <a:cubicBezTo>
                    <a:pt x="68658" y="1614"/>
                    <a:pt x="68433" y="1013"/>
                    <a:pt x="67982" y="577"/>
                  </a:cubicBezTo>
                  <a:cubicBezTo>
                    <a:pt x="67005" y="-23"/>
                    <a:pt x="65880" y="-188"/>
                    <a:pt x="64753" y="127"/>
                  </a:cubicBezTo>
                  <a:cubicBezTo>
                    <a:pt x="45227" y="3175"/>
                    <a:pt x="25325" y="3454"/>
                    <a:pt x="5724" y="953"/>
                  </a:cubicBezTo>
                  <a:cubicBezTo>
                    <a:pt x="4297" y="953"/>
                    <a:pt x="1594" y="127"/>
                    <a:pt x="467" y="1404"/>
                  </a:cubicBezTo>
                  <a:cubicBezTo>
                    <a:pt x="-359" y="2703"/>
                    <a:pt x="-134" y="4422"/>
                    <a:pt x="993" y="5458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7" name="Content Placeholder 4">
              <a:extLst>
                <a:ext uri="{FF2B5EF4-FFF2-40B4-BE49-F238E27FC236}">
                  <a16:creationId xmlns:a16="http://schemas.microsoft.com/office/drawing/2014/main" id="{B0551D0E-64C1-7EA7-3410-E9AB223449A5}"/>
                </a:ext>
              </a:extLst>
            </p:cNvPr>
            <p:cNvSpPr/>
            <p:nvPr/>
          </p:nvSpPr>
          <p:spPr>
            <a:xfrm>
              <a:off x="10809129" y="4088191"/>
              <a:ext cx="45905" cy="71394"/>
            </a:xfrm>
            <a:custGeom>
              <a:avLst/>
              <a:gdLst>
                <a:gd name="connsiteX0" fmla="*/ 1554 w 45905"/>
                <a:gd name="connsiteY0" fmla="*/ 20694 h 71394"/>
                <a:gd name="connsiteX1" fmla="*/ 277 w 45905"/>
                <a:gd name="connsiteY1" fmla="*/ 9581 h 71394"/>
                <a:gd name="connsiteX2" fmla="*/ 9214 w 45905"/>
                <a:gd name="connsiteY2" fmla="*/ 2899 h 71394"/>
                <a:gd name="connsiteX3" fmla="*/ 22281 w 45905"/>
                <a:gd name="connsiteY3" fmla="*/ 421 h 71394"/>
                <a:gd name="connsiteX4" fmla="*/ 30317 w 45905"/>
                <a:gd name="connsiteY4" fmla="*/ 421 h 71394"/>
                <a:gd name="connsiteX5" fmla="*/ 33922 w 45905"/>
                <a:gd name="connsiteY5" fmla="*/ 8380 h 71394"/>
                <a:gd name="connsiteX6" fmla="*/ 45487 w 45905"/>
                <a:gd name="connsiteY6" fmla="*/ 58611 h 71394"/>
                <a:gd name="connsiteX7" fmla="*/ 44962 w 45905"/>
                <a:gd name="connsiteY7" fmla="*/ 65369 h 71394"/>
                <a:gd name="connsiteX8" fmla="*/ 41582 w 45905"/>
                <a:gd name="connsiteY8" fmla="*/ 67396 h 71394"/>
                <a:gd name="connsiteX9" fmla="*/ 11542 w 45905"/>
                <a:gd name="connsiteY9" fmla="*/ 64543 h 71394"/>
                <a:gd name="connsiteX10" fmla="*/ 1554 w 45905"/>
                <a:gd name="connsiteY10" fmla="*/ 20694 h 71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5905" h="71394">
                  <a:moveTo>
                    <a:pt x="1554" y="20694"/>
                  </a:moveTo>
                  <a:cubicBezTo>
                    <a:pt x="52" y="17187"/>
                    <a:pt x="-399" y="13328"/>
                    <a:pt x="277" y="9581"/>
                  </a:cubicBezTo>
                  <a:cubicBezTo>
                    <a:pt x="1930" y="5977"/>
                    <a:pt x="5309" y="3462"/>
                    <a:pt x="9214" y="2899"/>
                  </a:cubicBezTo>
                  <a:cubicBezTo>
                    <a:pt x="13494" y="1697"/>
                    <a:pt x="17851" y="871"/>
                    <a:pt x="22281" y="421"/>
                  </a:cubicBezTo>
                  <a:cubicBezTo>
                    <a:pt x="24910" y="-180"/>
                    <a:pt x="27688" y="-180"/>
                    <a:pt x="30317" y="421"/>
                  </a:cubicBezTo>
                  <a:cubicBezTo>
                    <a:pt x="32871" y="1923"/>
                    <a:pt x="33246" y="5302"/>
                    <a:pt x="33922" y="8380"/>
                  </a:cubicBezTo>
                  <a:cubicBezTo>
                    <a:pt x="38203" y="26700"/>
                    <a:pt x="42558" y="41717"/>
                    <a:pt x="45487" y="58611"/>
                  </a:cubicBezTo>
                  <a:cubicBezTo>
                    <a:pt x="46164" y="60856"/>
                    <a:pt x="45938" y="63251"/>
                    <a:pt x="44962" y="65369"/>
                  </a:cubicBezTo>
                  <a:cubicBezTo>
                    <a:pt x="44061" y="66375"/>
                    <a:pt x="42859" y="67081"/>
                    <a:pt x="41582" y="67396"/>
                  </a:cubicBezTo>
                  <a:cubicBezTo>
                    <a:pt x="34899" y="69574"/>
                    <a:pt x="14621" y="76482"/>
                    <a:pt x="11542" y="64543"/>
                  </a:cubicBezTo>
                  <a:cubicBezTo>
                    <a:pt x="8087" y="50127"/>
                    <a:pt x="6210" y="35410"/>
                    <a:pt x="1554" y="20694"/>
                  </a:cubicBezTo>
                  <a:close/>
                </a:path>
              </a:pathLst>
            </a:custGeom>
            <a:solidFill>
              <a:srgbClr val="AA6A6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8" name="Content Placeholder 4">
              <a:extLst>
                <a:ext uri="{FF2B5EF4-FFF2-40B4-BE49-F238E27FC236}">
                  <a16:creationId xmlns:a16="http://schemas.microsoft.com/office/drawing/2014/main" id="{09658812-2042-68DE-130E-0E6A04FE7759}"/>
                </a:ext>
              </a:extLst>
            </p:cNvPr>
            <p:cNvSpPr/>
            <p:nvPr/>
          </p:nvSpPr>
          <p:spPr>
            <a:xfrm>
              <a:off x="10811707" y="4094226"/>
              <a:ext cx="38728" cy="51439"/>
            </a:xfrm>
            <a:custGeom>
              <a:avLst/>
              <a:gdLst>
                <a:gd name="connsiteX0" fmla="*/ 253 w 38728"/>
                <a:gd name="connsiteY0" fmla="*/ 10754 h 51439"/>
                <a:gd name="connsiteX1" fmla="*/ 253 w 38728"/>
                <a:gd name="connsiteY1" fmla="*/ 6625 h 51439"/>
                <a:gd name="connsiteX2" fmla="*/ 3782 w 38728"/>
                <a:gd name="connsiteY2" fmla="*/ 4222 h 51439"/>
                <a:gd name="connsiteX3" fmla="*/ 21506 w 38728"/>
                <a:gd name="connsiteY3" fmla="*/ 168 h 51439"/>
                <a:gd name="connsiteX4" fmla="*/ 25712 w 38728"/>
                <a:gd name="connsiteY4" fmla="*/ 168 h 51439"/>
                <a:gd name="connsiteX5" fmla="*/ 28039 w 38728"/>
                <a:gd name="connsiteY5" fmla="*/ 1294 h 51439"/>
                <a:gd name="connsiteX6" fmla="*/ 30368 w 38728"/>
                <a:gd name="connsiteY6" fmla="*/ 8126 h 51439"/>
                <a:gd name="connsiteX7" fmla="*/ 31794 w 38728"/>
                <a:gd name="connsiteY7" fmla="*/ 14734 h 51439"/>
                <a:gd name="connsiteX8" fmla="*/ 33446 w 38728"/>
                <a:gd name="connsiteY8" fmla="*/ 22242 h 51439"/>
                <a:gd name="connsiteX9" fmla="*/ 36075 w 38728"/>
                <a:gd name="connsiteY9" fmla="*/ 32829 h 51439"/>
                <a:gd name="connsiteX10" fmla="*/ 38253 w 38728"/>
                <a:gd name="connsiteY10" fmla="*/ 40338 h 51439"/>
                <a:gd name="connsiteX11" fmla="*/ 38629 w 38728"/>
                <a:gd name="connsiteY11" fmla="*/ 43942 h 51439"/>
                <a:gd name="connsiteX12" fmla="*/ 35775 w 38728"/>
                <a:gd name="connsiteY12" fmla="*/ 46795 h 51439"/>
                <a:gd name="connsiteX13" fmla="*/ 27288 w 38728"/>
                <a:gd name="connsiteY13" fmla="*/ 48822 h 51439"/>
                <a:gd name="connsiteX14" fmla="*/ 14596 w 38728"/>
                <a:gd name="connsiteY14" fmla="*/ 50999 h 51439"/>
                <a:gd name="connsiteX15" fmla="*/ 8889 w 38728"/>
                <a:gd name="connsiteY15" fmla="*/ 50324 h 51439"/>
                <a:gd name="connsiteX16" fmla="*/ 7988 w 38728"/>
                <a:gd name="connsiteY16" fmla="*/ 46194 h 51439"/>
                <a:gd name="connsiteX17" fmla="*/ 6861 w 38728"/>
                <a:gd name="connsiteY17" fmla="*/ 41314 h 51439"/>
                <a:gd name="connsiteX18" fmla="*/ 2130 w 38728"/>
                <a:gd name="connsiteY18" fmla="*/ 22017 h 51439"/>
                <a:gd name="connsiteX19" fmla="*/ 253 w 38728"/>
                <a:gd name="connsiteY19" fmla="*/ 10754 h 51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8728" h="51439">
                  <a:moveTo>
                    <a:pt x="253" y="10754"/>
                  </a:moveTo>
                  <a:cubicBezTo>
                    <a:pt x="-123" y="9403"/>
                    <a:pt x="-123" y="7976"/>
                    <a:pt x="253" y="6625"/>
                  </a:cubicBezTo>
                  <a:cubicBezTo>
                    <a:pt x="1079" y="5371"/>
                    <a:pt x="2356" y="4500"/>
                    <a:pt x="3782" y="4222"/>
                  </a:cubicBezTo>
                  <a:cubicBezTo>
                    <a:pt x="9640" y="2525"/>
                    <a:pt x="15498" y="1173"/>
                    <a:pt x="21506" y="168"/>
                  </a:cubicBezTo>
                  <a:cubicBezTo>
                    <a:pt x="22933" y="-96"/>
                    <a:pt x="24284" y="-96"/>
                    <a:pt x="25712" y="168"/>
                  </a:cubicBezTo>
                  <a:cubicBezTo>
                    <a:pt x="26538" y="385"/>
                    <a:pt x="27364" y="768"/>
                    <a:pt x="28039" y="1294"/>
                  </a:cubicBezTo>
                  <a:cubicBezTo>
                    <a:pt x="29691" y="3095"/>
                    <a:pt x="29467" y="5724"/>
                    <a:pt x="30368" y="8126"/>
                  </a:cubicBezTo>
                  <a:cubicBezTo>
                    <a:pt x="30968" y="10304"/>
                    <a:pt x="31419" y="12511"/>
                    <a:pt x="31794" y="14734"/>
                  </a:cubicBezTo>
                  <a:cubicBezTo>
                    <a:pt x="32470" y="17137"/>
                    <a:pt x="32921" y="19539"/>
                    <a:pt x="33446" y="22242"/>
                  </a:cubicBezTo>
                  <a:cubicBezTo>
                    <a:pt x="34198" y="25771"/>
                    <a:pt x="35099" y="29300"/>
                    <a:pt x="36075" y="32829"/>
                  </a:cubicBezTo>
                  <a:cubicBezTo>
                    <a:pt x="37052" y="36358"/>
                    <a:pt x="37427" y="37935"/>
                    <a:pt x="38253" y="40338"/>
                  </a:cubicBezTo>
                  <a:cubicBezTo>
                    <a:pt x="38704" y="41486"/>
                    <a:pt x="38779" y="42725"/>
                    <a:pt x="38629" y="43942"/>
                  </a:cubicBezTo>
                  <a:cubicBezTo>
                    <a:pt x="38328" y="45376"/>
                    <a:pt x="37201" y="46495"/>
                    <a:pt x="35775" y="46795"/>
                  </a:cubicBezTo>
                  <a:cubicBezTo>
                    <a:pt x="32996" y="47688"/>
                    <a:pt x="30142" y="48372"/>
                    <a:pt x="27288" y="48822"/>
                  </a:cubicBezTo>
                  <a:lnTo>
                    <a:pt x="14596" y="50999"/>
                  </a:lnTo>
                  <a:cubicBezTo>
                    <a:pt x="13019" y="50999"/>
                    <a:pt x="10015" y="52276"/>
                    <a:pt x="8889" y="50324"/>
                  </a:cubicBezTo>
                  <a:cubicBezTo>
                    <a:pt x="8363" y="49010"/>
                    <a:pt x="8062" y="47613"/>
                    <a:pt x="7988" y="46194"/>
                  </a:cubicBezTo>
                  <a:lnTo>
                    <a:pt x="6861" y="41314"/>
                  </a:lnTo>
                  <a:cubicBezTo>
                    <a:pt x="5359" y="34857"/>
                    <a:pt x="3557" y="28474"/>
                    <a:pt x="2130" y="22017"/>
                  </a:cubicBezTo>
                  <a:cubicBezTo>
                    <a:pt x="1905" y="17963"/>
                    <a:pt x="778" y="14358"/>
                    <a:pt x="253" y="10754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9" name="Content Placeholder 4">
              <a:extLst>
                <a:ext uri="{FF2B5EF4-FFF2-40B4-BE49-F238E27FC236}">
                  <a16:creationId xmlns:a16="http://schemas.microsoft.com/office/drawing/2014/main" id="{BF9E6FA3-74CE-3645-2AA6-835B48437868}"/>
                </a:ext>
              </a:extLst>
            </p:cNvPr>
            <p:cNvSpPr/>
            <p:nvPr/>
          </p:nvSpPr>
          <p:spPr>
            <a:xfrm>
              <a:off x="10822278" y="4091872"/>
              <a:ext cx="7295" cy="2283"/>
            </a:xfrm>
            <a:custGeom>
              <a:avLst/>
              <a:gdLst>
                <a:gd name="connsiteX0" fmla="*/ 6354 w 7295"/>
                <a:gd name="connsiteY0" fmla="*/ 494 h 2283"/>
                <a:gd name="connsiteX1" fmla="*/ 4852 w 7295"/>
                <a:gd name="connsiteY1" fmla="*/ 494 h 2283"/>
                <a:gd name="connsiteX2" fmla="*/ 1397 w 7295"/>
                <a:gd name="connsiteY2" fmla="*/ 1170 h 2283"/>
                <a:gd name="connsiteX3" fmla="*/ -29 w 7295"/>
                <a:gd name="connsiteY3" fmla="*/ 1921 h 2283"/>
                <a:gd name="connsiteX4" fmla="*/ 421 w 7295"/>
                <a:gd name="connsiteY4" fmla="*/ 1921 h 2283"/>
                <a:gd name="connsiteX5" fmla="*/ 7255 w 7295"/>
                <a:gd name="connsiteY5" fmla="*/ 419 h 2283"/>
                <a:gd name="connsiteX6" fmla="*/ 6354 w 7295"/>
                <a:gd name="connsiteY6" fmla="*/ 494 h 2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95" h="2283">
                  <a:moveTo>
                    <a:pt x="6354" y="494"/>
                  </a:moveTo>
                  <a:lnTo>
                    <a:pt x="4852" y="494"/>
                  </a:lnTo>
                  <a:lnTo>
                    <a:pt x="1397" y="1170"/>
                  </a:lnTo>
                  <a:cubicBezTo>
                    <a:pt x="797" y="1170"/>
                    <a:pt x="-29" y="1170"/>
                    <a:pt x="-29" y="1921"/>
                  </a:cubicBezTo>
                  <a:cubicBezTo>
                    <a:pt x="-29" y="2671"/>
                    <a:pt x="-29" y="1921"/>
                    <a:pt x="421" y="1921"/>
                  </a:cubicBezTo>
                  <a:cubicBezTo>
                    <a:pt x="872" y="1921"/>
                    <a:pt x="7180" y="1470"/>
                    <a:pt x="7255" y="419"/>
                  </a:cubicBezTo>
                  <a:cubicBezTo>
                    <a:pt x="7330" y="-633"/>
                    <a:pt x="7030" y="494"/>
                    <a:pt x="6354" y="494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0" name="Content Placeholder 4">
              <a:extLst>
                <a:ext uri="{FF2B5EF4-FFF2-40B4-BE49-F238E27FC236}">
                  <a16:creationId xmlns:a16="http://schemas.microsoft.com/office/drawing/2014/main" id="{C6D85BE8-175F-FDC6-153A-A837340FDD75}"/>
                </a:ext>
              </a:extLst>
            </p:cNvPr>
            <p:cNvSpPr/>
            <p:nvPr/>
          </p:nvSpPr>
          <p:spPr>
            <a:xfrm>
              <a:off x="10820944" y="4093542"/>
              <a:ext cx="1201" cy="1614"/>
            </a:xfrm>
            <a:custGeom>
              <a:avLst/>
              <a:gdLst>
                <a:gd name="connsiteX0" fmla="*/ 778 w 1201"/>
                <a:gd name="connsiteY0" fmla="*/ 100 h 1614"/>
                <a:gd name="connsiteX1" fmla="*/ 27 w 1201"/>
                <a:gd name="connsiteY1" fmla="*/ 100 h 1614"/>
                <a:gd name="connsiteX2" fmla="*/ 27 w 1201"/>
                <a:gd name="connsiteY2" fmla="*/ 851 h 1614"/>
                <a:gd name="connsiteX3" fmla="*/ 27 w 1201"/>
                <a:gd name="connsiteY3" fmla="*/ 1377 h 1614"/>
                <a:gd name="connsiteX4" fmla="*/ 1003 w 1201"/>
                <a:gd name="connsiteY4" fmla="*/ 1399 h 1614"/>
                <a:gd name="connsiteX5" fmla="*/ 1003 w 1201"/>
                <a:gd name="connsiteY5" fmla="*/ 1377 h 1614"/>
                <a:gd name="connsiteX6" fmla="*/ 1003 w 1201"/>
                <a:gd name="connsiteY6" fmla="*/ 400 h 1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01" h="1614">
                  <a:moveTo>
                    <a:pt x="778" y="100"/>
                  </a:moveTo>
                  <a:cubicBezTo>
                    <a:pt x="553" y="-73"/>
                    <a:pt x="253" y="-73"/>
                    <a:pt x="27" y="100"/>
                  </a:cubicBezTo>
                  <a:cubicBezTo>
                    <a:pt x="-48" y="340"/>
                    <a:pt x="-48" y="610"/>
                    <a:pt x="27" y="851"/>
                  </a:cubicBezTo>
                  <a:cubicBezTo>
                    <a:pt x="27" y="1024"/>
                    <a:pt x="27" y="1204"/>
                    <a:pt x="27" y="1377"/>
                  </a:cubicBezTo>
                  <a:cubicBezTo>
                    <a:pt x="253" y="1647"/>
                    <a:pt x="703" y="1654"/>
                    <a:pt x="1003" y="1399"/>
                  </a:cubicBezTo>
                  <a:cubicBezTo>
                    <a:pt x="1003" y="1391"/>
                    <a:pt x="1003" y="1384"/>
                    <a:pt x="1003" y="1377"/>
                  </a:cubicBezTo>
                  <a:cubicBezTo>
                    <a:pt x="1229" y="1076"/>
                    <a:pt x="1229" y="701"/>
                    <a:pt x="1003" y="400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1" name="Content Placeholder 4">
              <a:extLst>
                <a:ext uri="{FF2B5EF4-FFF2-40B4-BE49-F238E27FC236}">
                  <a16:creationId xmlns:a16="http://schemas.microsoft.com/office/drawing/2014/main" id="{05A386FF-E5C0-BA71-ADD1-2890E1818E15}"/>
                </a:ext>
              </a:extLst>
            </p:cNvPr>
            <p:cNvSpPr/>
            <p:nvPr/>
          </p:nvSpPr>
          <p:spPr>
            <a:xfrm>
              <a:off x="10835063" y="4148117"/>
              <a:ext cx="5444" cy="5594"/>
            </a:xfrm>
            <a:custGeom>
              <a:avLst/>
              <a:gdLst>
                <a:gd name="connsiteX0" fmla="*/ 628 w 5444"/>
                <a:gd name="connsiteY0" fmla="*/ 487 h 5594"/>
                <a:gd name="connsiteX1" fmla="*/ 27 w 5444"/>
                <a:gd name="connsiteY1" fmla="*/ 2515 h 5594"/>
                <a:gd name="connsiteX2" fmla="*/ 27 w 5444"/>
                <a:gd name="connsiteY2" fmla="*/ 3566 h 5594"/>
                <a:gd name="connsiteX3" fmla="*/ 1905 w 5444"/>
                <a:gd name="connsiteY3" fmla="*/ 5368 h 5594"/>
                <a:gd name="connsiteX4" fmla="*/ 4533 w 5444"/>
                <a:gd name="connsiteY4" fmla="*/ 5368 h 5594"/>
                <a:gd name="connsiteX5" fmla="*/ 5134 w 5444"/>
                <a:gd name="connsiteY5" fmla="*/ 5368 h 5594"/>
                <a:gd name="connsiteX6" fmla="*/ 5134 w 5444"/>
                <a:gd name="connsiteY6" fmla="*/ 4692 h 5594"/>
                <a:gd name="connsiteX7" fmla="*/ 5134 w 5444"/>
                <a:gd name="connsiteY7" fmla="*/ 1763 h 5594"/>
                <a:gd name="connsiteX8" fmla="*/ 1079 w 5444"/>
                <a:gd name="connsiteY8" fmla="*/ 254 h 5594"/>
                <a:gd name="connsiteX9" fmla="*/ 628 w 5444"/>
                <a:gd name="connsiteY9" fmla="*/ 487 h 5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44" h="5594">
                  <a:moveTo>
                    <a:pt x="628" y="487"/>
                  </a:moveTo>
                  <a:cubicBezTo>
                    <a:pt x="177" y="1073"/>
                    <a:pt x="-48" y="1786"/>
                    <a:pt x="27" y="2515"/>
                  </a:cubicBezTo>
                  <a:cubicBezTo>
                    <a:pt x="-48" y="2867"/>
                    <a:pt x="-48" y="3220"/>
                    <a:pt x="27" y="3566"/>
                  </a:cubicBezTo>
                  <a:cubicBezTo>
                    <a:pt x="328" y="4407"/>
                    <a:pt x="1079" y="5067"/>
                    <a:pt x="1905" y="5368"/>
                  </a:cubicBezTo>
                  <a:cubicBezTo>
                    <a:pt x="2731" y="5630"/>
                    <a:pt x="3707" y="5630"/>
                    <a:pt x="4533" y="5368"/>
                  </a:cubicBezTo>
                  <a:lnTo>
                    <a:pt x="5134" y="5368"/>
                  </a:lnTo>
                  <a:cubicBezTo>
                    <a:pt x="5210" y="5142"/>
                    <a:pt x="5210" y="4917"/>
                    <a:pt x="5134" y="4692"/>
                  </a:cubicBezTo>
                  <a:cubicBezTo>
                    <a:pt x="5509" y="3761"/>
                    <a:pt x="5509" y="2695"/>
                    <a:pt x="5134" y="1763"/>
                  </a:cubicBezTo>
                  <a:cubicBezTo>
                    <a:pt x="4458" y="217"/>
                    <a:pt x="2580" y="-459"/>
                    <a:pt x="1079" y="254"/>
                  </a:cubicBezTo>
                  <a:cubicBezTo>
                    <a:pt x="928" y="322"/>
                    <a:pt x="778" y="397"/>
                    <a:pt x="628" y="487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2" name="Content Placeholder 4">
              <a:extLst>
                <a:ext uri="{FF2B5EF4-FFF2-40B4-BE49-F238E27FC236}">
                  <a16:creationId xmlns:a16="http://schemas.microsoft.com/office/drawing/2014/main" id="{D90B526C-7C33-35F5-EC1C-EE18B85935FE}"/>
                </a:ext>
              </a:extLst>
            </p:cNvPr>
            <p:cNvSpPr/>
            <p:nvPr/>
          </p:nvSpPr>
          <p:spPr>
            <a:xfrm>
              <a:off x="10637517" y="3978892"/>
              <a:ext cx="153988" cy="157224"/>
            </a:xfrm>
            <a:custGeom>
              <a:avLst/>
              <a:gdLst>
                <a:gd name="connsiteX0" fmla="*/ 153565 w 153988"/>
                <a:gd name="connsiteY0" fmla="*/ 149290 h 157224"/>
                <a:gd name="connsiteX1" fmla="*/ 138545 w 153988"/>
                <a:gd name="connsiteY1" fmla="*/ 141781 h 157224"/>
                <a:gd name="connsiteX2" fmla="*/ 139972 w 153988"/>
                <a:gd name="connsiteY2" fmla="*/ 136750 h 157224"/>
                <a:gd name="connsiteX3" fmla="*/ 136517 w 153988"/>
                <a:gd name="connsiteY3" fmla="*/ 136150 h 157224"/>
                <a:gd name="connsiteX4" fmla="*/ 121497 w 153988"/>
                <a:gd name="connsiteY4" fmla="*/ 134873 h 157224"/>
                <a:gd name="connsiteX5" fmla="*/ 120146 w 153988"/>
                <a:gd name="connsiteY5" fmla="*/ 134873 h 157224"/>
                <a:gd name="connsiteX6" fmla="*/ 120146 w 153988"/>
                <a:gd name="connsiteY6" fmla="*/ 134873 h 157224"/>
                <a:gd name="connsiteX7" fmla="*/ 33105 w 153988"/>
                <a:gd name="connsiteY7" fmla="*/ 93652 h 157224"/>
                <a:gd name="connsiteX8" fmla="*/ 34382 w 153988"/>
                <a:gd name="connsiteY8" fmla="*/ 63243 h 157224"/>
                <a:gd name="connsiteX9" fmla="*/ 32429 w 153988"/>
                <a:gd name="connsiteY9" fmla="*/ 19393 h 157224"/>
                <a:gd name="connsiteX10" fmla="*/ 27848 w 153988"/>
                <a:gd name="connsiteY10" fmla="*/ 3626 h 157224"/>
                <a:gd name="connsiteX11" fmla="*/ 3215 w 153988"/>
                <a:gd name="connsiteY11" fmla="*/ 9933 h 157224"/>
                <a:gd name="connsiteX12" fmla="*/ 1413 w 153988"/>
                <a:gd name="connsiteY12" fmla="*/ 38990 h 157224"/>
                <a:gd name="connsiteX13" fmla="*/ 12678 w 153988"/>
                <a:gd name="connsiteY13" fmla="*/ 115652 h 157224"/>
                <a:gd name="connsiteX14" fmla="*/ 15757 w 153988"/>
                <a:gd name="connsiteY14" fmla="*/ 123761 h 157224"/>
                <a:gd name="connsiteX15" fmla="*/ 22065 w 153988"/>
                <a:gd name="connsiteY15" fmla="*/ 126689 h 157224"/>
                <a:gd name="connsiteX16" fmla="*/ 113237 w 153988"/>
                <a:gd name="connsiteY16" fmla="*/ 150866 h 157224"/>
                <a:gd name="connsiteX17" fmla="*/ 113237 w 153988"/>
                <a:gd name="connsiteY17" fmla="*/ 150866 h 157224"/>
                <a:gd name="connsiteX18" fmla="*/ 150111 w 153988"/>
                <a:gd name="connsiteY18" fmla="*/ 155296 h 157224"/>
                <a:gd name="connsiteX19" fmla="*/ 153565 w 153988"/>
                <a:gd name="connsiteY19" fmla="*/ 153269 h 157224"/>
                <a:gd name="connsiteX20" fmla="*/ 153565 w 153988"/>
                <a:gd name="connsiteY20" fmla="*/ 149290 h 157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3988" h="157224">
                  <a:moveTo>
                    <a:pt x="153565" y="149290"/>
                  </a:moveTo>
                  <a:cubicBezTo>
                    <a:pt x="149961" y="144649"/>
                    <a:pt x="144403" y="141894"/>
                    <a:pt x="138545" y="141781"/>
                  </a:cubicBezTo>
                  <a:cubicBezTo>
                    <a:pt x="139897" y="140430"/>
                    <a:pt x="141324" y="138177"/>
                    <a:pt x="139972" y="136750"/>
                  </a:cubicBezTo>
                  <a:cubicBezTo>
                    <a:pt x="138620" y="135324"/>
                    <a:pt x="137719" y="136075"/>
                    <a:pt x="136517" y="136150"/>
                  </a:cubicBezTo>
                  <a:cubicBezTo>
                    <a:pt x="131486" y="136758"/>
                    <a:pt x="126379" y="136330"/>
                    <a:pt x="121497" y="134873"/>
                  </a:cubicBezTo>
                  <a:lnTo>
                    <a:pt x="120146" y="134873"/>
                  </a:lnTo>
                  <a:lnTo>
                    <a:pt x="120146" y="134873"/>
                  </a:lnTo>
                  <a:cubicBezTo>
                    <a:pt x="90031" y="123603"/>
                    <a:pt x="60892" y="109810"/>
                    <a:pt x="33105" y="93652"/>
                  </a:cubicBezTo>
                  <a:cubicBezTo>
                    <a:pt x="34832" y="83613"/>
                    <a:pt x="35283" y="73394"/>
                    <a:pt x="34382" y="63243"/>
                  </a:cubicBezTo>
                  <a:cubicBezTo>
                    <a:pt x="33706" y="48676"/>
                    <a:pt x="33105" y="34035"/>
                    <a:pt x="32429" y="19393"/>
                  </a:cubicBezTo>
                  <a:cubicBezTo>
                    <a:pt x="32804" y="13762"/>
                    <a:pt x="31152" y="8191"/>
                    <a:pt x="27848" y="3626"/>
                  </a:cubicBezTo>
                  <a:cubicBezTo>
                    <a:pt x="21014" y="-3883"/>
                    <a:pt x="7871" y="1148"/>
                    <a:pt x="3215" y="9933"/>
                  </a:cubicBezTo>
                  <a:cubicBezTo>
                    <a:pt x="-390" y="19198"/>
                    <a:pt x="-991" y="29349"/>
                    <a:pt x="1413" y="38990"/>
                  </a:cubicBezTo>
                  <a:lnTo>
                    <a:pt x="12678" y="115652"/>
                  </a:lnTo>
                  <a:cubicBezTo>
                    <a:pt x="12828" y="118618"/>
                    <a:pt x="13880" y="121456"/>
                    <a:pt x="15757" y="123761"/>
                  </a:cubicBezTo>
                  <a:cubicBezTo>
                    <a:pt x="17559" y="125255"/>
                    <a:pt x="19737" y="126261"/>
                    <a:pt x="22065" y="126689"/>
                  </a:cubicBezTo>
                  <a:lnTo>
                    <a:pt x="113237" y="150866"/>
                  </a:lnTo>
                  <a:lnTo>
                    <a:pt x="113237" y="150866"/>
                  </a:lnTo>
                  <a:cubicBezTo>
                    <a:pt x="124426" y="157316"/>
                    <a:pt x="137719" y="158915"/>
                    <a:pt x="150111" y="155296"/>
                  </a:cubicBezTo>
                  <a:cubicBezTo>
                    <a:pt x="151462" y="155011"/>
                    <a:pt x="152664" y="154305"/>
                    <a:pt x="153565" y="153269"/>
                  </a:cubicBezTo>
                  <a:cubicBezTo>
                    <a:pt x="154091" y="151993"/>
                    <a:pt x="154091" y="150566"/>
                    <a:pt x="153565" y="149290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3" name="Content Placeholder 4">
              <a:extLst>
                <a:ext uri="{FF2B5EF4-FFF2-40B4-BE49-F238E27FC236}">
                  <a16:creationId xmlns:a16="http://schemas.microsoft.com/office/drawing/2014/main" id="{CC61589A-5154-91FC-AC2D-0CA815BCA58D}"/>
                </a:ext>
              </a:extLst>
            </p:cNvPr>
            <p:cNvSpPr/>
            <p:nvPr/>
          </p:nvSpPr>
          <p:spPr>
            <a:xfrm>
              <a:off x="10625785" y="3963616"/>
              <a:ext cx="132108" cy="168592"/>
            </a:xfrm>
            <a:custGeom>
              <a:avLst/>
              <a:gdLst>
                <a:gd name="connsiteX0" fmla="*/ 124818 w 132108"/>
                <a:gd name="connsiteY0" fmla="*/ 166893 h 168592"/>
                <a:gd name="connsiteX1" fmla="*/ 123692 w 132108"/>
                <a:gd name="connsiteY1" fmla="*/ 168394 h 168592"/>
                <a:gd name="connsiteX2" fmla="*/ 121889 w 132108"/>
                <a:gd name="connsiteY2" fmla="*/ 168394 h 168592"/>
                <a:gd name="connsiteX3" fmla="*/ 28315 w 132108"/>
                <a:gd name="connsiteY3" fmla="*/ 145869 h 168592"/>
                <a:gd name="connsiteX4" fmla="*/ 21631 w 132108"/>
                <a:gd name="connsiteY4" fmla="*/ 142040 h 168592"/>
                <a:gd name="connsiteX5" fmla="*/ 17726 w 132108"/>
                <a:gd name="connsiteY5" fmla="*/ 133855 h 168592"/>
                <a:gd name="connsiteX6" fmla="*/ 77 w 132108"/>
                <a:gd name="connsiteY6" fmla="*/ 30239 h 168592"/>
                <a:gd name="connsiteX7" fmla="*/ 6160 w 132108"/>
                <a:gd name="connsiteY7" fmla="*/ 9440 h 168592"/>
                <a:gd name="connsiteX8" fmla="*/ 28089 w 132108"/>
                <a:gd name="connsiteY8" fmla="*/ 580 h 168592"/>
                <a:gd name="connsiteX9" fmla="*/ 43109 w 132108"/>
                <a:gd name="connsiteY9" fmla="*/ 2833 h 168592"/>
                <a:gd name="connsiteX10" fmla="*/ 48517 w 132108"/>
                <a:gd name="connsiteY10" fmla="*/ 16723 h 168592"/>
                <a:gd name="connsiteX11" fmla="*/ 54224 w 132108"/>
                <a:gd name="connsiteY11" fmla="*/ 67556 h 168592"/>
                <a:gd name="connsiteX12" fmla="*/ 58129 w 132108"/>
                <a:gd name="connsiteY12" fmla="*/ 101794 h 168592"/>
                <a:gd name="connsiteX13" fmla="*/ 59631 w 132108"/>
                <a:gd name="connsiteY13" fmla="*/ 108176 h 168592"/>
                <a:gd name="connsiteX14" fmla="*/ 70446 w 132108"/>
                <a:gd name="connsiteY14" fmla="*/ 115685 h 168592"/>
                <a:gd name="connsiteX15" fmla="*/ 114529 w 132108"/>
                <a:gd name="connsiteY15" fmla="*/ 135883 h 168592"/>
                <a:gd name="connsiteX16" fmla="*/ 131953 w 132108"/>
                <a:gd name="connsiteY16" fmla="*/ 147220 h 168592"/>
                <a:gd name="connsiteX17" fmla="*/ 128348 w 132108"/>
                <a:gd name="connsiteY17" fmla="*/ 156381 h 168592"/>
                <a:gd name="connsiteX18" fmla="*/ 124818 w 132108"/>
                <a:gd name="connsiteY18" fmla="*/ 166893 h 168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2108" h="168592">
                  <a:moveTo>
                    <a:pt x="124818" y="166893"/>
                  </a:moveTo>
                  <a:cubicBezTo>
                    <a:pt x="124668" y="167516"/>
                    <a:pt x="124218" y="168056"/>
                    <a:pt x="123692" y="168394"/>
                  </a:cubicBezTo>
                  <a:cubicBezTo>
                    <a:pt x="123091" y="168619"/>
                    <a:pt x="122490" y="168619"/>
                    <a:pt x="121889" y="168394"/>
                  </a:cubicBezTo>
                  <a:cubicBezTo>
                    <a:pt x="90573" y="162613"/>
                    <a:pt x="57979" y="157732"/>
                    <a:pt x="28315" y="145869"/>
                  </a:cubicBezTo>
                  <a:cubicBezTo>
                    <a:pt x="25836" y="145103"/>
                    <a:pt x="23584" y="143797"/>
                    <a:pt x="21631" y="142040"/>
                  </a:cubicBezTo>
                  <a:cubicBezTo>
                    <a:pt x="19678" y="139652"/>
                    <a:pt x="18402" y="136851"/>
                    <a:pt x="17726" y="133855"/>
                  </a:cubicBezTo>
                  <a:cubicBezTo>
                    <a:pt x="8038" y="99992"/>
                    <a:pt x="-1124" y="65378"/>
                    <a:pt x="77" y="30239"/>
                  </a:cubicBezTo>
                  <a:cubicBezTo>
                    <a:pt x="-298" y="22820"/>
                    <a:pt x="1804" y="15485"/>
                    <a:pt x="6160" y="9440"/>
                  </a:cubicBezTo>
                  <a:cubicBezTo>
                    <a:pt x="12168" y="3959"/>
                    <a:pt x="19979" y="813"/>
                    <a:pt x="28089" y="580"/>
                  </a:cubicBezTo>
                  <a:cubicBezTo>
                    <a:pt x="33196" y="-726"/>
                    <a:pt x="38604" y="85"/>
                    <a:pt x="43109" y="2833"/>
                  </a:cubicBezTo>
                  <a:cubicBezTo>
                    <a:pt x="46639" y="6602"/>
                    <a:pt x="48517" y="11573"/>
                    <a:pt x="48517" y="16723"/>
                  </a:cubicBezTo>
                  <a:cubicBezTo>
                    <a:pt x="50394" y="33692"/>
                    <a:pt x="52347" y="50586"/>
                    <a:pt x="54224" y="67556"/>
                  </a:cubicBezTo>
                  <a:lnTo>
                    <a:pt x="58129" y="101794"/>
                  </a:lnTo>
                  <a:cubicBezTo>
                    <a:pt x="58280" y="103994"/>
                    <a:pt x="58730" y="106157"/>
                    <a:pt x="59631" y="108176"/>
                  </a:cubicBezTo>
                  <a:cubicBezTo>
                    <a:pt x="62260" y="111871"/>
                    <a:pt x="66090" y="114536"/>
                    <a:pt x="70446" y="115685"/>
                  </a:cubicBezTo>
                  <a:cubicBezTo>
                    <a:pt x="85466" y="121767"/>
                    <a:pt x="100486" y="128524"/>
                    <a:pt x="114529" y="135883"/>
                  </a:cubicBezTo>
                  <a:cubicBezTo>
                    <a:pt x="118435" y="137835"/>
                    <a:pt x="130526" y="142790"/>
                    <a:pt x="131953" y="147220"/>
                  </a:cubicBezTo>
                  <a:cubicBezTo>
                    <a:pt x="132779" y="149848"/>
                    <a:pt x="129324" y="154128"/>
                    <a:pt x="128348" y="156381"/>
                  </a:cubicBezTo>
                  <a:cubicBezTo>
                    <a:pt x="126846" y="160585"/>
                    <a:pt x="126395" y="163288"/>
                    <a:pt x="124818" y="166893"/>
                  </a:cubicBezTo>
                  <a:close/>
                </a:path>
              </a:pathLst>
            </a:custGeom>
            <a:solidFill>
              <a:srgbClr val="E8E8E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4" name="Content Placeholder 4">
              <a:extLst>
                <a:ext uri="{FF2B5EF4-FFF2-40B4-BE49-F238E27FC236}">
                  <a16:creationId xmlns:a16="http://schemas.microsoft.com/office/drawing/2014/main" id="{E59DE16C-B00A-A2FD-0332-3C8E66A853E9}"/>
                </a:ext>
              </a:extLst>
            </p:cNvPr>
            <p:cNvSpPr/>
            <p:nvPr/>
          </p:nvSpPr>
          <p:spPr>
            <a:xfrm>
              <a:off x="10611649" y="4581333"/>
              <a:ext cx="81625" cy="24919"/>
            </a:xfrm>
            <a:custGeom>
              <a:avLst/>
              <a:gdLst>
                <a:gd name="connsiteX0" fmla="*/ 25178 w 81625"/>
                <a:gd name="connsiteY0" fmla="*/ 20181 h 24919"/>
                <a:gd name="connsiteX1" fmla="*/ 21723 w 81625"/>
                <a:gd name="connsiteY1" fmla="*/ 24761 h 24919"/>
                <a:gd name="connsiteX2" fmla="*/ 9557 w 81625"/>
                <a:gd name="connsiteY2" fmla="*/ 24086 h 24919"/>
                <a:gd name="connsiteX3" fmla="*/ 6628 w 81625"/>
                <a:gd name="connsiteY3" fmla="*/ 22959 h 24919"/>
                <a:gd name="connsiteX4" fmla="*/ 4976 w 81625"/>
                <a:gd name="connsiteY4" fmla="*/ 21308 h 24919"/>
                <a:gd name="connsiteX5" fmla="*/ 94 w 81625"/>
                <a:gd name="connsiteY5" fmla="*/ 15075 h 24919"/>
                <a:gd name="connsiteX6" fmla="*/ 1671 w 81625"/>
                <a:gd name="connsiteY6" fmla="*/ 10495 h 24919"/>
                <a:gd name="connsiteX7" fmla="*/ 6552 w 81625"/>
                <a:gd name="connsiteY7" fmla="*/ 584 h 24919"/>
                <a:gd name="connsiteX8" fmla="*/ 30960 w 81625"/>
                <a:gd name="connsiteY8" fmla="*/ 584 h 24919"/>
                <a:gd name="connsiteX9" fmla="*/ 32837 w 81625"/>
                <a:gd name="connsiteY9" fmla="*/ 7342 h 24919"/>
                <a:gd name="connsiteX10" fmla="*/ 57170 w 81625"/>
                <a:gd name="connsiteY10" fmla="*/ 10946 h 24919"/>
                <a:gd name="connsiteX11" fmla="*/ 69336 w 81625"/>
                <a:gd name="connsiteY11" fmla="*/ 12522 h 24919"/>
                <a:gd name="connsiteX12" fmla="*/ 80451 w 81625"/>
                <a:gd name="connsiteY12" fmla="*/ 14250 h 24919"/>
                <a:gd name="connsiteX13" fmla="*/ 81427 w 81625"/>
                <a:gd name="connsiteY13" fmla="*/ 17403 h 24919"/>
                <a:gd name="connsiteX14" fmla="*/ 81427 w 81625"/>
                <a:gd name="connsiteY14" fmla="*/ 19956 h 24919"/>
                <a:gd name="connsiteX15" fmla="*/ 77822 w 81625"/>
                <a:gd name="connsiteY15" fmla="*/ 22809 h 24919"/>
                <a:gd name="connsiteX16" fmla="*/ 25178 w 81625"/>
                <a:gd name="connsiteY16" fmla="*/ 20181 h 24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625" h="24919">
                  <a:moveTo>
                    <a:pt x="25178" y="20181"/>
                  </a:moveTo>
                  <a:cubicBezTo>
                    <a:pt x="28557" y="22584"/>
                    <a:pt x="23976" y="24536"/>
                    <a:pt x="21723" y="24761"/>
                  </a:cubicBezTo>
                  <a:cubicBezTo>
                    <a:pt x="17668" y="25062"/>
                    <a:pt x="13537" y="24836"/>
                    <a:pt x="9557" y="24086"/>
                  </a:cubicBezTo>
                  <a:cubicBezTo>
                    <a:pt x="8505" y="23920"/>
                    <a:pt x="7529" y="23538"/>
                    <a:pt x="6628" y="22959"/>
                  </a:cubicBezTo>
                  <a:cubicBezTo>
                    <a:pt x="5952" y="22509"/>
                    <a:pt x="5426" y="21946"/>
                    <a:pt x="4976" y="21308"/>
                  </a:cubicBezTo>
                  <a:cubicBezTo>
                    <a:pt x="3699" y="19656"/>
                    <a:pt x="620" y="17028"/>
                    <a:pt x="94" y="15075"/>
                  </a:cubicBezTo>
                  <a:cubicBezTo>
                    <a:pt x="-432" y="13123"/>
                    <a:pt x="845" y="11997"/>
                    <a:pt x="1671" y="10495"/>
                  </a:cubicBezTo>
                  <a:cubicBezTo>
                    <a:pt x="3549" y="7417"/>
                    <a:pt x="6703" y="4263"/>
                    <a:pt x="6552" y="584"/>
                  </a:cubicBezTo>
                  <a:cubicBezTo>
                    <a:pt x="15339" y="1410"/>
                    <a:pt x="23751" y="-1143"/>
                    <a:pt x="30960" y="584"/>
                  </a:cubicBezTo>
                  <a:cubicBezTo>
                    <a:pt x="31561" y="3137"/>
                    <a:pt x="33889" y="5315"/>
                    <a:pt x="32837" y="7342"/>
                  </a:cubicBezTo>
                  <a:cubicBezTo>
                    <a:pt x="41024" y="7822"/>
                    <a:pt x="49209" y="9031"/>
                    <a:pt x="57170" y="10946"/>
                  </a:cubicBezTo>
                  <a:cubicBezTo>
                    <a:pt x="61225" y="11621"/>
                    <a:pt x="65281" y="12222"/>
                    <a:pt x="69336" y="12522"/>
                  </a:cubicBezTo>
                  <a:cubicBezTo>
                    <a:pt x="73392" y="12823"/>
                    <a:pt x="78649" y="11546"/>
                    <a:pt x="80451" y="14250"/>
                  </a:cubicBezTo>
                  <a:cubicBezTo>
                    <a:pt x="81052" y="15211"/>
                    <a:pt x="81352" y="16292"/>
                    <a:pt x="81427" y="17403"/>
                  </a:cubicBezTo>
                  <a:cubicBezTo>
                    <a:pt x="81652" y="18237"/>
                    <a:pt x="81652" y="19123"/>
                    <a:pt x="81427" y="19956"/>
                  </a:cubicBezTo>
                  <a:cubicBezTo>
                    <a:pt x="80676" y="21375"/>
                    <a:pt x="79399" y="22411"/>
                    <a:pt x="77822" y="22809"/>
                  </a:cubicBezTo>
                  <a:cubicBezTo>
                    <a:pt x="60174" y="28591"/>
                    <a:pt x="42826" y="19956"/>
                    <a:pt x="25178" y="20181"/>
                  </a:cubicBezTo>
                  <a:close/>
                </a:path>
              </a:pathLst>
            </a:custGeom>
            <a:solidFill>
              <a:srgbClr val="99999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5" name="Content Placeholder 4">
              <a:extLst>
                <a:ext uri="{FF2B5EF4-FFF2-40B4-BE49-F238E27FC236}">
                  <a16:creationId xmlns:a16="http://schemas.microsoft.com/office/drawing/2014/main" id="{3A146F71-5D27-AEC1-21D2-4FEAB8F43695}"/>
                </a:ext>
              </a:extLst>
            </p:cNvPr>
            <p:cNvSpPr/>
            <p:nvPr/>
          </p:nvSpPr>
          <p:spPr>
            <a:xfrm>
              <a:off x="10540473" y="4159562"/>
              <a:ext cx="152841" cy="432896"/>
            </a:xfrm>
            <a:custGeom>
              <a:avLst/>
              <a:gdLst>
                <a:gd name="connsiteX0" fmla="*/ 152303 w 152841"/>
                <a:gd name="connsiteY0" fmla="*/ 16073 h 432896"/>
                <a:gd name="connsiteX1" fmla="*/ 144192 w 152841"/>
                <a:gd name="connsiteY1" fmla="*/ 9540 h 432896"/>
                <a:gd name="connsiteX2" fmla="*/ 74124 w 152841"/>
                <a:gd name="connsiteY2" fmla="*/ 230 h 432896"/>
                <a:gd name="connsiteX3" fmla="*/ 37250 w 152841"/>
                <a:gd name="connsiteY3" fmla="*/ 1131 h 432896"/>
                <a:gd name="connsiteX4" fmla="*/ 7210 w 152841"/>
                <a:gd name="connsiteY4" fmla="*/ 10892 h 432896"/>
                <a:gd name="connsiteX5" fmla="*/ 376 w 152841"/>
                <a:gd name="connsiteY5" fmla="*/ 52189 h 432896"/>
                <a:gd name="connsiteX6" fmla="*/ 8412 w 152841"/>
                <a:gd name="connsiteY6" fmla="*/ 129601 h 432896"/>
                <a:gd name="connsiteX7" fmla="*/ 6909 w 152841"/>
                <a:gd name="connsiteY7" fmla="*/ 432267 h 432896"/>
                <a:gd name="connsiteX8" fmla="*/ 31392 w 152841"/>
                <a:gd name="connsiteY8" fmla="*/ 432867 h 432896"/>
                <a:gd name="connsiteX9" fmla="*/ 51294 w 152841"/>
                <a:gd name="connsiteY9" fmla="*/ 334732 h 432896"/>
                <a:gd name="connsiteX10" fmla="*/ 72397 w 152841"/>
                <a:gd name="connsiteY10" fmla="*/ 230515 h 432896"/>
                <a:gd name="connsiteX11" fmla="*/ 77579 w 152841"/>
                <a:gd name="connsiteY11" fmla="*/ 426185 h 432896"/>
                <a:gd name="connsiteX12" fmla="*/ 102136 w 152841"/>
                <a:gd name="connsiteY12" fmla="*/ 426185 h 432896"/>
                <a:gd name="connsiteX13" fmla="*/ 118884 w 152841"/>
                <a:gd name="connsiteY13" fmla="*/ 327599 h 432896"/>
                <a:gd name="connsiteX14" fmla="*/ 149675 w 152841"/>
                <a:gd name="connsiteY14" fmla="*/ 55868 h 432896"/>
                <a:gd name="connsiteX15" fmla="*/ 149675 w 152841"/>
                <a:gd name="connsiteY15" fmla="*/ 55868 h 432896"/>
                <a:gd name="connsiteX16" fmla="*/ 152604 w 152841"/>
                <a:gd name="connsiteY16" fmla="*/ 22005 h 432896"/>
                <a:gd name="connsiteX17" fmla="*/ 152303 w 152841"/>
                <a:gd name="connsiteY17" fmla="*/ 16073 h 432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2841" h="432896">
                  <a:moveTo>
                    <a:pt x="152303" y="16073"/>
                  </a:moveTo>
                  <a:cubicBezTo>
                    <a:pt x="150651" y="12844"/>
                    <a:pt x="147722" y="10464"/>
                    <a:pt x="144192" y="9540"/>
                  </a:cubicBezTo>
                  <a:cubicBezTo>
                    <a:pt x="121587" y="2152"/>
                    <a:pt x="97855" y="-1001"/>
                    <a:pt x="74124" y="230"/>
                  </a:cubicBezTo>
                  <a:cubicBezTo>
                    <a:pt x="61808" y="230"/>
                    <a:pt x="49566" y="230"/>
                    <a:pt x="37250" y="1131"/>
                  </a:cubicBezTo>
                  <a:cubicBezTo>
                    <a:pt x="28689" y="1131"/>
                    <a:pt x="11341" y="1657"/>
                    <a:pt x="7210" y="10892"/>
                  </a:cubicBezTo>
                  <a:cubicBezTo>
                    <a:pt x="1307" y="23807"/>
                    <a:pt x="-1051" y="38058"/>
                    <a:pt x="376" y="52189"/>
                  </a:cubicBezTo>
                  <a:cubicBezTo>
                    <a:pt x="4957" y="71185"/>
                    <a:pt x="3305" y="105123"/>
                    <a:pt x="8412" y="129601"/>
                  </a:cubicBezTo>
                  <a:cubicBezTo>
                    <a:pt x="7863" y="230515"/>
                    <a:pt x="7360" y="331405"/>
                    <a:pt x="6909" y="432267"/>
                  </a:cubicBezTo>
                  <a:lnTo>
                    <a:pt x="31392" y="432867"/>
                  </a:lnTo>
                  <a:cubicBezTo>
                    <a:pt x="32594" y="399605"/>
                    <a:pt x="42807" y="367168"/>
                    <a:pt x="51294" y="334732"/>
                  </a:cubicBezTo>
                  <a:cubicBezTo>
                    <a:pt x="60156" y="300395"/>
                    <a:pt x="67215" y="265601"/>
                    <a:pt x="72397" y="230515"/>
                  </a:cubicBezTo>
                  <a:lnTo>
                    <a:pt x="77579" y="426185"/>
                  </a:lnTo>
                  <a:lnTo>
                    <a:pt x="102136" y="426185"/>
                  </a:lnTo>
                  <a:cubicBezTo>
                    <a:pt x="102136" y="392922"/>
                    <a:pt x="111448" y="360260"/>
                    <a:pt x="118884" y="327599"/>
                  </a:cubicBezTo>
                  <a:cubicBezTo>
                    <a:pt x="136157" y="251838"/>
                    <a:pt x="150951" y="133055"/>
                    <a:pt x="149675" y="55868"/>
                  </a:cubicBezTo>
                  <a:lnTo>
                    <a:pt x="149675" y="55868"/>
                  </a:lnTo>
                  <a:cubicBezTo>
                    <a:pt x="150425" y="44380"/>
                    <a:pt x="151026" y="33343"/>
                    <a:pt x="152604" y="22005"/>
                  </a:cubicBezTo>
                  <a:cubicBezTo>
                    <a:pt x="152979" y="20030"/>
                    <a:pt x="152829" y="18003"/>
                    <a:pt x="152303" y="16073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6" name="Content Placeholder 4">
              <a:extLst>
                <a:ext uri="{FF2B5EF4-FFF2-40B4-BE49-F238E27FC236}">
                  <a16:creationId xmlns:a16="http://schemas.microsoft.com/office/drawing/2014/main" id="{DE89F396-4DA2-65D2-9D46-59BF633D5F73}"/>
                </a:ext>
              </a:extLst>
            </p:cNvPr>
            <p:cNvSpPr/>
            <p:nvPr/>
          </p:nvSpPr>
          <p:spPr>
            <a:xfrm>
              <a:off x="10540785" y="4587928"/>
              <a:ext cx="81445" cy="25842"/>
            </a:xfrm>
            <a:custGeom>
              <a:avLst/>
              <a:gdLst>
                <a:gd name="connsiteX0" fmla="*/ 24997 w 81445"/>
                <a:gd name="connsiteY0" fmla="*/ 20119 h 25842"/>
                <a:gd name="connsiteX1" fmla="*/ 21393 w 81445"/>
                <a:gd name="connsiteY1" fmla="*/ 24624 h 25842"/>
                <a:gd name="connsiteX2" fmla="*/ 9227 w 81445"/>
                <a:gd name="connsiteY2" fmla="*/ 23648 h 25842"/>
                <a:gd name="connsiteX3" fmla="*/ 6298 w 81445"/>
                <a:gd name="connsiteY3" fmla="*/ 22522 h 25842"/>
                <a:gd name="connsiteX4" fmla="*/ 4720 w 81445"/>
                <a:gd name="connsiteY4" fmla="*/ 20795 h 25842"/>
                <a:gd name="connsiteX5" fmla="*/ 64 w 81445"/>
                <a:gd name="connsiteY5" fmla="*/ 14487 h 25842"/>
                <a:gd name="connsiteX6" fmla="*/ 1791 w 81445"/>
                <a:gd name="connsiteY6" fmla="*/ 9907 h 25842"/>
                <a:gd name="connsiteX7" fmla="*/ 6973 w 81445"/>
                <a:gd name="connsiteY7" fmla="*/ 71 h 25842"/>
                <a:gd name="connsiteX8" fmla="*/ 31381 w 81445"/>
                <a:gd name="connsiteY8" fmla="*/ 972 h 25842"/>
                <a:gd name="connsiteX9" fmla="*/ 33033 w 81445"/>
                <a:gd name="connsiteY9" fmla="*/ 7730 h 25842"/>
                <a:gd name="connsiteX10" fmla="*/ 57215 w 81445"/>
                <a:gd name="connsiteY10" fmla="*/ 11935 h 25842"/>
                <a:gd name="connsiteX11" fmla="*/ 69381 w 81445"/>
                <a:gd name="connsiteY11" fmla="*/ 13812 h 25842"/>
                <a:gd name="connsiteX12" fmla="*/ 80421 w 81445"/>
                <a:gd name="connsiteY12" fmla="*/ 15764 h 25842"/>
                <a:gd name="connsiteX13" fmla="*/ 81247 w 81445"/>
                <a:gd name="connsiteY13" fmla="*/ 18993 h 25842"/>
                <a:gd name="connsiteX14" fmla="*/ 81247 w 81445"/>
                <a:gd name="connsiteY14" fmla="*/ 21470 h 25842"/>
                <a:gd name="connsiteX15" fmla="*/ 77492 w 81445"/>
                <a:gd name="connsiteY15" fmla="*/ 24248 h 25842"/>
                <a:gd name="connsiteX16" fmla="*/ 24997 w 81445"/>
                <a:gd name="connsiteY16" fmla="*/ 20119 h 25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445" h="25842">
                  <a:moveTo>
                    <a:pt x="24997" y="20119"/>
                  </a:moveTo>
                  <a:cubicBezTo>
                    <a:pt x="28302" y="22672"/>
                    <a:pt x="23646" y="24474"/>
                    <a:pt x="21393" y="24624"/>
                  </a:cubicBezTo>
                  <a:cubicBezTo>
                    <a:pt x="17315" y="24864"/>
                    <a:pt x="13215" y="24541"/>
                    <a:pt x="9227" y="23648"/>
                  </a:cubicBezTo>
                  <a:cubicBezTo>
                    <a:pt x="8183" y="23483"/>
                    <a:pt x="7184" y="23100"/>
                    <a:pt x="6298" y="22522"/>
                  </a:cubicBezTo>
                  <a:cubicBezTo>
                    <a:pt x="5697" y="22018"/>
                    <a:pt x="5164" y="21440"/>
                    <a:pt x="4720" y="20795"/>
                  </a:cubicBezTo>
                  <a:cubicBezTo>
                    <a:pt x="3519" y="19143"/>
                    <a:pt x="515" y="16440"/>
                    <a:pt x="64" y="14487"/>
                  </a:cubicBezTo>
                  <a:cubicBezTo>
                    <a:pt x="-386" y="12535"/>
                    <a:pt x="890" y="11334"/>
                    <a:pt x="1791" y="9907"/>
                  </a:cubicBezTo>
                  <a:cubicBezTo>
                    <a:pt x="3744" y="6904"/>
                    <a:pt x="7048" y="3750"/>
                    <a:pt x="6973" y="71"/>
                  </a:cubicBezTo>
                  <a:cubicBezTo>
                    <a:pt x="15685" y="1123"/>
                    <a:pt x="24172" y="-1280"/>
                    <a:pt x="31381" y="972"/>
                  </a:cubicBezTo>
                  <a:cubicBezTo>
                    <a:pt x="31907" y="3525"/>
                    <a:pt x="34159" y="5778"/>
                    <a:pt x="33033" y="7730"/>
                  </a:cubicBezTo>
                  <a:cubicBezTo>
                    <a:pt x="41219" y="8443"/>
                    <a:pt x="49255" y="9847"/>
                    <a:pt x="57215" y="11935"/>
                  </a:cubicBezTo>
                  <a:cubicBezTo>
                    <a:pt x="61271" y="12761"/>
                    <a:pt x="65251" y="13361"/>
                    <a:pt x="69381" y="13812"/>
                  </a:cubicBezTo>
                  <a:cubicBezTo>
                    <a:pt x="73512" y="14262"/>
                    <a:pt x="78694" y="12986"/>
                    <a:pt x="80421" y="15764"/>
                  </a:cubicBezTo>
                  <a:cubicBezTo>
                    <a:pt x="80947" y="16755"/>
                    <a:pt x="81247" y="17866"/>
                    <a:pt x="81247" y="18993"/>
                  </a:cubicBezTo>
                  <a:cubicBezTo>
                    <a:pt x="81473" y="19811"/>
                    <a:pt x="81473" y="20652"/>
                    <a:pt x="81247" y="21470"/>
                  </a:cubicBezTo>
                  <a:cubicBezTo>
                    <a:pt x="80421" y="22897"/>
                    <a:pt x="79070" y="23911"/>
                    <a:pt x="77492" y="24248"/>
                  </a:cubicBezTo>
                  <a:cubicBezTo>
                    <a:pt x="59543" y="29354"/>
                    <a:pt x="42496" y="20344"/>
                    <a:pt x="24997" y="20119"/>
                  </a:cubicBezTo>
                  <a:close/>
                </a:path>
              </a:pathLst>
            </a:custGeom>
            <a:solidFill>
              <a:srgbClr val="99999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7" name="Content Placeholder 4">
              <a:extLst>
                <a:ext uri="{FF2B5EF4-FFF2-40B4-BE49-F238E27FC236}">
                  <a16:creationId xmlns:a16="http://schemas.microsoft.com/office/drawing/2014/main" id="{120366FC-22CA-203C-8C11-FBEC938A389C}"/>
                </a:ext>
              </a:extLst>
            </p:cNvPr>
            <p:cNvSpPr/>
            <p:nvPr/>
          </p:nvSpPr>
          <p:spPr>
            <a:xfrm>
              <a:off x="10621085" y="3813757"/>
              <a:ext cx="91697" cy="112251"/>
            </a:xfrm>
            <a:custGeom>
              <a:avLst/>
              <a:gdLst>
                <a:gd name="connsiteX0" fmla="*/ 32714 w 91697"/>
                <a:gd name="connsiteY0" fmla="*/ 2599 h 112251"/>
                <a:gd name="connsiteX1" fmla="*/ 14991 w 91697"/>
                <a:gd name="connsiteY1" fmla="*/ 27602 h 112251"/>
                <a:gd name="connsiteX2" fmla="*/ 2975 w 91697"/>
                <a:gd name="connsiteY2" fmla="*/ 63793 h 112251"/>
                <a:gd name="connsiteX3" fmla="*/ -29 w 91697"/>
                <a:gd name="connsiteY3" fmla="*/ 91724 h 112251"/>
                <a:gd name="connsiteX4" fmla="*/ 47509 w 91697"/>
                <a:gd name="connsiteY4" fmla="*/ 112222 h 112251"/>
                <a:gd name="connsiteX5" fmla="*/ 91442 w 91697"/>
                <a:gd name="connsiteY5" fmla="*/ 26175 h 112251"/>
                <a:gd name="connsiteX6" fmla="*/ 91442 w 91697"/>
                <a:gd name="connsiteY6" fmla="*/ 23022 h 112251"/>
                <a:gd name="connsiteX7" fmla="*/ 88964 w 91697"/>
                <a:gd name="connsiteY7" fmla="*/ 20469 h 112251"/>
                <a:gd name="connsiteX8" fmla="*/ 43379 w 91697"/>
                <a:gd name="connsiteY8" fmla="*/ 947 h 112251"/>
                <a:gd name="connsiteX9" fmla="*/ 38197 w 91697"/>
                <a:gd name="connsiteY9" fmla="*/ -29 h 112251"/>
                <a:gd name="connsiteX10" fmla="*/ 32714 w 91697"/>
                <a:gd name="connsiteY10" fmla="*/ 2599 h 1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697" h="112251">
                  <a:moveTo>
                    <a:pt x="32714" y="2599"/>
                  </a:moveTo>
                  <a:cubicBezTo>
                    <a:pt x="24979" y="9469"/>
                    <a:pt x="18896" y="18021"/>
                    <a:pt x="14991" y="27602"/>
                  </a:cubicBezTo>
                  <a:cubicBezTo>
                    <a:pt x="8683" y="38767"/>
                    <a:pt x="4552" y="51058"/>
                    <a:pt x="2975" y="63793"/>
                  </a:cubicBezTo>
                  <a:cubicBezTo>
                    <a:pt x="2374" y="73253"/>
                    <a:pt x="4327" y="83314"/>
                    <a:pt x="-29" y="91724"/>
                  </a:cubicBezTo>
                  <a:cubicBezTo>
                    <a:pt x="16117" y="97881"/>
                    <a:pt x="31963" y="104714"/>
                    <a:pt x="47509" y="112222"/>
                  </a:cubicBezTo>
                  <a:cubicBezTo>
                    <a:pt x="69739" y="88112"/>
                    <a:pt x="84984" y="58341"/>
                    <a:pt x="91442" y="26175"/>
                  </a:cubicBezTo>
                  <a:cubicBezTo>
                    <a:pt x="91743" y="25147"/>
                    <a:pt x="91743" y="24050"/>
                    <a:pt x="91442" y="23022"/>
                  </a:cubicBezTo>
                  <a:cubicBezTo>
                    <a:pt x="90917" y="21918"/>
                    <a:pt x="90091" y="21017"/>
                    <a:pt x="88964" y="20469"/>
                  </a:cubicBezTo>
                  <a:cubicBezTo>
                    <a:pt x="74695" y="11924"/>
                    <a:pt x="59375" y="5354"/>
                    <a:pt x="43379" y="947"/>
                  </a:cubicBezTo>
                  <a:cubicBezTo>
                    <a:pt x="41726" y="286"/>
                    <a:pt x="39999" y="-44"/>
                    <a:pt x="38197" y="-29"/>
                  </a:cubicBezTo>
                  <a:cubicBezTo>
                    <a:pt x="36169" y="331"/>
                    <a:pt x="34291" y="1240"/>
                    <a:pt x="32714" y="2599"/>
                  </a:cubicBezTo>
                  <a:close/>
                </a:path>
              </a:pathLst>
            </a:custGeom>
            <a:solidFill>
              <a:srgbClr val="EADDD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8" name="Content Placeholder 4">
              <a:extLst>
                <a:ext uri="{FF2B5EF4-FFF2-40B4-BE49-F238E27FC236}">
                  <a16:creationId xmlns:a16="http://schemas.microsoft.com/office/drawing/2014/main" id="{F1E7CF63-71E6-23B6-5459-4806B3DD03FC}"/>
                </a:ext>
              </a:extLst>
            </p:cNvPr>
            <p:cNvSpPr/>
            <p:nvPr/>
          </p:nvSpPr>
          <p:spPr>
            <a:xfrm>
              <a:off x="10542080" y="3911238"/>
              <a:ext cx="149326" cy="285675"/>
            </a:xfrm>
            <a:custGeom>
              <a:avLst/>
              <a:gdLst>
                <a:gd name="connsiteX0" fmla="*/ 149269 w 149326"/>
                <a:gd name="connsiteY0" fmla="*/ 243749 h 285675"/>
                <a:gd name="connsiteX1" fmla="*/ 148368 w 149326"/>
                <a:gd name="connsiteY1" fmla="*/ 193667 h 285675"/>
                <a:gd name="connsiteX2" fmla="*/ 143937 w 149326"/>
                <a:gd name="connsiteY2" fmla="*/ 79088 h 285675"/>
                <a:gd name="connsiteX3" fmla="*/ 140107 w 149326"/>
                <a:gd name="connsiteY3" fmla="*/ 32836 h 285675"/>
                <a:gd name="connsiteX4" fmla="*/ 117577 w 149326"/>
                <a:gd name="connsiteY4" fmla="*/ 19546 h 285675"/>
                <a:gd name="connsiteX5" fmla="*/ 110067 w 149326"/>
                <a:gd name="connsiteY5" fmla="*/ 17369 h 285675"/>
                <a:gd name="connsiteX6" fmla="*/ 102557 w 149326"/>
                <a:gd name="connsiteY6" fmla="*/ 14741 h 285675"/>
                <a:gd name="connsiteX7" fmla="*/ 66809 w 149326"/>
                <a:gd name="connsiteY7" fmla="*/ 1000 h 285675"/>
                <a:gd name="connsiteX8" fmla="*/ 61327 w 149326"/>
                <a:gd name="connsiteY8" fmla="*/ 24 h 285675"/>
                <a:gd name="connsiteX9" fmla="*/ 57497 w 149326"/>
                <a:gd name="connsiteY9" fmla="*/ 2202 h 285675"/>
                <a:gd name="connsiteX10" fmla="*/ 23101 w 149326"/>
                <a:gd name="connsiteY10" fmla="*/ 75784 h 285675"/>
                <a:gd name="connsiteX11" fmla="*/ -29 w 149326"/>
                <a:gd name="connsiteY11" fmla="*/ 257339 h 285675"/>
                <a:gd name="connsiteX12" fmla="*/ 15441 w 149326"/>
                <a:gd name="connsiteY12" fmla="*/ 273782 h 285675"/>
                <a:gd name="connsiteX13" fmla="*/ 70339 w 149326"/>
                <a:gd name="connsiteY13" fmla="*/ 285646 h 285675"/>
                <a:gd name="connsiteX14" fmla="*/ 128992 w 149326"/>
                <a:gd name="connsiteY14" fmla="*/ 279339 h 285675"/>
                <a:gd name="connsiteX15" fmla="*/ 149269 w 149326"/>
                <a:gd name="connsiteY15" fmla="*/ 243749 h 285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9326" h="285675">
                  <a:moveTo>
                    <a:pt x="149269" y="243749"/>
                  </a:moveTo>
                  <a:cubicBezTo>
                    <a:pt x="148518" y="227080"/>
                    <a:pt x="148218" y="210336"/>
                    <a:pt x="148368" y="193667"/>
                  </a:cubicBezTo>
                  <a:cubicBezTo>
                    <a:pt x="148368" y="155374"/>
                    <a:pt x="146716" y="117306"/>
                    <a:pt x="143937" y="79088"/>
                  </a:cubicBezTo>
                  <a:cubicBezTo>
                    <a:pt x="142811" y="63621"/>
                    <a:pt x="141534" y="48206"/>
                    <a:pt x="140107" y="32836"/>
                  </a:cubicBezTo>
                  <a:cubicBezTo>
                    <a:pt x="139581" y="26754"/>
                    <a:pt x="122083" y="20522"/>
                    <a:pt x="117577" y="19546"/>
                  </a:cubicBezTo>
                  <a:cubicBezTo>
                    <a:pt x="115023" y="18990"/>
                    <a:pt x="112545" y="18262"/>
                    <a:pt x="110067" y="17369"/>
                  </a:cubicBezTo>
                  <a:lnTo>
                    <a:pt x="102557" y="14741"/>
                  </a:lnTo>
                  <a:lnTo>
                    <a:pt x="66809" y="1000"/>
                  </a:lnTo>
                  <a:cubicBezTo>
                    <a:pt x="65082" y="167"/>
                    <a:pt x="63205" y="-171"/>
                    <a:pt x="61327" y="24"/>
                  </a:cubicBezTo>
                  <a:cubicBezTo>
                    <a:pt x="59900" y="422"/>
                    <a:pt x="58549" y="1165"/>
                    <a:pt x="57497" y="2202"/>
                  </a:cubicBezTo>
                  <a:cubicBezTo>
                    <a:pt x="34967" y="20072"/>
                    <a:pt x="29184" y="49280"/>
                    <a:pt x="23101" y="75784"/>
                  </a:cubicBezTo>
                  <a:cubicBezTo>
                    <a:pt x="9373" y="135386"/>
                    <a:pt x="1623" y="196205"/>
                    <a:pt x="-29" y="257339"/>
                  </a:cubicBezTo>
                  <a:cubicBezTo>
                    <a:pt x="3192" y="264359"/>
                    <a:pt x="8622" y="270141"/>
                    <a:pt x="15441" y="273782"/>
                  </a:cubicBezTo>
                  <a:cubicBezTo>
                    <a:pt x="27307" y="280615"/>
                    <a:pt x="70339" y="285646"/>
                    <a:pt x="70339" y="285646"/>
                  </a:cubicBezTo>
                  <a:lnTo>
                    <a:pt x="128992" y="279339"/>
                  </a:lnTo>
                  <a:cubicBezTo>
                    <a:pt x="128992" y="279339"/>
                    <a:pt x="150171" y="272656"/>
                    <a:pt x="149269" y="243749"/>
                  </a:cubicBezTo>
                  <a:close/>
                </a:path>
              </a:pathLst>
            </a:custGeom>
            <a:solidFill>
              <a:srgbClr val="EFEFE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9" name="Content Placeholder 4">
              <a:extLst>
                <a:ext uri="{FF2B5EF4-FFF2-40B4-BE49-F238E27FC236}">
                  <a16:creationId xmlns:a16="http://schemas.microsoft.com/office/drawing/2014/main" id="{653D063E-2BF6-FA6C-F8BE-92D8631D8055}"/>
                </a:ext>
              </a:extLst>
            </p:cNvPr>
            <p:cNvSpPr/>
            <p:nvPr/>
          </p:nvSpPr>
          <p:spPr>
            <a:xfrm>
              <a:off x="10757496" y="4092986"/>
              <a:ext cx="45138" cy="71567"/>
            </a:xfrm>
            <a:custGeom>
              <a:avLst/>
              <a:gdLst>
                <a:gd name="connsiteX0" fmla="*/ 12558 w 45138"/>
                <a:gd name="connsiteY0" fmla="*/ 13121 h 71567"/>
                <a:gd name="connsiteX1" fmla="*/ 16613 w 45138"/>
                <a:gd name="connsiteY1" fmla="*/ 2684 h 71567"/>
                <a:gd name="connsiteX2" fmla="*/ 26902 w 45138"/>
                <a:gd name="connsiteY2" fmla="*/ 431 h 71567"/>
                <a:gd name="connsiteX3" fmla="*/ 38393 w 45138"/>
                <a:gd name="connsiteY3" fmla="*/ 3660 h 71567"/>
                <a:gd name="connsiteX4" fmla="*/ 44701 w 45138"/>
                <a:gd name="connsiteY4" fmla="*/ 7339 h 71567"/>
                <a:gd name="connsiteX5" fmla="*/ 43875 w 45138"/>
                <a:gd name="connsiteY5" fmla="*/ 15824 h 71567"/>
                <a:gd name="connsiteX6" fmla="*/ 29981 w 45138"/>
                <a:gd name="connsiteY6" fmla="*/ 65229 h 71567"/>
                <a:gd name="connsiteX7" fmla="*/ 26452 w 45138"/>
                <a:gd name="connsiteY7" fmla="*/ 71011 h 71567"/>
                <a:gd name="connsiteX8" fmla="*/ 22846 w 45138"/>
                <a:gd name="connsiteY8" fmla="*/ 71386 h 71567"/>
                <a:gd name="connsiteX9" fmla="*/ 316 w 45138"/>
                <a:gd name="connsiteY9" fmla="*/ 56369 h 71567"/>
                <a:gd name="connsiteX10" fmla="*/ 12558 w 45138"/>
                <a:gd name="connsiteY10" fmla="*/ 13121 h 71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5138" h="71567">
                  <a:moveTo>
                    <a:pt x="12558" y="13121"/>
                  </a:moveTo>
                  <a:cubicBezTo>
                    <a:pt x="12934" y="9336"/>
                    <a:pt x="14360" y="5732"/>
                    <a:pt x="16613" y="2684"/>
                  </a:cubicBezTo>
                  <a:cubicBezTo>
                    <a:pt x="19392" y="199"/>
                    <a:pt x="23297" y="-650"/>
                    <a:pt x="26902" y="431"/>
                  </a:cubicBezTo>
                  <a:cubicBezTo>
                    <a:pt x="30807" y="1100"/>
                    <a:pt x="34713" y="2181"/>
                    <a:pt x="38393" y="3660"/>
                  </a:cubicBezTo>
                  <a:cubicBezTo>
                    <a:pt x="39969" y="4261"/>
                    <a:pt x="43724" y="5612"/>
                    <a:pt x="44701" y="7339"/>
                  </a:cubicBezTo>
                  <a:cubicBezTo>
                    <a:pt x="45677" y="9066"/>
                    <a:pt x="44701" y="12820"/>
                    <a:pt x="43875" y="15824"/>
                  </a:cubicBezTo>
                  <a:cubicBezTo>
                    <a:pt x="38843" y="33844"/>
                    <a:pt x="35388" y="49011"/>
                    <a:pt x="29981" y="65229"/>
                  </a:cubicBezTo>
                  <a:cubicBezTo>
                    <a:pt x="29455" y="67497"/>
                    <a:pt x="28254" y="69539"/>
                    <a:pt x="26452" y="71011"/>
                  </a:cubicBezTo>
                  <a:cubicBezTo>
                    <a:pt x="25325" y="71544"/>
                    <a:pt x="24048" y="71679"/>
                    <a:pt x="22846" y="71386"/>
                  </a:cubicBezTo>
                  <a:cubicBezTo>
                    <a:pt x="16463" y="70560"/>
                    <a:pt x="-2837" y="68383"/>
                    <a:pt x="316" y="56369"/>
                  </a:cubicBezTo>
                  <a:cubicBezTo>
                    <a:pt x="4147" y="41878"/>
                    <a:pt x="9479" y="27987"/>
                    <a:pt x="12558" y="13121"/>
                  </a:cubicBezTo>
                  <a:close/>
                </a:path>
              </a:pathLst>
            </a:custGeom>
            <a:solidFill>
              <a:srgbClr val="3D3D3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0" name="Content Placeholder 4">
              <a:extLst>
                <a:ext uri="{FF2B5EF4-FFF2-40B4-BE49-F238E27FC236}">
                  <a16:creationId xmlns:a16="http://schemas.microsoft.com/office/drawing/2014/main" id="{0120AEA0-5DB7-7E2A-AA6D-22C140B8CB2B}"/>
                </a:ext>
              </a:extLst>
            </p:cNvPr>
            <p:cNvSpPr/>
            <p:nvPr/>
          </p:nvSpPr>
          <p:spPr>
            <a:xfrm>
              <a:off x="10762048" y="4098705"/>
              <a:ext cx="37739" cy="51197"/>
            </a:xfrm>
            <a:custGeom>
              <a:avLst/>
              <a:gdLst>
                <a:gd name="connsiteX0" fmla="*/ 10785 w 37739"/>
                <a:gd name="connsiteY0" fmla="*/ 4398 h 51197"/>
                <a:gd name="connsiteX1" fmla="*/ 12888 w 37739"/>
                <a:gd name="connsiteY1" fmla="*/ 794 h 51197"/>
                <a:gd name="connsiteX2" fmla="*/ 16793 w 37739"/>
                <a:gd name="connsiteY2" fmla="*/ 118 h 51197"/>
                <a:gd name="connsiteX3" fmla="*/ 32789 w 37739"/>
                <a:gd name="connsiteY3" fmla="*/ 3872 h 51197"/>
                <a:gd name="connsiteX4" fmla="*/ 36319 w 37739"/>
                <a:gd name="connsiteY4" fmla="*/ 5449 h 51197"/>
                <a:gd name="connsiteX5" fmla="*/ 37596 w 37739"/>
                <a:gd name="connsiteY5" fmla="*/ 7401 h 51197"/>
                <a:gd name="connsiteX6" fmla="*/ 36319 w 37739"/>
                <a:gd name="connsiteY6" fmla="*/ 14384 h 51197"/>
                <a:gd name="connsiteX7" fmla="*/ 34441 w 37739"/>
                <a:gd name="connsiteY7" fmla="*/ 20841 h 51197"/>
                <a:gd name="connsiteX8" fmla="*/ 32414 w 37739"/>
                <a:gd name="connsiteY8" fmla="*/ 28350 h 51197"/>
                <a:gd name="connsiteX9" fmla="*/ 29710 w 37739"/>
                <a:gd name="connsiteY9" fmla="*/ 38862 h 51197"/>
                <a:gd name="connsiteX10" fmla="*/ 27908 w 37739"/>
                <a:gd name="connsiteY10" fmla="*/ 46370 h 51197"/>
                <a:gd name="connsiteX11" fmla="*/ 26556 w 37739"/>
                <a:gd name="connsiteY11" fmla="*/ 49749 h 51197"/>
                <a:gd name="connsiteX12" fmla="*/ 22951 w 37739"/>
                <a:gd name="connsiteY12" fmla="*/ 51101 h 51197"/>
                <a:gd name="connsiteX13" fmla="*/ 15441 w 37739"/>
                <a:gd name="connsiteY13" fmla="*/ 49373 h 51197"/>
                <a:gd name="connsiteX14" fmla="*/ 4251 w 37739"/>
                <a:gd name="connsiteY14" fmla="*/ 46070 h 51197"/>
                <a:gd name="connsiteX15" fmla="*/ -29 w 37739"/>
                <a:gd name="connsiteY15" fmla="*/ 43067 h 51197"/>
                <a:gd name="connsiteX16" fmla="*/ 1173 w 37739"/>
                <a:gd name="connsiteY16" fmla="*/ 39087 h 51197"/>
                <a:gd name="connsiteX17" fmla="*/ 2524 w 37739"/>
                <a:gd name="connsiteY17" fmla="*/ 34281 h 51197"/>
                <a:gd name="connsiteX18" fmla="*/ 7631 w 37739"/>
                <a:gd name="connsiteY18" fmla="*/ 15135 h 51197"/>
                <a:gd name="connsiteX19" fmla="*/ 10785 w 37739"/>
                <a:gd name="connsiteY19" fmla="*/ 4398 h 51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739" h="51197">
                  <a:moveTo>
                    <a:pt x="10785" y="4398"/>
                  </a:moveTo>
                  <a:cubicBezTo>
                    <a:pt x="11161" y="3046"/>
                    <a:pt x="11911" y="1815"/>
                    <a:pt x="12888" y="794"/>
                  </a:cubicBezTo>
                  <a:cubicBezTo>
                    <a:pt x="14014" y="28"/>
                    <a:pt x="15441" y="-220"/>
                    <a:pt x="16793" y="118"/>
                  </a:cubicBezTo>
                  <a:cubicBezTo>
                    <a:pt x="22200" y="1057"/>
                    <a:pt x="27533" y="2310"/>
                    <a:pt x="32789" y="3872"/>
                  </a:cubicBezTo>
                  <a:cubicBezTo>
                    <a:pt x="34066" y="4127"/>
                    <a:pt x="35267" y="4668"/>
                    <a:pt x="36319" y="5449"/>
                  </a:cubicBezTo>
                  <a:cubicBezTo>
                    <a:pt x="36845" y="6005"/>
                    <a:pt x="37295" y="6673"/>
                    <a:pt x="37596" y="7401"/>
                  </a:cubicBezTo>
                  <a:cubicBezTo>
                    <a:pt x="38121" y="9654"/>
                    <a:pt x="36695" y="11906"/>
                    <a:pt x="36319" y="14384"/>
                  </a:cubicBezTo>
                  <a:cubicBezTo>
                    <a:pt x="35794" y="16569"/>
                    <a:pt x="35192" y="18724"/>
                    <a:pt x="34441" y="20841"/>
                  </a:cubicBezTo>
                  <a:cubicBezTo>
                    <a:pt x="33841" y="23244"/>
                    <a:pt x="33090" y="25572"/>
                    <a:pt x="32414" y="28350"/>
                  </a:cubicBezTo>
                  <a:cubicBezTo>
                    <a:pt x="31738" y="31128"/>
                    <a:pt x="30461" y="35333"/>
                    <a:pt x="29710" y="38862"/>
                  </a:cubicBezTo>
                  <a:cubicBezTo>
                    <a:pt x="28959" y="42391"/>
                    <a:pt x="28359" y="43892"/>
                    <a:pt x="27908" y="46370"/>
                  </a:cubicBezTo>
                  <a:cubicBezTo>
                    <a:pt x="27757" y="47587"/>
                    <a:pt x="27307" y="48750"/>
                    <a:pt x="26556" y="49749"/>
                  </a:cubicBezTo>
                  <a:cubicBezTo>
                    <a:pt x="25730" y="50845"/>
                    <a:pt x="24303" y="51363"/>
                    <a:pt x="22951" y="51101"/>
                  </a:cubicBezTo>
                  <a:cubicBezTo>
                    <a:pt x="20398" y="50748"/>
                    <a:pt x="17920" y="50169"/>
                    <a:pt x="15441" y="49373"/>
                  </a:cubicBezTo>
                  <a:lnTo>
                    <a:pt x="4251" y="46070"/>
                  </a:lnTo>
                  <a:cubicBezTo>
                    <a:pt x="2900" y="45694"/>
                    <a:pt x="46" y="45319"/>
                    <a:pt x="-29" y="43067"/>
                  </a:cubicBezTo>
                  <a:cubicBezTo>
                    <a:pt x="196" y="41692"/>
                    <a:pt x="571" y="40349"/>
                    <a:pt x="1173" y="39087"/>
                  </a:cubicBezTo>
                  <a:lnTo>
                    <a:pt x="2524" y="34281"/>
                  </a:lnTo>
                  <a:cubicBezTo>
                    <a:pt x="4326" y="27899"/>
                    <a:pt x="5829" y="21517"/>
                    <a:pt x="7631" y="15135"/>
                  </a:cubicBezTo>
                  <a:cubicBezTo>
                    <a:pt x="8457" y="11306"/>
                    <a:pt x="9584" y="7852"/>
                    <a:pt x="10785" y="4398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1" name="Content Placeholder 4">
              <a:extLst>
                <a:ext uri="{FF2B5EF4-FFF2-40B4-BE49-F238E27FC236}">
                  <a16:creationId xmlns:a16="http://schemas.microsoft.com/office/drawing/2014/main" id="{24967FB4-9F8B-3CFB-F5B8-A4E0498C4A0D}"/>
                </a:ext>
              </a:extLst>
            </p:cNvPr>
            <p:cNvSpPr/>
            <p:nvPr/>
          </p:nvSpPr>
          <p:spPr>
            <a:xfrm>
              <a:off x="10786204" y="4097501"/>
              <a:ext cx="6497" cy="2239"/>
            </a:xfrm>
            <a:custGeom>
              <a:avLst/>
              <a:gdLst>
                <a:gd name="connsiteX0" fmla="*/ 5929 w 6497"/>
                <a:gd name="connsiteY0" fmla="*/ 1247 h 2239"/>
                <a:gd name="connsiteX1" fmla="*/ 4652 w 6497"/>
                <a:gd name="connsiteY1" fmla="*/ 796 h 2239"/>
                <a:gd name="connsiteX2" fmla="*/ 1648 w 6497"/>
                <a:gd name="connsiteY2" fmla="*/ -30 h 2239"/>
                <a:gd name="connsiteX3" fmla="*/ 71 w 6497"/>
                <a:gd name="connsiteY3" fmla="*/ -30 h 2239"/>
                <a:gd name="connsiteX4" fmla="*/ 71 w 6497"/>
                <a:gd name="connsiteY4" fmla="*/ 496 h 2239"/>
                <a:gd name="connsiteX5" fmla="*/ 6230 w 6497"/>
                <a:gd name="connsiteY5" fmla="*/ 1998 h 2239"/>
                <a:gd name="connsiteX6" fmla="*/ 5929 w 6497"/>
                <a:gd name="connsiteY6" fmla="*/ 1247 h 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497" h="2239">
                  <a:moveTo>
                    <a:pt x="5929" y="1247"/>
                  </a:moveTo>
                  <a:cubicBezTo>
                    <a:pt x="5553" y="1022"/>
                    <a:pt x="5103" y="864"/>
                    <a:pt x="4652" y="796"/>
                  </a:cubicBezTo>
                  <a:lnTo>
                    <a:pt x="1648" y="-30"/>
                  </a:lnTo>
                  <a:cubicBezTo>
                    <a:pt x="1047" y="-30"/>
                    <a:pt x="297" y="-30"/>
                    <a:pt x="71" y="-30"/>
                  </a:cubicBezTo>
                  <a:cubicBezTo>
                    <a:pt x="-155" y="-30"/>
                    <a:pt x="71" y="346"/>
                    <a:pt x="71" y="496"/>
                  </a:cubicBezTo>
                  <a:cubicBezTo>
                    <a:pt x="71" y="646"/>
                    <a:pt x="5703" y="2899"/>
                    <a:pt x="6230" y="1998"/>
                  </a:cubicBezTo>
                  <a:cubicBezTo>
                    <a:pt x="6755" y="1097"/>
                    <a:pt x="6304" y="1472"/>
                    <a:pt x="5929" y="1247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2" name="Content Placeholder 4">
              <a:extLst>
                <a:ext uri="{FF2B5EF4-FFF2-40B4-BE49-F238E27FC236}">
                  <a16:creationId xmlns:a16="http://schemas.microsoft.com/office/drawing/2014/main" id="{CA67C2D2-4BCC-0310-D50F-8E58C50A29F2}"/>
                </a:ext>
              </a:extLst>
            </p:cNvPr>
            <p:cNvSpPr/>
            <p:nvPr/>
          </p:nvSpPr>
          <p:spPr>
            <a:xfrm>
              <a:off x="10784672" y="4096966"/>
              <a:ext cx="1272" cy="1294"/>
            </a:xfrm>
            <a:custGeom>
              <a:avLst/>
              <a:gdLst>
                <a:gd name="connsiteX0" fmla="*/ 1154 w 1272"/>
                <a:gd name="connsiteY0" fmla="*/ 55 h 1294"/>
                <a:gd name="connsiteX1" fmla="*/ 628 w 1272"/>
                <a:gd name="connsiteY1" fmla="*/ 55 h 1294"/>
                <a:gd name="connsiteX2" fmla="*/ 27 w 1272"/>
                <a:gd name="connsiteY2" fmla="*/ 580 h 1294"/>
                <a:gd name="connsiteX3" fmla="*/ 27 w 1272"/>
                <a:gd name="connsiteY3" fmla="*/ 1106 h 1294"/>
                <a:gd name="connsiteX4" fmla="*/ 778 w 1272"/>
                <a:gd name="connsiteY4" fmla="*/ 1113 h 1294"/>
                <a:gd name="connsiteX5" fmla="*/ 778 w 1272"/>
                <a:gd name="connsiteY5" fmla="*/ 1106 h 1294"/>
                <a:gd name="connsiteX6" fmla="*/ 1229 w 1272"/>
                <a:gd name="connsiteY6" fmla="*/ 130 h 1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72" h="1294">
                  <a:moveTo>
                    <a:pt x="1154" y="55"/>
                  </a:moveTo>
                  <a:cubicBezTo>
                    <a:pt x="1003" y="-58"/>
                    <a:pt x="778" y="-58"/>
                    <a:pt x="628" y="55"/>
                  </a:cubicBezTo>
                  <a:cubicBezTo>
                    <a:pt x="402" y="145"/>
                    <a:pt x="177" y="333"/>
                    <a:pt x="27" y="580"/>
                  </a:cubicBezTo>
                  <a:cubicBezTo>
                    <a:pt x="-48" y="745"/>
                    <a:pt x="-48" y="941"/>
                    <a:pt x="27" y="1106"/>
                  </a:cubicBezTo>
                  <a:cubicBezTo>
                    <a:pt x="253" y="1316"/>
                    <a:pt x="552" y="1316"/>
                    <a:pt x="778" y="1113"/>
                  </a:cubicBezTo>
                  <a:cubicBezTo>
                    <a:pt x="778" y="1113"/>
                    <a:pt x="778" y="1106"/>
                    <a:pt x="778" y="1106"/>
                  </a:cubicBezTo>
                  <a:cubicBezTo>
                    <a:pt x="1079" y="888"/>
                    <a:pt x="1303" y="513"/>
                    <a:pt x="1229" y="130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3" name="Content Placeholder 4">
              <a:extLst>
                <a:ext uri="{FF2B5EF4-FFF2-40B4-BE49-F238E27FC236}">
                  <a16:creationId xmlns:a16="http://schemas.microsoft.com/office/drawing/2014/main" id="{4A829A4C-7F7B-0896-F635-9B7575C988FB}"/>
                </a:ext>
              </a:extLst>
            </p:cNvPr>
            <p:cNvSpPr/>
            <p:nvPr/>
          </p:nvSpPr>
          <p:spPr>
            <a:xfrm>
              <a:off x="10770270" y="4151488"/>
              <a:ext cx="5295" cy="6081"/>
            </a:xfrm>
            <a:custGeom>
              <a:avLst/>
              <a:gdLst>
                <a:gd name="connsiteX0" fmla="*/ 1436 w 5295"/>
                <a:gd name="connsiteY0" fmla="*/ 195 h 6081"/>
                <a:gd name="connsiteX1" fmla="*/ 9 w 5295"/>
                <a:gd name="connsiteY1" fmla="*/ 1696 h 6081"/>
                <a:gd name="connsiteX2" fmla="*/ 9 w 5295"/>
                <a:gd name="connsiteY2" fmla="*/ 2748 h 6081"/>
                <a:gd name="connsiteX3" fmla="*/ 760 w 5295"/>
                <a:gd name="connsiteY3" fmla="*/ 5075 h 6081"/>
                <a:gd name="connsiteX4" fmla="*/ 2863 w 5295"/>
                <a:gd name="connsiteY4" fmla="*/ 6051 h 6081"/>
                <a:gd name="connsiteX5" fmla="*/ 3463 w 5295"/>
                <a:gd name="connsiteY5" fmla="*/ 6051 h 6081"/>
                <a:gd name="connsiteX6" fmla="*/ 4065 w 5295"/>
                <a:gd name="connsiteY6" fmla="*/ 5601 h 6081"/>
                <a:gd name="connsiteX7" fmla="*/ 5267 w 5295"/>
                <a:gd name="connsiteY7" fmla="*/ 2898 h 6081"/>
                <a:gd name="connsiteX8" fmla="*/ 1436 w 5295"/>
                <a:gd name="connsiteY8" fmla="*/ 195 h 6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295" h="6081">
                  <a:moveTo>
                    <a:pt x="1436" y="195"/>
                  </a:moveTo>
                  <a:cubicBezTo>
                    <a:pt x="835" y="555"/>
                    <a:pt x="310" y="1073"/>
                    <a:pt x="9" y="1696"/>
                  </a:cubicBezTo>
                  <a:cubicBezTo>
                    <a:pt x="9" y="2049"/>
                    <a:pt x="9" y="2395"/>
                    <a:pt x="9" y="2748"/>
                  </a:cubicBezTo>
                  <a:cubicBezTo>
                    <a:pt x="-141" y="3596"/>
                    <a:pt x="159" y="4467"/>
                    <a:pt x="760" y="5075"/>
                  </a:cubicBezTo>
                  <a:cubicBezTo>
                    <a:pt x="1286" y="5661"/>
                    <a:pt x="2037" y="6014"/>
                    <a:pt x="2863" y="6051"/>
                  </a:cubicBezTo>
                  <a:lnTo>
                    <a:pt x="3463" y="6051"/>
                  </a:lnTo>
                  <a:cubicBezTo>
                    <a:pt x="3689" y="5946"/>
                    <a:pt x="3914" y="5789"/>
                    <a:pt x="4065" y="5601"/>
                  </a:cubicBezTo>
                  <a:cubicBezTo>
                    <a:pt x="4816" y="4902"/>
                    <a:pt x="5267" y="3926"/>
                    <a:pt x="5267" y="2898"/>
                  </a:cubicBezTo>
                  <a:cubicBezTo>
                    <a:pt x="4891" y="946"/>
                    <a:pt x="3164" y="-631"/>
                    <a:pt x="1436" y="195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4" name="Content Placeholder 4">
              <a:extLst>
                <a:ext uri="{FF2B5EF4-FFF2-40B4-BE49-F238E27FC236}">
                  <a16:creationId xmlns:a16="http://schemas.microsoft.com/office/drawing/2014/main" id="{789F3C5F-A7DB-26D5-088D-50916767652A}"/>
                </a:ext>
              </a:extLst>
            </p:cNvPr>
            <p:cNvSpPr/>
            <p:nvPr/>
          </p:nvSpPr>
          <p:spPr>
            <a:xfrm>
              <a:off x="10603948" y="3851739"/>
              <a:ext cx="60194" cy="48674"/>
            </a:xfrm>
            <a:custGeom>
              <a:avLst/>
              <a:gdLst>
                <a:gd name="connsiteX0" fmla="*/ 55033 w 60194"/>
                <a:gd name="connsiteY0" fmla="*/ 18152 h 48674"/>
                <a:gd name="connsiteX1" fmla="*/ 45496 w 60194"/>
                <a:gd name="connsiteY1" fmla="*/ 12971 h 48674"/>
                <a:gd name="connsiteX2" fmla="*/ 39037 w 60194"/>
                <a:gd name="connsiteY2" fmla="*/ 20480 h 48674"/>
                <a:gd name="connsiteX3" fmla="*/ 39037 w 60194"/>
                <a:gd name="connsiteY3" fmla="*/ 30841 h 48674"/>
                <a:gd name="connsiteX4" fmla="*/ 38512 w 60194"/>
                <a:gd name="connsiteY4" fmla="*/ 32944 h 48674"/>
                <a:gd name="connsiteX5" fmla="*/ 36333 w 60194"/>
                <a:gd name="connsiteY5" fmla="*/ 33619 h 48674"/>
                <a:gd name="connsiteX6" fmla="*/ 28823 w 60194"/>
                <a:gd name="connsiteY6" fmla="*/ 38124 h 48674"/>
                <a:gd name="connsiteX7" fmla="*/ 25068 w 60194"/>
                <a:gd name="connsiteY7" fmla="*/ 43981 h 48674"/>
                <a:gd name="connsiteX8" fmla="*/ 16432 w 60194"/>
                <a:gd name="connsiteY8" fmla="*/ 47585 h 48674"/>
                <a:gd name="connsiteX9" fmla="*/ 7270 w 60194"/>
                <a:gd name="connsiteY9" fmla="*/ 48486 h 48674"/>
                <a:gd name="connsiteX10" fmla="*/ 436 w 60194"/>
                <a:gd name="connsiteY10" fmla="*/ 46459 h 48674"/>
                <a:gd name="connsiteX11" fmla="*/ -15 w 60194"/>
                <a:gd name="connsiteY11" fmla="*/ 45107 h 48674"/>
                <a:gd name="connsiteX12" fmla="*/ 1713 w 60194"/>
                <a:gd name="connsiteY12" fmla="*/ 43455 h 48674"/>
                <a:gd name="connsiteX13" fmla="*/ 5317 w 60194"/>
                <a:gd name="connsiteY13" fmla="*/ 35271 h 48674"/>
                <a:gd name="connsiteX14" fmla="*/ 6669 w 60194"/>
                <a:gd name="connsiteY14" fmla="*/ 26111 h 48674"/>
                <a:gd name="connsiteX15" fmla="*/ 9748 w 60194"/>
                <a:gd name="connsiteY15" fmla="*/ 21906 h 48674"/>
                <a:gd name="connsiteX16" fmla="*/ 41891 w 60194"/>
                <a:gd name="connsiteY16" fmla="*/ 3435 h 48674"/>
                <a:gd name="connsiteX17" fmla="*/ 59540 w 60194"/>
                <a:gd name="connsiteY17" fmla="*/ 732 h 48674"/>
                <a:gd name="connsiteX18" fmla="*/ 55033 w 60194"/>
                <a:gd name="connsiteY18" fmla="*/ 18152 h 48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0194" h="48674">
                  <a:moveTo>
                    <a:pt x="55033" y="18152"/>
                  </a:moveTo>
                  <a:cubicBezTo>
                    <a:pt x="52480" y="15449"/>
                    <a:pt x="49251" y="12445"/>
                    <a:pt x="45496" y="12971"/>
                  </a:cubicBezTo>
                  <a:cubicBezTo>
                    <a:pt x="41966" y="13804"/>
                    <a:pt x="39338" y="16838"/>
                    <a:pt x="39037" y="20480"/>
                  </a:cubicBezTo>
                  <a:cubicBezTo>
                    <a:pt x="38586" y="23918"/>
                    <a:pt x="38586" y="27402"/>
                    <a:pt x="39037" y="30841"/>
                  </a:cubicBezTo>
                  <a:cubicBezTo>
                    <a:pt x="39112" y="31585"/>
                    <a:pt x="38962" y="32335"/>
                    <a:pt x="38512" y="32944"/>
                  </a:cubicBezTo>
                  <a:cubicBezTo>
                    <a:pt x="37911" y="33432"/>
                    <a:pt x="37085" y="33672"/>
                    <a:pt x="36333" y="33619"/>
                  </a:cubicBezTo>
                  <a:cubicBezTo>
                    <a:pt x="33330" y="34055"/>
                    <a:pt x="30626" y="35677"/>
                    <a:pt x="28823" y="38124"/>
                  </a:cubicBezTo>
                  <a:cubicBezTo>
                    <a:pt x="27697" y="40174"/>
                    <a:pt x="26495" y="42134"/>
                    <a:pt x="25068" y="43981"/>
                  </a:cubicBezTo>
                  <a:cubicBezTo>
                    <a:pt x="22665" y="46068"/>
                    <a:pt x="19586" y="47337"/>
                    <a:pt x="16432" y="47585"/>
                  </a:cubicBezTo>
                  <a:cubicBezTo>
                    <a:pt x="13428" y="48036"/>
                    <a:pt x="10349" y="48336"/>
                    <a:pt x="7270" y="48486"/>
                  </a:cubicBezTo>
                  <a:cubicBezTo>
                    <a:pt x="4791" y="49004"/>
                    <a:pt x="2238" y="48238"/>
                    <a:pt x="436" y="46459"/>
                  </a:cubicBezTo>
                  <a:cubicBezTo>
                    <a:pt x="135" y="46091"/>
                    <a:pt x="-90" y="45603"/>
                    <a:pt x="-15" y="45107"/>
                  </a:cubicBezTo>
                  <a:cubicBezTo>
                    <a:pt x="-15" y="44356"/>
                    <a:pt x="1036" y="43906"/>
                    <a:pt x="1713" y="43455"/>
                  </a:cubicBezTo>
                  <a:cubicBezTo>
                    <a:pt x="4116" y="41406"/>
                    <a:pt x="5392" y="38402"/>
                    <a:pt x="5317" y="35271"/>
                  </a:cubicBezTo>
                  <a:cubicBezTo>
                    <a:pt x="5167" y="32163"/>
                    <a:pt x="5618" y="29054"/>
                    <a:pt x="6669" y="26111"/>
                  </a:cubicBezTo>
                  <a:cubicBezTo>
                    <a:pt x="7495" y="24557"/>
                    <a:pt x="8546" y="23138"/>
                    <a:pt x="9748" y="21906"/>
                  </a:cubicBezTo>
                  <a:cubicBezTo>
                    <a:pt x="18685" y="13091"/>
                    <a:pt x="29800" y="6732"/>
                    <a:pt x="41891" y="3435"/>
                  </a:cubicBezTo>
                  <a:cubicBezTo>
                    <a:pt x="45045" y="2534"/>
                    <a:pt x="56911" y="-1745"/>
                    <a:pt x="59540" y="732"/>
                  </a:cubicBezTo>
                  <a:cubicBezTo>
                    <a:pt x="62168" y="3210"/>
                    <a:pt x="55709" y="14773"/>
                    <a:pt x="55033" y="18152"/>
                  </a:cubicBezTo>
                  <a:close/>
                </a:path>
              </a:pathLst>
            </a:custGeom>
            <a:solidFill>
              <a:srgbClr val="D7C68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5" name="Content Placeholder 4">
              <a:extLst>
                <a:ext uri="{FF2B5EF4-FFF2-40B4-BE49-F238E27FC236}">
                  <a16:creationId xmlns:a16="http://schemas.microsoft.com/office/drawing/2014/main" id="{88DF8AB4-E729-80B5-A64C-621F56A51C99}"/>
                </a:ext>
              </a:extLst>
            </p:cNvPr>
            <p:cNvSpPr/>
            <p:nvPr/>
          </p:nvSpPr>
          <p:spPr>
            <a:xfrm>
              <a:off x="10689128" y="3839207"/>
              <a:ext cx="28695" cy="24255"/>
            </a:xfrm>
            <a:custGeom>
              <a:avLst/>
              <a:gdLst>
                <a:gd name="connsiteX0" fmla="*/ 13711 w 28695"/>
                <a:gd name="connsiteY0" fmla="*/ 12888 h 24255"/>
                <a:gd name="connsiteX1" fmla="*/ 17692 w 28695"/>
                <a:gd name="connsiteY1" fmla="*/ 16567 h 24255"/>
                <a:gd name="connsiteX2" fmla="*/ 19118 w 28695"/>
                <a:gd name="connsiteY2" fmla="*/ 19646 h 24255"/>
                <a:gd name="connsiteX3" fmla="*/ 25202 w 28695"/>
                <a:gd name="connsiteY3" fmla="*/ 24226 h 24255"/>
                <a:gd name="connsiteX4" fmla="*/ 25202 w 28695"/>
                <a:gd name="connsiteY4" fmla="*/ 16717 h 24255"/>
                <a:gd name="connsiteX5" fmla="*/ 25652 w 28695"/>
                <a:gd name="connsiteY5" fmla="*/ 15216 h 24255"/>
                <a:gd name="connsiteX6" fmla="*/ 27830 w 28695"/>
                <a:gd name="connsiteY6" fmla="*/ 14615 h 24255"/>
                <a:gd name="connsiteX7" fmla="*/ 28506 w 28695"/>
                <a:gd name="connsiteY7" fmla="*/ 12663 h 24255"/>
                <a:gd name="connsiteX8" fmla="*/ 27755 w 28695"/>
                <a:gd name="connsiteY8" fmla="*/ 3503 h 24255"/>
                <a:gd name="connsiteX9" fmla="*/ 25877 w 28695"/>
                <a:gd name="connsiteY9" fmla="*/ 800 h 24255"/>
                <a:gd name="connsiteX10" fmla="*/ 22498 w 28695"/>
                <a:gd name="connsiteY10" fmla="*/ -26 h 24255"/>
                <a:gd name="connsiteX11" fmla="*/ 794 w 28695"/>
                <a:gd name="connsiteY11" fmla="*/ 5004 h 24255"/>
                <a:gd name="connsiteX12" fmla="*/ 13711 w 28695"/>
                <a:gd name="connsiteY12" fmla="*/ 12888 h 24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695" h="24255">
                  <a:moveTo>
                    <a:pt x="13711" y="12888"/>
                  </a:moveTo>
                  <a:cubicBezTo>
                    <a:pt x="15289" y="13767"/>
                    <a:pt x="16715" y="15028"/>
                    <a:pt x="17692" y="16567"/>
                  </a:cubicBezTo>
                  <a:cubicBezTo>
                    <a:pt x="18292" y="17543"/>
                    <a:pt x="18593" y="18670"/>
                    <a:pt x="19118" y="19646"/>
                  </a:cubicBezTo>
                  <a:cubicBezTo>
                    <a:pt x="20395" y="21996"/>
                    <a:pt x="22573" y="23670"/>
                    <a:pt x="25202" y="24226"/>
                  </a:cubicBezTo>
                  <a:lnTo>
                    <a:pt x="25202" y="16717"/>
                  </a:lnTo>
                  <a:cubicBezTo>
                    <a:pt x="25127" y="16177"/>
                    <a:pt x="25277" y="15636"/>
                    <a:pt x="25652" y="15216"/>
                  </a:cubicBezTo>
                  <a:cubicBezTo>
                    <a:pt x="26178" y="14690"/>
                    <a:pt x="27154" y="15216"/>
                    <a:pt x="27830" y="14615"/>
                  </a:cubicBezTo>
                  <a:cubicBezTo>
                    <a:pt x="28356" y="14097"/>
                    <a:pt x="28581" y="13384"/>
                    <a:pt x="28506" y="12663"/>
                  </a:cubicBezTo>
                  <a:cubicBezTo>
                    <a:pt x="28882" y="9592"/>
                    <a:pt x="28581" y="6476"/>
                    <a:pt x="27755" y="3503"/>
                  </a:cubicBezTo>
                  <a:cubicBezTo>
                    <a:pt x="27455" y="2414"/>
                    <a:pt x="26779" y="1460"/>
                    <a:pt x="25877" y="800"/>
                  </a:cubicBezTo>
                  <a:cubicBezTo>
                    <a:pt x="24826" y="221"/>
                    <a:pt x="23700" y="-64"/>
                    <a:pt x="22498" y="-26"/>
                  </a:cubicBezTo>
                  <a:cubicBezTo>
                    <a:pt x="16865" y="-26"/>
                    <a:pt x="5150" y="574"/>
                    <a:pt x="794" y="5004"/>
                  </a:cubicBezTo>
                  <a:cubicBezTo>
                    <a:pt x="-3562" y="9434"/>
                    <a:pt x="10632" y="11161"/>
                    <a:pt x="13711" y="12888"/>
                  </a:cubicBezTo>
                  <a:close/>
                </a:path>
              </a:pathLst>
            </a:custGeom>
            <a:solidFill>
              <a:srgbClr val="D7C68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6" name="Content Placeholder 4">
              <a:extLst>
                <a:ext uri="{FF2B5EF4-FFF2-40B4-BE49-F238E27FC236}">
                  <a16:creationId xmlns:a16="http://schemas.microsoft.com/office/drawing/2014/main" id="{03EBA885-FDB7-4524-71E6-1BEDC859B2A7}"/>
                </a:ext>
              </a:extLst>
            </p:cNvPr>
            <p:cNvSpPr/>
            <p:nvPr/>
          </p:nvSpPr>
          <p:spPr>
            <a:xfrm>
              <a:off x="10533726" y="3930994"/>
              <a:ext cx="155596" cy="263303"/>
            </a:xfrm>
            <a:custGeom>
              <a:avLst/>
              <a:gdLst>
                <a:gd name="connsiteX0" fmla="*/ 35436 w 155596"/>
                <a:gd name="connsiteY0" fmla="*/ 43414 h 263303"/>
                <a:gd name="connsiteX1" fmla="*/ 72986 w 155596"/>
                <a:gd name="connsiteY1" fmla="*/ 10753 h 263303"/>
                <a:gd name="connsiteX2" fmla="*/ 125556 w 155596"/>
                <a:gd name="connsiteY2" fmla="*/ 13606 h 263303"/>
                <a:gd name="connsiteX3" fmla="*/ 146434 w 155596"/>
                <a:gd name="connsiteY3" fmla="*/ 53926 h 263303"/>
                <a:gd name="connsiteX4" fmla="*/ 140351 w 155596"/>
                <a:gd name="connsiteY4" fmla="*/ 135017 h 263303"/>
                <a:gd name="connsiteX5" fmla="*/ 127659 w 155596"/>
                <a:gd name="connsiteY5" fmla="*/ 168430 h 263303"/>
                <a:gd name="connsiteX6" fmla="*/ 95816 w 155596"/>
                <a:gd name="connsiteY6" fmla="*/ 202293 h 263303"/>
                <a:gd name="connsiteX7" fmla="*/ 11479 w 155596"/>
                <a:gd name="connsiteY7" fmla="*/ 246443 h 263303"/>
                <a:gd name="connsiteX8" fmla="*/ 1791 w 155596"/>
                <a:gd name="connsiteY8" fmla="*/ 249822 h 263303"/>
                <a:gd name="connsiteX9" fmla="*/ 8250 w 155596"/>
                <a:gd name="connsiteY9" fmla="*/ 262886 h 263303"/>
                <a:gd name="connsiteX10" fmla="*/ 27926 w 155596"/>
                <a:gd name="connsiteY10" fmla="*/ 259808 h 263303"/>
                <a:gd name="connsiteX11" fmla="*/ 107982 w 155596"/>
                <a:gd name="connsiteY11" fmla="*/ 207925 h 263303"/>
                <a:gd name="connsiteX12" fmla="*/ 130512 w 155596"/>
                <a:gd name="connsiteY12" fmla="*/ 185399 h 263303"/>
                <a:gd name="connsiteX13" fmla="*/ 138774 w 155596"/>
                <a:gd name="connsiteY13" fmla="*/ 161973 h 263303"/>
                <a:gd name="connsiteX14" fmla="*/ 154920 w 155596"/>
                <a:gd name="connsiteY14" fmla="*/ 72322 h 263303"/>
                <a:gd name="connsiteX15" fmla="*/ 151691 w 155596"/>
                <a:gd name="connsiteY15" fmla="*/ 34780 h 263303"/>
                <a:gd name="connsiteX16" fmla="*/ 124955 w 155596"/>
                <a:gd name="connsiteY16" fmla="*/ 5196 h 263303"/>
                <a:gd name="connsiteX17" fmla="*/ 98445 w 155596"/>
                <a:gd name="connsiteY17" fmla="*/ 15 h 263303"/>
                <a:gd name="connsiteX18" fmla="*/ 37839 w 155596"/>
                <a:gd name="connsiteY18" fmla="*/ 17961 h 263303"/>
                <a:gd name="connsiteX19" fmla="*/ 22819 w 155596"/>
                <a:gd name="connsiteY19" fmla="*/ 35756 h 263303"/>
                <a:gd name="connsiteX20" fmla="*/ 28452 w 155596"/>
                <a:gd name="connsiteY20" fmla="*/ 55127 h 263303"/>
                <a:gd name="connsiteX21" fmla="*/ 35436 w 155596"/>
                <a:gd name="connsiteY21" fmla="*/ 43414 h 263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5596" h="263303">
                  <a:moveTo>
                    <a:pt x="35436" y="43414"/>
                  </a:moveTo>
                  <a:cubicBezTo>
                    <a:pt x="44298" y="28953"/>
                    <a:pt x="57440" y="17555"/>
                    <a:pt x="72986" y="10753"/>
                  </a:cubicBezTo>
                  <a:cubicBezTo>
                    <a:pt x="90033" y="3477"/>
                    <a:pt x="109409" y="4528"/>
                    <a:pt x="125556" y="13606"/>
                  </a:cubicBezTo>
                  <a:cubicBezTo>
                    <a:pt x="139750" y="22991"/>
                    <a:pt x="144481" y="38984"/>
                    <a:pt x="146434" y="53926"/>
                  </a:cubicBezTo>
                  <a:cubicBezTo>
                    <a:pt x="149363" y="81099"/>
                    <a:pt x="147335" y="108580"/>
                    <a:pt x="140351" y="135017"/>
                  </a:cubicBezTo>
                  <a:cubicBezTo>
                    <a:pt x="137873" y="146753"/>
                    <a:pt x="133592" y="158023"/>
                    <a:pt x="127659" y="168430"/>
                  </a:cubicBezTo>
                  <a:cubicBezTo>
                    <a:pt x="118947" y="181367"/>
                    <a:pt x="108208" y="192802"/>
                    <a:pt x="95816" y="202293"/>
                  </a:cubicBezTo>
                  <a:cubicBezTo>
                    <a:pt x="72085" y="222040"/>
                    <a:pt x="44598" y="240661"/>
                    <a:pt x="11479" y="246443"/>
                  </a:cubicBezTo>
                  <a:cubicBezTo>
                    <a:pt x="8002" y="246646"/>
                    <a:pt x="4645" y="247817"/>
                    <a:pt x="1791" y="249822"/>
                  </a:cubicBezTo>
                  <a:cubicBezTo>
                    <a:pt x="-2715" y="254027"/>
                    <a:pt x="1791" y="261234"/>
                    <a:pt x="8250" y="262886"/>
                  </a:cubicBezTo>
                  <a:cubicBezTo>
                    <a:pt x="14971" y="263930"/>
                    <a:pt x="21843" y="262849"/>
                    <a:pt x="27926" y="259808"/>
                  </a:cubicBezTo>
                  <a:cubicBezTo>
                    <a:pt x="58567" y="247419"/>
                    <a:pt x="83575" y="227522"/>
                    <a:pt x="107982" y="207925"/>
                  </a:cubicBezTo>
                  <a:cubicBezTo>
                    <a:pt x="116694" y="201745"/>
                    <a:pt x="124354" y="194124"/>
                    <a:pt x="130512" y="185399"/>
                  </a:cubicBezTo>
                  <a:cubicBezTo>
                    <a:pt x="134568" y="178093"/>
                    <a:pt x="137347" y="170179"/>
                    <a:pt x="138774" y="161973"/>
                  </a:cubicBezTo>
                  <a:cubicBezTo>
                    <a:pt x="146434" y="132547"/>
                    <a:pt x="151841" y="102573"/>
                    <a:pt x="154920" y="72322"/>
                  </a:cubicBezTo>
                  <a:cubicBezTo>
                    <a:pt x="156422" y="59715"/>
                    <a:pt x="155295" y="46943"/>
                    <a:pt x="151691" y="34780"/>
                  </a:cubicBezTo>
                  <a:cubicBezTo>
                    <a:pt x="147260" y="21655"/>
                    <a:pt x="137572" y="10948"/>
                    <a:pt x="124955" y="5196"/>
                  </a:cubicBezTo>
                  <a:cubicBezTo>
                    <a:pt x="116544" y="1750"/>
                    <a:pt x="107532" y="-7"/>
                    <a:pt x="98445" y="15"/>
                  </a:cubicBezTo>
                  <a:cubicBezTo>
                    <a:pt x="76816" y="-630"/>
                    <a:pt x="55638" y="5654"/>
                    <a:pt x="37839" y="17961"/>
                  </a:cubicBezTo>
                  <a:cubicBezTo>
                    <a:pt x="31125" y="22210"/>
                    <a:pt x="25876" y="28420"/>
                    <a:pt x="22819" y="35756"/>
                  </a:cubicBezTo>
                  <a:cubicBezTo>
                    <a:pt x="20078" y="42746"/>
                    <a:pt x="22391" y="50698"/>
                    <a:pt x="28452" y="55127"/>
                  </a:cubicBezTo>
                  <a:cubicBezTo>
                    <a:pt x="31306" y="51448"/>
                    <a:pt x="32958" y="47169"/>
                    <a:pt x="35436" y="43414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7" name="Content Placeholder 4">
              <a:extLst>
                <a:ext uri="{FF2B5EF4-FFF2-40B4-BE49-F238E27FC236}">
                  <a16:creationId xmlns:a16="http://schemas.microsoft.com/office/drawing/2014/main" id="{2163BA91-5232-CE5E-60C0-A5D0EC6B13A8}"/>
                </a:ext>
              </a:extLst>
            </p:cNvPr>
            <p:cNvSpPr/>
            <p:nvPr/>
          </p:nvSpPr>
          <p:spPr>
            <a:xfrm>
              <a:off x="10460085" y="3966773"/>
              <a:ext cx="110815" cy="79238"/>
            </a:xfrm>
            <a:custGeom>
              <a:avLst/>
              <a:gdLst>
                <a:gd name="connsiteX0" fmla="*/ 15577 w 110815"/>
                <a:gd name="connsiteY0" fmla="*/ 22502 h 79238"/>
                <a:gd name="connsiteX1" fmla="*/ 58158 w 110815"/>
                <a:gd name="connsiteY1" fmla="*/ -23 h 79238"/>
                <a:gd name="connsiteX2" fmla="*/ 84218 w 110815"/>
                <a:gd name="connsiteY2" fmla="*/ 3956 h 79238"/>
                <a:gd name="connsiteX3" fmla="*/ 100965 w 110815"/>
                <a:gd name="connsiteY3" fmla="*/ 11915 h 79238"/>
                <a:gd name="connsiteX4" fmla="*/ 110728 w 110815"/>
                <a:gd name="connsiteY4" fmla="*/ 36092 h 79238"/>
                <a:gd name="connsiteX5" fmla="*/ 106823 w 110815"/>
                <a:gd name="connsiteY5" fmla="*/ 63799 h 79238"/>
                <a:gd name="connsiteX6" fmla="*/ 101191 w 110815"/>
                <a:gd name="connsiteY6" fmla="*/ 73485 h 79238"/>
                <a:gd name="connsiteX7" fmla="*/ 83617 w 110815"/>
                <a:gd name="connsiteY7" fmla="*/ 78816 h 79238"/>
                <a:gd name="connsiteX8" fmla="*/ 14000 w 110815"/>
                <a:gd name="connsiteY8" fmla="*/ 68604 h 79238"/>
                <a:gd name="connsiteX9" fmla="*/ 1233 w 110815"/>
                <a:gd name="connsiteY9" fmla="*/ 50734 h 79238"/>
                <a:gd name="connsiteX10" fmla="*/ 15577 w 110815"/>
                <a:gd name="connsiteY10" fmla="*/ 22502 h 79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815" h="79238">
                  <a:moveTo>
                    <a:pt x="15577" y="22502"/>
                  </a:moveTo>
                  <a:cubicBezTo>
                    <a:pt x="25956" y="9317"/>
                    <a:pt x="41419" y="1133"/>
                    <a:pt x="58158" y="-23"/>
                  </a:cubicBezTo>
                  <a:cubicBezTo>
                    <a:pt x="67005" y="-136"/>
                    <a:pt x="75807" y="1208"/>
                    <a:pt x="84218" y="3956"/>
                  </a:cubicBezTo>
                  <a:cubicBezTo>
                    <a:pt x="90286" y="5436"/>
                    <a:pt x="95986" y="8139"/>
                    <a:pt x="100965" y="11915"/>
                  </a:cubicBezTo>
                  <a:cubicBezTo>
                    <a:pt x="107462" y="18253"/>
                    <a:pt x="110999" y="27022"/>
                    <a:pt x="110728" y="36092"/>
                  </a:cubicBezTo>
                  <a:cubicBezTo>
                    <a:pt x="111089" y="45486"/>
                    <a:pt x="109767" y="54871"/>
                    <a:pt x="106823" y="63799"/>
                  </a:cubicBezTo>
                  <a:cubicBezTo>
                    <a:pt x="105877" y="67485"/>
                    <a:pt x="103924" y="70842"/>
                    <a:pt x="101191" y="73485"/>
                  </a:cubicBezTo>
                  <a:cubicBezTo>
                    <a:pt x="96054" y="77096"/>
                    <a:pt x="89896" y="78966"/>
                    <a:pt x="83617" y="78816"/>
                  </a:cubicBezTo>
                  <a:cubicBezTo>
                    <a:pt x="59946" y="80453"/>
                    <a:pt x="36199" y="76968"/>
                    <a:pt x="14000" y="68604"/>
                  </a:cubicBezTo>
                  <a:cubicBezTo>
                    <a:pt x="1458" y="63724"/>
                    <a:pt x="-2297" y="62597"/>
                    <a:pt x="1233" y="50734"/>
                  </a:cubicBezTo>
                  <a:cubicBezTo>
                    <a:pt x="4094" y="40470"/>
                    <a:pt x="8975" y="30867"/>
                    <a:pt x="15577" y="22502"/>
                  </a:cubicBezTo>
                  <a:close/>
                </a:path>
              </a:pathLst>
            </a:custGeom>
            <a:solidFill>
              <a:srgbClr val="63564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8" name="Content Placeholder 4">
              <a:extLst>
                <a:ext uri="{FF2B5EF4-FFF2-40B4-BE49-F238E27FC236}">
                  <a16:creationId xmlns:a16="http://schemas.microsoft.com/office/drawing/2014/main" id="{7033B937-6BD9-A341-F67F-AF7057DB198A}"/>
                </a:ext>
              </a:extLst>
            </p:cNvPr>
            <p:cNvSpPr/>
            <p:nvPr/>
          </p:nvSpPr>
          <p:spPr>
            <a:xfrm>
              <a:off x="10640290" y="4112778"/>
              <a:ext cx="87707" cy="82001"/>
            </a:xfrm>
            <a:custGeom>
              <a:avLst/>
              <a:gdLst>
                <a:gd name="connsiteX0" fmla="*/ 64878 w 87707"/>
                <a:gd name="connsiteY0" fmla="*/ 74870 h 82001"/>
                <a:gd name="connsiteX1" fmla="*/ 74716 w 87707"/>
                <a:gd name="connsiteY1" fmla="*/ 81102 h 82001"/>
                <a:gd name="connsiteX2" fmla="*/ 86807 w 87707"/>
                <a:gd name="connsiteY2" fmla="*/ 76762 h 82001"/>
                <a:gd name="connsiteX3" fmla="*/ 85305 w 87707"/>
                <a:gd name="connsiteY3" fmla="*/ 66761 h 82001"/>
                <a:gd name="connsiteX4" fmla="*/ 75692 w 87707"/>
                <a:gd name="connsiteY4" fmla="*/ 58652 h 82001"/>
                <a:gd name="connsiteX5" fmla="*/ 80048 w 87707"/>
                <a:gd name="connsiteY5" fmla="*/ 54071 h 82001"/>
                <a:gd name="connsiteX6" fmla="*/ 74491 w 87707"/>
                <a:gd name="connsiteY6" fmla="*/ 49116 h 82001"/>
                <a:gd name="connsiteX7" fmla="*/ 66981 w 87707"/>
                <a:gd name="connsiteY7" fmla="*/ 47239 h 82001"/>
                <a:gd name="connsiteX8" fmla="*/ 59471 w 87707"/>
                <a:gd name="connsiteY8" fmla="*/ 44536 h 82001"/>
                <a:gd name="connsiteX9" fmla="*/ 38142 w 87707"/>
                <a:gd name="connsiteY9" fmla="*/ 24263 h 82001"/>
                <a:gd name="connsiteX10" fmla="*/ 29956 w 87707"/>
                <a:gd name="connsiteY10" fmla="*/ 15628 h 82001"/>
                <a:gd name="connsiteX11" fmla="*/ 24249 w 87707"/>
                <a:gd name="connsiteY11" fmla="*/ 9396 h 82001"/>
                <a:gd name="connsiteX12" fmla="*/ 12533 w 87707"/>
                <a:gd name="connsiteY12" fmla="*/ 3240 h 82001"/>
                <a:gd name="connsiteX13" fmla="*/ 4197 w 87707"/>
                <a:gd name="connsiteY13" fmla="*/ 686 h 82001"/>
                <a:gd name="connsiteX14" fmla="*/ 2094 w 87707"/>
                <a:gd name="connsiteY14" fmla="*/ 15703 h 82001"/>
                <a:gd name="connsiteX15" fmla="*/ 20794 w 87707"/>
                <a:gd name="connsiteY15" fmla="*/ 35000 h 82001"/>
                <a:gd name="connsiteX16" fmla="*/ 41447 w 87707"/>
                <a:gd name="connsiteY16" fmla="*/ 54447 h 82001"/>
                <a:gd name="connsiteX17" fmla="*/ 64878 w 87707"/>
                <a:gd name="connsiteY17" fmla="*/ 74870 h 82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7707" h="82001">
                  <a:moveTo>
                    <a:pt x="64878" y="74870"/>
                  </a:moveTo>
                  <a:cubicBezTo>
                    <a:pt x="67656" y="77603"/>
                    <a:pt x="71036" y="79728"/>
                    <a:pt x="74716" y="81102"/>
                  </a:cubicBezTo>
                  <a:cubicBezTo>
                    <a:pt x="79222" y="83242"/>
                    <a:pt x="84704" y="81297"/>
                    <a:pt x="86807" y="76762"/>
                  </a:cubicBezTo>
                  <a:cubicBezTo>
                    <a:pt x="88384" y="73428"/>
                    <a:pt x="87783" y="69479"/>
                    <a:pt x="85305" y="66761"/>
                  </a:cubicBezTo>
                  <a:cubicBezTo>
                    <a:pt x="82676" y="63412"/>
                    <a:pt x="79447" y="60649"/>
                    <a:pt x="75692" y="58652"/>
                  </a:cubicBezTo>
                  <a:cubicBezTo>
                    <a:pt x="78095" y="59628"/>
                    <a:pt x="80649" y="56549"/>
                    <a:pt x="80048" y="54071"/>
                  </a:cubicBezTo>
                  <a:cubicBezTo>
                    <a:pt x="79222" y="51556"/>
                    <a:pt x="77119" y="49672"/>
                    <a:pt x="74491" y="49116"/>
                  </a:cubicBezTo>
                  <a:cubicBezTo>
                    <a:pt x="72012" y="48365"/>
                    <a:pt x="69384" y="48215"/>
                    <a:pt x="66981" y="47239"/>
                  </a:cubicBezTo>
                  <a:cubicBezTo>
                    <a:pt x="64352" y="46683"/>
                    <a:pt x="61874" y="45775"/>
                    <a:pt x="59471" y="44536"/>
                  </a:cubicBezTo>
                  <a:cubicBezTo>
                    <a:pt x="51961" y="38379"/>
                    <a:pt x="48581" y="34174"/>
                    <a:pt x="38142" y="24263"/>
                  </a:cubicBezTo>
                  <a:cubicBezTo>
                    <a:pt x="35213" y="21485"/>
                    <a:pt x="32735" y="18557"/>
                    <a:pt x="29956" y="15628"/>
                  </a:cubicBezTo>
                  <a:cubicBezTo>
                    <a:pt x="28154" y="13443"/>
                    <a:pt x="26276" y="11363"/>
                    <a:pt x="24249" y="9396"/>
                  </a:cubicBezTo>
                  <a:cubicBezTo>
                    <a:pt x="21019" y="6693"/>
                    <a:pt x="15612" y="6093"/>
                    <a:pt x="12533" y="3240"/>
                  </a:cubicBezTo>
                  <a:cubicBezTo>
                    <a:pt x="9454" y="386"/>
                    <a:pt x="7802" y="-965"/>
                    <a:pt x="4197" y="686"/>
                  </a:cubicBezTo>
                  <a:cubicBezTo>
                    <a:pt x="-1436" y="3240"/>
                    <a:pt x="-684" y="11574"/>
                    <a:pt x="2094" y="15703"/>
                  </a:cubicBezTo>
                  <a:cubicBezTo>
                    <a:pt x="7576" y="22799"/>
                    <a:pt x="13885" y="29271"/>
                    <a:pt x="20794" y="35000"/>
                  </a:cubicBezTo>
                  <a:cubicBezTo>
                    <a:pt x="27553" y="41608"/>
                    <a:pt x="34462" y="48065"/>
                    <a:pt x="41447" y="54447"/>
                  </a:cubicBezTo>
                  <a:cubicBezTo>
                    <a:pt x="48431" y="60829"/>
                    <a:pt x="57068" y="68263"/>
                    <a:pt x="64878" y="74870"/>
                  </a:cubicBezTo>
                  <a:close/>
                </a:path>
              </a:pathLst>
            </a:custGeom>
            <a:solidFill>
              <a:srgbClr val="EDD5B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9" name="Content Placeholder 4">
              <a:extLst>
                <a:ext uri="{FF2B5EF4-FFF2-40B4-BE49-F238E27FC236}">
                  <a16:creationId xmlns:a16="http://schemas.microsoft.com/office/drawing/2014/main" id="{DFEB29E6-E7C8-7AE7-38FB-F44EA020E57D}"/>
                </a:ext>
              </a:extLst>
            </p:cNvPr>
            <p:cNvSpPr/>
            <p:nvPr/>
          </p:nvSpPr>
          <p:spPr>
            <a:xfrm>
              <a:off x="10592364" y="3949510"/>
              <a:ext cx="107726" cy="223752"/>
            </a:xfrm>
            <a:custGeom>
              <a:avLst/>
              <a:gdLst>
                <a:gd name="connsiteX0" fmla="*/ 46566 w 107726"/>
                <a:gd name="connsiteY0" fmla="*/ 131894 h 223752"/>
                <a:gd name="connsiteX1" fmla="*/ 41910 w 107726"/>
                <a:gd name="connsiteY1" fmla="*/ 125587 h 223752"/>
                <a:gd name="connsiteX2" fmla="*/ 40558 w 107726"/>
                <a:gd name="connsiteY2" fmla="*/ 116802 h 223752"/>
                <a:gd name="connsiteX3" fmla="*/ 52950 w 107726"/>
                <a:gd name="connsiteY3" fmla="*/ 79260 h 223752"/>
                <a:gd name="connsiteX4" fmla="*/ 64515 w 107726"/>
                <a:gd name="connsiteY4" fmla="*/ 57936 h 223752"/>
                <a:gd name="connsiteX5" fmla="*/ 72025 w 107726"/>
                <a:gd name="connsiteY5" fmla="*/ 41417 h 223752"/>
                <a:gd name="connsiteX6" fmla="*/ 73452 w 107726"/>
                <a:gd name="connsiteY6" fmla="*/ 21519 h 223752"/>
                <a:gd name="connsiteX7" fmla="*/ 47768 w 107726"/>
                <a:gd name="connsiteY7" fmla="*/ -30 h 223752"/>
                <a:gd name="connsiteX8" fmla="*/ 28467 w 107726"/>
                <a:gd name="connsiteY8" fmla="*/ 7479 h 223752"/>
                <a:gd name="connsiteX9" fmla="*/ 16301 w 107726"/>
                <a:gd name="connsiteY9" fmla="*/ 23547 h 223752"/>
                <a:gd name="connsiteX10" fmla="*/ 13898 w 107726"/>
                <a:gd name="connsiteY10" fmla="*/ 28277 h 223752"/>
                <a:gd name="connsiteX11" fmla="*/ 9016 w 107726"/>
                <a:gd name="connsiteY11" fmla="*/ 42093 h 223752"/>
                <a:gd name="connsiteX12" fmla="*/ 3834 w 107726"/>
                <a:gd name="connsiteY12" fmla="*/ 58386 h 223752"/>
                <a:gd name="connsiteX13" fmla="*/ 1356 w 107726"/>
                <a:gd name="connsiteY13" fmla="*/ 80911 h 223752"/>
                <a:gd name="connsiteX14" fmla="*/ 229 w 107726"/>
                <a:gd name="connsiteY14" fmla="*/ 104263 h 223752"/>
                <a:gd name="connsiteX15" fmla="*/ 1431 w 107726"/>
                <a:gd name="connsiteY15" fmla="*/ 126788 h 223752"/>
                <a:gd name="connsiteX16" fmla="*/ 4735 w 107726"/>
                <a:gd name="connsiteY16" fmla="*/ 140904 h 223752"/>
                <a:gd name="connsiteX17" fmla="*/ 12245 w 107726"/>
                <a:gd name="connsiteY17" fmla="*/ 152392 h 223752"/>
                <a:gd name="connsiteX18" fmla="*/ 91776 w 107726"/>
                <a:gd name="connsiteY18" fmla="*/ 223722 h 223752"/>
                <a:gd name="connsiteX19" fmla="*/ 107697 w 107726"/>
                <a:gd name="connsiteY19" fmla="*/ 206002 h 223752"/>
                <a:gd name="connsiteX20" fmla="*/ 46566 w 107726"/>
                <a:gd name="connsiteY20" fmla="*/ 131894 h 223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7726" h="223752">
                  <a:moveTo>
                    <a:pt x="46566" y="131894"/>
                  </a:moveTo>
                  <a:cubicBezTo>
                    <a:pt x="44688" y="130047"/>
                    <a:pt x="43112" y="127914"/>
                    <a:pt x="41910" y="125587"/>
                  </a:cubicBezTo>
                  <a:cubicBezTo>
                    <a:pt x="40783" y="122794"/>
                    <a:pt x="40332" y="119790"/>
                    <a:pt x="40558" y="116802"/>
                  </a:cubicBezTo>
                  <a:cubicBezTo>
                    <a:pt x="41985" y="103549"/>
                    <a:pt x="46191" y="90755"/>
                    <a:pt x="52950" y="79260"/>
                  </a:cubicBezTo>
                  <a:cubicBezTo>
                    <a:pt x="56329" y="71909"/>
                    <a:pt x="60234" y="64791"/>
                    <a:pt x="64515" y="57936"/>
                  </a:cubicBezTo>
                  <a:cubicBezTo>
                    <a:pt x="67894" y="52890"/>
                    <a:pt x="70448" y="47303"/>
                    <a:pt x="72025" y="41417"/>
                  </a:cubicBezTo>
                  <a:cubicBezTo>
                    <a:pt x="73301" y="34870"/>
                    <a:pt x="73827" y="28187"/>
                    <a:pt x="73452" y="21519"/>
                  </a:cubicBezTo>
                  <a:cubicBezTo>
                    <a:pt x="70448" y="9551"/>
                    <a:pt x="60084" y="864"/>
                    <a:pt x="47768" y="-30"/>
                  </a:cubicBezTo>
                  <a:cubicBezTo>
                    <a:pt x="40858" y="1082"/>
                    <a:pt x="34325" y="3642"/>
                    <a:pt x="28467" y="7479"/>
                  </a:cubicBezTo>
                  <a:cubicBezTo>
                    <a:pt x="25388" y="10482"/>
                    <a:pt x="20131" y="19417"/>
                    <a:pt x="16301" y="23547"/>
                  </a:cubicBezTo>
                  <a:cubicBezTo>
                    <a:pt x="15174" y="24951"/>
                    <a:pt x="14348" y="26558"/>
                    <a:pt x="13898" y="28277"/>
                  </a:cubicBezTo>
                  <a:cubicBezTo>
                    <a:pt x="12320" y="32857"/>
                    <a:pt x="10668" y="37437"/>
                    <a:pt x="9016" y="42093"/>
                  </a:cubicBezTo>
                  <a:cubicBezTo>
                    <a:pt x="7364" y="46748"/>
                    <a:pt x="5186" y="52905"/>
                    <a:pt x="3834" y="58386"/>
                  </a:cubicBezTo>
                  <a:cubicBezTo>
                    <a:pt x="2032" y="65752"/>
                    <a:pt x="1131" y="73328"/>
                    <a:pt x="1356" y="80911"/>
                  </a:cubicBezTo>
                  <a:cubicBezTo>
                    <a:pt x="1356" y="87669"/>
                    <a:pt x="-747" y="97655"/>
                    <a:pt x="229" y="104263"/>
                  </a:cubicBezTo>
                  <a:cubicBezTo>
                    <a:pt x="1206" y="110870"/>
                    <a:pt x="229" y="119730"/>
                    <a:pt x="1431" y="126788"/>
                  </a:cubicBezTo>
                  <a:cubicBezTo>
                    <a:pt x="1957" y="131601"/>
                    <a:pt x="3083" y="136339"/>
                    <a:pt x="4735" y="140904"/>
                  </a:cubicBezTo>
                  <a:cubicBezTo>
                    <a:pt x="6688" y="145079"/>
                    <a:pt x="9166" y="148945"/>
                    <a:pt x="12245" y="152392"/>
                  </a:cubicBezTo>
                  <a:cubicBezTo>
                    <a:pt x="25688" y="169586"/>
                    <a:pt x="75404" y="209231"/>
                    <a:pt x="91776" y="223722"/>
                  </a:cubicBezTo>
                  <a:lnTo>
                    <a:pt x="107697" y="206002"/>
                  </a:lnTo>
                  <a:cubicBezTo>
                    <a:pt x="92227" y="194890"/>
                    <a:pt x="59258" y="145934"/>
                    <a:pt x="46566" y="131894"/>
                  </a:cubicBezTo>
                  <a:close/>
                </a:path>
              </a:pathLst>
            </a:custGeom>
            <a:solidFill>
              <a:srgbClr val="E3E3E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0" name="Content Placeholder 4">
              <a:extLst>
                <a:ext uri="{FF2B5EF4-FFF2-40B4-BE49-F238E27FC236}">
                  <a16:creationId xmlns:a16="http://schemas.microsoft.com/office/drawing/2014/main" id="{677D53E8-00B7-E2D9-325B-9D12B3F8928E}"/>
                </a:ext>
              </a:extLst>
            </p:cNvPr>
            <p:cNvSpPr/>
            <p:nvPr/>
          </p:nvSpPr>
          <p:spPr>
            <a:xfrm>
              <a:off x="10593072" y="3785098"/>
              <a:ext cx="132665" cy="90031"/>
            </a:xfrm>
            <a:custGeom>
              <a:avLst/>
              <a:gdLst>
                <a:gd name="connsiteX0" fmla="*/ 25281 w 132665"/>
                <a:gd name="connsiteY0" fmla="*/ 31332 h 90031"/>
                <a:gd name="connsiteX1" fmla="*/ 9359 w 132665"/>
                <a:gd name="connsiteY1" fmla="*/ 38841 h 90031"/>
                <a:gd name="connsiteX2" fmla="*/ -28 w 132665"/>
                <a:gd name="connsiteY2" fmla="*/ 52506 h 90031"/>
                <a:gd name="connsiteX3" fmla="*/ 10486 w 132665"/>
                <a:gd name="connsiteY3" fmla="*/ 71277 h 90031"/>
                <a:gd name="connsiteX4" fmla="*/ 8834 w 132665"/>
                <a:gd name="connsiteY4" fmla="*/ 78786 h 90031"/>
                <a:gd name="connsiteX5" fmla="*/ 22577 w 132665"/>
                <a:gd name="connsiteY5" fmla="*/ 89973 h 90031"/>
                <a:gd name="connsiteX6" fmla="*/ 40901 w 132665"/>
                <a:gd name="connsiteY6" fmla="*/ 82465 h 90031"/>
                <a:gd name="connsiteX7" fmla="*/ 114049 w 132665"/>
                <a:gd name="connsiteY7" fmla="*/ 60991 h 90031"/>
                <a:gd name="connsiteX8" fmla="*/ 126665 w 132665"/>
                <a:gd name="connsiteY8" fmla="*/ 59039 h 90031"/>
                <a:gd name="connsiteX9" fmla="*/ 132523 w 132665"/>
                <a:gd name="connsiteY9" fmla="*/ 48677 h 90031"/>
                <a:gd name="connsiteX10" fmla="*/ 119155 w 132665"/>
                <a:gd name="connsiteY10" fmla="*/ 36889 h 90031"/>
                <a:gd name="connsiteX11" fmla="*/ 115551 w 132665"/>
                <a:gd name="connsiteY11" fmla="*/ 27578 h 90031"/>
                <a:gd name="connsiteX12" fmla="*/ 102784 w 132665"/>
                <a:gd name="connsiteY12" fmla="*/ 15039 h 90031"/>
                <a:gd name="connsiteX13" fmla="*/ 69139 w 132665"/>
                <a:gd name="connsiteY13" fmla="*/ 22 h 90031"/>
                <a:gd name="connsiteX14" fmla="*/ 38048 w 132665"/>
                <a:gd name="connsiteY14" fmla="*/ 9858 h 90031"/>
                <a:gd name="connsiteX15" fmla="*/ 25281 w 132665"/>
                <a:gd name="connsiteY15" fmla="*/ 31332 h 90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2665" h="90031">
                  <a:moveTo>
                    <a:pt x="25281" y="31332"/>
                  </a:moveTo>
                  <a:cubicBezTo>
                    <a:pt x="20249" y="34358"/>
                    <a:pt x="14917" y="36874"/>
                    <a:pt x="9359" y="38841"/>
                  </a:cubicBezTo>
                  <a:cubicBezTo>
                    <a:pt x="3652" y="40958"/>
                    <a:pt x="-103" y="46424"/>
                    <a:pt x="-28" y="52506"/>
                  </a:cubicBezTo>
                  <a:cubicBezTo>
                    <a:pt x="1099" y="60015"/>
                    <a:pt x="10636" y="63994"/>
                    <a:pt x="10486" y="71277"/>
                  </a:cubicBezTo>
                  <a:cubicBezTo>
                    <a:pt x="10486" y="73905"/>
                    <a:pt x="9059" y="76308"/>
                    <a:pt x="8834" y="78786"/>
                  </a:cubicBezTo>
                  <a:cubicBezTo>
                    <a:pt x="8308" y="85468"/>
                    <a:pt x="15893" y="90424"/>
                    <a:pt x="22577" y="89973"/>
                  </a:cubicBezTo>
                  <a:cubicBezTo>
                    <a:pt x="29186" y="88952"/>
                    <a:pt x="35494" y="86377"/>
                    <a:pt x="40901" y="82465"/>
                  </a:cubicBezTo>
                  <a:cubicBezTo>
                    <a:pt x="63056" y="69138"/>
                    <a:pt x="88214" y="61742"/>
                    <a:pt x="114049" y="60991"/>
                  </a:cubicBezTo>
                  <a:cubicBezTo>
                    <a:pt x="118329" y="61186"/>
                    <a:pt x="122610" y="60525"/>
                    <a:pt x="126665" y="59039"/>
                  </a:cubicBezTo>
                  <a:cubicBezTo>
                    <a:pt x="130796" y="57357"/>
                    <a:pt x="133199" y="53069"/>
                    <a:pt x="132523" y="48677"/>
                  </a:cubicBezTo>
                  <a:cubicBezTo>
                    <a:pt x="130796" y="42820"/>
                    <a:pt x="122760" y="41769"/>
                    <a:pt x="119155" y="36889"/>
                  </a:cubicBezTo>
                  <a:cubicBezTo>
                    <a:pt x="117578" y="33930"/>
                    <a:pt x="116377" y="30807"/>
                    <a:pt x="115551" y="27578"/>
                  </a:cubicBezTo>
                  <a:cubicBezTo>
                    <a:pt x="112622" y="22255"/>
                    <a:pt x="108191" y="17900"/>
                    <a:pt x="102784" y="15039"/>
                  </a:cubicBezTo>
                  <a:cubicBezTo>
                    <a:pt x="93021" y="7320"/>
                    <a:pt x="81455" y="2155"/>
                    <a:pt x="69139" y="22"/>
                  </a:cubicBezTo>
                  <a:cubicBezTo>
                    <a:pt x="57949" y="-503"/>
                    <a:pt x="46909" y="2981"/>
                    <a:pt x="38048" y="9858"/>
                  </a:cubicBezTo>
                  <a:cubicBezTo>
                    <a:pt x="29862" y="15715"/>
                    <a:pt x="32791" y="25101"/>
                    <a:pt x="25281" y="31332"/>
                  </a:cubicBezTo>
                  <a:close/>
                </a:path>
              </a:pathLst>
            </a:custGeom>
            <a:solidFill>
              <a:srgbClr val="D7C68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881" name="Group 1880">
            <a:extLst>
              <a:ext uri="{FF2B5EF4-FFF2-40B4-BE49-F238E27FC236}">
                <a16:creationId xmlns:a16="http://schemas.microsoft.com/office/drawing/2014/main" id="{E5660D57-44A4-47A2-D779-04A23659C67F}"/>
              </a:ext>
            </a:extLst>
          </p:cNvPr>
          <p:cNvGrpSpPr/>
          <p:nvPr userDrawn="1"/>
        </p:nvGrpSpPr>
        <p:grpSpPr>
          <a:xfrm>
            <a:off x="7592610" y="3047135"/>
            <a:ext cx="326284" cy="828608"/>
            <a:chOff x="8871036" y="2662035"/>
            <a:chExt cx="326284" cy="828608"/>
          </a:xfrm>
        </p:grpSpPr>
        <p:sp>
          <p:nvSpPr>
            <p:cNvPr id="1882" name="Content Placeholder 4">
              <a:extLst>
                <a:ext uri="{FF2B5EF4-FFF2-40B4-BE49-F238E27FC236}">
                  <a16:creationId xmlns:a16="http://schemas.microsoft.com/office/drawing/2014/main" id="{46493186-64B5-8AD1-D0CE-A479BA123B8B}"/>
                </a:ext>
              </a:extLst>
            </p:cNvPr>
            <p:cNvSpPr/>
            <p:nvPr/>
          </p:nvSpPr>
          <p:spPr>
            <a:xfrm>
              <a:off x="8924186" y="3463734"/>
              <a:ext cx="228742" cy="26909"/>
            </a:xfrm>
            <a:custGeom>
              <a:avLst/>
              <a:gdLst>
                <a:gd name="connsiteX0" fmla="*/ 49478 w 228742"/>
                <a:gd name="connsiteY0" fmla="*/ 26679 h 26909"/>
                <a:gd name="connsiteX1" fmla="*/ 92811 w 228742"/>
                <a:gd name="connsiteY1" fmla="*/ 26679 h 26909"/>
                <a:gd name="connsiteX2" fmla="*/ 213646 w 228742"/>
                <a:gd name="connsiteY2" fmla="*/ 24277 h 26909"/>
                <a:gd name="connsiteX3" fmla="*/ 228666 w 228742"/>
                <a:gd name="connsiteY3" fmla="*/ 17970 h 26909"/>
                <a:gd name="connsiteX4" fmla="*/ 217326 w 228742"/>
                <a:gd name="connsiteY4" fmla="*/ 9560 h 26909"/>
                <a:gd name="connsiteX5" fmla="*/ 157697 w 228742"/>
                <a:gd name="connsiteY5" fmla="*/ 3253 h 26909"/>
                <a:gd name="connsiteX6" fmla="*/ 69304 w 228742"/>
                <a:gd name="connsiteY6" fmla="*/ 475 h 26909"/>
                <a:gd name="connsiteX7" fmla="*/ 14782 w 228742"/>
                <a:gd name="connsiteY7" fmla="*/ 4530 h 26909"/>
                <a:gd name="connsiteX8" fmla="*/ 6521 w 228742"/>
                <a:gd name="connsiteY8" fmla="*/ 23751 h 26909"/>
                <a:gd name="connsiteX9" fmla="*/ 23418 w 228742"/>
                <a:gd name="connsiteY9" fmla="*/ 24953 h 26909"/>
                <a:gd name="connsiteX10" fmla="*/ 49478 w 228742"/>
                <a:gd name="connsiteY10" fmla="*/ 26679 h 26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8742" h="26909">
                  <a:moveTo>
                    <a:pt x="49478" y="26679"/>
                  </a:moveTo>
                  <a:cubicBezTo>
                    <a:pt x="63897" y="27130"/>
                    <a:pt x="78391" y="26679"/>
                    <a:pt x="92811" y="26679"/>
                  </a:cubicBezTo>
                  <a:lnTo>
                    <a:pt x="213646" y="24277"/>
                  </a:lnTo>
                  <a:cubicBezTo>
                    <a:pt x="219880" y="24277"/>
                    <a:pt x="227991" y="22775"/>
                    <a:pt x="228666" y="17970"/>
                  </a:cubicBezTo>
                  <a:cubicBezTo>
                    <a:pt x="229342" y="13164"/>
                    <a:pt x="222658" y="10461"/>
                    <a:pt x="217326" y="9560"/>
                  </a:cubicBezTo>
                  <a:cubicBezTo>
                    <a:pt x="197710" y="5491"/>
                    <a:pt x="177734" y="3381"/>
                    <a:pt x="157697" y="3253"/>
                  </a:cubicBezTo>
                  <a:cubicBezTo>
                    <a:pt x="128258" y="2149"/>
                    <a:pt x="98796" y="1226"/>
                    <a:pt x="69304" y="475"/>
                  </a:cubicBezTo>
                  <a:cubicBezTo>
                    <a:pt x="51032" y="-877"/>
                    <a:pt x="32656" y="490"/>
                    <a:pt x="14782" y="4530"/>
                  </a:cubicBezTo>
                  <a:cubicBezTo>
                    <a:pt x="5469" y="7158"/>
                    <a:pt x="-8349" y="18345"/>
                    <a:pt x="6521" y="23751"/>
                  </a:cubicBezTo>
                  <a:cubicBezTo>
                    <a:pt x="12101" y="24720"/>
                    <a:pt x="17763" y="25125"/>
                    <a:pt x="23418" y="24953"/>
                  </a:cubicBezTo>
                  <a:cubicBezTo>
                    <a:pt x="31529" y="25703"/>
                    <a:pt x="40316" y="26379"/>
                    <a:pt x="49478" y="26679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3" name="Content Placeholder 4">
              <a:extLst>
                <a:ext uri="{FF2B5EF4-FFF2-40B4-BE49-F238E27FC236}">
                  <a16:creationId xmlns:a16="http://schemas.microsoft.com/office/drawing/2014/main" id="{688D8BBF-A6AE-62D7-415D-0E817B873245}"/>
                </a:ext>
              </a:extLst>
            </p:cNvPr>
            <p:cNvSpPr/>
            <p:nvPr/>
          </p:nvSpPr>
          <p:spPr>
            <a:xfrm>
              <a:off x="9018189" y="2820311"/>
              <a:ext cx="153117" cy="165413"/>
            </a:xfrm>
            <a:custGeom>
              <a:avLst/>
              <a:gdLst>
                <a:gd name="connsiteX0" fmla="*/ 49650 w 153117"/>
                <a:gd name="connsiteY0" fmla="*/ 27604 h 165413"/>
                <a:gd name="connsiteX1" fmla="*/ 63619 w 153117"/>
                <a:gd name="connsiteY1" fmla="*/ 67324 h 165413"/>
                <a:gd name="connsiteX2" fmla="*/ 90204 w 153117"/>
                <a:gd name="connsiteY2" fmla="*/ 118907 h 165413"/>
                <a:gd name="connsiteX3" fmla="*/ 138418 w 153117"/>
                <a:gd name="connsiteY3" fmla="*/ 149917 h 165413"/>
                <a:gd name="connsiteX4" fmla="*/ 146378 w 153117"/>
                <a:gd name="connsiteY4" fmla="*/ 152244 h 165413"/>
                <a:gd name="connsiteX5" fmla="*/ 153062 w 153117"/>
                <a:gd name="connsiteY5" fmla="*/ 165384 h 165413"/>
                <a:gd name="connsiteX6" fmla="*/ 37183 w 153117"/>
                <a:gd name="connsiteY6" fmla="*/ 105993 h 165413"/>
                <a:gd name="connsiteX7" fmla="*/ 8570 w 153117"/>
                <a:gd name="connsiteY7" fmla="*/ 57863 h 165413"/>
                <a:gd name="connsiteX8" fmla="*/ 9 w 153117"/>
                <a:gd name="connsiteY8" fmla="*/ 23700 h 165413"/>
                <a:gd name="connsiteX9" fmla="*/ 22539 w 153117"/>
                <a:gd name="connsiteY9" fmla="*/ -27 h 165413"/>
                <a:gd name="connsiteX10" fmla="*/ 49650 w 153117"/>
                <a:gd name="connsiteY10" fmla="*/ 27604 h 165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3117" h="165413">
                  <a:moveTo>
                    <a:pt x="49650" y="27604"/>
                  </a:moveTo>
                  <a:cubicBezTo>
                    <a:pt x="55184" y="40519"/>
                    <a:pt x="59848" y="53786"/>
                    <a:pt x="63619" y="67324"/>
                  </a:cubicBezTo>
                  <a:cubicBezTo>
                    <a:pt x="69236" y="86005"/>
                    <a:pt x="78248" y="103492"/>
                    <a:pt x="90204" y="118907"/>
                  </a:cubicBezTo>
                  <a:cubicBezTo>
                    <a:pt x="102363" y="134337"/>
                    <a:pt x="119335" y="145247"/>
                    <a:pt x="138418" y="149917"/>
                  </a:cubicBezTo>
                  <a:cubicBezTo>
                    <a:pt x="141182" y="150255"/>
                    <a:pt x="143870" y="151043"/>
                    <a:pt x="146378" y="152244"/>
                  </a:cubicBezTo>
                  <a:cubicBezTo>
                    <a:pt x="150825" y="155090"/>
                    <a:pt x="153378" y="160121"/>
                    <a:pt x="153062" y="165384"/>
                  </a:cubicBezTo>
                  <a:cubicBezTo>
                    <a:pt x="107770" y="162884"/>
                    <a:pt x="65654" y="141305"/>
                    <a:pt x="37183" y="105993"/>
                  </a:cubicBezTo>
                  <a:cubicBezTo>
                    <a:pt x="25850" y="91088"/>
                    <a:pt x="16253" y="74937"/>
                    <a:pt x="8570" y="57863"/>
                  </a:cubicBezTo>
                  <a:cubicBezTo>
                    <a:pt x="2562" y="47502"/>
                    <a:pt x="-404" y="35668"/>
                    <a:pt x="9" y="23700"/>
                  </a:cubicBezTo>
                  <a:cubicBezTo>
                    <a:pt x="1211" y="13638"/>
                    <a:pt x="11049" y="-252"/>
                    <a:pt x="22539" y="-27"/>
                  </a:cubicBezTo>
                  <a:cubicBezTo>
                    <a:pt x="34029" y="198"/>
                    <a:pt x="45069" y="18144"/>
                    <a:pt x="49650" y="27604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4" name="Content Placeholder 4">
              <a:extLst>
                <a:ext uri="{FF2B5EF4-FFF2-40B4-BE49-F238E27FC236}">
                  <a16:creationId xmlns:a16="http://schemas.microsoft.com/office/drawing/2014/main" id="{AAAAEB27-A3C2-2BA6-0052-AC91D9C9FA04}"/>
                </a:ext>
              </a:extLst>
            </p:cNvPr>
            <p:cNvSpPr/>
            <p:nvPr/>
          </p:nvSpPr>
          <p:spPr>
            <a:xfrm>
              <a:off x="8964005" y="3027697"/>
              <a:ext cx="114076" cy="431013"/>
            </a:xfrm>
            <a:custGeom>
              <a:avLst/>
              <a:gdLst>
                <a:gd name="connsiteX0" fmla="*/ 5828 w 114076"/>
                <a:gd name="connsiteY0" fmla="*/ 240766 h 431013"/>
                <a:gd name="connsiteX1" fmla="*/ 4026 w 114076"/>
                <a:gd name="connsiteY1" fmla="*/ 70324 h 431013"/>
                <a:gd name="connsiteX2" fmla="*/ 10259 w 114076"/>
                <a:gd name="connsiteY2" fmla="*/ 12209 h 431013"/>
                <a:gd name="connsiteX3" fmla="*/ 11611 w 114076"/>
                <a:gd name="connsiteY3" fmla="*/ 8980 h 431013"/>
                <a:gd name="connsiteX4" fmla="*/ 20022 w 114076"/>
                <a:gd name="connsiteY4" fmla="*/ 8980 h 431013"/>
                <a:gd name="connsiteX5" fmla="*/ 102031 w 114076"/>
                <a:gd name="connsiteY5" fmla="*/ -30 h 431013"/>
                <a:gd name="connsiteX6" fmla="*/ 109541 w 114076"/>
                <a:gd name="connsiteY6" fmla="*/ 31506 h 431013"/>
                <a:gd name="connsiteX7" fmla="*/ 114048 w 114076"/>
                <a:gd name="connsiteY7" fmla="*/ 84666 h 431013"/>
                <a:gd name="connsiteX8" fmla="*/ 114048 w 114076"/>
                <a:gd name="connsiteY8" fmla="*/ 84666 h 431013"/>
                <a:gd name="connsiteX9" fmla="*/ 114048 w 114076"/>
                <a:gd name="connsiteY9" fmla="*/ 96154 h 431013"/>
                <a:gd name="connsiteX10" fmla="*/ 107664 w 114076"/>
                <a:gd name="connsiteY10" fmla="*/ 162003 h 431013"/>
                <a:gd name="connsiteX11" fmla="*/ 104284 w 114076"/>
                <a:gd name="connsiteY11" fmla="*/ 205026 h 431013"/>
                <a:gd name="connsiteX12" fmla="*/ 103383 w 114076"/>
                <a:gd name="connsiteY12" fmla="*/ 239189 h 431013"/>
                <a:gd name="connsiteX13" fmla="*/ 95873 w 114076"/>
                <a:gd name="connsiteY13" fmla="*/ 327864 h 431013"/>
                <a:gd name="connsiteX14" fmla="*/ 89415 w 114076"/>
                <a:gd name="connsiteY14" fmla="*/ 421420 h 431013"/>
                <a:gd name="connsiteX15" fmla="*/ 89415 w 114076"/>
                <a:gd name="connsiteY15" fmla="*/ 425174 h 431013"/>
                <a:gd name="connsiteX16" fmla="*/ 69288 w 114076"/>
                <a:gd name="connsiteY16" fmla="*/ 425174 h 431013"/>
                <a:gd name="connsiteX17" fmla="*/ 64707 w 114076"/>
                <a:gd name="connsiteY17" fmla="*/ 243394 h 431013"/>
                <a:gd name="connsiteX18" fmla="*/ 60426 w 114076"/>
                <a:gd name="connsiteY18" fmla="*/ 107491 h 431013"/>
                <a:gd name="connsiteX19" fmla="*/ 54118 w 114076"/>
                <a:gd name="connsiteY19" fmla="*/ 108242 h 431013"/>
                <a:gd name="connsiteX20" fmla="*/ 17469 w 114076"/>
                <a:gd name="connsiteY20" fmla="*/ 409106 h 431013"/>
                <a:gd name="connsiteX21" fmla="*/ 11536 w 114076"/>
                <a:gd name="connsiteY21" fmla="*/ 428327 h 431013"/>
                <a:gd name="connsiteX22" fmla="*/ 2629 w 114076"/>
                <a:gd name="connsiteY22" fmla="*/ 429784 h 431013"/>
                <a:gd name="connsiteX23" fmla="*/ -29 w 114076"/>
                <a:gd name="connsiteY23" fmla="*/ 424573 h 431013"/>
                <a:gd name="connsiteX24" fmla="*/ 5828 w 114076"/>
                <a:gd name="connsiteY24" fmla="*/ 240766 h 43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4076" h="431013">
                  <a:moveTo>
                    <a:pt x="5828" y="240766"/>
                  </a:moveTo>
                  <a:cubicBezTo>
                    <a:pt x="7856" y="184453"/>
                    <a:pt x="3651" y="127013"/>
                    <a:pt x="4026" y="70324"/>
                  </a:cubicBezTo>
                  <a:cubicBezTo>
                    <a:pt x="2644" y="50735"/>
                    <a:pt x="4754" y="31055"/>
                    <a:pt x="10259" y="12209"/>
                  </a:cubicBezTo>
                  <a:cubicBezTo>
                    <a:pt x="10507" y="11060"/>
                    <a:pt x="10965" y="9964"/>
                    <a:pt x="11611" y="8980"/>
                  </a:cubicBezTo>
                  <a:cubicBezTo>
                    <a:pt x="13714" y="6277"/>
                    <a:pt x="17244" y="7704"/>
                    <a:pt x="20022" y="8980"/>
                  </a:cubicBezTo>
                  <a:cubicBezTo>
                    <a:pt x="46645" y="22931"/>
                    <a:pt x="79073" y="19372"/>
                    <a:pt x="102031" y="-30"/>
                  </a:cubicBezTo>
                  <a:cubicBezTo>
                    <a:pt x="106387" y="9956"/>
                    <a:pt x="108926" y="20633"/>
                    <a:pt x="109541" y="31506"/>
                  </a:cubicBezTo>
                  <a:cubicBezTo>
                    <a:pt x="111419" y="49226"/>
                    <a:pt x="113522" y="66870"/>
                    <a:pt x="114048" y="84666"/>
                  </a:cubicBezTo>
                  <a:lnTo>
                    <a:pt x="114048" y="84666"/>
                  </a:lnTo>
                  <a:cubicBezTo>
                    <a:pt x="114048" y="88495"/>
                    <a:pt x="114048" y="92174"/>
                    <a:pt x="114048" y="96154"/>
                  </a:cubicBezTo>
                  <a:cubicBezTo>
                    <a:pt x="113049" y="118198"/>
                    <a:pt x="110923" y="140175"/>
                    <a:pt x="107664" y="162003"/>
                  </a:cubicBezTo>
                  <a:cubicBezTo>
                    <a:pt x="105749" y="176269"/>
                    <a:pt x="104623" y="190632"/>
                    <a:pt x="104284" y="205026"/>
                  </a:cubicBezTo>
                  <a:cubicBezTo>
                    <a:pt x="105005" y="216416"/>
                    <a:pt x="104698" y="227852"/>
                    <a:pt x="103383" y="239189"/>
                  </a:cubicBezTo>
                  <a:cubicBezTo>
                    <a:pt x="99403" y="268608"/>
                    <a:pt x="96895" y="298198"/>
                    <a:pt x="95873" y="327864"/>
                  </a:cubicBezTo>
                  <a:cubicBezTo>
                    <a:pt x="93545" y="359024"/>
                    <a:pt x="91292" y="390185"/>
                    <a:pt x="89415" y="421420"/>
                  </a:cubicBezTo>
                  <a:lnTo>
                    <a:pt x="89415" y="425174"/>
                  </a:lnTo>
                  <a:cubicBezTo>
                    <a:pt x="88138" y="425549"/>
                    <a:pt x="69288" y="431105"/>
                    <a:pt x="69288" y="425174"/>
                  </a:cubicBezTo>
                  <a:cubicBezTo>
                    <a:pt x="67733" y="364603"/>
                    <a:pt x="66209" y="304010"/>
                    <a:pt x="64707" y="243394"/>
                  </a:cubicBezTo>
                  <a:cubicBezTo>
                    <a:pt x="64106" y="217941"/>
                    <a:pt x="65533" y="131744"/>
                    <a:pt x="60426" y="107491"/>
                  </a:cubicBezTo>
                  <a:lnTo>
                    <a:pt x="54118" y="108242"/>
                  </a:lnTo>
                  <a:cubicBezTo>
                    <a:pt x="42628" y="188432"/>
                    <a:pt x="28959" y="328916"/>
                    <a:pt x="17469" y="409106"/>
                  </a:cubicBezTo>
                  <a:cubicBezTo>
                    <a:pt x="17078" y="415901"/>
                    <a:pt x="15043" y="422493"/>
                    <a:pt x="11536" y="428327"/>
                  </a:cubicBezTo>
                  <a:cubicBezTo>
                    <a:pt x="9478" y="431188"/>
                    <a:pt x="5491" y="431841"/>
                    <a:pt x="2629" y="429784"/>
                  </a:cubicBezTo>
                  <a:cubicBezTo>
                    <a:pt x="954" y="428575"/>
                    <a:pt x="-37" y="426638"/>
                    <a:pt x="-29" y="424573"/>
                  </a:cubicBezTo>
                  <a:cubicBezTo>
                    <a:pt x="3275" y="363304"/>
                    <a:pt x="3651" y="302035"/>
                    <a:pt x="5828" y="240766"/>
                  </a:cubicBezTo>
                  <a:close/>
                </a:path>
              </a:pathLst>
            </a:custGeom>
            <a:solidFill>
              <a:srgbClr val="27282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5" name="Content Placeholder 4">
              <a:extLst>
                <a:ext uri="{FF2B5EF4-FFF2-40B4-BE49-F238E27FC236}">
                  <a16:creationId xmlns:a16="http://schemas.microsoft.com/office/drawing/2014/main" id="{01A69D8D-B047-EFF8-80E4-92EAAE70725C}"/>
                </a:ext>
              </a:extLst>
            </p:cNvPr>
            <p:cNvSpPr/>
            <p:nvPr/>
          </p:nvSpPr>
          <p:spPr>
            <a:xfrm>
              <a:off x="9021400" y="3408714"/>
              <a:ext cx="69498" cy="73301"/>
            </a:xfrm>
            <a:custGeom>
              <a:avLst/>
              <a:gdLst>
                <a:gd name="connsiteX0" fmla="*/ 3332 w 69498"/>
                <a:gd name="connsiteY0" fmla="*/ 43857 h 73301"/>
                <a:gd name="connsiteX1" fmla="*/ 3933 w 69498"/>
                <a:gd name="connsiteY1" fmla="*/ 41755 h 73301"/>
                <a:gd name="connsiteX2" fmla="*/ 7463 w 69498"/>
                <a:gd name="connsiteY2" fmla="*/ 13748 h 73301"/>
                <a:gd name="connsiteX3" fmla="*/ 8214 w 69498"/>
                <a:gd name="connsiteY3" fmla="*/ 909 h 73301"/>
                <a:gd name="connsiteX4" fmla="*/ 34499 w 69498"/>
                <a:gd name="connsiteY4" fmla="*/ 83 h 73301"/>
                <a:gd name="connsiteX5" fmla="*/ 35851 w 69498"/>
                <a:gd name="connsiteY5" fmla="*/ 83 h 73301"/>
                <a:gd name="connsiteX6" fmla="*/ 36451 w 69498"/>
                <a:gd name="connsiteY6" fmla="*/ 1435 h 73301"/>
                <a:gd name="connsiteX7" fmla="*/ 33748 w 69498"/>
                <a:gd name="connsiteY7" fmla="*/ 41680 h 73301"/>
                <a:gd name="connsiteX8" fmla="*/ 44187 w 69498"/>
                <a:gd name="connsiteY8" fmla="*/ 51366 h 73301"/>
                <a:gd name="connsiteX9" fmla="*/ 60108 w 69498"/>
                <a:gd name="connsiteY9" fmla="*/ 59325 h 73301"/>
                <a:gd name="connsiteX10" fmla="*/ 67618 w 69498"/>
                <a:gd name="connsiteY10" fmla="*/ 63529 h 73301"/>
                <a:gd name="connsiteX11" fmla="*/ 68594 w 69498"/>
                <a:gd name="connsiteY11" fmla="*/ 71038 h 73301"/>
                <a:gd name="connsiteX12" fmla="*/ 61685 w 69498"/>
                <a:gd name="connsiteY12" fmla="*/ 73215 h 73301"/>
                <a:gd name="connsiteX13" fmla="*/ 4759 w 69498"/>
                <a:gd name="connsiteY13" fmla="*/ 68335 h 73301"/>
                <a:gd name="connsiteX14" fmla="*/ 1605 w 69498"/>
                <a:gd name="connsiteY14" fmla="*/ 67133 h 73301"/>
                <a:gd name="connsiteX15" fmla="*/ 403 w 69498"/>
                <a:gd name="connsiteY15" fmla="*/ 64656 h 73301"/>
                <a:gd name="connsiteX16" fmla="*/ 3332 w 69498"/>
                <a:gd name="connsiteY16" fmla="*/ 43857 h 73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9498" h="73301">
                  <a:moveTo>
                    <a:pt x="3332" y="43857"/>
                  </a:moveTo>
                  <a:cubicBezTo>
                    <a:pt x="3580" y="43166"/>
                    <a:pt x="3775" y="42468"/>
                    <a:pt x="3933" y="41755"/>
                  </a:cubicBezTo>
                  <a:cubicBezTo>
                    <a:pt x="6268" y="32602"/>
                    <a:pt x="7448" y="23194"/>
                    <a:pt x="7463" y="13748"/>
                  </a:cubicBezTo>
                  <a:cubicBezTo>
                    <a:pt x="7222" y="9453"/>
                    <a:pt x="7470" y="5144"/>
                    <a:pt x="8214" y="909"/>
                  </a:cubicBezTo>
                  <a:cubicBezTo>
                    <a:pt x="13696" y="909"/>
                    <a:pt x="29016" y="-67"/>
                    <a:pt x="34499" y="83"/>
                  </a:cubicBezTo>
                  <a:cubicBezTo>
                    <a:pt x="34934" y="-67"/>
                    <a:pt x="35415" y="-67"/>
                    <a:pt x="35851" y="83"/>
                  </a:cubicBezTo>
                  <a:cubicBezTo>
                    <a:pt x="36211" y="443"/>
                    <a:pt x="36429" y="924"/>
                    <a:pt x="36451" y="1435"/>
                  </a:cubicBezTo>
                  <a:cubicBezTo>
                    <a:pt x="38855" y="14424"/>
                    <a:pt x="30744" y="28840"/>
                    <a:pt x="33748" y="41680"/>
                  </a:cubicBezTo>
                  <a:cubicBezTo>
                    <a:pt x="34874" y="46861"/>
                    <a:pt x="39756" y="48738"/>
                    <a:pt x="44187" y="51366"/>
                  </a:cubicBezTo>
                  <a:cubicBezTo>
                    <a:pt x="48895" y="55075"/>
                    <a:pt x="54317" y="57785"/>
                    <a:pt x="60108" y="59325"/>
                  </a:cubicBezTo>
                  <a:cubicBezTo>
                    <a:pt x="62894" y="60150"/>
                    <a:pt x="65462" y="61585"/>
                    <a:pt x="67618" y="63529"/>
                  </a:cubicBezTo>
                  <a:cubicBezTo>
                    <a:pt x="69653" y="65497"/>
                    <a:pt x="70059" y="68613"/>
                    <a:pt x="68594" y="71038"/>
                  </a:cubicBezTo>
                  <a:cubicBezTo>
                    <a:pt x="66701" y="72705"/>
                    <a:pt x="64193" y="73501"/>
                    <a:pt x="61685" y="73215"/>
                  </a:cubicBezTo>
                  <a:cubicBezTo>
                    <a:pt x="42595" y="73395"/>
                    <a:pt x="23534" y="71759"/>
                    <a:pt x="4759" y="68335"/>
                  </a:cubicBezTo>
                  <a:cubicBezTo>
                    <a:pt x="3610" y="68260"/>
                    <a:pt x="2513" y="67839"/>
                    <a:pt x="1605" y="67133"/>
                  </a:cubicBezTo>
                  <a:cubicBezTo>
                    <a:pt x="1042" y="66397"/>
                    <a:pt x="636" y="65557"/>
                    <a:pt x="403" y="64656"/>
                  </a:cubicBezTo>
                  <a:cubicBezTo>
                    <a:pt x="-701" y="57583"/>
                    <a:pt x="321" y="50352"/>
                    <a:pt x="3332" y="43857"/>
                  </a:cubicBezTo>
                  <a:close/>
                </a:path>
              </a:pathLst>
            </a:custGeom>
            <a:solidFill>
              <a:srgbClr val="49494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6" name="Content Placeholder 4">
              <a:extLst>
                <a:ext uri="{FF2B5EF4-FFF2-40B4-BE49-F238E27FC236}">
                  <a16:creationId xmlns:a16="http://schemas.microsoft.com/office/drawing/2014/main" id="{7945A46A-4451-0F4D-C714-925722798BF2}"/>
                </a:ext>
              </a:extLst>
            </p:cNvPr>
            <p:cNvSpPr/>
            <p:nvPr/>
          </p:nvSpPr>
          <p:spPr>
            <a:xfrm>
              <a:off x="8953802" y="3406861"/>
              <a:ext cx="62238" cy="74083"/>
            </a:xfrm>
            <a:custGeom>
              <a:avLst/>
              <a:gdLst>
                <a:gd name="connsiteX0" fmla="*/ 1462 w 62238"/>
                <a:gd name="connsiteY0" fmla="*/ 50740 h 74083"/>
                <a:gd name="connsiteX1" fmla="*/ 4091 w 62238"/>
                <a:gd name="connsiteY1" fmla="*/ 45034 h 74083"/>
                <a:gd name="connsiteX2" fmla="*/ 4467 w 62238"/>
                <a:gd name="connsiteY2" fmla="*/ 38351 h 74083"/>
                <a:gd name="connsiteX3" fmla="*/ 4467 w 62238"/>
                <a:gd name="connsiteY3" fmla="*/ 8693 h 74083"/>
                <a:gd name="connsiteX4" fmla="*/ 7320 w 62238"/>
                <a:gd name="connsiteY4" fmla="*/ 734 h 74083"/>
                <a:gd name="connsiteX5" fmla="*/ 13253 w 62238"/>
                <a:gd name="connsiteY5" fmla="*/ 283 h 74083"/>
                <a:gd name="connsiteX6" fmla="*/ 30601 w 62238"/>
                <a:gd name="connsiteY6" fmla="*/ 3287 h 74083"/>
                <a:gd name="connsiteX7" fmla="*/ 34656 w 62238"/>
                <a:gd name="connsiteY7" fmla="*/ 5164 h 74083"/>
                <a:gd name="connsiteX8" fmla="*/ 34656 w 62238"/>
                <a:gd name="connsiteY8" fmla="*/ 9669 h 74083"/>
                <a:gd name="connsiteX9" fmla="*/ 32629 w 62238"/>
                <a:gd name="connsiteY9" fmla="*/ 38426 h 74083"/>
                <a:gd name="connsiteX10" fmla="*/ 32629 w 62238"/>
                <a:gd name="connsiteY10" fmla="*/ 46761 h 74083"/>
                <a:gd name="connsiteX11" fmla="*/ 54633 w 62238"/>
                <a:gd name="connsiteY11" fmla="*/ 61177 h 74083"/>
                <a:gd name="connsiteX12" fmla="*/ 60941 w 62238"/>
                <a:gd name="connsiteY12" fmla="*/ 65382 h 74083"/>
                <a:gd name="connsiteX13" fmla="*/ 60941 w 62238"/>
                <a:gd name="connsiteY13" fmla="*/ 72440 h 74083"/>
                <a:gd name="connsiteX14" fmla="*/ 54633 w 62238"/>
                <a:gd name="connsiteY14" fmla="*/ 73941 h 74083"/>
                <a:gd name="connsiteX15" fmla="*/ 3866 w 62238"/>
                <a:gd name="connsiteY15" fmla="*/ 65982 h 74083"/>
                <a:gd name="connsiteX16" fmla="*/ 1087 w 62238"/>
                <a:gd name="connsiteY16" fmla="*/ 64631 h 74083"/>
                <a:gd name="connsiteX17" fmla="*/ 186 w 62238"/>
                <a:gd name="connsiteY17" fmla="*/ 62378 h 74083"/>
                <a:gd name="connsiteX18" fmla="*/ 1462 w 62238"/>
                <a:gd name="connsiteY18" fmla="*/ 50740 h 74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2238" h="74083">
                  <a:moveTo>
                    <a:pt x="1462" y="50740"/>
                  </a:moveTo>
                  <a:cubicBezTo>
                    <a:pt x="2063" y="48713"/>
                    <a:pt x="3415" y="46986"/>
                    <a:pt x="4091" y="45034"/>
                  </a:cubicBezTo>
                  <a:cubicBezTo>
                    <a:pt x="4594" y="42841"/>
                    <a:pt x="4722" y="40581"/>
                    <a:pt x="4467" y="38351"/>
                  </a:cubicBezTo>
                  <a:cubicBezTo>
                    <a:pt x="4467" y="28440"/>
                    <a:pt x="4467" y="18604"/>
                    <a:pt x="4467" y="8693"/>
                  </a:cubicBezTo>
                  <a:cubicBezTo>
                    <a:pt x="4467" y="5765"/>
                    <a:pt x="4467" y="2236"/>
                    <a:pt x="7320" y="734"/>
                  </a:cubicBezTo>
                  <a:cubicBezTo>
                    <a:pt x="9190" y="-92"/>
                    <a:pt x="11285" y="-257"/>
                    <a:pt x="13253" y="283"/>
                  </a:cubicBezTo>
                  <a:lnTo>
                    <a:pt x="30601" y="3287"/>
                  </a:lnTo>
                  <a:cubicBezTo>
                    <a:pt x="32148" y="3362"/>
                    <a:pt x="33598" y="4030"/>
                    <a:pt x="34656" y="5164"/>
                  </a:cubicBezTo>
                  <a:cubicBezTo>
                    <a:pt x="35228" y="6613"/>
                    <a:pt x="35228" y="8220"/>
                    <a:pt x="34656" y="9669"/>
                  </a:cubicBezTo>
                  <a:cubicBezTo>
                    <a:pt x="32929" y="19152"/>
                    <a:pt x="32254" y="28793"/>
                    <a:pt x="32629" y="38426"/>
                  </a:cubicBezTo>
                  <a:cubicBezTo>
                    <a:pt x="32816" y="41205"/>
                    <a:pt x="32816" y="43983"/>
                    <a:pt x="32629" y="46761"/>
                  </a:cubicBezTo>
                  <a:cubicBezTo>
                    <a:pt x="39320" y="52475"/>
                    <a:pt x="46718" y="57325"/>
                    <a:pt x="54633" y="61177"/>
                  </a:cubicBezTo>
                  <a:cubicBezTo>
                    <a:pt x="57006" y="62123"/>
                    <a:pt x="59154" y="63557"/>
                    <a:pt x="60941" y="65382"/>
                  </a:cubicBezTo>
                  <a:cubicBezTo>
                    <a:pt x="62631" y="67432"/>
                    <a:pt x="62631" y="70390"/>
                    <a:pt x="60941" y="72440"/>
                  </a:cubicBezTo>
                  <a:cubicBezTo>
                    <a:pt x="59124" y="73769"/>
                    <a:pt x="56849" y="74309"/>
                    <a:pt x="54633" y="73941"/>
                  </a:cubicBezTo>
                  <a:cubicBezTo>
                    <a:pt x="37503" y="72875"/>
                    <a:pt x="20500" y="70210"/>
                    <a:pt x="3866" y="65982"/>
                  </a:cubicBezTo>
                  <a:cubicBezTo>
                    <a:pt x="2829" y="65795"/>
                    <a:pt x="1868" y="65329"/>
                    <a:pt x="1087" y="64631"/>
                  </a:cubicBezTo>
                  <a:cubicBezTo>
                    <a:pt x="591" y="63970"/>
                    <a:pt x="283" y="63197"/>
                    <a:pt x="186" y="62378"/>
                  </a:cubicBezTo>
                  <a:cubicBezTo>
                    <a:pt x="-340" y="58451"/>
                    <a:pt x="103" y="54457"/>
                    <a:pt x="1462" y="50740"/>
                  </a:cubicBezTo>
                  <a:close/>
                </a:path>
              </a:pathLst>
            </a:custGeom>
            <a:solidFill>
              <a:srgbClr val="49494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7" name="Content Placeholder 4">
              <a:extLst>
                <a:ext uri="{FF2B5EF4-FFF2-40B4-BE49-F238E27FC236}">
                  <a16:creationId xmlns:a16="http://schemas.microsoft.com/office/drawing/2014/main" id="{938C5461-7F2B-FAA0-C581-B3BB7316FF4A}"/>
                </a:ext>
              </a:extLst>
            </p:cNvPr>
            <p:cNvSpPr/>
            <p:nvPr/>
          </p:nvSpPr>
          <p:spPr>
            <a:xfrm>
              <a:off x="8872505" y="2811029"/>
              <a:ext cx="243878" cy="502525"/>
            </a:xfrm>
            <a:custGeom>
              <a:avLst/>
              <a:gdLst>
                <a:gd name="connsiteX0" fmla="*/ 114151 w 243878"/>
                <a:gd name="connsiteY0" fmla="*/ 5951 h 502525"/>
                <a:gd name="connsiteX1" fmla="*/ 147045 w 243878"/>
                <a:gd name="connsiteY1" fmla="*/ 1971 h 502525"/>
                <a:gd name="connsiteX2" fmla="*/ 155381 w 243878"/>
                <a:gd name="connsiteY2" fmla="*/ 1446 h 502525"/>
                <a:gd name="connsiteX3" fmla="*/ 162891 w 243878"/>
                <a:gd name="connsiteY3" fmla="*/ 11282 h 502525"/>
                <a:gd name="connsiteX4" fmla="*/ 211181 w 243878"/>
                <a:gd name="connsiteY4" fmla="*/ 198993 h 502525"/>
                <a:gd name="connsiteX5" fmla="*/ 243849 w 243878"/>
                <a:gd name="connsiteY5" fmla="*/ 491823 h 502525"/>
                <a:gd name="connsiteX6" fmla="*/ 72320 w 243878"/>
                <a:gd name="connsiteY6" fmla="*/ 500232 h 502525"/>
                <a:gd name="connsiteX7" fmla="*/ 8561 w 243878"/>
                <a:gd name="connsiteY7" fmla="*/ 492724 h 502525"/>
                <a:gd name="connsiteX8" fmla="*/ 1727 w 243878"/>
                <a:gd name="connsiteY8" fmla="*/ 489570 h 502525"/>
                <a:gd name="connsiteX9" fmla="*/ 74 w 243878"/>
                <a:gd name="connsiteY9" fmla="*/ 482062 h 502525"/>
                <a:gd name="connsiteX10" fmla="*/ 11640 w 243878"/>
                <a:gd name="connsiteY10" fmla="*/ 408779 h 502525"/>
                <a:gd name="connsiteX11" fmla="*/ 73673 w 243878"/>
                <a:gd name="connsiteY11" fmla="*/ 55882 h 502525"/>
                <a:gd name="connsiteX12" fmla="*/ 81183 w 243878"/>
                <a:gd name="connsiteY12" fmla="*/ 5951 h 502525"/>
                <a:gd name="connsiteX13" fmla="*/ 114151 w 243878"/>
                <a:gd name="connsiteY13" fmla="*/ 5951 h 502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3878" h="502525">
                  <a:moveTo>
                    <a:pt x="114151" y="5951"/>
                  </a:moveTo>
                  <a:cubicBezTo>
                    <a:pt x="125251" y="6319"/>
                    <a:pt x="136351" y="4975"/>
                    <a:pt x="147045" y="1971"/>
                  </a:cubicBezTo>
                  <a:cubicBezTo>
                    <a:pt x="149726" y="1048"/>
                    <a:pt x="152602" y="868"/>
                    <a:pt x="155381" y="1446"/>
                  </a:cubicBezTo>
                  <a:cubicBezTo>
                    <a:pt x="159331" y="3308"/>
                    <a:pt x="162133" y="6980"/>
                    <a:pt x="162891" y="11282"/>
                  </a:cubicBezTo>
                  <a:cubicBezTo>
                    <a:pt x="182507" y="72896"/>
                    <a:pt x="198631" y="135562"/>
                    <a:pt x="211181" y="198993"/>
                  </a:cubicBezTo>
                  <a:cubicBezTo>
                    <a:pt x="230323" y="295507"/>
                    <a:pt x="241250" y="393462"/>
                    <a:pt x="243849" y="491823"/>
                  </a:cubicBezTo>
                  <a:cubicBezTo>
                    <a:pt x="188350" y="505788"/>
                    <a:pt x="129772" y="503010"/>
                    <a:pt x="72320" y="500232"/>
                  </a:cubicBezTo>
                  <a:cubicBezTo>
                    <a:pt x="50880" y="499699"/>
                    <a:pt x="29536" y="497184"/>
                    <a:pt x="8561" y="492724"/>
                  </a:cubicBezTo>
                  <a:cubicBezTo>
                    <a:pt x="6022" y="492363"/>
                    <a:pt x="3649" y="491267"/>
                    <a:pt x="1727" y="489570"/>
                  </a:cubicBezTo>
                  <a:cubicBezTo>
                    <a:pt x="300" y="487340"/>
                    <a:pt x="-286" y="484682"/>
                    <a:pt x="74" y="482062"/>
                  </a:cubicBezTo>
                  <a:cubicBezTo>
                    <a:pt x="2095" y="457382"/>
                    <a:pt x="5962" y="432881"/>
                    <a:pt x="11640" y="408779"/>
                  </a:cubicBezTo>
                  <a:cubicBezTo>
                    <a:pt x="35822" y="291723"/>
                    <a:pt x="56024" y="173990"/>
                    <a:pt x="73673" y="55882"/>
                  </a:cubicBezTo>
                  <a:cubicBezTo>
                    <a:pt x="75850" y="41616"/>
                    <a:pt x="74348" y="18865"/>
                    <a:pt x="81183" y="5951"/>
                  </a:cubicBezTo>
                  <a:cubicBezTo>
                    <a:pt x="88017" y="-6964"/>
                    <a:pt x="101910" y="4900"/>
                    <a:pt x="114151" y="5951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8" name="Content Placeholder 4">
              <a:extLst>
                <a:ext uri="{FF2B5EF4-FFF2-40B4-BE49-F238E27FC236}">
                  <a16:creationId xmlns:a16="http://schemas.microsoft.com/office/drawing/2014/main" id="{EE9F2F76-C58C-6870-5DD9-FBC85B882D25}"/>
                </a:ext>
              </a:extLst>
            </p:cNvPr>
            <p:cNvSpPr/>
            <p:nvPr/>
          </p:nvSpPr>
          <p:spPr>
            <a:xfrm>
              <a:off x="8968017" y="2693242"/>
              <a:ext cx="83008" cy="120370"/>
            </a:xfrm>
            <a:custGeom>
              <a:avLst/>
              <a:gdLst>
                <a:gd name="connsiteX0" fmla="*/ 1592 w 83008"/>
                <a:gd name="connsiteY0" fmla="*/ 79213 h 120370"/>
                <a:gd name="connsiteX1" fmla="*/ 3995 w 83008"/>
                <a:gd name="connsiteY1" fmla="*/ 94229 h 120370"/>
                <a:gd name="connsiteX2" fmla="*/ 26525 w 83008"/>
                <a:gd name="connsiteY2" fmla="*/ 115553 h 120370"/>
                <a:gd name="connsiteX3" fmla="*/ 48379 w 83008"/>
                <a:gd name="connsiteY3" fmla="*/ 119233 h 120370"/>
                <a:gd name="connsiteX4" fmla="*/ 62497 w 83008"/>
                <a:gd name="connsiteY4" fmla="*/ 103840 h 120370"/>
                <a:gd name="connsiteX5" fmla="*/ 73537 w 83008"/>
                <a:gd name="connsiteY5" fmla="*/ 92352 h 120370"/>
                <a:gd name="connsiteX6" fmla="*/ 82850 w 83008"/>
                <a:gd name="connsiteY6" fmla="*/ 56087 h 120370"/>
                <a:gd name="connsiteX7" fmla="*/ 69181 w 83008"/>
                <a:gd name="connsiteY7" fmla="*/ 11411 h 120370"/>
                <a:gd name="connsiteX8" fmla="*/ 49129 w 83008"/>
                <a:gd name="connsiteY8" fmla="*/ 1350 h 120370"/>
                <a:gd name="connsiteX9" fmla="*/ 28552 w 83008"/>
                <a:gd name="connsiteY9" fmla="*/ 1350 h 120370"/>
                <a:gd name="connsiteX10" fmla="*/ 8350 w 83008"/>
                <a:gd name="connsiteY10" fmla="*/ 18845 h 120370"/>
                <a:gd name="connsiteX11" fmla="*/ 1592 w 83008"/>
                <a:gd name="connsiteY11" fmla="*/ 79213 h 120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3008" h="120370">
                  <a:moveTo>
                    <a:pt x="1592" y="79213"/>
                  </a:moveTo>
                  <a:cubicBezTo>
                    <a:pt x="1712" y="84303"/>
                    <a:pt x="2515" y="89357"/>
                    <a:pt x="3995" y="94229"/>
                  </a:cubicBezTo>
                  <a:cubicBezTo>
                    <a:pt x="8516" y="103945"/>
                    <a:pt x="16574" y="111567"/>
                    <a:pt x="26525" y="115553"/>
                  </a:cubicBezTo>
                  <a:cubicBezTo>
                    <a:pt x="32810" y="120186"/>
                    <a:pt x="40921" y="121553"/>
                    <a:pt x="48379" y="119233"/>
                  </a:cubicBezTo>
                  <a:cubicBezTo>
                    <a:pt x="54387" y="116304"/>
                    <a:pt x="57916" y="109171"/>
                    <a:pt x="62497" y="103840"/>
                  </a:cubicBezTo>
                  <a:cubicBezTo>
                    <a:pt x="65952" y="99711"/>
                    <a:pt x="70007" y="96332"/>
                    <a:pt x="73537" y="92352"/>
                  </a:cubicBezTo>
                  <a:cubicBezTo>
                    <a:pt x="80424" y="81563"/>
                    <a:pt x="83691" y="68858"/>
                    <a:pt x="82850" y="56087"/>
                  </a:cubicBezTo>
                  <a:cubicBezTo>
                    <a:pt x="82850" y="39718"/>
                    <a:pt x="79996" y="21848"/>
                    <a:pt x="69181" y="11411"/>
                  </a:cubicBezTo>
                  <a:cubicBezTo>
                    <a:pt x="63571" y="6245"/>
                    <a:pt x="56625" y="2762"/>
                    <a:pt x="49129" y="1350"/>
                  </a:cubicBezTo>
                  <a:cubicBezTo>
                    <a:pt x="42393" y="-490"/>
                    <a:pt x="35289" y="-490"/>
                    <a:pt x="28552" y="1350"/>
                  </a:cubicBezTo>
                  <a:cubicBezTo>
                    <a:pt x="19954" y="4594"/>
                    <a:pt x="12789" y="10796"/>
                    <a:pt x="8350" y="18845"/>
                  </a:cubicBezTo>
                  <a:cubicBezTo>
                    <a:pt x="-3440" y="38592"/>
                    <a:pt x="240" y="56912"/>
                    <a:pt x="1592" y="79213"/>
                  </a:cubicBezTo>
                  <a:close/>
                </a:path>
              </a:pathLst>
            </a:custGeom>
            <a:solidFill>
              <a:srgbClr val="FFC3B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9" name="Content Placeholder 4">
              <a:extLst>
                <a:ext uri="{FF2B5EF4-FFF2-40B4-BE49-F238E27FC236}">
                  <a16:creationId xmlns:a16="http://schemas.microsoft.com/office/drawing/2014/main" id="{C4E42780-60AC-9595-6F5A-8AFAF8610435}"/>
                </a:ext>
              </a:extLst>
            </p:cNvPr>
            <p:cNvSpPr/>
            <p:nvPr/>
          </p:nvSpPr>
          <p:spPr>
            <a:xfrm>
              <a:off x="9159724" y="2961522"/>
              <a:ext cx="37596" cy="23940"/>
            </a:xfrm>
            <a:custGeom>
              <a:avLst/>
              <a:gdLst>
                <a:gd name="connsiteX0" fmla="*/ 16710 w 37596"/>
                <a:gd name="connsiteY0" fmla="*/ 2624 h 23940"/>
                <a:gd name="connsiteX1" fmla="*/ 26923 w 37596"/>
                <a:gd name="connsiteY1" fmla="*/ -4 h 23940"/>
                <a:gd name="connsiteX2" fmla="*/ 36161 w 37596"/>
                <a:gd name="connsiteY2" fmla="*/ 4126 h 23940"/>
                <a:gd name="connsiteX3" fmla="*/ 35560 w 37596"/>
                <a:gd name="connsiteY3" fmla="*/ 15238 h 23940"/>
                <a:gd name="connsiteX4" fmla="*/ 26022 w 37596"/>
                <a:gd name="connsiteY4" fmla="*/ 21996 h 23940"/>
                <a:gd name="connsiteX5" fmla="*/ 7473 w 37596"/>
                <a:gd name="connsiteY5" fmla="*/ 21996 h 23940"/>
                <a:gd name="connsiteX6" fmla="*/ 714 w 37596"/>
                <a:gd name="connsiteY6" fmla="*/ 9382 h 23940"/>
                <a:gd name="connsiteX7" fmla="*/ 16710 w 37596"/>
                <a:gd name="connsiteY7" fmla="*/ 2624 h 23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7596" h="23940">
                  <a:moveTo>
                    <a:pt x="16710" y="2624"/>
                  </a:moveTo>
                  <a:cubicBezTo>
                    <a:pt x="19939" y="1167"/>
                    <a:pt x="23394" y="274"/>
                    <a:pt x="26923" y="-4"/>
                  </a:cubicBezTo>
                  <a:cubicBezTo>
                    <a:pt x="30498" y="-252"/>
                    <a:pt x="33960" y="1295"/>
                    <a:pt x="36161" y="4126"/>
                  </a:cubicBezTo>
                  <a:cubicBezTo>
                    <a:pt x="38234" y="7610"/>
                    <a:pt x="38001" y="12002"/>
                    <a:pt x="35560" y="15238"/>
                  </a:cubicBezTo>
                  <a:cubicBezTo>
                    <a:pt x="33164" y="18429"/>
                    <a:pt x="29830" y="20794"/>
                    <a:pt x="26022" y="21996"/>
                  </a:cubicBezTo>
                  <a:cubicBezTo>
                    <a:pt x="20105" y="24549"/>
                    <a:pt x="13390" y="24549"/>
                    <a:pt x="7473" y="21996"/>
                  </a:cubicBezTo>
                  <a:cubicBezTo>
                    <a:pt x="3567" y="19968"/>
                    <a:pt x="-2065" y="13962"/>
                    <a:pt x="714" y="9382"/>
                  </a:cubicBezTo>
                  <a:cubicBezTo>
                    <a:pt x="3492" y="4801"/>
                    <a:pt x="13030" y="3976"/>
                    <a:pt x="16710" y="2624"/>
                  </a:cubicBezTo>
                  <a:close/>
                </a:path>
              </a:pathLst>
            </a:custGeom>
            <a:solidFill>
              <a:srgbClr val="FFC3B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0" name="Content Placeholder 4">
              <a:extLst>
                <a:ext uri="{FF2B5EF4-FFF2-40B4-BE49-F238E27FC236}">
                  <a16:creationId xmlns:a16="http://schemas.microsoft.com/office/drawing/2014/main" id="{FECFC746-5F95-46EB-0362-7A2888200134}"/>
                </a:ext>
              </a:extLst>
            </p:cNvPr>
            <p:cNvSpPr/>
            <p:nvPr/>
          </p:nvSpPr>
          <p:spPr>
            <a:xfrm>
              <a:off x="8949154" y="2814926"/>
              <a:ext cx="124372" cy="157980"/>
            </a:xfrm>
            <a:custGeom>
              <a:avLst/>
              <a:gdLst>
                <a:gd name="connsiteX0" fmla="*/ 28 w 124372"/>
                <a:gd name="connsiteY0" fmla="*/ 76088 h 157980"/>
                <a:gd name="connsiteX1" fmla="*/ 1680 w 124372"/>
                <a:gd name="connsiteY1" fmla="*/ 89002 h 157980"/>
                <a:gd name="connsiteX2" fmla="*/ 9190 w 124372"/>
                <a:gd name="connsiteY2" fmla="*/ 103644 h 157980"/>
                <a:gd name="connsiteX3" fmla="*/ 118611 w 124372"/>
                <a:gd name="connsiteY3" fmla="*/ 157855 h 157980"/>
                <a:gd name="connsiteX4" fmla="*/ 123792 w 124372"/>
                <a:gd name="connsiteY4" fmla="*/ 155677 h 157980"/>
                <a:gd name="connsiteX5" fmla="*/ 124318 w 124372"/>
                <a:gd name="connsiteY5" fmla="*/ 152599 h 157980"/>
                <a:gd name="connsiteX6" fmla="*/ 123417 w 124372"/>
                <a:gd name="connsiteY6" fmla="*/ 142312 h 157980"/>
                <a:gd name="connsiteX7" fmla="*/ 90373 w 124372"/>
                <a:gd name="connsiteY7" fmla="*/ 135404 h 157980"/>
                <a:gd name="connsiteX8" fmla="*/ 42609 w 124372"/>
                <a:gd name="connsiteY8" fmla="*/ 103719 h 157980"/>
                <a:gd name="connsiteX9" fmla="*/ 38178 w 124372"/>
                <a:gd name="connsiteY9" fmla="*/ 77439 h 157980"/>
                <a:gd name="connsiteX10" fmla="*/ 40131 w 124372"/>
                <a:gd name="connsiteY10" fmla="*/ 38020 h 157980"/>
                <a:gd name="connsiteX11" fmla="*/ 44261 w 124372"/>
                <a:gd name="connsiteY11" fmla="*/ 20225 h 157980"/>
                <a:gd name="connsiteX12" fmla="*/ 11969 w 124372"/>
                <a:gd name="connsiteY12" fmla="*/ 9788 h 157980"/>
                <a:gd name="connsiteX13" fmla="*/ 28 w 124372"/>
                <a:gd name="connsiteY13" fmla="*/ 76088 h 157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4372" h="157980">
                  <a:moveTo>
                    <a:pt x="28" y="76088"/>
                  </a:moveTo>
                  <a:cubicBezTo>
                    <a:pt x="50" y="80443"/>
                    <a:pt x="606" y="84782"/>
                    <a:pt x="1680" y="89002"/>
                  </a:cubicBezTo>
                  <a:cubicBezTo>
                    <a:pt x="3385" y="94251"/>
                    <a:pt x="5923" y="99191"/>
                    <a:pt x="9190" y="103644"/>
                  </a:cubicBezTo>
                  <a:cubicBezTo>
                    <a:pt x="34093" y="139114"/>
                    <a:pt x="75300" y="159529"/>
                    <a:pt x="118611" y="157855"/>
                  </a:cubicBezTo>
                  <a:cubicBezTo>
                    <a:pt x="120563" y="157855"/>
                    <a:pt x="122816" y="157404"/>
                    <a:pt x="123792" y="155677"/>
                  </a:cubicBezTo>
                  <a:cubicBezTo>
                    <a:pt x="124235" y="154716"/>
                    <a:pt x="124415" y="153650"/>
                    <a:pt x="124318" y="152599"/>
                  </a:cubicBezTo>
                  <a:cubicBezTo>
                    <a:pt x="124318" y="149145"/>
                    <a:pt x="123867" y="145691"/>
                    <a:pt x="123417" y="142312"/>
                  </a:cubicBezTo>
                  <a:cubicBezTo>
                    <a:pt x="112295" y="140570"/>
                    <a:pt x="101262" y="138265"/>
                    <a:pt x="90373" y="135404"/>
                  </a:cubicBezTo>
                  <a:cubicBezTo>
                    <a:pt x="71222" y="130374"/>
                    <a:pt x="50495" y="121814"/>
                    <a:pt x="42609" y="103719"/>
                  </a:cubicBezTo>
                  <a:cubicBezTo>
                    <a:pt x="39553" y="95302"/>
                    <a:pt x="38051" y="86397"/>
                    <a:pt x="38178" y="77439"/>
                  </a:cubicBezTo>
                  <a:cubicBezTo>
                    <a:pt x="36977" y="64269"/>
                    <a:pt x="37638" y="51002"/>
                    <a:pt x="40131" y="38020"/>
                  </a:cubicBezTo>
                  <a:cubicBezTo>
                    <a:pt x="41986" y="32208"/>
                    <a:pt x="43368" y="26262"/>
                    <a:pt x="44261" y="20225"/>
                  </a:cubicBezTo>
                  <a:cubicBezTo>
                    <a:pt x="45688" y="1379"/>
                    <a:pt x="19704" y="-8758"/>
                    <a:pt x="11969" y="9788"/>
                  </a:cubicBezTo>
                  <a:cubicBezTo>
                    <a:pt x="3497" y="30842"/>
                    <a:pt x="-566" y="53405"/>
                    <a:pt x="28" y="76088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1" name="Content Placeholder 4">
              <a:extLst>
                <a:ext uri="{FF2B5EF4-FFF2-40B4-BE49-F238E27FC236}">
                  <a16:creationId xmlns:a16="http://schemas.microsoft.com/office/drawing/2014/main" id="{92D6863C-30AC-49BB-E43F-808B262DB3B9}"/>
                </a:ext>
              </a:extLst>
            </p:cNvPr>
            <p:cNvSpPr/>
            <p:nvPr/>
          </p:nvSpPr>
          <p:spPr>
            <a:xfrm>
              <a:off x="8871036" y="2662035"/>
              <a:ext cx="193630" cy="281189"/>
            </a:xfrm>
            <a:custGeom>
              <a:avLst/>
              <a:gdLst>
                <a:gd name="connsiteX0" fmla="*/ 189068 w 193630"/>
                <a:gd name="connsiteY0" fmla="*/ 63792 h 281189"/>
                <a:gd name="connsiteX1" fmla="*/ 184412 w 193630"/>
                <a:gd name="connsiteY1" fmla="*/ 47874 h 281189"/>
                <a:gd name="connsiteX2" fmla="*/ 181558 w 193630"/>
                <a:gd name="connsiteY2" fmla="*/ 43519 h 281189"/>
                <a:gd name="connsiteX3" fmla="*/ 181558 w 193630"/>
                <a:gd name="connsiteY3" fmla="*/ 39690 h 281189"/>
                <a:gd name="connsiteX4" fmla="*/ 166538 w 193630"/>
                <a:gd name="connsiteY4" fmla="*/ 12735 h 281189"/>
                <a:gd name="connsiteX5" fmla="*/ 114343 w 193630"/>
                <a:gd name="connsiteY5" fmla="*/ 3049 h 281189"/>
                <a:gd name="connsiteX6" fmla="*/ 100750 w 193630"/>
                <a:gd name="connsiteY6" fmla="*/ -30 h 281189"/>
                <a:gd name="connsiteX7" fmla="*/ 75817 w 193630"/>
                <a:gd name="connsiteY7" fmla="*/ 14086 h 281189"/>
                <a:gd name="connsiteX8" fmla="*/ 64327 w 193630"/>
                <a:gd name="connsiteY8" fmla="*/ 41567 h 281189"/>
                <a:gd name="connsiteX9" fmla="*/ 44801 w 193630"/>
                <a:gd name="connsiteY9" fmla="*/ 79109 h 281189"/>
                <a:gd name="connsiteX10" fmla="*/ 20768 w 193630"/>
                <a:gd name="connsiteY10" fmla="*/ 104413 h 281189"/>
                <a:gd name="connsiteX11" fmla="*/ 25275 w 193630"/>
                <a:gd name="connsiteY11" fmla="*/ 150289 h 281189"/>
                <a:gd name="connsiteX12" fmla="*/ 10255 w 193630"/>
                <a:gd name="connsiteY12" fmla="*/ 174992 h 281189"/>
                <a:gd name="connsiteX13" fmla="*/ 4247 w 193630"/>
                <a:gd name="connsiteY13" fmla="*/ 217865 h 281189"/>
                <a:gd name="connsiteX14" fmla="*/ 16037 w 193630"/>
                <a:gd name="connsiteY14" fmla="*/ 229729 h 281189"/>
                <a:gd name="connsiteX15" fmla="*/ 29105 w 193630"/>
                <a:gd name="connsiteY15" fmla="*/ 246022 h 281189"/>
                <a:gd name="connsiteX16" fmla="*/ 34061 w 193630"/>
                <a:gd name="connsiteY16" fmla="*/ 266821 h 281189"/>
                <a:gd name="connsiteX17" fmla="*/ 18291 w 193630"/>
                <a:gd name="connsiteY17" fmla="*/ 278309 h 281189"/>
                <a:gd name="connsiteX18" fmla="*/ 51012 w 193630"/>
                <a:gd name="connsiteY18" fmla="*/ 268360 h 281189"/>
                <a:gd name="connsiteX19" fmla="*/ 53737 w 193630"/>
                <a:gd name="connsiteY19" fmla="*/ 259387 h 281189"/>
                <a:gd name="connsiteX20" fmla="*/ 56141 w 193630"/>
                <a:gd name="connsiteY20" fmla="*/ 247149 h 281189"/>
                <a:gd name="connsiteX21" fmla="*/ 73113 w 193630"/>
                <a:gd name="connsiteY21" fmla="*/ 237388 h 281189"/>
                <a:gd name="connsiteX22" fmla="*/ 70936 w 193630"/>
                <a:gd name="connsiteY22" fmla="*/ 219893 h 281189"/>
                <a:gd name="connsiteX23" fmla="*/ 70936 w 193630"/>
                <a:gd name="connsiteY23" fmla="*/ 204876 h 281189"/>
                <a:gd name="connsiteX24" fmla="*/ 74540 w 193630"/>
                <a:gd name="connsiteY24" fmla="*/ 179647 h 281189"/>
                <a:gd name="connsiteX25" fmla="*/ 80022 w 193630"/>
                <a:gd name="connsiteY25" fmla="*/ 164180 h 281189"/>
                <a:gd name="connsiteX26" fmla="*/ 108560 w 193630"/>
                <a:gd name="connsiteY26" fmla="*/ 154945 h 281189"/>
                <a:gd name="connsiteX27" fmla="*/ 122829 w 193630"/>
                <a:gd name="connsiteY27" fmla="*/ 151866 h 281189"/>
                <a:gd name="connsiteX28" fmla="*/ 124332 w 193630"/>
                <a:gd name="connsiteY28" fmla="*/ 148638 h 281189"/>
                <a:gd name="connsiteX29" fmla="*/ 130415 w 193630"/>
                <a:gd name="connsiteY29" fmla="*/ 179647 h 281189"/>
                <a:gd name="connsiteX30" fmla="*/ 132668 w 193630"/>
                <a:gd name="connsiteY30" fmla="*/ 147361 h 281189"/>
                <a:gd name="connsiteX31" fmla="*/ 114569 w 193630"/>
                <a:gd name="connsiteY31" fmla="*/ 119580 h 281189"/>
                <a:gd name="connsiteX32" fmla="*/ 102177 w 193630"/>
                <a:gd name="connsiteY32" fmla="*/ 106290 h 281189"/>
                <a:gd name="connsiteX33" fmla="*/ 96469 w 193630"/>
                <a:gd name="connsiteY33" fmla="*/ 89396 h 281189"/>
                <a:gd name="connsiteX34" fmla="*/ 98948 w 193630"/>
                <a:gd name="connsiteY34" fmla="*/ 80686 h 281189"/>
                <a:gd name="connsiteX35" fmla="*/ 103979 w 193630"/>
                <a:gd name="connsiteY35" fmla="*/ 72727 h 281189"/>
                <a:gd name="connsiteX36" fmla="*/ 103979 w 193630"/>
                <a:gd name="connsiteY36" fmla="*/ 72202 h 281189"/>
                <a:gd name="connsiteX37" fmla="*/ 104430 w 193630"/>
                <a:gd name="connsiteY37" fmla="*/ 72202 h 281189"/>
                <a:gd name="connsiteX38" fmla="*/ 106082 w 193630"/>
                <a:gd name="connsiteY38" fmla="*/ 85492 h 281189"/>
                <a:gd name="connsiteX39" fmla="*/ 117272 w 193630"/>
                <a:gd name="connsiteY39" fmla="*/ 104112 h 281189"/>
                <a:gd name="connsiteX40" fmla="*/ 120726 w 193630"/>
                <a:gd name="connsiteY40" fmla="*/ 72352 h 281189"/>
                <a:gd name="connsiteX41" fmla="*/ 150016 w 193630"/>
                <a:gd name="connsiteY41" fmla="*/ 55683 h 281189"/>
                <a:gd name="connsiteX42" fmla="*/ 163534 w 193630"/>
                <a:gd name="connsiteY42" fmla="*/ 50352 h 281189"/>
                <a:gd name="connsiteX43" fmla="*/ 169392 w 193630"/>
                <a:gd name="connsiteY43" fmla="*/ 56959 h 281189"/>
                <a:gd name="connsiteX44" fmla="*/ 176000 w 193630"/>
                <a:gd name="connsiteY44" fmla="*/ 106290 h 281189"/>
                <a:gd name="connsiteX45" fmla="*/ 162557 w 193630"/>
                <a:gd name="connsiteY45" fmla="*/ 139102 h 281189"/>
                <a:gd name="connsiteX46" fmla="*/ 190119 w 193630"/>
                <a:gd name="connsiteY46" fmla="*/ 105239 h 281189"/>
                <a:gd name="connsiteX47" fmla="*/ 189068 w 193630"/>
                <a:gd name="connsiteY47" fmla="*/ 63792 h 281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193630" h="281189">
                  <a:moveTo>
                    <a:pt x="189068" y="63792"/>
                  </a:moveTo>
                  <a:cubicBezTo>
                    <a:pt x="188136" y="58326"/>
                    <a:pt x="186574" y="52980"/>
                    <a:pt x="184412" y="47874"/>
                  </a:cubicBezTo>
                  <a:cubicBezTo>
                    <a:pt x="183623" y="46320"/>
                    <a:pt x="182661" y="44863"/>
                    <a:pt x="181558" y="43519"/>
                  </a:cubicBezTo>
                  <a:cubicBezTo>
                    <a:pt x="181678" y="42243"/>
                    <a:pt x="181678" y="40966"/>
                    <a:pt x="181558" y="39690"/>
                  </a:cubicBezTo>
                  <a:cubicBezTo>
                    <a:pt x="181190" y="28810"/>
                    <a:pt x="175595" y="18779"/>
                    <a:pt x="166538" y="12735"/>
                  </a:cubicBezTo>
                  <a:cubicBezTo>
                    <a:pt x="151518" y="3199"/>
                    <a:pt x="131691" y="7404"/>
                    <a:pt x="114343" y="3049"/>
                  </a:cubicBezTo>
                  <a:cubicBezTo>
                    <a:pt x="109905" y="1652"/>
                    <a:pt x="105361" y="624"/>
                    <a:pt x="100750" y="-30"/>
                  </a:cubicBezTo>
                  <a:cubicBezTo>
                    <a:pt x="90582" y="158"/>
                    <a:pt x="81201" y="5466"/>
                    <a:pt x="75817" y="14086"/>
                  </a:cubicBezTo>
                  <a:cubicBezTo>
                    <a:pt x="70650" y="22631"/>
                    <a:pt x="66775" y="31889"/>
                    <a:pt x="64327" y="41567"/>
                  </a:cubicBezTo>
                  <a:cubicBezTo>
                    <a:pt x="60962" y="55480"/>
                    <a:pt x="54263" y="68365"/>
                    <a:pt x="44801" y="79109"/>
                  </a:cubicBezTo>
                  <a:cubicBezTo>
                    <a:pt x="36389" y="87369"/>
                    <a:pt x="24449" y="93225"/>
                    <a:pt x="20768" y="104413"/>
                  </a:cubicBezTo>
                  <a:cubicBezTo>
                    <a:pt x="15887" y="119430"/>
                    <a:pt x="28278" y="134972"/>
                    <a:pt x="25275" y="150289"/>
                  </a:cubicBezTo>
                  <a:cubicBezTo>
                    <a:pt x="22158" y="159532"/>
                    <a:pt x="17029" y="167972"/>
                    <a:pt x="10255" y="174992"/>
                  </a:cubicBezTo>
                  <a:cubicBezTo>
                    <a:pt x="1168" y="187456"/>
                    <a:pt x="-4315" y="205026"/>
                    <a:pt x="4247" y="217865"/>
                  </a:cubicBezTo>
                  <a:cubicBezTo>
                    <a:pt x="7709" y="222258"/>
                    <a:pt x="11667" y="226238"/>
                    <a:pt x="16037" y="229729"/>
                  </a:cubicBezTo>
                  <a:cubicBezTo>
                    <a:pt x="21159" y="234497"/>
                    <a:pt x="25560" y="239985"/>
                    <a:pt x="29105" y="246022"/>
                  </a:cubicBezTo>
                  <a:cubicBezTo>
                    <a:pt x="33250" y="252112"/>
                    <a:pt x="35015" y="259515"/>
                    <a:pt x="34061" y="266821"/>
                  </a:cubicBezTo>
                  <a:cubicBezTo>
                    <a:pt x="32725" y="274246"/>
                    <a:pt x="25770" y="279315"/>
                    <a:pt x="18291" y="278309"/>
                  </a:cubicBezTo>
                  <a:cubicBezTo>
                    <a:pt x="30073" y="284593"/>
                    <a:pt x="44725" y="280141"/>
                    <a:pt x="51012" y="268360"/>
                  </a:cubicBezTo>
                  <a:cubicBezTo>
                    <a:pt x="52498" y="265574"/>
                    <a:pt x="53422" y="262526"/>
                    <a:pt x="53737" y="259387"/>
                  </a:cubicBezTo>
                  <a:cubicBezTo>
                    <a:pt x="53429" y="255168"/>
                    <a:pt x="54263" y="250940"/>
                    <a:pt x="56141" y="247149"/>
                  </a:cubicBezTo>
                  <a:cubicBezTo>
                    <a:pt x="60121" y="241817"/>
                    <a:pt x="69509" y="242944"/>
                    <a:pt x="73113" y="237388"/>
                  </a:cubicBezTo>
                  <a:cubicBezTo>
                    <a:pt x="76718" y="231831"/>
                    <a:pt x="72512" y="225749"/>
                    <a:pt x="70936" y="219893"/>
                  </a:cubicBezTo>
                  <a:cubicBezTo>
                    <a:pt x="70027" y="214930"/>
                    <a:pt x="70027" y="209839"/>
                    <a:pt x="70936" y="204876"/>
                  </a:cubicBezTo>
                  <a:cubicBezTo>
                    <a:pt x="71837" y="196467"/>
                    <a:pt x="73038" y="188057"/>
                    <a:pt x="74540" y="179647"/>
                  </a:cubicBezTo>
                  <a:cubicBezTo>
                    <a:pt x="75156" y="174136"/>
                    <a:pt x="77033" y="168850"/>
                    <a:pt x="80022" y="164180"/>
                  </a:cubicBezTo>
                  <a:cubicBezTo>
                    <a:pt x="86256" y="155771"/>
                    <a:pt x="98122" y="154044"/>
                    <a:pt x="108560" y="154945"/>
                  </a:cubicBezTo>
                  <a:cubicBezTo>
                    <a:pt x="113592" y="155320"/>
                    <a:pt x="119600" y="155846"/>
                    <a:pt x="122829" y="151866"/>
                  </a:cubicBezTo>
                  <a:cubicBezTo>
                    <a:pt x="123611" y="150943"/>
                    <a:pt x="124129" y="149832"/>
                    <a:pt x="124332" y="148638"/>
                  </a:cubicBezTo>
                  <a:cubicBezTo>
                    <a:pt x="129791" y="157993"/>
                    <a:pt x="131939" y="168918"/>
                    <a:pt x="130415" y="179647"/>
                  </a:cubicBezTo>
                  <a:cubicBezTo>
                    <a:pt x="135724" y="169699"/>
                    <a:pt x="136543" y="157956"/>
                    <a:pt x="132668" y="147361"/>
                  </a:cubicBezTo>
                  <a:cubicBezTo>
                    <a:pt x="128800" y="136857"/>
                    <a:pt x="122612" y="127366"/>
                    <a:pt x="114569" y="119580"/>
                  </a:cubicBezTo>
                  <a:cubicBezTo>
                    <a:pt x="110153" y="115428"/>
                    <a:pt x="106015" y="110990"/>
                    <a:pt x="102177" y="106290"/>
                  </a:cubicBezTo>
                  <a:cubicBezTo>
                    <a:pt x="98384" y="101484"/>
                    <a:pt x="96372" y="95515"/>
                    <a:pt x="96469" y="89396"/>
                  </a:cubicBezTo>
                  <a:cubicBezTo>
                    <a:pt x="96680" y="86355"/>
                    <a:pt x="97521" y="83389"/>
                    <a:pt x="98948" y="80686"/>
                  </a:cubicBezTo>
                  <a:cubicBezTo>
                    <a:pt x="99999" y="78659"/>
                    <a:pt x="103979" y="74830"/>
                    <a:pt x="103979" y="72727"/>
                  </a:cubicBezTo>
                  <a:lnTo>
                    <a:pt x="103979" y="72202"/>
                  </a:lnTo>
                  <a:lnTo>
                    <a:pt x="104430" y="72202"/>
                  </a:lnTo>
                  <a:cubicBezTo>
                    <a:pt x="104039" y="76699"/>
                    <a:pt x="104603" y="81227"/>
                    <a:pt x="106082" y="85492"/>
                  </a:cubicBezTo>
                  <a:cubicBezTo>
                    <a:pt x="108628" y="92339"/>
                    <a:pt x="112421" y="98654"/>
                    <a:pt x="117272" y="104112"/>
                  </a:cubicBezTo>
                  <a:cubicBezTo>
                    <a:pt x="111632" y="93848"/>
                    <a:pt x="113014" y="81159"/>
                    <a:pt x="120726" y="72352"/>
                  </a:cubicBezTo>
                  <a:cubicBezTo>
                    <a:pt x="128484" y="63845"/>
                    <a:pt x="138736" y="58011"/>
                    <a:pt x="150016" y="55683"/>
                  </a:cubicBezTo>
                  <a:cubicBezTo>
                    <a:pt x="154792" y="54684"/>
                    <a:pt x="159366" y="52882"/>
                    <a:pt x="163534" y="50352"/>
                  </a:cubicBezTo>
                  <a:cubicBezTo>
                    <a:pt x="165344" y="52680"/>
                    <a:pt x="167296" y="54887"/>
                    <a:pt x="169392" y="56959"/>
                  </a:cubicBezTo>
                  <a:cubicBezTo>
                    <a:pt x="181302" y="70580"/>
                    <a:pt x="183908" y="90012"/>
                    <a:pt x="176000" y="106290"/>
                  </a:cubicBezTo>
                  <a:cubicBezTo>
                    <a:pt x="170818" y="117177"/>
                    <a:pt x="161656" y="127163"/>
                    <a:pt x="162557" y="139102"/>
                  </a:cubicBezTo>
                  <a:cubicBezTo>
                    <a:pt x="166012" y="124761"/>
                    <a:pt x="183285" y="118304"/>
                    <a:pt x="190119" y="105239"/>
                  </a:cubicBezTo>
                  <a:cubicBezTo>
                    <a:pt x="196953" y="92174"/>
                    <a:pt x="192147" y="77382"/>
                    <a:pt x="189068" y="63792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2" name="Content Placeholder 4">
              <a:extLst>
                <a:ext uri="{FF2B5EF4-FFF2-40B4-BE49-F238E27FC236}">
                  <a16:creationId xmlns:a16="http://schemas.microsoft.com/office/drawing/2014/main" id="{0DFEECEA-56B3-2229-763F-9E6C09BC882B}"/>
                </a:ext>
              </a:extLst>
            </p:cNvPr>
            <p:cNvSpPr/>
            <p:nvPr/>
          </p:nvSpPr>
          <p:spPr>
            <a:xfrm>
              <a:off x="9086945" y="2887808"/>
              <a:ext cx="108990" cy="139101"/>
            </a:xfrm>
            <a:custGeom>
              <a:avLst/>
              <a:gdLst>
                <a:gd name="connsiteX0" fmla="*/ 80778 w 108990"/>
                <a:gd name="connsiteY0" fmla="*/ 138733 h 139101"/>
                <a:gd name="connsiteX1" fmla="*/ 85584 w 108990"/>
                <a:gd name="connsiteY1" fmla="*/ 137081 h 139101"/>
                <a:gd name="connsiteX2" fmla="*/ 87912 w 108990"/>
                <a:gd name="connsiteY2" fmla="*/ 132651 h 139101"/>
                <a:gd name="connsiteX3" fmla="*/ 95422 w 108990"/>
                <a:gd name="connsiteY3" fmla="*/ 96686 h 139101"/>
                <a:gd name="connsiteX4" fmla="*/ 100754 w 108990"/>
                <a:gd name="connsiteY4" fmla="*/ 64324 h 139101"/>
                <a:gd name="connsiteX5" fmla="*/ 108940 w 108990"/>
                <a:gd name="connsiteY5" fmla="*/ 20625 h 139101"/>
                <a:gd name="connsiteX6" fmla="*/ 108490 w 108990"/>
                <a:gd name="connsiteY6" fmla="*/ 18072 h 139101"/>
                <a:gd name="connsiteX7" fmla="*/ 105410 w 108990"/>
                <a:gd name="connsiteY7" fmla="*/ 16120 h 139101"/>
                <a:gd name="connsiteX8" fmla="*/ 86485 w 108990"/>
                <a:gd name="connsiteY8" fmla="*/ 11239 h 139101"/>
                <a:gd name="connsiteX9" fmla="*/ 42476 w 108990"/>
                <a:gd name="connsiteY9" fmla="*/ 1403 h 139101"/>
                <a:gd name="connsiteX10" fmla="*/ 23626 w 108990"/>
                <a:gd name="connsiteY10" fmla="*/ 2680 h 139101"/>
                <a:gd name="connsiteX11" fmla="*/ 16868 w 108990"/>
                <a:gd name="connsiteY11" fmla="*/ 17697 h 139101"/>
                <a:gd name="connsiteX12" fmla="*/ 8606 w 108990"/>
                <a:gd name="connsiteY12" fmla="*/ 66802 h 139101"/>
                <a:gd name="connsiteX13" fmla="*/ 4401 w 108990"/>
                <a:gd name="connsiteY13" fmla="*/ 91279 h 139101"/>
                <a:gd name="connsiteX14" fmla="*/ 270 w 108990"/>
                <a:gd name="connsiteY14" fmla="*/ 115832 h 139101"/>
                <a:gd name="connsiteX15" fmla="*/ 12211 w 108990"/>
                <a:gd name="connsiteY15" fmla="*/ 125818 h 139101"/>
                <a:gd name="connsiteX16" fmla="*/ 33540 w 108990"/>
                <a:gd name="connsiteY16" fmla="*/ 130849 h 139101"/>
                <a:gd name="connsiteX17" fmla="*/ 80778 w 108990"/>
                <a:gd name="connsiteY17" fmla="*/ 138733 h 139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8990" h="139101">
                  <a:moveTo>
                    <a:pt x="80778" y="138733"/>
                  </a:moveTo>
                  <a:cubicBezTo>
                    <a:pt x="82505" y="138643"/>
                    <a:pt x="84165" y="138072"/>
                    <a:pt x="85584" y="137081"/>
                  </a:cubicBezTo>
                  <a:cubicBezTo>
                    <a:pt x="86718" y="135827"/>
                    <a:pt x="87521" y="134303"/>
                    <a:pt x="87912" y="132651"/>
                  </a:cubicBezTo>
                  <a:cubicBezTo>
                    <a:pt x="90766" y="123040"/>
                    <a:pt x="93169" y="108924"/>
                    <a:pt x="95422" y="96686"/>
                  </a:cubicBezTo>
                  <a:cubicBezTo>
                    <a:pt x="97600" y="85648"/>
                    <a:pt x="97750" y="75136"/>
                    <a:pt x="100754" y="64324"/>
                  </a:cubicBezTo>
                  <a:cubicBezTo>
                    <a:pt x="105650" y="50246"/>
                    <a:pt x="108414" y="35522"/>
                    <a:pt x="108940" y="20625"/>
                  </a:cubicBezTo>
                  <a:cubicBezTo>
                    <a:pt x="109023" y="19746"/>
                    <a:pt x="108865" y="18868"/>
                    <a:pt x="108490" y="18072"/>
                  </a:cubicBezTo>
                  <a:cubicBezTo>
                    <a:pt x="107738" y="17066"/>
                    <a:pt x="106642" y="16368"/>
                    <a:pt x="105410" y="16120"/>
                  </a:cubicBezTo>
                  <a:cubicBezTo>
                    <a:pt x="99252" y="14093"/>
                    <a:pt x="92869" y="12666"/>
                    <a:pt x="86485" y="11239"/>
                  </a:cubicBezTo>
                  <a:lnTo>
                    <a:pt x="42476" y="1403"/>
                  </a:lnTo>
                  <a:cubicBezTo>
                    <a:pt x="36296" y="-879"/>
                    <a:pt x="29439" y="-421"/>
                    <a:pt x="23626" y="2680"/>
                  </a:cubicBezTo>
                  <a:cubicBezTo>
                    <a:pt x="19616" y="6697"/>
                    <a:pt x="17213" y="12035"/>
                    <a:pt x="16868" y="17697"/>
                  </a:cubicBezTo>
                  <a:cubicBezTo>
                    <a:pt x="14111" y="34065"/>
                    <a:pt x="11363" y="50433"/>
                    <a:pt x="8606" y="66802"/>
                  </a:cubicBezTo>
                  <a:cubicBezTo>
                    <a:pt x="7179" y="74986"/>
                    <a:pt x="5828" y="83170"/>
                    <a:pt x="4401" y="91279"/>
                  </a:cubicBezTo>
                  <a:cubicBezTo>
                    <a:pt x="3350" y="97587"/>
                    <a:pt x="-1232" y="109675"/>
                    <a:pt x="270" y="115832"/>
                  </a:cubicBezTo>
                  <a:cubicBezTo>
                    <a:pt x="1570" y="121456"/>
                    <a:pt x="6444" y="125533"/>
                    <a:pt x="12211" y="125818"/>
                  </a:cubicBezTo>
                  <a:cubicBezTo>
                    <a:pt x="19421" y="127050"/>
                    <a:pt x="26540" y="128731"/>
                    <a:pt x="33540" y="130849"/>
                  </a:cubicBezTo>
                  <a:cubicBezTo>
                    <a:pt x="47133" y="134753"/>
                    <a:pt x="66959" y="140535"/>
                    <a:pt x="80778" y="138733"/>
                  </a:cubicBezTo>
                  <a:close/>
                </a:path>
              </a:pathLst>
            </a:custGeom>
            <a:solidFill>
              <a:srgbClr val="EAEAE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3" name="Content Placeholder 4">
              <a:extLst>
                <a:ext uri="{FF2B5EF4-FFF2-40B4-BE49-F238E27FC236}">
                  <a16:creationId xmlns:a16="http://schemas.microsoft.com/office/drawing/2014/main" id="{3B07D2A2-C5A4-5C0E-2FD1-8CE49AB5E6D1}"/>
                </a:ext>
              </a:extLst>
            </p:cNvPr>
            <p:cNvSpPr/>
            <p:nvPr/>
          </p:nvSpPr>
          <p:spPr>
            <a:xfrm>
              <a:off x="9068785" y="2943960"/>
              <a:ext cx="38611" cy="27008"/>
            </a:xfrm>
            <a:custGeom>
              <a:avLst/>
              <a:gdLst>
                <a:gd name="connsiteX0" fmla="*/ 7766 w 38611"/>
                <a:gd name="connsiteY0" fmla="*/ 8548 h 27008"/>
                <a:gd name="connsiteX1" fmla="*/ 25189 w 38611"/>
                <a:gd name="connsiteY1" fmla="*/ 439 h 27008"/>
                <a:gd name="connsiteX2" fmla="*/ 34877 w 38611"/>
                <a:gd name="connsiteY2" fmla="*/ 1941 h 27008"/>
                <a:gd name="connsiteX3" fmla="*/ 38557 w 38611"/>
                <a:gd name="connsiteY3" fmla="*/ 11476 h 27008"/>
                <a:gd name="connsiteX4" fmla="*/ 38557 w 38611"/>
                <a:gd name="connsiteY4" fmla="*/ 20411 h 27008"/>
                <a:gd name="connsiteX5" fmla="*/ 37806 w 38611"/>
                <a:gd name="connsiteY5" fmla="*/ 23039 h 27008"/>
                <a:gd name="connsiteX6" fmla="*/ 35854 w 38611"/>
                <a:gd name="connsiteY6" fmla="*/ 23940 h 27008"/>
                <a:gd name="connsiteX7" fmla="*/ 6640 w 38611"/>
                <a:gd name="connsiteY7" fmla="*/ 26944 h 27008"/>
                <a:gd name="connsiteX8" fmla="*/ 1608 w 38611"/>
                <a:gd name="connsiteY8" fmla="*/ 25367 h 27008"/>
                <a:gd name="connsiteX9" fmla="*/ 256 w 38611"/>
                <a:gd name="connsiteY9" fmla="*/ 22063 h 27008"/>
                <a:gd name="connsiteX10" fmla="*/ 7766 w 38611"/>
                <a:gd name="connsiteY10" fmla="*/ 8548 h 27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611" h="27008">
                  <a:moveTo>
                    <a:pt x="7766" y="8548"/>
                  </a:moveTo>
                  <a:cubicBezTo>
                    <a:pt x="12775" y="4381"/>
                    <a:pt x="18776" y="1588"/>
                    <a:pt x="25189" y="439"/>
                  </a:cubicBezTo>
                  <a:cubicBezTo>
                    <a:pt x="28479" y="-530"/>
                    <a:pt x="32031" y="18"/>
                    <a:pt x="34877" y="1941"/>
                  </a:cubicBezTo>
                  <a:cubicBezTo>
                    <a:pt x="37356" y="4486"/>
                    <a:pt x="38685" y="7932"/>
                    <a:pt x="38557" y="11476"/>
                  </a:cubicBezTo>
                  <a:cubicBezTo>
                    <a:pt x="38557" y="14405"/>
                    <a:pt x="38557" y="17408"/>
                    <a:pt x="38557" y="20411"/>
                  </a:cubicBezTo>
                  <a:cubicBezTo>
                    <a:pt x="38670" y="21350"/>
                    <a:pt x="38399" y="22296"/>
                    <a:pt x="37806" y="23039"/>
                  </a:cubicBezTo>
                  <a:cubicBezTo>
                    <a:pt x="37273" y="23543"/>
                    <a:pt x="36582" y="23858"/>
                    <a:pt x="35854" y="23940"/>
                  </a:cubicBezTo>
                  <a:cubicBezTo>
                    <a:pt x="26286" y="26178"/>
                    <a:pt x="16463" y="27184"/>
                    <a:pt x="6640" y="26944"/>
                  </a:cubicBezTo>
                  <a:cubicBezTo>
                    <a:pt x="4822" y="27094"/>
                    <a:pt x="3012" y="26531"/>
                    <a:pt x="1608" y="25367"/>
                  </a:cubicBezTo>
                  <a:cubicBezTo>
                    <a:pt x="857" y="24414"/>
                    <a:pt x="384" y="23272"/>
                    <a:pt x="256" y="22063"/>
                  </a:cubicBezTo>
                  <a:cubicBezTo>
                    <a:pt x="-1095" y="14630"/>
                    <a:pt x="2509" y="13279"/>
                    <a:pt x="7766" y="8548"/>
                  </a:cubicBezTo>
                  <a:close/>
                </a:path>
              </a:pathLst>
            </a:custGeom>
            <a:solidFill>
              <a:srgbClr val="FFC3B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4" name="Content Placeholder 4">
              <a:extLst>
                <a:ext uri="{FF2B5EF4-FFF2-40B4-BE49-F238E27FC236}">
                  <a16:creationId xmlns:a16="http://schemas.microsoft.com/office/drawing/2014/main" id="{5F16800E-D86E-A8E9-EAEE-4997FCAE2AB3}"/>
                </a:ext>
              </a:extLst>
            </p:cNvPr>
            <p:cNvSpPr/>
            <p:nvPr/>
          </p:nvSpPr>
          <p:spPr>
            <a:xfrm>
              <a:off x="9127964" y="2943386"/>
              <a:ext cx="24355" cy="29162"/>
            </a:xfrm>
            <a:custGeom>
              <a:avLst/>
              <a:gdLst>
                <a:gd name="connsiteX0" fmla="*/ 24287 w 24355"/>
                <a:gd name="connsiteY0" fmla="*/ 26467 h 29162"/>
                <a:gd name="connsiteX1" fmla="*/ 21809 w 24355"/>
                <a:gd name="connsiteY1" fmla="*/ 1539 h 29162"/>
                <a:gd name="connsiteX2" fmla="*/ 19030 w 24355"/>
                <a:gd name="connsiteY2" fmla="*/ 412 h 29162"/>
                <a:gd name="connsiteX3" fmla="*/ 2283 w 24355"/>
                <a:gd name="connsiteY3" fmla="*/ 19259 h 29162"/>
                <a:gd name="connsiteX4" fmla="*/ 0 w 24355"/>
                <a:gd name="connsiteY4" fmla="*/ 22330 h 29162"/>
                <a:gd name="connsiteX5" fmla="*/ 30 w 24355"/>
                <a:gd name="connsiteY5" fmla="*/ 22487 h 29162"/>
                <a:gd name="connsiteX6" fmla="*/ 30 w 24355"/>
                <a:gd name="connsiteY6" fmla="*/ 22487 h 29162"/>
                <a:gd name="connsiteX7" fmla="*/ 631 w 24355"/>
                <a:gd name="connsiteY7" fmla="*/ 23538 h 29162"/>
                <a:gd name="connsiteX8" fmla="*/ 1907 w 24355"/>
                <a:gd name="connsiteY8" fmla="*/ 24364 h 29162"/>
                <a:gd name="connsiteX9" fmla="*/ 21659 w 24355"/>
                <a:gd name="connsiteY9" fmla="*/ 29095 h 29162"/>
                <a:gd name="connsiteX10" fmla="*/ 24287 w 24355"/>
                <a:gd name="connsiteY10" fmla="*/ 27293 h 29162"/>
                <a:gd name="connsiteX11" fmla="*/ 24287 w 24355"/>
                <a:gd name="connsiteY11" fmla="*/ 26467 h 29162"/>
                <a:gd name="connsiteX12" fmla="*/ 18505 w 24355"/>
                <a:gd name="connsiteY12" fmla="*/ 5518 h 29162"/>
                <a:gd name="connsiteX13" fmla="*/ 19631 w 24355"/>
                <a:gd name="connsiteY13" fmla="*/ 23989 h 29162"/>
                <a:gd name="connsiteX14" fmla="*/ 4611 w 24355"/>
                <a:gd name="connsiteY14" fmla="*/ 19634 h 29162"/>
                <a:gd name="connsiteX15" fmla="*/ 18429 w 24355"/>
                <a:gd name="connsiteY15" fmla="*/ 5518 h 29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355" h="29162">
                  <a:moveTo>
                    <a:pt x="24287" y="26467"/>
                  </a:moveTo>
                  <a:cubicBezTo>
                    <a:pt x="21922" y="18380"/>
                    <a:pt x="21088" y="9933"/>
                    <a:pt x="21809" y="1539"/>
                  </a:cubicBezTo>
                  <a:cubicBezTo>
                    <a:pt x="21809" y="37"/>
                    <a:pt x="20007" y="-489"/>
                    <a:pt x="19030" y="412"/>
                  </a:cubicBezTo>
                  <a:cubicBezTo>
                    <a:pt x="12730" y="6021"/>
                    <a:pt x="7112" y="12343"/>
                    <a:pt x="2283" y="19259"/>
                  </a:cubicBezTo>
                  <a:cubicBezTo>
                    <a:pt x="804" y="19476"/>
                    <a:pt x="-218" y="20851"/>
                    <a:pt x="0" y="22330"/>
                  </a:cubicBezTo>
                  <a:cubicBezTo>
                    <a:pt x="7" y="22382"/>
                    <a:pt x="22" y="22435"/>
                    <a:pt x="30" y="22487"/>
                  </a:cubicBezTo>
                  <a:lnTo>
                    <a:pt x="30" y="22487"/>
                  </a:lnTo>
                  <a:cubicBezTo>
                    <a:pt x="30" y="22938"/>
                    <a:pt x="30" y="23463"/>
                    <a:pt x="631" y="23538"/>
                  </a:cubicBezTo>
                  <a:cubicBezTo>
                    <a:pt x="946" y="23951"/>
                    <a:pt x="1397" y="24244"/>
                    <a:pt x="1907" y="24364"/>
                  </a:cubicBezTo>
                  <a:cubicBezTo>
                    <a:pt x="8441" y="26016"/>
                    <a:pt x="15050" y="27818"/>
                    <a:pt x="21659" y="29095"/>
                  </a:cubicBezTo>
                  <a:cubicBezTo>
                    <a:pt x="22883" y="29320"/>
                    <a:pt x="24062" y="28517"/>
                    <a:pt x="24287" y="27293"/>
                  </a:cubicBezTo>
                  <a:cubicBezTo>
                    <a:pt x="24340" y="27022"/>
                    <a:pt x="24340" y="26737"/>
                    <a:pt x="24287" y="26467"/>
                  </a:cubicBezTo>
                  <a:close/>
                  <a:moveTo>
                    <a:pt x="18505" y="5518"/>
                  </a:moveTo>
                  <a:cubicBezTo>
                    <a:pt x="18505" y="11690"/>
                    <a:pt x="18880" y="17862"/>
                    <a:pt x="19631" y="23989"/>
                  </a:cubicBezTo>
                  <a:cubicBezTo>
                    <a:pt x="14674" y="22412"/>
                    <a:pt x="9643" y="21061"/>
                    <a:pt x="4611" y="19634"/>
                  </a:cubicBezTo>
                  <a:cubicBezTo>
                    <a:pt x="9042" y="14754"/>
                    <a:pt x="13623" y="10023"/>
                    <a:pt x="18429" y="5518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895" name="Group 1894">
            <a:extLst>
              <a:ext uri="{FF2B5EF4-FFF2-40B4-BE49-F238E27FC236}">
                <a16:creationId xmlns:a16="http://schemas.microsoft.com/office/drawing/2014/main" id="{FBB8A396-1812-FD3E-B92D-E9D1601B3CD5}"/>
              </a:ext>
            </a:extLst>
          </p:cNvPr>
          <p:cNvGrpSpPr/>
          <p:nvPr userDrawn="1"/>
        </p:nvGrpSpPr>
        <p:grpSpPr>
          <a:xfrm>
            <a:off x="765400" y="3068103"/>
            <a:ext cx="483081" cy="835876"/>
            <a:chOff x="11792944" y="2669556"/>
            <a:chExt cx="483081" cy="835876"/>
          </a:xfrm>
        </p:grpSpPr>
        <p:sp>
          <p:nvSpPr>
            <p:cNvPr id="1896" name="Content Placeholder 4">
              <a:extLst>
                <a:ext uri="{FF2B5EF4-FFF2-40B4-BE49-F238E27FC236}">
                  <a16:creationId xmlns:a16="http://schemas.microsoft.com/office/drawing/2014/main" id="{380E876E-57A0-F384-F93A-5A8BFA1054BC}"/>
                </a:ext>
              </a:extLst>
            </p:cNvPr>
            <p:cNvSpPr/>
            <p:nvPr/>
          </p:nvSpPr>
          <p:spPr>
            <a:xfrm>
              <a:off x="11823784" y="3469589"/>
              <a:ext cx="396553" cy="35843"/>
            </a:xfrm>
            <a:custGeom>
              <a:avLst/>
              <a:gdLst>
                <a:gd name="connsiteX0" fmla="*/ 823 w 396553"/>
                <a:gd name="connsiteY0" fmla="*/ 31637 h 35843"/>
                <a:gd name="connsiteX1" fmla="*/ 173552 w 396553"/>
                <a:gd name="connsiteY1" fmla="*/ 31637 h 35843"/>
                <a:gd name="connsiteX2" fmla="*/ 355444 w 396553"/>
                <a:gd name="connsiteY2" fmla="*/ 24128 h 35843"/>
                <a:gd name="connsiteX3" fmla="*/ 396525 w 396553"/>
                <a:gd name="connsiteY3" fmla="*/ 5507 h 35843"/>
                <a:gd name="connsiteX4" fmla="*/ 365208 w 396553"/>
                <a:gd name="connsiteY4" fmla="*/ 4381 h 35843"/>
                <a:gd name="connsiteX5" fmla="*/ 274262 w 396553"/>
                <a:gd name="connsiteY5" fmla="*/ 8736 h 35843"/>
                <a:gd name="connsiteX6" fmla="*/ 255186 w 396553"/>
                <a:gd name="connsiteY6" fmla="*/ 7985 h 35843"/>
                <a:gd name="connsiteX7" fmla="*/ 234759 w 396553"/>
                <a:gd name="connsiteY7" fmla="*/ 3405 h 35843"/>
                <a:gd name="connsiteX8" fmla="*/ 177758 w 396553"/>
                <a:gd name="connsiteY8" fmla="*/ 702 h 35843"/>
                <a:gd name="connsiteX9" fmla="*/ 73144 w 396553"/>
                <a:gd name="connsiteY9" fmla="*/ 6483 h 35843"/>
                <a:gd name="connsiteX10" fmla="*/ 22226 w 396553"/>
                <a:gd name="connsiteY10" fmla="*/ 10238 h 35843"/>
                <a:gd name="connsiteX11" fmla="*/ 7206 w 396553"/>
                <a:gd name="connsiteY11" fmla="*/ 15869 h 35843"/>
                <a:gd name="connsiteX12" fmla="*/ 823 w 396553"/>
                <a:gd name="connsiteY12" fmla="*/ 31637 h 35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6553" h="35843">
                  <a:moveTo>
                    <a:pt x="823" y="31637"/>
                  </a:moveTo>
                  <a:cubicBezTo>
                    <a:pt x="57898" y="39971"/>
                    <a:pt x="115875" y="33589"/>
                    <a:pt x="173552" y="31637"/>
                  </a:cubicBezTo>
                  <a:cubicBezTo>
                    <a:pt x="234233" y="29384"/>
                    <a:pt x="295214" y="31637"/>
                    <a:pt x="355444" y="24128"/>
                  </a:cubicBezTo>
                  <a:cubicBezTo>
                    <a:pt x="370840" y="22101"/>
                    <a:pt x="387813" y="18347"/>
                    <a:pt x="396525" y="5507"/>
                  </a:cubicBezTo>
                  <a:cubicBezTo>
                    <a:pt x="386235" y="3292"/>
                    <a:pt x="375647" y="2909"/>
                    <a:pt x="365208" y="4381"/>
                  </a:cubicBezTo>
                  <a:cubicBezTo>
                    <a:pt x="335168" y="6731"/>
                    <a:pt x="304827" y="8188"/>
                    <a:pt x="274262" y="8736"/>
                  </a:cubicBezTo>
                  <a:cubicBezTo>
                    <a:pt x="267878" y="8976"/>
                    <a:pt x="261494" y="8721"/>
                    <a:pt x="255186" y="7985"/>
                  </a:cubicBezTo>
                  <a:cubicBezTo>
                    <a:pt x="248276" y="7009"/>
                    <a:pt x="241593" y="4906"/>
                    <a:pt x="234759" y="3405"/>
                  </a:cubicBezTo>
                  <a:cubicBezTo>
                    <a:pt x="215984" y="64"/>
                    <a:pt x="196758" y="-845"/>
                    <a:pt x="177758" y="702"/>
                  </a:cubicBezTo>
                  <a:cubicBezTo>
                    <a:pt x="142686" y="2106"/>
                    <a:pt x="107840" y="4028"/>
                    <a:pt x="73144" y="6483"/>
                  </a:cubicBezTo>
                  <a:cubicBezTo>
                    <a:pt x="56171" y="7610"/>
                    <a:pt x="39123" y="8511"/>
                    <a:pt x="22226" y="10238"/>
                  </a:cubicBezTo>
                  <a:cubicBezTo>
                    <a:pt x="16744" y="10313"/>
                    <a:pt x="11412" y="12302"/>
                    <a:pt x="7206" y="15869"/>
                  </a:cubicBezTo>
                  <a:cubicBezTo>
                    <a:pt x="6154" y="16695"/>
                    <a:pt x="-2782" y="31111"/>
                    <a:pt x="823" y="31637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7" name="Content Placeholder 4">
              <a:extLst>
                <a:ext uri="{FF2B5EF4-FFF2-40B4-BE49-F238E27FC236}">
                  <a16:creationId xmlns:a16="http://schemas.microsoft.com/office/drawing/2014/main" id="{9D05BB2C-52B2-215E-9748-2B70C028E525}"/>
                </a:ext>
              </a:extLst>
            </p:cNvPr>
            <p:cNvSpPr/>
            <p:nvPr/>
          </p:nvSpPr>
          <p:spPr>
            <a:xfrm>
              <a:off x="11911219" y="2905495"/>
              <a:ext cx="33281" cy="40450"/>
            </a:xfrm>
            <a:custGeom>
              <a:avLst/>
              <a:gdLst>
                <a:gd name="connsiteX0" fmla="*/ 23410 w 33281"/>
                <a:gd name="connsiteY0" fmla="*/ 12398 h 40450"/>
                <a:gd name="connsiteX1" fmla="*/ 19429 w 33281"/>
                <a:gd name="connsiteY1" fmla="*/ 8719 h 40450"/>
                <a:gd name="connsiteX2" fmla="*/ 17326 w 33281"/>
                <a:gd name="connsiteY2" fmla="*/ 8719 h 40450"/>
                <a:gd name="connsiteX3" fmla="*/ 15749 w 33281"/>
                <a:gd name="connsiteY3" fmla="*/ 6392 h 40450"/>
                <a:gd name="connsiteX4" fmla="*/ 9516 w 33281"/>
                <a:gd name="connsiteY4" fmla="*/ 310 h 40450"/>
                <a:gd name="connsiteX5" fmla="*/ 1480 w 33281"/>
                <a:gd name="connsiteY5" fmla="*/ 2712 h 40450"/>
                <a:gd name="connsiteX6" fmla="*/ 54 w 33281"/>
                <a:gd name="connsiteY6" fmla="*/ 9470 h 40450"/>
                <a:gd name="connsiteX7" fmla="*/ 20857 w 33281"/>
                <a:gd name="connsiteY7" fmla="*/ 39504 h 40450"/>
                <a:gd name="connsiteX8" fmla="*/ 25737 w 33281"/>
                <a:gd name="connsiteY8" fmla="*/ 40330 h 40450"/>
                <a:gd name="connsiteX9" fmla="*/ 33247 w 33281"/>
                <a:gd name="connsiteY9" fmla="*/ 30118 h 40450"/>
                <a:gd name="connsiteX10" fmla="*/ 23410 w 33281"/>
                <a:gd name="connsiteY10" fmla="*/ 12398 h 40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281" h="40450">
                  <a:moveTo>
                    <a:pt x="23410" y="12398"/>
                  </a:moveTo>
                  <a:cubicBezTo>
                    <a:pt x="22433" y="10746"/>
                    <a:pt x="21307" y="9020"/>
                    <a:pt x="19429" y="8719"/>
                  </a:cubicBezTo>
                  <a:cubicBezTo>
                    <a:pt x="18754" y="8794"/>
                    <a:pt x="18003" y="8794"/>
                    <a:pt x="17326" y="8719"/>
                  </a:cubicBezTo>
                  <a:cubicBezTo>
                    <a:pt x="16425" y="8269"/>
                    <a:pt x="16125" y="7292"/>
                    <a:pt x="15749" y="6392"/>
                  </a:cubicBezTo>
                  <a:cubicBezTo>
                    <a:pt x="14623" y="3561"/>
                    <a:pt x="12370" y="1346"/>
                    <a:pt x="9516" y="310"/>
                  </a:cubicBezTo>
                  <a:cubicBezTo>
                    <a:pt x="6587" y="-599"/>
                    <a:pt x="3433" y="355"/>
                    <a:pt x="1480" y="2712"/>
                  </a:cubicBezTo>
                  <a:cubicBezTo>
                    <a:pt x="278" y="4755"/>
                    <a:pt x="-247" y="7120"/>
                    <a:pt x="54" y="9470"/>
                  </a:cubicBezTo>
                  <a:cubicBezTo>
                    <a:pt x="955" y="22550"/>
                    <a:pt x="8915" y="34083"/>
                    <a:pt x="20857" y="39504"/>
                  </a:cubicBezTo>
                  <a:cubicBezTo>
                    <a:pt x="22358" y="40300"/>
                    <a:pt x="24085" y="40585"/>
                    <a:pt x="25737" y="40330"/>
                  </a:cubicBezTo>
                  <a:cubicBezTo>
                    <a:pt x="29568" y="38107"/>
                    <a:pt x="32271" y="34413"/>
                    <a:pt x="33247" y="30118"/>
                  </a:cubicBezTo>
                  <a:cubicBezTo>
                    <a:pt x="33473" y="25238"/>
                    <a:pt x="25813" y="16378"/>
                    <a:pt x="23410" y="12398"/>
                  </a:cubicBezTo>
                  <a:close/>
                </a:path>
              </a:pathLst>
            </a:custGeom>
            <a:solidFill>
              <a:srgbClr val="D1AC9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8" name="Content Placeholder 4">
              <a:extLst>
                <a:ext uri="{FF2B5EF4-FFF2-40B4-BE49-F238E27FC236}">
                  <a16:creationId xmlns:a16="http://schemas.microsoft.com/office/drawing/2014/main" id="{F584E6B3-68F3-1CAC-52EF-BDA555AB934F}"/>
                </a:ext>
              </a:extLst>
            </p:cNvPr>
            <p:cNvSpPr/>
            <p:nvPr/>
          </p:nvSpPr>
          <p:spPr>
            <a:xfrm>
              <a:off x="11935859" y="2859433"/>
              <a:ext cx="145478" cy="131986"/>
            </a:xfrm>
            <a:custGeom>
              <a:avLst/>
              <a:gdLst>
                <a:gd name="connsiteX0" fmla="*/ 36018 w 145478"/>
                <a:gd name="connsiteY0" fmla="*/ 87369 h 131986"/>
                <a:gd name="connsiteX1" fmla="*/ 62228 w 145478"/>
                <a:gd name="connsiteY1" fmla="*/ 93826 h 131986"/>
                <a:gd name="connsiteX2" fmla="*/ 77925 w 145478"/>
                <a:gd name="connsiteY2" fmla="*/ 73478 h 131986"/>
                <a:gd name="connsiteX3" fmla="*/ 125688 w 145478"/>
                <a:gd name="connsiteY3" fmla="*/ 3424 h 131986"/>
                <a:gd name="connsiteX4" fmla="*/ 131771 w 145478"/>
                <a:gd name="connsiteY4" fmla="*/ -30 h 131986"/>
                <a:gd name="connsiteX5" fmla="*/ 138831 w 145478"/>
                <a:gd name="connsiteY5" fmla="*/ 5451 h 131986"/>
                <a:gd name="connsiteX6" fmla="*/ 141609 w 145478"/>
                <a:gd name="connsiteY6" fmla="*/ 34960 h 131986"/>
                <a:gd name="connsiteX7" fmla="*/ 127941 w 145478"/>
                <a:gd name="connsiteY7" fmla="*/ 64468 h 131986"/>
                <a:gd name="connsiteX8" fmla="*/ 112245 w 145478"/>
                <a:gd name="connsiteY8" fmla="*/ 95478 h 131986"/>
                <a:gd name="connsiteX9" fmla="*/ 92419 w 145478"/>
                <a:gd name="connsiteY9" fmla="*/ 124085 h 131986"/>
                <a:gd name="connsiteX10" fmla="*/ 86936 w 145478"/>
                <a:gd name="connsiteY10" fmla="*/ 129866 h 131986"/>
                <a:gd name="connsiteX11" fmla="*/ 80328 w 145478"/>
                <a:gd name="connsiteY11" fmla="*/ 131894 h 131986"/>
                <a:gd name="connsiteX12" fmla="*/ 39323 w 145478"/>
                <a:gd name="connsiteY12" fmla="*/ 117553 h 131986"/>
                <a:gd name="connsiteX13" fmla="*/ 3800 w 145478"/>
                <a:gd name="connsiteY13" fmla="*/ 90672 h 131986"/>
                <a:gd name="connsiteX14" fmla="*/ 421 w 145478"/>
                <a:gd name="connsiteY14" fmla="*/ 88044 h 131986"/>
                <a:gd name="connsiteX15" fmla="*/ 421 w 145478"/>
                <a:gd name="connsiteY15" fmla="*/ 83164 h 131986"/>
                <a:gd name="connsiteX16" fmla="*/ 12813 w 145478"/>
                <a:gd name="connsiteY16" fmla="*/ 73178 h 131986"/>
                <a:gd name="connsiteX17" fmla="*/ 36018 w 145478"/>
                <a:gd name="connsiteY17" fmla="*/ 87369 h 131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5478" h="131986">
                  <a:moveTo>
                    <a:pt x="36018" y="87369"/>
                  </a:moveTo>
                  <a:cubicBezTo>
                    <a:pt x="44055" y="92099"/>
                    <a:pt x="53517" y="97130"/>
                    <a:pt x="62228" y="93826"/>
                  </a:cubicBezTo>
                  <a:cubicBezTo>
                    <a:pt x="70940" y="90522"/>
                    <a:pt x="74394" y="81512"/>
                    <a:pt x="77925" y="73478"/>
                  </a:cubicBezTo>
                  <a:cubicBezTo>
                    <a:pt x="89414" y="47379"/>
                    <a:pt x="105561" y="23622"/>
                    <a:pt x="125688" y="3424"/>
                  </a:cubicBezTo>
                  <a:cubicBezTo>
                    <a:pt x="127190" y="1509"/>
                    <a:pt x="129368" y="263"/>
                    <a:pt x="131771" y="-30"/>
                  </a:cubicBezTo>
                  <a:cubicBezTo>
                    <a:pt x="134850" y="-30"/>
                    <a:pt x="137103" y="2824"/>
                    <a:pt x="138831" y="5451"/>
                  </a:cubicBezTo>
                  <a:cubicBezTo>
                    <a:pt x="146490" y="13463"/>
                    <a:pt x="147617" y="25664"/>
                    <a:pt x="141609" y="34960"/>
                  </a:cubicBezTo>
                  <a:cubicBezTo>
                    <a:pt x="137028" y="44796"/>
                    <a:pt x="132446" y="54632"/>
                    <a:pt x="127941" y="64468"/>
                  </a:cubicBezTo>
                  <a:cubicBezTo>
                    <a:pt x="123435" y="74304"/>
                    <a:pt x="118103" y="85491"/>
                    <a:pt x="112245" y="95478"/>
                  </a:cubicBezTo>
                  <a:cubicBezTo>
                    <a:pt x="106161" y="105344"/>
                    <a:pt x="99478" y="114895"/>
                    <a:pt x="92419" y="124085"/>
                  </a:cubicBezTo>
                  <a:cubicBezTo>
                    <a:pt x="90992" y="126345"/>
                    <a:pt x="89115" y="128305"/>
                    <a:pt x="86936" y="129866"/>
                  </a:cubicBezTo>
                  <a:cubicBezTo>
                    <a:pt x="84909" y="131000"/>
                    <a:pt x="82655" y="131691"/>
                    <a:pt x="80328" y="131894"/>
                  </a:cubicBezTo>
                  <a:cubicBezTo>
                    <a:pt x="65308" y="132592"/>
                    <a:pt x="50588" y="127449"/>
                    <a:pt x="39323" y="117553"/>
                  </a:cubicBezTo>
                  <a:cubicBezTo>
                    <a:pt x="28133" y="107724"/>
                    <a:pt x="16267" y="98744"/>
                    <a:pt x="3800" y="90672"/>
                  </a:cubicBezTo>
                  <a:cubicBezTo>
                    <a:pt x="2449" y="90102"/>
                    <a:pt x="1322" y="89201"/>
                    <a:pt x="421" y="88044"/>
                  </a:cubicBezTo>
                  <a:cubicBezTo>
                    <a:pt x="-179" y="86483"/>
                    <a:pt x="-179" y="84726"/>
                    <a:pt x="421" y="83164"/>
                  </a:cubicBezTo>
                  <a:cubicBezTo>
                    <a:pt x="1923" y="76481"/>
                    <a:pt x="5828" y="69724"/>
                    <a:pt x="12813" y="73178"/>
                  </a:cubicBezTo>
                  <a:cubicBezTo>
                    <a:pt x="20548" y="77157"/>
                    <a:pt x="28283" y="82638"/>
                    <a:pt x="36018" y="87369"/>
                  </a:cubicBezTo>
                  <a:close/>
                </a:path>
              </a:pathLst>
            </a:custGeom>
            <a:solidFill>
              <a:srgbClr val="D1AC9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9" name="Content Placeholder 4">
              <a:extLst>
                <a:ext uri="{FF2B5EF4-FFF2-40B4-BE49-F238E27FC236}">
                  <a16:creationId xmlns:a16="http://schemas.microsoft.com/office/drawing/2014/main" id="{999F75AD-8539-E57B-9096-41DC4B244FBA}"/>
                </a:ext>
              </a:extLst>
            </p:cNvPr>
            <p:cNvSpPr/>
            <p:nvPr/>
          </p:nvSpPr>
          <p:spPr>
            <a:xfrm>
              <a:off x="12041702" y="2957316"/>
              <a:ext cx="129021" cy="110424"/>
            </a:xfrm>
            <a:custGeom>
              <a:avLst/>
              <a:gdLst>
                <a:gd name="connsiteX0" fmla="*/ 5651 w 129021"/>
                <a:gd name="connsiteY0" fmla="*/ 61341 h 110424"/>
                <a:gd name="connsiteX1" fmla="*/ 94 w 129021"/>
                <a:gd name="connsiteY1" fmla="*/ 78685 h 110424"/>
                <a:gd name="connsiteX2" fmla="*/ 14062 w 129021"/>
                <a:gd name="connsiteY2" fmla="*/ 78685 h 110424"/>
                <a:gd name="connsiteX3" fmla="*/ 34565 w 129021"/>
                <a:gd name="connsiteY3" fmla="*/ 88221 h 110424"/>
                <a:gd name="connsiteX4" fmla="*/ 78123 w 129021"/>
                <a:gd name="connsiteY4" fmla="*/ 95730 h 110424"/>
                <a:gd name="connsiteX5" fmla="*/ 110340 w 129021"/>
                <a:gd name="connsiteY5" fmla="*/ 90699 h 110424"/>
                <a:gd name="connsiteX6" fmla="*/ 116649 w 129021"/>
                <a:gd name="connsiteY6" fmla="*/ 85443 h 110424"/>
                <a:gd name="connsiteX7" fmla="*/ 128890 w 129021"/>
                <a:gd name="connsiteY7" fmla="*/ 110221 h 110424"/>
                <a:gd name="connsiteX8" fmla="*/ 113269 w 129021"/>
                <a:gd name="connsiteY8" fmla="*/ 29730 h 110424"/>
                <a:gd name="connsiteX9" fmla="*/ 113269 w 129021"/>
                <a:gd name="connsiteY9" fmla="*/ 22823 h 110424"/>
                <a:gd name="connsiteX10" fmla="*/ 103206 w 129021"/>
                <a:gd name="connsiteY10" fmla="*/ 13437 h 110424"/>
                <a:gd name="connsiteX11" fmla="*/ 54466 w 129021"/>
                <a:gd name="connsiteY11" fmla="*/ 7355 h 110424"/>
                <a:gd name="connsiteX12" fmla="*/ 22699 w 129021"/>
                <a:gd name="connsiteY12" fmla="*/ 2625 h 110424"/>
                <a:gd name="connsiteX13" fmla="*/ 16240 w 129021"/>
                <a:gd name="connsiteY13" fmla="*/ 20645 h 110424"/>
                <a:gd name="connsiteX14" fmla="*/ 5651 w 129021"/>
                <a:gd name="connsiteY14" fmla="*/ 61341 h 110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9021" h="110424">
                  <a:moveTo>
                    <a:pt x="5651" y="61341"/>
                  </a:moveTo>
                  <a:cubicBezTo>
                    <a:pt x="5050" y="64419"/>
                    <a:pt x="-958" y="75757"/>
                    <a:pt x="94" y="78685"/>
                  </a:cubicBezTo>
                  <a:cubicBezTo>
                    <a:pt x="1145" y="81614"/>
                    <a:pt x="10533" y="76508"/>
                    <a:pt x="14062" y="78685"/>
                  </a:cubicBezTo>
                  <a:cubicBezTo>
                    <a:pt x="20671" y="82305"/>
                    <a:pt x="27505" y="85488"/>
                    <a:pt x="34565" y="88221"/>
                  </a:cubicBezTo>
                  <a:cubicBezTo>
                    <a:pt x="48608" y="93012"/>
                    <a:pt x="63328" y="95542"/>
                    <a:pt x="78123" y="95730"/>
                  </a:cubicBezTo>
                  <a:cubicBezTo>
                    <a:pt x="89087" y="96848"/>
                    <a:pt x="100202" y="95114"/>
                    <a:pt x="110340" y="90699"/>
                  </a:cubicBezTo>
                  <a:cubicBezTo>
                    <a:pt x="112894" y="89550"/>
                    <a:pt x="115071" y="87733"/>
                    <a:pt x="116649" y="85443"/>
                  </a:cubicBezTo>
                  <a:cubicBezTo>
                    <a:pt x="118076" y="83115"/>
                    <a:pt x="128515" y="112924"/>
                    <a:pt x="128890" y="110221"/>
                  </a:cubicBezTo>
                  <a:cubicBezTo>
                    <a:pt x="130543" y="96255"/>
                    <a:pt x="111617" y="43696"/>
                    <a:pt x="113269" y="29730"/>
                  </a:cubicBezTo>
                  <a:cubicBezTo>
                    <a:pt x="113720" y="27448"/>
                    <a:pt x="113720" y="25105"/>
                    <a:pt x="113269" y="22823"/>
                  </a:cubicBezTo>
                  <a:cubicBezTo>
                    <a:pt x="111392" y="18400"/>
                    <a:pt x="107712" y="14991"/>
                    <a:pt x="103206" y="13437"/>
                  </a:cubicBezTo>
                  <a:cubicBezTo>
                    <a:pt x="84806" y="4802"/>
                    <a:pt x="74743" y="7656"/>
                    <a:pt x="54466" y="7355"/>
                  </a:cubicBezTo>
                  <a:cubicBezTo>
                    <a:pt x="40948" y="7355"/>
                    <a:pt x="34039" y="-5409"/>
                    <a:pt x="22699" y="2625"/>
                  </a:cubicBezTo>
                  <a:cubicBezTo>
                    <a:pt x="15189" y="8031"/>
                    <a:pt x="16315" y="11860"/>
                    <a:pt x="16240" y="20645"/>
                  </a:cubicBezTo>
                  <a:cubicBezTo>
                    <a:pt x="16165" y="29430"/>
                    <a:pt x="7303" y="52181"/>
                    <a:pt x="5651" y="6134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0" name="Content Placeholder 4">
              <a:extLst>
                <a:ext uri="{FF2B5EF4-FFF2-40B4-BE49-F238E27FC236}">
                  <a16:creationId xmlns:a16="http://schemas.microsoft.com/office/drawing/2014/main" id="{8722A4D1-ED16-0075-191D-C2DF65D0699F}"/>
                </a:ext>
              </a:extLst>
            </p:cNvPr>
            <p:cNvSpPr/>
            <p:nvPr/>
          </p:nvSpPr>
          <p:spPr>
            <a:xfrm>
              <a:off x="12014789" y="3029179"/>
              <a:ext cx="156600" cy="398643"/>
            </a:xfrm>
            <a:custGeom>
              <a:avLst/>
              <a:gdLst>
                <a:gd name="connsiteX0" fmla="*/ 26181 w 156600"/>
                <a:gd name="connsiteY0" fmla="*/ 9901 h 398643"/>
                <a:gd name="connsiteX1" fmla="*/ -29 w 156600"/>
                <a:gd name="connsiteY1" fmla="*/ 395010 h 398643"/>
                <a:gd name="connsiteX2" fmla="*/ 14991 w 156600"/>
                <a:gd name="connsiteY2" fmla="*/ 395836 h 398643"/>
                <a:gd name="connsiteX3" fmla="*/ 76948 w 156600"/>
                <a:gd name="connsiteY3" fmla="*/ 93170 h 398643"/>
                <a:gd name="connsiteX4" fmla="*/ 89265 w 156600"/>
                <a:gd name="connsiteY4" fmla="*/ 93170 h 398643"/>
                <a:gd name="connsiteX5" fmla="*/ 105562 w 156600"/>
                <a:gd name="connsiteY5" fmla="*/ 398614 h 398643"/>
                <a:gd name="connsiteX6" fmla="*/ 121558 w 156600"/>
                <a:gd name="connsiteY6" fmla="*/ 398614 h 398643"/>
                <a:gd name="connsiteX7" fmla="*/ 143036 w 156600"/>
                <a:gd name="connsiteY7" fmla="*/ 666 h 398643"/>
                <a:gd name="connsiteX8" fmla="*/ 82957 w 156600"/>
                <a:gd name="connsiteY8" fmla="*/ 1867 h 398643"/>
                <a:gd name="connsiteX9" fmla="*/ 26181 w 156600"/>
                <a:gd name="connsiteY9" fmla="*/ 9901 h 398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6600" h="398643">
                  <a:moveTo>
                    <a:pt x="26181" y="9901"/>
                  </a:moveTo>
                  <a:cubicBezTo>
                    <a:pt x="26181" y="9901"/>
                    <a:pt x="196" y="339072"/>
                    <a:pt x="-29" y="395010"/>
                  </a:cubicBezTo>
                  <a:lnTo>
                    <a:pt x="14991" y="395836"/>
                  </a:lnTo>
                  <a:cubicBezTo>
                    <a:pt x="14991" y="395836"/>
                    <a:pt x="55545" y="109914"/>
                    <a:pt x="76948" y="93170"/>
                  </a:cubicBezTo>
                  <a:cubicBezTo>
                    <a:pt x="81004" y="92502"/>
                    <a:pt x="85210" y="92502"/>
                    <a:pt x="89265" y="93170"/>
                  </a:cubicBezTo>
                  <a:cubicBezTo>
                    <a:pt x="92645" y="94447"/>
                    <a:pt x="111269" y="377891"/>
                    <a:pt x="105562" y="398614"/>
                  </a:cubicBezTo>
                  <a:lnTo>
                    <a:pt x="121558" y="398614"/>
                  </a:lnTo>
                  <a:cubicBezTo>
                    <a:pt x="121558" y="398614"/>
                    <a:pt x="183064" y="21915"/>
                    <a:pt x="143036" y="666"/>
                  </a:cubicBezTo>
                  <a:cubicBezTo>
                    <a:pt x="122984" y="-566"/>
                    <a:pt x="102933" y="-160"/>
                    <a:pt x="82957" y="1867"/>
                  </a:cubicBezTo>
                  <a:cubicBezTo>
                    <a:pt x="15442" y="7123"/>
                    <a:pt x="30462" y="-536"/>
                    <a:pt x="26181" y="990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1" name="Content Placeholder 4">
              <a:extLst>
                <a:ext uri="{FF2B5EF4-FFF2-40B4-BE49-F238E27FC236}">
                  <a16:creationId xmlns:a16="http://schemas.microsoft.com/office/drawing/2014/main" id="{2A8E0A90-C5CD-4DF5-1242-211214586F95}"/>
                </a:ext>
              </a:extLst>
            </p:cNvPr>
            <p:cNvSpPr/>
            <p:nvPr/>
          </p:nvSpPr>
          <p:spPr>
            <a:xfrm>
              <a:off x="12063609" y="2719162"/>
              <a:ext cx="85819" cy="115240"/>
            </a:xfrm>
            <a:custGeom>
              <a:avLst/>
              <a:gdLst>
                <a:gd name="connsiteX0" fmla="*/ 3496 w 85819"/>
                <a:gd name="connsiteY0" fmla="*/ 32269 h 115240"/>
                <a:gd name="connsiteX1" fmla="*/ 53512 w 85819"/>
                <a:gd name="connsiteY1" fmla="*/ 1049 h 115240"/>
                <a:gd name="connsiteX2" fmla="*/ 85655 w 85819"/>
                <a:gd name="connsiteY2" fmla="*/ 44958 h 115240"/>
                <a:gd name="connsiteX3" fmla="*/ 82576 w 85819"/>
                <a:gd name="connsiteY3" fmla="*/ 54870 h 115240"/>
                <a:gd name="connsiteX4" fmla="*/ 82126 w 85819"/>
                <a:gd name="connsiteY4" fmla="*/ 57422 h 115240"/>
                <a:gd name="connsiteX5" fmla="*/ 76943 w 85819"/>
                <a:gd name="connsiteY5" fmla="*/ 79948 h 115240"/>
                <a:gd name="connsiteX6" fmla="*/ 46903 w 85819"/>
                <a:gd name="connsiteY6" fmla="*/ 112609 h 115240"/>
                <a:gd name="connsiteX7" fmla="*/ 30231 w 85819"/>
                <a:gd name="connsiteY7" fmla="*/ 114937 h 115240"/>
                <a:gd name="connsiteX8" fmla="*/ 11607 w 85819"/>
                <a:gd name="connsiteY8" fmla="*/ 102999 h 115240"/>
                <a:gd name="connsiteX9" fmla="*/ 3496 w 85819"/>
                <a:gd name="connsiteY9" fmla="*/ 36999 h 115240"/>
                <a:gd name="connsiteX10" fmla="*/ 3496 w 85819"/>
                <a:gd name="connsiteY10" fmla="*/ 32269 h 115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5819" h="115240">
                  <a:moveTo>
                    <a:pt x="3496" y="32269"/>
                  </a:moveTo>
                  <a:cubicBezTo>
                    <a:pt x="8678" y="9849"/>
                    <a:pt x="31057" y="-4132"/>
                    <a:pt x="53512" y="1049"/>
                  </a:cubicBezTo>
                  <a:cubicBezTo>
                    <a:pt x="73639" y="5697"/>
                    <a:pt x="87307" y="24378"/>
                    <a:pt x="85655" y="44958"/>
                  </a:cubicBezTo>
                  <a:cubicBezTo>
                    <a:pt x="85130" y="48390"/>
                    <a:pt x="84078" y="51731"/>
                    <a:pt x="82576" y="54870"/>
                  </a:cubicBezTo>
                  <a:lnTo>
                    <a:pt x="82126" y="57422"/>
                  </a:lnTo>
                  <a:cubicBezTo>
                    <a:pt x="81149" y="65088"/>
                    <a:pt x="79422" y="72642"/>
                    <a:pt x="76943" y="79948"/>
                  </a:cubicBezTo>
                  <a:cubicBezTo>
                    <a:pt x="72138" y="94687"/>
                    <a:pt x="61172" y="106610"/>
                    <a:pt x="46903" y="112609"/>
                  </a:cubicBezTo>
                  <a:cubicBezTo>
                    <a:pt x="41647" y="114884"/>
                    <a:pt x="35864" y="115688"/>
                    <a:pt x="30231" y="114937"/>
                  </a:cubicBezTo>
                  <a:cubicBezTo>
                    <a:pt x="22796" y="113390"/>
                    <a:pt x="16112" y="109141"/>
                    <a:pt x="11607" y="102999"/>
                  </a:cubicBezTo>
                  <a:cubicBezTo>
                    <a:pt x="-3413" y="84152"/>
                    <a:pt x="-1235" y="59675"/>
                    <a:pt x="3496" y="36999"/>
                  </a:cubicBezTo>
                  <a:cubicBezTo>
                    <a:pt x="3195" y="35422"/>
                    <a:pt x="3271" y="33846"/>
                    <a:pt x="3496" y="32269"/>
                  </a:cubicBezTo>
                  <a:close/>
                </a:path>
              </a:pathLst>
            </a:custGeom>
            <a:solidFill>
              <a:srgbClr val="D1AC9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2" name="Content Placeholder 4">
              <a:extLst>
                <a:ext uri="{FF2B5EF4-FFF2-40B4-BE49-F238E27FC236}">
                  <a16:creationId xmlns:a16="http://schemas.microsoft.com/office/drawing/2014/main" id="{4B08D2B9-84FC-2146-D906-CDCDA16E2C8D}"/>
                </a:ext>
              </a:extLst>
            </p:cNvPr>
            <p:cNvSpPr/>
            <p:nvPr/>
          </p:nvSpPr>
          <p:spPr>
            <a:xfrm>
              <a:off x="12059374" y="2669556"/>
              <a:ext cx="136604" cy="147544"/>
            </a:xfrm>
            <a:custGeom>
              <a:avLst/>
              <a:gdLst>
                <a:gd name="connsiteX0" fmla="*/ 136076 w 136604"/>
                <a:gd name="connsiteY0" fmla="*/ 37576 h 147544"/>
                <a:gd name="connsiteX1" fmla="*/ 129167 w 136604"/>
                <a:gd name="connsiteY1" fmla="*/ 32320 h 147544"/>
                <a:gd name="connsiteX2" fmla="*/ 130369 w 136604"/>
                <a:gd name="connsiteY2" fmla="*/ 29264 h 147544"/>
                <a:gd name="connsiteX3" fmla="*/ 129167 w 136604"/>
                <a:gd name="connsiteY3" fmla="*/ 28040 h 147544"/>
                <a:gd name="connsiteX4" fmla="*/ 129167 w 136604"/>
                <a:gd name="connsiteY4" fmla="*/ 28040 h 147544"/>
                <a:gd name="connsiteX5" fmla="*/ 133147 w 136604"/>
                <a:gd name="connsiteY5" fmla="*/ 23835 h 147544"/>
                <a:gd name="connsiteX6" fmla="*/ 124136 w 136604"/>
                <a:gd name="connsiteY6" fmla="*/ 17904 h 147544"/>
                <a:gd name="connsiteX7" fmla="*/ 123610 w 136604"/>
                <a:gd name="connsiteY7" fmla="*/ 17453 h 147544"/>
                <a:gd name="connsiteX8" fmla="*/ 123084 w 136604"/>
                <a:gd name="connsiteY8" fmla="*/ 17453 h 147544"/>
                <a:gd name="connsiteX9" fmla="*/ 109791 w 136604"/>
                <a:gd name="connsiteY9" fmla="*/ 2436 h 147544"/>
                <a:gd name="connsiteX10" fmla="*/ 82681 w 136604"/>
                <a:gd name="connsiteY10" fmla="*/ 8893 h 147544"/>
                <a:gd name="connsiteX11" fmla="*/ 84257 w 136604"/>
                <a:gd name="connsiteY11" fmla="*/ 2586 h 147544"/>
                <a:gd name="connsiteX12" fmla="*/ 82681 w 136604"/>
                <a:gd name="connsiteY12" fmla="*/ 1760 h 147544"/>
                <a:gd name="connsiteX13" fmla="*/ 78926 w 136604"/>
                <a:gd name="connsiteY13" fmla="*/ 13098 h 147544"/>
                <a:gd name="connsiteX14" fmla="*/ 78175 w 136604"/>
                <a:gd name="connsiteY14" fmla="*/ 13999 h 147544"/>
                <a:gd name="connsiteX15" fmla="*/ 78175 w 136604"/>
                <a:gd name="connsiteY15" fmla="*/ 15125 h 147544"/>
                <a:gd name="connsiteX16" fmla="*/ 76147 w 136604"/>
                <a:gd name="connsiteY16" fmla="*/ 15125 h 147544"/>
                <a:gd name="connsiteX17" fmla="*/ 72992 w 136604"/>
                <a:gd name="connsiteY17" fmla="*/ 12723 h 147544"/>
                <a:gd name="connsiteX18" fmla="*/ 71115 w 136604"/>
                <a:gd name="connsiteY18" fmla="*/ 14149 h 147544"/>
                <a:gd name="connsiteX19" fmla="*/ 70590 w 136604"/>
                <a:gd name="connsiteY19" fmla="*/ 14149 h 147544"/>
                <a:gd name="connsiteX20" fmla="*/ 68637 w 136604"/>
                <a:gd name="connsiteY20" fmla="*/ 18654 h 147544"/>
                <a:gd name="connsiteX21" fmla="*/ 62478 w 136604"/>
                <a:gd name="connsiteY21" fmla="*/ 21282 h 147544"/>
                <a:gd name="connsiteX22" fmla="*/ 64506 w 136604"/>
                <a:gd name="connsiteY22" fmla="*/ 25637 h 147544"/>
                <a:gd name="connsiteX23" fmla="*/ 64506 w 136604"/>
                <a:gd name="connsiteY23" fmla="*/ 26989 h 147544"/>
                <a:gd name="connsiteX24" fmla="*/ 62103 w 136604"/>
                <a:gd name="connsiteY24" fmla="*/ 28265 h 147544"/>
                <a:gd name="connsiteX25" fmla="*/ 61652 w 136604"/>
                <a:gd name="connsiteY25" fmla="*/ 28791 h 147544"/>
                <a:gd name="connsiteX26" fmla="*/ 61202 w 136604"/>
                <a:gd name="connsiteY26" fmla="*/ 26013 h 147544"/>
                <a:gd name="connsiteX27" fmla="*/ 60075 w 136604"/>
                <a:gd name="connsiteY27" fmla="*/ 25412 h 147544"/>
                <a:gd name="connsiteX28" fmla="*/ 59325 w 136604"/>
                <a:gd name="connsiteY28" fmla="*/ 27064 h 147544"/>
                <a:gd name="connsiteX29" fmla="*/ 58499 w 136604"/>
                <a:gd name="connsiteY29" fmla="*/ 26951 h 147544"/>
                <a:gd name="connsiteX30" fmla="*/ 58348 w 136604"/>
                <a:gd name="connsiteY30" fmla="*/ 27815 h 147544"/>
                <a:gd name="connsiteX31" fmla="*/ 59400 w 136604"/>
                <a:gd name="connsiteY31" fmla="*/ 29617 h 147544"/>
                <a:gd name="connsiteX32" fmla="*/ 61277 w 136604"/>
                <a:gd name="connsiteY32" fmla="*/ 32921 h 147544"/>
                <a:gd name="connsiteX33" fmla="*/ 61277 w 136604"/>
                <a:gd name="connsiteY33" fmla="*/ 32921 h 147544"/>
                <a:gd name="connsiteX34" fmla="*/ 59400 w 136604"/>
                <a:gd name="connsiteY34" fmla="*/ 32245 h 147544"/>
                <a:gd name="connsiteX35" fmla="*/ 58648 w 136604"/>
                <a:gd name="connsiteY35" fmla="*/ 31194 h 147544"/>
                <a:gd name="connsiteX36" fmla="*/ 57297 w 136604"/>
                <a:gd name="connsiteY36" fmla="*/ 30668 h 147544"/>
                <a:gd name="connsiteX37" fmla="*/ 56245 w 136604"/>
                <a:gd name="connsiteY37" fmla="*/ 30668 h 147544"/>
                <a:gd name="connsiteX38" fmla="*/ 55344 w 136604"/>
                <a:gd name="connsiteY38" fmla="*/ 29392 h 147544"/>
                <a:gd name="connsiteX39" fmla="*/ 52415 w 136604"/>
                <a:gd name="connsiteY39" fmla="*/ 26463 h 147544"/>
                <a:gd name="connsiteX40" fmla="*/ 51064 w 136604"/>
                <a:gd name="connsiteY40" fmla="*/ 20006 h 147544"/>
                <a:gd name="connsiteX41" fmla="*/ 49862 w 136604"/>
                <a:gd name="connsiteY41" fmla="*/ 19338 h 147544"/>
                <a:gd name="connsiteX42" fmla="*/ 49186 w 136604"/>
                <a:gd name="connsiteY42" fmla="*/ 20006 h 147544"/>
                <a:gd name="connsiteX43" fmla="*/ 49186 w 136604"/>
                <a:gd name="connsiteY43" fmla="*/ 25938 h 147544"/>
                <a:gd name="connsiteX44" fmla="*/ 51589 w 136604"/>
                <a:gd name="connsiteY44" fmla="*/ 29692 h 147544"/>
                <a:gd name="connsiteX45" fmla="*/ 40474 w 136604"/>
                <a:gd name="connsiteY45" fmla="*/ 22183 h 147544"/>
                <a:gd name="connsiteX46" fmla="*/ 37245 w 136604"/>
                <a:gd name="connsiteY46" fmla="*/ 18204 h 147544"/>
                <a:gd name="connsiteX47" fmla="*/ 29735 w 136604"/>
                <a:gd name="connsiteY47" fmla="*/ 12047 h 147544"/>
                <a:gd name="connsiteX48" fmla="*/ 29134 w 136604"/>
                <a:gd name="connsiteY48" fmla="*/ 11446 h 147544"/>
                <a:gd name="connsiteX49" fmla="*/ 28534 w 136604"/>
                <a:gd name="connsiteY49" fmla="*/ 12047 h 147544"/>
                <a:gd name="connsiteX50" fmla="*/ 29960 w 136604"/>
                <a:gd name="connsiteY50" fmla="*/ 17153 h 147544"/>
                <a:gd name="connsiteX51" fmla="*/ 30111 w 136604"/>
                <a:gd name="connsiteY51" fmla="*/ 17228 h 147544"/>
                <a:gd name="connsiteX52" fmla="*/ 34316 w 136604"/>
                <a:gd name="connsiteY52" fmla="*/ 20457 h 147544"/>
                <a:gd name="connsiteX53" fmla="*/ 38071 w 136604"/>
                <a:gd name="connsiteY53" fmla="*/ 25863 h 147544"/>
                <a:gd name="connsiteX54" fmla="*/ 44229 w 136604"/>
                <a:gd name="connsiteY54" fmla="*/ 31194 h 147544"/>
                <a:gd name="connsiteX55" fmla="*/ 37921 w 136604"/>
                <a:gd name="connsiteY55" fmla="*/ 31194 h 147544"/>
                <a:gd name="connsiteX56" fmla="*/ 24628 w 136604"/>
                <a:gd name="connsiteY56" fmla="*/ 34422 h 147544"/>
                <a:gd name="connsiteX57" fmla="*/ 14640 w 136604"/>
                <a:gd name="connsiteY57" fmla="*/ 37726 h 147544"/>
                <a:gd name="connsiteX58" fmla="*/ 13288 w 136604"/>
                <a:gd name="connsiteY58" fmla="*/ 37613 h 147544"/>
                <a:gd name="connsiteX59" fmla="*/ 13213 w 136604"/>
                <a:gd name="connsiteY59" fmla="*/ 38927 h 147544"/>
                <a:gd name="connsiteX60" fmla="*/ 14189 w 136604"/>
                <a:gd name="connsiteY60" fmla="*/ 40204 h 147544"/>
                <a:gd name="connsiteX61" fmla="*/ 15166 w 136604"/>
                <a:gd name="connsiteY61" fmla="*/ 40579 h 147544"/>
                <a:gd name="connsiteX62" fmla="*/ 26055 w 136604"/>
                <a:gd name="connsiteY62" fmla="*/ 37050 h 147544"/>
                <a:gd name="connsiteX63" fmla="*/ 43628 w 136604"/>
                <a:gd name="connsiteY63" fmla="*/ 35023 h 147544"/>
                <a:gd name="connsiteX64" fmla="*/ 50163 w 136604"/>
                <a:gd name="connsiteY64" fmla="*/ 37050 h 147544"/>
                <a:gd name="connsiteX65" fmla="*/ 38747 w 136604"/>
                <a:gd name="connsiteY65" fmla="*/ 36299 h 147544"/>
                <a:gd name="connsiteX66" fmla="*/ 29435 w 136604"/>
                <a:gd name="connsiteY66" fmla="*/ 41405 h 147544"/>
                <a:gd name="connsiteX67" fmla="*/ 20347 w 136604"/>
                <a:gd name="connsiteY67" fmla="*/ 50565 h 147544"/>
                <a:gd name="connsiteX68" fmla="*/ 13814 w 136604"/>
                <a:gd name="connsiteY68" fmla="*/ 56122 h 147544"/>
                <a:gd name="connsiteX69" fmla="*/ 8557 w 136604"/>
                <a:gd name="connsiteY69" fmla="*/ 63630 h 147544"/>
                <a:gd name="connsiteX70" fmla="*/ 2098 w 136604"/>
                <a:gd name="connsiteY70" fmla="*/ 74442 h 147544"/>
                <a:gd name="connsiteX71" fmla="*/ 3075 w 136604"/>
                <a:gd name="connsiteY71" fmla="*/ 103875 h 147544"/>
                <a:gd name="connsiteX72" fmla="*/ 3901 w 136604"/>
                <a:gd name="connsiteY72" fmla="*/ 104011 h 147544"/>
                <a:gd name="connsiteX73" fmla="*/ 4051 w 136604"/>
                <a:gd name="connsiteY73" fmla="*/ 103875 h 147544"/>
                <a:gd name="connsiteX74" fmla="*/ 4802 w 136604"/>
                <a:gd name="connsiteY74" fmla="*/ 105527 h 147544"/>
                <a:gd name="connsiteX75" fmla="*/ 7505 w 136604"/>
                <a:gd name="connsiteY75" fmla="*/ 104251 h 147544"/>
                <a:gd name="connsiteX76" fmla="*/ 7505 w 136604"/>
                <a:gd name="connsiteY76" fmla="*/ 104251 h 147544"/>
                <a:gd name="connsiteX77" fmla="*/ 7505 w 136604"/>
                <a:gd name="connsiteY77" fmla="*/ 104251 h 147544"/>
                <a:gd name="connsiteX78" fmla="*/ 7505 w 136604"/>
                <a:gd name="connsiteY78" fmla="*/ 104251 h 147544"/>
                <a:gd name="connsiteX79" fmla="*/ 6454 w 136604"/>
                <a:gd name="connsiteY79" fmla="*/ 97268 h 147544"/>
                <a:gd name="connsiteX80" fmla="*/ 6004 w 136604"/>
                <a:gd name="connsiteY80" fmla="*/ 95766 h 147544"/>
                <a:gd name="connsiteX81" fmla="*/ 7505 w 136604"/>
                <a:gd name="connsiteY81" fmla="*/ 93964 h 147544"/>
                <a:gd name="connsiteX82" fmla="*/ 8256 w 136604"/>
                <a:gd name="connsiteY82" fmla="*/ 83828 h 147544"/>
                <a:gd name="connsiteX83" fmla="*/ 11035 w 136604"/>
                <a:gd name="connsiteY83" fmla="*/ 82326 h 147544"/>
                <a:gd name="connsiteX84" fmla="*/ 11035 w 136604"/>
                <a:gd name="connsiteY84" fmla="*/ 80524 h 147544"/>
                <a:gd name="connsiteX85" fmla="*/ 9833 w 136604"/>
                <a:gd name="connsiteY85" fmla="*/ 78197 h 147544"/>
                <a:gd name="connsiteX86" fmla="*/ 9383 w 136604"/>
                <a:gd name="connsiteY86" fmla="*/ 76620 h 147544"/>
                <a:gd name="connsiteX87" fmla="*/ 10134 w 136604"/>
                <a:gd name="connsiteY87" fmla="*/ 78347 h 147544"/>
                <a:gd name="connsiteX88" fmla="*/ 11260 w 136604"/>
                <a:gd name="connsiteY88" fmla="*/ 78549 h 147544"/>
                <a:gd name="connsiteX89" fmla="*/ 11486 w 136604"/>
                <a:gd name="connsiteY89" fmla="*/ 78347 h 147544"/>
                <a:gd name="connsiteX90" fmla="*/ 14564 w 136604"/>
                <a:gd name="connsiteY90" fmla="*/ 77904 h 147544"/>
                <a:gd name="connsiteX91" fmla="*/ 14940 w 136604"/>
                <a:gd name="connsiteY91" fmla="*/ 76920 h 147544"/>
                <a:gd name="connsiteX92" fmla="*/ 14940 w 136604"/>
                <a:gd name="connsiteY92" fmla="*/ 74893 h 147544"/>
                <a:gd name="connsiteX93" fmla="*/ 17719 w 136604"/>
                <a:gd name="connsiteY93" fmla="*/ 77521 h 147544"/>
                <a:gd name="connsiteX94" fmla="*/ 20498 w 136604"/>
                <a:gd name="connsiteY94" fmla="*/ 75719 h 147544"/>
                <a:gd name="connsiteX95" fmla="*/ 21850 w 136604"/>
                <a:gd name="connsiteY95" fmla="*/ 70313 h 147544"/>
                <a:gd name="connsiteX96" fmla="*/ 22976 w 136604"/>
                <a:gd name="connsiteY96" fmla="*/ 70921 h 147544"/>
                <a:gd name="connsiteX97" fmla="*/ 23577 w 136604"/>
                <a:gd name="connsiteY97" fmla="*/ 70313 h 147544"/>
                <a:gd name="connsiteX98" fmla="*/ 25680 w 136604"/>
                <a:gd name="connsiteY98" fmla="*/ 62804 h 147544"/>
                <a:gd name="connsiteX99" fmla="*/ 27782 w 136604"/>
                <a:gd name="connsiteY99" fmla="*/ 60702 h 147544"/>
                <a:gd name="connsiteX100" fmla="*/ 25829 w 136604"/>
                <a:gd name="connsiteY100" fmla="*/ 71214 h 147544"/>
                <a:gd name="connsiteX101" fmla="*/ 27407 w 136604"/>
                <a:gd name="connsiteY101" fmla="*/ 71214 h 147544"/>
                <a:gd name="connsiteX102" fmla="*/ 27407 w 136604"/>
                <a:gd name="connsiteY102" fmla="*/ 69562 h 147544"/>
                <a:gd name="connsiteX103" fmla="*/ 30336 w 136604"/>
                <a:gd name="connsiteY103" fmla="*/ 68886 h 147544"/>
                <a:gd name="connsiteX104" fmla="*/ 30486 w 136604"/>
                <a:gd name="connsiteY104" fmla="*/ 68511 h 147544"/>
                <a:gd name="connsiteX105" fmla="*/ 31612 w 136604"/>
                <a:gd name="connsiteY105" fmla="*/ 66483 h 147544"/>
                <a:gd name="connsiteX106" fmla="*/ 30937 w 136604"/>
                <a:gd name="connsiteY106" fmla="*/ 71214 h 147544"/>
                <a:gd name="connsiteX107" fmla="*/ 32664 w 136604"/>
                <a:gd name="connsiteY107" fmla="*/ 71214 h 147544"/>
                <a:gd name="connsiteX108" fmla="*/ 33415 w 136604"/>
                <a:gd name="connsiteY108" fmla="*/ 67835 h 147544"/>
                <a:gd name="connsiteX109" fmla="*/ 34091 w 136604"/>
                <a:gd name="connsiteY109" fmla="*/ 67835 h 147544"/>
                <a:gd name="connsiteX110" fmla="*/ 39197 w 136604"/>
                <a:gd name="connsiteY110" fmla="*/ 63255 h 147544"/>
                <a:gd name="connsiteX111" fmla="*/ 34842 w 136604"/>
                <a:gd name="connsiteY111" fmla="*/ 70313 h 147544"/>
                <a:gd name="connsiteX112" fmla="*/ 36644 w 136604"/>
                <a:gd name="connsiteY112" fmla="*/ 70988 h 147544"/>
                <a:gd name="connsiteX113" fmla="*/ 39423 w 136604"/>
                <a:gd name="connsiteY113" fmla="*/ 66709 h 147544"/>
                <a:gd name="connsiteX114" fmla="*/ 38822 w 136604"/>
                <a:gd name="connsiteY114" fmla="*/ 72190 h 147544"/>
                <a:gd name="connsiteX115" fmla="*/ 39648 w 136604"/>
                <a:gd name="connsiteY115" fmla="*/ 72603 h 147544"/>
                <a:gd name="connsiteX116" fmla="*/ 40099 w 136604"/>
                <a:gd name="connsiteY116" fmla="*/ 72190 h 147544"/>
                <a:gd name="connsiteX117" fmla="*/ 44604 w 136604"/>
                <a:gd name="connsiteY117" fmla="*/ 63780 h 147544"/>
                <a:gd name="connsiteX118" fmla="*/ 41300 w 136604"/>
                <a:gd name="connsiteY118" fmla="*/ 71289 h 147544"/>
                <a:gd name="connsiteX119" fmla="*/ 45431 w 136604"/>
                <a:gd name="connsiteY119" fmla="*/ 71664 h 147544"/>
                <a:gd name="connsiteX120" fmla="*/ 48510 w 136604"/>
                <a:gd name="connsiteY120" fmla="*/ 65057 h 147544"/>
                <a:gd name="connsiteX121" fmla="*/ 45806 w 136604"/>
                <a:gd name="connsiteY121" fmla="*/ 74818 h 147544"/>
                <a:gd name="connsiteX122" fmla="*/ 46707 w 136604"/>
                <a:gd name="connsiteY122" fmla="*/ 75719 h 147544"/>
                <a:gd name="connsiteX123" fmla="*/ 47609 w 136604"/>
                <a:gd name="connsiteY123" fmla="*/ 74818 h 147544"/>
                <a:gd name="connsiteX124" fmla="*/ 49561 w 136604"/>
                <a:gd name="connsiteY124" fmla="*/ 69262 h 147544"/>
                <a:gd name="connsiteX125" fmla="*/ 49561 w 136604"/>
                <a:gd name="connsiteY125" fmla="*/ 70613 h 147544"/>
                <a:gd name="connsiteX126" fmla="*/ 48961 w 136604"/>
                <a:gd name="connsiteY126" fmla="*/ 71814 h 147544"/>
                <a:gd name="connsiteX127" fmla="*/ 50087 w 136604"/>
                <a:gd name="connsiteY127" fmla="*/ 74442 h 147544"/>
                <a:gd name="connsiteX128" fmla="*/ 51364 w 136604"/>
                <a:gd name="connsiteY128" fmla="*/ 74517 h 147544"/>
                <a:gd name="connsiteX129" fmla="*/ 55119 w 136604"/>
                <a:gd name="connsiteY129" fmla="*/ 74517 h 147544"/>
                <a:gd name="connsiteX130" fmla="*/ 58123 w 136604"/>
                <a:gd name="connsiteY130" fmla="*/ 69712 h 147544"/>
                <a:gd name="connsiteX131" fmla="*/ 57597 w 136604"/>
                <a:gd name="connsiteY131" fmla="*/ 70313 h 147544"/>
                <a:gd name="connsiteX132" fmla="*/ 57597 w 136604"/>
                <a:gd name="connsiteY132" fmla="*/ 72715 h 147544"/>
                <a:gd name="connsiteX133" fmla="*/ 57597 w 136604"/>
                <a:gd name="connsiteY133" fmla="*/ 72715 h 147544"/>
                <a:gd name="connsiteX134" fmla="*/ 57597 w 136604"/>
                <a:gd name="connsiteY134" fmla="*/ 72715 h 147544"/>
                <a:gd name="connsiteX135" fmla="*/ 57597 w 136604"/>
                <a:gd name="connsiteY135" fmla="*/ 72715 h 147544"/>
                <a:gd name="connsiteX136" fmla="*/ 56846 w 136604"/>
                <a:gd name="connsiteY136" fmla="*/ 74142 h 147544"/>
                <a:gd name="connsiteX137" fmla="*/ 56846 w 136604"/>
                <a:gd name="connsiteY137" fmla="*/ 75493 h 147544"/>
                <a:gd name="connsiteX138" fmla="*/ 58874 w 136604"/>
                <a:gd name="connsiteY138" fmla="*/ 75493 h 147544"/>
                <a:gd name="connsiteX139" fmla="*/ 58874 w 136604"/>
                <a:gd name="connsiteY139" fmla="*/ 74893 h 147544"/>
                <a:gd name="connsiteX140" fmla="*/ 60000 w 136604"/>
                <a:gd name="connsiteY140" fmla="*/ 74893 h 147544"/>
                <a:gd name="connsiteX141" fmla="*/ 60000 w 136604"/>
                <a:gd name="connsiteY141" fmla="*/ 74893 h 147544"/>
                <a:gd name="connsiteX142" fmla="*/ 58798 w 136604"/>
                <a:gd name="connsiteY142" fmla="*/ 77145 h 147544"/>
                <a:gd name="connsiteX143" fmla="*/ 59400 w 136604"/>
                <a:gd name="connsiteY143" fmla="*/ 77919 h 147544"/>
                <a:gd name="connsiteX144" fmla="*/ 59925 w 136604"/>
                <a:gd name="connsiteY144" fmla="*/ 77746 h 147544"/>
                <a:gd name="connsiteX145" fmla="*/ 66684 w 136604"/>
                <a:gd name="connsiteY145" fmla="*/ 71514 h 147544"/>
                <a:gd name="connsiteX146" fmla="*/ 60601 w 136604"/>
                <a:gd name="connsiteY146" fmla="*/ 77521 h 147544"/>
                <a:gd name="connsiteX147" fmla="*/ 60151 w 136604"/>
                <a:gd name="connsiteY147" fmla="*/ 78467 h 147544"/>
                <a:gd name="connsiteX148" fmla="*/ 60601 w 136604"/>
                <a:gd name="connsiteY148" fmla="*/ 78947 h 147544"/>
                <a:gd name="connsiteX149" fmla="*/ 62929 w 136604"/>
                <a:gd name="connsiteY149" fmla="*/ 78121 h 147544"/>
                <a:gd name="connsiteX150" fmla="*/ 63379 w 136604"/>
                <a:gd name="connsiteY150" fmla="*/ 80074 h 147544"/>
                <a:gd name="connsiteX151" fmla="*/ 62553 w 136604"/>
                <a:gd name="connsiteY151" fmla="*/ 81425 h 147544"/>
                <a:gd name="connsiteX152" fmla="*/ 66384 w 136604"/>
                <a:gd name="connsiteY152" fmla="*/ 82777 h 147544"/>
                <a:gd name="connsiteX153" fmla="*/ 72693 w 136604"/>
                <a:gd name="connsiteY153" fmla="*/ 78497 h 147544"/>
                <a:gd name="connsiteX154" fmla="*/ 71040 w 136604"/>
                <a:gd name="connsiteY154" fmla="*/ 83753 h 147544"/>
                <a:gd name="connsiteX155" fmla="*/ 67510 w 136604"/>
                <a:gd name="connsiteY155" fmla="*/ 88408 h 147544"/>
                <a:gd name="connsiteX156" fmla="*/ 66835 w 136604"/>
                <a:gd name="connsiteY156" fmla="*/ 89759 h 147544"/>
                <a:gd name="connsiteX157" fmla="*/ 67961 w 136604"/>
                <a:gd name="connsiteY157" fmla="*/ 90660 h 147544"/>
                <a:gd name="connsiteX158" fmla="*/ 68862 w 136604"/>
                <a:gd name="connsiteY158" fmla="*/ 90660 h 147544"/>
                <a:gd name="connsiteX159" fmla="*/ 69764 w 136604"/>
                <a:gd name="connsiteY159" fmla="*/ 90060 h 147544"/>
                <a:gd name="connsiteX160" fmla="*/ 67661 w 136604"/>
                <a:gd name="connsiteY160" fmla="*/ 94565 h 147544"/>
                <a:gd name="connsiteX161" fmla="*/ 67210 w 136604"/>
                <a:gd name="connsiteY161" fmla="*/ 95241 h 147544"/>
                <a:gd name="connsiteX162" fmla="*/ 67210 w 136604"/>
                <a:gd name="connsiteY162" fmla="*/ 95241 h 147544"/>
                <a:gd name="connsiteX163" fmla="*/ 68562 w 136604"/>
                <a:gd name="connsiteY163" fmla="*/ 97891 h 147544"/>
                <a:gd name="connsiteX164" fmla="*/ 69913 w 136604"/>
                <a:gd name="connsiteY164" fmla="*/ 97869 h 147544"/>
                <a:gd name="connsiteX165" fmla="*/ 70439 w 136604"/>
                <a:gd name="connsiteY165" fmla="*/ 98845 h 147544"/>
                <a:gd name="connsiteX166" fmla="*/ 73743 w 136604"/>
                <a:gd name="connsiteY166" fmla="*/ 101172 h 147544"/>
                <a:gd name="connsiteX167" fmla="*/ 72617 w 136604"/>
                <a:gd name="connsiteY167" fmla="*/ 110558 h 147544"/>
                <a:gd name="connsiteX168" fmla="*/ 77048 w 136604"/>
                <a:gd name="connsiteY168" fmla="*/ 111083 h 147544"/>
                <a:gd name="connsiteX169" fmla="*/ 77724 w 136604"/>
                <a:gd name="connsiteY169" fmla="*/ 110558 h 147544"/>
                <a:gd name="connsiteX170" fmla="*/ 79676 w 136604"/>
                <a:gd name="connsiteY170" fmla="*/ 107930 h 147544"/>
                <a:gd name="connsiteX171" fmla="*/ 78926 w 136604"/>
                <a:gd name="connsiteY171" fmla="*/ 109657 h 147544"/>
                <a:gd name="connsiteX172" fmla="*/ 77423 w 136604"/>
                <a:gd name="connsiteY172" fmla="*/ 112360 h 147544"/>
                <a:gd name="connsiteX173" fmla="*/ 77423 w 136604"/>
                <a:gd name="connsiteY173" fmla="*/ 113937 h 147544"/>
                <a:gd name="connsiteX174" fmla="*/ 76597 w 136604"/>
                <a:gd name="connsiteY174" fmla="*/ 116039 h 147544"/>
                <a:gd name="connsiteX175" fmla="*/ 78775 w 136604"/>
                <a:gd name="connsiteY175" fmla="*/ 116790 h 147544"/>
                <a:gd name="connsiteX176" fmla="*/ 79526 w 136604"/>
                <a:gd name="connsiteY176" fmla="*/ 115138 h 147544"/>
                <a:gd name="connsiteX177" fmla="*/ 80203 w 136604"/>
                <a:gd name="connsiteY177" fmla="*/ 115138 h 147544"/>
                <a:gd name="connsiteX178" fmla="*/ 80203 w 136604"/>
                <a:gd name="connsiteY178" fmla="*/ 115138 h 147544"/>
                <a:gd name="connsiteX179" fmla="*/ 78926 w 136604"/>
                <a:gd name="connsiteY179" fmla="*/ 117090 h 147544"/>
                <a:gd name="connsiteX180" fmla="*/ 78926 w 136604"/>
                <a:gd name="connsiteY180" fmla="*/ 119718 h 147544"/>
                <a:gd name="connsiteX181" fmla="*/ 79376 w 136604"/>
                <a:gd name="connsiteY181" fmla="*/ 120169 h 147544"/>
                <a:gd name="connsiteX182" fmla="*/ 80578 w 136604"/>
                <a:gd name="connsiteY182" fmla="*/ 120544 h 147544"/>
                <a:gd name="connsiteX183" fmla="*/ 79526 w 136604"/>
                <a:gd name="connsiteY183" fmla="*/ 123247 h 147544"/>
                <a:gd name="connsiteX184" fmla="*/ 79526 w 136604"/>
                <a:gd name="connsiteY184" fmla="*/ 123247 h 147544"/>
                <a:gd name="connsiteX185" fmla="*/ 79526 w 136604"/>
                <a:gd name="connsiteY185" fmla="*/ 123848 h 147544"/>
                <a:gd name="connsiteX186" fmla="*/ 78325 w 136604"/>
                <a:gd name="connsiteY186" fmla="*/ 127227 h 147544"/>
                <a:gd name="connsiteX187" fmla="*/ 79827 w 136604"/>
                <a:gd name="connsiteY187" fmla="*/ 130005 h 147544"/>
                <a:gd name="connsiteX188" fmla="*/ 79076 w 136604"/>
                <a:gd name="connsiteY188" fmla="*/ 130605 h 147544"/>
                <a:gd name="connsiteX189" fmla="*/ 78700 w 136604"/>
                <a:gd name="connsiteY189" fmla="*/ 133556 h 147544"/>
                <a:gd name="connsiteX190" fmla="*/ 79076 w 136604"/>
                <a:gd name="connsiteY190" fmla="*/ 133909 h 147544"/>
                <a:gd name="connsiteX191" fmla="*/ 75997 w 136604"/>
                <a:gd name="connsiteY191" fmla="*/ 136687 h 147544"/>
                <a:gd name="connsiteX192" fmla="*/ 75921 w 136604"/>
                <a:gd name="connsiteY192" fmla="*/ 137956 h 147544"/>
                <a:gd name="connsiteX193" fmla="*/ 76522 w 136604"/>
                <a:gd name="connsiteY193" fmla="*/ 138264 h 147544"/>
                <a:gd name="connsiteX194" fmla="*/ 77048 w 136604"/>
                <a:gd name="connsiteY194" fmla="*/ 138264 h 147544"/>
                <a:gd name="connsiteX195" fmla="*/ 73743 w 136604"/>
                <a:gd name="connsiteY195" fmla="*/ 140367 h 147544"/>
                <a:gd name="connsiteX196" fmla="*/ 71115 w 136604"/>
                <a:gd name="connsiteY196" fmla="*/ 145698 h 147544"/>
                <a:gd name="connsiteX197" fmla="*/ 75171 w 136604"/>
                <a:gd name="connsiteY197" fmla="*/ 145698 h 147544"/>
                <a:gd name="connsiteX198" fmla="*/ 75171 w 136604"/>
                <a:gd name="connsiteY198" fmla="*/ 144571 h 147544"/>
                <a:gd name="connsiteX199" fmla="*/ 77498 w 136604"/>
                <a:gd name="connsiteY199" fmla="*/ 144571 h 147544"/>
                <a:gd name="connsiteX200" fmla="*/ 92518 w 136604"/>
                <a:gd name="connsiteY200" fmla="*/ 133759 h 147544"/>
                <a:gd name="connsiteX201" fmla="*/ 94396 w 136604"/>
                <a:gd name="connsiteY201" fmla="*/ 128803 h 147544"/>
                <a:gd name="connsiteX202" fmla="*/ 98451 w 136604"/>
                <a:gd name="connsiteY202" fmla="*/ 122722 h 147544"/>
                <a:gd name="connsiteX203" fmla="*/ 101981 w 136604"/>
                <a:gd name="connsiteY203" fmla="*/ 113561 h 147544"/>
                <a:gd name="connsiteX204" fmla="*/ 102807 w 136604"/>
                <a:gd name="connsiteY204" fmla="*/ 100872 h 147544"/>
                <a:gd name="connsiteX205" fmla="*/ 101981 w 136604"/>
                <a:gd name="connsiteY205" fmla="*/ 91562 h 147544"/>
                <a:gd name="connsiteX206" fmla="*/ 102733 w 136604"/>
                <a:gd name="connsiteY206" fmla="*/ 83452 h 147544"/>
                <a:gd name="connsiteX207" fmla="*/ 108966 w 136604"/>
                <a:gd name="connsiteY207" fmla="*/ 102674 h 147544"/>
                <a:gd name="connsiteX208" fmla="*/ 110693 w 136604"/>
                <a:gd name="connsiteY208" fmla="*/ 103350 h 147544"/>
                <a:gd name="connsiteX209" fmla="*/ 107538 w 136604"/>
                <a:gd name="connsiteY209" fmla="*/ 86230 h 147544"/>
                <a:gd name="connsiteX210" fmla="*/ 102206 w 136604"/>
                <a:gd name="connsiteY210" fmla="*/ 73842 h 147544"/>
                <a:gd name="connsiteX211" fmla="*/ 102206 w 136604"/>
                <a:gd name="connsiteY211" fmla="*/ 73842 h 147544"/>
                <a:gd name="connsiteX212" fmla="*/ 104309 w 136604"/>
                <a:gd name="connsiteY212" fmla="*/ 73842 h 147544"/>
                <a:gd name="connsiteX213" fmla="*/ 110467 w 136604"/>
                <a:gd name="connsiteY213" fmla="*/ 81800 h 147544"/>
                <a:gd name="connsiteX214" fmla="*/ 116175 w 136604"/>
                <a:gd name="connsiteY214" fmla="*/ 88633 h 147544"/>
                <a:gd name="connsiteX215" fmla="*/ 118052 w 136604"/>
                <a:gd name="connsiteY215" fmla="*/ 94490 h 147544"/>
                <a:gd name="connsiteX216" fmla="*/ 120756 w 136604"/>
                <a:gd name="connsiteY216" fmla="*/ 92162 h 147544"/>
                <a:gd name="connsiteX217" fmla="*/ 118728 w 136604"/>
                <a:gd name="connsiteY217" fmla="*/ 85179 h 147544"/>
                <a:gd name="connsiteX218" fmla="*/ 114673 w 136604"/>
                <a:gd name="connsiteY218" fmla="*/ 81650 h 147544"/>
                <a:gd name="connsiteX219" fmla="*/ 107163 w 136604"/>
                <a:gd name="connsiteY219" fmla="*/ 74592 h 147544"/>
                <a:gd name="connsiteX220" fmla="*/ 111069 w 136604"/>
                <a:gd name="connsiteY220" fmla="*/ 75869 h 147544"/>
                <a:gd name="connsiteX221" fmla="*/ 123235 w 136604"/>
                <a:gd name="connsiteY221" fmla="*/ 80224 h 147544"/>
                <a:gd name="connsiteX222" fmla="*/ 124136 w 136604"/>
                <a:gd name="connsiteY222" fmla="*/ 77746 h 147544"/>
                <a:gd name="connsiteX223" fmla="*/ 106112 w 136604"/>
                <a:gd name="connsiteY223" fmla="*/ 70237 h 147544"/>
                <a:gd name="connsiteX224" fmla="*/ 104009 w 136604"/>
                <a:gd name="connsiteY224" fmla="*/ 69787 h 147544"/>
                <a:gd name="connsiteX225" fmla="*/ 104009 w 136604"/>
                <a:gd name="connsiteY225" fmla="*/ 69262 h 147544"/>
                <a:gd name="connsiteX226" fmla="*/ 107989 w 136604"/>
                <a:gd name="connsiteY226" fmla="*/ 70388 h 147544"/>
                <a:gd name="connsiteX227" fmla="*/ 109340 w 136604"/>
                <a:gd name="connsiteY227" fmla="*/ 69937 h 147544"/>
                <a:gd name="connsiteX228" fmla="*/ 115274 w 136604"/>
                <a:gd name="connsiteY228" fmla="*/ 69937 h 147544"/>
                <a:gd name="connsiteX229" fmla="*/ 113772 w 136604"/>
                <a:gd name="connsiteY229" fmla="*/ 66784 h 147544"/>
                <a:gd name="connsiteX230" fmla="*/ 109491 w 136604"/>
                <a:gd name="connsiteY230" fmla="*/ 66784 h 147544"/>
                <a:gd name="connsiteX231" fmla="*/ 109491 w 136604"/>
                <a:gd name="connsiteY231" fmla="*/ 66784 h 147544"/>
                <a:gd name="connsiteX232" fmla="*/ 111669 w 136604"/>
                <a:gd name="connsiteY232" fmla="*/ 65807 h 147544"/>
                <a:gd name="connsiteX233" fmla="*/ 111669 w 136604"/>
                <a:gd name="connsiteY233" fmla="*/ 65807 h 147544"/>
                <a:gd name="connsiteX234" fmla="*/ 114372 w 136604"/>
                <a:gd name="connsiteY234" fmla="*/ 64396 h 147544"/>
                <a:gd name="connsiteX235" fmla="*/ 113622 w 136604"/>
                <a:gd name="connsiteY235" fmla="*/ 61978 h 147544"/>
                <a:gd name="connsiteX236" fmla="*/ 109641 w 136604"/>
                <a:gd name="connsiteY236" fmla="*/ 58449 h 147544"/>
                <a:gd name="connsiteX237" fmla="*/ 109641 w 136604"/>
                <a:gd name="connsiteY237" fmla="*/ 58449 h 147544"/>
                <a:gd name="connsiteX238" fmla="*/ 115349 w 136604"/>
                <a:gd name="connsiteY238" fmla="*/ 60101 h 147544"/>
                <a:gd name="connsiteX239" fmla="*/ 116701 w 136604"/>
                <a:gd name="connsiteY239" fmla="*/ 58749 h 147544"/>
                <a:gd name="connsiteX240" fmla="*/ 118579 w 136604"/>
                <a:gd name="connsiteY240" fmla="*/ 56722 h 147544"/>
                <a:gd name="connsiteX241" fmla="*/ 118579 w 136604"/>
                <a:gd name="connsiteY241" fmla="*/ 53043 h 147544"/>
                <a:gd name="connsiteX242" fmla="*/ 125487 w 136604"/>
                <a:gd name="connsiteY242" fmla="*/ 55821 h 147544"/>
                <a:gd name="connsiteX243" fmla="*/ 128491 w 136604"/>
                <a:gd name="connsiteY243" fmla="*/ 54079 h 147544"/>
                <a:gd name="connsiteX244" fmla="*/ 127740 w 136604"/>
                <a:gd name="connsiteY244" fmla="*/ 51541 h 147544"/>
                <a:gd name="connsiteX245" fmla="*/ 123235 w 136604"/>
                <a:gd name="connsiteY245" fmla="*/ 49815 h 147544"/>
                <a:gd name="connsiteX246" fmla="*/ 120681 w 136604"/>
                <a:gd name="connsiteY246" fmla="*/ 48538 h 147544"/>
                <a:gd name="connsiteX247" fmla="*/ 122183 w 136604"/>
                <a:gd name="connsiteY247" fmla="*/ 48088 h 147544"/>
                <a:gd name="connsiteX248" fmla="*/ 124661 w 136604"/>
                <a:gd name="connsiteY248" fmla="*/ 47412 h 147544"/>
                <a:gd name="connsiteX249" fmla="*/ 125337 w 136604"/>
                <a:gd name="connsiteY249" fmla="*/ 46586 h 147544"/>
                <a:gd name="connsiteX250" fmla="*/ 126089 w 136604"/>
                <a:gd name="connsiteY250" fmla="*/ 45384 h 147544"/>
                <a:gd name="connsiteX251" fmla="*/ 128942 w 136604"/>
                <a:gd name="connsiteY251" fmla="*/ 43590 h 147544"/>
                <a:gd name="connsiteX252" fmla="*/ 129018 w 136604"/>
                <a:gd name="connsiteY252" fmla="*/ 42757 h 147544"/>
                <a:gd name="connsiteX253" fmla="*/ 128115 w 136604"/>
                <a:gd name="connsiteY253" fmla="*/ 39678 h 147544"/>
                <a:gd name="connsiteX254" fmla="*/ 131495 w 136604"/>
                <a:gd name="connsiteY254" fmla="*/ 40729 h 147544"/>
                <a:gd name="connsiteX255" fmla="*/ 135401 w 136604"/>
                <a:gd name="connsiteY255" fmla="*/ 41443 h 147544"/>
                <a:gd name="connsiteX256" fmla="*/ 136076 w 136604"/>
                <a:gd name="connsiteY256" fmla="*/ 37576 h 147544"/>
                <a:gd name="connsiteX257" fmla="*/ 41901 w 136604"/>
                <a:gd name="connsiteY257" fmla="*/ 38402 h 147544"/>
                <a:gd name="connsiteX258" fmla="*/ 36344 w 136604"/>
                <a:gd name="connsiteY258" fmla="*/ 38402 h 147544"/>
                <a:gd name="connsiteX259" fmla="*/ 44830 w 136604"/>
                <a:gd name="connsiteY259" fmla="*/ 38402 h 147544"/>
                <a:gd name="connsiteX260" fmla="*/ 62403 w 136604"/>
                <a:gd name="connsiteY260" fmla="*/ 28941 h 147544"/>
                <a:gd name="connsiteX261" fmla="*/ 62403 w 136604"/>
                <a:gd name="connsiteY261" fmla="*/ 28941 h 147544"/>
                <a:gd name="connsiteX262" fmla="*/ 64356 w 136604"/>
                <a:gd name="connsiteY262" fmla="*/ 27815 h 147544"/>
                <a:gd name="connsiteX263" fmla="*/ 65032 w 136604"/>
                <a:gd name="connsiteY263" fmla="*/ 29316 h 147544"/>
                <a:gd name="connsiteX264" fmla="*/ 65858 w 136604"/>
                <a:gd name="connsiteY264" fmla="*/ 30368 h 147544"/>
                <a:gd name="connsiteX265" fmla="*/ 62629 w 136604"/>
                <a:gd name="connsiteY265" fmla="*/ 28941 h 147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</a:cxnLst>
              <a:rect l="l" t="t" r="r" b="b"/>
              <a:pathLst>
                <a:path w="136604" h="147544">
                  <a:moveTo>
                    <a:pt x="136076" y="37576"/>
                  </a:moveTo>
                  <a:cubicBezTo>
                    <a:pt x="134349" y="35211"/>
                    <a:pt x="131946" y="33386"/>
                    <a:pt x="129167" y="32320"/>
                  </a:cubicBezTo>
                  <a:cubicBezTo>
                    <a:pt x="130369" y="31817"/>
                    <a:pt x="130895" y="30443"/>
                    <a:pt x="130369" y="29264"/>
                  </a:cubicBezTo>
                  <a:cubicBezTo>
                    <a:pt x="130143" y="28716"/>
                    <a:pt x="129693" y="28273"/>
                    <a:pt x="129167" y="28040"/>
                  </a:cubicBezTo>
                  <a:lnTo>
                    <a:pt x="129167" y="28040"/>
                  </a:lnTo>
                  <a:cubicBezTo>
                    <a:pt x="131420" y="27957"/>
                    <a:pt x="133223" y="26088"/>
                    <a:pt x="133147" y="23835"/>
                  </a:cubicBezTo>
                  <a:cubicBezTo>
                    <a:pt x="133147" y="20231"/>
                    <a:pt x="128566" y="18654"/>
                    <a:pt x="124136" y="17904"/>
                  </a:cubicBezTo>
                  <a:cubicBezTo>
                    <a:pt x="124136" y="17904"/>
                    <a:pt x="124136" y="17528"/>
                    <a:pt x="123610" y="17453"/>
                  </a:cubicBezTo>
                  <a:cubicBezTo>
                    <a:pt x="123084" y="17378"/>
                    <a:pt x="123610" y="17453"/>
                    <a:pt x="123084" y="17453"/>
                  </a:cubicBezTo>
                  <a:cubicBezTo>
                    <a:pt x="120605" y="11003"/>
                    <a:pt x="115875" y="5665"/>
                    <a:pt x="109791" y="2436"/>
                  </a:cubicBezTo>
                  <a:cubicBezTo>
                    <a:pt x="99352" y="-3195"/>
                    <a:pt x="89890" y="1610"/>
                    <a:pt x="82681" y="8893"/>
                  </a:cubicBezTo>
                  <a:cubicBezTo>
                    <a:pt x="82981" y="6731"/>
                    <a:pt x="83507" y="4614"/>
                    <a:pt x="84257" y="2586"/>
                  </a:cubicBezTo>
                  <a:cubicBezTo>
                    <a:pt x="84633" y="1685"/>
                    <a:pt x="83206" y="859"/>
                    <a:pt x="82681" y="1760"/>
                  </a:cubicBezTo>
                  <a:cubicBezTo>
                    <a:pt x="80578" y="5222"/>
                    <a:pt x="79300" y="9089"/>
                    <a:pt x="78926" y="13098"/>
                  </a:cubicBezTo>
                  <a:lnTo>
                    <a:pt x="78175" y="13999"/>
                  </a:lnTo>
                  <a:cubicBezTo>
                    <a:pt x="77874" y="14314"/>
                    <a:pt x="77874" y="14810"/>
                    <a:pt x="78175" y="15125"/>
                  </a:cubicBezTo>
                  <a:lnTo>
                    <a:pt x="76147" y="15125"/>
                  </a:lnTo>
                  <a:cubicBezTo>
                    <a:pt x="75020" y="14412"/>
                    <a:pt x="73969" y="13609"/>
                    <a:pt x="72992" y="12723"/>
                  </a:cubicBezTo>
                  <a:cubicBezTo>
                    <a:pt x="72016" y="11897"/>
                    <a:pt x="70889" y="12723"/>
                    <a:pt x="71115" y="14149"/>
                  </a:cubicBezTo>
                  <a:lnTo>
                    <a:pt x="70590" y="14149"/>
                  </a:lnTo>
                  <a:cubicBezTo>
                    <a:pt x="67736" y="13474"/>
                    <a:pt x="66009" y="17678"/>
                    <a:pt x="68637" y="18654"/>
                  </a:cubicBezTo>
                  <a:cubicBezTo>
                    <a:pt x="66459" y="19278"/>
                    <a:pt x="64431" y="20156"/>
                    <a:pt x="62478" y="21282"/>
                  </a:cubicBezTo>
                  <a:cubicBezTo>
                    <a:pt x="59850" y="22709"/>
                    <a:pt x="61803" y="26989"/>
                    <a:pt x="64506" y="25637"/>
                  </a:cubicBezTo>
                  <a:cubicBezTo>
                    <a:pt x="64431" y="26088"/>
                    <a:pt x="64431" y="26538"/>
                    <a:pt x="64506" y="26989"/>
                  </a:cubicBezTo>
                  <a:cubicBezTo>
                    <a:pt x="63680" y="27342"/>
                    <a:pt x="62854" y="27770"/>
                    <a:pt x="62103" y="28265"/>
                  </a:cubicBezTo>
                  <a:cubicBezTo>
                    <a:pt x="61878" y="28355"/>
                    <a:pt x="61727" y="28551"/>
                    <a:pt x="61652" y="28791"/>
                  </a:cubicBezTo>
                  <a:cubicBezTo>
                    <a:pt x="61202" y="27950"/>
                    <a:pt x="60977" y="26966"/>
                    <a:pt x="61202" y="26013"/>
                  </a:cubicBezTo>
                  <a:cubicBezTo>
                    <a:pt x="61202" y="25337"/>
                    <a:pt x="60451" y="24736"/>
                    <a:pt x="60075" y="25412"/>
                  </a:cubicBezTo>
                  <a:cubicBezTo>
                    <a:pt x="59775" y="25923"/>
                    <a:pt x="59475" y="26478"/>
                    <a:pt x="59325" y="27064"/>
                  </a:cubicBezTo>
                  <a:cubicBezTo>
                    <a:pt x="59099" y="26794"/>
                    <a:pt x="58723" y="26741"/>
                    <a:pt x="58499" y="26951"/>
                  </a:cubicBezTo>
                  <a:cubicBezTo>
                    <a:pt x="58198" y="27161"/>
                    <a:pt x="58123" y="27545"/>
                    <a:pt x="58348" y="27815"/>
                  </a:cubicBezTo>
                  <a:cubicBezTo>
                    <a:pt x="58648" y="28446"/>
                    <a:pt x="59024" y="29054"/>
                    <a:pt x="59400" y="29617"/>
                  </a:cubicBezTo>
                  <a:cubicBezTo>
                    <a:pt x="59775" y="30841"/>
                    <a:pt x="60451" y="31967"/>
                    <a:pt x="61277" y="32921"/>
                  </a:cubicBezTo>
                  <a:lnTo>
                    <a:pt x="61277" y="32921"/>
                  </a:lnTo>
                  <a:cubicBezTo>
                    <a:pt x="60901" y="32222"/>
                    <a:pt x="60075" y="31922"/>
                    <a:pt x="59400" y="32245"/>
                  </a:cubicBezTo>
                  <a:lnTo>
                    <a:pt x="58648" y="31194"/>
                  </a:lnTo>
                  <a:cubicBezTo>
                    <a:pt x="58423" y="30683"/>
                    <a:pt x="57822" y="30458"/>
                    <a:pt x="57297" y="30668"/>
                  </a:cubicBezTo>
                  <a:lnTo>
                    <a:pt x="56245" y="30668"/>
                  </a:lnTo>
                  <a:cubicBezTo>
                    <a:pt x="55945" y="30225"/>
                    <a:pt x="55645" y="29797"/>
                    <a:pt x="55344" y="29392"/>
                  </a:cubicBezTo>
                  <a:cubicBezTo>
                    <a:pt x="54518" y="28340"/>
                    <a:pt x="53316" y="27515"/>
                    <a:pt x="52415" y="26463"/>
                  </a:cubicBezTo>
                  <a:cubicBezTo>
                    <a:pt x="51138" y="24564"/>
                    <a:pt x="50688" y="22251"/>
                    <a:pt x="51064" y="20006"/>
                  </a:cubicBezTo>
                  <a:cubicBezTo>
                    <a:pt x="50913" y="19488"/>
                    <a:pt x="50387" y="19188"/>
                    <a:pt x="49862" y="19338"/>
                  </a:cubicBezTo>
                  <a:cubicBezTo>
                    <a:pt x="49561" y="19428"/>
                    <a:pt x="49261" y="19683"/>
                    <a:pt x="49186" y="20006"/>
                  </a:cubicBezTo>
                  <a:cubicBezTo>
                    <a:pt x="48810" y="21966"/>
                    <a:pt x="48810" y="23978"/>
                    <a:pt x="49186" y="25938"/>
                  </a:cubicBezTo>
                  <a:cubicBezTo>
                    <a:pt x="49712" y="27349"/>
                    <a:pt x="50538" y="28633"/>
                    <a:pt x="51589" y="29692"/>
                  </a:cubicBezTo>
                  <a:cubicBezTo>
                    <a:pt x="46858" y="27589"/>
                    <a:pt x="43403" y="27214"/>
                    <a:pt x="40474" y="22183"/>
                  </a:cubicBezTo>
                  <a:cubicBezTo>
                    <a:pt x="39724" y="20637"/>
                    <a:pt x="38597" y="19278"/>
                    <a:pt x="37245" y="18204"/>
                  </a:cubicBezTo>
                  <a:cubicBezTo>
                    <a:pt x="35893" y="17153"/>
                    <a:pt x="29735" y="14074"/>
                    <a:pt x="29735" y="12047"/>
                  </a:cubicBezTo>
                  <a:cubicBezTo>
                    <a:pt x="29735" y="11717"/>
                    <a:pt x="29435" y="11446"/>
                    <a:pt x="29134" y="11446"/>
                  </a:cubicBezTo>
                  <a:cubicBezTo>
                    <a:pt x="28834" y="11446"/>
                    <a:pt x="28534" y="11717"/>
                    <a:pt x="28534" y="12047"/>
                  </a:cubicBezTo>
                  <a:cubicBezTo>
                    <a:pt x="27557" y="13857"/>
                    <a:pt x="28158" y="16147"/>
                    <a:pt x="29960" y="17153"/>
                  </a:cubicBezTo>
                  <a:cubicBezTo>
                    <a:pt x="30035" y="17183"/>
                    <a:pt x="30035" y="17205"/>
                    <a:pt x="30111" y="17228"/>
                  </a:cubicBezTo>
                  <a:cubicBezTo>
                    <a:pt x="31537" y="18234"/>
                    <a:pt x="32964" y="19308"/>
                    <a:pt x="34316" y="20457"/>
                  </a:cubicBezTo>
                  <a:cubicBezTo>
                    <a:pt x="35743" y="22108"/>
                    <a:pt x="37020" y="23925"/>
                    <a:pt x="38071" y="25863"/>
                  </a:cubicBezTo>
                  <a:cubicBezTo>
                    <a:pt x="39724" y="28078"/>
                    <a:pt x="41826" y="29902"/>
                    <a:pt x="44229" y="31194"/>
                  </a:cubicBezTo>
                  <a:cubicBezTo>
                    <a:pt x="42126" y="30856"/>
                    <a:pt x="40023" y="30856"/>
                    <a:pt x="37921" y="31194"/>
                  </a:cubicBezTo>
                  <a:cubicBezTo>
                    <a:pt x="33565" y="31869"/>
                    <a:pt x="29059" y="33446"/>
                    <a:pt x="24628" y="34422"/>
                  </a:cubicBezTo>
                  <a:cubicBezTo>
                    <a:pt x="25079" y="34422"/>
                    <a:pt x="14415" y="37501"/>
                    <a:pt x="14640" y="37726"/>
                  </a:cubicBezTo>
                  <a:cubicBezTo>
                    <a:pt x="14340" y="37335"/>
                    <a:pt x="13738" y="37283"/>
                    <a:pt x="13288" y="37613"/>
                  </a:cubicBezTo>
                  <a:cubicBezTo>
                    <a:pt x="12912" y="37944"/>
                    <a:pt x="12912" y="38537"/>
                    <a:pt x="13213" y="38927"/>
                  </a:cubicBezTo>
                  <a:lnTo>
                    <a:pt x="14189" y="40204"/>
                  </a:lnTo>
                  <a:cubicBezTo>
                    <a:pt x="14415" y="40504"/>
                    <a:pt x="14790" y="40654"/>
                    <a:pt x="15166" y="40579"/>
                  </a:cubicBezTo>
                  <a:cubicBezTo>
                    <a:pt x="18921" y="39828"/>
                    <a:pt x="21850" y="37576"/>
                    <a:pt x="26055" y="37050"/>
                  </a:cubicBezTo>
                  <a:cubicBezTo>
                    <a:pt x="31838" y="35646"/>
                    <a:pt x="37696" y="34970"/>
                    <a:pt x="43628" y="35023"/>
                  </a:cubicBezTo>
                  <a:cubicBezTo>
                    <a:pt x="45881" y="35353"/>
                    <a:pt x="48135" y="36036"/>
                    <a:pt x="50163" y="37050"/>
                  </a:cubicBezTo>
                  <a:cubicBezTo>
                    <a:pt x="46482" y="35789"/>
                    <a:pt x="42577" y="35534"/>
                    <a:pt x="38747" y="36299"/>
                  </a:cubicBezTo>
                  <a:cubicBezTo>
                    <a:pt x="35292" y="37215"/>
                    <a:pt x="32063" y="38972"/>
                    <a:pt x="29435" y="41405"/>
                  </a:cubicBezTo>
                  <a:cubicBezTo>
                    <a:pt x="25605" y="43658"/>
                    <a:pt x="23727" y="47787"/>
                    <a:pt x="20347" y="50565"/>
                  </a:cubicBezTo>
                  <a:cubicBezTo>
                    <a:pt x="17944" y="52105"/>
                    <a:pt x="15691" y="53974"/>
                    <a:pt x="13814" y="56122"/>
                  </a:cubicBezTo>
                  <a:cubicBezTo>
                    <a:pt x="12237" y="58224"/>
                    <a:pt x="10284" y="61002"/>
                    <a:pt x="8557" y="63630"/>
                  </a:cubicBezTo>
                  <a:cubicBezTo>
                    <a:pt x="5929" y="66949"/>
                    <a:pt x="3750" y="70575"/>
                    <a:pt x="2098" y="74442"/>
                  </a:cubicBezTo>
                  <a:cubicBezTo>
                    <a:pt x="-1056" y="84068"/>
                    <a:pt x="-680" y="94482"/>
                    <a:pt x="3075" y="103875"/>
                  </a:cubicBezTo>
                  <a:cubicBezTo>
                    <a:pt x="3299" y="104146"/>
                    <a:pt x="3675" y="104206"/>
                    <a:pt x="3901" y="104011"/>
                  </a:cubicBezTo>
                  <a:cubicBezTo>
                    <a:pt x="3976" y="103973"/>
                    <a:pt x="4051" y="103928"/>
                    <a:pt x="4051" y="103875"/>
                  </a:cubicBezTo>
                  <a:cubicBezTo>
                    <a:pt x="4201" y="104461"/>
                    <a:pt x="4426" y="105024"/>
                    <a:pt x="4802" y="105527"/>
                  </a:cubicBezTo>
                  <a:cubicBezTo>
                    <a:pt x="5703" y="106879"/>
                    <a:pt x="7731" y="105527"/>
                    <a:pt x="7505" y="104251"/>
                  </a:cubicBezTo>
                  <a:lnTo>
                    <a:pt x="7505" y="104251"/>
                  </a:lnTo>
                  <a:lnTo>
                    <a:pt x="7505" y="104251"/>
                  </a:lnTo>
                  <a:lnTo>
                    <a:pt x="7505" y="104251"/>
                  </a:lnTo>
                  <a:cubicBezTo>
                    <a:pt x="6228" y="101923"/>
                    <a:pt x="7505" y="99595"/>
                    <a:pt x="6454" y="97268"/>
                  </a:cubicBezTo>
                  <a:lnTo>
                    <a:pt x="6004" y="95766"/>
                  </a:lnTo>
                  <a:cubicBezTo>
                    <a:pt x="6830" y="95548"/>
                    <a:pt x="7430" y="94820"/>
                    <a:pt x="7505" y="93964"/>
                  </a:cubicBezTo>
                  <a:cubicBezTo>
                    <a:pt x="7881" y="90585"/>
                    <a:pt x="7956" y="87207"/>
                    <a:pt x="8256" y="83828"/>
                  </a:cubicBezTo>
                  <a:cubicBezTo>
                    <a:pt x="9308" y="84804"/>
                    <a:pt x="11486" y="83828"/>
                    <a:pt x="11035" y="82326"/>
                  </a:cubicBezTo>
                  <a:cubicBezTo>
                    <a:pt x="11110" y="81726"/>
                    <a:pt x="11110" y="81125"/>
                    <a:pt x="11035" y="80524"/>
                  </a:cubicBezTo>
                  <a:cubicBezTo>
                    <a:pt x="11035" y="79698"/>
                    <a:pt x="10134" y="79022"/>
                    <a:pt x="9833" y="78197"/>
                  </a:cubicBezTo>
                  <a:cubicBezTo>
                    <a:pt x="9684" y="77679"/>
                    <a:pt x="9533" y="77153"/>
                    <a:pt x="9383" y="76620"/>
                  </a:cubicBezTo>
                  <a:cubicBezTo>
                    <a:pt x="9383" y="77145"/>
                    <a:pt x="9833" y="77746"/>
                    <a:pt x="10134" y="78347"/>
                  </a:cubicBezTo>
                  <a:cubicBezTo>
                    <a:pt x="10359" y="78722"/>
                    <a:pt x="10885" y="78812"/>
                    <a:pt x="11260" y="78549"/>
                  </a:cubicBezTo>
                  <a:cubicBezTo>
                    <a:pt x="11336" y="78489"/>
                    <a:pt x="11411" y="78422"/>
                    <a:pt x="11486" y="78347"/>
                  </a:cubicBezTo>
                  <a:cubicBezTo>
                    <a:pt x="12462" y="79068"/>
                    <a:pt x="13814" y="78865"/>
                    <a:pt x="14564" y="77904"/>
                  </a:cubicBezTo>
                  <a:cubicBezTo>
                    <a:pt x="14715" y="77611"/>
                    <a:pt x="14865" y="77273"/>
                    <a:pt x="14940" y="76920"/>
                  </a:cubicBezTo>
                  <a:cubicBezTo>
                    <a:pt x="14865" y="76244"/>
                    <a:pt x="14865" y="75569"/>
                    <a:pt x="14940" y="74893"/>
                  </a:cubicBezTo>
                  <a:cubicBezTo>
                    <a:pt x="15616" y="76019"/>
                    <a:pt x="16592" y="76928"/>
                    <a:pt x="17719" y="77521"/>
                  </a:cubicBezTo>
                  <a:cubicBezTo>
                    <a:pt x="19071" y="78197"/>
                    <a:pt x="20272" y="76920"/>
                    <a:pt x="20498" y="75719"/>
                  </a:cubicBezTo>
                  <a:cubicBezTo>
                    <a:pt x="20723" y="74517"/>
                    <a:pt x="21324" y="71964"/>
                    <a:pt x="21850" y="70313"/>
                  </a:cubicBezTo>
                  <a:cubicBezTo>
                    <a:pt x="22000" y="70793"/>
                    <a:pt x="22525" y="71063"/>
                    <a:pt x="22976" y="70921"/>
                  </a:cubicBezTo>
                  <a:cubicBezTo>
                    <a:pt x="23276" y="70831"/>
                    <a:pt x="23502" y="70605"/>
                    <a:pt x="23577" y="70313"/>
                  </a:cubicBezTo>
                  <a:cubicBezTo>
                    <a:pt x="23878" y="67715"/>
                    <a:pt x="24553" y="65177"/>
                    <a:pt x="25680" y="62804"/>
                  </a:cubicBezTo>
                  <a:cubicBezTo>
                    <a:pt x="26356" y="62046"/>
                    <a:pt x="27031" y="61347"/>
                    <a:pt x="27782" y="60702"/>
                  </a:cubicBezTo>
                  <a:cubicBezTo>
                    <a:pt x="25379" y="63645"/>
                    <a:pt x="24628" y="67602"/>
                    <a:pt x="25829" y="71214"/>
                  </a:cubicBezTo>
                  <a:cubicBezTo>
                    <a:pt x="25829" y="72115"/>
                    <a:pt x="27633" y="71889"/>
                    <a:pt x="27407" y="71214"/>
                  </a:cubicBezTo>
                  <a:cubicBezTo>
                    <a:pt x="27332" y="70665"/>
                    <a:pt x="27332" y="70110"/>
                    <a:pt x="27407" y="69562"/>
                  </a:cubicBezTo>
                  <a:cubicBezTo>
                    <a:pt x="28383" y="70177"/>
                    <a:pt x="29660" y="69870"/>
                    <a:pt x="30336" y="68886"/>
                  </a:cubicBezTo>
                  <a:cubicBezTo>
                    <a:pt x="30411" y="68766"/>
                    <a:pt x="30411" y="68638"/>
                    <a:pt x="30486" y="68511"/>
                  </a:cubicBezTo>
                  <a:cubicBezTo>
                    <a:pt x="30786" y="67790"/>
                    <a:pt x="31162" y="67106"/>
                    <a:pt x="31612" y="66483"/>
                  </a:cubicBezTo>
                  <a:cubicBezTo>
                    <a:pt x="31162" y="68023"/>
                    <a:pt x="30937" y="69614"/>
                    <a:pt x="30937" y="71214"/>
                  </a:cubicBezTo>
                  <a:cubicBezTo>
                    <a:pt x="30937" y="72340"/>
                    <a:pt x="32589" y="72490"/>
                    <a:pt x="32664" y="71214"/>
                  </a:cubicBezTo>
                  <a:cubicBezTo>
                    <a:pt x="32814" y="70065"/>
                    <a:pt x="33040" y="68939"/>
                    <a:pt x="33415" y="67835"/>
                  </a:cubicBezTo>
                  <a:cubicBezTo>
                    <a:pt x="33640" y="67925"/>
                    <a:pt x="33866" y="67925"/>
                    <a:pt x="34091" y="67835"/>
                  </a:cubicBezTo>
                  <a:cubicBezTo>
                    <a:pt x="35818" y="66333"/>
                    <a:pt x="37395" y="64606"/>
                    <a:pt x="39197" y="63255"/>
                  </a:cubicBezTo>
                  <a:cubicBezTo>
                    <a:pt x="37395" y="65380"/>
                    <a:pt x="35969" y="67760"/>
                    <a:pt x="34842" y="70313"/>
                  </a:cubicBezTo>
                  <a:cubicBezTo>
                    <a:pt x="34391" y="71439"/>
                    <a:pt x="36118" y="72040"/>
                    <a:pt x="36644" y="70988"/>
                  </a:cubicBezTo>
                  <a:cubicBezTo>
                    <a:pt x="37395" y="69457"/>
                    <a:pt x="38296" y="68015"/>
                    <a:pt x="39423" y="66709"/>
                  </a:cubicBezTo>
                  <a:cubicBezTo>
                    <a:pt x="38822" y="68465"/>
                    <a:pt x="38597" y="70343"/>
                    <a:pt x="38822" y="72190"/>
                  </a:cubicBezTo>
                  <a:cubicBezTo>
                    <a:pt x="38972" y="72543"/>
                    <a:pt x="39348" y="72730"/>
                    <a:pt x="39648" y="72603"/>
                  </a:cubicBezTo>
                  <a:cubicBezTo>
                    <a:pt x="39873" y="72535"/>
                    <a:pt x="40023" y="72385"/>
                    <a:pt x="40099" y="72190"/>
                  </a:cubicBezTo>
                  <a:cubicBezTo>
                    <a:pt x="40399" y="68901"/>
                    <a:pt x="42051" y="65883"/>
                    <a:pt x="44604" y="63780"/>
                  </a:cubicBezTo>
                  <a:cubicBezTo>
                    <a:pt x="42802" y="65928"/>
                    <a:pt x="41676" y="68526"/>
                    <a:pt x="41300" y="71289"/>
                  </a:cubicBezTo>
                  <a:cubicBezTo>
                    <a:pt x="41300" y="73992"/>
                    <a:pt x="45131" y="74367"/>
                    <a:pt x="45431" y="71664"/>
                  </a:cubicBezTo>
                  <a:cubicBezTo>
                    <a:pt x="45656" y="69171"/>
                    <a:pt x="46783" y="66844"/>
                    <a:pt x="48510" y="65057"/>
                  </a:cubicBezTo>
                  <a:cubicBezTo>
                    <a:pt x="46858" y="68045"/>
                    <a:pt x="45881" y="71394"/>
                    <a:pt x="45806" y="74818"/>
                  </a:cubicBezTo>
                  <a:cubicBezTo>
                    <a:pt x="45806" y="75313"/>
                    <a:pt x="46182" y="75719"/>
                    <a:pt x="46707" y="75719"/>
                  </a:cubicBezTo>
                  <a:cubicBezTo>
                    <a:pt x="47234" y="75719"/>
                    <a:pt x="47609" y="75313"/>
                    <a:pt x="47609" y="74818"/>
                  </a:cubicBezTo>
                  <a:cubicBezTo>
                    <a:pt x="47909" y="72865"/>
                    <a:pt x="48585" y="70981"/>
                    <a:pt x="49561" y="69262"/>
                  </a:cubicBezTo>
                  <a:lnTo>
                    <a:pt x="49561" y="70613"/>
                  </a:lnTo>
                  <a:cubicBezTo>
                    <a:pt x="49336" y="70996"/>
                    <a:pt x="49111" y="71401"/>
                    <a:pt x="48961" y="71814"/>
                  </a:cubicBezTo>
                  <a:cubicBezTo>
                    <a:pt x="48585" y="72858"/>
                    <a:pt x="49036" y="74037"/>
                    <a:pt x="50087" y="74442"/>
                  </a:cubicBezTo>
                  <a:cubicBezTo>
                    <a:pt x="50538" y="74600"/>
                    <a:pt x="50913" y="74630"/>
                    <a:pt x="51364" y="74517"/>
                  </a:cubicBezTo>
                  <a:cubicBezTo>
                    <a:pt x="51364" y="76244"/>
                    <a:pt x="54668" y="76770"/>
                    <a:pt x="55119" y="74517"/>
                  </a:cubicBezTo>
                  <a:cubicBezTo>
                    <a:pt x="55645" y="72670"/>
                    <a:pt x="56696" y="71003"/>
                    <a:pt x="58123" y="69712"/>
                  </a:cubicBezTo>
                  <a:lnTo>
                    <a:pt x="57597" y="70313"/>
                  </a:lnTo>
                  <a:cubicBezTo>
                    <a:pt x="56921" y="70981"/>
                    <a:pt x="56921" y="72047"/>
                    <a:pt x="57597" y="72715"/>
                  </a:cubicBezTo>
                  <a:cubicBezTo>
                    <a:pt x="57597" y="72715"/>
                    <a:pt x="57597" y="72715"/>
                    <a:pt x="57597" y="72715"/>
                  </a:cubicBezTo>
                  <a:cubicBezTo>
                    <a:pt x="57597" y="72715"/>
                    <a:pt x="57597" y="72715"/>
                    <a:pt x="57597" y="72715"/>
                  </a:cubicBezTo>
                  <a:lnTo>
                    <a:pt x="57597" y="72715"/>
                  </a:lnTo>
                  <a:cubicBezTo>
                    <a:pt x="57071" y="72993"/>
                    <a:pt x="56771" y="73556"/>
                    <a:pt x="56846" y="74142"/>
                  </a:cubicBezTo>
                  <a:lnTo>
                    <a:pt x="56846" y="75493"/>
                  </a:lnTo>
                  <a:cubicBezTo>
                    <a:pt x="56846" y="76545"/>
                    <a:pt x="58574" y="76620"/>
                    <a:pt x="58874" y="75493"/>
                  </a:cubicBezTo>
                  <a:cubicBezTo>
                    <a:pt x="58874" y="75298"/>
                    <a:pt x="58874" y="75088"/>
                    <a:pt x="58874" y="74893"/>
                  </a:cubicBezTo>
                  <a:cubicBezTo>
                    <a:pt x="59249" y="74960"/>
                    <a:pt x="59624" y="74960"/>
                    <a:pt x="60000" y="74893"/>
                  </a:cubicBezTo>
                  <a:lnTo>
                    <a:pt x="60000" y="74893"/>
                  </a:lnTo>
                  <a:cubicBezTo>
                    <a:pt x="59550" y="75644"/>
                    <a:pt x="59174" y="76394"/>
                    <a:pt x="58798" y="77145"/>
                  </a:cubicBezTo>
                  <a:cubicBezTo>
                    <a:pt x="58723" y="77513"/>
                    <a:pt x="59024" y="77859"/>
                    <a:pt x="59400" y="77919"/>
                  </a:cubicBezTo>
                  <a:cubicBezTo>
                    <a:pt x="59550" y="77949"/>
                    <a:pt x="59775" y="77889"/>
                    <a:pt x="59925" y="77746"/>
                  </a:cubicBezTo>
                  <a:cubicBezTo>
                    <a:pt x="61878" y="75381"/>
                    <a:pt x="64206" y="73286"/>
                    <a:pt x="66684" y="71514"/>
                  </a:cubicBezTo>
                  <a:cubicBezTo>
                    <a:pt x="65032" y="73864"/>
                    <a:pt x="63004" y="75899"/>
                    <a:pt x="60601" y="77521"/>
                  </a:cubicBezTo>
                  <a:cubicBezTo>
                    <a:pt x="60226" y="77648"/>
                    <a:pt x="60000" y="78076"/>
                    <a:pt x="60151" y="78467"/>
                  </a:cubicBezTo>
                  <a:cubicBezTo>
                    <a:pt x="60226" y="78692"/>
                    <a:pt x="60376" y="78872"/>
                    <a:pt x="60601" y="78947"/>
                  </a:cubicBezTo>
                  <a:cubicBezTo>
                    <a:pt x="61428" y="78917"/>
                    <a:pt x="62254" y="78624"/>
                    <a:pt x="62929" y="78121"/>
                  </a:cubicBezTo>
                  <a:cubicBezTo>
                    <a:pt x="62704" y="78805"/>
                    <a:pt x="62929" y="79548"/>
                    <a:pt x="63379" y="80074"/>
                  </a:cubicBezTo>
                  <a:cubicBezTo>
                    <a:pt x="63080" y="80487"/>
                    <a:pt x="62779" y="80937"/>
                    <a:pt x="62553" y="81425"/>
                  </a:cubicBezTo>
                  <a:cubicBezTo>
                    <a:pt x="61352" y="83753"/>
                    <a:pt x="65257" y="85179"/>
                    <a:pt x="66384" y="82777"/>
                  </a:cubicBezTo>
                  <a:cubicBezTo>
                    <a:pt x="67510" y="80374"/>
                    <a:pt x="70514" y="79848"/>
                    <a:pt x="72693" y="78497"/>
                  </a:cubicBezTo>
                  <a:cubicBezTo>
                    <a:pt x="71941" y="80171"/>
                    <a:pt x="71340" y="81943"/>
                    <a:pt x="71040" y="83753"/>
                  </a:cubicBezTo>
                  <a:cubicBezTo>
                    <a:pt x="69538" y="86306"/>
                    <a:pt x="68036" y="88708"/>
                    <a:pt x="67510" y="88408"/>
                  </a:cubicBezTo>
                  <a:cubicBezTo>
                    <a:pt x="66985" y="88108"/>
                    <a:pt x="66233" y="89234"/>
                    <a:pt x="66835" y="89759"/>
                  </a:cubicBezTo>
                  <a:lnTo>
                    <a:pt x="67961" y="90660"/>
                  </a:lnTo>
                  <a:cubicBezTo>
                    <a:pt x="68261" y="90811"/>
                    <a:pt x="68562" y="90811"/>
                    <a:pt x="68862" y="90660"/>
                  </a:cubicBezTo>
                  <a:lnTo>
                    <a:pt x="69764" y="90060"/>
                  </a:lnTo>
                  <a:cubicBezTo>
                    <a:pt x="69313" y="91652"/>
                    <a:pt x="68562" y="93168"/>
                    <a:pt x="67661" y="94565"/>
                  </a:cubicBezTo>
                  <a:cubicBezTo>
                    <a:pt x="67435" y="94745"/>
                    <a:pt x="67285" y="94978"/>
                    <a:pt x="67210" y="95241"/>
                  </a:cubicBezTo>
                  <a:lnTo>
                    <a:pt x="67210" y="95241"/>
                  </a:lnTo>
                  <a:cubicBezTo>
                    <a:pt x="66835" y="96344"/>
                    <a:pt x="67435" y="97531"/>
                    <a:pt x="68562" y="97891"/>
                  </a:cubicBezTo>
                  <a:cubicBezTo>
                    <a:pt x="69012" y="98026"/>
                    <a:pt x="69463" y="98026"/>
                    <a:pt x="69913" y="97869"/>
                  </a:cubicBezTo>
                  <a:cubicBezTo>
                    <a:pt x="69988" y="98236"/>
                    <a:pt x="70139" y="98574"/>
                    <a:pt x="70439" y="98845"/>
                  </a:cubicBezTo>
                  <a:cubicBezTo>
                    <a:pt x="69388" y="100722"/>
                    <a:pt x="72091" y="102599"/>
                    <a:pt x="73743" y="101172"/>
                  </a:cubicBezTo>
                  <a:cubicBezTo>
                    <a:pt x="73143" y="104273"/>
                    <a:pt x="72767" y="107412"/>
                    <a:pt x="72617" y="110558"/>
                  </a:cubicBezTo>
                  <a:cubicBezTo>
                    <a:pt x="72166" y="113336"/>
                    <a:pt x="76448" y="113711"/>
                    <a:pt x="77048" y="111083"/>
                  </a:cubicBezTo>
                  <a:cubicBezTo>
                    <a:pt x="77349" y="111031"/>
                    <a:pt x="77573" y="110836"/>
                    <a:pt x="77724" y="110558"/>
                  </a:cubicBezTo>
                  <a:cubicBezTo>
                    <a:pt x="78175" y="109552"/>
                    <a:pt x="78850" y="108651"/>
                    <a:pt x="79676" y="107930"/>
                  </a:cubicBezTo>
                  <a:cubicBezTo>
                    <a:pt x="79376" y="108493"/>
                    <a:pt x="79151" y="109071"/>
                    <a:pt x="78926" y="109657"/>
                  </a:cubicBezTo>
                  <a:cubicBezTo>
                    <a:pt x="78475" y="110558"/>
                    <a:pt x="77949" y="111459"/>
                    <a:pt x="77423" y="112360"/>
                  </a:cubicBezTo>
                  <a:cubicBezTo>
                    <a:pt x="77198" y="112863"/>
                    <a:pt x="77198" y="113434"/>
                    <a:pt x="77423" y="113937"/>
                  </a:cubicBezTo>
                  <a:cubicBezTo>
                    <a:pt x="77423" y="114612"/>
                    <a:pt x="76898" y="115288"/>
                    <a:pt x="76597" y="116039"/>
                  </a:cubicBezTo>
                  <a:cubicBezTo>
                    <a:pt x="76297" y="116790"/>
                    <a:pt x="78175" y="118141"/>
                    <a:pt x="78775" y="116790"/>
                  </a:cubicBezTo>
                  <a:lnTo>
                    <a:pt x="79526" y="115138"/>
                  </a:lnTo>
                  <a:cubicBezTo>
                    <a:pt x="79752" y="115191"/>
                    <a:pt x="79977" y="115191"/>
                    <a:pt x="80203" y="115138"/>
                  </a:cubicBezTo>
                  <a:lnTo>
                    <a:pt x="80203" y="115138"/>
                  </a:lnTo>
                  <a:cubicBezTo>
                    <a:pt x="79752" y="115761"/>
                    <a:pt x="79300" y="116415"/>
                    <a:pt x="78926" y="117090"/>
                  </a:cubicBezTo>
                  <a:cubicBezTo>
                    <a:pt x="78325" y="117856"/>
                    <a:pt x="78325" y="118952"/>
                    <a:pt x="78926" y="119718"/>
                  </a:cubicBezTo>
                  <a:lnTo>
                    <a:pt x="79376" y="120169"/>
                  </a:lnTo>
                  <a:cubicBezTo>
                    <a:pt x="79752" y="120409"/>
                    <a:pt x="80127" y="120537"/>
                    <a:pt x="80578" y="120544"/>
                  </a:cubicBezTo>
                  <a:lnTo>
                    <a:pt x="79526" y="123247"/>
                  </a:lnTo>
                  <a:lnTo>
                    <a:pt x="79526" y="123247"/>
                  </a:lnTo>
                  <a:cubicBezTo>
                    <a:pt x="79451" y="123443"/>
                    <a:pt x="79451" y="123653"/>
                    <a:pt x="79526" y="123848"/>
                  </a:cubicBezTo>
                  <a:lnTo>
                    <a:pt x="78325" y="127227"/>
                  </a:lnTo>
                  <a:cubicBezTo>
                    <a:pt x="77949" y="128405"/>
                    <a:pt x="78625" y="129644"/>
                    <a:pt x="79827" y="130005"/>
                  </a:cubicBezTo>
                  <a:lnTo>
                    <a:pt x="79076" y="130605"/>
                  </a:lnTo>
                  <a:cubicBezTo>
                    <a:pt x="78175" y="131326"/>
                    <a:pt x="78024" y="132648"/>
                    <a:pt x="78700" y="133556"/>
                  </a:cubicBezTo>
                  <a:cubicBezTo>
                    <a:pt x="78850" y="133691"/>
                    <a:pt x="78926" y="133804"/>
                    <a:pt x="79076" y="133909"/>
                  </a:cubicBezTo>
                  <a:cubicBezTo>
                    <a:pt x="78100" y="134893"/>
                    <a:pt x="77048" y="135816"/>
                    <a:pt x="75997" y="136687"/>
                  </a:cubicBezTo>
                  <a:cubicBezTo>
                    <a:pt x="75621" y="137018"/>
                    <a:pt x="75621" y="137581"/>
                    <a:pt x="75921" y="137956"/>
                  </a:cubicBezTo>
                  <a:cubicBezTo>
                    <a:pt x="76072" y="138137"/>
                    <a:pt x="76297" y="138249"/>
                    <a:pt x="76522" y="138264"/>
                  </a:cubicBezTo>
                  <a:lnTo>
                    <a:pt x="77048" y="138264"/>
                  </a:lnTo>
                  <a:cubicBezTo>
                    <a:pt x="76072" y="139120"/>
                    <a:pt x="74945" y="139826"/>
                    <a:pt x="73743" y="140367"/>
                  </a:cubicBezTo>
                  <a:cubicBezTo>
                    <a:pt x="71941" y="141418"/>
                    <a:pt x="71566" y="143745"/>
                    <a:pt x="71115" y="145698"/>
                  </a:cubicBezTo>
                  <a:cubicBezTo>
                    <a:pt x="70665" y="147650"/>
                    <a:pt x="74720" y="148551"/>
                    <a:pt x="75171" y="145698"/>
                  </a:cubicBezTo>
                  <a:cubicBezTo>
                    <a:pt x="75171" y="145698"/>
                    <a:pt x="75171" y="144947"/>
                    <a:pt x="75171" y="144571"/>
                  </a:cubicBezTo>
                  <a:cubicBezTo>
                    <a:pt x="75846" y="145142"/>
                    <a:pt x="76823" y="145142"/>
                    <a:pt x="77498" y="144571"/>
                  </a:cubicBezTo>
                  <a:cubicBezTo>
                    <a:pt x="82380" y="141418"/>
                    <a:pt x="89289" y="138865"/>
                    <a:pt x="92518" y="133759"/>
                  </a:cubicBezTo>
                  <a:cubicBezTo>
                    <a:pt x="93270" y="132152"/>
                    <a:pt x="93870" y="130493"/>
                    <a:pt x="94396" y="128803"/>
                  </a:cubicBezTo>
                  <a:cubicBezTo>
                    <a:pt x="95447" y="126611"/>
                    <a:pt x="96875" y="124569"/>
                    <a:pt x="98451" y="122722"/>
                  </a:cubicBezTo>
                  <a:cubicBezTo>
                    <a:pt x="100705" y="120191"/>
                    <a:pt x="101981" y="116940"/>
                    <a:pt x="101981" y="113561"/>
                  </a:cubicBezTo>
                  <a:cubicBezTo>
                    <a:pt x="101981" y="109357"/>
                    <a:pt x="102807" y="105077"/>
                    <a:pt x="102807" y="100872"/>
                  </a:cubicBezTo>
                  <a:cubicBezTo>
                    <a:pt x="102807" y="97794"/>
                    <a:pt x="101830" y="94640"/>
                    <a:pt x="101981" y="91562"/>
                  </a:cubicBezTo>
                  <a:cubicBezTo>
                    <a:pt x="102131" y="88483"/>
                    <a:pt x="102807" y="86306"/>
                    <a:pt x="102733" y="83452"/>
                  </a:cubicBezTo>
                  <a:cubicBezTo>
                    <a:pt x="106112" y="90135"/>
                    <a:pt x="111819" y="93889"/>
                    <a:pt x="108966" y="102674"/>
                  </a:cubicBezTo>
                  <a:cubicBezTo>
                    <a:pt x="108966" y="103800"/>
                    <a:pt x="110317" y="104401"/>
                    <a:pt x="110693" y="103350"/>
                  </a:cubicBezTo>
                  <a:cubicBezTo>
                    <a:pt x="112645" y="97478"/>
                    <a:pt x="111443" y="91014"/>
                    <a:pt x="107538" y="86230"/>
                  </a:cubicBezTo>
                  <a:cubicBezTo>
                    <a:pt x="105361" y="82266"/>
                    <a:pt x="103634" y="78121"/>
                    <a:pt x="102206" y="73842"/>
                  </a:cubicBezTo>
                  <a:lnTo>
                    <a:pt x="102206" y="73842"/>
                  </a:lnTo>
                  <a:lnTo>
                    <a:pt x="104309" y="73842"/>
                  </a:lnTo>
                  <a:cubicBezTo>
                    <a:pt x="106187" y="76635"/>
                    <a:pt x="108215" y="79300"/>
                    <a:pt x="110467" y="81800"/>
                  </a:cubicBezTo>
                  <a:cubicBezTo>
                    <a:pt x="112645" y="84203"/>
                    <a:pt x="115274" y="85405"/>
                    <a:pt x="116175" y="88633"/>
                  </a:cubicBezTo>
                  <a:cubicBezTo>
                    <a:pt x="116776" y="90660"/>
                    <a:pt x="116175" y="92988"/>
                    <a:pt x="118052" y="94490"/>
                  </a:cubicBezTo>
                  <a:cubicBezTo>
                    <a:pt x="119930" y="95992"/>
                    <a:pt x="122409" y="93739"/>
                    <a:pt x="120756" y="92162"/>
                  </a:cubicBezTo>
                  <a:cubicBezTo>
                    <a:pt x="119104" y="90585"/>
                    <a:pt x="119779" y="87131"/>
                    <a:pt x="118728" y="85179"/>
                  </a:cubicBezTo>
                  <a:cubicBezTo>
                    <a:pt x="117677" y="83227"/>
                    <a:pt x="116175" y="82701"/>
                    <a:pt x="114673" y="81650"/>
                  </a:cubicBezTo>
                  <a:cubicBezTo>
                    <a:pt x="111895" y="79571"/>
                    <a:pt x="109416" y="77205"/>
                    <a:pt x="107163" y="74592"/>
                  </a:cubicBezTo>
                  <a:cubicBezTo>
                    <a:pt x="108439" y="74968"/>
                    <a:pt x="109716" y="75343"/>
                    <a:pt x="111069" y="75869"/>
                  </a:cubicBezTo>
                  <a:cubicBezTo>
                    <a:pt x="115048" y="77611"/>
                    <a:pt x="119104" y="79068"/>
                    <a:pt x="123235" y="80224"/>
                  </a:cubicBezTo>
                  <a:cubicBezTo>
                    <a:pt x="124887" y="80674"/>
                    <a:pt x="125863" y="78197"/>
                    <a:pt x="124136" y="77746"/>
                  </a:cubicBezTo>
                  <a:cubicBezTo>
                    <a:pt x="117902" y="75944"/>
                    <a:pt x="112345" y="71889"/>
                    <a:pt x="106112" y="70237"/>
                  </a:cubicBezTo>
                  <a:lnTo>
                    <a:pt x="104009" y="69787"/>
                  </a:lnTo>
                  <a:cubicBezTo>
                    <a:pt x="104009" y="69614"/>
                    <a:pt x="104009" y="69434"/>
                    <a:pt x="104009" y="69262"/>
                  </a:cubicBezTo>
                  <a:cubicBezTo>
                    <a:pt x="105211" y="69945"/>
                    <a:pt x="106562" y="70328"/>
                    <a:pt x="107989" y="70388"/>
                  </a:cubicBezTo>
                  <a:cubicBezTo>
                    <a:pt x="108514" y="70448"/>
                    <a:pt x="108966" y="70283"/>
                    <a:pt x="109340" y="69937"/>
                  </a:cubicBezTo>
                  <a:cubicBezTo>
                    <a:pt x="111218" y="70748"/>
                    <a:pt x="113396" y="70748"/>
                    <a:pt x="115274" y="69937"/>
                  </a:cubicBezTo>
                  <a:cubicBezTo>
                    <a:pt x="117377" y="69036"/>
                    <a:pt x="115800" y="66108"/>
                    <a:pt x="113772" y="66784"/>
                  </a:cubicBezTo>
                  <a:cubicBezTo>
                    <a:pt x="112345" y="67129"/>
                    <a:pt x="110918" y="67129"/>
                    <a:pt x="109491" y="66784"/>
                  </a:cubicBezTo>
                  <a:lnTo>
                    <a:pt x="109491" y="66784"/>
                  </a:lnTo>
                  <a:cubicBezTo>
                    <a:pt x="110317" y="66941"/>
                    <a:pt x="111218" y="66551"/>
                    <a:pt x="111669" y="65807"/>
                  </a:cubicBezTo>
                  <a:lnTo>
                    <a:pt x="111669" y="65807"/>
                  </a:lnTo>
                  <a:cubicBezTo>
                    <a:pt x="112796" y="66175"/>
                    <a:pt x="114072" y="65545"/>
                    <a:pt x="114372" y="64396"/>
                  </a:cubicBezTo>
                  <a:cubicBezTo>
                    <a:pt x="114673" y="63510"/>
                    <a:pt x="114372" y="62534"/>
                    <a:pt x="113622" y="61978"/>
                  </a:cubicBezTo>
                  <a:cubicBezTo>
                    <a:pt x="112120" y="60980"/>
                    <a:pt x="110843" y="59793"/>
                    <a:pt x="109641" y="58449"/>
                  </a:cubicBezTo>
                  <a:lnTo>
                    <a:pt x="109641" y="58449"/>
                  </a:lnTo>
                  <a:cubicBezTo>
                    <a:pt x="110993" y="60146"/>
                    <a:pt x="113321" y="60807"/>
                    <a:pt x="115349" y="60101"/>
                  </a:cubicBezTo>
                  <a:cubicBezTo>
                    <a:pt x="116024" y="59928"/>
                    <a:pt x="116551" y="59410"/>
                    <a:pt x="116701" y="58749"/>
                  </a:cubicBezTo>
                  <a:cubicBezTo>
                    <a:pt x="117753" y="58675"/>
                    <a:pt x="118579" y="57788"/>
                    <a:pt x="118579" y="56722"/>
                  </a:cubicBezTo>
                  <a:cubicBezTo>
                    <a:pt x="118579" y="55596"/>
                    <a:pt x="118579" y="54320"/>
                    <a:pt x="118579" y="53043"/>
                  </a:cubicBezTo>
                  <a:cubicBezTo>
                    <a:pt x="120756" y="54259"/>
                    <a:pt x="123084" y="55190"/>
                    <a:pt x="125487" y="55821"/>
                  </a:cubicBezTo>
                  <a:cubicBezTo>
                    <a:pt x="126839" y="56182"/>
                    <a:pt x="128191" y="55401"/>
                    <a:pt x="128491" y="54079"/>
                  </a:cubicBezTo>
                  <a:cubicBezTo>
                    <a:pt x="128792" y="53148"/>
                    <a:pt x="128491" y="52165"/>
                    <a:pt x="127740" y="51541"/>
                  </a:cubicBezTo>
                  <a:cubicBezTo>
                    <a:pt x="126388" y="50633"/>
                    <a:pt x="124887" y="50040"/>
                    <a:pt x="123235" y="49815"/>
                  </a:cubicBezTo>
                  <a:cubicBezTo>
                    <a:pt x="122334" y="49462"/>
                    <a:pt x="121508" y="49041"/>
                    <a:pt x="120681" y="48538"/>
                  </a:cubicBezTo>
                  <a:lnTo>
                    <a:pt x="122183" y="48088"/>
                  </a:lnTo>
                  <a:lnTo>
                    <a:pt x="124661" y="47412"/>
                  </a:lnTo>
                  <a:cubicBezTo>
                    <a:pt x="125037" y="47292"/>
                    <a:pt x="125263" y="46969"/>
                    <a:pt x="125337" y="46586"/>
                  </a:cubicBezTo>
                  <a:cubicBezTo>
                    <a:pt x="125713" y="46263"/>
                    <a:pt x="125938" y="45850"/>
                    <a:pt x="126089" y="45384"/>
                  </a:cubicBezTo>
                  <a:cubicBezTo>
                    <a:pt x="127365" y="45685"/>
                    <a:pt x="128642" y="44881"/>
                    <a:pt x="128942" y="43590"/>
                  </a:cubicBezTo>
                  <a:cubicBezTo>
                    <a:pt x="129018" y="43312"/>
                    <a:pt x="129018" y="43034"/>
                    <a:pt x="129018" y="42757"/>
                  </a:cubicBezTo>
                  <a:cubicBezTo>
                    <a:pt x="128867" y="41690"/>
                    <a:pt x="128566" y="40647"/>
                    <a:pt x="128115" y="39678"/>
                  </a:cubicBezTo>
                  <a:lnTo>
                    <a:pt x="131495" y="40729"/>
                  </a:lnTo>
                  <a:cubicBezTo>
                    <a:pt x="132397" y="41991"/>
                    <a:pt x="134124" y="42314"/>
                    <a:pt x="135401" y="41443"/>
                  </a:cubicBezTo>
                  <a:cubicBezTo>
                    <a:pt x="136602" y="40572"/>
                    <a:pt x="136978" y="38837"/>
                    <a:pt x="136076" y="37576"/>
                  </a:cubicBezTo>
                  <a:close/>
                  <a:moveTo>
                    <a:pt x="41901" y="38402"/>
                  </a:moveTo>
                  <a:lnTo>
                    <a:pt x="36344" y="38402"/>
                  </a:lnTo>
                  <a:cubicBezTo>
                    <a:pt x="39122" y="37613"/>
                    <a:pt x="42051" y="37613"/>
                    <a:pt x="44830" y="38402"/>
                  </a:cubicBezTo>
                  <a:close/>
                  <a:moveTo>
                    <a:pt x="62403" y="28941"/>
                  </a:moveTo>
                  <a:lnTo>
                    <a:pt x="62403" y="28941"/>
                  </a:lnTo>
                  <a:lnTo>
                    <a:pt x="64356" y="27815"/>
                  </a:lnTo>
                  <a:cubicBezTo>
                    <a:pt x="64506" y="28340"/>
                    <a:pt x="64732" y="28843"/>
                    <a:pt x="65032" y="29316"/>
                  </a:cubicBezTo>
                  <a:cubicBezTo>
                    <a:pt x="65257" y="29699"/>
                    <a:pt x="65558" y="30052"/>
                    <a:pt x="65858" y="30368"/>
                  </a:cubicBezTo>
                  <a:cubicBezTo>
                    <a:pt x="64732" y="30037"/>
                    <a:pt x="63605" y="29557"/>
                    <a:pt x="62629" y="28941"/>
                  </a:cubicBezTo>
                  <a:close/>
                </a:path>
              </a:pathLst>
            </a:custGeom>
            <a:solidFill>
              <a:srgbClr val="282828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3" name="Content Placeholder 4">
              <a:extLst>
                <a:ext uri="{FF2B5EF4-FFF2-40B4-BE49-F238E27FC236}">
                  <a16:creationId xmlns:a16="http://schemas.microsoft.com/office/drawing/2014/main" id="{67662CEF-E6AC-C749-F8F5-B656AE7AC2AA}"/>
                </a:ext>
              </a:extLst>
            </p:cNvPr>
            <p:cNvSpPr/>
            <p:nvPr/>
          </p:nvSpPr>
          <p:spPr>
            <a:xfrm>
              <a:off x="12046904" y="2824593"/>
              <a:ext cx="126672" cy="168825"/>
            </a:xfrm>
            <a:custGeom>
              <a:avLst/>
              <a:gdLst>
                <a:gd name="connsiteX0" fmla="*/ 74649 w 126672"/>
                <a:gd name="connsiteY0" fmla="*/ 7479 h 168825"/>
                <a:gd name="connsiteX1" fmla="*/ 90870 w 126672"/>
                <a:gd name="connsiteY1" fmla="*/ -30 h 168825"/>
                <a:gd name="connsiteX2" fmla="*/ 85914 w 126672"/>
                <a:gd name="connsiteY2" fmla="*/ 14462 h 168825"/>
                <a:gd name="connsiteX3" fmla="*/ 87641 w 126672"/>
                <a:gd name="connsiteY3" fmla="*/ 28427 h 168825"/>
                <a:gd name="connsiteX4" fmla="*/ 103487 w 126672"/>
                <a:gd name="connsiteY4" fmla="*/ 64243 h 168825"/>
                <a:gd name="connsiteX5" fmla="*/ 121811 w 126672"/>
                <a:gd name="connsiteY5" fmla="*/ 94727 h 168825"/>
                <a:gd name="connsiteX6" fmla="*/ 124815 w 126672"/>
                <a:gd name="connsiteY6" fmla="*/ 167409 h 168825"/>
                <a:gd name="connsiteX7" fmla="*/ 94775 w 126672"/>
                <a:gd name="connsiteY7" fmla="*/ 167409 h 168825"/>
                <a:gd name="connsiteX8" fmla="*/ 77653 w 126672"/>
                <a:gd name="connsiteY8" fmla="*/ 166583 h 168825"/>
                <a:gd name="connsiteX9" fmla="*/ 38375 w 126672"/>
                <a:gd name="connsiteY9" fmla="*/ 166583 h 168825"/>
                <a:gd name="connsiteX10" fmla="*/ 8786 w 126672"/>
                <a:gd name="connsiteY10" fmla="*/ 162528 h 168825"/>
                <a:gd name="connsiteX11" fmla="*/ 6007 w 126672"/>
                <a:gd name="connsiteY11" fmla="*/ 160952 h 168825"/>
                <a:gd name="connsiteX12" fmla="*/ 5481 w 126672"/>
                <a:gd name="connsiteY12" fmla="*/ 157122 h 168825"/>
                <a:gd name="connsiteX13" fmla="*/ 750 w 126672"/>
                <a:gd name="connsiteY13" fmla="*/ 68372 h 168825"/>
                <a:gd name="connsiteX14" fmla="*/ 4280 w 126672"/>
                <a:gd name="connsiteY14" fmla="*/ 56584 h 168825"/>
                <a:gd name="connsiteX15" fmla="*/ 13668 w 126672"/>
                <a:gd name="connsiteY15" fmla="*/ 48250 h 168825"/>
                <a:gd name="connsiteX16" fmla="*/ 26810 w 126672"/>
                <a:gd name="connsiteY16" fmla="*/ 33233 h 168825"/>
                <a:gd name="connsiteX17" fmla="*/ 31241 w 126672"/>
                <a:gd name="connsiteY17" fmla="*/ 23997 h 168825"/>
                <a:gd name="connsiteX18" fmla="*/ 33794 w 126672"/>
                <a:gd name="connsiteY18" fmla="*/ 13711 h 168825"/>
                <a:gd name="connsiteX19" fmla="*/ 52419 w 126672"/>
                <a:gd name="connsiteY19" fmla="*/ 13711 h 168825"/>
                <a:gd name="connsiteX20" fmla="*/ 74649 w 126672"/>
                <a:gd name="connsiteY20" fmla="*/ 7479 h 168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6672" h="168825">
                  <a:moveTo>
                    <a:pt x="74649" y="7479"/>
                  </a:moveTo>
                  <a:cubicBezTo>
                    <a:pt x="79755" y="4438"/>
                    <a:pt x="85237" y="1923"/>
                    <a:pt x="90870" y="-30"/>
                  </a:cubicBezTo>
                  <a:cubicBezTo>
                    <a:pt x="90870" y="5076"/>
                    <a:pt x="87115" y="9431"/>
                    <a:pt x="85914" y="14462"/>
                  </a:cubicBezTo>
                  <a:cubicBezTo>
                    <a:pt x="85237" y="19185"/>
                    <a:pt x="85839" y="24005"/>
                    <a:pt x="87641" y="28427"/>
                  </a:cubicBezTo>
                  <a:cubicBezTo>
                    <a:pt x="91621" y="40891"/>
                    <a:pt x="96953" y="52897"/>
                    <a:pt x="103487" y="64243"/>
                  </a:cubicBezTo>
                  <a:cubicBezTo>
                    <a:pt x="109495" y="74454"/>
                    <a:pt x="116705" y="83990"/>
                    <a:pt x="121811" y="94727"/>
                  </a:cubicBezTo>
                  <a:cubicBezTo>
                    <a:pt x="131349" y="114850"/>
                    <a:pt x="123614" y="145259"/>
                    <a:pt x="124815" y="167409"/>
                  </a:cubicBezTo>
                  <a:cubicBezTo>
                    <a:pt x="115578" y="170938"/>
                    <a:pt x="104538" y="166508"/>
                    <a:pt x="94775" y="167409"/>
                  </a:cubicBezTo>
                  <a:cubicBezTo>
                    <a:pt x="89067" y="167919"/>
                    <a:pt x="83285" y="167641"/>
                    <a:pt x="77653" y="166583"/>
                  </a:cubicBezTo>
                  <a:cubicBezTo>
                    <a:pt x="58952" y="165307"/>
                    <a:pt x="57075" y="167634"/>
                    <a:pt x="38375" y="166583"/>
                  </a:cubicBezTo>
                  <a:cubicBezTo>
                    <a:pt x="28387" y="166215"/>
                    <a:pt x="18474" y="164856"/>
                    <a:pt x="8786" y="162528"/>
                  </a:cubicBezTo>
                  <a:cubicBezTo>
                    <a:pt x="7734" y="162341"/>
                    <a:pt x="6758" y="161785"/>
                    <a:pt x="6007" y="160952"/>
                  </a:cubicBezTo>
                  <a:cubicBezTo>
                    <a:pt x="5332" y="159788"/>
                    <a:pt x="5181" y="158421"/>
                    <a:pt x="5481" y="157122"/>
                  </a:cubicBezTo>
                  <a:cubicBezTo>
                    <a:pt x="9537" y="128740"/>
                    <a:pt x="-3230" y="97055"/>
                    <a:pt x="750" y="68372"/>
                  </a:cubicBezTo>
                  <a:cubicBezTo>
                    <a:pt x="1050" y="64228"/>
                    <a:pt x="2252" y="60196"/>
                    <a:pt x="4280" y="56584"/>
                  </a:cubicBezTo>
                  <a:cubicBezTo>
                    <a:pt x="6909" y="53295"/>
                    <a:pt x="10063" y="50472"/>
                    <a:pt x="13668" y="48250"/>
                  </a:cubicBezTo>
                  <a:cubicBezTo>
                    <a:pt x="18924" y="44120"/>
                    <a:pt x="23430" y="39029"/>
                    <a:pt x="26810" y="33233"/>
                  </a:cubicBezTo>
                  <a:cubicBezTo>
                    <a:pt x="28612" y="30304"/>
                    <a:pt x="30039" y="27211"/>
                    <a:pt x="31241" y="23997"/>
                  </a:cubicBezTo>
                  <a:cubicBezTo>
                    <a:pt x="31766" y="20491"/>
                    <a:pt x="32593" y="17045"/>
                    <a:pt x="33794" y="13711"/>
                  </a:cubicBezTo>
                  <a:cubicBezTo>
                    <a:pt x="36497" y="10182"/>
                    <a:pt x="47312" y="13711"/>
                    <a:pt x="52419" y="13711"/>
                  </a:cubicBezTo>
                  <a:cubicBezTo>
                    <a:pt x="60154" y="13200"/>
                    <a:pt x="67739" y="11075"/>
                    <a:pt x="74649" y="7479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4" name="Content Placeholder 4">
              <a:extLst>
                <a:ext uri="{FF2B5EF4-FFF2-40B4-BE49-F238E27FC236}">
                  <a16:creationId xmlns:a16="http://schemas.microsoft.com/office/drawing/2014/main" id="{3078C2E9-AC68-EFC3-325E-7AB9610A77ED}"/>
                </a:ext>
              </a:extLst>
            </p:cNvPr>
            <p:cNvSpPr/>
            <p:nvPr/>
          </p:nvSpPr>
          <p:spPr>
            <a:xfrm>
              <a:off x="12074763" y="3422875"/>
              <a:ext cx="68437" cy="64366"/>
            </a:xfrm>
            <a:custGeom>
              <a:avLst/>
              <a:gdLst>
                <a:gd name="connsiteX0" fmla="*/ 46639 w 68437"/>
                <a:gd name="connsiteY0" fmla="*/ 1238 h 64366"/>
                <a:gd name="connsiteX1" fmla="*/ 43034 w 68437"/>
                <a:gd name="connsiteY1" fmla="*/ 3431 h 64366"/>
                <a:gd name="connsiteX2" fmla="*/ 42959 w 68437"/>
                <a:gd name="connsiteY2" fmla="*/ 4692 h 64366"/>
                <a:gd name="connsiteX3" fmla="*/ 39354 w 68437"/>
                <a:gd name="connsiteY3" fmla="*/ 26767 h 64366"/>
                <a:gd name="connsiteX4" fmla="*/ 36501 w 68437"/>
                <a:gd name="connsiteY4" fmla="*/ 33900 h 64366"/>
                <a:gd name="connsiteX5" fmla="*/ 21481 w 68437"/>
                <a:gd name="connsiteY5" fmla="*/ 38856 h 64366"/>
                <a:gd name="connsiteX6" fmla="*/ 5635 w 68437"/>
                <a:gd name="connsiteY6" fmla="*/ 42084 h 64366"/>
                <a:gd name="connsiteX7" fmla="*/ 152 w 68437"/>
                <a:gd name="connsiteY7" fmla="*/ 58753 h 64366"/>
                <a:gd name="connsiteX8" fmla="*/ 3005 w 68437"/>
                <a:gd name="connsiteY8" fmla="*/ 64099 h 64366"/>
                <a:gd name="connsiteX9" fmla="*/ 4883 w 68437"/>
                <a:gd name="connsiteY9" fmla="*/ 64234 h 64366"/>
                <a:gd name="connsiteX10" fmla="*/ 30492 w 68437"/>
                <a:gd name="connsiteY10" fmla="*/ 64234 h 64366"/>
                <a:gd name="connsiteX11" fmla="*/ 44912 w 68437"/>
                <a:gd name="connsiteY11" fmla="*/ 62282 h 64366"/>
                <a:gd name="connsiteX12" fmla="*/ 56552 w 68437"/>
                <a:gd name="connsiteY12" fmla="*/ 48316 h 64366"/>
                <a:gd name="connsiteX13" fmla="*/ 59255 w 68437"/>
                <a:gd name="connsiteY13" fmla="*/ 29770 h 64366"/>
                <a:gd name="connsiteX14" fmla="*/ 58429 w 68437"/>
                <a:gd name="connsiteY14" fmla="*/ 63408 h 64366"/>
                <a:gd name="connsiteX15" fmla="*/ 63085 w 68437"/>
                <a:gd name="connsiteY15" fmla="*/ 63408 h 64366"/>
                <a:gd name="connsiteX16" fmla="*/ 67592 w 68437"/>
                <a:gd name="connsiteY16" fmla="*/ 18358 h 64366"/>
                <a:gd name="connsiteX17" fmla="*/ 66390 w 68437"/>
                <a:gd name="connsiteY17" fmla="*/ 1238 h 64366"/>
                <a:gd name="connsiteX18" fmla="*/ 46639 w 68437"/>
                <a:gd name="connsiteY18" fmla="*/ 1238 h 64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8437" h="64366">
                  <a:moveTo>
                    <a:pt x="46639" y="1238"/>
                  </a:moveTo>
                  <a:cubicBezTo>
                    <a:pt x="45062" y="840"/>
                    <a:pt x="43409" y="1816"/>
                    <a:pt x="43034" y="3431"/>
                  </a:cubicBezTo>
                  <a:cubicBezTo>
                    <a:pt x="42884" y="3844"/>
                    <a:pt x="42884" y="4272"/>
                    <a:pt x="42959" y="4692"/>
                  </a:cubicBezTo>
                  <a:cubicBezTo>
                    <a:pt x="42283" y="12126"/>
                    <a:pt x="41082" y="19507"/>
                    <a:pt x="39354" y="26767"/>
                  </a:cubicBezTo>
                  <a:cubicBezTo>
                    <a:pt x="38903" y="29313"/>
                    <a:pt x="37927" y="31738"/>
                    <a:pt x="36501" y="33900"/>
                  </a:cubicBezTo>
                  <a:cubicBezTo>
                    <a:pt x="32445" y="37692"/>
                    <a:pt x="26963" y="39509"/>
                    <a:pt x="21481" y="38856"/>
                  </a:cubicBezTo>
                  <a:cubicBezTo>
                    <a:pt x="15998" y="38082"/>
                    <a:pt x="10366" y="39224"/>
                    <a:pt x="5635" y="42084"/>
                  </a:cubicBezTo>
                  <a:cubicBezTo>
                    <a:pt x="1353" y="46529"/>
                    <a:pt x="-599" y="52656"/>
                    <a:pt x="152" y="58753"/>
                  </a:cubicBezTo>
                  <a:cubicBezTo>
                    <a:pt x="-524" y="61013"/>
                    <a:pt x="753" y="63408"/>
                    <a:pt x="3005" y="64099"/>
                  </a:cubicBezTo>
                  <a:cubicBezTo>
                    <a:pt x="3607" y="64279"/>
                    <a:pt x="4282" y="64332"/>
                    <a:pt x="4883" y="64234"/>
                  </a:cubicBezTo>
                  <a:lnTo>
                    <a:pt x="30492" y="64234"/>
                  </a:lnTo>
                  <a:cubicBezTo>
                    <a:pt x="35374" y="64610"/>
                    <a:pt x="40331" y="63949"/>
                    <a:pt x="44912" y="62282"/>
                  </a:cubicBezTo>
                  <a:cubicBezTo>
                    <a:pt x="50544" y="59406"/>
                    <a:pt x="54749" y="54361"/>
                    <a:pt x="56552" y="48316"/>
                  </a:cubicBezTo>
                  <a:cubicBezTo>
                    <a:pt x="58279" y="42294"/>
                    <a:pt x="59255" y="36047"/>
                    <a:pt x="59255" y="29770"/>
                  </a:cubicBezTo>
                  <a:cubicBezTo>
                    <a:pt x="60532" y="40965"/>
                    <a:pt x="60307" y="52288"/>
                    <a:pt x="58429" y="63408"/>
                  </a:cubicBezTo>
                  <a:lnTo>
                    <a:pt x="63085" y="63408"/>
                  </a:lnTo>
                  <a:cubicBezTo>
                    <a:pt x="65414" y="48489"/>
                    <a:pt x="66915" y="33450"/>
                    <a:pt x="67592" y="18358"/>
                  </a:cubicBezTo>
                  <a:cubicBezTo>
                    <a:pt x="67592" y="14303"/>
                    <a:pt x="70070" y="4092"/>
                    <a:pt x="66390" y="1238"/>
                  </a:cubicBezTo>
                  <a:cubicBezTo>
                    <a:pt x="62710" y="-1615"/>
                    <a:pt x="51069" y="1238"/>
                    <a:pt x="46639" y="1238"/>
                  </a:cubicBezTo>
                  <a:close/>
                </a:path>
              </a:pathLst>
            </a:custGeom>
            <a:solidFill>
              <a:srgbClr val="682D2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5" name="Content Placeholder 4">
              <a:extLst>
                <a:ext uri="{FF2B5EF4-FFF2-40B4-BE49-F238E27FC236}">
                  <a16:creationId xmlns:a16="http://schemas.microsoft.com/office/drawing/2014/main" id="{E2329646-1CCF-4443-FB7E-CE97E5D94362}"/>
                </a:ext>
              </a:extLst>
            </p:cNvPr>
            <p:cNvSpPr/>
            <p:nvPr/>
          </p:nvSpPr>
          <p:spPr>
            <a:xfrm>
              <a:off x="11973026" y="3413465"/>
              <a:ext cx="64830" cy="74321"/>
            </a:xfrm>
            <a:custGeom>
              <a:avLst/>
              <a:gdLst>
                <a:gd name="connsiteX0" fmla="*/ 44813 w 64830"/>
                <a:gd name="connsiteY0" fmla="*/ 812 h 74321"/>
                <a:gd name="connsiteX1" fmla="*/ 41133 w 64830"/>
                <a:gd name="connsiteY1" fmla="*/ 1563 h 74321"/>
                <a:gd name="connsiteX2" fmla="*/ 39105 w 64830"/>
                <a:gd name="connsiteY2" fmla="*/ 5017 h 74321"/>
                <a:gd name="connsiteX3" fmla="*/ 7112 w 64830"/>
                <a:gd name="connsiteY3" fmla="*/ 45337 h 74321"/>
                <a:gd name="connsiteX4" fmla="*/ 2682 w 64830"/>
                <a:gd name="connsiteY4" fmla="*/ 48716 h 74321"/>
                <a:gd name="connsiteX5" fmla="*/ 428 w 64830"/>
                <a:gd name="connsiteY5" fmla="*/ 56675 h 74321"/>
                <a:gd name="connsiteX6" fmla="*/ 3583 w 64830"/>
                <a:gd name="connsiteY6" fmla="*/ 70941 h 74321"/>
                <a:gd name="connsiteX7" fmla="*/ 12220 w 64830"/>
                <a:gd name="connsiteY7" fmla="*/ 73869 h 74321"/>
                <a:gd name="connsiteX8" fmla="*/ 29718 w 64830"/>
                <a:gd name="connsiteY8" fmla="*/ 73869 h 74321"/>
                <a:gd name="connsiteX9" fmla="*/ 43987 w 64830"/>
                <a:gd name="connsiteY9" fmla="*/ 69364 h 74321"/>
                <a:gd name="connsiteX10" fmla="*/ 52623 w 64830"/>
                <a:gd name="connsiteY10" fmla="*/ 54347 h 74321"/>
                <a:gd name="connsiteX11" fmla="*/ 55252 w 64830"/>
                <a:gd name="connsiteY11" fmla="*/ 36703 h 74321"/>
                <a:gd name="connsiteX12" fmla="*/ 57355 w 64830"/>
                <a:gd name="connsiteY12" fmla="*/ 36402 h 74321"/>
                <a:gd name="connsiteX13" fmla="*/ 57655 w 64830"/>
                <a:gd name="connsiteY13" fmla="*/ 36703 h 74321"/>
                <a:gd name="connsiteX14" fmla="*/ 58106 w 64830"/>
                <a:gd name="connsiteY14" fmla="*/ 39405 h 74321"/>
                <a:gd name="connsiteX15" fmla="*/ 55026 w 64830"/>
                <a:gd name="connsiteY15" fmla="*/ 67262 h 74321"/>
                <a:gd name="connsiteX16" fmla="*/ 61560 w 64830"/>
                <a:gd name="connsiteY16" fmla="*/ 68689 h 74321"/>
                <a:gd name="connsiteX17" fmla="*/ 63213 w 64830"/>
                <a:gd name="connsiteY17" fmla="*/ 23638 h 74321"/>
                <a:gd name="connsiteX18" fmla="*/ 63964 w 64830"/>
                <a:gd name="connsiteY18" fmla="*/ 2088 h 74321"/>
                <a:gd name="connsiteX19" fmla="*/ 44813 w 64830"/>
                <a:gd name="connsiteY19" fmla="*/ 812 h 74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4830" h="74321">
                  <a:moveTo>
                    <a:pt x="44813" y="812"/>
                  </a:moveTo>
                  <a:cubicBezTo>
                    <a:pt x="43537" y="677"/>
                    <a:pt x="42260" y="932"/>
                    <a:pt x="41133" y="1563"/>
                  </a:cubicBezTo>
                  <a:cubicBezTo>
                    <a:pt x="40081" y="2472"/>
                    <a:pt x="39406" y="3680"/>
                    <a:pt x="39105" y="5017"/>
                  </a:cubicBezTo>
                  <a:cubicBezTo>
                    <a:pt x="33322" y="21686"/>
                    <a:pt x="22057" y="35899"/>
                    <a:pt x="7112" y="45337"/>
                  </a:cubicBezTo>
                  <a:cubicBezTo>
                    <a:pt x="5460" y="46223"/>
                    <a:pt x="3959" y="47365"/>
                    <a:pt x="2682" y="48716"/>
                  </a:cubicBezTo>
                  <a:cubicBezTo>
                    <a:pt x="1180" y="51104"/>
                    <a:pt x="428" y="53867"/>
                    <a:pt x="428" y="56675"/>
                  </a:cubicBezTo>
                  <a:cubicBezTo>
                    <a:pt x="-773" y="61661"/>
                    <a:pt x="428" y="66916"/>
                    <a:pt x="3583" y="70941"/>
                  </a:cubicBezTo>
                  <a:cubicBezTo>
                    <a:pt x="6061" y="72788"/>
                    <a:pt x="9140" y="73809"/>
                    <a:pt x="12220" y="73869"/>
                  </a:cubicBezTo>
                  <a:cubicBezTo>
                    <a:pt x="18002" y="74432"/>
                    <a:pt x="23935" y="74432"/>
                    <a:pt x="29718" y="73869"/>
                  </a:cubicBezTo>
                  <a:cubicBezTo>
                    <a:pt x="34825" y="73659"/>
                    <a:pt x="39706" y="72105"/>
                    <a:pt x="43987" y="69364"/>
                  </a:cubicBezTo>
                  <a:cubicBezTo>
                    <a:pt x="48568" y="65543"/>
                    <a:pt x="51647" y="60219"/>
                    <a:pt x="52623" y="54347"/>
                  </a:cubicBezTo>
                  <a:cubicBezTo>
                    <a:pt x="53900" y="48491"/>
                    <a:pt x="54050" y="42484"/>
                    <a:pt x="55252" y="36703"/>
                  </a:cubicBezTo>
                  <a:cubicBezTo>
                    <a:pt x="55778" y="36042"/>
                    <a:pt x="56679" y="35907"/>
                    <a:pt x="57355" y="36402"/>
                  </a:cubicBezTo>
                  <a:cubicBezTo>
                    <a:pt x="57505" y="36485"/>
                    <a:pt x="57580" y="36590"/>
                    <a:pt x="57655" y="36703"/>
                  </a:cubicBezTo>
                  <a:cubicBezTo>
                    <a:pt x="58106" y="37528"/>
                    <a:pt x="58256" y="38482"/>
                    <a:pt x="58106" y="39405"/>
                  </a:cubicBezTo>
                  <a:cubicBezTo>
                    <a:pt x="57655" y="48746"/>
                    <a:pt x="56604" y="58049"/>
                    <a:pt x="55026" y="67262"/>
                  </a:cubicBezTo>
                  <a:cubicBezTo>
                    <a:pt x="57129" y="68035"/>
                    <a:pt x="59307" y="68516"/>
                    <a:pt x="61560" y="68689"/>
                  </a:cubicBezTo>
                  <a:cubicBezTo>
                    <a:pt x="62086" y="53672"/>
                    <a:pt x="62687" y="38655"/>
                    <a:pt x="63213" y="23638"/>
                  </a:cubicBezTo>
                  <a:cubicBezTo>
                    <a:pt x="63213" y="19058"/>
                    <a:pt x="66216" y="5993"/>
                    <a:pt x="63964" y="2088"/>
                  </a:cubicBezTo>
                  <a:cubicBezTo>
                    <a:pt x="61710" y="-1816"/>
                    <a:pt x="49169" y="887"/>
                    <a:pt x="44813" y="812"/>
                  </a:cubicBezTo>
                  <a:close/>
                </a:path>
              </a:pathLst>
            </a:custGeom>
            <a:solidFill>
              <a:srgbClr val="682D2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6" name="Content Placeholder 4">
              <a:extLst>
                <a:ext uri="{FF2B5EF4-FFF2-40B4-BE49-F238E27FC236}">
                  <a16:creationId xmlns:a16="http://schemas.microsoft.com/office/drawing/2014/main" id="{73210E13-9A21-B58F-7A21-C40264F9CFD6}"/>
                </a:ext>
              </a:extLst>
            </p:cNvPr>
            <p:cNvSpPr/>
            <p:nvPr/>
          </p:nvSpPr>
          <p:spPr>
            <a:xfrm>
              <a:off x="12095521" y="2823796"/>
              <a:ext cx="96061" cy="369344"/>
            </a:xfrm>
            <a:custGeom>
              <a:avLst/>
              <a:gdLst>
                <a:gd name="connsiteX0" fmla="*/ 19197 w 96061"/>
                <a:gd name="connsiteY0" fmla="*/ 115046 h 369344"/>
                <a:gd name="connsiteX1" fmla="*/ 21975 w 96061"/>
                <a:gd name="connsiteY1" fmla="*/ 177367 h 369344"/>
                <a:gd name="connsiteX2" fmla="*/ -29 w 96061"/>
                <a:gd name="connsiteY2" fmla="*/ 358696 h 369344"/>
                <a:gd name="connsiteX3" fmla="*/ 89340 w 96061"/>
                <a:gd name="connsiteY3" fmla="*/ 366204 h 369344"/>
                <a:gd name="connsiteX4" fmla="*/ 94597 w 96061"/>
                <a:gd name="connsiteY4" fmla="*/ 363351 h 369344"/>
                <a:gd name="connsiteX5" fmla="*/ 96024 w 96061"/>
                <a:gd name="connsiteY5" fmla="*/ 357870 h 369344"/>
                <a:gd name="connsiteX6" fmla="*/ 94522 w 96061"/>
                <a:gd name="connsiteY6" fmla="*/ 327386 h 369344"/>
                <a:gd name="connsiteX7" fmla="*/ 94522 w 96061"/>
                <a:gd name="connsiteY7" fmla="*/ 211680 h 369344"/>
                <a:gd name="connsiteX8" fmla="*/ 78826 w 96061"/>
                <a:gd name="connsiteY8" fmla="*/ 69996 h 369344"/>
                <a:gd name="connsiteX9" fmla="*/ 46834 w 96061"/>
                <a:gd name="connsiteY9" fmla="*/ 4297 h 369344"/>
                <a:gd name="connsiteX10" fmla="*/ 38647 w 96061"/>
                <a:gd name="connsiteY10" fmla="*/ 17 h 369344"/>
                <a:gd name="connsiteX11" fmla="*/ 19197 w 96061"/>
                <a:gd name="connsiteY11" fmla="*/ 115046 h 369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061" h="369344">
                  <a:moveTo>
                    <a:pt x="19197" y="115046"/>
                  </a:moveTo>
                  <a:cubicBezTo>
                    <a:pt x="19197" y="135845"/>
                    <a:pt x="21074" y="156643"/>
                    <a:pt x="21975" y="177367"/>
                  </a:cubicBezTo>
                  <a:cubicBezTo>
                    <a:pt x="24679" y="238636"/>
                    <a:pt x="20924" y="301106"/>
                    <a:pt x="-29" y="358696"/>
                  </a:cubicBezTo>
                  <a:cubicBezTo>
                    <a:pt x="29260" y="366204"/>
                    <a:pt x="60051" y="373713"/>
                    <a:pt x="89340" y="366204"/>
                  </a:cubicBezTo>
                  <a:cubicBezTo>
                    <a:pt x="91368" y="365844"/>
                    <a:pt x="93170" y="364838"/>
                    <a:pt x="94597" y="363351"/>
                  </a:cubicBezTo>
                  <a:cubicBezTo>
                    <a:pt x="95649" y="361714"/>
                    <a:pt x="96099" y="359800"/>
                    <a:pt x="96024" y="357870"/>
                  </a:cubicBezTo>
                  <a:cubicBezTo>
                    <a:pt x="96099" y="347688"/>
                    <a:pt x="95574" y="337514"/>
                    <a:pt x="94522" y="327386"/>
                  </a:cubicBezTo>
                  <a:cubicBezTo>
                    <a:pt x="91894" y="288867"/>
                    <a:pt x="94972" y="250274"/>
                    <a:pt x="94522" y="211680"/>
                  </a:cubicBezTo>
                  <a:cubicBezTo>
                    <a:pt x="94297" y="164032"/>
                    <a:pt x="89040" y="116541"/>
                    <a:pt x="78826" y="69996"/>
                  </a:cubicBezTo>
                  <a:cubicBezTo>
                    <a:pt x="73494" y="45744"/>
                    <a:pt x="65909" y="20215"/>
                    <a:pt x="46834" y="4297"/>
                  </a:cubicBezTo>
                  <a:cubicBezTo>
                    <a:pt x="44581" y="2112"/>
                    <a:pt x="41727" y="625"/>
                    <a:pt x="38647" y="17"/>
                  </a:cubicBezTo>
                  <a:cubicBezTo>
                    <a:pt x="20173" y="-2536"/>
                    <a:pt x="18971" y="100405"/>
                    <a:pt x="19197" y="115046"/>
                  </a:cubicBezTo>
                  <a:close/>
                </a:path>
              </a:pathLst>
            </a:custGeom>
            <a:solidFill>
              <a:srgbClr val="A78E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7" name="Content Placeholder 4">
              <a:extLst>
                <a:ext uri="{FF2B5EF4-FFF2-40B4-BE49-F238E27FC236}">
                  <a16:creationId xmlns:a16="http://schemas.microsoft.com/office/drawing/2014/main" id="{632650B6-6FEA-F9DC-3216-BDF8138FEA89}"/>
                </a:ext>
              </a:extLst>
            </p:cNvPr>
            <p:cNvSpPr/>
            <p:nvPr/>
          </p:nvSpPr>
          <p:spPr>
            <a:xfrm>
              <a:off x="12010265" y="2842423"/>
              <a:ext cx="69222" cy="313385"/>
            </a:xfrm>
            <a:custGeom>
              <a:avLst/>
              <a:gdLst>
                <a:gd name="connsiteX0" fmla="*/ 50681 w 69222"/>
                <a:gd name="connsiteY0" fmla="*/ 113764 h 313385"/>
                <a:gd name="connsiteX1" fmla="*/ 47302 w 69222"/>
                <a:gd name="connsiteY1" fmla="*/ 164972 h 313385"/>
                <a:gd name="connsiteX2" fmla="*/ 30254 w 69222"/>
                <a:gd name="connsiteY2" fmla="*/ 297571 h 313385"/>
                <a:gd name="connsiteX3" fmla="*/ 21543 w 69222"/>
                <a:gd name="connsiteY3" fmla="*/ 312588 h 313385"/>
                <a:gd name="connsiteX4" fmla="*/ 11555 w 69222"/>
                <a:gd name="connsiteY4" fmla="*/ 312588 h 313385"/>
                <a:gd name="connsiteX5" fmla="*/ 2543 w 69222"/>
                <a:gd name="connsiteY5" fmla="*/ 312588 h 313385"/>
                <a:gd name="connsiteX6" fmla="*/ 590 w 69222"/>
                <a:gd name="connsiteY6" fmla="*/ 307933 h 313385"/>
                <a:gd name="connsiteX7" fmla="*/ 590 w 69222"/>
                <a:gd name="connsiteY7" fmla="*/ 284506 h 313385"/>
                <a:gd name="connsiteX8" fmla="*/ 11855 w 69222"/>
                <a:gd name="connsiteY8" fmla="*/ 177060 h 313385"/>
                <a:gd name="connsiteX9" fmla="*/ 21092 w 69222"/>
                <a:gd name="connsiteY9" fmla="*/ 132009 h 313385"/>
                <a:gd name="connsiteX10" fmla="*/ 38966 w 69222"/>
                <a:gd name="connsiteY10" fmla="*/ 30871 h 313385"/>
                <a:gd name="connsiteX11" fmla="*/ 50006 w 69222"/>
                <a:gd name="connsiteY11" fmla="*/ 11048 h 313385"/>
                <a:gd name="connsiteX12" fmla="*/ 68856 w 69222"/>
                <a:gd name="connsiteY12" fmla="*/ 4816 h 313385"/>
                <a:gd name="connsiteX13" fmla="*/ 61346 w 69222"/>
                <a:gd name="connsiteY13" fmla="*/ 41457 h 313385"/>
                <a:gd name="connsiteX14" fmla="*/ 50681 w 69222"/>
                <a:gd name="connsiteY14" fmla="*/ 113764 h 313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9222" h="313385">
                  <a:moveTo>
                    <a:pt x="50681" y="113764"/>
                  </a:moveTo>
                  <a:cubicBezTo>
                    <a:pt x="48504" y="130733"/>
                    <a:pt x="48053" y="147852"/>
                    <a:pt x="47302" y="164972"/>
                  </a:cubicBezTo>
                  <a:cubicBezTo>
                    <a:pt x="45350" y="210022"/>
                    <a:pt x="36563" y="253196"/>
                    <a:pt x="30254" y="297571"/>
                  </a:cubicBezTo>
                  <a:cubicBezTo>
                    <a:pt x="29428" y="303578"/>
                    <a:pt x="27476" y="310861"/>
                    <a:pt x="21543" y="312588"/>
                  </a:cubicBezTo>
                  <a:cubicBezTo>
                    <a:pt x="18239" y="312888"/>
                    <a:pt x="14859" y="312888"/>
                    <a:pt x="11555" y="312588"/>
                  </a:cubicBezTo>
                  <a:cubicBezTo>
                    <a:pt x="8475" y="312588"/>
                    <a:pt x="4871" y="314315"/>
                    <a:pt x="2543" y="312588"/>
                  </a:cubicBezTo>
                  <a:cubicBezTo>
                    <a:pt x="1341" y="311326"/>
                    <a:pt x="665" y="309675"/>
                    <a:pt x="590" y="307933"/>
                  </a:cubicBezTo>
                  <a:cubicBezTo>
                    <a:pt x="-236" y="300146"/>
                    <a:pt x="-236" y="292292"/>
                    <a:pt x="590" y="284506"/>
                  </a:cubicBezTo>
                  <a:cubicBezTo>
                    <a:pt x="2543" y="248526"/>
                    <a:pt x="6298" y="212665"/>
                    <a:pt x="11855" y="177060"/>
                  </a:cubicBezTo>
                  <a:cubicBezTo>
                    <a:pt x="14484" y="162043"/>
                    <a:pt x="17788" y="147026"/>
                    <a:pt x="21092" y="132009"/>
                  </a:cubicBezTo>
                  <a:cubicBezTo>
                    <a:pt x="28227" y="99573"/>
                    <a:pt x="31906" y="63307"/>
                    <a:pt x="38966" y="30871"/>
                  </a:cubicBezTo>
                  <a:cubicBezTo>
                    <a:pt x="41369" y="23625"/>
                    <a:pt x="45124" y="16897"/>
                    <a:pt x="50006" y="11048"/>
                  </a:cubicBezTo>
                  <a:cubicBezTo>
                    <a:pt x="53235" y="5792"/>
                    <a:pt x="66602" y="-6972"/>
                    <a:pt x="68856" y="4816"/>
                  </a:cubicBezTo>
                  <a:cubicBezTo>
                    <a:pt x="70809" y="14803"/>
                    <a:pt x="63749" y="31697"/>
                    <a:pt x="61346" y="41457"/>
                  </a:cubicBezTo>
                  <a:cubicBezTo>
                    <a:pt x="56539" y="65349"/>
                    <a:pt x="52935" y="89489"/>
                    <a:pt x="50681" y="113764"/>
                  </a:cubicBezTo>
                  <a:close/>
                </a:path>
              </a:pathLst>
            </a:custGeom>
            <a:solidFill>
              <a:srgbClr val="A78E41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8" name="Content Placeholder 4">
              <a:extLst>
                <a:ext uri="{FF2B5EF4-FFF2-40B4-BE49-F238E27FC236}">
                  <a16:creationId xmlns:a16="http://schemas.microsoft.com/office/drawing/2014/main" id="{1C4B3835-A39C-D53C-9668-BB9A17BC7228}"/>
                </a:ext>
              </a:extLst>
            </p:cNvPr>
            <p:cNvSpPr/>
            <p:nvPr/>
          </p:nvSpPr>
          <p:spPr>
            <a:xfrm>
              <a:off x="12148032" y="3045864"/>
              <a:ext cx="127993" cy="93200"/>
            </a:xfrm>
            <a:custGeom>
              <a:avLst/>
              <a:gdLst>
                <a:gd name="connsiteX0" fmla="*/ 10920 w 127993"/>
                <a:gd name="connsiteY0" fmla="*/ 6356 h 93200"/>
                <a:gd name="connsiteX1" fmla="*/ 6264 w 127993"/>
                <a:gd name="connsiteY1" fmla="*/ 7106 h 93200"/>
                <a:gd name="connsiteX2" fmla="*/ 3485 w 127993"/>
                <a:gd name="connsiteY2" fmla="*/ 11461 h 93200"/>
                <a:gd name="connsiteX3" fmla="*/ 706 w 127993"/>
                <a:gd name="connsiteY3" fmla="*/ 52232 h 93200"/>
                <a:gd name="connsiteX4" fmla="*/ 6414 w 127993"/>
                <a:gd name="connsiteY4" fmla="*/ 81215 h 93200"/>
                <a:gd name="connsiteX5" fmla="*/ 10995 w 127993"/>
                <a:gd name="connsiteY5" fmla="*/ 87071 h 93200"/>
                <a:gd name="connsiteX6" fmla="*/ 20608 w 127993"/>
                <a:gd name="connsiteY6" fmla="*/ 90150 h 93200"/>
                <a:gd name="connsiteX7" fmla="*/ 82340 w 127993"/>
                <a:gd name="connsiteY7" fmla="*/ 93078 h 93200"/>
                <a:gd name="connsiteX8" fmla="*/ 107648 w 127993"/>
                <a:gd name="connsiteY8" fmla="*/ 92252 h 93200"/>
                <a:gd name="connsiteX9" fmla="*/ 123870 w 127993"/>
                <a:gd name="connsiteY9" fmla="*/ 85720 h 93200"/>
                <a:gd name="connsiteX10" fmla="*/ 127700 w 127993"/>
                <a:gd name="connsiteY10" fmla="*/ 69351 h 93200"/>
                <a:gd name="connsiteX11" fmla="*/ 127700 w 127993"/>
                <a:gd name="connsiteY11" fmla="*/ 29557 h 93200"/>
                <a:gd name="connsiteX12" fmla="*/ 121767 w 127993"/>
                <a:gd name="connsiteY12" fmla="*/ 6130 h 93200"/>
                <a:gd name="connsiteX13" fmla="*/ 106146 w 127993"/>
                <a:gd name="connsiteY13" fmla="*/ -27 h 93200"/>
                <a:gd name="connsiteX14" fmla="*/ 86846 w 127993"/>
                <a:gd name="connsiteY14" fmla="*/ 3878 h 93200"/>
                <a:gd name="connsiteX15" fmla="*/ 61612 w 127993"/>
                <a:gd name="connsiteY15" fmla="*/ 5980 h 93200"/>
                <a:gd name="connsiteX16" fmla="*/ 10920 w 127993"/>
                <a:gd name="connsiteY16" fmla="*/ 6356 h 93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7993" h="93200">
                  <a:moveTo>
                    <a:pt x="10920" y="6356"/>
                  </a:moveTo>
                  <a:cubicBezTo>
                    <a:pt x="9343" y="6100"/>
                    <a:pt x="7690" y="6363"/>
                    <a:pt x="6264" y="7106"/>
                  </a:cubicBezTo>
                  <a:cubicBezTo>
                    <a:pt x="4836" y="8188"/>
                    <a:pt x="3860" y="9727"/>
                    <a:pt x="3485" y="11461"/>
                  </a:cubicBezTo>
                  <a:cubicBezTo>
                    <a:pt x="105" y="24766"/>
                    <a:pt x="-872" y="38589"/>
                    <a:pt x="706" y="52232"/>
                  </a:cubicBezTo>
                  <a:cubicBezTo>
                    <a:pt x="556" y="62188"/>
                    <a:pt x="2509" y="72069"/>
                    <a:pt x="6414" y="81215"/>
                  </a:cubicBezTo>
                  <a:cubicBezTo>
                    <a:pt x="7465" y="83497"/>
                    <a:pt x="9042" y="85510"/>
                    <a:pt x="10995" y="87071"/>
                  </a:cubicBezTo>
                  <a:cubicBezTo>
                    <a:pt x="13924" y="88896"/>
                    <a:pt x="17228" y="89955"/>
                    <a:pt x="20608" y="90150"/>
                  </a:cubicBezTo>
                  <a:cubicBezTo>
                    <a:pt x="41110" y="92515"/>
                    <a:pt x="61687" y="93491"/>
                    <a:pt x="82340" y="93078"/>
                  </a:cubicBezTo>
                  <a:cubicBezTo>
                    <a:pt x="90751" y="93078"/>
                    <a:pt x="99237" y="93078"/>
                    <a:pt x="107648" y="92252"/>
                  </a:cubicBezTo>
                  <a:cubicBezTo>
                    <a:pt x="113656" y="92237"/>
                    <a:pt x="119514" y="89895"/>
                    <a:pt x="123870" y="85720"/>
                  </a:cubicBezTo>
                  <a:cubicBezTo>
                    <a:pt x="126949" y="80854"/>
                    <a:pt x="128301" y="75080"/>
                    <a:pt x="127700" y="69351"/>
                  </a:cubicBezTo>
                  <a:cubicBezTo>
                    <a:pt x="127700" y="56062"/>
                    <a:pt x="127700" y="42847"/>
                    <a:pt x="127700" y="29557"/>
                  </a:cubicBezTo>
                  <a:cubicBezTo>
                    <a:pt x="128751" y="21275"/>
                    <a:pt x="126649" y="12895"/>
                    <a:pt x="121767" y="6130"/>
                  </a:cubicBezTo>
                  <a:cubicBezTo>
                    <a:pt x="117561" y="2091"/>
                    <a:pt x="111929" y="-124"/>
                    <a:pt x="106146" y="-27"/>
                  </a:cubicBezTo>
                  <a:cubicBezTo>
                    <a:pt x="99537" y="386"/>
                    <a:pt x="93079" y="1700"/>
                    <a:pt x="86846" y="3878"/>
                  </a:cubicBezTo>
                  <a:cubicBezTo>
                    <a:pt x="78510" y="5335"/>
                    <a:pt x="70098" y="6033"/>
                    <a:pt x="61612" y="5980"/>
                  </a:cubicBezTo>
                  <a:cubicBezTo>
                    <a:pt x="44715" y="6964"/>
                    <a:pt x="27817" y="7091"/>
                    <a:pt x="10920" y="6356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9" name="Content Placeholder 4">
              <a:extLst>
                <a:ext uri="{FF2B5EF4-FFF2-40B4-BE49-F238E27FC236}">
                  <a16:creationId xmlns:a16="http://schemas.microsoft.com/office/drawing/2014/main" id="{8EF05D20-A852-431E-A557-CEEE0A4F528F}"/>
                </a:ext>
              </a:extLst>
            </p:cNvPr>
            <p:cNvSpPr/>
            <p:nvPr/>
          </p:nvSpPr>
          <p:spPr>
            <a:xfrm>
              <a:off x="12204633" y="3026043"/>
              <a:ext cx="21690" cy="39271"/>
            </a:xfrm>
            <a:custGeom>
              <a:avLst/>
              <a:gdLst>
                <a:gd name="connsiteX0" fmla="*/ 3960 w 21690"/>
                <a:gd name="connsiteY0" fmla="*/ 25276 h 39271"/>
                <a:gd name="connsiteX1" fmla="*/ 9518 w 21690"/>
                <a:gd name="connsiteY1" fmla="*/ 29481 h 39271"/>
                <a:gd name="connsiteX2" fmla="*/ 11170 w 21690"/>
                <a:gd name="connsiteY2" fmla="*/ 35713 h 39271"/>
                <a:gd name="connsiteX3" fmla="*/ 17703 w 21690"/>
                <a:gd name="connsiteY3" fmla="*/ 39242 h 39271"/>
                <a:gd name="connsiteX4" fmla="*/ 21533 w 21690"/>
                <a:gd name="connsiteY4" fmla="*/ 35188 h 39271"/>
                <a:gd name="connsiteX5" fmla="*/ 19356 w 21690"/>
                <a:gd name="connsiteY5" fmla="*/ 24901 h 39271"/>
                <a:gd name="connsiteX6" fmla="*/ 15451 w 21690"/>
                <a:gd name="connsiteY6" fmla="*/ 19195 h 39271"/>
                <a:gd name="connsiteX7" fmla="*/ 10870 w 21690"/>
                <a:gd name="connsiteY7" fmla="*/ 4178 h 39271"/>
                <a:gd name="connsiteX8" fmla="*/ 356 w 21690"/>
                <a:gd name="connsiteY8" fmla="*/ 5304 h 39271"/>
                <a:gd name="connsiteX9" fmla="*/ 3960 w 21690"/>
                <a:gd name="connsiteY9" fmla="*/ 25276 h 39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690" h="39271">
                  <a:moveTo>
                    <a:pt x="3960" y="25276"/>
                  </a:moveTo>
                  <a:cubicBezTo>
                    <a:pt x="6363" y="25682"/>
                    <a:pt x="8466" y="27251"/>
                    <a:pt x="9518" y="29481"/>
                  </a:cubicBezTo>
                  <a:cubicBezTo>
                    <a:pt x="10419" y="31441"/>
                    <a:pt x="11019" y="33551"/>
                    <a:pt x="11170" y="35713"/>
                  </a:cubicBezTo>
                  <a:cubicBezTo>
                    <a:pt x="11170" y="37740"/>
                    <a:pt x="15225" y="39242"/>
                    <a:pt x="17703" y="39242"/>
                  </a:cubicBezTo>
                  <a:cubicBezTo>
                    <a:pt x="20182" y="39242"/>
                    <a:pt x="21234" y="37065"/>
                    <a:pt x="21533" y="35188"/>
                  </a:cubicBezTo>
                  <a:cubicBezTo>
                    <a:pt x="21984" y="31614"/>
                    <a:pt x="21234" y="27987"/>
                    <a:pt x="19356" y="24901"/>
                  </a:cubicBezTo>
                  <a:cubicBezTo>
                    <a:pt x="18229" y="22949"/>
                    <a:pt x="16652" y="21147"/>
                    <a:pt x="15451" y="19195"/>
                  </a:cubicBezTo>
                  <a:cubicBezTo>
                    <a:pt x="13197" y="14427"/>
                    <a:pt x="11696" y="9373"/>
                    <a:pt x="10870" y="4178"/>
                  </a:cubicBezTo>
                  <a:cubicBezTo>
                    <a:pt x="9367" y="-1679"/>
                    <a:pt x="-2273" y="-1529"/>
                    <a:pt x="356" y="5304"/>
                  </a:cubicBezTo>
                  <a:cubicBezTo>
                    <a:pt x="3509" y="11461"/>
                    <a:pt x="4711" y="18406"/>
                    <a:pt x="3960" y="25276"/>
                  </a:cubicBezTo>
                  <a:close/>
                </a:path>
              </a:pathLst>
            </a:custGeom>
            <a:solidFill>
              <a:srgbClr val="D1AC9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0" name="Content Placeholder 4">
              <a:extLst>
                <a:ext uri="{FF2B5EF4-FFF2-40B4-BE49-F238E27FC236}">
                  <a16:creationId xmlns:a16="http://schemas.microsoft.com/office/drawing/2014/main" id="{F51D960E-FB1D-58DA-A32A-122298EF269B}"/>
                </a:ext>
              </a:extLst>
            </p:cNvPr>
            <p:cNvSpPr/>
            <p:nvPr/>
          </p:nvSpPr>
          <p:spPr>
            <a:xfrm>
              <a:off x="12135393" y="2842686"/>
              <a:ext cx="81790" cy="198525"/>
            </a:xfrm>
            <a:custGeom>
              <a:avLst/>
              <a:gdLst>
                <a:gd name="connsiteX0" fmla="*/ 73575 w 81790"/>
                <a:gd name="connsiteY0" fmla="*/ 198496 h 198525"/>
                <a:gd name="connsiteX1" fmla="*/ 77856 w 81790"/>
                <a:gd name="connsiteY1" fmla="*/ 197595 h 198525"/>
                <a:gd name="connsiteX2" fmla="*/ 81761 w 81790"/>
                <a:gd name="connsiteY2" fmla="*/ 196319 h 198525"/>
                <a:gd name="connsiteX3" fmla="*/ 72974 w 81790"/>
                <a:gd name="connsiteY3" fmla="*/ 154572 h 198525"/>
                <a:gd name="connsiteX4" fmla="*/ 54424 w 81790"/>
                <a:gd name="connsiteY4" fmla="*/ 66573 h 198525"/>
                <a:gd name="connsiteX5" fmla="*/ 32495 w 81790"/>
                <a:gd name="connsiteY5" fmla="*/ 18819 h 198525"/>
                <a:gd name="connsiteX6" fmla="*/ 21155 w 81790"/>
                <a:gd name="connsiteY6" fmla="*/ 3276 h 198525"/>
                <a:gd name="connsiteX7" fmla="*/ 5084 w 81790"/>
                <a:gd name="connsiteY7" fmla="*/ 2525 h 198525"/>
                <a:gd name="connsiteX8" fmla="*/ 502 w 81790"/>
                <a:gd name="connsiteY8" fmla="*/ 20771 h 198525"/>
                <a:gd name="connsiteX9" fmla="*/ 7562 w 81790"/>
                <a:gd name="connsiteY9" fmla="*/ 39017 h 198525"/>
                <a:gd name="connsiteX10" fmla="*/ 47140 w 81790"/>
                <a:gd name="connsiteY10" fmla="*/ 127091 h 198525"/>
                <a:gd name="connsiteX11" fmla="*/ 63812 w 81790"/>
                <a:gd name="connsiteY11" fmla="*/ 170039 h 198525"/>
                <a:gd name="connsiteX12" fmla="*/ 73575 w 81790"/>
                <a:gd name="connsiteY12" fmla="*/ 198496 h 198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790" h="198525">
                  <a:moveTo>
                    <a:pt x="73575" y="198496"/>
                  </a:moveTo>
                  <a:cubicBezTo>
                    <a:pt x="75002" y="198383"/>
                    <a:pt x="76503" y="198083"/>
                    <a:pt x="77856" y="197595"/>
                  </a:cubicBezTo>
                  <a:cubicBezTo>
                    <a:pt x="78231" y="197595"/>
                    <a:pt x="81385" y="196544"/>
                    <a:pt x="81761" y="196319"/>
                  </a:cubicBezTo>
                  <a:cubicBezTo>
                    <a:pt x="80258" y="182203"/>
                    <a:pt x="75077" y="168688"/>
                    <a:pt x="72974" y="154572"/>
                  </a:cubicBezTo>
                  <a:cubicBezTo>
                    <a:pt x="69670" y="124703"/>
                    <a:pt x="63436" y="95232"/>
                    <a:pt x="54424" y="66573"/>
                  </a:cubicBezTo>
                  <a:cubicBezTo>
                    <a:pt x="48416" y="50099"/>
                    <a:pt x="41056" y="34136"/>
                    <a:pt x="32495" y="18819"/>
                  </a:cubicBezTo>
                  <a:cubicBezTo>
                    <a:pt x="29791" y="12932"/>
                    <a:pt x="25961" y="7646"/>
                    <a:pt x="21155" y="3276"/>
                  </a:cubicBezTo>
                  <a:cubicBezTo>
                    <a:pt x="16649" y="-831"/>
                    <a:pt x="9890" y="-1146"/>
                    <a:pt x="5084" y="2525"/>
                  </a:cubicBezTo>
                  <a:cubicBezTo>
                    <a:pt x="728" y="7519"/>
                    <a:pt x="-999" y="14306"/>
                    <a:pt x="502" y="20771"/>
                  </a:cubicBezTo>
                  <a:cubicBezTo>
                    <a:pt x="1855" y="27183"/>
                    <a:pt x="4257" y="33340"/>
                    <a:pt x="7562" y="39017"/>
                  </a:cubicBezTo>
                  <a:cubicBezTo>
                    <a:pt x="22131" y="67399"/>
                    <a:pt x="34673" y="97282"/>
                    <a:pt x="47140" y="127091"/>
                  </a:cubicBezTo>
                  <a:cubicBezTo>
                    <a:pt x="52998" y="141207"/>
                    <a:pt x="58930" y="155323"/>
                    <a:pt x="63812" y="170039"/>
                  </a:cubicBezTo>
                  <a:cubicBezTo>
                    <a:pt x="66065" y="179838"/>
                    <a:pt x="69369" y="189373"/>
                    <a:pt x="73575" y="198496"/>
                  </a:cubicBezTo>
                  <a:close/>
                </a:path>
              </a:pathLst>
            </a:custGeom>
            <a:solidFill>
              <a:srgbClr val="D1AC9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911" name="Content Placeholder 4">
              <a:extLst>
                <a:ext uri="{FF2B5EF4-FFF2-40B4-BE49-F238E27FC236}">
                  <a16:creationId xmlns:a16="http://schemas.microsoft.com/office/drawing/2014/main" id="{F8F31475-008A-5801-D007-0964BCC7CCAA}"/>
                </a:ext>
              </a:extLst>
            </p:cNvPr>
            <p:cNvGrpSpPr/>
            <p:nvPr/>
          </p:nvGrpSpPr>
          <p:grpSpPr>
            <a:xfrm>
              <a:off x="11792944" y="2829286"/>
              <a:ext cx="278089" cy="148845"/>
              <a:chOff x="10818583" y="2981467"/>
              <a:chExt cx="278089" cy="148845"/>
            </a:xfrm>
          </p:grpSpPr>
          <p:sp>
            <p:nvSpPr>
              <p:cNvPr id="1918" name="Content Placeholder 4">
                <a:extLst>
                  <a:ext uri="{FF2B5EF4-FFF2-40B4-BE49-F238E27FC236}">
                    <a16:creationId xmlns:a16="http://schemas.microsoft.com/office/drawing/2014/main" id="{3F18A8C3-92BE-27A5-CD61-2524ADDD000A}"/>
                  </a:ext>
                </a:extLst>
              </p:cNvPr>
              <p:cNvSpPr/>
              <p:nvPr/>
            </p:nvSpPr>
            <p:spPr>
              <a:xfrm>
                <a:off x="10912533" y="2981467"/>
                <a:ext cx="184139" cy="148845"/>
              </a:xfrm>
              <a:custGeom>
                <a:avLst/>
                <a:gdLst>
                  <a:gd name="connsiteX0" fmla="*/ 1548 w 184139"/>
                  <a:gd name="connsiteY0" fmla="*/ 10745 h 148845"/>
                  <a:gd name="connsiteX1" fmla="*/ 1548 w 184139"/>
                  <a:gd name="connsiteY1" fmla="*/ 19454 h 148845"/>
                  <a:gd name="connsiteX2" fmla="*/ 947 w 184139"/>
                  <a:gd name="connsiteY2" fmla="*/ 100921 h 148845"/>
                  <a:gd name="connsiteX3" fmla="*/ -29 w 184139"/>
                  <a:gd name="connsiteY3" fmla="*/ 124423 h 148845"/>
                  <a:gd name="connsiteX4" fmla="*/ 421 w 184139"/>
                  <a:gd name="connsiteY4" fmla="*/ 143269 h 148845"/>
                  <a:gd name="connsiteX5" fmla="*/ 22050 w 184139"/>
                  <a:gd name="connsiteY5" fmla="*/ 144320 h 148845"/>
                  <a:gd name="connsiteX6" fmla="*/ 44580 w 184139"/>
                  <a:gd name="connsiteY6" fmla="*/ 144921 h 148845"/>
                  <a:gd name="connsiteX7" fmla="*/ 155878 w 184139"/>
                  <a:gd name="connsiteY7" fmla="*/ 148074 h 148845"/>
                  <a:gd name="connsiteX8" fmla="*/ 174503 w 184139"/>
                  <a:gd name="connsiteY8" fmla="*/ 148600 h 148845"/>
                  <a:gd name="connsiteX9" fmla="*/ 182013 w 184139"/>
                  <a:gd name="connsiteY9" fmla="*/ 147624 h 148845"/>
                  <a:gd name="connsiteX10" fmla="*/ 184041 w 184139"/>
                  <a:gd name="connsiteY10" fmla="*/ 125474 h 148845"/>
                  <a:gd name="connsiteX11" fmla="*/ 183140 w 184139"/>
                  <a:gd name="connsiteY11" fmla="*/ 24861 h 148845"/>
                  <a:gd name="connsiteX12" fmla="*/ 183815 w 184139"/>
                  <a:gd name="connsiteY12" fmla="*/ 158 h 148845"/>
                  <a:gd name="connsiteX13" fmla="*/ 168795 w 184139"/>
                  <a:gd name="connsiteY13" fmla="*/ 683 h 148845"/>
                  <a:gd name="connsiteX14" fmla="*/ 68837 w 184139"/>
                  <a:gd name="connsiteY14" fmla="*/ 6615 h 148845"/>
                  <a:gd name="connsiteX15" fmla="*/ 27082 w 184139"/>
                  <a:gd name="connsiteY15" fmla="*/ 9093 h 148845"/>
                  <a:gd name="connsiteX16" fmla="*/ 6730 w 184139"/>
                  <a:gd name="connsiteY16" fmla="*/ 10294 h 148845"/>
                  <a:gd name="connsiteX17" fmla="*/ 1548 w 184139"/>
                  <a:gd name="connsiteY17" fmla="*/ 10745 h 1488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84139" h="148845">
                    <a:moveTo>
                      <a:pt x="1548" y="10745"/>
                    </a:moveTo>
                    <a:cubicBezTo>
                      <a:pt x="1548" y="10745"/>
                      <a:pt x="1548" y="15400"/>
                      <a:pt x="1548" y="19454"/>
                    </a:cubicBezTo>
                    <a:cubicBezTo>
                      <a:pt x="2073" y="46635"/>
                      <a:pt x="1923" y="73793"/>
                      <a:pt x="947" y="100921"/>
                    </a:cubicBezTo>
                    <a:cubicBezTo>
                      <a:pt x="947" y="108430"/>
                      <a:pt x="346" y="116614"/>
                      <a:pt x="-29" y="124423"/>
                    </a:cubicBezTo>
                    <a:cubicBezTo>
                      <a:pt x="-29" y="128552"/>
                      <a:pt x="421" y="143269"/>
                      <a:pt x="421" y="143269"/>
                    </a:cubicBezTo>
                    <a:cubicBezTo>
                      <a:pt x="3950" y="146197"/>
                      <a:pt x="17469" y="144170"/>
                      <a:pt x="22050" y="144320"/>
                    </a:cubicBezTo>
                    <a:lnTo>
                      <a:pt x="44580" y="144921"/>
                    </a:lnTo>
                    <a:lnTo>
                      <a:pt x="155878" y="148074"/>
                    </a:lnTo>
                    <a:lnTo>
                      <a:pt x="174503" y="148600"/>
                    </a:lnTo>
                    <a:cubicBezTo>
                      <a:pt x="176680" y="148600"/>
                      <a:pt x="180736" y="149501"/>
                      <a:pt x="182013" y="147624"/>
                    </a:cubicBezTo>
                    <a:cubicBezTo>
                      <a:pt x="183665" y="140363"/>
                      <a:pt x="184341" y="132915"/>
                      <a:pt x="184041" y="125474"/>
                    </a:cubicBezTo>
                    <a:cubicBezTo>
                      <a:pt x="184041" y="90334"/>
                      <a:pt x="182013" y="60000"/>
                      <a:pt x="183140" y="24861"/>
                    </a:cubicBezTo>
                    <a:cubicBezTo>
                      <a:pt x="183890" y="16646"/>
                      <a:pt x="184116" y="8395"/>
                      <a:pt x="183815" y="158"/>
                    </a:cubicBezTo>
                    <a:cubicBezTo>
                      <a:pt x="178783" y="-210"/>
                      <a:pt x="173752" y="-38"/>
                      <a:pt x="168795" y="683"/>
                    </a:cubicBezTo>
                    <a:lnTo>
                      <a:pt x="68837" y="6615"/>
                    </a:lnTo>
                    <a:lnTo>
                      <a:pt x="27082" y="9093"/>
                    </a:lnTo>
                    <a:cubicBezTo>
                      <a:pt x="20398" y="9468"/>
                      <a:pt x="13413" y="9093"/>
                      <a:pt x="6730" y="10294"/>
                    </a:cubicBezTo>
                    <a:cubicBezTo>
                      <a:pt x="5077" y="10595"/>
                      <a:pt x="2374" y="10069"/>
                      <a:pt x="1548" y="10745"/>
                    </a:cubicBezTo>
                    <a:close/>
                  </a:path>
                </a:pathLst>
              </a:custGeom>
              <a:solidFill>
                <a:srgbClr val="EDF3F4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19" name="Content Placeholder 4">
                <a:extLst>
                  <a:ext uri="{FF2B5EF4-FFF2-40B4-BE49-F238E27FC236}">
                    <a16:creationId xmlns:a16="http://schemas.microsoft.com/office/drawing/2014/main" id="{D7949CB1-370D-32E7-8406-DFA8FA7D0351}"/>
                  </a:ext>
                </a:extLst>
              </p:cNvPr>
              <p:cNvSpPr/>
              <p:nvPr/>
            </p:nvSpPr>
            <p:spPr>
              <a:xfrm>
                <a:off x="10818583" y="2990215"/>
                <a:ext cx="92799" cy="133950"/>
              </a:xfrm>
              <a:custGeom>
                <a:avLst/>
                <a:gdLst>
                  <a:gd name="connsiteX0" fmla="*/ 24604 w 92799"/>
                  <a:gd name="connsiteY0" fmla="*/ 4625 h 133950"/>
                  <a:gd name="connsiteX1" fmla="*/ -29 w 92799"/>
                  <a:gd name="connsiteY1" fmla="*/ 5602 h 133950"/>
                  <a:gd name="connsiteX2" fmla="*/ 1247 w 92799"/>
                  <a:gd name="connsiteY2" fmla="*/ 66795 h 133950"/>
                  <a:gd name="connsiteX3" fmla="*/ 1247 w 92799"/>
                  <a:gd name="connsiteY3" fmla="*/ 119355 h 133950"/>
                  <a:gd name="connsiteX4" fmla="*/ 6504 w 92799"/>
                  <a:gd name="connsiteY4" fmla="*/ 131143 h 133950"/>
                  <a:gd name="connsiteX5" fmla="*/ 15817 w 92799"/>
                  <a:gd name="connsiteY5" fmla="*/ 131143 h 133950"/>
                  <a:gd name="connsiteX6" fmla="*/ 71766 w 92799"/>
                  <a:gd name="connsiteY6" fmla="*/ 132720 h 133950"/>
                  <a:gd name="connsiteX7" fmla="*/ 88738 w 92799"/>
                  <a:gd name="connsiteY7" fmla="*/ 133921 h 133950"/>
                  <a:gd name="connsiteX8" fmla="*/ 90917 w 92799"/>
                  <a:gd name="connsiteY8" fmla="*/ 128064 h 133950"/>
                  <a:gd name="connsiteX9" fmla="*/ 91818 w 92799"/>
                  <a:gd name="connsiteY9" fmla="*/ 75956 h 133950"/>
                  <a:gd name="connsiteX10" fmla="*/ 92719 w 92799"/>
                  <a:gd name="connsiteY10" fmla="*/ 22496 h 133950"/>
                  <a:gd name="connsiteX11" fmla="*/ 92268 w 92799"/>
                  <a:gd name="connsiteY11" fmla="*/ -30 h 133950"/>
                  <a:gd name="connsiteX12" fmla="*/ 44805 w 92799"/>
                  <a:gd name="connsiteY12" fmla="*/ 2974 h 133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2799" h="133950">
                    <a:moveTo>
                      <a:pt x="24604" y="4625"/>
                    </a:moveTo>
                    <a:cubicBezTo>
                      <a:pt x="12662" y="5301"/>
                      <a:pt x="-29" y="5902"/>
                      <a:pt x="-29" y="5602"/>
                    </a:cubicBezTo>
                    <a:cubicBezTo>
                      <a:pt x="-29" y="26475"/>
                      <a:pt x="1247" y="45922"/>
                      <a:pt x="1247" y="66795"/>
                    </a:cubicBezTo>
                    <a:lnTo>
                      <a:pt x="1247" y="119355"/>
                    </a:lnTo>
                    <a:cubicBezTo>
                      <a:pt x="1247" y="125887"/>
                      <a:pt x="-780" y="130617"/>
                      <a:pt x="6504" y="131143"/>
                    </a:cubicBezTo>
                    <a:cubicBezTo>
                      <a:pt x="9584" y="131143"/>
                      <a:pt x="12737" y="131143"/>
                      <a:pt x="15817" y="131143"/>
                    </a:cubicBezTo>
                    <a:lnTo>
                      <a:pt x="71766" y="132720"/>
                    </a:lnTo>
                    <a:cubicBezTo>
                      <a:pt x="75596" y="132720"/>
                      <a:pt x="84908" y="133621"/>
                      <a:pt x="88738" y="133921"/>
                    </a:cubicBezTo>
                    <a:cubicBezTo>
                      <a:pt x="89715" y="133921"/>
                      <a:pt x="90841" y="133921"/>
                      <a:pt x="90917" y="128064"/>
                    </a:cubicBezTo>
                    <a:cubicBezTo>
                      <a:pt x="91367" y="110645"/>
                      <a:pt x="90917" y="93300"/>
                      <a:pt x="91818" y="75956"/>
                    </a:cubicBezTo>
                    <a:cubicBezTo>
                      <a:pt x="92719" y="58611"/>
                      <a:pt x="92869" y="40291"/>
                      <a:pt x="92719" y="22496"/>
                    </a:cubicBezTo>
                    <a:cubicBezTo>
                      <a:pt x="92719" y="14987"/>
                      <a:pt x="92569" y="7479"/>
                      <a:pt x="92268" y="-30"/>
                    </a:cubicBezTo>
                    <a:cubicBezTo>
                      <a:pt x="76422" y="1096"/>
                      <a:pt x="60651" y="2073"/>
                      <a:pt x="44805" y="2974"/>
                    </a:cubicBezTo>
                    <a:close/>
                  </a:path>
                </a:pathLst>
              </a:custGeom>
              <a:solidFill>
                <a:srgbClr val="EDF3F4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0" name="Content Placeholder 4">
                <a:extLst>
                  <a:ext uri="{FF2B5EF4-FFF2-40B4-BE49-F238E27FC236}">
                    <a16:creationId xmlns:a16="http://schemas.microsoft.com/office/drawing/2014/main" id="{772994C0-AB0A-9786-E0B2-5308257CB9DB}"/>
                  </a:ext>
                </a:extLst>
              </p:cNvPr>
              <p:cNvSpPr/>
              <p:nvPr/>
            </p:nvSpPr>
            <p:spPr>
              <a:xfrm>
                <a:off x="10824461" y="3034590"/>
                <a:ext cx="75699" cy="26354"/>
              </a:xfrm>
              <a:custGeom>
                <a:avLst/>
                <a:gdLst>
                  <a:gd name="connsiteX0" fmla="*/ 20002 w 75699"/>
                  <a:gd name="connsiteY0" fmla="*/ 1622 h 26354"/>
                  <a:gd name="connsiteX1" fmla="*/ 175 w 75699"/>
                  <a:gd name="connsiteY1" fmla="*/ 1622 h 26354"/>
                  <a:gd name="connsiteX2" fmla="*/ 175 w 75699"/>
                  <a:gd name="connsiteY2" fmla="*/ 13636 h 26354"/>
                  <a:gd name="connsiteX3" fmla="*/ 175 w 75699"/>
                  <a:gd name="connsiteY3" fmla="*/ 23997 h 26354"/>
                  <a:gd name="connsiteX4" fmla="*/ 4607 w 75699"/>
                  <a:gd name="connsiteY4" fmla="*/ 26325 h 26354"/>
                  <a:gd name="connsiteX5" fmla="*/ 12117 w 75699"/>
                  <a:gd name="connsiteY5" fmla="*/ 26325 h 26354"/>
                  <a:gd name="connsiteX6" fmla="*/ 59279 w 75699"/>
                  <a:gd name="connsiteY6" fmla="*/ 26325 h 26354"/>
                  <a:gd name="connsiteX7" fmla="*/ 73623 w 75699"/>
                  <a:gd name="connsiteY7" fmla="*/ 26325 h 26354"/>
                  <a:gd name="connsiteX8" fmla="*/ 75501 w 75699"/>
                  <a:gd name="connsiteY8" fmla="*/ 25124 h 26354"/>
                  <a:gd name="connsiteX9" fmla="*/ 75501 w 75699"/>
                  <a:gd name="connsiteY9" fmla="*/ 14912 h 26354"/>
                  <a:gd name="connsiteX10" fmla="*/ 75501 w 75699"/>
                  <a:gd name="connsiteY10" fmla="*/ 4701 h 26354"/>
                  <a:gd name="connsiteX11" fmla="*/ 75501 w 75699"/>
                  <a:gd name="connsiteY11" fmla="*/ -30 h 26354"/>
                  <a:gd name="connsiteX12" fmla="*/ 36449 w 75699"/>
                  <a:gd name="connsiteY12" fmla="*/ 571 h 263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5699" h="26354">
                    <a:moveTo>
                      <a:pt x="20002" y="1622"/>
                    </a:moveTo>
                    <a:lnTo>
                      <a:pt x="175" y="1622"/>
                    </a:lnTo>
                    <a:cubicBezTo>
                      <a:pt x="175" y="5752"/>
                      <a:pt x="175" y="9131"/>
                      <a:pt x="175" y="13636"/>
                    </a:cubicBezTo>
                    <a:lnTo>
                      <a:pt x="175" y="23997"/>
                    </a:lnTo>
                    <a:cubicBezTo>
                      <a:pt x="175" y="25274"/>
                      <a:pt x="-1477" y="26250"/>
                      <a:pt x="4607" y="26325"/>
                    </a:cubicBezTo>
                    <a:lnTo>
                      <a:pt x="12117" y="26325"/>
                    </a:lnTo>
                    <a:lnTo>
                      <a:pt x="59279" y="26325"/>
                    </a:lnTo>
                    <a:lnTo>
                      <a:pt x="73623" y="26325"/>
                    </a:lnTo>
                    <a:cubicBezTo>
                      <a:pt x="74449" y="26325"/>
                      <a:pt x="75426" y="26325"/>
                      <a:pt x="75501" y="25124"/>
                    </a:cubicBezTo>
                    <a:cubicBezTo>
                      <a:pt x="75501" y="21745"/>
                      <a:pt x="75501" y="18366"/>
                      <a:pt x="75501" y="14912"/>
                    </a:cubicBezTo>
                    <a:cubicBezTo>
                      <a:pt x="75726" y="11511"/>
                      <a:pt x="75726" y="8102"/>
                      <a:pt x="75501" y="4701"/>
                    </a:cubicBezTo>
                    <a:cubicBezTo>
                      <a:pt x="75651" y="3124"/>
                      <a:pt x="75651" y="1547"/>
                      <a:pt x="75501" y="-30"/>
                    </a:cubicBezTo>
                    <a:lnTo>
                      <a:pt x="36449" y="571"/>
                    </a:lnTo>
                    <a:close/>
                  </a:path>
                </a:pathLst>
              </a:custGeom>
              <a:solidFill>
                <a:srgbClr val="FFFFF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1" name="Content Placeholder 4">
                <a:extLst>
                  <a:ext uri="{FF2B5EF4-FFF2-40B4-BE49-F238E27FC236}">
                    <a16:creationId xmlns:a16="http://schemas.microsoft.com/office/drawing/2014/main" id="{BF229D87-2520-8035-0B74-66ACE9D633AE}"/>
                  </a:ext>
                </a:extLst>
              </p:cNvPr>
              <p:cNvSpPr/>
              <p:nvPr/>
            </p:nvSpPr>
            <p:spPr>
              <a:xfrm>
                <a:off x="10916513" y="2984684"/>
                <a:ext cx="176451" cy="138694"/>
              </a:xfrm>
              <a:custGeom>
                <a:avLst/>
                <a:gdLst>
                  <a:gd name="connsiteX0" fmla="*/ 2600 w 176451"/>
                  <a:gd name="connsiteY0" fmla="*/ 8580 h 138694"/>
                  <a:gd name="connsiteX1" fmla="*/ 2600 w 176451"/>
                  <a:gd name="connsiteY1" fmla="*/ 16839 h 138694"/>
                  <a:gd name="connsiteX2" fmla="*/ 1173 w 176451"/>
                  <a:gd name="connsiteY2" fmla="*/ 94702 h 138694"/>
                  <a:gd name="connsiteX3" fmla="*/ -29 w 176451"/>
                  <a:gd name="connsiteY3" fmla="*/ 117227 h 138694"/>
                  <a:gd name="connsiteX4" fmla="*/ -29 w 176451"/>
                  <a:gd name="connsiteY4" fmla="*/ 135548 h 138694"/>
                  <a:gd name="connsiteX5" fmla="*/ 21225 w 176451"/>
                  <a:gd name="connsiteY5" fmla="*/ 136298 h 138694"/>
                  <a:gd name="connsiteX6" fmla="*/ 43079 w 176451"/>
                  <a:gd name="connsiteY6" fmla="*/ 136674 h 138694"/>
                  <a:gd name="connsiteX7" fmla="*/ 149720 w 176451"/>
                  <a:gd name="connsiteY7" fmla="*/ 138476 h 138694"/>
                  <a:gd name="connsiteX8" fmla="*/ 167143 w 176451"/>
                  <a:gd name="connsiteY8" fmla="*/ 138476 h 138694"/>
                  <a:gd name="connsiteX9" fmla="*/ 174653 w 176451"/>
                  <a:gd name="connsiteY9" fmla="*/ 137500 h 138694"/>
                  <a:gd name="connsiteX10" fmla="*/ 176306 w 176451"/>
                  <a:gd name="connsiteY10" fmla="*/ 116551 h 138694"/>
                  <a:gd name="connsiteX11" fmla="*/ 174578 w 176451"/>
                  <a:gd name="connsiteY11" fmla="*/ 22696 h 138694"/>
                  <a:gd name="connsiteX12" fmla="*/ 174578 w 176451"/>
                  <a:gd name="connsiteY12" fmla="*/ 170 h 138694"/>
                  <a:gd name="connsiteX13" fmla="*/ 160985 w 176451"/>
                  <a:gd name="connsiteY13" fmla="*/ 546 h 138694"/>
                  <a:gd name="connsiteX14" fmla="*/ 67411 w 176451"/>
                  <a:gd name="connsiteY14" fmla="*/ 5051 h 138694"/>
                  <a:gd name="connsiteX15" fmla="*/ 27382 w 176451"/>
                  <a:gd name="connsiteY15" fmla="*/ 7003 h 138694"/>
                  <a:gd name="connsiteX16" fmla="*/ 7706 w 176451"/>
                  <a:gd name="connsiteY16" fmla="*/ 7979 h 138694"/>
                  <a:gd name="connsiteX17" fmla="*/ 2600 w 176451"/>
                  <a:gd name="connsiteY17" fmla="*/ 8580 h 1386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76451" h="138694">
                    <a:moveTo>
                      <a:pt x="2600" y="8580"/>
                    </a:moveTo>
                    <a:lnTo>
                      <a:pt x="2600" y="16839"/>
                    </a:lnTo>
                    <a:cubicBezTo>
                      <a:pt x="2600" y="42615"/>
                      <a:pt x="2149" y="68572"/>
                      <a:pt x="1173" y="94702"/>
                    </a:cubicBezTo>
                    <a:cubicBezTo>
                      <a:pt x="1173" y="102210"/>
                      <a:pt x="422" y="109719"/>
                      <a:pt x="-29" y="117227"/>
                    </a:cubicBezTo>
                    <a:cubicBezTo>
                      <a:pt x="-29" y="121207"/>
                      <a:pt x="-29" y="135548"/>
                      <a:pt x="-29" y="135548"/>
                    </a:cubicBezTo>
                    <a:cubicBezTo>
                      <a:pt x="3426" y="138326"/>
                      <a:pt x="16794" y="136223"/>
                      <a:pt x="21225" y="136298"/>
                    </a:cubicBezTo>
                    <a:lnTo>
                      <a:pt x="43079" y="136674"/>
                    </a:lnTo>
                    <a:lnTo>
                      <a:pt x="149720" y="138476"/>
                    </a:lnTo>
                    <a:lnTo>
                      <a:pt x="167143" y="138476"/>
                    </a:lnTo>
                    <a:cubicBezTo>
                      <a:pt x="169171" y="138476"/>
                      <a:pt x="173076" y="139302"/>
                      <a:pt x="174653" y="137500"/>
                    </a:cubicBezTo>
                    <a:cubicBezTo>
                      <a:pt x="176156" y="130622"/>
                      <a:pt x="176681" y="123579"/>
                      <a:pt x="176306" y="116551"/>
                    </a:cubicBezTo>
                    <a:cubicBezTo>
                      <a:pt x="176306" y="83589"/>
                      <a:pt x="173827" y="55207"/>
                      <a:pt x="174578" y="22696"/>
                    </a:cubicBezTo>
                    <a:cubicBezTo>
                      <a:pt x="175029" y="15195"/>
                      <a:pt x="175029" y="7671"/>
                      <a:pt x="174578" y="170"/>
                    </a:cubicBezTo>
                    <a:cubicBezTo>
                      <a:pt x="170072" y="-190"/>
                      <a:pt x="165491" y="-63"/>
                      <a:pt x="160985" y="546"/>
                    </a:cubicBezTo>
                    <a:lnTo>
                      <a:pt x="67411" y="5051"/>
                    </a:lnTo>
                    <a:lnTo>
                      <a:pt x="27382" y="7003"/>
                    </a:lnTo>
                    <a:cubicBezTo>
                      <a:pt x="20924" y="7003"/>
                      <a:pt x="14165" y="7003"/>
                      <a:pt x="7706" y="7979"/>
                    </a:cubicBezTo>
                    <a:cubicBezTo>
                      <a:pt x="6054" y="8429"/>
                      <a:pt x="3426" y="7979"/>
                      <a:pt x="2600" y="8580"/>
                    </a:cubicBezTo>
                    <a:close/>
                  </a:path>
                </a:pathLst>
              </a:custGeom>
              <a:solidFill>
                <a:srgbClr val="E0DCD3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2" name="Content Placeholder 4">
                <a:extLst>
                  <a:ext uri="{FF2B5EF4-FFF2-40B4-BE49-F238E27FC236}">
                    <a16:creationId xmlns:a16="http://schemas.microsoft.com/office/drawing/2014/main" id="{25F070E1-12A7-88EF-F6ED-C32255F7F6FE}"/>
                  </a:ext>
                </a:extLst>
              </p:cNvPr>
              <p:cNvSpPr/>
              <p:nvPr/>
            </p:nvSpPr>
            <p:spPr>
              <a:xfrm>
                <a:off x="10947173" y="3000499"/>
                <a:ext cx="140748" cy="119795"/>
              </a:xfrm>
              <a:custGeom>
                <a:avLst/>
                <a:gdLst>
                  <a:gd name="connsiteX0" fmla="*/ 135282 w 140748"/>
                  <a:gd name="connsiteY0" fmla="*/ 7706 h 119795"/>
                  <a:gd name="connsiteX1" fmla="*/ 101937 w 140748"/>
                  <a:gd name="connsiteY1" fmla="*/ 39391 h 119795"/>
                  <a:gd name="connsiteX2" fmla="*/ 86467 w 140748"/>
                  <a:gd name="connsiteY2" fmla="*/ 51705 h 119795"/>
                  <a:gd name="connsiteX3" fmla="*/ 85941 w 140748"/>
                  <a:gd name="connsiteY3" fmla="*/ 51705 h 119795"/>
                  <a:gd name="connsiteX4" fmla="*/ 23383 w 140748"/>
                  <a:gd name="connsiteY4" fmla="*/ 41193 h 119795"/>
                  <a:gd name="connsiteX5" fmla="*/ 11067 w 140748"/>
                  <a:gd name="connsiteY5" fmla="*/ 38265 h 119795"/>
                  <a:gd name="connsiteX6" fmla="*/ 10541 w 140748"/>
                  <a:gd name="connsiteY6" fmla="*/ 24825 h 119795"/>
                  <a:gd name="connsiteX7" fmla="*/ 29016 w 140748"/>
                  <a:gd name="connsiteY7" fmla="*/ 723 h 119795"/>
                  <a:gd name="connsiteX8" fmla="*/ 29016 w 140748"/>
                  <a:gd name="connsiteY8" fmla="*/ 85 h 119795"/>
                  <a:gd name="connsiteX9" fmla="*/ 28340 w 140748"/>
                  <a:gd name="connsiteY9" fmla="*/ 122 h 119795"/>
                  <a:gd name="connsiteX10" fmla="*/ 8213 w 140748"/>
                  <a:gd name="connsiteY10" fmla="*/ 24675 h 119795"/>
                  <a:gd name="connsiteX11" fmla="*/ 6110 w 140748"/>
                  <a:gd name="connsiteY11" fmla="*/ 35412 h 119795"/>
                  <a:gd name="connsiteX12" fmla="*/ 13620 w 140748"/>
                  <a:gd name="connsiteY12" fmla="*/ 42245 h 119795"/>
                  <a:gd name="connsiteX13" fmla="*/ 29166 w 140748"/>
                  <a:gd name="connsiteY13" fmla="*/ 45173 h 119795"/>
                  <a:gd name="connsiteX14" fmla="*/ 47340 w 140748"/>
                  <a:gd name="connsiteY14" fmla="*/ 48402 h 119795"/>
                  <a:gd name="connsiteX15" fmla="*/ 82712 w 140748"/>
                  <a:gd name="connsiteY15" fmla="*/ 54709 h 119795"/>
                  <a:gd name="connsiteX16" fmla="*/ 65589 w 140748"/>
                  <a:gd name="connsiteY16" fmla="*/ 67173 h 119795"/>
                  <a:gd name="connsiteX17" fmla="*/ 29391 w 140748"/>
                  <a:gd name="connsiteY17" fmla="*/ 92101 h 119795"/>
                  <a:gd name="connsiteX18" fmla="*/ 27 w 140748"/>
                  <a:gd name="connsiteY18" fmla="*/ 118605 h 119795"/>
                  <a:gd name="connsiteX19" fmla="*/ 477 w 140748"/>
                  <a:gd name="connsiteY19" fmla="*/ 119694 h 119795"/>
                  <a:gd name="connsiteX20" fmla="*/ 1303 w 140748"/>
                  <a:gd name="connsiteY20" fmla="*/ 119582 h 119795"/>
                  <a:gd name="connsiteX21" fmla="*/ 33371 w 140748"/>
                  <a:gd name="connsiteY21" fmla="*/ 94729 h 119795"/>
                  <a:gd name="connsiteX22" fmla="*/ 70020 w 140748"/>
                  <a:gd name="connsiteY22" fmla="*/ 70326 h 119795"/>
                  <a:gd name="connsiteX23" fmla="*/ 139863 w 140748"/>
                  <a:gd name="connsiteY23" fmla="*/ 11985 h 119795"/>
                  <a:gd name="connsiteX24" fmla="*/ 139713 w 140748"/>
                  <a:gd name="connsiteY24" fmla="*/ 7556 h 119795"/>
                  <a:gd name="connsiteX25" fmla="*/ 135282 w 140748"/>
                  <a:gd name="connsiteY25" fmla="*/ 7706 h 1197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140748" h="119795">
                    <a:moveTo>
                      <a:pt x="135282" y="7706"/>
                    </a:moveTo>
                    <a:cubicBezTo>
                      <a:pt x="124768" y="18878"/>
                      <a:pt x="113653" y="29458"/>
                      <a:pt x="101937" y="39391"/>
                    </a:cubicBezTo>
                    <a:cubicBezTo>
                      <a:pt x="96831" y="43596"/>
                      <a:pt x="91724" y="47726"/>
                      <a:pt x="86467" y="51705"/>
                    </a:cubicBezTo>
                    <a:lnTo>
                      <a:pt x="85941" y="51705"/>
                    </a:lnTo>
                    <a:lnTo>
                      <a:pt x="23383" y="41193"/>
                    </a:lnTo>
                    <a:cubicBezTo>
                      <a:pt x="19102" y="40968"/>
                      <a:pt x="14972" y="39977"/>
                      <a:pt x="11067" y="38265"/>
                    </a:cubicBezTo>
                    <a:cubicBezTo>
                      <a:pt x="6260" y="35487"/>
                      <a:pt x="8438" y="28654"/>
                      <a:pt x="10541" y="24825"/>
                    </a:cubicBezTo>
                    <a:cubicBezTo>
                      <a:pt x="15798" y="16138"/>
                      <a:pt x="22031" y="8058"/>
                      <a:pt x="29016" y="723"/>
                    </a:cubicBezTo>
                    <a:cubicBezTo>
                      <a:pt x="29166" y="535"/>
                      <a:pt x="29166" y="250"/>
                      <a:pt x="29016" y="85"/>
                    </a:cubicBezTo>
                    <a:cubicBezTo>
                      <a:pt x="28790" y="-81"/>
                      <a:pt x="28489" y="-66"/>
                      <a:pt x="28340" y="122"/>
                    </a:cubicBezTo>
                    <a:cubicBezTo>
                      <a:pt x="20604" y="7390"/>
                      <a:pt x="13845" y="15642"/>
                      <a:pt x="8213" y="24675"/>
                    </a:cubicBezTo>
                    <a:cubicBezTo>
                      <a:pt x="6185" y="27866"/>
                      <a:pt x="5434" y="31695"/>
                      <a:pt x="6110" y="35412"/>
                    </a:cubicBezTo>
                    <a:cubicBezTo>
                      <a:pt x="7161" y="38896"/>
                      <a:pt x="10015" y="41516"/>
                      <a:pt x="13620" y="42245"/>
                    </a:cubicBezTo>
                    <a:cubicBezTo>
                      <a:pt x="18727" y="43536"/>
                      <a:pt x="23908" y="44512"/>
                      <a:pt x="29166" y="45173"/>
                    </a:cubicBezTo>
                    <a:lnTo>
                      <a:pt x="47340" y="48402"/>
                    </a:lnTo>
                    <a:lnTo>
                      <a:pt x="82712" y="54709"/>
                    </a:lnTo>
                    <a:cubicBezTo>
                      <a:pt x="77005" y="58988"/>
                      <a:pt x="71297" y="63118"/>
                      <a:pt x="65589" y="67173"/>
                    </a:cubicBezTo>
                    <a:cubicBezTo>
                      <a:pt x="53498" y="75732"/>
                      <a:pt x="41332" y="83916"/>
                      <a:pt x="29391" y="92101"/>
                    </a:cubicBezTo>
                    <a:cubicBezTo>
                      <a:pt x="17751" y="98663"/>
                      <a:pt x="7763" y="107718"/>
                      <a:pt x="27" y="118605"/>
                    </a:cubicBezTo>
                    <a:cubicBezTo>
                      <a:pt x="-123" y="119019"/>
                      <a:pt x="27" y="119507"/>
                      <a:pt x="477" y="119694"/>
                    </a:cubicBezTo>
                    <a:cubicBezTo>
                      <a:pt x="703" y="119822"/>
                      <a:pt x="1079" y="119777"/>
                      <a:pt x="1303" y="119582"/>
                    </a:cubicBezTo>
                    <a:cubicBezTo>
                      <a:pt x="11142" y="110234"/>
                      <a:pt x="21881" y="101907"/>
                      <a:pt x="33371" y="94729"/>
                    </a:cubicBezTo>
                    <a:cubicBezTo>
                      <a:pt x="45537" y="87220"/>
                      <a:pt x="57854" y="78811"/>
                      <a:pt x="70020" y="70326"/>
                    </a:cubicBezTo>
                    <a:cubicBezTo>
                      <a:pt x="95554" y="53732"/>
                      <a:pt x="118985" y="34150"/>
                      <a:pt x="139863" y="11985"/>
                    </a:cubicBezTo>
                    <a:cubicBezTo>
                      <a:pt x="141065" y="10724"/>
                      <a:pt x="140990" y="8734"/>
                      <a:pt x="139713" y="7556"/>
                    </a:cubicBezTo>
                    <a:cubicBezTo>
                      <a:pt x="138436" y="6377"/>
                      <a:pt x="136483" y="6444"/>
                      <a:pt x="135282" y="7706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3" name="Content Placeholder 4">
                <a:extLst>
                  <a:ext uri="{FF2B5EF4-FFF2-40B4-BE49-F238E27FC236}">
                    <a16:creationId xmlns:a16="http://schemas.microsoft.com/office/drawing/2014/main" id="{DE794464-1250-52FA-BED9-530C6B4E2FF0}"/>
                  </a:ext>
                </a:extLst>
              </p:cNvPr>
              <p:cNvSpPr/>
              <p:nvPr/>
            </p:nvSpPr>
            <p:spPr>
              <a:xfrm>
                <a:off x="11015946" y="3068670"/>
                <a:ext cx="72358" cy="7162"/>
              </a:xfrm>
              <a:custGeom>
                <a:avLst/>
                <a:gdLst>
                  <a:gd name="connsiteX0" fmla="*/ 70489 w 72358"/>
                  <a:gd name="connsiteY0" fmla="*/ 2832 h 7162"/>
                  <a:gd name="connsiteX1" fmla="*/ 52315 w 72358"/>
                  <a:gd name="connsiteY1" fmla="*/ 1480 h 7162"/>
                  <a:gd name="connsiteX2" fmla="*/ 33691 w 72358"/>
                  <a:gd name="connsiteY2" fmla="*/ 1480 h 7162"/>
                  <a:gd name="connsiteX3" fmla="*/ 15666 w 72358"/>
                  <a:gd name="connsiteY3" fmla="*/ 1480 h 7162"/>
                  <a:gd name="connsiteX4" fmla="*/ 646 w 72358"/>
                  <a:gd name="connsiteY4" fmla="*/ 54 h 7162"/>
                  <a:gd name="connsiteX5" fmla="*/ -29 w 72358"/>
                  <a:gd name="connsiteY5" fmla="*/ 729 h 7162"/>
                  <a:gd name="connsiteX6" fmla="*/ 646 w 72358"/>
                  <a:gd name="connsiteY6" fmla="*/ 1405 h 7162"/>
                  <a:gd name="connsiteX7" fmla="*/ 16417 w 72358"/>
                  <a:gd name="connsiteY7" fmla="*/ 4033 h 7162"/>
                  <a:gd name="connsiteX8" fmla="*/ 33615 w 72358"/>
                  <a:gd name="connsiteY8" fmla="*/ 4934 h 7162"/>
                  <a:gd name="connsiteX9" fmla="*/ 50963 w 72358"/>
                  <a:gd name="connsiteY9" fmla="*/ 5760 h 7162"/>
                  <a:gd name="connsiteX10" fmla="*/ 69888 w 72358"/>
                  <a:gd name="connsiteY10" fmla="*/ 7111 h 7162"/>
                  <a:gd name="connsiteX11" fmla="*/ 72292 w 72358"/>
                  <a:gd name="connsiteY11" fmla="*/ 5272 h 7162"/>
                  <a:gd name="connsiteX12" fmla="*/ 70489 w 72358"/>
                  <a:gd name="connsiteY12" fmla="*/ 2832 h 7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2358" h="7162">
                    <a:moveTo>
                      <a:pt x="70489" y="2832"/>
                    </a:moveTo>
                    <a:cubicBezTo>
                      <a:pt x="64481" y="1976"/>
                      <a:pt x="58398" y="1518"/>
                      <a:pt x="52315" y="1480"/>
                    </a:cubicBezTo>
                    <a:cubicBezTo>
                      <a:pt x="46081" y="1480"/>
                      <a:pt x="39848" y="1030"/>
                      <a:pt x="33691" y="1480"/>
                    </a:cubicBezTo>
                    <a:cubicBezTo>
                      <a:pt x="27532" y="1931"/>
                      <a:pt x="21600" y="1931"/>
                      <a:pt x="15666" y="1480"/>
                    </a:cubicBezTo>
                    <a:cubicBezTo>
                      <a:pt x="10785" y="241"/>
                      <a:pt x="5678" y="-239"/>
                      <a:pt x="646" y="54"/>
                    </a:cubicBezTo>
                    <a:cubicBezTo>
                      <a:pt x="271" y="54"/>
                      <a:pt x="-29" y="354"/>
                      <a:pt x="-29" y="729"/>
                    </a:cubicBezTo>
                    <a:cubicBezTo>
                      <a:pt x="-29" y="1105"/>
                      <a:pt x="271" y="1405"/>
                      <a:pt x="646" y="1405"/>
                    </a:cubicBezTo>
                    <a:cubicBezTo>
                      <a:pt x="5978" y="1765"/>
                      <a:pt x="11236" y="2652"/>
                      <a:pt x="16417" y="4033"/>
                    </a:cubicBezTo>
                    <a:cubicBezTo>
                      <a:pt x="22050" y="4784"/>
                      <a:pt x="27908" y="4634"/>
                      <a:pt x="33615" y="4934"/>
                    </a:cubicBezTo>
                    <a:cubicBezTo>
                      <a:pt x="39323" y="5234"/>
                      <a:pt x="45180" y="5384"/>
                      <a:pt x="50963" y="5760"/>
                    </a:cubicBezTo>
                    <a:cubicBezTo>
                      <a:pt x="56746" y="6135"/>
                      <a:pt x="63505" y="7036"/>
                      <a:pt x="69888" y="7111"/>
                    </a:cubicBezTo>
                    <a:cubicBezTo>
                      <a:pt x="71090" y="7277"/>
                      <a:pt x="72142" y="6451"/>
                      <a:pt x="72292" y="5272"/>
                    </a:cubicBezTo>
                    <a:cubicBezTo>
                      <a:pt x="72517" y="4093"/>
                      <a:pt x="71691" y="2997"/>
                      <a:pt x="70489" y="2832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4" name="Content Placeholder 4">
                <a:extLst>
                  <a:ext uri="{FF2B5EF4-FFF2-40B4-BE49-F238E27FC236}">
                    <a16:creationId xmlns:a16="http://schemas.microsoft.com/office/drawing/2014/main" id="{4538AB2D-3C5D-AD56-0C23-4678F1C5CA57}"/>
                  </a:ext>
                </a:extLst>
              </p:cNvPr>
              <p:cNvSpPr/>
              <p:nvPr/>
            </p:nvSpPr>
            <p:spPr>
              <a:xfrm>
                <a:off x="11014293" y="3089137"/>
                <a:ext cx="75653" cy="32052"/>
              </a:xfrm>
              <a:custGeom>
                <a:avLst/>
                <a:gdLst>
                  <a:gd name="connsiteX0" fmla="*/ 33240 w 75653"/>
                  <a:gd name="connsiteY0" fmla="*/ 1511 h 32052"/>
                  <a:gd name="connsiteX1" fmla="*/ 25730 w 75653"/>
                  <a:gd name="connsiteY1" fmla="*/ 9 h 32052"/>
                  <a:gd name="connsiteX2" fmla="*/ 6355 w 75653"/>
                  <a:gd name="connsiteY2" fmla="*/ 9019 h 32052"/>
                  <a:gd name="connsiteX3" fmla="*/ -29 w 75653"/>
                  <a:gd name="connsiteY3" fmla="*/ 29142 h 32052"/>
                  <a:gd name="connsiteX4" fmla="*/ 20548 w 75653"/>
                  <a:gd name="connsiteY4" fmla="*/ 30869 h 32052"/>
                  <a:gd name="connsiteX5" fmla="*/ 57122 w 75653"/>
                  <a:gd name="connsiteY5" fmla="*/ 30869 h 32052"/>
                  <a:gd name="connsiteX6" fmla="*/ 69814 w 75653"/>
                  <a:gd name="connsiteY6" fmla="*/ 25763 h 32052"/>
                  <a:gd name="connsiteX7" fmla="*/ 75296 w 75653"/>
                  <a:gd name="connsiteY7" fmla="*/ 2712 h 32052"/>
                  <a:gd name="connsiteX8" fmla="*/ 52766 w 75653"/>
                  <a:gd name="connsiteY8" fmla="*/ 2712 h 32052"/>
                  <a:gd name="connsiteX9" fmla="*/ 33240 w 75653"/>
                  <a:gd name="connsiteY9" fmla="*/ 1511 h 32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5653" h="32052">
                    <a:moveTo>
                      <a:pt x="33240" y="1511"/>
                    </a:moveTo>
                    <a:cubicBezTo>
                      <a:pt x="30762" y="865"/>
                      <a:pt x="28284" y="362"/>
                      <a:pt x="25730" y="9"/>
                    </a:cubicBezTo>
                    <a:cubicBezTo>
                      <a:pt x="18145" y="-434"/>
                      <a:pt x="10861" y="2952"/>
                      <a:pt x="6355" y="9019"/>
                    </a:cubicBezTo>
                    <a:cubicBezTo>
                      <a:pt x="2224" y="14906"/>
                      <a:pt x="-29" y="21934"/>
                      <a:pt x="-29" y="29142"/>
                    </a:cubicBezTo>
                    <a:lnTo>
                      <a:pt x="20548" y="30869"/>
                    </a:lnTo>
                    <a:cubicBezTo>
                      <a:pt x="32714" y="32408"/>
                      <a:pt x="44956" y="32408"/>
                      <a:pt x="57122" y="30869"/>
                    </a:cubicBezTo>
                    <a:cubicBezTo>
                      <a:pt x="61778" y="30381"/>
                      <a:pt x="66134" y="28609"/>
                      <a:pt x="69814" y="25763"/>
                    </a:cubicBezTo>
                    <a:cubicBezTo>
                      <a:pt x="76197" y="20132"/>
                      <a:pt x="75972" y="10746"/>
                      <a:pt x="75296" y="2712"/>
                    </a:cubicBezTo>
                    <a:lnTo>
                      <a:pt x="52766" y="2712"/>
                    </a:lnTo>
                    <a:cubicBezTo>
                      <a:pt x="46233" y="2967"/>
                      <a:pt x="39699" y="2562"/>
                      <a:pt x="33240" y="1511"/>
                    </a:cubicBezTo>
                    <a:close/>
                  </a:path>
                </a:pathLst>
              </a:custGeom>
              <a:solidFill>
                <a:srgbClr val="9FB18F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5" name="Content Placeholder 4">
                <a:extLst>
                  <a:ext uri="{FF2B5EF4-FFF2-40B4-BE49-F238E27FC236}">
                    <a16:creationId xmlns:a16="http://schemas.microsoft.com/office/drawing/2014/main" id="{827369B2-5343-53DF-D526-3F0C6F605B3A}"/>
                  </a:ext>
                </a:extLst>
              </p:cNvPr>
              <p:cNvSpPr/>
              <p:nvPr/>
            </p:nvSpPr>
            <p:spPr>
              <a:xfrm>
                <a:off x="10927478" y="2991534"/>
                <a:ext cx="93843" cy="31916"/>
              </a:xfrm>
              <a:custGeom>
                <a:avLst/>
                <a:gdLst>
                  <a:gd name="connsiteX0" fmla="*/ 91367 w 93843"/>
                  <a:gd name="connsiteY0" fmla="*/ 452 h 31916"/>
                  <a:gd name="connsiteX1" fmla="*/ 73118 w 93843"/>
                  <a:gd name="connsiteY1" fmla="*/ 17647 h 31916"/>
                  <a:gd name="connsiteX2" fmla="*/ 62303 w 93843"/>
                  <a:gd name="connsiteY2" fmla="*/ 26206 h 31916"/>
                  <a:gd name="connsiteX3" fmla="*/ 57047 w 93843"/>
                  <a:gd name="connsiteY3" fmla="*/ 29510 h 31916"/>
                  <a:gd name="connsiteX4" fmla="*/ 49537 w 93843"/>
                  <a:gd name="connsiteY4" fmla="*/ 28234 h 31916"/>
                  <a:gd name="connsiteX5" fmla="*/ -29 w 93843"/>
                  <a:gd name="connsiteY5" fmla="*/ 12541 h 31916"/>
                  <a:gd name="connsiteX6" fmla="*/ -29 w 93843"/>
                  <a:gd name="connsiteY6" fmla="*/ 13217 h 31916"/>
                  <a:gd name="connsiteX7" fmla="*/ 52541 w 93843"/>
                  <a:gd name="connsiteY7" fmla="*/ 31387 h 31916"/>
                  <a:gd name="connsiteX8" fmla="*/ 62303 w 93843"/>
                  <a:gd name="connsiteY8" fmla="*/ 29360 h 31916"/>
                  <a:gd name="connsiteX9" fmla="*/ 72817 w 93843"/>
                  <a:gd name="connsiteY9" fmla="*/ 21251 h 31916"/>
                  <a:gd name="connsiteX10" fmla="*/ 93695 w 93843"/>
                  <a:gd name="connsiteY10" fmla="*/ 2029 h 31916"/>
                  <a:gd name="connsiteX11" fmla="*/ 91367 w 93843"/>
                  <a:gd name="connsiteY11" fmla="*/ 452 h 319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3843" h="31916">
                    <a:moveTo>
                      <a:pt x="91367" y="452"/>
                    </a:moveTo>
                    <a:cubicBezTo>
                      <a:pt x="85585" y="6489"/>
                      <a:pt x="79501" y="12226"/>
                      <a:pt x="73118" y="17647"/>
                    </a:cubicBezTo>
                    <a:cubicBezTo>
                      <a:pt x="69589" y="20553"/>
                      <a:pt x="65983" y="23406"/>
                      <a:pt x="62303" y="26206"/>
                    </a:cubicBezTo>
                    <a:cubicBezTo>
                      <a:pt x="60726" y="27535"/>
                      <a:pt x="58924" y="28647"/>
                      <a:pt x="57047" y="29510"/>
                    </a:cubicBezTo>
                    <a:cubicBezTo>
                      <a:pt x="54644" y="30411"/>
                      <a:pt x="51640" y="28910"/>
                      <a:pt x="49537" y="28234"/>
                    </a:cubicBezTo>
                    <a:cubicBezTo>
                      <a:pt x="32714" y="22753"/>
                      <a:pt x="16193" y="17647"/>
                      <a:pt x="-29" y="12541"/>
                    </a:cubicBezTo>
                    <a:lnTo>
                      <a:pt x="-29" y="13217"/>
                    </a:lnTo>
                    <a:cubicBezTo>
                      <a:pt x="17019" y="19224"/>
                      <a:pt x="34366" y="25531"/>
                      <a:pt x="52541" y="31387"/>
                    </a:cubicBezTo>
                    <a:cubicBezTo>
                      <a:pt x="55920" y="32499"/>
                      <a:pt x="59675" y="31725"/>
                      <a:pt x="62303" y="29360"/>
                    </a:cubicBezTo>
                    <a:cubicBezTo>
                      <a:pt x="65909" y="26807"/>
                      <a:pt x="69363" y="24029"/>
                      <a:pt x="72817" y="21251"/>
                    </a:cubicBezTo>
                    <a:cubicBezTo>
                      <a:pt x="80177" y="15259"/>
                      <a:pt x="87086" y="8839"/>
                      <a:pt x="93695" y="2029"/>
                    </a:cubicBezTo>
                    <a:cubicBezTo>
                      <a:pt x="94296" y="903"/>
                      <a:pt x="92493" y="-899"/>
                      <a:pt x="91367" y="452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6" name="Content Placeholder 4">
                <a:extLst>
                  <a:ext uri="{FF2B5EF4-FFF2-40B4-BE49-F238E27FC236}">
                    <a16:creationId xmlns:a16="http://schemas.microsoft.com/office/drawing/2014/main" id="{EAC897F4-47D1-7B81-943D-932422EC73A3}"/>
                  </a:ext>
                </a:extLst>
              </p:cNvPr>
              <p:cNvSpPr/>
              <p:nvPr/>
            </p:nvSpPr>
            <p:spPr>
              <a:xfrm>
                <a:off x="10979447" y="2988914"/>
                <a:ext cx="77786" cy="41547"/>
              </a:xfrm>
              <a:custGeom>
                <a:avLst/>
                <a:gdLst>
                  <a:gd name="connsiteX0" fmla="*/ 75522 w 77786"/>
                  <a:gd name="connsiteY0" fmla="*/ 369 h 41547"/>
                  <a:gd name="connsiteX1" fmla="*/ 59300 w 77786"/>
                  <a:gd name="connsiteY1" fmla="*/ 14185 h 41547"/>
                  <a:gd name="connsiteX2" fmla="*/ 41877 w 77786"/>
                  <a:gd name="connsiteY2" fmla="*/ 29202 h 41547"/>
                  <a:gd name="connsiteX3" fmla="*/ 33691 w 77786"/>
                  <a:gd name="connsiteY3" fmla="*/ 36335 h 41547"/>
                  <a:gd name="connsiteX4" fmla="*/ 27083 w 77786"/>
                  <a:gd name="connsiteY4" fmla="*/ 38888 h 41547"/>
                  <a:gd name="connsiteX5" fmla="*/ 21450 w 77786"/>
                  <a:gd name="connsiteY5" fmla="*/ 37386 h 41547"/>
                  <a:gd name="connsiteX6" fmla="*/ 497 w 77786"/>
                  <a:gd name="connsiteY6" fmla="*/ 31680 h 41547"/>
                  <a:gd name="connsiteX7" fmla="*/ -29 w 77786"/>
                  <a:gd name="connsiteY7" fmla="*/ 32205 h 41547"/>
                  <a:gd name="connsiteX8" fmla="*/ 497 w 77786"/>
                  <a:gd name="connsiteY8" fmla="*/ 32731 h 41547"/>
                  <a:gd name="connsiteX9" fmla="*/ 22351 w 77786"/>
                  <a:gd name="connsiteY9" fmla="*/ 39488 h 41547"/>
                  <a:gd name="connsiteX10" fmla="*/ 30838 w 77786"/>
                  <a:gd name="connsiteY10" fmla="*/ 41290 h 41547"/>
                  <a:gd name="connsiteX11" fmla="*/ 39324 w 77786"/>
                  <a:gd name="connsiteY11" fmla="*/ 34758 h 41547"/>
                  <a:gd name="connsiteX12" fmla="*/ 57798 w 77786"/>
                  <a:gd name="connsiteY12" fmla="*/ 18990 h 41547"/>
                  <a:gd name="connsiteX13" fmla="*/ 77399 w 77786"/>
                  <a:gd name="connsiteY13" fmla="*/ 2171 h 41547"/>
                  <a:gd name="connsiteX14" fmla="*/ 77324 w 77786"/>
                  <a:gd name="connsiteY14" fmla="*/ 332 h 41547"/>
                  <a:gd name="connsiteX15" fmla="*/ 75522 w 77786"/>
                  <a:gd name="connsiteY15" fmla="*/ 369 h 41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77786" h="41547">
                    <a:moveTo>
                      <a:pt x="75522" y="369"/>
                    </a:moveTo>
                    <a:cubicBezTo>
                      <a:pt x="69814" y="4649"/>
                      <a:pt x="64633" y="9530"/>
                      <a:pt x="59300" y="14185"/>
                    </a:cubicBezTo>
                    <a:lnTo>
                      <a:pt x="41877" y="29202"/>
                    </a:lnTo>
                    <a:lnTo>
                      <a:pt x="33691" y="36335"/>
                    </a:lnTo>
                    <a:cubicBezTo>
                      <a:pt x="31588" y="38137"/>
                      <a:pt x="29936" y="39564"/>
                      <a:pt x="27083" y="38888"/>
                    </a:cubicBezTo>
                    <a:lnTo>
                      <a:pt x="21450" y="37386"/>
                    </a:lnTo>
                    <a:cubicBezTo>
                      <a:pt x="14465" y="35434"/>
                      <a:pt x="7481" y="33482"/>
                      <a:pt x="497" y="31680"/>
                    </a:cubicBezTo>
                    <a:cubicBezTo>
                      <a:pt x="196" y="31680"/>
                      <a:pt x="-29" y="31912"/>
                      <a:pt x="-29" y="32205"/>
                    </a:cubicBezTo>
                    <a:cubicBezTo>
                      <a:pt x="-29" y="32498"/>
                      <a:pt x="196" y="32731"/>
                      <a:pt x="497" y="32731"/>
                    </a:cubicBezTo>
                    <a:cubicBezTo>
                      <a:pt x="8007" y="35058"/>
                      <a:pt x="14991" y="37236"/>
                      <a:pt x="22351" y="39488"/>
                    </a:cubicBezTo>
                    <a:cubicBezTo>
                      <a:pt x="24529" y="40164"/>
                      <a:pt x="28359" y="42192"/>
                      <a:pt x="30838" y="41290"/>
                    </a:cubicBezTo>
                    <a:cubicBezTo>
                      <a:pt x="33991" y="39556"/>
                      <a:pt x="36845" y="37348"/>
                      <a:pt x="39324" y="34758"/>
                    </a:cubicBezTo>
                    <a:cubicBezTo>
                      <a:pt x="45482" y="29502"/>
                      <a:pt x="51640" y="24321"/>
                      <a:pt x="57798" y="18990"/>
                    </a:cubicBezTo>
                    <a:cubicBezTo>
                      <a:pt x="63956" y="13659"/>
                      <a:pt x="71241" y="8103"/>
                      <a:pt x="77399" y="2171"/>
                    </a:cubicBezTo>
                    <a:cubicBezTo>
                      <a:pt x="77925" y="1653"/>
                      <a:pt x="77849" y="827"/>
                      <a:pt x="77324" y="332"/>
                    </a:cubicBezTo>
                    <a:cubicBezTo>
                      <a:pt x="76874" y="-164"/>
                      <a:pt x="76047" y="-149"/>
                      <a:pt x="75522" y="36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7" name="Content Placeholder 4">
                <a:extLst>
                  <a:ext uri="{FF2B5EF4-FFF2-40B4-BE49-F238E27FC236}">
                    <a16:creationId xmlns:a16="http://schemas.microsoft.com/office/drawing/2014/main" id="{7095FDF8-3865-62A5-0C37-190C63F22090}"/>
                  </a:ext>
                </a:extLst>
              </p:cNvPr>
              <p:cNvSpPr/>
              <p:nvPr/>
            </p:nvSpPr>
            <p:spPr>
              <a:xfrm>
                <a:off x="11017591" y="3009511"/>
                <a:ext cx="8801" cy="4830"/>
              </a:xfrm>
              <a:custGeom>
                <a:avLst/>
                <a:gdLst>
                  <a:gd name="connsiteX0" fmla="*/ 8238 w 8801"/>
                  <a:gd name="connsiteY0" fmla="*/ 3649 h 4830"/>
                  <a:gd name="connsiteX1" fmla="*/ 728 w 8801"/>
                  <a:gd name="connsiteY1" fmla="*/ -30 h 4830"/>
                  <a:gd name="connsiteX2" fmla="*/ 203 w 8801"/>
                  <a:gd name="connsiteY2" fmla="*/ 796 h 4830"/>
                  <a:gd name="connsiteX3" fmla="*/ 7713 w 8801"/>
                  <a:gd name="connsiteY3" fmla="*/ 4776 h 4830"/>
                  <a:gd name="connsiteX4" fmla="*/ 8238 w 8801"/>
                  <a:gd name="connsiteY4" fmla="*/ 3649 h 48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01" h="4830">
                    <a:moveTo>
                      <a:pt x="8238" y="3649"/>
                    </a:moveTo>
                    <a:cubicBezTo>
                      <a:pt x="5685" y="2298"/>
                      <a:pt x="2907" y="1172"/>
                      <a:pt x="728" y="-30"/>
                    </a:cubicBezTo>
                    <a:cubicBezTo>
                      <a:pt x="128" y="-30"/>
                      <a:pt x="-323" y="496"/>
                      <a:pt x="203" y="796"/>
                    </a:cubicBezTo>
                    <a:cubicBezTo>
                      <a:pt x="2756" y="2148"/>
                      <a:pt x="5234" y="3574"/>
                      <a:pt x="7713" y="4776"/>
                    </a:cubicBezTo>
                    <a:cubicBezTo>
                      <a:pt x="8614" y="5001"/>
                      <a:pt x="9290" y="3649"/>
                      <a:pt x="8238" y="364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8" name="Content Placeholder 4">
                <a:extLst>
                  <a:ext uri="{FF2B5EF4-FFF2-40B4-BE49-F238E27FC236}">
                    <a16:creationId xmlns:a16="http://schemas.microsoft.com/office/drawing/2014/main" id="{56B71447-A55E-9DD6-AFCC-0AA534BE3532}"/>
                  </a:ext>
                </a:extLst>
              </p:cNvPr>
              <p:cNvSpPr/>
              <p:nvPr/>
            </p:nvSpPr>
            <p:spPr>
              <a:xfrm>
                <a:off x="10932134" y="3042837"/>
                <a:ext cx="42300" cy="34019"/>
              </a:xfrm>
              <a:custGeom>
                <a:avLst/>
                <a:gdLst>
                  <a:gd name="connsiteX0" fmla="*/ 39398 w 42300"/>
                  <a:gd name="connsiteY0" fmla="*/ 358 h 34019"/>
                  <a:gd name="connsiteX1" fmla="*/ 571 w 42300"/>
                  <a:gd name="connsiteY1" fmla="*/ 32644 h 34019"/>
                  <a:gd name="connsiteX2" fmla="*/ -29 w 42300"/>
                  <a:gd name="connsiteY2" fmla="*/ 33418 h 34019"/>
                  <a:gd name="connsiteX3" fmla="*/ 797 w 42300"/>
                  <a:gd name="connsiteY3" fmla="*/ 33981 h 34019"/>
                  <a:gd name="connsiteX4" fmla="*/ 1173 w 42300"/>
                  <a:gd name="connsiteY4" fmla="*/ 33771 h 34019"/>
                  <a:gd name="connsiteX5" fmla="*/ 20998 w 42300"/>
                  <a:gd name="connsiteY5" fmla="*/ 20631 h 34019"/>
                  <a:gd name="connsiteX6" fmla="*/ 41726 w 42300"/>
                  <a:gd name="connsiteY6" fmla="*/ 2535 h 34019"/>
                  <a:gd name="connsiteX7" fmla="*/ 39398 w 42300"/>
                  <a:gd name="connsiteY7" fmla="*/ 358 h 34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2300" h="34019">
                    <a:moveTo>
                      <a:pt x="39398" y="358"/>
                    </a:moveTo>
                    <a:cubicBezTo>
                      <a:pt x="27458" y="12281"/>
                      <a:pt x="14465" y="23086"/>
                      <a:pt x="571" y="32644"/>
                    </a:cubicBezTo>
                    <a:cubicBezTo>
                      <a:pt x="196" y="32704"/>
                      <a:pt x="-29" y="33050"/>
                      <a:pt x="-29" y="33418"/>
                    </a:cubicBezTo>
                    <a:cubicBezTo>
                      <a:pt x="46" y="33786"/>
                      <a:pt x="421" y="34041"/>
                      <a:pt x="797" y="33981"/>
                    </a:cubicBezTo>
                    <a:cubicBezTo>
                      <a:pt x="947" y="33958"/>
                      <a:pt x="1097" y="33883"/>
                      <a:pt x="1173" y="33771"/>
                    </a:cubicBezTo>
                    <a:cubicBezTo>
                      <a:pt x="8156" y="29926"/>
                      <a:pt x="14765" y="25534"/>
                      <a:pt x="20998" y="20631"/>
                    </a:cubicBezTo>
                    <a:cubicBezTo>
                      <a:pt x="28508" y="15000"/>
                      <a:pt x="34892" y="8692"/>
                      <a:pt x="41726" y="2535"/>
                    </a:cubicBezTo>
                    <a:cubicBezTo>
                      <a:pt x="43304" y="1259"/>
                      <a:pt x="41125" y="-919"/>
                      <a:pt x="39398" y="358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9" name="Content Placeholder 4">
                <a:extLst>
                  <a:ext uri="{FF2B5EF4-FFF2-40B4-BE49-F238E27FC236}">
                    <a16:creationId xmlns:a16="http://schemas.microsoft.com/office/drawing/2014/main" id="{225036DF-4857-87EE-E4BF-A251DE37D512}"/>
                  </a:ext>
                </a:extLst>
              </p:cNvPr>
              <p:cNvSpPr/>
              <p:nvPr/>
            </p:nvSpPr>
            <p:spPr>
              <a:xfrm>
                <a:off x="10940011" y="3048706"/>
                <a:ext cx="59742" cy="29471"/>
              </a:xfrm>
              <a:custGeom>
                <a:avLst/>
                <a:gdLst>
                  <a:gd name="connsiteX0" fmla="*/ 59083 w 59742"/>
                  <a:gd name="connsiteY0" fmla="*/ 27226 h 29471"/>
                  <a:gd name="connsiteX1" fmla="*/ 29043 w 59742"/>
                  <a:gd name="connsiteY1" fmla="*/ 13035 h 29471"/>
                  <a:gd name="connsiteX2" fmla="*/ 656 w 59742"/>
                  <a:gd name="connsiteY2" fmla="*/ -30 h 29471"/>
                  <a:gd name="connsiteX3" fmla="*/ 205 w 59742"/>
                  <a:gd name="connsiteY3" fmla="*/ 721 h 29471"/>
                  <a:gd name="connsiteX4" fmla="*/ 27992 w 59742"/>
                  <a:gd name="connsiteY4" fmla="*/ 14762 h 29471"/>
                  <a:gd name="connsiteX5" fmla="*/ 58032 w 59742"/>
                  <a:gd name="connsiteY5" fmla="*/ 29328 h 29471"/>
                  <a:gd name="connsiteX6" fmla="*/ 59083 w 59742"/>
                  <a:gd name="connsiteY6" fmla="*/ 27226 h 294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9742" h="29471">
                    <a:moveTo>
                      <a:pt x="59083" y="27226"/>
                    </a:moveTo>
                    <a:cubicBezTo>
                      <a:pt x="49321" y="21970"/>
                      <a:pt x="39107" y="17615"/>
                      <a:pt x="29043" y="13035"/>
                    </a:cubicBezTo>
                    <a:lnTo>
                      <a:pt x="656" y="-30"/>
                    </a:lnTo>
                    <a:cubicBezTo>
                      <a:pt x="130" y="-30"/>
                      <a:pt x="-320" y="496"/>
                      <a:pt x="205" y="721"/>
                    </a:cubicBezTo>
                    <a:lnTo>
                      <a:pt x="27992" y="14762"/>
                    </a:lnTo>
                    <a:cubicBezTo>
                      <a:pt x="37680" y="19642"/>
                      <a:pt x="47443" y="24898"/>
                      <a:pt x="58032" y="29328"/>
                    </a:cubicBezTo>
                    <a:cubicBezTo>
                      <a:pt x="59233" y="29929"/>
                      <a:pt x="60510" y="27977"/>
                      <a:pt x="59083" y="27226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0" name="Content Placeholder 4">
                <a:extLst>
                  <a:ext uri="{FF2B5EF4-FFF2-40B4-BE49-F238E27FC236}">
                    <a16:creationId xmlns:a16="http://schemas.microsoft.com/office/drawing/2014/main" id="{D0025C54-96E5-0DC9-3D58-30C7A00F42E3}"/>
                  </a:ext>
                </a:extLst>
              </p:cNvPr>
              <p:cNvSpPr/>
              <p:nvPr/>
            </p:nvSpPr>
            <p:spPr>
              <a:xfrm>
                <a:off x="10977840" y="3046712"/>
                <a:ext cx="24397" cy="21892"/>
              </a:xfrm>
              <a:custGeom>
                <a:avLst/>
                <a:gdLst>
                  <a:gd name="connsiteX0" fmla="*/ 21780 w 24397"/>
                  <a:gd name="connsiteY0" fmla="*/ 236 h 21892"/>
                  <a:gd name="connsiteX1" fmla="*/ 9988 w 24397"/>
                  <a:gd name="connsiteY1" fmla="*/ 10072 h 21892"/>
                  <a:gd name="connsiteX2" fmla="*/ 76 w 24397"/>
                  <a:gd name="connsiteY2" fmla="*/ 21110 h 21892"/>
                  <a:gd name="connsiteX3" fmla="*/ 151 w 24397"/>
                  <a:gd name="connsiteY3" fmla="*/ 21748 h 21892"/>
                  <a:gd name="connsiteX4" fmla="*/ 751 w 24397"/>
                  <a:gd name="connsiteY4" fmla="*/ 21710 h 21892"/>
                  <a:gd name="connsiteX5" fmla="*/ 11265 w 24397"/>
                  <a:gd name="connsiteY5" fmla="*/ 12700 h 21892"/>
                  <a:gd name="connsiteX6" fmla="*/ 23732 w 24397"/>
                  <a:gd name="connsiteY6" fmla="*/ 2639 h 21892"/>
                  <a:gd name="connsiteX7" fmla="*/ 21780 w 24397"/>
                  <a:gd name="connsiteY7" fmla="*/ 236 h 218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4397" h="21892">
                    <a:moveTo>
                      <a:pt x="21780" y="236"/>
                    </a:moveTo>
                    <a:cubicBezTo>
                      <a:pt x="17649" y="3270"/>
                      <a:pt x="13743" y="6551"/>
                      <a:pt x="9988" y="10072"/>
                    </a:cubicBezTo>
                    <a:cubicBezTo>
                      <a:pt x="6009" y="13076"/>
                      <a:pt x="2629" y="16823"/>
                      <a:pt x="76" y="21110"/>
                    </a:cubicBezTo>
                    <a:cubicBezTo>
                      <a:pt x="-75" y="21297"/>
                      <a:pt x="-75" y="21583"/>
                      <a:pt x="151" y="21748"/>
                    </a:cubicBezTo>
                    <a:cubicBezTo>
                      <a:pt x="301" y="21913"/>
                      <a:pt x="601" y="21898"/>
                      <a:pt x="751" y="21710"/>
                    </a:cubicBezTo>
                    <a:cubicBezTo>
                      <a:pt x="4581" y="19128"/>
                      <a:pt x="8111" y="16102"/>
                      <a:pt x="11265" y="12700"/>
                    </a:cubicBezTo>
                    <a:cubicBezTo>
                      <a:pt x="15321" y="9247"/>
                      <a:pt x="19526" y="6018"/>
                      <a:pt x="23732" y="2639"/>
                    </a:cubicBezTo>
                    <a:cubicBezTo>
                      <a:pt x="25459" y="1513"/>
                      <a:pt x="23281" y="-815"/>
                      <a:pt x="21780" y="236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1" name="Content Placeholder 4">
                <a:extLst>
                  <a:ext uri="{FF2B5EF4-FFF2-40B4-BE49-F238E27FC236}">
                    <a16:creationId xmlns:a16="http://schemas.microsoft.com/office/drawing/2014/main" id="{761DD53D-299F-A6B6-6E63-BCB6F78F7246}"/>
                  </a:ext>
                </a:extLst>
              </p:cNvPr>
              <p:cNvSpPr/>
              <p:nvPr/>
            </p:nvSpPr>
            <p:spPr>
              <a:xfrm>
                <a:off x="10991566" y="3085528"/>
                <a:ext cx="100529" cy="7525"/>
              </a:xfrm>
              <a:custGeom>
                <a:avLst/>
                <a:gdLst>
                  <a:gd name="connsiteX0" fmla="*/ 98549 w 100529"/>
                  <a:gd name="connsiteY0" fmla="*/ 2717 h 7525"/>
                  <a:gd name="connsiteX1" fmla="*/ 73841 w 100529"/>
                  <a:gd name="connsiteY1" fmla="*/ 3468 h 7525"/>
                  <a:gd name="connsiteX2" fmla="*/ 48533 w 100529"/>
                  <a:gd name="connsiteY2" fmla="*/ 1891 h 7525"/>
                  <a:gd name="connsiteX3" fmla="*/ 469 w 100529"/>
                  <a:gd name="connsiteY3" fmla="*/ 389 h 7525"/>
                  <a:gd name="connsiteX4" fmla="*/ 17 w 100529"/>
                  <a:gd name="connsiteY4" fmla="*/ 1336 h 7525"/>
                  <a:gd name="connsiteX5" fmla="*/ 469 w 100529"/>
                  <a:gd name="connsiteY5" fmla="*/ 1816 h 7525"/>
                  <a:gd name="connsiteX6" fmla="*/ 48533 w 100529"/>
                  <a:gd name="connsiteY6" fmla="*/ 5195 h 7525"/>
                  <a:gd name="connsiteX7" fmla="*/ 73841 w 100529"/>
                  <a:gd name="connsiteY7" fmla="*/ 7147 h 7525"/>
                  <a:gd name="connsiteX8" fmla="*/ 99075 w 100529"/>
                  <a:gd name="connsiteY8" fmla="*/ 6321 h 7525"/>
                  <a:gd name="connsiteX9" fmla="*/ 98549 w 100529"/>
                  <a:gd name="connsiteY9" fmla="*/ 2717 h 7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00529" h="7525">
                    <a:moveTo>
                      <a:pt x="98549" y="2717"/>
                    </a:moveTo>
                    <a:cubicBezTo>
                      <a:pt x="90213" y="2717"/>
                      <a:pt x="82027" y="3693"/>
                      <a:pt x="73841" y="3468"/>
                    </a:cubicBezTo>
                    <a:cubicBezTo>
                      <a:pt x="65656" y="3243"/>
                      <a:pt x="56869" y="2567"/>
                      <a:pt x="48533" y="1891"/>
                    </a:cubicBezTo>
                    <a:cubicBezTo>
                      <a:pt x="32612" y="14"/>
                      <a:pt x="16540" y="-489"/>
                      <a:pt x="469" y="389"/>
                    </a:cubicBezTo>
                    <a:cubicBezTo>
                      <a:pt x="93" y="517"/>
                      <a:pt x="-132" y="945"/>
                      <a:pt x="17" y="1336"/>
                    </a:cubicBezTo>
                    <a:cubicBezTo>
                      <a:pt x="93" y="1561"/>
                      <a:pt x="243" y="1741"/>
                      <a:pt x="469" y="1816"/>
                    </a:cubicBezTo>
                    <a:cubicBezTo>
                      <a:pt x="16315" y="2191"/>
                      <a:pt x="32236" y="3543"/>
                      <a:pt x="48533" y="5195"/>
                    </a:cubicBezTo>
                    <a:cubicBezTo>
                      <a:pt x="56869" y="6021"/>
                      <a:pt x="65355" y="6772"/>
                      <a:pt x="73841" y="7147"/>
                    </a:cubicBezTo>
                    <a:cubicBezTo>
                      <a:pt x="82252" y="7808"/>
                      <a:pt x="90739" y="7530"/>
                      <a:pt x="99075" y="6321"/>
                    </a:cubicBezTo>
                    <a:cubicBezTo>
                      <a:pt x="101328" y="5871"/>
                      <a:pt x="100727" y="2717"/>
                      <a:pt x="98549" y="2717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2" name="Content Placeholder 4">
                <a:extLst>
                  <a:ext uri="{FF2B5EF4-FFF2-40B4-BE49-F238E27FC236}">
                    <a16:creationId xmlns:a16="http://schemas.microsoft.com/office/drawing/2014/main" id="{57B077DE-5D41-E34C-935D-1FE1F8175338}"/>
                  </a:ext>
                </a:extLst>
              </p:cNvPr>
              <p:cNvSpPr/>
              <p:nvPr/>
            </p:nvSpPr>
            <p:spPr>
              <a:xfrm>
                <a:off x="10965002" y="3023323"/>
                <a:ext cx="12877" cy="19000"/>
              </a:xfrm>
              <a:custGeom>
                <a:avLst/>
                <a:gdLst>
                  <a:gd name="connsiteX0" fmla="*/ 11412 w 12877"/>
                  <a:gd name="connsiteY0" fmla="*/ 1626 h 19000"/>
                  <a:gd name="connsiteX1" fmla="*/ 4578 w 12877"/>
                  <a:gd name="connsiteY1" fmla="*/ 500 h 19000"/>
                  <a:gd name="connsiteX2" fmla="*/ 297 w 12877"/>
                  <a:gd name="connsiteY2" fmla="*/ 8947 h 19000"/>
                  <a:gd name="connsiteX3" fmla="*/ 372 w 12877"/>
                  <a:gd name="connsiteY3" fmla="*/ 9059 h 19000"/>
                  <a:gd name="connsiteX4" fmla="*/ 2100 w 12877"/>
                  <a:gd name="connsiteY4" fmla="*/ 12889 h 19000"/>
                  <a:gd name="connsiteX5" fmla="*/ 2700 w 12877"/>
                  <a:gd name="connsiteY5" fmla="*/ 13790 h 19000"/>
                  <a:gd name="connsiteX6" fmla="*/ 4202 w 12877"/>
                  <a:gd name="connsiteY6" fmla="*/ 16117 h 19000"/>
                  <a:gd name="connsiteX7" fmla="*/ 4728 w 12877"/>
                  <a:gd name="connsiteY7" fmla="*/ 16718 h 19000"/>
                  <a:gd name="connsiteX8" fmla="*/ 5780 w 12877"/>
                  <a:gd name="connsiteY8" fmla="*/ 18370 h 19000"/>
                  <a:gd name="connsiteX9" fmla="*/ 5780 w 12877"/>
                  <a:gd name="connsiteY9" fmla="*/ 18971 h 19000"/>
                  <a:gd name="connsiteX10" fmla="*/ 5780 w 12877"/>
                  <a:gd name="connsiteY10" fmla="*/ 18971 h 19000"/>
                  <a:gd name="connsiteX11" fmla="*/ 8858 w 12877"/>
                  <a:gd name="connsiteY11" fmla="*/ 15141 h 19000"/>
                  <a:gd name="connsiteX12" fmla="*/ 8858 w 12877"/>
                  <a:gd name="connsiteY12" fmla="*/ 14766 h 19000"/>
                  <a:gd name="connsiteX13" fmla="*/ 9684 w 12877"/>
                  <a:gd name="connsiteY13" fmla="*/ 13640 h 19000"/>
                  <a:gd name="connsiteX14" fmla="*/ 12688 w 12877"/>
                  <a:gd name="connsiteY14" fmla="*/ 7182 h 19000"/>
                  <a:gd name="connsiteX15" fmla="*/ 11412 w 12877"/>
                  <a:gd name="connsiteY15" fmla="*/ 1626 h 19000"/>
                  <a:gd name="connsiteX16" fmla="*/ 4428 w 12877"/>
                  <a:gd name="connsiteY16" fmla="*/ 9134 h 19000"/>
                  <a:gd name="connsiteX17" fmla="*/ 3076 w 12877"/>
                  <a:gd name="connsiteY17" fmla="*/ 6957 h 19000"/>
                  <a:gd name="connsiteX18" fmla="*/ 4127 w 12877"/>
                  <a:gd name="connsiteY18" fmla="*/ 4104 h 19000"/>
                  <a:gd name="connsiteX19" fmla="*/ 6756 w 12877"/>
                  <a:gd name="connsiteY19" fmla="*/ 2752 h 19000"/>
                  <a:gd name="connsiteX20" fmla="*/ 6756 w 12877"/>
                  <a:gd name="connsiteY20" fmla="*/ 2752 h 19000"/>
                  <a:gd name="connsiteX21" fmla="*/ 10361 w 12877"/>
                  <a:gd name="connsiteY21" fmla="*/ 6206 h 19000"/>
                  <a:gd name="connsiteX22" fmla="*/ 8483 w 12877"/>
                  <a:gd name="connsiteY22" fmla="*/ 9660 h 19000"/>
                  <a:gd name="connsiteX23" fmla="*/ 4428 w 12877"/>
                  <a:gd name="connsiteY23" fmla="*/ 9209 h 19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2877" h="19000">
                    <a:moveTo>
                      <a:pt x="11412" y="1626"/>
                    </a:moveTo>
                    <a:cubicBezTo>
                      <a:pt x="9535" y="-63"/>
                      <a:pt x="6906" y="-499"/>
                      <a:pt x="4578" y="500"/>
                    </a:cubicBezTo>
                    <a:cubicBezTo>
                      <a:pt x="1049" y="1656"/>
                      <a:pt x="-829" y="5440"/>
                      <a:pt x="297" y="8947"/>
                    </a:cubicBezTo>
                    <a:cubicBezTo>
                      <a:pt x="372" y="8984"/>
                      <a:pt x="372" y="9022"/>
                      <a:pt x="372" y="9059"/>
                    </a:cubicBezTo>
                    <a:cubicBezTo>
                      <a:pt x="823" y="10403"/>
                      <a:pt x="1348" y="11687"/>
                      <a:pt x="2100" y="12889"/>
                    </a:cubicBezTo>
                    <a:lnTo>
                      <a:pt x="2700" y="13790"/>
                    </a:lnTo>
                    <a:cubicBezTo>
                      <a:pt x="3151" y="14593"/>
                      <a:pt x="3677" y="15374"/>
                      <a:pt x="4202" y="16117"/>
                    </a:cubicBezTo>
                    <a:lnTo>
                      <a:pt x="4728" y="16718"/>
                    </a:lnTo>
                    <a:lnTo>
                      <a:pt x="5780" y="18370"/>
                    </a:lnTo>
                    <a:cubicBezTo>
                      <a:pt x="5780" y="18572"/>
                      <a:pt x="5780" y="18768"/>
                      <a:pt x="5780" y="18971"/>
                    </a:cubicBezTo>
                    <a:lnTo>
                      <a:pt x="5780" y="18971"/>
                    </a:lnTo>
                    <a:cubicBezTo>
                      <a:pt x="6906" y="17807"/>
                      <a:pt x="7957" y="16523"/>
                      <a:pt x="8858" y="15141"/>
                    </a:cubicBezTo>
                    <a:lnTo>
                      <a:pt x="8858" y="14766"/>
                    </a:lnTo>
                    <a:lnTo>
                      <a:pt x="9684" y="13640"/>
                    </a:lnTo>
                    <a:cubicBezTo>
                      <a:pt x="11262" y="11815"/>
                      <a:pt x="12313" y="9577"/>
                      <a:pt x="12688" y="7182"/>
                    </a:cubicBezTo>
                    <a:cubicBezTo>
                      <a:pt x="13139" y="5230"/>
                      <a:pt x="12613" y="3195"/>
                      <a:pt x="11412" y="1626"/>
                    </a:cubicBezTo>
                    <a:close/>
                    <a:moveTo>
                      <a:pt x="4428" y="9134"/>
                    </a:moveTo>
                    <a:cubicBezTo>
                      <a:pt x="3677" y="8639"/>
                      <a:pt x="3151" y="7843"/>
                      <a:pt x="3076" y="6957"/>
                    </a:cubicBezTo>
                    <a:cubicBezTo>
                      <a:pt x="3001" y="5906"/>
                      <a:pt x="3376" y="4877"/>
                      <a:pt x="4127" y="4104"/>
                    </a:cubicBezTo>
                    <a:cubicBezTo>
                      <a:pt x="4804" y="3300"/>
                      <a:pt x="5705" y="2805"/>
                      <a:pt x="6756" y="2752"/>
                    </a:cubicBezTo>
                    <a:lnTo>
                      <a:pt x="6756" y="2752"/>
                    </a:lnTo>
                    <a:cubicBezTo>
                      <a:pt x="8709" y="2752"/>
                      <a:pt x="10060" y="4404"/>
                      <a:pt x="10361" y="6206"/>
                    </a:cubicBezTo>
                    <a:cubicBezTo>
                      <a:pt x="10736" y="7670"/>
                      <a:pt x="9910" y="9164"/>
                      <a:pt x="8483" y="9660"/>
                    </a:cubicBezTo>
                    <a:cubicBezTo>
                      <a:pt x="7131" y="10065"/>
                      <a:pt x="5629" y="9900"/>
                      <a:pt x="4428" y="9209"/>
                    </a:cubicBezTo>
                    <a:close/>
                  </a:path>
                </a:pathLst>
              </a:custGeom>
              <a:solidFill>
                <a:srgbClr val="A84749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3" name="Content Placeholder 4">
                <a:extLst>
                  <a:ext uri="{FF2B5EF4-FFF2-40B4-BE49-F238E27FC236}">
                    <a16:creationId xmlns:a16="http://schemas.microsoft.com/office/drawing/2014/main" id="{C52309FE-88B1-CE98-5165-CD806972D3FF}"/>
                  </a:ext>
                </a:extLst>
              </p:cNvPr>
              <p:cNvSpPr/>
              <p:nvPr/>
            </p:nvSpPr>
            <p:spPr>
              <a:xfrm>
                <a:off x="11030995" y="3068137"/>
                <a:ext cx="14239" cy="19837"/>
              </a:xfrm>
              <a:custGeom>
                <a:avLst/>
                <a:gdLst>
                  <a:gd name="connsiteX0" fmla="*/ 12408 w 14239"/>
                  <a:gd name="connsiteY0" fmla="*/ 1787 h 19837"/>
                  <a:gd name="connsiteX1" fmla="*/ 4898 w 14239"/>
                  <a:gd name="connsiteY1" fmla="*/ 436 h 19837"/>
                  <a:gd name="connsiteX2" fmla="*/ 242 w 14239"/>
                  <a:gd name="connsiteY2" fmla="*/ 8770 h 19837"/>
                  <a:gd name="connsiteX3" fmla="*/ 392 w 14239"/>
                  <a:gd name="connsiteY3" fmla="*/ 9296 h 19837"/>
                  <a:gd name="connsiteX4" fmla="*/ 2345 w 14239"/>
                  <a:gd name="connsiteY4" fmla="*/ 13350 h 19837"/>
                  <a:gd name="connsiteX5" fmla="*/ 2945 w 14239"/>
                  <a:gd name="connsiteY5" fmla="*/ 14327 h 19837"/>
                  <a:gd name="connsiteX6" fmla="*/ 4673 w 14239"/>
                  <a:gd name="connsiteY6" fmla="*/ 16729 h 19837"/>
                  <a:gd name="connsiteX7" fmla="*/ 5199 w 14239"/>
                  <a:gd name="connsiteY7" fmla="*/ 17480 h 19837"/>
                  <a:gd name="connsiteX8" fmla="*/ 6325 w 14239"/>
                  <a:gd name="connsiteY8" fmla="*/ 19207 h 19837"/>
                  <a:gd name="connsiteX9" fmla="*/ 6776 w 14239"/>
                  <a:gd name="connsiteY9" fmla="*/ 19808 h 19837"/>
                  <a:gd name="connsiteX10" fmla="*/ 6776 w 14239"/>
                  <a:gd name="connsiteY10" fmla="*/ 19808 h 19837"/>
                  <a:gd name="connsiteX11" fmla="*/ 6776 w 14239"/>
                  <a:gd name="connsiteY11" fmla="*/ 19808 h 19837"/>
                  <a:gd name="connsiteX12" fmla="*/ 10080 w 14239"/>
                  <a:gd name="connsiteY12" fmla="*/ 15903 h 19837"/>
                  <a:gd name="connsiteX13" fmla="*/ 10080 w 14239"/>
                  <a:gd name="connsiteY13" fmla="*/ 15528 h 19837"/>
                  <a:gd name="connsiteX14" fmla="*/ 10906 w 14239"/>
                  <a:gd name="connsiteY14" fmla="*/ 14401 h 19837"/>
                  <a:gd name="connsiteX15" fmla="*/ 14135 w 14239"/>
                  <a:gd name="connsiteY15" fmla="*/ 7719 h 19837"/>
                  <a:gd name="connsiteX16" fmla="*/ 12408 w 14239"/>
                  <a:gd name="connsiteY16" fmla="*/ 1787 h 19837"/>
                  <a:gd name="connsiteX17" fmla="*/ 4898 w 14239"/>
                  <a:gd name="connsiteY17" fmla="*/ 9296 h 19837"/>
                  <a:gd name="connsiteX18" fmla="*/ 3396 w 14239"/>
                  <a:gd name="connsiteY18" fmla="*/ 6968 h 19837"/>
                  <a:gd name="connsiteX19" fmla="*/ 4523 w 14239"/>
                  <a:gd name="connsiteY19" fmla="*/ 3965 h 19837"/>
                  <a:gd name="connsiteX20" fmla="*/ 7302 w 14239"/>
                  <a:gd name="connsiteY20" fmla="*/ 2613 h 19837"/>
                  <a:gd name="connsiteX21" fmla="*/ 7302 w 14239"/>
                  <a:gd name="connsiteY21" fmla="*/ 2613 h 19837"/>
                  <a:gd name="connsiteX22" fmla="*/ 11132 w 14239"/>
                  <a:gd name="connsiteY22" fmla="*/ 6368 h 19837"/>
                  <a:gd name="connsiteX23" fmla="*/ 9179 w 14239"/>
                  <a:gd name="connsiteY23" fmla="*/ 9972 h 19837"/>
                  <a:gd name="connsiteX24" fmla="*/ 4898 w 14239"/>
                  <a:gd name="connsiteY24" fmla="*/ 9596 h 19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4239" h="19837">
                    <a:moveTo>
                      <a:pt x="12408" y="1787"/>
                    </a:moveTo>
                    <a:cubicBezTo>
                      <a:pt x="10306" y="8"/>
                      <a:pt x="7452" y="-510"/>
                      <a:pt x="4898" y="436"/>
                    </a:cubicBezTo>
                    <a:cubicBezTo>
                      <a:pt x="1293" y="1450"/>
                      <a:pt x="-810" y="5181"/>
                      <a:pt x="242" y="8770"/>
                    </a:cubicBezTo>
                    <a:cubicBezTo>
                      <a:pt x="242" y="8950"/>
                      <a:pt x="317" y="9123"/>
                      <a:pt x="392" y="9296"/>
                    </a:cubicBezTo>
                    <a:cubicBezTo>
                      <a:pt x="918" y="10715"/>
                      <a:pt x="1519" y="12074"/>
                      <a:pt x="2345" y="13350"/>
                    </a:cubicBezTo>
                    <a:cubicBezTo>
                      <a:pt x="2570" y="13651"/>
                      <a:pt x="2796" y="13974"/>
                      <a:pt x="2945" y="14327"/>
                    </a:cubicBezTo>
                    <a:cubicBezTo>
                      <a:pt x="3472" y="15167"/>
                      <a:pt x="4072" y="15971"/>
                      <a:pt x="4673" y="16729"/>
                    </a:cubicBezTo>
                    <a:cubicBezTo>
                      <a:pt x="4823" y="16999"/>
                      <a:pt x="4973" y="17247"/>
                      <a:pt x="5199" y="17480"/>
                    </a:cubicBezTo>
                    <a:lnTo>
                      <a:pt x="6325" y="19207"/>
                    </a:lnTo>
                    <a:lnTo>
                      <a:pt x="6776" y="19808"/>
                    </a:lnTo>
                    <a:cubicBezTo>
                      <a:pt x="6776" y="19808"/>
                      <a:pt x="6776" y="19808"/>
                      <a:pt x="6776" y="19808"/>
                    </a:cubicBezTo>
                    <a:lnTo>
                      <a:pt x="6776" y="19808"/>
                    </a:lnTo>
                    <a:cubicBezTo>
                      <a:pt x="8053" y="18636"/>
                      <a:pt x="9104" y="17322"/>
                      <a:pt x="10080" y="15903"/>
                    </a:cubicBezTo>
                    <a:lnTo>
                      <a:pt x="10080" y="15528"/>
                    </a:lnTo>
                    <a:lnTo>
                      <a:pt x="10906" y="14401"/>
                    </a:lnTo>
                    <a:cubicBezTo>
                      <a:pt x="12634" y="12547"/>
                      <a:pt x="13760" y="10219"/>
                      <a:pt x="14135" y="7719"/>
                    </a:cubicBezTo>
                    <a:cubicBezTo>
                      <a:pt x="14436" y="5587"/>
                      <a:pt x="13835" y="3424"/>
                      <a:pt x="12408" y="1787"/>
                    </a:cubicBezTo>
                    <a:close/>
                    <a:moveTo>
                      <a:pt x="4898" y="9296"/>
                    </a:moveTo>
                    <a:cubicBezTo>
                      <a:pt x="4072" y="8763"/>
                      <a:pt x="3547" y="7922"/>
                      <a:pt x="3396" y="6968"/>
                    </a:cubicBezTo>
                    <a:cubicBezTo>
                      <a:pt x="3321" y="5857"/>
                      <a:pt x="3771" y="4776"/>
                      <a:pt x="4523" y="3965"/>
                    </a:cubicBezTo>
                    <a:cubicBezTo>
                      <a:pt x="5199" y="3146"/>
                      <a:pt x="6250" y="2651"/>
                      <a:pt x="7302" y="2613"/>
                    </a:cubicBezTo>
                    <a:lnTo>
                      <a:pt x="7302" y="2613"/>
                    </a:lnTo>
                    <a:cubicBezTo>
                      <a:pt x="9330" y="2688"/>
                      <a:pt x="10982" y="4318"/>
                      <a:pt x="11132" y="6368"/>
                    </a:cubicBezTo>
                    <a:cubicBezTo>
                      <a:pt x="11582" y="7899"/>
                      <a:pt x="10681" y="9499"/>
                      <a:pt x="9179" y="9972"/>
                    </a:cubicBezTo>
                    <a:cubicBezTo>
                      <a:pt x="7752" y="10332"/>
                      <a:pt x="6250" y="10197"/>
                      <a:pt x="4898" y="9596"/>
                    </a:cubicBezTo>
                    <a:close/>
                  </a:path>
                </a:pathLst>
              </a:custGeom>
              <a:solidFill>
                <a:srgbClr val="A84749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4" name="Content Placeholder 4">
                <a:extLst>
                  <a:ext uri="{FF2B5EF4-FFF2-40B4-BE49-F238E27FC236}">
                    <a16:creationId xmlns:a16="http://schemas.microsoft.com/office/drawing/2014/main" id="{C9F20C3B-30F2-5CA1-655C-42A1BC42F496}"/>
                  </a:ext>
                </a:extLst>
              </p:cNvPr>
              <p:cNvSpPr/>
              <p:nvPr/>
            </p:nvSpPr>
            <p:spPr>
              <a:xfrm>
                <a:off x="10987327" y="3093056"/>
                <a:ext cx="39282" cy="25252"/>
              </a:xfrm>
              <a:custGeom>
                <a:avLst/>
                <a:gdLst>
                  <a:gd name="connsiteX0" fmla="*/ 2305 w 39282"/>
                  <a:gd name="connsiteY0" fmla="*/ 19216 h 25252"/>
                  <a:gd name="connsiteX1" fmla="*/ 12669 w 39282"/>
                  <a:gd name="connsiteY1" fmla="*/ 23571 h 25252"/>
                  <a:gd name="connsiteX2" fmla="*/ 20179 w 39282"/>
                  <a:gd name="connsiteY2" fmla="*/ 24998 h 25252"/>
                  <a:gd name="connsiteX3" fmla="*/ 24008 w 39282"/>
                  <a:gd name="connsiteY3" fmla="*/ 24998 h 25252"/>
                  <a:gd name="connsiteX4" fmla="*/ 27613 w 39282"/>
                  <a:gd name="connsiteY4" fmla="*/ 22370 h 25252"/>
                  <a:gd name="connsiteX5" fmla="*/ 39253 w 39282"/>
                  <a:gd name="connsiteY5" fmla="*/ 595 h 25252"/>
                  <a:gd name="connsiteX6" fmla="*/ 31068 w 39282"/>
                  <a:gd name="connsiteY6" fmla="*/ 595 h 25252"/>
                  <a:gd name="connsiteX7" fmla="*/ 25134 w 39282"/>
                  <a:gd name="connsiteY7" fmla="*/ 5626 h 25252"/>
                  <a:gd name="connsiteX8" fmla="*/ 13119 w 39282"/>
                  <a:gd name="connsiteY8" fmla="*/ 7728 h 25252"/>
                  <a:gd name="connsiteX9" fmla="*/ 1628 w 39282"/>
                  <a:gd name="connsiteY9" fmla="*/ 10657 h 25252"/>
                  <a:gd name="connsiteX10" fmla="*/ 127 w 39282"/>
                  <a:gd name="connsiteY10" fmla="*/ 13135 h 25252"/>
                  <a:gd name="connsiteX11" fmla="*/ 2305 w 39282"/>
                  <a:gd name="connsiteY11" fmla="*/ 19216 h 25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9282" h="25252">
                    <a:moveTo>
                      <a:pt x="2305" y="19216"/>
                    </a:moveTo>
                    <a:cubicBezTo>
                      <a:pt x="5233" y="21672"/>
                      <a:pt x="8838" y="23181"/>
                      <a:pt x="12669" y="23571"/>
                    </a:cubicBezTo>
                    <a:lnTo>
                      <a:pt x="20179" y="24998"/>
                    </a:lnTo>
                    <a:cubicBezTo>
                      <a:pt x="21455" y="25298"/>
                      <a:pt x="22732" y="25298"/>
                      <a:pt x="24008" y="24998"/>
                    </a:cubicBezTo>
                    <a:cubicBezTo>
                      <a:pt x="25435" y="24510"/>
                      <a:pt x="26712" y="23594"/>
                      <a:pt x="27613" y="22370"/>
                    </a:cubicBezTo>
                    <a:cubicBezTo>
                      <a:pt x="33246" y="16190"/>
                      <a:pt x="37225" y="8704"/>
                      <a:pt x="39253" y="595"/>
                    </a:cubicBezTo>
                    <a:cubicBezTo>
                      <a:pt x="36625" y="-238"/>
                      <a:pt x="33696" y="-238"/>
                      <a:pt x="31068" y="595"/>
                    </a:cubicBezTo>
                    <a:cubicBezTo>
                      <a:pt x="28664" y="1797"/>
                      <a:pt x="27238" y="4124"/>
                      <a:pt x="25134" y="5626"/>
                    </a:cubicBezTo>
                    <a:cubicBezTo>
                      <a:pt x="21455" y="7578"/>
                      <a:pt x="17250" y="8314"/>
                      <a:pt x="13119" y="7728"/>
                    </a:cubicBezTo>
                    <a:cubicBezTo>
                      <a:pt x="9063" y="7090"/>
                      <a:pt x="4858" y="8149"/>
                      <a:pt x="1628" y="10657"/>
                    </a:cubicBezTo>
                    <a:cubicBezTo>
                      <a:pt x="953" y="11340"/>
                      <a:pt x="427" y="12188"/>
                      <a:pt x="127" y="13135"/>
                    </a:cubicBezTo>
                    <a:cubicBezTo>
                      <a:pt x="-400" y="15417"/>
                      <a:pt x="427" y="17812"/>
                      <a:pt x="2305" y="19216"/>
                    </a:cubicBezTo>
                    <a:close/>
                  </a:path>
                </a:pathLst>
              </a:custGeom>
              <a:solidFill>
                <a:srgbClr val="B3CDDD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5" name="Content Placeholder 4">
                <a:extLst>
                  <a:ext uri="{FF2B5EF4-FFF2-40B4-BE49-F238E27FC236}">
                    <a16:creationId xmlns:a16="http://schemas.microsoft.com/office/drawing/2014/main" id="{D7B5BD17-D38D-C1CA-DC99-0B817D16F007}"/>
                  </a:ext>
                </a:extLst>
              </p:cNvPr>
              <p:cNvSpPr/>
              <p:nvPr/>
            </p:nvSpPr>
            <p:spPr>
              <a:xfrm>
                <a:off x="10951510" y="3061260"/>
                <a:ext cx="15770" cy="10046"/>
              </a:xfrm>
              <a:custGeom>
                <a:avLst/>
                <a:gdLst>
                  <a:gd name="connsiteX0" fmla="*/ 7406 w 15770"/>
                  <a:gd name="connsiteY0" fmla="*/ 10016 h 10046"/>
                  <a:gd name="connsiteX1" fmla="*/ 15742 w 15770"/>
                  <a:gd name="connsiteY1" fmla="*/ 2508 h 10046"/>
                  <a:gd name="connsiteX2" fmla="*/ 10259 w 15770"/>
                  <a:gd name="connsiteY2" fmla="*/ 106 h 10046"/>
                  <a:gd name="connsiteX3" fmla="*/ 8457 w 15770"/>
                  <a:gd name="connsiteY3" fmla="*/ 106 h 10046"/>
                  <a:gd name="connsiteX4" fmla="*/ 7031 w 15770"/>
                  <a:gd name="connsiteY4" fmla="*/ 781 h 10046"/>
                  <a:gd name="connsiteX5" fmla="*/ -29 w 15770"/>
                  <a:gd name="connsiteY5" fmla="*/ 5962 h 10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770" h="10046">
                    <a:moveTo>
                      <a:pt x="7406" y="10016"/>
                    </a:moveTo>
                    <a:cubicBezTo>
                      <a:pt x="10109" y="7464"/>
                      <a:pt x="12888" y="4911"/>
                      <a:pt x="15742" y="2508"/>
                    </a:cubicBezTo>
                    <a:cubicBezTo>
                      <a:pt x="13939" y="1607"/>
                      <a:pt x="12137" y="856"/>
                      <a:pt x="10259" y="106"/>
                    </a:cubicBezTo>
                    <a:cubicBezTo>
                      <a:pt x="9659" y="-75"/>
                      <a:pt x="9058" y="-75"/>
                      <a:pt x="8457" y="106"/>
                    </a:cubicBezTo>
                    <a:cubicBezTo>
                      <a:pt x="7932" y="226"/>
                      <a:pt x="7481" y="451"/>
                      <a:pt x="7031" y="781"/>
                    </a:cubicBezTo>
                    <a:lnTo>
                      <a:pt x="-29" y="5962"/>
                    </a:ln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6" name="Content Placeholder 4">
                <a:extLst>
                  <a:ext uri="{FF2B5EF4-FFF2-40B4-BE49-F238E27FC236}">
                    <a16:creationId xmlns:a16="http://schemas.microsoft.com/office/drawing/2014/main" id="{33856F08-D2B6-F210-5CC7-18EF20B88457}"/>
                  </a:ext>
                </a:extLst>
              </p:cNvPr>
              <p:cNvSpPr/>
              <p:nvPr/>
            </p:nvSpPr>
            <p:spPr>
              <a:xfrm>
                <a:off x="10937316" y="3073709"/>
                <a:ext cx="14043" cy="8409"/>
              </a:xfrm>
              <a:custGeom>
                <a:avLst/>
                <a:gdLst>
                  <a:gd name="connsiteX0" fmla="*/ 13939 w 14043"/>
                  <a:gd name="connsiteY0" fmla="*/ 4100 h 8409"/>
                  <a:gd name="connsiteX1" fmla="*/ 5678 w 14043"/>
                  <a:gd name="connsiteY1" fmla="*/ -30 h 8409"/>
                  <a:gd name="connsiteX2" fmla="*/ -29 w 14043"/>
                  <a:gd name="connsiteY2" fmla="*/ 4926 h 8409"/>
                  <a:gd name="connsiteX3" fmla="*/ 8232 w 14043"/>
                  <a:gd name="connsiteY3" fmla="*/ 8380 h 8409"/>
                  <a:gd name="connsiteX4" fmla="*/ 9584 w 14043"/>
                  <a:gd name="connsiteY4" fmla="*/ 7329 h 8409"/>
                  <a:gd name="connsiteX5" fmla="*/ 14014 w 14043"/>
                  <a:gd name="connsiteY5" fmla="*/ 4100 h 84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043" h="8409">
                    <a:moveTo>
                      <a:pt x="13939" y="4100"/>
                    </a:moveTo>
                    <a:cubicBezTo>
                      <a:pt x="11011" y="3071"/>
                      <a:pt x="8232" y="1690"/>
                      <a:pt x="5678" y="-30"/>
                    </a:cubicBezTo>
                    <a:cubicBezTo>
                      <a:pt x="3726" y="1547"/>
                      <a:pt x="1848" y="3199"/>
                      <a:pt x="-29" y="4926"/>
                    </a:cubicBezTo>
                    <a:cubicBezTo>
                      <a:pt x="2674" y="6127"/>
                      <a:pt x="5453" y="7329"/>
                      <a:pt x="8232" y="8380"/>
                    </a:cubicBezTo>
                    <a:lnTo>
                      <a:pt x="9584" y="7329"/>
                    </a:lnTo>
                    <a:cubicBezTo>
                      <a:pt x="11085" y="6352"/>
                      <a:pt x="12588" y="5226"/>
                      <a:pt x="14014" y="4100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7" name="Content Placeholder 4">
                <a:extLst>
                  <a:ext uri="{FF2B5EF4-FFF2-40B4-BE49-F238E27FC236}">
                    <a16:creationId xmlns:a16="http://schemas.microsoft.com/office/drawing/2014/main" id="{3FA85FDE-B1AB-DBCC-065B-BF6AF6F94DB1}"/>
                  </a:ext>
                </a:extLst>
              </p:cNvPr>
              <p:cNvSpPr/>
              <p:nvPr/>
            </p:nvSpPr>
            <p:spPr>
              <a:xfrm>
                <a:off x="10943849" y="3067552"/>
                <a:ext cx="14269" cy="9836"/>
              </a:xfrm>
              <a:custGeom>
                <a:avLst/>
                <a:gdLst>
                  <a:gd name="connsiteX0" fmla="*/ 7631 w 14269"/>
                  <a:gd name="connsiteY0" fmla="*/ 9281 h 9836"/>
                  <a:gd name="connsiteX1" fmla="*/ 8007 w 14269"/>
                  <a:gd name="connsiteY1" fmla="*/ 9791 h 9836"/>
                  <a:gd name="connsiteX2" fmla="*/ 8007 w 14269"/>
                  <a:gd name="connsiteY2" fmla="*/ 9806 h 9836"/>
                  <a:gd name="connsiteX3" fmla="*/ 14240 w 14269"/>
                  <a:gd name="connsiteY3" fmla="*/ 4400 h 9836"/>
                  <a:gd name="connsiteX4" fmla="*/ 6730 w 14269"/>
                  <a:gd name="connsiteY4" fmla="*/ -30 h 9836"/>
                  <a:gd name="connsiteX5" fmla="*/ -29 w 14269"/>
                  <a:gd name="connsiteY5" fmla="*/ 5452 h 9836"/>
                  <a:gd name="connsiteX6" fmla="*/ 7631 w 14269"/>
                  <a:gd name="connsiteY6" fmla="*/ 9281 h 9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4269" h="9836">
                    <a:moveTo>
                      <a:pt x="7631" y="9281"/>
                    </a:moveTo>
                    <a:cubicBezTo>
                      <a:pt x="7857" y="9318"/>
                      <a:pt x="8082" y="9551"/>
                      <a:pt x="8007" y="9791"/>
                    </a:cubicBezTo>
                    <a:cubicBezTo>
                      <a:pt x="8007" y="9799"/>
                      <a:pt x="8007" y="9799"/>
                      <a:pt x="8007" y="9806"/>
                    </a:cubicBezTo>
                    <a:cubicBezTo>
                      <a:pt x="10110" y="8080"/>
                      <a:pt x="12212" y="6277"/>
                      <a:pt x="14240" y="4400"/>
                    </a:cubicBezTo>
                    <a:lnTo>
                      <a:pt x="6730" y="-30"/>
                    </a:lnTo>
                    <a:cubicBezTo>
                      <a:pt x="4402" y="1772"/>
                      <a:pt x="2149" y="3574"/>
                      <a:pt x="-29" y="5452"/>
                    </a:cubicBezTo>
                    <a:cubicBezTo>
                      <a:pt x="2374" y="7021"/>
                      <a:pt x="4928" y="8312"/>
                      <a:pt x="7631" y="9281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8" name="Content Placeholder 4">
                <a:extLst>
                  <a:ext uri="{FF2B5EF4-FFF2-40B4-BE49-F238E27FC236}">
                    <a16:creationId xmlns:a16="http://schemas.microsoft.com/office/drawing/2014/main" id="{CD03C8E9-2534-3F39-C7E2-633FD3717CAA}"/>
                  </a:ext>
                </a:extLst>
              </p:cNvPr>
              <p:cNvSpPr/>
              <p:nvPr/>
            </p:nvSpPr>
            <p:spPr>
              <a:xfrm>
                <a:off x="10968708" y="3069804"/>
                <a:ext cx="15019" cy="12313"/>
              </a:xfrm>
              <a:custGeom>
                <a:avLst/>
                <a:gdLst>
                  <a:gd name="connsiteX0" fmla="*/ 8382 w 15019"/>
                  <a:gd name="connsiteY0" fmla="*/ 12284 h 12313"/>
                  <a:gd name="connsiteX1" fmla="*/ 14991 w 15019"/>
                  <a:gd name="connsiteY1" fmla="*/ 4776 h 12313"/>
                  <a:gd name="connsiteX2" fmla="*/ 8832 w 15019"/>
                  <a:gd name="connsiteY2" fmla="*/ -30 h 12313"/>
                  <a:gd name="connsiteX3" fmla="*/ -29 w 15019"/>
                  <a:gd name="connsiteY3" fmla="*/ 7479 h 123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019" h="12313">
                    <a:moveTo>
                      <a:pt x="8382" y="12284"/>
                    </a:moveTo>
                    <a:cubicBezTo>
                      <a:pt x="10710" y="9904"/>
                      <a:pt x="12963" y="7396"/>
                      <a:pt x="14991" y="4776"/>
                    </a:cubicBezTo>
                    <a:cubicBezTo>
                      <a:pt x="13038" y="3071"/>
                      <a:pt x="10935" y="1464"/>
                      <a:pt x="8832" y="-30"/>
                    </a:cubicBezTo>
                    <a:lnTo>
                      <a:pt x="-29" y="7479"/>
                    </a:ln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9" name="Content Placeholder 4">
                <a:extLst>
                  <a:ext uri="{FF2B5EF4-FFF2-40B4-BE49-F238E27FC236}">
                    <a16:creationId xmlns:a16="http://schemas.microsoft.com/office/drawing/2014/main" id="{CFC6346C-9288-3CB8-D1E8-E7006BB2F4F3}"/>
                  </a:ext>
                </a:extLst>
              </p:cNvPr>
              <p:cNvSpPr/>
              <p:nvPr/>
            </p:nvSpPr>
            <p:spPr>
              <a:xfrm>
                <a:off x="10957443" y="3077763"/>
                <a:ext cx="18850" cy="11280"/>
              </a:xfrm>
              <a:custGeom>
                <a:avLst/>
                <a:gdLst>
                  <a:gd name="connsiteX0" fmla="*/ 10410 w 18850"/>
                  <a:gd name="connsiteY0" fmla="*/ -30 h 11280"/>
                  <a:gd name="connsiteX1" fmla="*/ -29 w 18850"/>
                  <a:gd name="connsiteY1" fmla="*/ 8605 h 11280"/>
                  <a:gd name="connsiteX2" fmla="*/ 7481 w 18850"/>
                  <a:gd name="connsiteY2" fmla="*/ 10857 h 11280"/>
                  <a:gd name="connsiteX3" fmla="*/ 10560 w 18850"/>
                  <a:gd name="connsiteY3" fmla="*/ 11233 h 11280"/>
                  <a:gd name="connsiteX4" fmla="*/ 13864 w 18850"/>
                  <a:gd name="connsiteY4" fmla="*/ 9431 h 11280"/>
                  <a:gd name="connsiteX5" fmla="*/ 18821 w 18850"/>
                  <a:gd name="connsiteY5" fmla="*/ 5076 h 11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850" h="11280">
                    <a:moveTo>
                      <a:pt x="10410" y="-30"/>
                    </a:moveTo>
                    <a:lnTo>
                      <a:pt x="-29" y="8605"/>
                    </a:lnTo>
                    <a:lnTo>
                      <a:pt x="7481" y="10857"/>
                    </a:lnTo>
                    <a:cubicBezTo>
                      <a:pt x="8457" y="11173"/>
                      <a:pt x="9509" y="11301"/>
                      <a:pt x="10560" y="11233"/>
                    </a:cubicBezTo>
                    <a:cubicBezTo>
                      <a:pt x="11761" y="10910"/>
                      <a:pt x="12888" y="10287"/>
                      <a:pt x="13864" y="9431"/>
                    </a:cubicBezTo>
                    <a:cubicBezTo>
                      <a:pt x="15591" y="8004"/>
                      <a:pt x="17243" y="6578"/>
                      <a:pt x="18821" y="5076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0" name="Content Placeholder 4">
                <a:extLst>
                  <a:ext uri="{FF2B5EF4-FFF2-40B4-BE49-F238E27FC236}">
                    <a16:creationId xmlns:a16="http://schemas.microsoft.com/office/drawing/2014/main" id="{74025C07-EAA2-91A9-317B-3BC876BA4D3A}"/>
                  </a:ext>
                </a:extLst>
              </p:cNvPr>
              <p:cNvSpPr/>
              <p:nvPr/>
            </p:nvSpPr>
            <p:spPr>
              <a:xfrm>
                <a:off x="10959846" y="3064023"/>
                <a:ext cx="16822" cy="12464"/>
              </a:xfrm>
              <a:custGeom>
                <a:avLst/>
                <a:gdLst>
                  <a:gd name="connsiteX0" fmla="*/ 7857 w 16822"/>
                  <a:gd name="connsiteY0" fmla="*/ 12434 h 12464"/>
                  <a:gd name="connsiteX1" fmla="*/ 16793 w 16822"/>
                  <a:gd name="connsiteY1" fmla="*/ 4926 h 12464"/>
                  <a:gd name="connsiteX2" fmla="*/ 8382 w 16822"/>
                  <a:gd name="connsiteY2" fmla="*/ -30 h 12464"/>
                  <a:gd name="connsiteX3" fmla="*/ -29 w 16822"/>
                  <a:gd name="connsiteY3" fmla="*/ 7479 h 12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822" h="12464">
                    <a:moveTo>
                      <a:pt x="7857" y="12434"/>
                    </a:moveTo>
                    <a:lnTo>
                      <a:pt x="16793" y="4926"/>
                    </a:lnTo>
                    <a:cubicBezTo>
                      <a:pt x="14090" y="3116"/>
                      <a:pt x="11311" y="1457"/>
                      <a:pt x="8382" y="-30"/>
                    </a:cubicBezTo>
                    <a:cubicBezTo>
                      <a:pt x="5528" y="2448"/>
                      <a:pt x="2749" y="5076"/>
                      <a:pt x="-29" y="7479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1" name="Content Placeholder 4">
                <a:extLst>
                  <a:ext uri="{FF2B5EF4-FFF2-40B4-BE49-F238E27FC236}">
                    <a16:creationId xmlns:a16="http://schemas.microsoft.com/office/drawing/2014/main" id="{4F5198AC-0FB3-4420-AED4-A4F63A6CF557}"/>
                  </a:ext>
                </a:extLst>
              </p:cNvPr>
              <p:cNvSpPr/>
              <p:nvPr/>
            </p:nvSpPr>
            <p:spPr>
              <a:xfrm>
                <a:off x="10946404" y="3072507"/>
                <a:ext cx="20351" cy="13515"/>
              </a:xfrm>
              <a:custGeom>
                <a:avLst/>
                <a:gdLst>
                  <a:gd name="connsiteX0" fmla="*/ 12587 w 20351"/>
                  <a:gd name="connsiteY0" fmla="*/ -30 h 13515"/>
                  <a:gd name="connsiteX1" fmla="*/ 10410 w 20351"/>
                  <a:gd name="connsiteY1" fmla="*/ 1923 h 13515"/>
                  <a:gd name="connsiteX2" fmla="*/ 2900 w 20351"/>
                  <a:gd name="connsiteY2" fmla="*/ 7929 h 13515"/>
                  <a:gd name="connsiteX3" fmla="*/ -29 w 20351"/>
                  <a:gd name="connsiteY3" fmla="*/ 10032 h 13515"/>
                  <a:gd name="connsiteX4" fmla="*/ 9733 w 20351"/>
                  <a:gd name="connsiteY4" fmla="*/ 13486 h 13515"/>
                  <a:gd name="connsiteX5" fmla="*/ 20323 w 20351"/>
                  <a:gd name="connsiteY5" fmla="*/ 4625 h 13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351" h="13515">
                    <a:moveTo>
                      <a:pt x="12587" y="-30"/>
                    </a:moveTo>
                    <a:lnTo>
                      <a:pt x="10410" y="1923"/>
                    </a:lnTo>
                    <a:cubicBezTo>
                      <a:pt x="8006" y="4055"/>
                      <a:pt x="5528" y="6060"/>
                      <a:pt x="2900" y="7929"/>
                    </a:cubicBezTo>
                    <a:cubicBezTo>
                      <a:pt x="1923" y="8680"/>
                      <a:pt x="1022" y="9356"/>
                      <a:pt x="-29" y="10032"/>
                    </a:cubicBezTo>
                    <a:cubicBezTo>
                      <a:pt x="3200" y="11233"/>
                      <a:pt x="6429" y="12434"/>
                      <a:pt x="9733" y="13486"/>
                    </a:cubicBezTo>
                    <a:lnTo>
                      <a:pt x="20323" y="4625"/>
                    </a:ln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2" name="Content Placeholder 4">
                <a:extLst>
                  <a:ext uri="{FF2B5EF4-FFF2-40B4-BE49-F238E27FC236}">
                    <a16:creationId xmlns:a16="http://schemas.microsoft.com/office/drawing/2014/main" id="{14808ACA-8E6C-1632-0C41-4FB114A51828}"/>
                  </a:ext>
                </a:extLst>
              </p:cNvPr>
              <p:cNvSpPr/>
              <p:nvPr/>
            </p:nvSpPr>
            <p:spPr>
              <a:xfrm>
                <a:off x="11026610" y="3019648"/>
                <a:ext cx="35222" cy="18470"/>
              </a:xfrm>
              <a:custGeom>
                <a:avLst/>
                <a:gdLst>
                  <a:gd name="connsiteX0" fmla="*/ 26931 w 35222"/>
                  <a:gd name="connsiteY0" fmla="*/ 5902 h 18470"/>
                  <a:gd name="connsiteX1" fmla="*/ 14240 w 35222"/>
                  <a:gd name="connsiteY1" fmla="*/ 15137 h 18470"/>
                  <a:gd name="connsiteX2" fmla="*/ 13639 w 35222"/>
                  <a:gd name="connsiteY2" fmla="*/ 14311 h 18470"/>
                  <a:gd name="connsiteX3" fmla="*/ 25806 w 35222"/>
                  <a:gd name="connsiteY3" fmla="*/ 5452 h 18470"/>
                  <a:gd name="connsiteX4" fmla="*/ 18296 w 35222"/>
                  <a:gd name="connsiteY4" fmla="*/ 2298 h 18470"/>
                  <a:gd name="connsiteX5" fmla="*/ 7181 w 35222"/>
                  <a:gd name="connsiteY5" fmla="*/ 12059 h 18470"/>
                  <a:gd name="connsiteX6" fmla="*/ 6205 w 35222"/>
                  <a:gd name="connsiteY6" fmla="*/ 11533 h 18470"/>
                  <a:gd name="connsiteX7" fmla="*/ 17094 w 35222"/>
                  <a:gd name="connsiteY7" fmla="*/ 1847 h 18470"/>
                  <a:gd name="connsiteX8" fmla="*/ 12513 w 35222"/>
                  <a:gd name="connsiteY8" fmla="*/ -30 h 18470"/>
                  <a:gd name="connsiteX9" fmla="*/ -29 w 35222"/>
                  <a:gd name="connsiteY9" fmla="*/ 9881 h 18470"/>
                  <a:gd name="connsiteX10" fmla="*/ 22501 w 35222"/>
                  <a:gd name="connsiteY10" fmla="*/ 18441 h 18470"/>
                  <a:gd name="connsiteX11" fmla="*/ 35193 w 35222"/>
                  <a:gd name="connsiteY11" fmla="*/ 9206 h 18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5222" h="18470">
                    <a:moveTo>
                      <a:pt x="26931" y="5902"/>
                    </a:moveTo>
                    <a:cubicBezTo>
                      <a:pt x="22576" y="8830"/>
                      <a:pt x="18446" y="12059"/>
                      <a:pt x="14240" y="15137"/>
                    </a:cubicBezTo>
                    <a:cubicBezTo>
                      <a:pt x="13639" y="15588"/>
                      <a:pt x="13113" y="14687"/>
                      <a:pt x="13639" y="14311"/>
                    </a:cubicBezTo>
                    <a:cubicBezTo>
                      <a:pt x="17694" y="11308"/>
                      <a:pt x="21600" y="8230"/>
                      <a:pt x="25806" y="5452"/>
                    </a:cubicBezTo>
                    <a:lnTo>
                      <a:pt x="18296" y="2298"/>
                    </a:lnTo>
                    <a:cubicBezTo>
                      <a:pt x="14014" y="4783"/>
                      <a:pt x="10184" y="8102"/>
                      <a:pt x="7181" y="12059"/>
                    </a:cubicBezTo>
                    <a:cubicBezTo>
                      <a:pt x="7181" y="12585"/>
                      <a:pt x="5829" y="12059"/>
                      <a:pt x="6205" y="11533"/>
                    </a:cubicBezTo>
                    <a:cubicBezTo>
                      <a:pt x="9208" y="7644"/>
                      <a:pt x="12888" y="4355"/>
                      <a:pt x="17094" y="1847"/>
                    </a:cubicBezTo>
                    <a:lnTo>
                      <a:pt x="12513" y="-30"/>
                    </a:lnTo>
                    <a:lnTo>
                      <a:pt x="-29" y="9881"/>
                    </a:lnTo>
                    <a:cubicBezTo>
                      <a:pt x="7481" y="13260"/>
                      <a:pt x="14991" y="15363"/>
                      <a:pt x="22501" y="18441"/>
                    </a:cubicBezTo>
                    <a:lnTo>
                      <a:pt x="35193" y="9206"/>
                    </a:ln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3" name="Content Placeholder 4">
                <a:extLst>
                  <a:ext uri="{FF2B5EF4-FFF2-40B4-BE49-F238E27FC236}">
                    <a16:creationId xmlns:a16="http://schemas.microsoft.com/office/drawing/2014/main" id="{975939ED-432C-E1A9-CD63-CF1A8B45CD47}"/>
                  </a:ext>
                </a:extLst>
              </p:cNvPr>
              <p:cNvSpPr/>
              <p:nvPr/>
            </p:nvSpPr>
            <p:spPr>
              <a:xfrm>
                <a:off x="11020752" y="3030235"/>
                <a:ext cx="27411" cy="14716"/>
              </a:xfrm>
              <a:custGeom>
                <a:avLst/>
                <a:gdLst>
                  <a:gd name="connsiteX0" fmla="*/ 5078 w 27411"/>
                  <a:gd name="connsiteY0" fmla="*/ -30 h 14716"/>
                  <a:gd name="connsiteX1" fmla="*/ -29 w 27411"/>
                  <a:gd name="connsiteY1" fmla="*/ 4025 h 14716"/>
                  <a:gd name="connsiteX2" fmla="*/ 8007 w 27411"/>
                  <a:gd name="connsiteY2" fmla="*/ 8455 h 14716"/>
                  <a:gd name="connsiteX3" fmla="*/ 18896 w 27411"/>
                  <a:gd name="connsiteY3" fmla="*/ 14687 h 14716"/>
                  <a:gd name="connsiteX4" fmla="*/ 27382 w 27411"/>
                  <a:gd name="connsiteY4" fmla="*/ 8530 h 14716"/>
                  <a:gd name="connsiteX5" fmla="*/ 5078 w 27411"/>
                  <a:gd name="connsiteY5" fmla="*/ -30 h 147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7411" h="14716">
                    <a:moveTo>
                      <a:pt x="5078" y="-30"/>
                    </a:moveTo>
                    <a:lnTo>
                      <a:pt x="-29" y="4025"/>
                    </a:lnTo>
                    <a:cubicBezTo>
                      <a:pt x="2825" y="5151"/>
                      <a:pt x="5529" y="6645"/>
                      <a:pt x="8007" y="8455"/>
                    </a:cubicBezTo>
                    <a:cubicBezTo>
                      <a:pt x="11536" y="10708"/>
                      <a:pt x="15517" y="12660"/>
                      <a:pt x="18896" y="14687"/>
                    </a:cubicBezTo>
                    <a:lnTo>
                      <a:pt x="27382" y="8530"/>
                    </a:lnTo>
                    <a:cubicBezTo>
                      <a:pt x="19647" y="5452"/>
                      <a:pt x="11837" y="3424"/>
                      <a:pt x="5078" y="-30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4" name="Content Placeholder 4">
                <a:extLst>
                  <a:ext uri="{FF2B5EF4-FFF2-40B4-BE49-F238E27FC236}">
                    <a16:creationId xmlns:a16="http://schemas.microsoft.com/office/drawing/2014/main" id="{EBBEEBA3-054A-7BBF-4665-6CF43F2E2889}"/>
                  </a:ext>
                </a:extLst>
              </p:cNvPr>
              <p:cNvSpPr/>
              <p:nvPr/>
            </p:nvSpPr>
            <p:spPr>
              <a:xfrm>
                <a:off x="11008886" y="3035040"/>
                <a:ext cx="29514" cy="13890"/>
              </a:xfrm>
              <a:custGeom>
                <a:avLst/>
                <a:gdLst>
                  <a:gd name="connsiteX0" fmla="*/ 20323 w 29514"/>
                  <a:gd name="connsiteY0" fmla="*/ 5376 h 13890"/>
                  <a:gd name="connsiteX1" fmla="*/ 10635 w 29514"/>
                  <a:gd name="connsiteY1" fmla="*/ -30 h 13890"/>
                  <a:gd name="connsiteX2" fmla="*/ -29 w 29514"/>
                  <a:gd name="connsiteY2" fmla="*/ 8380 h 13890"/>
                  <a:gd name="connsiteX3" fmla="*/ 24904 w 29514"/>
                  <a:gd name="connsiteY3" fmla="*/ 13861 h 13890"/>
                  <a:gd name="connsiteX4" fmla="*/ 29485 w 29514"/>
                  <a:gd name="connsiteY4" fmla="*/ 10557 h 13890"/>
                  <a:gd name="connsiteX5" fmla="*/ 20323 w 29514"/>
                  <a:gd name="connsiteY5" fmla="*/ 5376 h 1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514" h="13890">
                    <a:moveTo>
                      <a:pt x="20323" y="5376"/>
                    </a:moveTo>
                    <a:cubicBezTo>
                      <a:pt x="17319" y="3139"/>
                      <a:pt x="14090" y="1322"/>
                      <a:pt x="10635" y="-30"/>
                    </a:cubicBezTo>
                    <a:lnTo>
                      <a:pt x="-29" y="8380"/>
                    </a:lnTo>
                    <a:lnTo>
                      <a:pt x="24904" y="13861"/>
                    </a:lnTo>
                    <a:lnTo>
                      <a:pt x="29485" y="10557"/>
                    </a:lnTo>
                    <a:cubicBezTo>
                      <a:pt x="26331" y="8905"/>
                      <a:pt x="23252" y="7253"/>
                      <a:pt x="20323" y="5376"/>
                    </a:cubicBezTo>
                    <a:close/>
                  </a:path>
                </a:pathLst>
              </a:custGeom>
              <a:solidFill>
                <a:srgbClr val="F1F1F2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5" name="Content Placeholder 4">
                <a:extLst>
                  <a:ext uri="{FF2B5EF4-FFF2-40B4-BE49-F238E27FC236}">
                    <a16:creationId xmlns:a16="http://schemas.microsoft.com/office/drawing/2014/main" id="{2F65CF13-5EA1-A540-F15B-C22B44668590}"/>
                  </a:ext>
                </a:extLst>
              </p:cNvPr>
              <p:cNvSpPr/>
              <p:nvPr/>
            </p:nvSpPr>
            <p:spPr>
              <a:xfrm>
                <a:off x="10973060" y="3040742"/>
                <a:ext cx="9165" cy="5410"/>
              </a:xfrm>
              <a:custGeom>
                <a:avLst/>
                <a:gdLst>
                  <a:gd name="connsiteX0" fmla="*/ 5908 w 9165"/>
                  <a:gd name="connsiteY0" fmla="*/ 5381 h 5410"/>
                  <a:gd name="connsiteX1" fmla="*/ 5908 w 9165"/>
                  <a:gd name="connsiteY1" fmla="*/ 5381 h 5410"/>
                  <a:gd name="connsiteX2" fmla="*/ 2528 w 9165"/>
                  <a:gd name="connsiteY2" fmla="*/ 5381 h 5410"/>
                  <a:gd name="connsiteX3" fmla="*/ -26 w 9165"/>
                  <a:gd name="connsiteY3" fmla="*/ 2535 h 5410"/>
                  <a:gd name="connsiteX4" fmla="*/ -26 w 9165"/>
                  <a:gd name="connsiteY4" fmla="*/ 2527 h 5410"/>
                  <a:gd name="connsiteX5" fmla="*/ 2903 w 9165"/>
                  <a:gd name="connsiteY5" fmla="*/ -25 h 5410"/>
                  <a:gd name="connsiteX6" fmla="*/ 6433 w 9165"/>
                  <a:gd name="connsiteY6" fmla="*/ -25 h 5410"/>
                  <a:gd name="connsiteX7" fmla="*/ 9136 w 9165"/>
                  <a:gd name="connsiteY7" fmla="*/ 2677 h 5410"/>
                  <a:gd name="connsiteX8" fmla="*/ 6433 w 9165"/>
                  <a:gd name="connsiteY8" fmla="*/ 5381 h 5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165" h="5410">
                    <a:moveTo>
                      <a:pt x="5908" y="5381"/>
                    </a:moveTo>
                    <a:lnTo>
                      <a:pt x="5908" y="5381"/>
                    </a:lnTo>
                    <a:lnTo>
                      <a:pt x="2528" y="5381"/>
                    </a:lnTo>
                    <a:cubicBezTo>
                      <a:pt x="1026" y="5298"/>
                      <a:pt x="-101" y="4029"/>
                      <a:pt x="-26" y="2535"/>
                    </a:cubicBezTo>
                    <a:cubicBezTo>
                      <a:pt x="-26" y="2535"/>
                      <a:pt x="-26" y="2527"/>
                      <a:pt x="-26" y="2527"/>
                    </a:cubicBezTo>
                    <a:cubicBezTo>
                      <a:pt x="125" y="1026"/>
                      <a:pt x="1402" y="-108"/>
                      <a:pt x="2903" y="-25"/>
                    </a:cubicBezTo>
                    <a:lnTo>
                      <a:pt x="6433" y="-25"/>
                    </a:lnTo>
                    <a:cubicBezTo>
                      <a:pt x="7935" y="-25"/>
                      <a:pt x="9136" y="1183"/>
                      <a:pt x="9136" y="2677"/>
                    </a:cubicBezTo>
                    <a:cubicBezTo>
                      <a:pt x="9136" y="4172"/>
                      <a:pt x="7935" y="5381"/>
                      <a:pt x="6433" y="5381"/>
                    </a:cubicBez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6" name="Content Placeholder 4">
                <a:extLst>
                  <a:ext uri="{FF2B5EF4-FFF2-40B4-BE49-F238E27FC236}">
                    <a16:creationId xmlns:a16="http://schemas.microsoft.com/office/drawing/2014/main" id="{E69CC0D6-35E6-2C27-6C75-2A5870F70C5C}"/>
                  </a:ext>
                </a:extLst>
              </p:cNvPr>
              <p:cNvSpPr/>
              <p:nvPr/>
            </p:nvSpPr>
            <p:spPr>
              <a:xfrm>
                <a:off x="10983545" y="3041679"/>
                <a:ext cx="47420" cy="31578"/>
              </a:xfrm>
              <a:custGeom>
                <a:avLst/>
                <a:gdLst>
                  <a:gd name="connsiteX0" fmla="*/ 28541 w 47420"/>
                  <a:gd name="connsiteY0" fmla="*/ 31549 h 31578"/>
                  <a:gd name="connsiteX1" fmla="*/ 26438 w 47420"/>
                  <a:gd name="connsiteY1" fmla="*/ 30498 h 31578"/>
                  <a:gd name="connsiteX2" fmla="*/ 26813 w 47420"/>
                  <a:gd name="connsiteY2" fmla="*/ 26804 h 31578"/>
                  <a:gd name="connsiteX3" fmla="*/ 26889 w 47420"/>
                  <a:gd name="connsiteY3" fmla="*/ 26744 h 31578"/>
                  <a:gd name="connsiteX4" fmla="*/ 39731 w 47420"/>
                  <a:gd name="connsiteY4" fmla="*/ 16382 h 31578"/>
                  <a:gd name="connsiteX5" fmla="*/ 42059 w 47420"/>
                  <a:gd name="connsiteY5" fmla="*/ 13829 h 31578"/>
                  <a:gd name="connsiteX6" fmla="*/ 38078 w 47420"/>
                  <a:gd name="connsiteY6" fmla="*/ 12027 h 31578"/>
                  <a:gd name="connsiteX7" fmla="*/ 8038 w 47420"/>
                  <a:gd name="connsiteY7" fmla="*/ 6396 h 31578"/>
                  <a:gd name="connsiteX8" fmla="*/ 2256 w 47420"/>
                  <a:gd name="connsiteY8" fmla="*/ 5345 h 31578"/>
                  <a:gd name="connsiteX9" fmla="*/ 3 w 47420"/>
                  <a:gd name="connsiteY9" fmla="*/ 2266 h 31578"/>
                  <a:gd name="connsiteX10" fmla="*/ 2932 w 47420"/>
                  <a:gd name="connsiteY10" fmla="*/ -9 h 31578"/>
                  <a:gd name="connsiteX11" fmla="*/ 3082 w 47420"/>
                  <a:gd name="connsiteY11" fmla="*/ 13 h 31578"/>
                  <a:gd name="connsiteX12" fmla="*/ 9015 w 47420"/>
                  <a:gd name="connsiteY12" fmla="*/ 1065 h 31578"/>
                  <a:gd name="connsiteX13" fmla="*/ 39055 w 47420"/>
                  <a:gd name="connsiteY13" fmla="*/ 6696 h 31578"/>
                  <a:gd name="connsiteX14" fmla="*/ 47392 w 47420"/>
                  <a:gd name="connsiteY14" fmla="*/ 13228 h 31578"/>
                  <a:gd name="connsiteX15" fmla="*/ 47392 w 47420"/>
                  <a:gd name="connsiteY15" fmla="*/ 13829 h 31578"/>
                  <a:gd name="connsiteX16" fmla="*/ 43110 w 47420"/>
                  <a:gd name="connsiteY16" fmla="*/ 20587 h 31578"/>
                  <a:gd name="connsiteX17" fmla="*/ 30193 w 47420"/>
                  <a:gd name="connsiteY17" fmla="*/ 30948 h 31578"/>
                  <a:gd name="connsiteX18" fmla="*/ 28541 w 47420"/>
                  <a:gd name="connsiteY18" fmla="*/ 31549 h 315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7420" h="31578">
                    <a:moveTo>
                      <a:pt x="28541" y="31549"/>
                    </a:moveTo>
                    <a:cubicBezTo>
                      <a:pt x="27715" y="31527"/>
                      <a:pt x="26964" y="31144"/>
                      <a:pt x="26438" y="30498"/>
                    </a:cubicBezTo>
                    <a:cubicBezTo>
                      <a:pt x="25537" y="29372"/>
                      <a:pt x="25688" y="27720"/>
                      <a:pt x="26813" y="26804"/>
                    </a:cubicBezTo>
                    <a:cubicBezTo>
                      <a:pt x="26813" y="26781"/>
                      <a:pt x="26889" y="26759"/>
                      <a:pt x="26889" y="26744"/>
                    </a:cubicBezTo>
                    <a:lnTo>
                      <a:pt x="39731" y="16382"/>
                    </a:lnTo>
                    <a:cubicBezTo>
                      <a:pt x="41609" y="14880"/>
                      <a:pt x="42059" y="14129"/>
                      <a:pt x="42059" y="13829"/>
                    </a:cubicBezTo>
                    <a:cubicBezTo>
                      <a:pt x="42059" y="13529"/>
                      <a:pt x="41233" y="12628"/>
                      <a:pt x="38078" y="12027"/>
                    </a:cubicBezTo>
                    <a:lnTo>
                      <a:pt x="8038" y="6396"/>
                    </a:lnTo>
                    <a:lnTo>
                      <a:pt x="2256" y="5345"/>
                    </a:lnTo>
                    <a:cubicBezTo>
                      <a:pt x="754" y="5112"/>
                      <a:pt x="-222" y="3738"/>
                      <a:pt x="3" y="2266"/>
                    </a:cubicBezTo>
                    <a:cubicBezTo>
                      <a:pt x="153" y="824"/>
                      <a:pt x="1505" y="-189"/>
                      <a:pt x="2932" y="-9"/>
                    </a:cubicBezTo>
                    <a:cubicBezTo>
                      <a:pt x="3007" y="-1"/>
                      <a:pt x="3007" y="6"/>
                      <a:pt x="3082" y="13"/>
                    </a:cubicBezTo>
                    <a:lnTo>
                      <a:pt x="9015" y="1065"/>
                    </a:lnTo>
                    <a:lnTo>
                      <a:pt x="39055" y="6696"/>
                    </a:lnTo>
                    <a:cubicBezTo>
                      <a:pt x="44237" y="7672"/>
                      <a:pt x="47091" y="9849"/>
                      <a:pt x="47392" y="13228"/>
                    </a:cubicBezTo>
                    <a:cubicBezTo>
                      <a:pt x="47392" y="13228"/>
                      <a:pt x="47392" y="13679"/>
                      <a:pt x="47392" y="13829"/>
                    </a:cubicBezTo>
                    <a:cubicBezTo>
                      <a:pt x="47016" y="16600"/>
                      <a:pt x="45439" y="19063"/>
                      <a:pt x="43110" y="20587"/>
                    </a:cubicBezTo>
                    <a:lnTo>
                      <a:pt x="30193" y="30948"/>
                    </a:lnTo>
                    <a:cubicBezTo>
                      <a:pt x="29742" y="31309"/>
                      <a:pt x="29142" y="31519"/>
                      <a:pt x="28541" y="31549"/>
                    </a:cubicBez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7" name="Content Placeholder 4">
                <a:extLst>
                  <a:ext uri="{FF2B5EF4-FFF2-40B4-BE49-F238E27FC236}">
                    <a16:creationId xmlns:a16="http://schemas.microsoft.com/office/drawing/2014/main" id="{507A12CF-A1BD-DB38-864E-340547678734}"/>
                  </a:ext>
                </a:extLst>
              </p:cNvPr>
              <p:cNvSpPr/>
              <p:nvPr/>
            </p:nvSpPr>
            <p:spPr>
              <a:xfrm>
                <a:off x="10989803" y="3081370"/>
                <a:ext cx="8948" cy="7655"/>
              </a:xfrm>
              <a:custGeom>
                <a:avLst/>
                <a:gdLst>
                  <a:gd name="connsiteX0" fmla="*/ 2683 w 8948"/>
                  <a:gd name="connsiteY0" fmla="*/ 7626 h 7655"/>
                  <a:gd name="connsiteX1" fmla="*/ 129 w 8948"/>
                  <a:gd name="connsiteY1" fmla="*/ 5824 h 7655"/>
                  <a:gd name="connsiteX2" fmla="*/ 955 w 8948"/>
                  <a:gd name="connsiteY2" fmla="*/ 2821 h 7655"/>
                  <a:gd name="connsiteX3" fmla="*/ 3733 w 8948"/>
                  <a:gd name="connsiteY3" fmla="*/ 568 h 7655"/>
                  <a:gd name="connsiteX4" fmla="*/ 7563 w 8948"/>
                  <a:gd name="connsiteY4" fmla="*/ 981 h 7655"/>
                  <a:gd name="connsiteX5" fmla="*/ 7563 w 8948"/>
                  <a:gd name="connsiteY5" fmla="*/ 1019 h 7655"/>
                  <a:gd name="connsiteX6" fmla="*/ 8090 w 8948"/>
                  <a:gd name="connsiteY6" fmla="*/ 2821 h 7655"/>
                  <a:gd name="connsiteX7" fmla="*/ 8916 w 8948"/>
                  <a:gd name="connsiteY7" fmla="*/ 4698 h 7655"/>
                  <a:gd name="connsiteX8" fmla="*/ 6438 w 8948"/>
                  <a:gd name="connsiteY8" fmla="*/ 7469 h 7655"/>
                  <a:gd name="connsiteX9" fmla="*/ 6287 w 8948"/>
                  <a:gd name="connsiteY9" fmla="*/ 7476 h 7655"/>
                  <a:gd name="connsiteX10" fmla="*/ 2757 w 8948"/>
                  <a:gd name="connsiteY10" fmla="*/ 7476 h 76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948" h="7655">
                    <a:moveTo>
                      <a:pt x="2683" y="7626"/>
                    </a:moveTo>
                    <a:cubicBezTo>
                      <a:pt x="1556" y="7603"/>
                      <a:pt x="505" y="6890"/>
                      <a:pt x="129" y="5824"/>
                    </a:cubicBezTo>
                    <a:cubicBezTo>
                      <a:pt x="-246" y="4750"/>
                      <a:pt x="53" y="3549"/>
                      <a:pt x="955" y="2821"/>
                    </a:cubicBezTo>
                    <a:lnTo>
                      <a:pt x="3733" y="568"/>
                    </a:lnTo>
                    <a:cubicBezTo>
                      <a:pt x="4860" y="-370"/>
                      <a:pt x="6587" y="-183"/>
                      <a:pt x="7563" y="981"/>
                    </a:cubicBezTo>
                    <a:cubicBezTo>
                      <a:pt x="7563" y="996"/>
                      <a:pt x="7563" y="1004"/>
                      <a:pt x="7563" y="1019"/>
                    </a:cubicBezTo>
                    <a:cubicBezTo>
                      <a:pt x="7939" y="1537"/>
                      <a:pt x="8165" y="2175"/>
                      <a:pt x="8090" y="2821"/>
                    </a:cubicBezTo>
                    <a:cubicBezTo>
                      <a:pt x="8615" y="3301"/>
                      <a:pt x="8916" y="3984"/>
                      <a:pt x="8916" y="4698"/>
                    </a:cubicBezTo>
                    <a:cubicBezTo>
                      <a:pt x="8991" y="6147"/>
                      <a:pt x="7864" y="7386"/>
                      <a:pt x="6438" y="7469"/>
                    </a:cubicBezTo>
                    <a:cubicBezTo>
                      <a:pt x="6363" y="7476"/>
                      <a:pt x="6363" y="7476"/>
                      <a:pt x="6287" y="7476"/>
                    </a:cubicBezTo>
                    <a:lnTo>
                      <a:pt x="2757" y="7476"/>
                    </a:ln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8" name="Content Placeholder 4">
                <a:extLst>
                  <a:ext uri="{FF2B5EF4-FFF2-40B4-BE49-F238E27FC236}">
                    <a16:creationId xmlns:a16="http://schemas.microsoft.com/office/drawing/2014/main" id="{505D153A-3611-CDDA-3AE5-C9246CD63B3F}"/>
                  </a:ext>
                </a:extLst>
              </p:cNvPr>
              <p:cNvSpPr/>
              <p:nvPr/>
            </p:nvSpPr>
            <p:spPr>
              <a:xfrm>
                <a:off x="10999424" y="3083395"/>
                <a:ext cx="26148" cy="6466"/>
              </a:xfrm>
              <a:custGeom>
                <a:avLst/>
                <a:gdLst>
                  <a:gd name="connsiteX0" fmla="*/ 23176 w 26148"/>
                  <a:gd name="connsiteY0" fmla="*/ 6427 h 6466"/>
                  <a:gd name="connsiteX1" fmla="*/ 23176 w 26148"/>
                  <a:gd name="connsiteY1" fmla="*/ 6427 h 6466"/>
                  <a:gd name="connsiteX2" fmla="*/ 2674 w 26148"/>
                  <a:gd name="connsiteY2" fmla="*/ 5376 h 6466"/>
                  <a:gd name="connsiteX3" fmla="*/ -29 w 26148"/>
                  <a:gd name="connsiteY3" fmla="*/ 2673 h 6466"/>
                  <a:gd name="connsiteX4" fmla="*/ 2674 w 26148"/>
                  <a:gd name="connsiteY4" fmla="*/ -30 h 6466"/>
                  <a:gd name="connsiteX5" fmla="*/ 2674 w 26148"/>
                  <a:gd name="connsiteY5" fmla="*/ -30 h 6466"/>
                  <a:gd name="connsiteX6" fmla="*/ 23703 w 26148"/>
                  <a:gd name="connsiteY6" fmla="*/ 1021 h 6466"/>
                  <a:gd name="connsiteX7" fmla="*/ 26105 w 26148"/>
                  <a:gd name="connsiteY7" fmla="*/ 3950 h 6466"/>
                  <a:gd name="connsiteX8" fmla="*/ 23176 w 26148"/>
                  <a:gd name="connsiteY8" fmla="*/ 6427 h 6466"/>
                  <a:gd name="connsiteX9" fmla="*/ 23176 w 26148"/>
                  <a:gd name="connsiteY9" fmla="*/ 6427 h 6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6148" h="6466">
                    <a:moveTo>
                      <a:pt x="23176" y="6427"/>
                    </a:moveTo>
                    <a:lnTo>
                      <a:pt x="23176" y="6427"/>
                    </a:lnTo>
                    <a:cubicBezTo>
                      <a:pt x="16343" y="5752"/>
                      <a:pt x="9433" y="5376"/>
                      <a:pt x="2674" y="5376"/>
                    </a:cubicBezTo>
                    <a:cubicBezTo>
                      <a:pt x="1173" y="5376"/>
                      <a:pt x="-29" y="4167"/>
                      <a:pt x="-29" y="2673"/>
                    </a:cubicBezTo>
                    <a:cubicBezTo>
                      <a:pt x="-29" y="1179"/>
                      <a:pt x="1173" y="-30"/>
                      <a:pt x="2674" y="-30"/>
                    </a:cubicBezTo>
                    <a:lnTo>
                      <a:pt x="2674" y="-30"/>
                    </a:lnTo>
                    <a:cubicBezTo>
                      <a:pt x="9659" y="-30"/>
                      <a:pt x="16718" y="-30"/>
                      <a:pt x="23703" y="1021"/>
                    </a:cubicBezTo>
                    <a:cubicBezTo>
                      <a:pt x="25204" y="1179"/>
                      <a:pt x="26256" y="2478"/>
                      <a:pt x="26105" y="3950"/>
                    </a:cubicBezTo>
                    <a:cubicBezTo>
                      <a:pt x="25955" y="5436"/>
                      <a:pt x="24679" y="6548"/>
                      <a:pt x="23176" y="6427"/>
                    </a:cubicBezTo>
                    <a:cubicBezTo>
                      <a:pt x="23176" y="6427"/>
                      <a:pt x="23176" y="6427"/>
                      <a:pt x="23176" y="6427"/>
                    </a:cubicBez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9" name="Content Placeholder 4">
                <a:extLst>
                  <a:ext uri="{FF2B5EF4-FFF2-40B4-BE49-F238E27FC236}">
                    <a16:creationId xmlns:a16="http://schemas.microsoft.com/office/drawing/2014/main" id="{CD42CE15-B52A-51D6-0029-D1F6BC6479B6}"/>
                  </a:ext>
                </a:extLst>
              </p:cNvPr>
              <p:cNvSpPr/>
              <p:nvPr/>
            </p:nvSpPr>
            <p:spPr>
              <a:xfrm>
                <a:off x="11023291" y="3084729"/>
                <a:ext cx="9056" cy="5893"/>
              </a:xfrm>
              <a:custGeom>
                <a:avLst/>
                <a:gdLst>
                  <a:gd name="connsiteX0" fmla="*/ 5993 w 9056"/>
                  <a:gd name="connsiteY0" fmla="*/ 5844 h 5893"/>
                  <a:gd name="connsiteX1" fmla="*/ 5993 w 9056"/>
                  <a:gd name="connsiteY1" fmla="*/ 5844 h 5893"/>
                  <a:gd name="connsiteX2" fmla="*/ 2388 w 9056"/>
                  <a:gd name="connsiteY2" fmla="*/ 5393 h 5893"/>
                  <a:gd name="connsiteX3" fmla="*/ -15 w 9056"/>
                  <a:gd name="connsiteY3" fmla="*/ 2390 h 5893"/>
                  <a:gd name="connsiteX4" fmla="*/ 2989 w 9056"/>
                  <a:gd name="connsiteY4" fmla="*/ -13 h 5893"/>
                  <a:gd name="connsiteX5" fmla="*/ 6669 w 9056"/>
                  <a:gd name="connsiteY5" fmla="*/ 438 h 5893"/>
                  <a:gd name="connsiteX6" fmla="*/ 8997 w 9056"/>
                  <a:gd name="connsiteY6" fmla="*/ 3464 h 5893"/>
                  <a:gd name="connsiteX7" fmla="*/ 8997 w 9056"/>
                  <a:gd name="connsiteY7" fmla="*/ 3516 h 5893"/>
                  <a:gd name="connsiteX8" fmla="*/ 5993 w 9056"/>
                  <a:gd name="connsiteY8" fmla="*/ 5844 h 5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056" h="5893">
                    <a:moveTo>
                      <a:pt x="5993" y="5844"/>
                    </a:moveTo>
                    <a:lnTo>
                      <a:pt x="5993" y="5844"/>
                    </a:lnTo>
                    <a:lnTo>
                      <a:pt x="2388" y="5393"/>
                    </a:lnTo>
                    <a:cubicBezTo>
                      <a:pt x="886" y="5228"/>
                      <a:pt x="-165" y="3884"/>
                      <a:pt x="-15" y="2390"/>
                    </a:cubicBezTo>
                    <a:cubicBezTo>
                      <a:pt x="135" y="896"/>
                      <a:pt x="1487" y="-178"/>
                      <a:pt x="2989" y="-13"/>
                    </a:cubicBezTo>
                    <a:lnTo>
                      <a:pt x="6669" y="438"/>
                    </a:lnTo>
                    <a:cubicBezTo>
                      <a:pt x="8171" y="625"/>
                      <a:pt x="9222" y="1984"/>
                      <a:pt x="8997" y="3464"/>
                    </a:cubicBezTo>
                    <a:cubicBezTo>
                      <a:pt x="8997" y="3478"/>
                      <a:pt x="8997" y="3501"/>
                      <a:pt x="8997" y="3516"/>
                    </a:cubicBezTo>
                    <a:cubicBezTo>
                      <a:pt x="8771" y="4980"/>
                      <a:pt x="7495" y="6024"/>
                      <a:pt x="5993" y="5844"/>
                    </a:cubicBezTo>
                    <a:close/>
                  </a:path>
                </a:pathLst>
              </a:custGeom>
              <a:solidFill>
                <a:srgbClr val="4675B8"/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1950" name="Content Placeholder 4">
                <a:extLst>
                  <a:ext uri="{FF2B5EF4-FFF2-40B4-BE49-F238E27FC236}">
                    <a16:creationId xmlns:a16="http://schemas.microsoft.com/office/drawing/2014/main" id="{909666C5-800B-E140-CDF4-88C131A88A03}"/>
                  </a:ext>
                </a:extLst>
              </p:cNvPr>
              <p:cNvGrpSpPr/>
              <p:nvPr/>
            </p:nvGrpSpPr>
            <p:grpSpPr>
              <a:xfrm>
                <a:off x="10882718" y="3098411"/>
                <a:ext cx="18700" cy="3829"/>
                <a:chOff x="10882718" y="3098411"/>
                <a:chExt cx="18700" cy="3829"/>
              </a:xfrm>
              <a:solidFill>
                <a:srgbClr val="000000"/>
              </a:solidFill>
            </p:grpSpPr>
            <p:sp>
              <p:nvSpPr>
                <p:cNvPr id="1964" name="Content Placeholder 4">
                  <a:extLst>
                    <a:ext uri="{FF2B5EF4-FFF2-40B4-BE49-F238E27FC236}">
                      <a16:creationId xmlns:a16="http://schemas.microsoft.com/office/drawing/2014/main" id="{5F5D536D-3DE5-322A-A6E5-FC833A9D4836}"/>
                    </a:ext>
                  </a:extLst>
                </p:cNvPr>
                <p:cNvSpPr/>
                <p:nvPr/>
              </p:nvSpPr>
              <p:spPr>
                <a:xfrm>
                  <a:off x="10901043" y="3098787"/>
                  <a:ext cx="375" cy="3303"/>
                </a:xfrm>
                <a:custGeom>
                  <a:avLst/>
                  <a:gdLst>
                    <a:gd name="connsiteX0" fmla="*/ 347 w 375"/>
                    <a:gd name="connsiteY0" fmla="*/ -30 h 3303"/>
                    <a:gd name="connsiteX1" fmla="*/ 347 w 375"/>
                    <a:gd name="connsiteY1" fmla="*/ -30 h 3303"/>
                    <a:gd name="connsiteX2" fmla="*/ 347 w 375"/>
                    <a:gd name="connsiteY2" fmla="*/ -30 h 3303"/>
                    <a:gd name="connsiteX3" fmla="*/ 347 w 375"/>
                    <a:gd name="connsiteY3" fmla="*/ -30 h 3303"/>
                    <a:gd name="connsiteX4" fmla="*/ 347 w 375"/>
                    <a:gd name="connsiteY4" fmla="*/ 2824 h 3303"/>
                    <a:gd name="connsiteX5" fmla="*/ -29 w 375"/>
                    <a:gd name="connsiteY5" fmla="*/ 2824 h 3303"/>
                    <a:gd name="connsiteX6" fmla="*/ -29 w 375"/>
                    <a:gd name="connsiteY6" fmla="*/ 2824 h 3303"/>
                    <a:gd name="connsiteX7" fmla="*/ -29 w 375"/>
                    <a:gd name="connsiteY7" fmla="*/ 2824 h 3303"/>
                    <a:gd name="connsiteX8" fmla="*/ -29 w 375"/>
                    <a:gd name="connsiteY8" fmla="*/ 2448 h 3303"/>
                    <a:gd name="connsiteX9" fmla="*/ -29 w 375"/>
                    <a:gd name="connsiteY9" fmla="*/ 1622 h 3303"/>
                    <a:gd name="connsiteX10" fmla="*/ -29 w 375"/>
                    <a:gd name="connsiteY10" fmla="*/ 1622 h 3303"/>
                    <a:gd name="connsiteX11" fmla="*/ -29 w 375"/>
                    <a:gd name="connsiteY11" fmla="*/ 1622 h 3303"/>
                    <a:gd name="connsiteX12" fmla="*/ -29 w 375"/>
                    <a:gd name="connsiteY12" fmla="*/ 3274 h 3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75" h="3303">
                      <a:moveTo>
                        <a:pt x="347" y="-30"/>
                      </a:moveTo>
                      <a:lnTo>
                        <a:pt x="347" y="-30"/>
                      </a:lnTo>
                      <a:lnTo>
                        <a:pt x="347" y="-30"/>
                      </a:lnTo>
                      <a:lnTo>
                        <a:pt x="347" y="-30"/>
                      </a:lnTo>
                      <a:close/>
                      <a:moveTo>
                        <a:pt x="347" y="2824"/>
                      </a:moveTo>
                      <a:lnTo>
                        <a:pt x="-29" y="2824"/>
                      </a:lnTo>
                      <a:lnTo>
                        <a:pt x="-29" y="2824"/>
                      </a:lnTo>
                      <a:lnTo>
                        <a:pt x="-29" y="2824"/>
                      </a:lnTo>
                      <a:cubicBezTo>
                        <a:pt x="-29" y="2703"/>
                        <a:pt x="-29" y="2568"/>
                        <a:pt x="-29" y="2448"/>
                      </a:cubicBezTo>
                      <a:lnTo>
                        <a:pt x="-29" y="1622"/>
                      </a:lnTo>
                      <a:cubicBezTo>
                        <a:pt x="-29" y="1622"/>
                        <a:pt x="-29" y="1622"/>
                        <a:pt x="-29" y="1622"/>
                      </a:cubicBezTo>
                      <a:lnTo>
                        <a:pt x="-29" y="1622"/>
                      </a:lnTo>
                      <a:lnTo>
                        <a:pt x="-29" y="32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65" name="Content Placeholder 4">
                  <a:extLst>
                    <a:ext uri="{FF2B5EF4-FFF2-40B4-BE49-F238E27FC236}">
                      <a16:creationId xmlns:a16="http://schemas.microsoft.com/office/drawing/2014/main" id="{CA709DF6-0A0C-2355-80E9-83CEEF85DC72}"/>
                    </a:ext>
                  </a:extLst>
                </p:cNvPr>
                <p:cNvSpPr/>
                <p:nvPr/>
              </p:nvSpPr>
              <p:spPr>
                <a:xfrm>
                  <a:off x="10899466" y="3099913"/>
                  <a:ext cx="7509" cy="1802"/>
                </a:xfrm>
                <a:custGeom>
                  <a:avLst/>
                  <a:gdLst>
                    <a:gd name="connsiteX0" fmla="*/ -29 w 7509"/>
                    <a:gd name="connsiteY0" fmla="*/ 1772 h 1802"/>
                    <a:gd name="connsiteX1" fmla="*/ -29 w 7509"/>
                    <a:gd name="connsiteY1" fmla="*/ 1772 h 1802"/>
                    <a:gd name="connsiteX2" fmla="*/ -29 w 7509"/>
                    <a:gd name="connsiteY2" fmla="*/ 1772 h 1802"/>
                    <a:gd name="connsiteX3" fmla="*/ -29 w 7509"/>
                    <a:gd name="connsiteY3" fmla="*/ 1772 h 1802"/>
                    <a:gd name="connsiteX4" fmla="*/ -29 w 7509"/>
                    <a:gd name="connsiteY4" fmla="*/ 1322 h 1802"/>
                    <a:gd name="connsiteX5" fmla="*/ -29 w 7509"/>
                    <a:gd name="connsiteY5" fmla="*/ 271 h 1802"/>
                    <a:gd name="connsiteX6" fmla="*/ -29 w 7509"/>
                    <a:gd name="connsiteY6" fmla="*/ 271 h 1802"/>
                    <a:gd name="connsiteX7" fmla="*/ -29 w 7509"/>
                    <a:gd name="connsiteY7" fmla="*/ 271 h 1802"/>
                    <a:gd name="connsiteX8" fmla="*/ -29 w 7509"/>
                    <a:gd name="connsiteY8" fmla="*/ 271 h 1802"/>
                    <a:gd name="connsiteX9" fmla="*/ -29 w 7509"/>
                    <a:gd name="connsiteY9" fmla="*/ 271 h 1802"/>
                    <a:gd name="connsiteX10" fmla="*/ -29 w 7509"/>
                    <a:gd name="connsiteY10" fmla="*/ 271 h 1802"/>
                    <a:gd name="connsiteX11" fmla="*/ -29 w 7509"/>
                    <a:gd name="connsiteY11" fmla="*/ 271 h 1802"/>
                    <a:gd name="connsiteX12" fmla="*/ -29 w 7509"/>
                    <a:gd name="connsiteY12" fmla="*/ 646 h 1802"/>
                    <a:gd name="connsiteX13" fmla="*/ -29 w 7509"/>
                    <a:gd name="connsiteY13" fmla="*/ 646 h 1802"/>
                    <a:gd name="connsiteX14" fmla="*/ -29 w 7509"/>
                    <a:gd name="connsiteY14" fmla="*/ -30 h 1802"/>
                    <a:gd name="connsiteX15" fmla="*/ -29 w 7509"/>
                    <a:gd name="connsiteY15" fmla="*/ -30 h 1802"/>
                    <a:gd name="connsiteX16" fmla="*/ -29 w 7509"/>
                    <a:gd name="connsiteY16" fmla="*/ 1622 h 1802"/>
                    <a:gd name="connsiteX17" fmla="*/ -29 w 7509"/>
                    <a:gd name="connsiteY17" fmla="*/ 1622 h 1802"/>
                    <a:gd name="connsiteX18" fmla="*/ -29 w 7509"/>
                    <a:gd name="connsiteY18" fmla="*/ 571 h 1802"/>
                    <a:gd name="connsiteX19" fmla="*/ -29 w 7509"/>
                    <a:gd name="connsiteY19" fmla="*/ 571 h 1802"/>
                    <a:gd name="connsiteX20" fmla="*/ -29 w 7509"/>
                    <a:gd name="connsiteY20" fmla="*/ 571 h 1802"/>
                    <a:gd name="connsiteX21" fmla="*/ -29 w 7509"/>
                    <a:gd name="connsiteY21" fmla="*/ 1172 h 1802"/>
                    <a:gd name="connsiteX22" fmla="*/ -29 w 7509"/>
                    <a:gd name="connsiteY22" fmla="*/ 1172 h 18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7509" h="1802">
                      <a:moveTo>
                        <a:pt x="-29" y="1772"/>
                      </a:moveTo>
                      <a:lnTo>
                        <a:pt x="-29" y="1772"/>
                      </a:lnTo>
                      <a:lnTo>
                        <a:pt x="-29" y="1772"/>
                      </a:lnTo>
                      <a:lnTo>
                        <a:pt x="-29" y="1772"/>
                      </a:lnTo>
                      <a:lnTo>
                        <a:pt x="-29" y="1322"/>
                      </a:lnTo>
                      <a:lnTo>
                        <a:pt x="-29" y="271"/>
                      </a:lnTo>
                      <a:lnTo>
                        <a:pt x="-29" y="271"/>
                      </a:lnTo>
                      <a:lnTo>
                        <a:pt x="-29" y="271"/>
                      </a:lnTo>
                      <a:lnTo>
                        <a:pt x="-29" y="271"/>
                      </a:lnTo>
                      <a:cubicBezTo>
                        <a:pt x="-29" y="271"/>
                        <a:pt x="-29" y="271"/>
                        <a:pt x="-29" y="271"/>
                      </a:cubicBezTo>
                      <a:lnTo>
                        <a:pt x="-29" y="271"/>
                      </a:lnTo>
                      <a:lnTo>
                        <a:pt x="-29" y="271"/>
                      </a:lnTo>
                      <a:lnTo>
                        <a:pt x="-29" y="646"/>
                      </a:lnTo>
                      <a:lnTo>
                        <a:pt x="-29" y="646"/>
                      </a:lnTo>
                      <a:lnTo>
                        <a:pt x="-29" y="-30"/>
                      </a:lnTo>
                      <a:lnTo>
                        <a:pt x="-29" y="-30"/>
                      </a:lnTo>
                      <a:lnTo>
                        <a:pt x="-29" y="1622"/>
                      </a:lnTo>
                      <a:lnTo>
                        <a:pt x="-29" y="1622"/>
                      </a:lnTo>
                      <a:lnTo>
                        <a:pt x="-29" y="571"/>
                      </a:lnTo>
                      <a:lnTo>
                        <a:pt x="-29" y="571"/>
                      </a:lnTo>
                      <a:lnTo>
                        <a:pt x="-29" y="571"/>
                      </a:lnTo>
                      <a:lnTo>
                        <a:pt x="-29" y="1172"/>
                      </a:lnTo>
                      <a:lnTo>
                        <a:pt x="-29" y="117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66" name="Content Placeholder 4">
                  <a:extLst>
                    <a:ext uri="{FF2B5EF4-FFF2-40B4-BE49-F238E27FC236}">
                      <a16:creationId xmlns:a16="http://schemas.microsoft.com/office/drawing/2014/main" id="{D588D951-08AC-013E-7161-6B65195961AD}"/>
                    </a:ext>
                  </a:extLst>
                </p:cNvPr>
                <p:cNvSpPr/>
                <p:nvPr/>
              </p:nvSpPr>
              <p:spPr>
                <a:xfrm>
                  <a:off x="10894453" y="3098712"/>
                  <a:ext cx="2009" cy="2928"/>
                </a:xfrm>
                <a:custGeom>
                  <a:avLst/>
                  <a:gdLst>
                    <a:gd name="connsiteX0" fmla="*/ 1079 w 2009"/>
                    <a:gd name="connsiteY0" fmla="*/ 2898 h 2928"/>
                    <a:gd name="connsiteX1" fmla="*/ 1079 w 2009"/>
                    <a:gd name="connsiteY1" fmla="*/ 2898 h 2928"/>
                    <a:gd name="connsiteX2" fmla="*/ 628 w 2009"/>
                    <a:gd name="connsiteY2" fmla="*/ 2898 h 2928"/>
                    <a:gd name="connsiteX3" fmla="*/ 27 w 2009"/>
                    <a:gd name="connsiteY3" fmla="*/ 2298 h 2928"/>
                    <a:gd name="connsiteX4" fmla="*/ 27 w 2009"/>
                    <a:gd name="connsiteY4" fmla="*/ 1472 h 2928"/>
                    <a:gd name="connsiteX5" fmla="*/ 27 w 2009"/>
                    <a:gd name="connsiteY5" fmla="*/ 1472 h 2928"/>
                    <a:gd name="connsiteX6" fmla="*/ 27 w 2009"/>
                    <a:gd name="connsiteY6" fmla="*/ 1021 h 2928"/>
                    <a:gd name="connsiteX7" fmla="*/ 477 w 2009"/>
                    <a:gd name="connsiteY7" fmla="*/ 1021 h 2928"/>
                    <a:gd name="connsiteX8" fmla="*/ 928 w 2009"/>
                    <a:gd name="connsiteY8" fmla="*/ 1021 h 2928"/>
                    <a:gd name="connsiteX9" fmla="*/ 928 w 2009"/>
                    <a:gd name="connsiteY9" fmla="*/ 496 h 2928"/>
                    <a:gd name="connsiteX10" fmla="*/ 928 w 2009"/>
                    <a:gd name="connsiteY10" fmla="*/ -30 h 2928"/>
                    <a:gd name="connsiteX11" fmla="*/ 928 w 2009"/>
                    <a:gd name="connsiteY11" fmla="*/ -30 h 2928"/>
                    <a:gd name="connsiteX12" fmla="*/ 928 w 2009"/>
                    <a:gd name="connsiteY12" fmla="*/ -30 h 2928"/>
                    <a:gd name="connsiteX13" fmla="*/ 1529 w 2009"/>
                    <a:gd name="connsiteY13" fmla="*/ -30 h 2928"/>
                    <a:gd name="connsiteX14" fmla="*/ 1980 w 2009"/>
                    <a:gd name="connsiteY14" fmla="*/ -30 h 2928"/>
                    <a:gd name="connsiteX15" fmla="*/ 1980 w 2009"/>
                    <a:gd name="connsiteY15" fmla="*/ -30 h 2928"/>
                    <a:gd name="connsiteX16" fmla="*/ 1980 w 2009"/>
                    <a:gd name="connsiteY16" fmla="*/ -30 h 2928"/>
                    <a:gd name="connsiteX17" fmla="*/ 1980 w 2009"/>
                    <a:gd name="connsiteY17" fmla="*/ -30 h 2928"/>
                    <a:gd name="connsiteX18" fmla="*/ 1980 w 2009"/>
                    <a:gd name="connsiteY18" fmla="*/ -30 h 2928"/>
                    <a:gd name="connsiteX19" fmla="*/ 1529 w 2009"/>
                    <a:gd name="connsiteY19" fmla="*/ -30 h 2928"/>
                    <a:gd name="connsiteX20" fmla="*/ 1529 w 2009"/>
                    <a:gd name="connsiteY20" fmla="*/ -30 h 2928"/>
                    <a:gd name="connsiteX21" fmla="*/ 1529 w 2009"/>
                    <a:gd name="connsiteY21" fmla="*/ -30 h 2928"/>
                    <a:gd name="connsiteX22" fmla="*/ 1154 w 2009"/>
                    <a:gd name="connsiteY22" fmla="*/ -30 h 2928"/>
                    <a:gd name="connsiteX23" fmla="*/ 1154 w 2009"/>
                    <a:gd name="connsiteY23" fmla="*/ -30 h 2928"/>
                    <a:gd name="connsiteX24" fmla="*/ 1154 w 2009"/>
                    <a:gd name="connsiteY24" fmla="*/ 346 h 2928"/>
                    <a:gd name="connsiteX25" fmla="*/ 1154 w 2009"/>
                    <a:gd name="connsiteY25" fmla="*/ 796 h 2928"/>
                    <a:gd name="connsiteX26" fmla="*/ 1154 w 2009"/>
                    <a:gd name="connsiteY26" fmla="*/ 796 h 2928"/>
                    <a:gd name="connsiteX27" fmla="*/ 1154 w 2009"/>
                    <a:gd name="connsiteY27" fmla="*/ 796 h 2928"/>
                    <a:gd name="connsiteX28" fmla="*/ 628 w 2009"/>
                    <a:gd name="connsiteY28" fmla="*/ 796 h 2928"/>
                    <a:gd name="connsiteX29" fmla="*/ 628 w 2009"/>
                    <a:gd name="connsiteY29" fmla="*/ 796 h 2928"/>
                    <a:gd name="connsiteX30" fmla="*/ 628 w 2009"/>
                    <a:gd name="connsiteY30" fmla="*/ 796 h 2928"/>
                    <a:gd name="connsiteX31" fmla="*/ 102 w 2009"/>
                    <a:gd name="connsiteY31" fmla="*/ 796 h 2928"/>
                    <a:gd name="connsiteX32" fmla="*/ 102 w 2009"/>
                    <a:gd name="connsiteY32" fmla="*/ 796 h 2928"/>
                    <a:gd name="connsiteX33" fmla="*/ 102 w 2009"/>
                    <a:gd name="connsiteY33" fmla="*/ 796 h 2928"/>
                    <a:gd name="connsiteX34" fmla="*/ 102 w 2009"/>
                    <a:gd name="connsiteY34" fmla="*/ 1247 h 2928"/>
                    <a:gd name="connsiteX35" fmla="*/ 102 w 2009"/>
                    <a:gd name="connsiteY35" fmla="*/ 1697 h 2928"/>
                    <a:gd name="connsiteX36" fmla="*/ 778 w 2009"/>
                    <a:gd name="connsiteY36" fmla="*/ 1697 h 2928"/>
                    <a:gd name="connsiteX37" fmla="*/ 778 w 2009"/>
                    <a:gd name="connsiteY37" fmla="*/ 1697 h 29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009" h="2928">
                      <a:moveTo>
                        <a:pt x="1079" y="2898"/>
                      </a:moveTo>
                      <a:lnTo>
                        <a:pt x="1079" y="2898"/>
                      </a:lnTo>
                      <a:lnTo>
                        <a:pt x="628" y="2898"/>
                      </a:lnTo>
                      <a:cubicBezTo>
                        <a:pt x="403" y="2741"/>
                        <a:pt x="177" y="2538"/>
                        <a:pt x="27" y="2298"/>
                      </a:cubicBezTo>
                      <a:cubicBezTo>
                        <a:pt x="-48" y="2027"/>
                        <a:pt x="-48" y="1742"/>
                        <a:pt x="27" y="1472"/>
                      </a:cubicBezTo>
                      <a:lnTo>
                        <a:pt x="27" y="1472"/>
                      </a:lnTo>
                      <a:cubicBezTo>
                        <a:pt x="27" y="1472"/>
                        <a:pt x="27" y="1472"/>
                        <a:pt x="27" y="1021"/>
                      </a:cubicBezTo>
                      <a:cubicBezTo>
                        <a:pt x="177" y="961"/>
                        <a:pt x="328" y="961"/>
                        <a:pt x="477" y="1021"/>
                      </a:cubicBezTo>
                      <a:lnTo>
                        <a:pt x="928" y="1021"/>
                      </a:lnTo>
                      <a:lnTo>
                        <a:pt x="928" y="496"/>
                      </a:lnTo>
                      <a:cubicBezTo>
                        <a:pt x="928" y="323"/>
                        <a:pt x="928" y="143"/>
                        <a:pt x="928" y="-30"/>
                      </a:cubicBezTo>
                      <a:lnTo>
                        <a:pt x="928" y="-30"/>
                      </a:lnTo>
                      <a:cubicBezTo>
                        <a:pt x="928" y="-30"/>
                        <a:pt x="928" y="-30"/>
                        <a:pt x="928" y="-30"/>
                      </a:cubicBezTo>
                      <a:lnTo>
                        <a:pt x="1529" y="-30"/>
                      </a:lnTo>
                      <a:lnTo>
                        <a:pt x="1980" y="-30"/>
                      </a:lnTo>
                      <a:lnTo>
                        <a:pt x="1980" y="-30"/>
                      </a:lnTo>
                      <a:lnTo>
                        <a:pt x="1980" y="-30"/>
                      </a:lnTo>
                      <a:lnTo>
                        <a:pt x="1980" y="-30"/>
                      </a:lnTo>
                      <a:lnTo>
                        <a:pt x="1980" y="-30"/>
                      </a:lnTo>
                      <a:lnTo>
                        <a:pt x="1529" y="-30"/>
                      </a:lnTo>
                      <a:lnTo>
                        <a:pt x="1529" y="-30"/>
                      </a:lnTo>
                      <a:lnTo>
                        <a:pt x="1529" y="-30"/>
                      </a:lnTo>
                      <a:lnTo>
                        <a:pt x="1154" y="-30"/>
                      </a:lnTo>
                      <a:lnTo>
                        <a:pt x="1154" y="-30"/>
                      </a:lnTo>
                      <a:lnTo>
                        <a:pt x="1154" y="346"/>
                      </a:lnTo>
                      <a:lnTo>
                        <a:pt x="1154" y="796"/>
                      </a:lnTo>
                      <a:lnTo>
                        <a:pt x="1154" y="796"/>
                      </a:lnTo>
                      <a:lnTo>
                        <a:pt x="1154" y="796"/>
                      </a:lnTo>
                      <a:lnTo>
                        <a:pt x="628" y="796"/>
                      </a:lnTo>
                      <a:lnTo>
                        <a:pt x="628" y="796"/>
                      </a:lnTo>
                      <a:lnTo>
                        <a:pt x="628" y="796"/>
                      </a:lnTo>
                      <a:lnTo>
                        <a:pt x="102" y="796"/>
                      </a:lnTo>
                      <a:lnTo>
                        <a:pt x="102" y="796"/>
                      </a:lnTo>
                      <a:lnTo>
                        <a:pt x="102" y="796"/>
                      </a:lnTo>
                      <a:cubicBezTo>
                        <a:pt x="102" y="796"/>
                        <a:pt x="102" y="1171"/>
                        <a:pt x="102" y="1247"/>
                      </a:cubicBezTo>
                      <a:cubicBezTo>
                        <a:pt x="102" y="1322"/>
                        <a:pt x="102" y="1247"/>
                        <a:pt x="102" y="1697"/>
                      </a:cubicBezTo>
                      <a:lnTo>
                        <a:pt x="778" y="1697"/>
                      </a:lnTo>
                      <a:lnTo>
                        <a:pt x="778" y="16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67" name="Content Placeholder 4">
                  <a:extLst>
                    <a:ext uri="{FF2B5EF4-FFF2-40B4-BE49-F238E27FC236}">
                      <a16:creationId xmlns:a16="http://schemas.microsoft.com/office/drawing/2014/main" id="{0061062E-9D45-15EC-8031-5769397259EB}"/>
                    </a:ext>
                  </a:extLst>
                </p:cNvPr>
                <p:cNvSpPr/>
                <p:nvPr/>
              </p:nvSpPr>
              <p:spPr>
                <a:xfrm>
                  <a:off x="10891881" y="3100289"/>
                  <a:ext cx="1952" cy="1952"/>
                </a:xfrm>
                <a:custGeom>
                  <a:avLst/>
                  <a:gdLst>
                    <a:gd name="connsiteX0" fmla="*/ 1172 w 1952"/>
                    <a:gd name="connsiteY0" fmla="*/ 1322 h 1952"/>
                    <a:gd name="connsiteX1" fmla="*/ 722 w 1952"/>
                    <a:gd name="connsiteY1" fmla="*/ 1322 h 1952"/>
                    <a:gd name="connsiteX2" fmla="*/ 722 w 1952"/>
                    <a:gd name="connsiteY2" fmla="*/ 1322 h 1952"/>
                    <a:gd name="connsiteX3" fmla="*/ 722 w 1952"/>
                    <a:gd name="connsiteY3" fmla="*/ 1322 h 1952"/>
                    <a:gd name="connsiteX4" fmla="*/ 722 w 1952"/>
                    <a:gd name="connsiteY4" fmla="*/ 1322 h 1952"/>
                    <a:gd name="connsiteX5" fmla="*/ 722 w 1952"/>
                    <a:gd name="connsiteY5" fmla="*/ 1322 h 1952"/>
                    <a:gd name="connsiteX6" fmla="*/ 722 w 1952"/>
                    <a:gd name="connsiteY6" fmla="*/ 1322 h 1952"/>
                    <a:gd name="connsiteX7" fmla="*/ 722 w 1952"/>
                    <a:gd name="connsiteY7" fmla="*/ 1322 h 1952"/>
                    <a:gd name="connsiteX8" fmla="*/ 722 w 1952"/>
                    <a:gd name="connsiteY8" fmla="*/ 1322 h 1952"/>
                    <a:gd name="connsiteX9" fmla="*/ 722 w 1952"/>
                    <a:gd name="connsiteY9" fmla="*/ 871 h 1952"/>
                    <a:gd name="connsiteX10" fmla="*/ 722 w 1952"/>
                    <a:gd name="connsiteY10" fmla="*/ 871 h 1952"/>
                    <a:gd name="connsiteX11" fmla="*/ 722 w 1952"/>
                    <a:gd name="connsiteY11" fmla="*/ 871 h 1952"/>
                    <a:gd name="connsiteX12" fmla="*/ 1322 w 1952"/>
                    <a:gd name="connsiteY12" fmla="*/ 871 h 1952"/>
                    <a:gd name="connsiteX13" fmla="*/ 1848 w 1952"/>
                    <a:gd name="connsiteY13" fmla="*/ 871 h 1952"/>
                    <a:gd name="connsiteX14" fmla="*/ 1848 w 1952"/>
                    <a:gd name="connsiteY14" fmla="*/ 871 h 1952"/>
                    <a:gd name="connsiteX15" fmla="*/ 1848 w 1952"/>
                    <a:gd name="connsiteY15" fmla="*/ -30 h 1952"/>
                    <a:gd name="connsiteX16" fmla="*/ 872 w 1952"/>
                    <a:gd name="connsiteY16" fmla="*/ -30 h 1952"/>
                    <a:gd name="connsiteX17" fmla="*/ -29 w 1952"/>
                    <a:gd name="connsiteY17" fmla="*/ -30 h 1952"/>
                    <a:gd name="connsiteX18" fmla="*/ -29 w 1952"/>
                    <a:gd name="connsiteY18" fmla="*/ -30 h 1952"/>
                    <a:gd name="connsiteX19" fmla="*/ -29 w 1952"/>
                    <a:gd name="connsiteY19" fmla="*/ -30 h 1952"/>
                    <a:gd name="connsiteX20" fmla="*/ -29 w 1952"/>
                    <a:gd name="connsiteY20" fmla="*/ -30 h 1952"/>
                    <a:gd name="connsiteX21" fmla="*/ 947 w 1952"/>
                    <a:gd name="connsiteY21" fmla="*/ -30 h 1952"/>
                    <a:gd name="connsiteX22" fmla="*/ 1923 w 1952"/>
                    <a:gd name="connsiteY22" fmla="*/ -30 h 1952"/>
                    <a:gd name="connsiteX23" fmla="*/ 1923 w 1952"/>
                    <a:gd name="connsiteY23" fmla="*/ -30 h 1952"/>
                    <a:gd name="connsiteX24" fmla="*/ 1923 w 1952"/>
                    <a:gd name="connsiteY24" fmla="*/ -30 h 1952"/>
                    <a:gd name="connsiteX25" fmla="*/ 1923 w 1952"/>
                    <a:gd name="connsiteY25" fmla="*/ 1096 h 1952"/>
                    <a:gd name="connsiteX26" fmla="*/ 1923 w 1952"/>
                    <a:gd name="connsiteY26" fmla="*/ 1922 h 1952"/>
                    <a:gd name="connsiteX27" fmla="*/ 1923 w 1952"/>
                    <a:gd name="connsiteY27" fmla="*/ 1922 h 1952"/>
                    <a:gd name="connsiteX28" fmla="*/ 1472 w 1952"/>
                    <a:gd name="connsiteY28" fmla="*/ 1922 h 1952"/>
                    <a:gd name="connsiteX29" fmla="*/ 1472 w 1952"/>
                    <a:gd name="connsiteY29" fmla="*/ 1922 h 1952"/>
                    <a:gd name="connsiteX30" fmla="*/ 1472 w 1952"/>
                    <a:gd name="connsiteY30" fmla="*/ 1922 h 1952"/>
                    <a:gd name="connsiteX31" fmla="*/ 1472 w 1952"/>
                    <a:gd name="connsiteY31" fmla="*/ 1922 h 1952"/>
                    <a:gd name="connsiteX32" fmla="*/ 1472 w 1952"/>
                    <a:gd name="connsiteY32" fmla="*/ 1922 h 1952"/>
                    <a:gd name="connsiteX33" fmla="*/ 1472 w 1952"/>
                    <a:gd name="connsiteY33" fmla="*/ 1922 h 1952"/>
                    <a:gd name="connsiteX34" fmla="*/ 1472 w 1952"/>
                    <a:gd name="connsiteY34" fmla="*/ 1922 h 1952"/>
                    <a:gd name="connsiteX35" fmla="*/ 1472 w 1952"/>
                    <a:gd name="connsiteY35" fmla="*/ 1922 h 1952"/>
                    <a:gd name="connsiteX36" fmla="*/ 1472 w 1952"/>
                    <a:gd name="connsiteY36" fmla="*/ 1922 h 1952"/>
                    <a:gd name="connsiteX37" fmla="*/ 1472 w 1952"/>
                    <a:gd name="connsiteY37" fmla="*/ 1922 h 1952"/>
                    <a:gd name="connsiteX38" fmla="*/ 1472 w 1952"/>
                    <a:gd name="connsiteY38" fmla="*/ 1922 h 1952"/>
                    <a:gd name="connsiteX39" fmla="*/ 1472 w 1952"/>
                    <a:gd name="connsiteY39" fmla="*/ 1922 h 1952"/>
                    <a:gd name="connsiteX40" fmla="*/ 1472 w 1952"/>
                    <a:gd name="connsiteY40" fmla="*/ 1922 h 1952"/>
                    <a:gd name="connsiteX41" fmla="*/ 1472 w 1952"/>
                    <a:gd name="connsiteY41" fmla="*/ 1922 h 1952"/>
                    <a:gd name="connsiteX42" fmla="*/ 1472 w 1952"/>
                    <a:gd name="connsiteY42" fmla="*/ 1922 h 1952"/>
                    <a:gd name="connsiteX43" fmla="*/ 1472 w 1952"/>
                    <a:gd name="connsiteY43" fmla="*/ 1922 h 1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</a:cxnLst>
                  <a:rect l="l" t="t" r="r" b="b"/>
                  <a:pathLst>
                    <a:path w="1952" h="1952">
                      <a:moveTo>
                        <a:pt x="1172" y="1322"/>
                      </a:moveTo>
                      <a:lnTo>
                        <a:pt x="722" y="1322"/>
                      </a:lnTo>
                      <a:lnTo>
                        <a:pt x="722" y="1322"/>
                      </a:lnTo>
                      <a:lnTo>
                        <a:pt x="722" y="1322"/>
                      </a:lnTo>
                      <a:lnTo>
                        <a:pt x="722" y="1322"/>
                      </a:lnTo>
                      <a:lnTo>
                        <a:pt x="722" y="1322"/>
                      </a:lnTo>
                      <a:lnTo>
                        <a:pt x="722" y="1322"/>
                      </a:lnTo>
                      <a:cubicBezTo>
                        <a:pt x="722" y="1322"/>
                        <a:pt x="722" y="1322"/>
                        <a:pt x="722" y="1322"/>
                      </a:cubicBezTo>
                      <a:lnTo>
                        <a:pt x="722" y="1322"/>
                      </a:lnTo>
                      <a:lnTo>
                        <a:pt x="722" y="871"/>
                      </a:lnTo>
                      <a:lnTo>
                        <a:pt x="722" y="871"/>
                      </a:lnTo>
                      <a:lnTo>
                        <a:pt x="722" y="871"/>
                      </a:lnTo>
                      <a:lnTo>
                        <a:pt x="1322" y="871"/>
                      </a:lnTo>
                      <a:lnTo>
                        <a:pt x="1848" y="871"/>
                      </a:lnTo>
                      <a:lnTo>
                        <a:pt x="1848" y="871"/>
                      </a:lnTo>
                      <a:lnTo>
                        <a:pt x="1848" y="-30"/>
                      </a:lnTo>
                      <a:lnTo>
                        <a:pt x="872" y="-30"/>
                      </a:lnTo>
                      <a:lnTo>
                        <a:pt x="-29" y="-30"/>
                      </a:lnTo>
                      <a:lnTo>
                        <a:pt x="-29" y="-30"/>
                      </a:lnTo>
                      <a:cubicBezTo>
                        <a:pt x="-29" y="-30"/>
                        <a:pt x="-29" y="-30"/>
                        <a:pt x="-29" y="-30"/>
                      </a:cubicBezTo>
                      <a:lnTo>
                        <a:pt x="-29" y="-30"/>
                      </a:lnTo>
                      <a:lnTo>
                        <a:pt x="947" y="-30"/>
                      </a:lnTo>
                      <a:lnTo>
                        <a:pt x="1923" y="-30"/>
                      </a:lnTo>
                      <a:cubicBezTo>
                        <a:pt x="1923" y="-30"/>
                        <a:pt x="1923" y="-30"/>
                        <a:pt x="1923" y="-30"/>
                      </a:cubicBezTo>
                      <a:lnTo>
                        <a:pt x="1923" y="-30"/>
                      </a:lnTo>
                      <a:lnTo>
                        <a:pt x="1923" y="1096"/>
                      </a:lnTo>
                      <a:lnTo>
                        <a:pt x="1923" y="1922"/>
                      </a:lnTo>
                      <a:lnTo>
                        <a:pt x="1923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lnTo>
                        <a:pt x="1472" y="192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68" name="Content Placeholder 4">
                  <a:extLst>
                    <a:ext uri="{FF2B5EF4-FFF2-40B4-BE49-F238E27FC236}">
                      <a16:creationId xmlns:a16="http://schemas.microsoft.com/office/drawing/2014/main" id="{A3279D61-2D07-CBE3-8615-146B7EE2C638}"/>
                    </a:ext>
                  </a:extLst>
                </p:cNvPr>
                <p:cNvSpPr/>
                <p:nvPr/>
              </p:nvSpPr>
              <p:spPr>
                <a:xfrm>
                  <a:off x="10887825" y="3099838"/>
                  <a:ext cx="451" cy="1877"/>
                </a:xfrm>
                <a:custGeom>
                  <a:avLst/>
                  <a:gdLst>
                    <a:gd name="connsiteX0" fmla="*/ -29 w 451"/>
                    <a:gd name="connsiteY0" fmla="*/ 346 h 1877"/>
                    <a:gd name="connsiteX1" fmla="*/ -29 w 451"/>
                    <a:gd name="connsiteY1" fmla="*/ 346 h 1877"/>
                    <a:gd name="connsiteX2" fmla="*/ -29 w 451"/>
                    <a:gd name="connsiteY2" fmla="*/ 1772 h 1877"/>
                    <a:gd name="connsiteX3" fmla="*/ -29 w 451"/>
                    <a:gd name="connsiteY3" fmla="*/ 1772 h 1877"/>
                    <a:gd name="connsiteX4" fmla="*/ -29 w 451"/>
                    <a:gd name="connsiteY4" fmla="*/ 1772 h 1877"/>
                    <a:gd name="connsiteX5" fmla="*/ -29 w 451"/>
                    <a:gd name="connsiteY5" fmla="*/ 946 h 1877"/>
                    <a:gd name="connsiteX6" fmla="*/ -29 w 451"/>
                    <a:gd name="connsiteY6" fmla="*/ 946 h 1877"/>
                    <a:gd name="connsiteX7" fmla="*/ -29 w 451"/>
                    <a:gd name="connsiteY7" fmla="*/ 946 h 1877"/>
                    <a:gd name="connsiteX8" fmla="*/ -29 w 451"/>
                    <a:gd name="connsiteY8" fmla="*/ 1847 h 1877"/>
                    <a:gd name="connsiteX9" fmla="*/ -29 w 451"/>
                    <a:gd name="connsiteY9" fmla="*/ 1847 h 1877"/>
                    <a:gd name="connsiteX10" fmla="*/ -29 w 451"/>
                    <a:gd name="connsiteY10" fmla="*/ 1847 h 1877"/>
                    <a:gd name="connsiteX11" fmla="*/ -29 w 451"/>
                    <a:gd name="connsiteY11" fmla="*/ 1847 h 1877"/>
                    <a:gd name="connsiteX12" fmla="*/ -29 w 451"/>
                    <a:gd name="connsiteY12" fmla="*/ 796 h 1877"/>
                    <a:gd name="connsiteX13" fmla="*/ -29 w 451"/>
                    <a:gd name="connsiteY13" fmla="*/ 796 h 1877"/>
                    <a:gd name="connsiteX14" fmla="*/ -29 w 451"/>
                    <a:gd name="connsiteY14" fmla="*/ 1847 h 1877"/>
                    <a:gd name="connsiteX15" fmla="*/ -29 w 451"/>
                    <a:gd name="connsiteY15" fmla="*/ 1847 h 1877"/>
                    <a:gd name="connsiteX16" fmla="*/ -29 w 451"/>
                    <a:gd name="connsiteY16" fmla="*/ 1847 h 1877"/>
                    <a:gd name="connsiteX17" fmla="*/ -29 w 451"/>
                    <a:gd name="connsiteY17" fmla="*/ 496 h 1877"/>
                    <a:gd name="connsiteX18" fmla="*/ -29 w 451"/>
                    <a:gd name="connsiteY18" fmla="*/ 496 h 1877"/>
                    <a:gd name="connsiteX19" fmla="*/ -29 w 451"/>
                    <a:gd name="connsiteY19" fmla="*/ -30 h 1877"/>
                    <a:gd name="connsiteX20" fmla="*/ 422 w 451"/>
                    <a:gd name="connsiteY20" fmla="*/ -30 h 1877"/>
                    <a:gd name="connsiteX21" fmla="*/ 422 w 451"/>
                    <a:gd name="connsiteY21" fmla="*/ 496 h 1877"/>
                    <a:gd name="connsiteX22" fmla="*/ 422 w 451"/>
                    <a:gd name="connsiteY22" fmla="*/ 496 h 1877"/>
                    <a:gd name="connsiteX23" fmla="*/ 422 w 451"/>
                    <a:gd name="connsiteY23" fmla="*/ 496 h 1877"/>
                    <a:gd name="connsiteX24" fmla="*/ 422 w 451"/>
                    <a:gd name="connsiteY24" fmla="*/ 496 h 1877"/>
                    <a:gd name="connsiteX25" fmla="*/ 422 w 451"/>
                    <a:gd name="connsiteY25" fmla="*/ 496 h 1877"/>
                    <a:gd name="connsiteX26" fmla="*/ 422 w 451"/>
                    <a:gd name="connsiteY26" fmla="*/ 496 h 1877"/>
                    <a:gd name="connsiteX27" fmla="*/ 422 w 451"/>
                    <a:gd name="connsiteY27" fmla="*/ 1247 h 1877"/>
                    <a:gd name="connsiteX28" fmla="*/ 422 w 451"/>
                    <a:gd name="connsiteY28" fmla="*/ 1247 h 1877"/>
                    <a:gd name="connsiteX29" fmla="*/ 422 w 451"/>
                    <a:gd name="connsiteY29" fmla="*/ 1247 h 1877"/>
                    <a:gd name="connsiteX30" fmla="*/ 422 w 451"/>
                    <a:gd name="connsiteY30" fmla="*/ 1247 h 1877"/>
                    <a:gd name="connsiteX31" fmla="*/ 422 w 451"/>
                    <a:gd name="connsiteY31" fmla="*/ 1247 h 1877"/>
                    <a:gd name="connsiteX32" fmla="*/ 422 w 451"/>
                    <a:gd name="connsiteY32" fmla="*/ 1247 h 1877"/>
                    <a:gd name="connsiteX33" fmla="*/ 422 w 451"/>
                    <a:gd name="connsiteY33" fmla="*/ 1847 h 18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451" h="1877">
                      <a:moveTo>
                        <a:pt x="-29" y="346"/>
                      </a:moveTo>
                      <a:lnTo>
                        <a:pt x="-29" y="346"/>
                      </a:lnTo>
                      <a:lnTo>
                        <a:pt x="-29" y="1772"/>
                      </a:lnTo>
                      <a:lnTo>
                        <a:pt x="-29" y="1772"/>
                      </a:lnTo>
                      <a:lnTo>
                        <a:pt x="-29" y="1772"/>
                      </a:lnTo>
                      <a:lnTo>
                        <a:pt x="-29" y="946"/>
                      </a:lnTo>
                      <a:lnTo>
                        <a:pt x="-29" y="946"/>
                      </a:lnTo>
                      <a:lnTo>
                        <a:pt x="-29" y="946"/>
                      </a:lnTo>
                      <a:lnTo>
                        <a:pt x="-29" y="1847"/>
                      </a:lnTo>
                      <a:lnTo>
                        <a:pt x="-29" y="1847"/>
                      </a:lnTo>
                      <a:lnTo>
                        <a:pt x="-29" y="1847"/>
                      </a:lnTo>
                      <a:lnTo>
                        <a:pt x="-29" y="1847"/>
                      </a:lnTo>
                      <a:lnTo>
                        <a:pt x="-29" y="796"/>
                      </a:lnTo>
                      <a:lnTo>
                        <a:pt x="-29" y="796"/>
                      </a:lnTo>
                      <a:lnTo>
                        <a:pt x="-29" y="1847"/>
                      </a:lnTo>
                      <a:lnTo>
                        <a:pt x="-29" y="1847"/>
                      </a:lnTo>
                      <a:lnTo>
                        <a:pt x="-29" y="1847"/>
                      </a:lnTo>
                      <a:lnTo>
                        <a:pt x="-29" y="496"/>
                      </a:lnTo>
                      <a:lnTo>
                        <a:pt x="-29" y="496"/>
                      </a:lnTo>
                      <a:lnTo>
                        <a:pt x="-29" y="-30"/>
                      </a:lnTo>
                      <a:lnTo>
                        <a:pt x="422" y="-30"/>
                      </a:lnTo>
                      <a:lnTo>
                        <a:pt x="422" y="496"/>
                      </a:lnTo>
                      <a:lnTo>
                        <a:pt x="422" y="496"/>
                      </a:lnTo>
                      <a:lnTo>
                        <a:pt x="422" y="496"/>
                      </a:lnTo>
                      <a:lnTo>
                        <a:pt x="422" y="496"/>
                      </a:lnTo>
                      <a:lnTo>
                        <a:pt x="422" y="496"/>
                      </a:lnTo>
                      <a:lnTo>
                        <a:pt x="422" y="496"/>
                      </a:lnTo>
                      <a:lnTo>
                        <a:pt x="422" y="1247"/>
                      </a:lnTo>
                      <a:lnTo>
                        <a:pt x="422" y="1247"/>
                      </a:lnTo>
                      <a:lnTo>
                        <a:pt x="422" y="1247"/>
                      </a:lnTo>
                      <a:lnTo>
                        <a:pt x="422" y="1247"/>
                      </a:lnTo>
                      <a:lnTo>
                        <a:pt x="422" y="1247"/>
                      </a:lnTo>
                      <a:lnTo>
                        <a:pt x="422" y="1247"/>
                      </a:lnTo>
                      <a:lnTo>
                        <a:pt x="422" y="184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69" name="Content Placeholder 4">
                  <a:extLst>
                    <a:ext uri="{FF2B5EF4-FFF2-40B4-BE49-F238E27FC236}">
                      <a16:creationId xmlns:a16="http://schemas.microsoft.com/office/drawing/2014/main" id="{4156C165-4FD9-83D2-9EA8-149A5614FD1A}"/>
                    </a:ext>
                  </a:extLst>
                </p:cNvPr>
                <p:cNvSpPr/>
                <p:nvPr/>
              </p:nvSpPr>
              <p:spPr>
                <a:xfrm>
                  <a:off x="10885197" y="3098411"/>
                  <a:ext cx="7509" cy="3153"/>
                </a:xfrm>
                <a:custGeom>
                  <a:avLst/>
                  <a:gdLst>
                    <a:gd name="connsiteX0" fmla="*/ -29 w 7509"/>
                    <a:gd name="connsiteY0" fmla="*/ -30 h 3153"/>
                    <a:gd name="connsiteX1" fmla="*/ -29 w 7509"/>
                    <a:gd name="connsiteY1" fmla="*/ -30 h 3153"/>
                    <a:gd name="connsiteX2" fmla="*/ -29 w 7509"/>
                    <a:gd name="connsiteY2" fmla="*/ -30 h 3153"/>
                    <a:gd name="connsiteX3" fmla="*/ -29 w 7509"/>
                    <a:gd name="connsiteY3" fmla="*/ -30 h 3153"/>
                    <a:gd name="connsiteX4" fmla="*/ -29 w 7509"/>
                    <a:gd name="connsiteY4" fmla="*/ 3124 h 3153"/>
                    <a:gd name="connsiteX5" fmla="*/ -29 w 7509"/>
                    <a:gd name="connsiteY5" fmla="*/ 3124 h 3153"/>
                    <a:gd name="connsiteX6" fmla="*/ -29 w 7509"/>
                    <a:gd name="connsiteY6" fmla="*/ 2673 h 3153"/>
                    <a:gd name="connsiteX7" fmla="*/ -29 w 7509"/>
                    <a:gd name="connsiteY7" fmla="*/ 2223 h 3153"/>
                    <a:gd name="connsiteX8" fmla="*/ -29 w 7509"/>
                    <a:gd name="connsiteY8" fmla="*/ 1772 h 3153"/>
                    <a:gd name="connsiteX9" fmla="*/ -29 w 7509"/>
                    <a:gd name="connsiteY9" fmla="*/ 1322 h 3153"/>
                    <a:gd name="connsiteX10" fmla="*/ -29 w 7509"/>
                    <a:gd name="connsiteY10" fmla="*/ 1322 h 3153"/>
                    <a:gd name="connsiteX11" fmla="*/ -29 w 7509"/>
                    <a:gd name="connsiteY11" fmla="*/ 3124 h 31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509" h="3153">
                      <a:moveTo>
                        <a:pt x="-29" y="-30"/>
                      </a:moveTo>
                      <a:lnTo>
                        <a:pt x="-29" y="-30"/>
                      </a:lnTo>
                      <a:cubicBezTo>
                        <a:pt x="-29" y="-30"/>
                        <a:pt x="-29" y="-30"/>
                        <a:pt x="-29" y="-30"/>
                      </a:cubicBezTo>
                      <a:lnTo>
                        <a:pt x="-29" y="-30"/>
                      </a:lnTo>
                      <a:close/>
                      <a:moveTo>
                        <a:pt x="-29" y="3124"/>
                      </a:moveTo>
                      <a:lnTo>
                        <a:pt x="-29" y="3124"/>
                      </a:lnTo>
                      <a:cubicBezTo>
                        <a:pt x="-29" y="2974"/>
                        <a:pt x="-29" y="2824"/>
                        <a:pt x="-29" y="2673"/>
                      </a:cubicBezTo>
                      <a:cubicBezTo>
                        <a:pt x="-29" y="2673"/>
                        <a:pt x="-29" y="2673"/>
                        <a:pt x="-29" y="2223"/>
                      </a:cubicBezTo>
                      <a:lnTo>
                        <a:pt x="-29" y="1772"/>
                      </a:lnTo>
                      <a:cubicBezTo>
                        <a:pt x="-29" y="1622"/>
                        <a:pt x="-29" y="1472"/>
                        <a:pt x="-29" y="1322"/>
                      </a:cubicBezTo>
                      <a:lnTo>
                        <a:pt x="-29" y="1322"/>
                      </a:lnTo>
                      <a:lnTo>
                        <a:pt x="-29" y="31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70" name="Content Placeholder 4">
                  <a:extLst>
                    <a:ext uri="{FF2B5EF4-FFF2-40B4-BE49-F238E27FC236}">
                      <a16:creationId xmlns:a16="http://schemas.microsoft.com/office/drawing/2014/main" id="{A3302D67-F6CC-50E9-6FEE-9F337EF46241}"/>
                    </a:ext>
                  </a:extLst>
                </p:cNvPr>
                <p:cNvSpPr/>
                <p:nvPr/>
              </p:nvSpPr>
              <p:spPr>
                <a:xfrm>
                  <a:off x="10882718" y="3099988"/>
                  <a:ext cx="451" cy="1801"/>
                </a:xfrm>
                <a:custGeom>
                  <a:avLst/>
                  <a:gdLst>
                    <a:gd name="connsiteX0" fmla="*/ 422 w 451"/>
                    <a:gd name="connsiteY0" fmla="*/ 1622 h 1801"/>
                    <a:gd name="connsiteX1" fmla="*/ 422 w 451"/>
                    <a:gd name="connsiteY1" fmla="*/ 1622 h 1801"/>
                    <a:gd name="connsiteX2" fmla="*/ 422 w 451"/>
                    <a:gd name="connsiteY2" fmla="*/ 1622 h 1801"/>
                    <a:gd name="connsiteX3" fmla="*/ 422 w 451"/>
                    <a:gd name="connsiteY3" fmla="*/ 1622 h 1801"/>
                    <a:gd name="connsiteX4" fmla="*/ 422 w 451"/>
                    <a:gd name="connsiteY4" fmla="*/ 1622 h 1801"/>
                    <a:gd name="connsiteX5" fmla="*/ 422 w 451"/>
                    <a:gd name="connsiteY5" fmla="*/ 1096 h 1801"/>
                    <a:gd name="connsiteX6" fmla="*/ 422 w 451"/>
                    <a:gd name="connsiteY6" fmla="*/ -30 h 1801"/>
                    <a:gd name="connsiteX7" fmla="*/ 422 w 451"/>
                    <a:gd name="connsiteY7" fmla="*/ -30 h 1801"/>
                    <a:gd name="connsiteX8" fmla="*/ 422 w 451"/>
                    <a:gd name="connsiteY8" fmla="*/ -30 h 1801"/>
                    <a:gd name="connsiteX9" fmla="*/ 422 w 451"/>
                    <a:gd name="connsiteY9" fmla="*/ -30 h 1801"/>
                    <a:gd name="connsiteX10" fmla="*/ 422 w 451"/>
                    <a:gd name="connsiteY10" fmla="*/ -30 h 1801"/>
                    <a:gd name="connsiteX11" fmla="*/ 422 w 451"/>
                    <a:gd name="connsiteY11" fmla="*/ -30 h 1801"/>
                    <a:gd name="connsiteX12" fmla="*/ 422 w 451"/>
                    <a:gd name="connsiteY12" fmla="*/ -30 h 1801"/>
                    <a:gd name="connsiteX13" fmla="*/ 422 w 451"/>
                    <a:gd name="connsiteY13" fmla="*/ -30 h 1801"/>
                    <a:gd name="connsiteX14" fmla="*/ 422 w 451"/>
                    <a:gd name="connsiteY14" fmla="*/ -30 h 1801"/>
                    <a:gd name="connsiteX15" fmla="*/ 422 w 451"/>
                    <a:gd name="connsiteY15" fmla="*/ 1772 h 1801"/>
                    <a:gd name="connsiteX16" fmla="*/ -29 w 451"/>
                    <a:gd name="connsiteY16" fmla="*/ 1772 h 1801"/>
                    <a:gd name="connsiteX17" fmla="*/ -29 w 451"/>
                    <a:gd name="connsiteY17" fmla="*/ 571 h 1801"/>
                    <a:gd name="connsiteX18" fmla="*/ -29 w 451"/>
                    <a:gd name="connsiteY18" fmla="*/ 571 h 1801"/>
                    <a:gd name="connsiteX19" fmla="*/ -29 w 451"/>
                    <a:gd name="connsiteY19" fmla="*/ 571 h 1801"/>
                    <a:gd name="connsiteX20" fmla="*/ -29 w 451"/>
                    <a:gd name="connsiteY20" fmla="*/ 571 h 1801"/>
                    <a:gd name="connsiteX21" fmla="*/ -29 w 451"/>
                    <a:gd name="connsiteY21" fmla="*/ 1247 h 1801"/>
                    <a:gd name="connsiteX22" fmla="*/ -29 w 451"/>
                    <a:gd name="connsiteY22" fmla="*/ 1247 h 18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51" h="1801">
                      <a:moveTo>
                        <a:pt x="422" y="1622"/>
                      </a:moveTo>
                      <a:lnTo>
                        <a:pt x="422" y="1622"/>
                      </a:lnTo>
                      <a:lnTo>
                        <a:pt x="422" y="1622"/>
                      </a:lnTo>
                      <a:lnTo>
                        <a:pt x="422" y="1622"/>
                      </a:lnTo>
                      <a:lnTo>
                        <a:pt x="422" y="1622"/>
                      </a:lnTo>
                      <a:lnTo>
                        <a:pt x="422" y="1096"/>
                      </a:lnTo>
                      <a:lnTo>
                        <a:pt x="422" y="-30"/>
                      </a:lnTo>
                      <a:lnTo>
                        <a:pt x="422" y="-30"/>
                      </a:lnTo>
                      <a:lnTo>
                        <a:pt x="422" y="-30"/>
                      </a:lnTo>
                      <a:lnTo>
                        <a:pt x="422" y="-30"/>
                      </a:lnTo>
                      <a:lnTo>
                        <a:pt x="422" y="-30"/>
                      </a:lnTo>
                      <a:lnTo>
                        <a:pt x="422" y="-30"/>
                      </a:lnTo>
                      <a:lnTo>
                        <a:pt x="422" y="-30"/>
                      </a:lnTo>
                      <a:lnTo>
                        <a:pt x="422" y="-30"/>
                      </a:lnTo>
                      <a:lnTo>
                        <a:pt x="422" y="-30"/>
                      </a:lnTo>
                      <a:lnTo>
                        <a:pt x="422" y="1772"/>
                      </a:lnTo>
                      <a:lnTo>
                        <a:pt x="-29" y="1772"/>
                      </a:lnTo>
                      <a:lnTo>
                        <a:pt x="-29" y="571"/>
                      </a:lnTo>
                      <a:cubicBezTo>
                        <a:pt x="-29" y="571"/>
                        <a:pt x="-29" y="571"/>
                        <a:pt x="-29" y="571"/>
                      </a:cubicBezTo>
                      <a:cubicBezTo>
                        <a:pt x="-29" y="571"/>
                        <a:pt x="-29" y="571"/>
                        <a:pt x="-29" y="571"/>
                      </a:cubicBezTo>
                      <a:cubicBezTo>
                        <a:pt x="-29" y="571"/>
                        <a:pt x="-29" y="571"/>
                        <a:pt x="-29" y="571"/>
                      </a:cubicBezTo>
                      <a:lnTo>
                        <a:pt x="-29" y="1247"/>
                      </a:lnTo>
                      <a:lnTo>
                        <a:pt x="-29" y="124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1951" name="Content Placeholder 4">
                <a:extLst>
                  <a:ext uri="{FF2B5EF4-FFF2-40B4-BE49-F238E27FC236}">
                    <a16:creationId xmlns:a16="http://schemas.microsoft.com/office/drawing/2014/main" id="{A9571D09-D24A-4542-952E-E4373DD35F6C}"/>
                  </a:ext>
                </a:extLst>
              </p:cNvPr>
              <p:cNvSpPr/>
              <p:nvPr/>
            </p:nvSpPr>
            <p:spPr>
              <a:xfrm>
                <a:off x="10837733" y="3091147"/>
                <a:ext cx="7305" cy="11783"/>
              </a:xfrm>
              <a:custGeom>
                <a:avLst/>
                <a:gdLst>
                  <a:gd name="connsiteX0" fmla="*/ 6504 w 7305"/>
                  <a:gd name="connsiteY0" fmla="*/ 4607 h 11783"/>
                  <a:gd name="connsiteX1" fmla="*/ 5228 w 7305"/>
                  <a:gd name="connsiteY1" fmla="*/ 5207 h 11783"/>
                  <a:gd name="connsiteX2" fmla="*/ 3726 w 7305"/>
                  <a:gd name="connsiteY2" fmla="*/ 4607 h 11783"/>
                  <a:gd name="connsiteX3" fmla="*/ 3726 w 7305"/>
                  <a:gd name="connsiteY3" fmla="*/ 3255 h 11783"/>
                  <a:gd name="connsiteX4" fmla="*/ 4252 w 7305"/>
                  <a:gd name="connsiteY4" fmla="*/ 3255 h 11783"/>
                  <a:gd name="connsiteX5" fmla="*/ 5829 w 7305"/>
                  <a:gd name="connsiteY5" fmla="*/ 1753 h 11783"/>
                  <a:gd name="connsiteX6" fmla="*/ 5829 w 7305"/>
                  <a:gd name="connsiteY6" fmla="*/ 552 h 11783"/>
                  <a:gd name="connsiteX7" fmla="*/ 4777 w 7305"/>
                  <a:gd name="connsiteY7" fmla="*/ 27 h 11783"/>
                  <a:gd name="connsiteX8" fmla="*/ 3801 w 7305"/>
                  <a:gd name="connsiteY8" fmla="*/ 27 h 11783"/>
                  <a:gd name="connsiteX9" fmla="*/ 2149 w 7305"/>
                  <a:gd name="connsiteY9" fmla="*/ 2129 h 11783"/>
                  <a:gd name="connsiteX10" fmla="*/ 2299 w 7305"/>
                  <a:gd name="connsiteY10" fmla="*/ 2579 h 11783"/>
                  <a:gd name="connsiteX11" fmla="*/ 2900 w 7305"/>
                  <a:gd name="connsiteY11" fmla="*/ 3105 h 11783"/>
                  <a:gd name="connsiteX12" fmla="*/ 2900 w 7305"/>
                  <a:gd name="connsiteY12" fmla="*/ 4306 h 11783"/>
                  <a:gd name="connsiteX13" fmla="*/ 2149 w 7305"/>
                  <a:gd name="connsiteY13" fmla="*/ 4306 h 11783"/>
                  <a:gd name="connsiteX14" fmla="*/ 1022 w 7305"/>
                  <a:gd name="connsiteY14" fmla="*/ 4306 h 11783"/>
                  <a:gd name="connsiteX15" fmla="*/ -29 w 7305"/>
                  <a:gd name="connsiteY15" fmla="*/ 6108 h 11783"/>
                  <a:gd name="connsiteX16" fmla="*/ 1022 w 7305"/>
                  <a:gd name="connsiteY16" fmla="*/ 6108 h 11783"/>
                  <a:gd name="connsiteX17" fmla="*/ 1473 w 7305"/>
                  <a:gd name="connsiteY17" fmla="*/ 5132 h 11783"/>
                  <a:gd name="connsiteX18" fmla="*/ 2749 w 7305"/>
                  <a:gd name="connsiteY18" fmla="*/ 5132 h 11783"/>
                  <a:gd name="connsiteX19" fmla="*/ 1173 w 7305"/>
                  <a:gd name="connsiteY19" fmla="*/ 10764 h 11783"/>
                  <a:gd name="connsiteX20" fmla="*/ 2224 w 7305"/>
                  <a:gd name="connsiteY20" fmla="*/ 11364 h 11783"/>
                  <a:gd name="connsiteX21" fmla="*/ 3276 w 7305"/>
                  <a:gd name="connsiteY21" fmla="*/ 8586 h 11783"/>
                  <a:gd name="connsiteX22" fmla="*/ 3276 w 7305"/>
                  <a:gd name="connsiteY22" fmla="*/ 8586 h 11783"/>
                  <a:gd name="connsiteX23" fmla="*/ 4553 w 7305"/>
                  <a:gd name="connsiteY23" fmla="*/ 11439 h 11783"/>
                  <a:gd name="connsiteX24" fmla="*/ 5303 w 7305"/>
                  <a:gd name="connsiteY24" fmla="*/ 11702 h 11783"/>
                  <a:gd name="connsiteX25" fmla="*/ 5528 w 7305"/>
                  <a:gd name="connsiteY25" fmla="*/ 10989 h 11783"/>
                  <a:gd name="connsiteX26" fmla="*/ 3426 w 7305"/>
                  <a:gd name="connsiteY26" fmla="*/ 7310 h 11783"/>
                  <a:gd name="connsiteX27" fmla="*/ 3876 w 7305"/>
                  <a:gd name="connsiteY27" fmla="*/ 5207 h 11783"/>
                  <a:gd name="connsiteX28" fmla="*/ 5454 w 7305"/>
                  <a:gd name="connsiteY28" fmla="*/ 6108 h 11783"/>
                  <a:gd name="connsiteX29" fmla="*/ 7106 w 7305"/>
                  <a:gd name="connsiteY29" fmla="*/ 5508 h 11783"/>
                  <a:gd name="connsiteX30" fmla="*/ 6504 w 7305"/>
                  <a:gd name="connsiteY30" fmla="*/ 4607 h 117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7305" h="11783">
                    <a:moveTo>
                      <a:pt x="6504" y="4607"/>
                    </a:moveTo>
                    <a:cubicBezTo>
                      <a:pt x="6054" y="4607"/>
                      <a:pt x="5754" y="5207"/>
                      <a:pt x="5228" y="5207"/>
                    </a:cubicBezTo>
                    <a:cubicBezTo>
                      <a:pt x="4702" y="5155"/>
                      <a:pt x="4177" y="4945"/>
                      <a:pt x="3726" y="4607"/>
                    </a:cubicBezTo>
                    <a:cubicBezTo>
                      <a:pt x="3726" y="4156"/>
                      <a:pt x="3726" y="3706"/>
                      <a:pt x="3726" y="3255"/>
                    </a:cubicBezTo>
                    <a:lnTo>
                      <a:pt x="4252" y="3255"/>
                    </a:lnTo>
                    <a:cubicBezTo>
                      <a:pt x="5003" y="3060"/>
                      <a:pt x="5603" y="2489"/>
                      <a:pt x="5829" y="1753"/>
                    </a:cubicBezTo>
                    <a:cubicBezTo>
                      <a:pt x="5979" y="1371"/>
                      <a:pt x="5979" y="935"/>
                      <a:pt x="5829" y="552"/>
                    </a:cubicBezTo>
                    <a:cubicBezTo>
                      <a:pt x="5528" y="259"/>
                      <a:pt x="5153" y="72"/>
                      <a:pt x="4777" y="27"/>
                    </a:cubicBezTo>
                    <a:cubicBezTo>
                      <a:pt x="4477" y="-49"/>
                      <a:pt x="4102" y="-49"/>
                      <a:pt x="3801" y="27"/>
                    </a:cubicBezTo>
                    <a:cubicBezTo>
                      <a:pt x="2749" y="162"/>
                      <a:pt x="2074" y="1100"/>
                      <a:pt x="2149" y="2129"/>
                    </a:cubicBezTo>
                    <a:cubicBezTo>
                      <a:pt x="2224" y="2287"/>
                      <a:pt x="2224" y="2437"/>
                      <a:pt x="2299" y="2579"/>
                    </a:cubicBezTo>
                    <a:cubicBezTo>
                      <a:pt x="2450" y="2790"/>
                      <a:pt x="2675" y="2970"/>
                      <a:pt x="2900" y="3105"/>
                    </a:cubicBezTo>
                    <a:cubicBezTo>
                      <a:pt x="2825" y="3503"/>
                      <a:pt x="2825" y="3908"/>
                      <a:pt x="2900" y="4306"/>
                    </a:cubicBezTo>
                    <a:lnTo>
                      <a:pt x="2149" y="4306"/>
                    </a:lnTo>
                    <a:cubicBezTo>
                      <a:pt x="1773" y="4269"/>
                      <a:pt x="1398" y="4269"/>
                      <a:pt x="1022" y="4306"/>
                    </a:cubicBezTo>
                    <a:cubicBezTo>
                      <a:pt x="121" y="4306"/>
                      <a:pt x="-29" y="5432"/>
                      <a:pt x="-29" y="6108"/>
                    </a:cubicBezTo>
                    <a:cubicBezTo>
                      <a:pt x="-29" y="6784"/>
                      <a:pt x="1022" y="6784"/>
                      <a:pt x="1022" y="6108"/>
                    </a:cubicBezTo>
                    <a:cubicBezTo>
                      <a:pt x="1022" y="5733"/>
                      <a:pt x="1173" y="5380"/>
                      <a:pt x="1473" y="5132"/>
                    </a:cubicBezTo>
                    <a:cubicBezTo>
                      <a:pt x="1848" y="4982"/>
                      <a:pt x="2374" y="4982"/>
                      <a:pt x="2749" y="5132"/>
                    </a:cubicBezTo>
                    <a:cubicBezTo>
                      <a:pt x="2450" y="7069"/>
                      <a:pt x="1923" y="8954"/>
                      <a:pt x="1173" y="10764"/>
                    </a:cubicBezTo>
                    <a:cubicBezTo>
                      <a:pt x="1173" y="11439"/>
                      <a:pt x="1848" y="12040"/>
                      <a:pt x="2224" y="11364"/>
                    </a:cubicBezTo>
                    <a:cubicBezTo>
                      <a:pt x="2675" y="10463"/>
                      <a:pt x="2975" y="9532"/>
                      <a:pt x="3276" y="8586"/>
                    </a:cubicBezTo>
                    <a:lnTo>
                      <a:pt x="3276" y="8586"/>
                    </a:lnTo>
                    <a:cubicBezTo>
                      <a:pt x="3651" y="9570"/>
                      <a:pt x="4026" y="10523"/>
                      <a:pt x="4553" y="11439"/>
                    </a:cubicBezTo>
                    <a:cubicBezTo>
                      <a:pt x="4702" y="11710"/>
                      <a:pt x="5003" y="11830"/>
                      <a:pt x="5303" y="11702"/>
                    </a:cubicBezTo>
                    <a:cubicBezTo>
                      <a:pt x="5528" y="11575"/>
                      <a:pt x="5678" y="11259"/>
                      <a:pt x="5528" y="10989"/>
                    </a:cubicBezTo>
                    <a:cubicBezTo>
                      <a:pt x="4928" y="9712"/>
                      <a:pt x="4026" y="8586"/>
                      <a:pt x="3426" y="7310"/>
                    </a:cubicBezTo>
                    <a:lnTo>
                      <a:pt x="3876" y="5207"/>
                    </a:lnTo>
                    <a:cubicBezTo>
                      <a:pt x="4327" y="5620"/>
                      <a:pt x="4852" y="5928"/>
                      <a:pt x="5454" y="6108"/>
                    </a:cubicBezTo>
                    <a:cubicBezTo>
                      <a:pt x="6054" y="6108"/>
                      <a:pt x="6655" y="6108"/>
                      <a:pt x="7106" y="5508"/>
                    </a:cubicBezTo>
                    <a:cubicBezTo>
                      <a:pt x="7556" y="4907"/>
                      <a:pt x="7031" y="4607"/>
                      <a:pt x="6504" y="4607"/>
                    </a:cubicBezTo>
                    <a:close/>
                  </a:path>
                </a:pathLst>
              </a:custGeom>
              <a:solidFill>
                <a:srgbClr val="000000">
                  <a:alpha val="21000"/>
                </a:srgbClr>
              </a:solidFill>
              <a:ln w="750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1952" name="Content Placeholder 4">
                <a:extLst>
                  <a:ext uri="{FF2B5EF4-FFF2-40B4-BE49-F238E27FC236}">
                    <a16:creationId xmlns:a16="http://schemas.microsoft.com/office/drawing/2014/main" id="{0FEA31A5-C95C-278C-88E6-61D1822BF856}"/>
                  </a:ext>
                </a:extLst>
              </p:cNvPr>
              <p:cNvGrpSpPr/>
              <p:nvPr/>
            </p:nvGrpSpPr>
            <p:grpSpPr>
              <a:xfrm>
                <a:off x="10848923" y="3046553"/>
                <a:ext cx="29289" cy="7395"/>
                <a:chOff x="10848923" y="3046553"/>
                <a:chExt cx="29289" cy="7395"/>
              </a:xfrm>
              <a:solidFill>
                <a:srgbClr val="000000"/>
              </a:solidFill>
            </p:grpSpPr>
            <p:sp>
              <p:nvSpPr>
                <p:cNvPr id="1956" name="Content Placeholder 4">
                  <a:extLst>
                    <a:ext uri="{FF2B5EF4-FFF2-40B4-BE49-F238E27FC236}">
                      <a16:creationId xmlns:a16="http://schemas.microsoft.com/office/drawing/2014/main" id="{10BFAA6B-A7CF-11AC-A395-464A08FA9B58}"/>
                    </a:ext>
                  </a:extLst>
                </p:cNvPr>
                <p:cNvSpPr/>
                <p:nvPr/>
              </p:nvSpPr>
              <p:spPr>
                <a:xfrm>
                  <a:off x="10848923" y="3046553"/>
                  <a:ext cx="2910" cy="7389"/>
                </a:xfrm>
                <a:custGeom>
                  <a:avLst/>
                  <a:gdLst>
                    <a:gd name="connsiteX0" fmla="*/ 271 w 2910"/>
                    <a:gd name="connsiteY0" fmla="*/ 4976 h 7389"/>
                    <a:gd name="connsiteX1" fmla="*/ 271 w 2910"/>
                    <a:gd name="connsiteY1" fmla="*/ 3324 h 7389"/>
                    <a:gd name="connsiteX2" fmla="*/ 271 w 2910"/>
                    <a:gd name="connsiteY2" fmla="*/ 1747 h 7389"/>
                    <a:gd name="connsiteX3" fmla="*/ 271 w 2910"/>
                    <a:gd name="connsiteY3" fmla="*/ 1747 h 7389"/>
                    <a:gd name="connsiteX4" fmla="*/ 271 w 2910"/>
                    <a:gd name="connsiteY4" fmla="*/ 1747 h 7389"/>
                    <a:gd name="connsiteX5" fmla="*/ 947 w 2910"/>
                    <a:gd name="connsiteY5" fmla="*/ 921 h 7389"/>
                    <a:gd name="connsiteX6" fmla="*/ 1923 w 2910"/>
                    <a:gd name="connsiteY6" fmla="*/ 921 h 7389"/>
                    <a:gd name="connsiteX7" fmla="*/ 2450 w 2910"/>
                    <a:gd name="connsiteY7" fmla="*/ 921 h 7389"/>
                    <a:gd name="connsiteX8" fmla="*/ 2825 w 2910"/>
                    <a:gd name="connsiteY8" fmla="*/ 921 h 7389"/>
                    <a:gd name="connsiteX9" fmla="*/ 2825 w 2910"/>
                    <a:gd name="connsiteY9" fmla="*/ 921 h 7389"/>
                    <a:gd name="connsiteX10" fmla="*/ 2825 w 2910"/>
                    <a:gd name="connsiteY10" fmla="*/ 1372 h 7389"/>
                    <a:gd name="connsiteX11" fmla="*/ 2825 w 2910"/>
                    <a:gd name="connsiteY11" fmla="*/ 1972 h 7389"/>
                    <a:gd name="connsiteX12" fmla="*/ 2825 w 2910"/>
                    <a:gd name="connsiteY12" fmla="*/ 2573 h 7389"/>
                    <a:gd name="connsiteX13" fmla="*/ 2825 w 2910"/>
                    <a:gd name="connsiteY13" fmla="*/ 3249 h 7389"/>
                    <a:gd name="connsiteX14" fmla="*/ 2825 w 2910"/>
                    <a:gd name="connsiteY14" fmla="*/ 3850 h 7389"/>
                    <a:gd name="connsiteX15" fmla="*/ 2825 w 2910"/>
                    <a:gd name="connsiteY15" fmla="*/ 4826 h 7389"/>
                    <a:gd name="connsiteX16" fmla="*/ 2825 w 2910"/>
                    <a:gd name="connsiteY16" fmla="*/ 5802 h 7389"/>
                    <a:gd name="connsiteX17" fmla="*/ 2374 w 2910"/>
                    <a:gd name="connsiteY17" fmla="*/ 6628 h 7389"/>
                    <a:gd name="connsiteX18" fmla="*/ 1699 w 2910"/>
                    <a:gd name="connsiteY18" fmla="*/ 7304 h 7389"/>
                    <a:gd name="connsiteX19" fmla="*/ 1699 w 2910"/>
                    <a:gd name="connsiteY19" fmla="*/ 7304 h 7389"/>
                    <a:gd name="connsiteX20" fmla="*/ 1248 w 2910"/>
                    <a:gd name="connsiteY20" fmla="*/ 7304 h 7389"/>
                    <a:gd name="connsiteX21" fmla="*/ 422 w 2910"/>
                    <a:gd name="connsiteY21" fmla="*/ 7304 h 7389"/>
                    <a:gd name="connsiteX22" fmla="*/ -29 w 2910"/>
                    <a:gd name="connsiteY22" fmla="*/ 6703 h 7389"/>
                    <a:gd name="connsiteX23" fmla="*/ -29 w 2910"/>
                    <a:gd name="connsiteY23" fmla="*/ 5877 h 7389"/>
                    <a:gd name="connsiteX24" fmla="*/ 271 w 2910"/>
                    <a:gd name="connsiteY24" fmla="*/ 4976 h 7389"/>
                    <a:gd name="connsiteX25" fmla="*/ 1323 w 2910"/>
                    <a:gd name="connsiteY25" fmla="*/ 5577 h 7389"/>
                    <a:gd name="connsiteX26" fmla="*/ 1323 w 2910"/>
                    <a:gd name="connsiteY26" fmla="*/ 5577 h 7389"/>
                    <a:gd name="connsiteX27" fmla="*/ 1323 w 2910"/>
                    <a:gd name="connsiteY27" fmla="*/ 5577 h 7389"/>
                    <a:gd name="connsiteX28" fmla="*/ 1323 w 2910"/>
                    <a:gd name="connsiteY28" fmla="*/ 5577 h 7389"/>
                    <a:gd name="connsiteX29" fmla="*/ 1774 w 2910"/>
                    <a:gd name="connsiteY29" fmla="*/ 5577 h 7389"/>
                    <a:gd name="connsiteX30" fmla="*/ 2299 w 2910"/>
                    <a:gd name="connsiteY30" fmla="*/ 4901 h 7389"/>
                    <a:gd name="connsiteX31" fmla="*/ 2299 w 2910"/>
                    <a:gd name="connsiteY31" fmla="*/ 4075 h 7389"/>
                    <a:gd name="connsiteX32" fmla="*/ 2299 w 2910"/>
                    <a:gd name="connsiteY32" fmla="*/ 3174 h 7389"/>
                    <a:gd name="connsiteX33" fmla="*/ 2299 w 2910"/>
                    <a:gd name="connsiteY33" fmla="*/ 2348 h 7389"/>
                    <a:gd name="connsiteX34" fmla="*/ 2299 w 2910"/>
                    <a:gd name="connsiteY34" fmla="*/ 1071 h 7389"/>
                    <a:gd name="connsiteX35" fmla="*/ 2299 w 2910"/>
                    <a:gd name="connsiteY35" fmla="*/ 621 h 7389"/>
                    <a:gd name="connsiteX36" fmla="*/ 2299 w 2910"/>
                    <a:gd name="connsiteY36" fmla="*/ 170 h 7389"/>
                    <a:gd name="connsiteX37" fmla="*/ 2299 w 2910"/>
                    <a:gd name="connsiteY37" fmla="*/ 170 h 7389"/>
                    <a:gd name="connsiteX38" fmla="*/ 2299 w 2910"/>
                    <a:gd name="connsiteY38" fmla="*/ 170 h 7389"/>
                    <a:gd name="connsiteX39" fmla="*/ 2299 w 2910"/>
                    <a:gd name="connsiteY39" fmla="*/ 170 h 7389"/>
                    <a:gd name="connsiteX40" fmla="*/ 2299 w 2910"/>
                    <a:gd name="connsiteY40" fmla="*/ 170 h 7389"/>
                    <a:gd name="connsiteX41" fmla="*/ 2299 w 2910"/>
                    <a:gd name="connsiteY41" fmla="*/ 170 h 7389"/>
                    <a:gd name="connsiteX42" fmla="*/ 2299 w 2910"/>
                    <a:gd name="connsiteY42" fmla="*/ 170 h 7389"/>
                    <a:gd name="connsiteX43" fmla="*/ 2299 w 2910"/>
                    <a:gd name="connsiteY43" fmla="*/ 170 h 7389"/>
                    <a:gd name="connsiteX44" fmla="*/ 2299 w 2910"/>
                    <a:gd name="connsiteY44" fmla="*/ 1672 h 7389"/>
                    <a:gd name="connsiteX45" fmla="*/ 2299 w 2910"/>
                    <a:gd name="connsiteY45" fmla="*/ 2348 h 7389"/>
                    <a:gd name="connsiteX46" fmla="*/ 2299 w 2910"/>
                    <a:gd name="connsiteY46" fmla="*/ 3850 h 73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</a:cxnLst>
                  <a:rect l="l" t="t" r="r" b="b"/>
                  <a:pathLst>
                    <a:path w="2910" h="7389">
                      <a:moveTo>
                        <a:pt x="271" y="4976"/>
                      </a:moveTo>
                      <a:cubicBezTo>
                        <a:pt x="271" y="4428"/>
                        <a:pt x="271" y="3872"/>
                        <a:pt x="271" y="3324"/>
                      </a:cubicBezTo>
                      <a:cubicBezTo>
                        <a:pt x="271" y="2798"/>
                        <a:pt x="271" y="2273"/>
                        <a:pt x="271" y="1747"/>
                      </a:cubicBezTo>
                      <a:lnTo>
                        <a:pt x="271" y="1747"/>
                      </a:lnTo>
                      <a:lnTo>
                        <a:pt x="271" y="1747"/>
                      </a:lnTo>
                      <a:cubicBezTo>
                        <a:pt x="422" y="1424"/>
                        <a:pt x="647" y="1139"/>
                        <a:pt x="947" y="921"/>
                      </a:cubicBezTo>
                      <a:cubicBezTo>
                        <a:pt x="1248" y="824"/>
                        <a:pt x="1624" y="824"/>
                        <a:pt x="1923" y="921"/>
                      </a:cubicBezTo>
                      <a:lnTo>
                        <a:pt x="2450" y="921"/>
                      </a:lnTo>
                      <a:cubicBezTo>
                        <a:pt x="2600" y="854"/>
                        <a:pt x="2675" y="854"/>
                        <a:pt x="2825" y="921"/>
                      </a:cubicBezTo>
                      <a:cubicBezTo>
                        <a:pt x="2825" y="921"/>
                        <a:pt x="2825" y="921"/>
                        <a:pt x="2825" y="921"/>
                      </a:cubicBezTo>
                      <a:lnTo>
                        <a:pt x="2825" y="1372"/>
                      </a:lnTo>
                      <a:lnTo>
                        <a:pt x="2825" y="1972"/>
                      </a:lnTo>
                      <a:cubicBezTo>
                        <a:pt x="2825" y="1972"/>
                        <a:pt x="2825" y="2348"/>
                        <a:pt x="2825" y="2573"/>
                      </a:cubicBezTo>
                      <a:cubicBezTo>
                        <a:pt x="2825" y="2798"/>
                        <a:pt x="2825" y="3024"/>
                        <a:pt x="2825" y="3249"/>
                      </a:cubicBezTo>
                      <a:lnTo>
                        <a:pt x="2825" y="3850"/>
                      </a:lnTo>
                      <a:cubicBezTo>
                        <a:pt x="2825" y="4172"/>
                        <a:pt x="2825" y="4503"/>
                        <a:pt x="2825" y="4826"/>
                      </a:cubicBezTo>
                      <a:cubicBezTo>
                        <a:pt x="2900" y="5149"/>
                        <a:pt x="2900" y="5479"/>
                        <a:pt x="2825" y="5802"/>
                      </a:cubicBezTo>
                      <a:cubicBezTo>
                        <a:pt x="2750" y="6110"/>
                        <a:pt x="2600" y="6395"/>
                        <a:pt x="2374" y="6628"/>
                      </a:cubicBezTo>
                      <a:cubicBezTo>
                        <a:pt x="2224" y="6920"/>
                        <a:pt x="1999" y="7161"/>
                        <a:pt x="1699" y="7304"/>
                      </a:cubicBezTo>
                      <a:lnTo>
                        <a:pt x="1699" y="7304"/>
                      </a:lnTo>
                      <a:lnTo>
                        <a:pt x="1248" y="7304"/>
                      </a:lnTo>
                      <a:cubicBezTo>
                        <a:pt x="947" y="7379"/>
                        <a:pt x="723" y="7379"/>
                        <a:pt x="422" y="7304"/>
                      </a:cubicBezTo>
                      <a:cubicBezTo>
                        <a:pt x="196" y="7138"/>
                        <a:pt x="46" y="6936"/>
                        <a:pt x="-29" y="6703"/>
                      </a:cubicBezTo>
                      <a:cubicBezTo>
                        <a:pt x="-29" y="6425"/>
                        <a:pt x="-29" y="6155"/>
                        <a:pt x="-29" y="5877"/>
                      </a:cubicBezTo>
                      <a:cubicBezTo>
                        <a:pt x="-29" y="5877"/>
                        <a:pt x="271" y="5276"/>
                        <a:pt x="271" y="4976"/>
                      </a:cubicBezTo>
                      <a:close/>
                      <a:moveTo>
                        <a:pt x="1323" y="5577"/>
                      </a:moveTo>
                      <a:lnTo>
                        <a:pt x="1323" y="5577"/>
                      </a:lnTo>
                      <a:cubicBezTo>
                        <a:pt x="1323" y="5577"/>
                        <a:pt x="1323" y="5577"/>
                        <a:pt x="1323" y="5577"/>
                      </a:cubicBezTo>
                      <a:lnTo>
                        <a:pt x="1323" y="5577"/>
                      </a:lnTo>
                      <a:lnTo>
                        <a:pt x="1774" y="5577"/>
                      </a:lnTo>
                      <a:lnTo>
                        <a:pt x="2299" y="4901"/>
                      </a:lnTo>
                      <a:cubicBezTo>
                        <a:pt x="2374" y="4630"/>
                        <a:pt x="2374" y="4345"/>
                        <a:pt x="2299" y="4075"/>
                      </a:cubicBezTo>
                      <a:cubicBezTo>
                        <a:pt x="2299" y="3775"/>
                        <a:pt x="2299" y="3474"/>
                        <a:pt x="2299" y="3174"/>
                      </a:cubicBezTo>
                      <a:cubicBezTo>
                        <a:pt x="2299" y="3174"/>
                        <a:pt x="2299" y="2648"/>
                        <a:pt x="2299" y="2348"/>
                      </a:cubicBezTo>
                      <a:lnTo>
                        <a:pt x="2299" y="1071"/>
                      </a:lnTo>
                      <a:lnTo>
                        <a:pt x="2299" y="621"/>
                      </a:lnTo>
                      <a:cubicBezTo>
                        <a:pt x="2299" y="621"/>
                        <a:pt x="2299" y="621"/>
                        <a:pt x="2299" y="170"/>
                      </a:cubicBezTo>
                      <a:cubicBezTo>
                        <a:pt x="2299" y="-280"/>
                        <a:pt x="2299" y="170"/>
                        <a:pt x="2299" y="170"/>
                      </a:cubicBezTo>
                      <a:lnTo>
                        <a:pt x="2299" y="170"/>
                      </a:lnTo>
                      <a:lnTo>
                        <a:pt x="2299" y="170"/>
                      </a:lnTo>
                      <a:lnTo>
                        <a:pt x="2299" y="170"/>
                      </a:lnTo>
                      <a:lnTo>
                        <a:pt x="2299" y="170"/>
                      </a:lnTo>
                      <a:cubicBezTo>
                        <a:pt x="2299" y="170"/>
                        <a:pt x="2299" y="170"/>
                        <a:pt x="2299" y="170"/>
                      </a:cubicBezTo>
                      <a:cubicBezTo>
                        <a:pt x="2299" y="170"/>
                        <a:pt x="2299" y="170"/>
                        <a:pt x="2299" y="170"/>
                      </a:cubicBezTo>
                      <a:lnTo>
                        <a:pt x="2299" y="1672"/>
                      </a:lnTo>
                      <a:cubicBezTo>
                        <a:pt x="2299" y="1898"/>
                        <a:pt x="2299" y="2123"/>
                        <a:pt x="2299" y="2348"/>
                      </a:cubicBezTo>
                      <a:lnTo>
                        <a:pt x="2299" y="38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57" name="Content Placeholder 4">
                  <a:extLst>
                    <a:ext uri="{FF2B5EF4-FFF2-40B4-BE49-F238E27FC236}">
                      <a16:creationId xmlns:a16="http://schemas.microsoft.com/office/drawing/2014/main" id="{A96AB3F7-C933-2287-E42E-D44BFA3B1DAE}"/>
                    </a:ext>
                  </a:extLst>
                </p:cNvPr>
                <p:cNvSpPr/>
                <p:nvPr/>
              </p:nvSpPr>
              <p:spPr>
                <a:xfrm>
                  <a:off x="10852753" y="3046753"/>
                  <a:ext cx="3361" cy="7189"/>
                </a:xfrm>
                <a:custGeom>
                  <a:avLst/>
                  <a:gdLst>
                    <a:gd name="connsiteX0" fmla="*/ 1097 w 3361"/>
                    <a:gd name="connsiteY0" fmla="*/ 4776 h 7189"/>
                    <a:gd name="connsiteX1" fmla="*/ 1097 w 3361"/>
                    <a:gd name="connsiteY1" fmla="*/ 3124 h 7189"/>
                    <a:gd name="connsiteX2" fmla="*/ 1097 w 3361"/>
                    <a:gd name="connsiteY2" fmla="*/ 1547 h 7189"/>
                    <a:gd name="connsiteX3" fmla="*/ 1097 w 3361"/>
                    <a:gd name="connsiteY3" fmla="*/ 1547 h 7189"/>
                    <a:gd name="connsiteX4" fmla="*/ 1097 w 3361"/>
                    <a:gd name="connsiteY4" fmla="*/ 1547 h 7189"/>
                    <a:gd name="connsiteX5" fmla="*/ 1773 w 3361"/>
                    <a:gd name="connsiteY5" fmla="*/ 721 h 7189"/>
                    <a:gd name="connsiteX6" fmla="*/ 2749 w 3361"/>
                    <a:gd name="connsiteY6" fmla="*/ 721 h 7189"/>
                    <a:gd name="connsiteX7" fmla="*/ 3276 w 3361"/>
                    <a:gd name="connsiteY7" fmla="*/ 721 h 7189"/>
                    <a:gd name="connsiteX8" fmla="*/ 3276 w 3361"/>
                    <a:gd name="connsiteY8" fmla="*/ 721 h 7189"/>
                    <a:gd name="connsiteX9" fmla="*/ 3276 w 3361"/>
                    <a:gd name="connsiteY9" fmla="*/ 721 h 7189"/>
                    <a:gd name="connsiteX10" fmla="*/ 3276 w 3361"/>
                    <a:gd name="connsiteY10" fmla="*/ 1172 h 7189"/>
                    <a:gd name="connsiteX11" fmla="*/ 3276 w 3361"/>
                    <a:gd name="connsiteY11" fmla="*/ 1772 h 7189"/>
                    <a:gd name="connsiteX12" fmla="*/ 3276 w 3361"/>
                    <a:gd name="connsiteY12" fmla="*/ 2373 h 7189"/>
                    <a:gd name="connsiteX13" fmla="*/ 3276 w 3361"/>
                    <a:gd name="connsiteY13" fmla="*/ 3649 h 7189"/>
                    <a:gd name="connsiteX14" fmla="*/ 3276 w 3361"/>
                    <a:gd name="connsiteY14" fmla="*/ 4625 h 7189"/>
                    <a:gd name="connsiteX15" fmla="*/ 3276 w 3361"/>
                    <a:gd name="connsiteY15" fmla="*/ 5602 h 7189"/>
                    <a:gd name="connsiteX16" fmla="*/ 2825 w 3361"/>
                    <a:gd name="connsiteY16" fmla="*/ 6427 h 7189"/>
                    <a:gd name="connsiteX17" fmla="*/ 2074 w 3361"/>
                    <a:gd name="connsiteY17" fmla="*/ 7103 h 7189"/>
                    <a:gd name="connsiteX18" fmla="*/ 1699 w 3361"/>
                    <a:gd name="connsiteY18" fmla="*/ 7103 h 7189"/>
                    <a:gd name="connsiteX19" fmla="*/ 1248 w 3361"/>
                    <a:gd name="connsiteY19" fmla="*/ 7103 h 7189"/>
                    <a:gd name="connsiteX20" fmla="*/ 497 w 3361"/>
                    <a:gd name="connsiteY20" fmla="*/ 7103 h 7189"/>
                    <a:gd name="connsiteX21" fmla="*/ -29 w 3361"/>
                    <a:gd name="connsiteY21" fmla="*/ 6503 h 7189"/>
                    <a:gd name="connsiteX22" fmla="*/ -29 w 3361"/>
                    <a:gd name="connsiteY22" fmla="*/ 5677 h 7189"/>
                    <a:gd name="connsiteX23" fmla="*/ 1097 w 3361"/>
                    <a:gd name="connsiteY23" fmla="*/ 4776 h 7189"/>
                    <a:gd name="connsiteX24" fmla="*/ 2149 w 3361"/>
                    <a:gd name="connsiteY24" fmla="*/ 5376 h 7189"/>
                    <a:gd name="connsiteX25" fmla="*/ 2149 w 3361"/>
                    <a:gd name="connsiteY25" fmla="*/ 5376 h 7189"/>
                    <a:gd name="connsiteX26" fmla="*/ 2149 w 3361"/>
                    <a:gd name="connsiteY26" fmla="*/ 5376 h 7189"/>
                    <a:gd name="connsiteX27" fmla="*/ 2149 w 3361"/>
                    <a:gd name="connsiteY27" fmla="*/ 5376 h 7189"/>
                    <a:gd name="connsiteX28" fmla="*/ 2149 w 3361"/>
                    <a:gd name="connsiteY28" fmla="*/ 5376 h 7189"/>
                    <a:gd name="connsiteX29" fmla="*/ 2149 w 3361"/>
                    <a:gd name="connsiteY29" fmla="*/ 5376 h 7189"/>
                    <a:gd name="connsiteX30" fmla="*/ 2749 w 3361"/>
                    <a:gd name="connsiteY30" fmla="*/ 4701 h 7189"/>
                    <a:gd name="connsiteX31" fmla="*/ 2749 w 3361"/>
                    <a:gd name="connsiteY31" fmla="*/ 3875 h 7189"/>
                    <a:gd name="connsiteX32" fmla="*/ 2749 w 3361"/>
                    <a:gd name="connsiteY32" fmla="*/ 2974 h 7189"/>
                    <a:gd name="connsiteX33" fmla="*/ 2749 w 3361"/>
                    <a:gd name="connsiteY33" fmla="*/ 1322 h 7189"/>
                    <a:gd name="connsiteX34" fmla="*/ 2749 w 3361"/>
                    <a:gd name="connsiteY34" fmla="*/ 871 h 7189"/>
                    <a:gd name="connsiteX35" fmla="*/ 2749 w 3361"/>
                    <a:gd name="connsiteY35" fmla="*/ 421 h 7189"/>
                    <a:gd name="connsiteX36" fmla="*/ 2749 w 3361"/>
                    <a:gd name="connsiteY36" fmla="*/ -30 h 7189"/>
                    <a:gd name="connsiteX37" fmla="*/ 2749 w 3361"/>
                    <a:gd name="connsiteY37" fmla="*/ -30 h 7189"/>
                    <a:gd name="connsiteX38" fmla="*/ 2749 w 3361"/>
                    <a:gd name="connsiteY38" fmla="*/ -30 h 7189"/>
                    <a:gd name="connsiteX39" fmla="*/ 2749 w 3361"/>
                    <a:gd name="connsiteY39" fmla="*/ -30 h 7189"/>
                    <a:gd name="connsiteX40" fmla="*/ 2749 w 3361"/>
                    <a:gd name="connsiteY40" fmla="*/ -30 h 7189"/>
                    <a:gd name="connsiteX41" fmla="*/ 2749 w 3361"/>
                    <a:gd name="connsiteY41" fmla="*/ 1622 h 7189"/>
                    <a:gd name="connsiteX42" fmla="*/ 2749 w 3361"/>
                    <a:gd name="connsiteY42" fmla="*/ 2298 h 7189"/>
                    <a:gd name="connsiteX43" fmla="*/ 2749 w 3361"/>
                    <a:gd name="connsiteY43" fmla="*/ 3800 h 71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</a:cxnLst>
                  <a:rect l="l" t="t" r="r" b="b"/>
                  <a:pathLst>
                    <a:path w="3361" h="7189">
                      <a:moveTo>
                        <a:pt x="1097" y="4776"/>
                      </a:moveTo>
                      <a:cubicBezTo>
                        <a:pt x="1097" y="4227"/>
                        <a:pt x="1097" y="3672"/>
                        <a:pt x="1097" y="3124"/>
                      </a:cubicBezTo>
                      <a:lnTo>
                        <a:pt x="1097" y="1547"/>
                      </a:lnTo>
                      <a:lnTo>
                        <a:pt x="1097" y="1547"/>
                      </a:lnTo>
                      <a:lnTo>
                        <a:pt x="1097" y="1547"/>
                      </a:lnTo>
                      <a:cubicBezTo>
                        <a:pt x="1173" y="1194"/>
                        <a:pt x="1473" y="901"/>
                        <a:pt x="1773" y="721"/>
                      </a:cubicBezTo>
                      <a:cubicBezTo>
                        <a:pt x="2074" y="616"/>
                        <a:pt x="2450" y="616"/>
                        <a:pt x="2749" y="721"/>
                      </a:cubicBezTo>
                      <a:lnTo>
                        <a:pt x="3276" y="721"/>
                      </a:lnTo>
                      <a:cubicBezTo>
                        <a:pt x="3276" y="721"/>
                        <a:pt x="3276" y="721"/>
                        <a:pt x="3276" y="721"/>
                      </a:cubicBezTo>
                      <a:lnTo>
                        <a:pt x="3276" y="721"/>
                      </a:lnTo>
                      <a:lnTo>
                        <a:pt x="3276" y="1172"/>
                      </a:lnTo>
                      <a:cubicBezTo>
                        <a:pt x="3351" y="1367"/>
                        <a:pt x="3351" y="1577"/>
                        <a:pt x="3276" y="1772"/>
                      </a:cubicBezTo>
                      <a:cubicBezTo>
                        <a:pt x="3276" y="1772"/>
                        <a:pt x="3276" y="2148"/>
                        <a:pt x="3276" y="2373"/>
                      </a:cubicBezTo>
                      <a:lnTo>
                        <a:pt x="3276" y="3649"/>
                      </a:lnTo>
                      <a:cubicBezTo>
                        <a:pt x="3276" y="3972"/>
                        <a:pt x="3276" y="4303"/>
                        <a:pt x="3276" y="4625"/>
                      </a:cubicBezTo>
                      <a:lnTo>
                        <a:pt x="3276" y="5602"/>
                      </a:lnTo>
                      <a:lnTo>
                        <a:pt x="2825" y="6427"/>
                      </a:lnTo>
                      <a:cubicBezTo>
                        <a:pt x="2600" y="6713"/>
                        <a:pt x="2374" y="6946"/>
                        <a:pt x="2074" y="7103"/>
                      </a:cubicBezTo>
                      <a:lnTo>
                        <a:pt x="1699" y="7103"/>
                      </a:lnTo>
                      <a:lnTo>
                        <a:pt x="1248" y="7103"/>
                      </a:lnTo>
                      <a:cubicBezTo>
                        <a:pt x="1022" y="7178"/>
                        <a:pt x="723" y="7178"/>
                        <a:pt x="497" y="7103"/>
                      </a:cubicBezTo>
                      <a:cubicBezTo>
                        <a:pt x="271" y="6938"/>
                        <a:pt x="121" y="6735"/>
                        <a:pt x="-29" y="6503"/>
                      </a:cubicBezTo>
                      <a:lnTo>
                        <a:pt x="-29" y="5677"/>
                      </a:lnTo>
                      <a:cubicBezTo>
                        <a:pt x="271" y="5294"/>
                        <a:pt x="647" y="4986"/>
                        <a:pt x="1097" y="4776"/>
                      </a:cubicBezTo>
                      <a:close/>
                      <a:moveTo>
                        <a:pt x="2149" y="5376"/>
                      </a:moveTo>
                      <a:lnTo>
                        <a:pt x="2149" y="5376"/>
                      </a:lnTo>
                      <a:lnTo>
                        <a:pt x="2149" y="5376"/>
                      </a:lnTo>
                      <a:cubicBezTo>
                        <a:pt x="2149" y="5376"/>
                        <a:pt x="2149" y="5376"/>
                        <a:pt x="2149" y="5376"/>
                      </a:cubicBezTo>
                      <a:lnTo>
                        <a:pt x="2149" y="5376"/>
                      </a:lnTo>
                      <a:lnTo>
                        <a:pt x="2149" y="5376"/>
                      </a:lnTo>
                      <a:lnTo>
                        <a:pt x="2749" y="4701"/>
                      </a:lnTo>
                      <a:cubicBezTo>
                        <a:pt x="2825" y="4430"/>
                        <a:pt x="2825" y="4145"/>
                        <a:pt x="2749" y="3875"/>
                      </a:cubicBezTo>
                      <a:cubicBezTo>
                        <a:pt x="2749" y="3574"/>
                        <a:pt x="2749" y="3274"/>
                        <a:pt x="2749" y="2974"/>
                      </a:cubicBezTo>
                      <a:lnTo>
                        <a:pt x="2749" y="1322"/>
                      </a:lnTo>
                      <a:cubicBezTo>
                        <a:pt x="2749" y="1172"/>
                        <a:pt x="2749" y="1021"/>
                        <a:pt x="2749" y="871"/>
                      </a:cubicBezTo>
                      <a:cubicBezTo>
                        <a:pt x="2749" y="721"/>
                        <a:pt x="2749" y="571"/>
                        <a:pt x="2749" y="421"/>
                      </a:cubicBezTo>
                      <a:lnTo>
                        <a:pt x="2749" y="-30"/>
                      </a:lnTo>
                      <a:lnTo>
                        <a:pt x="2749" y="-30"/>
                      </a:lnTo>
                      <a:lnTo>
                        <a:pt x="2749" y="-30"/>
                      </a:lnTo>
                      <a:lnTo>
                        <a:pt x="2749" y="-30"/>
                      </a:lnTo>
                      <a:lnTo>
                        <a:pt x="2749" y="-30"/>
                      </a:lnTo>
                      <a:lnTo>
                        <a:pt x="2749" y="1622"/>
                      </a:lnTo>
                      <a:cubicBezTo>
                        <a:pt x="2749" y="1847"/>
                        <a:pt x="2749" y="2073"/>
                        <a:pt x="2749" y="2298"/>
                      </a:cubicBezTo>
                      <a:lnTo>
                        <a:pt x="2749" y="380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58" name="Content Placeholder 4">
                  <a:extLst>
                    <a:ext uri="{FF2B5EF4-FFF2-40B4-BE49-F238E27FC236}">
                      <a16:creationId xmlns:a16="http://schemas.microsoft.com/office/drawing/2014/main" id="{96F59C32-E3E8-26C3-59CB-43DE21AF69E5}"/>
                    </a:ext>
                  </a:extLst>
                </p:cNvPr>
                <p:cNvSpPr/>
                <p:nvPr/>
              </p:nvSpPr>
              <p:spPr>
                <a:xfrm>
                  <a:off x="10857635" y="3048706"/>
                  <a:ext cx="1427" cy="3228"/>
                </a:xfrm>
                <a:custGeom>
                  <a:avLst/>
                  <a:gdLst>
                    <a:gd name="connsiteX0" fmla="*/ 797 w 1427"/>
                    <a:gd name="connsiteY0" fmla="*/ 3199 h 3228"/>
                    <a:gd name="connsiteX1" fmla="*/ 797 w 1427"/>
                    <a:gd name="connsiteY1" fmla="*/ 2823 h 3228"/>
                    <a:gd name="connsiteX2" fmla="*/ 797 w 1427"/>
                    <a:gd name="connsiteY2" fmla="*/ 2823 h 3228"/>
                    <a:gd name="connsiteX3" fmla="*/ 797 w 1427"/>
                    <a:gd name="connsiteY3" fmla="*/ 2823 h 3228"/>
                    <a:gd name="connsiteX4" fmla="*/ 797 w 1427"/>
                    <a:gd name="connsiteY4" fmla="*/ 2823 h 3228"/>
                    <a:gd name="connsiteX5" fmla="*/ 797 w 1427"/>
                    <a:gd name="connsiteY5" fmla="*/ 2823 h 3228"/>
                    <a:gd name="connsiteX6" fmla="*/ -29 w 1427"/>
                    <a:gd name="connsiteY6" fmla="*/ 2823 h 3228"/>
                    <a:gd name="connsiteX7" fmla="*/ 797 w 1427"/>
                    <a:gd name="connsiteY7" fmla="*/ 3199 h 3228"/>
                    <a:gd name="connsiteX8" fmla="*/ 797 w 1427"/>
                    <a:gd name="connsiteY8" fmla="*/ 421 h 3228"/>
                    <a:gd name="connsiteX9" fmla="*/ 797 w 1427"/>
                    <a:gd name="connsiteY9" fmla="*/ -30 h 3228"/>
                    <a:gd name="connsiteX10" fmla="*/ 1398 w 1427"/>
                    <a:gd name="connsiteY10" fmla="*/ -30 h 3228"/>
                    <a:gd name="connsiteX11" fmla="*/ 1398 w 1427"/>
                    <a:gd name="connsiteY11" fmla="*/ -30 h 3228"/>
                    <a:gd name="connsiteX12" fmla="*/ 1398 w 1427"/>
                    <a:gd name="connsiteY12" fmla="*/ -30 h 3228"/>
                    <a:gd name="connsiteX13" fmla="*/ 1398 w 1427"/>
                    <a:gd name="connsiteY13" fmla="*/ -30 h 3228"/>
                    <a:gd name="connsiteX14" fmla="*/ 1398 w 1427"/>
                    <a:gd name="connsiteY14" fmla="*/ -30 h 3228"/>
                    <a:gd name="connsiteX15" fmla="*/ 1398 w 1427"/>
                    <a:gd name="connsiteY15" fmla="*/ -30 h 3228"/>
                    <a:gd name="connsiteX16" fmla="*/ 947 w 1427"/>
                    <a:gd name="connsiteY16" fmla="*/ -30 h 3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427" h="3228">
                      <a:moveTo>
                        <a:pt x="797" y="3199"/>
                      </a:moveTo>
                      <a:cubicBezTo>
                        <a:pt x="797" y="3079"/>
                        <a:pt x="797" y="2944"/>
                        <a:pt x="797" y="2823"/>
                      </a:cubicBezTo>
                      <a:lnTo>
                        <a:pt x="797" y="2823"/>
                      </a:lnTo>
                      <a:lnTo>
                        <a:pt x="797" y="2823"/>
                      </a:lnTo>
                      <a:lnTo>
                        <a:pt x="797" y="2823"/>
                      </a:lnTo>
                      <a:cubicBezTo>
                        <a:pt x="797" y="2823"/>
                        <a:pt x="797" y="2823"/>
                        <a:pt x="797" y="2823"/>
                      </a:cubicBezTo>
                      <a:lnTo>
                        <a:pt x="-29" y="2823"/>
                      </a:lnTo>
                      <a:cubicBezTo>
                        <a:pt x="271" y="2816"/>
                        <a:pt x="572" y="2958"/>
                        <a:pt x="797" y="3199"/>
                      </a:cubicBezTo>
                      <a:close/>
                      <a:moveTo>
                        <a:pt x="797" y="421"/>
                      </a:moveTo>
                      <a:cubicBezTo>
                        <a:pt x="722" y="278"/>
                        <a:pt x="722" y="113"/>
                        <a:pt x="797" y="-30"/>
                      </a:cubicBezTo>
                      <a:lnTo>
                        <a:pt x="1398" y="-30"/>
                      </a:lnTo>
                      <a:lnTo>
                        <a:pt x="1398" y="-30"/>
                      </a:lnTo>
                      <a:lnTo>
                        <a:pt x="1398" y="-30"/>
                      </a:lnTo>
                      <a:cubicBezTo>
                        <a:pt x="1398" y="-30"/>
                        <a:pt x="1398" y="-30"/>
                        <a:pt x="1398" y="-30"/>
                      </a:cubicBezTo>
                      <a:lnTo>
                        <a:pt x="1398" y="-30"/>
                      </a:lnTo>
                      <a:lnTo>
                        <a:pt x="1398" y="-30"/>
                      </a:lnTo>
                      <a:lnTo>
                        <a:pt x="947" y="-3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59" name="Content Placeholder 4">
                  <a:extLst>
                    <a:ext uri="{FF2B5EF4-FFF2-40B4-BE49-F238E27FC236}">
                      <a16:creationId xmlns:a16="http://schemas.microsoft.com/office/drawing/2014/main" id="{9A6F6D1C-5496-FEB1-A90B-AD536317C378}"/>
                    </a:ext>
                  </a:extLst>
                </p:cNvPr>
                <p:cNvSpPr/>
                <p:nvPr/>
              </p:nvSpPr>
              <p:spPr>
                <a:xfrm>
                  <a:off x="10859963" y="3046753"/>
                  <a:ext cx="2910" cy="7194"/>
                </a:xfrm>
                <a:custGeom>
                  <a:avLst/>
                  <a:gdLst>
                    <a:gd name="connsiteX0" fmla="*/ 646 w 2910"/>
                    <a:gd name="connsiteY0" fmla="*/ 4776 h 7194"/>
                    <a:gd name="connsiteX1" fmla="*/ 646 w 2910"/>
                    <a:gd name="connsiteY1" fmla="*/ 3124 h 7194"/>
                    <a:gd name="connsiteX2" fmla="*/ 646 w 2910"/>
                    <a:gd name="connsiteY2" fmla="*/ 1547 h 7194"/>
                    <a:gd name="connsiteX3" fmla="*/ 646 w 2910"/>
                    <a:gd name="connsiteY3" fmla="*/ 1547 h 7194"/>
                    <a:gd name="connsiteX4" fmla="*/ 646 w 2910"/>
                    <a:gd name="connsiteY4" fmla="*/ 1547 h 7194"/>
                    <a:gd name="connsiteX5" fmla="*/ 1322 w 2910"/>
                    <a:gd name="connsiteY5" fmla="*/ 721 h 7194"/>
                    <a:gd name="connsiteX6" fmla="*/ 2298 w 2910"/>
                    <a:gd name="connsiteY6" fmla="*/ 721 h 7194"/>
                    <a:gd name="connsiteX7" fmla="*/ 2825 w 2910"/>
                    <a:gd name="connsiteY7" fmla="*/ 721 h 7194"/>
                    <a:gd name="connsiteX8" fmla="*/ 2825 w 2910"/>
                    <a:gd name="connsiteY8" fmla="*/ 721 h 7194"/>
                    <a:gd name="connsiteX9" fmla="*/ 2825 w 2910"/>
                    <a:gd name="connsiteY9" fmla="*/ 721 h 7194"/>
                    <a:gd name="connsiteX10" fmla="*/ 2825 w 2910"/>
                    <a:gd name="connsiteY10" fmla="*/ 1172 h 7194"/>
                    <a:gd name="connsiteX11" fmla="*/ 2825 w 2910"/>
                    <a:gd name="connsiteY11" fmla="*/ 1772 h 7194"/>
                    <a:gd name="connsiteX12" fmla="*/ 2825 w 2910"/>
                    <a:gd name="connsiteY12" fmla="*/ 2373 h 7194"/>
                    <a:gd name="connsiteX13" fmla="*/ 2825 w 2910"/>
                    <a:gd name="connsiteY13" fmla="*/ 3049 h 7194"/>
                    <a:gd name="connsiteX14" fmla="*/ 2825 w 2910"/>
                    <a:gd name="connsiteY14" fmla="*/ 3649 h 7194"/>
                    <a:gd name="connsiteX15" fmla="*/ 2825 w 2910"/>
                    <a:gd name="connsiteY15" fmla="*/ 4625 h 7194"/>
                    <a:gd name="connsiteX16" fmla="*/ 2825 w 2910"/>
                    <a:gd name="connsiteY16" fmla="*/ 5602 h 7194"/>
                    <a:gd name="connsiteX17" fmla="*/ 2374 w 2910"/>
                    <a:gd name="connsiteY17" fmla="*/ 6427 h 7194"/>
                    <a:gd name="connsiteX18" fmla="*/ 1698 w 2910"/>
                    <a:gd name="connsiteY18" fmla="*/ 7103 h 7194"/>
                    <a:gd name="connsiteX19" fmla="*/ 1247 w 2910"/>
                    <a:gd name="connsiteY19" fmla="*/ 7103 h 7194"/>
                    <a:gd name="connsiteX20" fmla="*/ 1247 w 2910"/>
                    <a:gd name="connsiteY20" fmla="*/ 7103 h 7194"/>
                    <a:gd name="connsiteX21" fmla="*/ 421 w 2910"/>
                    <a:gd name="connsiteY21" fmla="*/ 7103 h 7194"/>
                    <a:gd name="connsiteX22" fmla="*/ -29 w 2910"/>
                    <a:gd name="connsiteY22" fmla="*/ 6503 h 7194"/>
                    <a:gd name="connsiteX23" fmla="*/ -29 w 2910"/>
                    <a:gd name="connsiteY23" fmla="*/ 5677 h 7194"/>
                    <a:gd name="connsiteX24" fmla="*/ 646 w 2910"/>
                    <a:gd name="connsiteY24" fmla="*/ 4776 h 7194"/>
                    <a:gd name="connsiteX25" fmla="*/ 1698 w 2910"/>
                    <a:gd name="connsiteY25" fmla="*/ 5376 h 7194"/>
                    <a:gd name="connsiteX26" fmla="*/ 1698 w 2910"/>
                    <a:gd name="connsiteY26" fmla="*/ 5376 h 7194"/>
                    <a:gd name="connsiteX27" fmla="*/ 1698 w 2910"/>
                    <a:gd name="connsiteY27" fmla="*/ 5376 h 7194"/>
                    <a:gd name="connsiteX28" fmla="*/ 1698 w 2910"/>
                    <a:gd name="connsiteY28" fmla="*/ 5376 h 7194"/>
                    <a:gd name="connsiteX29" fmla="*/ 1698 w 2910"/>
                    <a:gd name="connsiteY29" fmla="*/ 5376 h 7194"/>
                    <a:gd name="connsiteX30" fmla="*/ 1698 w 2910"/>
                    <a:gd name="connsiteY30" fmla="*/ 5376 h 7194"/>
                    <a:gd name="connsiteX31" fmla="*/ 2298 w 2910"/>
                    <a:gd name="connsiteY31" fmla="*/ 4701 h 7194"/>
                    <a:gd name="connsiteX32" fmla="*/ 2298 w 2910"/>
                    <a:gd name="connsiteY32" fmla="*/ 3875 h 7194"/>
                    <a:gd name="connsiteX33" fmla="*/ 2298 w 2910"/>
                    <a:gd name="connsiteY33" fmla="*/ 2974 h 7194"/>
                    <a:gd name="connsiteX34" fmla="*/ 2298 w 2910"/>
                    <a:gd name="connsiteY34" fmla="*/ 1322 h 7194"/>
                    <a:gd name="connsiteX35" fmla="*/ 2298 w 2910"/>
                    <a:gd name="connsiteY35" fmla="*/ 871 h 7194"/>
                    <a:gd name="connsiteX36" fmla="*/ 2298 w 2910"/>
                    <a:gd name="connsiteY36" fmla="*/ 421 h 7194"/>
                    <a:gd name="connsiteX37" fmla="*/ 2298 w 2910"/>
                    <a:gd name="connsiteY37" fmla="*/ -30 h 7194"/>
                    <a:gd name="connsiteX38" fmla="*/ 2298 w 2910"/>
                    <a:gd name="connsiteY38" fmla="*/ -30 h 7194"/>
                    <a:gd name="connsiteX39" fmla="*/ 2298 w 2910"/>
                    <a:gd name="connsiteY39" fmla="*/ -30 h 7194"/>
                    <a:gd name="connsiteX40" fmla="*/ 2298 w 2910"/>
                    <a:gd name="connsiteY40" fmla="*/ -30 h 7194"/>
                    <a:gd name="connsiteX41" fmla="*/ 2298 w 2910"/>
                    <a:gd name="connsiteY41" fmla="*/ -30 h 7194"/>
                    <a:gd name="connsiteX42" fmla="*/ 2298 w 2910"/>
                    <a:gd name="connsiteY42" fmla="*/ -30 h 7194"/>
                    <a:gd name="connsiteX43" fmla="*/ 2298 w 2910"/>
                    <a:gd name="connsiteY43" fmla="*/ -30 h 7194"/>
                    <a:gd name="connsiteX44" fmla="*/ 2298 w 2910"/>
                    <a:gd name="connsiteY44" fmla="*/ 1472 h 7194"/>
                    <a:gd name="connsiteX45" fmla="*/ 2298 w 2910"/>
                    <a:gd name="connsiteY45" fmla="*/ 2148 h 7194"/>
                    <a:gd name="connsiteX46" fmla="*/ 2298 w 2910"/>
                    <a:gd name="connsiteY46" fmla="*/ 3649 h 71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</a:cxnLst>
                  <a:rect l="l" t="t" r="r" b="b"/>
                  <a:pathLst>
                    <a:path w="2910" h="7194">
                      <a:moveTo>
                        <a:pt x="646" y="4776"/>
                      </a:moveTo>
                      <a:cubicBezTo>
                        <a:pt x="646" y="4250"/>
                        <a:pt x="646" y="3724"/>
                        <a:pt x="646" y="3124"/>
                      </a:cubicBezTo>
                      <a:lnTo>
                        <a:pt x="646" y="1547"/>
                      </a:lnTo>
                      <a:lnTo>
                        <a:pt x="646" y="1547"/>
                      </a:lnTo>
                      <a:lnTo>
                        <a:pt x="646" y="1547"/>
                      </a:lnTo>
                      <a:cubicBezTo>
                        <a:pt x="797" y="1224"/>
                        <a:pt x="1022" y="939"/>
                        <a:pt x="1322" y="721"/>
                      </a:cubicBezTo>
                      <a:cubicBezTo>
                        <a:pt x="1623" y="616"/>
                        <a:pt x="1999" y="616"/>
                        <a:pt x="2298" y="721"/>
                      </a:cubicBezTo>
                      <a:lnTo>
                        <a:pt x="2825" y="721"/>
                      </a:lnTo>
                      <a:cubicBezTo>
                        <a:pt x="2825" y="721"/>
                        <a:pt x="2825" y="721"/>
                        <a:pt x="2825" y="721"/>
                      </a:cubicBezTo>
                      <a:lnTo>
                        <a:pt x="2825" y="721"/>
                      </a:lnTo>
                      <a:lnTo>
                        <a:pt x="2825" y="1172"/>
                      </a:lnTo>
                      <a:cubicBezTo>
                        <a:pt x="2900" y="1367"/>
                        <a:pt x="2900" y="1577"/>
                        <a:pt x="2825" y="1772"/>
                      </a:cubicBezTo>
                      <a:cubicBezTo>
                        <a:pt x="2900" y="1967"/>
                        <a:pt x="2900" y="2178"/>
                        <a:pt x="2825" y="2373"/>
                      </a:cubicBezTo>
                      <a:lnTo>
                        <a:pt x="2825" y="3049"/>
                      </a:lnTo>
                      <a:cubicBezTo>
                        <a:pt x="2825" y="3244"/>
                        <a:pt x="2825" y="3454"/>
                        <a:pt x="2825" y="3649"/>
                      </a:cubicBezTo>
                      <a:cubicBezTo>
                        <a:pt x="2825" y="3649"/>
                        <a:pt x="2825" y="4250"/>
                        <a:pt x="2825" y="4625"/>
                      </a:cubicBezTo>
                      <a:cubicBezTo>
                        <a:pt x="2900" y="4948"/>
                        <a:pt x="2900" y="5279"/>
                        <a:pt x="2825" y="5602"/>
                      </a:cubicBezTo>
                      <a:cubicBezTo>
                        <a:pt x="2749" y="5909"/>
                        <a:pt x="2599" y="6195"/>
                        <a:pt x="2374" y="6427"/>
                      </a:cubicBezTo>
                      <a:cubicBezTo>
                        <a:pt x="2223" y="6705"/>
                        <a:pt x="1999" y="6938"/>
                        <a:pt x="1698" y="7103"/>
                      </a:cubicBezTo>
                      <a:lnTo>
                        <a:pt x="1247" y="7103"/>
                      </a:lnTo>
                      <a:lnTo>
                        <a:pt x="1247" y="7103"/>
                      </a:lnTo>
                      <a:cubicBezTo>
                        <a:pt x="947" y="7186"/>
                        <a:pt x="722" y="7186"/>
                        <a:pt x="421" y="7103"/>
                      </a:cubicBezTo>
                      <a:cubicBezTo>
                        <a:pt x="195" y="6953"/>
                        <a:pt x="46" y="6743"/>
                        <a:pt x="-29" y="6503"/>
                      </a:cubicBezTo>
                      <a:cubicBezTo>
                        <a:pt x="-29" y="6225"/>
                        <a:pt x="-29" y="5954"/>
                        <a:pt x="-29" y="5677"/>
                      </a:cubicBezTo>
                      <a:cubicBezTo>
                        <a:pt x="121" y="5339"/>
                        <a:pt x="346" y="5031"/>
                        <a:pt x="646" y="4776"/>
                      </a:cubicBezTo>
                      <a:close/>
                      <a:moveTo>
                        <a:pt x="1698" y="5376"/>
                      </a:moveTo>
                      <a:lnTo>
                        <a:pt x="1698" y="5376"/>
                      </a:lnTo>
                      <a:lnTo>
                        <a:pt x="1698" y="5376"/>
                      </a:lnTo>
                      <a:cubicBezTo>
                        <a:pt x="1698" y="5376"/>
                        <a:pt x="1698" y="5376"/>
                        <a:pt x="1698" y="5376"/>
                      </a:cubicBezTo>
                      <a:lnTo>
                        <a:pt x="1698" y="5376"/>
                      </a:lnTo>
                      <a:lnTo>
                        <a:pt x="1698" y="5376"/>
                      </a:lnTo>
                      <a:lnTo>
                        <a:pt x="2298" y="4701"/>
                      </a:lnTo>
                      <a:cubicBezTo>
                        <a:pt x="2374" y="4430"/>
                        <a:pt x="2374" y="4145"/>
                        <a:pt x="2298" y="3875"/>
                      </a:cubicBezTo>
                      <a:cubicBezTo>
                        <a:pt x="2298" y="3574"/>
                        <a:pt x="2298" y="3274"/>
                        <a:pt x="2298" y="2974"/>
                      </a:cubicBezTo>
                      <a:lnTo>
                        <a:pt x="2298" y="1322"/>
                      </a:lnTo>
                      <a:cubicBezTo>
                        <a:pt x="2298" y="1172"/>
                        <a:pt x="2298" y="1021"/>
                        <a:pt x="2298" y="871"/>
                      </a:cubicBezTo>
                      <a:cubicBezTo>
                        <a:pt x="2298" y="721"/>
                        <a:pt x="2298" y="571"/>
                        <a:pt x="2298" y="421"/>
                      </a:cubicBezTo>
                      <a:lnTo>
                        <a:pt x="2298" y="-30"/>
                      </a:lnTo>
                      <a:lnTo>
                        <a:pt x="2298" y="-30"/>
                      </a:lnTo>
                      <a:lnTo>
                        <a:pt x="2298" y="-30"/>
                      </a:lnTo>
                      <a:lnTo>
                        <a:pt x="2298" y="-30"/>
                      </a:lnTo>
                      <a:lnTo>
                        <a:pt x="2298" y="-30"/>
                      </a:lnTo>
                      <a:lnTo>
                        <a:pt x="2298" y="-30"/>
                      </a:lnTo>
                      <a:cubicBezTo>
                        <a:pt x="2298" y="-30"/>
                        <a:pt x="2298" y="-30"/>
                        <a:pt x="2298" y="-30"/>
                      </a:cubicBezTo>
                      <a:lnTo>
                        <a:pt x="2298" y="1472"/>
                      </a:lnTo>
                      <a:cubicBezTo>
                        <a:pt x="2298" y="1697"/>
                        <a:pt x="2298" y="1923"/>
                        <a:pt x="2298" y="2148"/>
                      </a:cubicBezTo>
                      <a:lnTo>
                        <a:pt x="2298" y="364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60" name="Content Placeholder 4">
                  <a:extLst>
                    <a:ext uri="{FF2B5EF4-FFF2-40B4-BE49-F238E27FC236}">
                      <a16:creationId xmlns:a16="http://schemas.microsoft.com/office/drawing/2014/main" id="{438D1D74-8EA2-D199-A053-F58D832E9E17}"/>
                    </a:ext>
                  </a:extLst>
                </p:cNvPr>
                <p:cNvSpPr/>
                <p:nvPr/>
              </p:nvSpPr>
              <p:spPr>
                <a:xfrm>
                  <a:off x="10863887" y="3047279"/>
                  <a:ext cx="3416" cy="6669"/>
                </a:xfrm>
                <a:custGeom>
                  <a:avLst/>
                  <a:gdLst>
                    <a:gd name="connsiteX0" fmla="*/ 1078 w 3416"/>
                    <a:gd name="connsiteY0" fmla="*/ 4250 h 6669"/>
                    <a:gd name="connsiteX1" fmla="*/ 1078 w 3416"/>
                    <a:gd name="connsiteY1" fmla="*/ 2598 h 6669"/>
                    <a:gd name="connsiteX2" fmla="*/ 1078 w 3416"/>
                    <a:gd name="connsiteY2" fmla="*/ 1021 h 6669"/>
                    <a:gd name="connsiteX3" fmla="*/ 1078 w 3416"/>
                    <a:gd name="connsiteY3" fmla="*/ 1021 h 6669"/>
                    <a:gd name="connsiteX4" fmla="*/ 1078 w 3416"/>
                    <a:gd name="connsiteY4" fmla="*/ 1021 h 6669"/>
                    <a:gd name="connsiteX5" fmla="*/ 1755 w 3416"/>
                    <a:gd name="connsiteY5" fmla="*/ 196 h 6669"/>
                    <a:gd name="connsiteX6" fmla="*/ 2806 w 3416"/>
                    <a:gd name="connsiteY6" fmla="*/ 196 h 6669"/>
                    <a:gd name="connsiteX7" fmla="*/ 3331 w 3416"/>
                    <a:gd name="connsiteY7" fmla="*/ 196 h 6669"/>
                    <a:gd name="connsiteX8" fmla="*/ 3331 w 3416"/>
                    <a:gd name="connsiteY8" fmla="*/ 646 h 6669"/>
                    <a:gd name="connsiteX9" fmla="*/ 3331 w 3416"/>
                    <a:gd name="connsiteY9" fmla="*/ 1247 h 6669"/>
                    <a:gd name="connsiteX10" fmla="*/ 3331 w 3416"/>
                    <a:gd name="connsiteY10" fmla="*/ 1847 h 6669"/>
                    <a:gd name="connsiteX11" fmla="*/ 3331 w 3416"/>
                    <a:gd name="connsiteY11" fmla="*/ 2523 h 6669"/>
                    <a:gd name="connsiteX12" fmla="*/ 3331 w 3416"/>
                    <a:gd name="connsiteY12" fmla="*/ 3124 h 6669"/>
                    <a:gd name="connsiteX13" fmla="*/ 3331 w 3416"/>
                    <a:gd name="connsiteY13" fmla="*/ 4100 h 6669"/>
                    <a:gd name="connsiteX14" fmla="*/ 3331 w 3416"/>
                    <a:gd name="connsiteY14" fmla="*/ 5076 h 6669"/>
                    <a:gd name="connsiteX15" fmla="*/ 2880 w 3416"/>
                    <a:gd name="connsiteY15" fmla="*/ 5902 h 6669"/>
                    <a:gd name="connsiteX16" fmla="*/ 2129 w 3416"/>
                    <a:gd name="connsiteY16" fmla="*/ 6578 h 6669"/>
                    <a:gd name="connsiteX17" fmla="*/ 1755 w 3416"/>
                    <a:gd name="connsiteY17" fmla="*/ 6578 h 6669"/>
                    <a:gd name="connsiteX18" fmla="*/ 1303 w 3416"/>
                    <a:gd name="connsiteY18" fmla="*/ 6578 h 6669"/>
                    <a:gd name="connsiteX19" fmla="*/ 553 w 3416"/>
                    <a:gd name="connsiteY19" fmla="*/ 6578 h 6669"/>
                    <a:gd name="connsiteX20" fmla="*/ 26 w 3416"/>
                    <a:gd name="connsiteY20" fmla="*/ 5977 h 6669"/>
                    <a:gd name="connsiteX21" fmla="*/ 26 w 3416"/>
                    <a:gd name="connsiteY21" fmla="*/ 5151 h 6669"/>
                    <a:gd name="connsiteX22" fmla="*/ 1078 w 3416"/>
                    <a:gd name="connsiteY22" fmla="*/ 4250 h 6669"/>
                    <a:gd name="connsiteX23" fmla="*/ 2054 w 3416"/>
                    <a:gd name="connsiteY23" fmla="*/ 4851 h 6669"/>
                    <a:gd name="connsiteX24" fmla="*/ 2054 w 3416"/>
                    <a:gd name="connsiteY24" fmla="*/ 5376 h 6669"/>
                    <a:gd name="connsiteX25" fmla="*/ 2054 w 3416"/>
                    <a:gd name="connsiteY25" fmla="*/ 5376 h 6669"/>
                    <a:gd name="connsiteX26" fmla="*/ 2054 w 3416"/>
                    <a:gd name="connsiteY26" fmla="*/ 5376 h 6669"/>
                    <a:gd name="connsiteX27" fmla="*/ 2054 w 3416"/>
                    <a:gd name="connsiteY27" fmla="*/ 5376 h 6669"/>
                    <a:gd name="connsiteX28" fmla="*/ 2581 w 3416"/>
                    <a:gd name="connsiteY28" fmla="*/ 4701 h 6669"/>
                    <a:gd name="connsiteX29" fmla="*/ 2581 w 3416"/>
                    <a:gd name="connsiteY29" fmla="*/ 3875 h 6669"/>
                    <a:gd name="connsiteX30" fmla="*/ 2581 w 3416"/>
                    <a:gd name="connsiteY30" fmla="*/ 2974 h 6669"/>
                    <a:gd name="connsiteX31" fmla="*/ 2581 w 3416"/>
                    <a:gd name="connsiteY31" fmla="*/ 1322 h 6669"/>
                    <a:gd name="connsiteX32" fmla="*/ 2581 w 3416"/>
                    <a:gd name="connsiteY32" fmla="*/ 871 h 6669"/>
                    <a:gd name="connsiteX33" fmla="*/ 2581 w 3416"/>
                    <a:gd name="connsiteY33" fmla="*/ 421 h 6669"/>
                    <a:gd name="connsiteX34" fmla="*/ 2581 w 3416"/>
                    <a:gd name="connsiteY34" fmla="*/ -30 h 6669"/>
                    <a:gd name="connsiteX35" fmla="*/ 2205 w 3416"/>
                    <a:gd name="connsiteY35" fmla="*/ -30 h 6669"/>
                    <a:gd name="connsiteX36" fmla="*/ 2205 w 3416"/>
                    <a:gd name="connsiteY36" fmla="*/ -30 h 6669"/>
                    <a:gd name="connsiteX37" fmla="*/ 2205 w 3416"/>
                    <a:gd name="connsiteY37" fmla="*/ -30 h 6669"/>
                    <a:gd name="connsiteX38" fmla="*/ 2205 w 3416"/>
                    <a:gd name="connsiteY38" fmla="*/ -30 h 6669"/>
                    <a:gd name="connsiteX39" fmla="*/ 2205 w 3416"/>
                    <a:gd name="connsiteY39" fmla="*/ -30 h 6669"/>
                    <a:gd name="connsiteX40" fmla="*/ 2205 w 3416"/>
                    <a:gd name="connsiteY40" fmla="*/ 1622 h 6669"/>
                    <a:gd name="connsiteX41" fmla="*/ 2205 w 3416"/>
                    <a:gd name="connsiteY41" fmla="*/ 2298 h 6669"/>
                    <a:gd name="connsiteX42" fmla="*/ 2205 w 3416"/>
                    <a:gd name="connsiteY42" fmla="*/ 3799 h 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</a:cxnLst>
                  <a:rect l="l" t="t" r="r" b="b"/>
                  <a:pathLst>
                    <a:path w="3416" h="6669">
                      <a:moveTo>
                        <a:pt x="1078" y="4250"/>
                      </a:moveTo>
                      <a:cubicBezTo>
                        <a:pt x="1078" y="3702"/>
                        <a:pt x="1078" y="3146"/>
                        <a:pt x="1078" y="2598"/>
                      </a:cubicBezTo>
                      <a:cubicBezTo>
                        <a:pt x="1078" y="2073"/>
                        <a:pt x="1078" y="1547"/>
                        <a:pt x="1078" y="1021"/>
                      </a:cubicBezTo>
                      <a:cubicBezTo>
                        <a:pt x="1078" y="1021"/>
                        <a:pt x="1078" y="1021"/>
                        <a:pt x="1078" y="1021"/>
                      </a:cubicBezTo>
                      <a:lnTo>
                        <a:pt x="1078" y="1021"/>
                      </a:lnTo>
                      <a:cubicBezTo>
                        <a:pt x="1228" y="698"/>
                        <a:pt x="1454" y="413"/>
                        <a:pt x="1755" y="196"/>
                      </a:cubicBezTo>
                      <a:cubicBezTo>
                        <a:pt x="2129" y="98"/>
                        <a:pt x="2430" y="98"/>
                        <a:pt x="2806" y="196"/>
                      </a:cubicBezTo>
                      <a:lnTo>
                        <a:pt x="3331" y="196"/>
                      </a:lnTo>
                      <a:lnTo>
                        <a:pt x="3331" y="646"/>
                      </a:lnTo>
                      <a:cubicBezTo>
                        <a:pt x="3331" y="646"/>
                        <a:pt x="3331" y="1021"/>
                        <a:pt x="3331" y="1247"/>
                      </a:cubicBezTo>
                      <a:cubicBezTo>
                        <a:pt x="3407" y="1442"/>
                        <a:pt x="3407" y="1652"/>
                        <a:pt x="3331" y="1847"/>
                      </a:cubicBezTo>
                      <a:cubicBezTo>
                        <a:pt x="3331" y="2073"/>
                        <a:pt x="3331" y="2298"/>
                        <a:pt x="3331" y="2523"/>
                      </a:cubicBezTo>
                      <a:lnTo>
                        <a:pt x="3331" y="3124"/>
                      </a:lnTo>
                      <a:cubicBezTo>
                        <a:pt x="3331" y="3124"/>
                        <a:pt x="3331" y="3724"/>
                        <a:pt x="3331" y="4100"/>
                      </a:cubicBezTo>
                      <a:lnTo>
                        <a:pt x="3331" y="5076"/>
                      </a:lnTo>
                      <a:lnTo>
                        <a:pt x="2880" y="5902"/>
                      </a:lnTo>
                      <a:cubicBezTo>
                        <a:pt x="2656" y="6187"/>
                        <a:pt x="2430" y="6420"/>
                        <a:pt x="2129" y="6578"/>
                      </a:cubicBezTo>
                      <a:lnTo>
                        <a:pt x="1755" y="6578"/>
                      </a:lnTo>
                      <a:lnTo>
                        <a:pt x="1303" y="6578"/>
                      </a:lnTo>
                      <a:cubicBezTo>
                        <a:pt x="1078" y="6660"/>
                        <a:pt x="778" y="6660"/>
                        <a:pt x="553" y="6578"/>
                      </a:cubicBezTo>
                      <a:cubicBezTo>
                        <a:pt x="327" y="6413"/>
                        <a:pt x="177" y="6210"/>
                        <a:pt x="26" y="5977"/>
                      </a:cubicBezTo>
                      <a:cubicBezTo>
                        <a:pt x="-48" y="5707"/>
                        <a:pt x="-48" y="5421"/>
                        <a:pt x="26" y="5151"/>
                      </a:cubicBezTo>
                      <a:cubicBezTo>
                        <a:pt x="327" y="4776"/>
                        <a:pt x="628" y="4468"/>
                        <a:pt x="1078" y="4250"/>
                      </a:cubicBezTo>
                      <a:close/>
                      <a:moveTo>
                        <a:pt x="2054" y="4851"/>
                      </a:moveTo>
                      <a:lnTo>
                        <a:pt x="2054" y="5376"/>
                      </a:lnTo>
                      <a:lnTo>
                        <a:pt x="2054" y="5376"/>
                      </a:lnTo>
                      <a:lnTo>
                        <a:pt x="2054" y="5376"/>
                      </a:lnTo>
                      <a:lnTo>
                        <a:pt x="2054" y="5376"/>
                      </a:lnTo>
                      <a:cubicBezTo>
                        <a:pt x="2280" y="5188"/>
                        <a:pt x="2430" y="4956"/>
                        <a:pt x="2581" y="4701"/>
                      </a:cubicBezTo>
                      <a:cubicBezTo>
                        <a:pt x="2656" y="4430"/>
                        <a:pt x="2656" y="4145"/>
                        <a:pt x="2581" y="3875"/>
                      </a:cubicBezTo>
                      <a:cubicBezTo>
                        <a:pt x="2581" y="3875"/>
                        <a:pt x="2581" y="3274"/>
                        <a:pt x="2581" y="2974"/>
                      </a:cubicBezTo>
                      <a:lnTo>
                        <a:pt x="2581" y="1322"/>
                      </a:lnTo>
                      <a:cubicBezTo>
                        <a:pt x="2581" y="1322"/>
                        <a:pt x="2581" y="1322"/>
                        <a:pt x="2581" y="871"/>
                      </a:cubicBezTo>
                      <a:cubicBezTo>
                        <a:pt x="2581" y="421"/>
                        <a:pt x="2581" y="871"/>
                        <a:pt x="2581" y="421"/>
                      </a:cubicBezTo>
                      <a:cubicBezTo>
                        <a:pt x="2581" y="270"/>
                        <a:pt x="2581" y="120"/>
                        <a:pt x="2581" y="-30"/>
                      </a:cubicBezTo>
                      <a:cubicBezTo>
                        <a:pt x="2581" y="-30"/>
                        <a:pt x="2581" y="-30"/>
                        <a:pt x="2205" y="-30"/>
                      </a:cubicBezTo>
                      <a:lnTo>
                        <a:pt x="2205" y="-30"/>
                      </a:lnTo>
                      <a:lnTo>
                        <a:pt x="2205" y="-30"/>
                      </a:lnTo>
                      <a:lnTo>
                        <a:pt x="2205" y="-30"/>
                      </a:lnTo>
                      <a:lnTo>
                        <a:pt x="2205" y="-30"/>
                      </a:lnTo>
                      <a:lnTo>
                        <a:pt x="2205" y="1622"/>
                      </a:lnTo>
                      <a:cubicBezTo>
                        <a:pt x="2205" y="1622"/>
                        <a:pt x="2205" y="2073"/>
                        <a:pt x="2205" y="2298"/>
                      </a:cubicBezTo>
                      <a:lnTo>
                        <a:pt x="2205" y="3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61" name="Content Placeholder 4">
                  <a:extLst>
                    <a:ext uri="{FF2B5EF4-FFF2-40B4-BE49-F238E27FC236}">
                      <a16:creationId xmlns:a16="http://schemas.microsoft.com/office/drawing/2014/main" id="{C435F137-7B36-A130-46BD-205310417143}"/>
                    </a:ext>
                  </a:extLst>
                </p:cNvPr>
                <p:cNvSpPr/>
                <p:nvPr/>
              </p:nvSpPr>
              <p:spPr>
                <a:xfrm>
                  <a:off x="10868674" y="3048706"/>
                  <a:ext cx="1427" cy="3228"/>
                </a:xfrm>
                <a:custGeom>
                  <a:avLst/>
                  <a:gdLst>
                    <a:gd name="connsiteX0" fmla="*/ 798 w 1427"/>
                    <a:gd name="connsiteY0" fmla="*/ 3199 h 3228"/>
                    <a:gd name="connsiteX1" fmla="*/ 798 w 1427"/>
                    <a:gd name="connsiteY1" fmla="*/ 2823 h 3228"/>
                    <a:gd name="connsiteX2" fmla="*/ 798 w 1427"/>
                    <a:gd name="connsiteY2" fmla="*/ 2823 h 3228"/>
                    <a:gd name="connsiteX3" fmla="*/ 798 w 1427"/>
                    <a:gd name="connsiteY3" fmla="*/ 2823 h 3228"/>
                    <a:gd name="connsiteX4" fmla="*/ 798 w 1427"/>
                    <a:gd name="connsiteY4" fmla="*/ 2823 h 3228"/>
                    <a:gd name="connsiteX5" fmla="*/ 798 w 1427"/>
                    <a:gd name="connsiteY5" fmla="*/ 2823 h 3228"/>
                    <a:gd name="connsiteX6" fmla="*/ 798 w 1427"/>
                    <a:gd name="connsiteY6" fmla="*/ 2823 h 3228"/>
                    <a:gd name="connsiteX7" fmla="*/ 798 w 1427"/>
                    <a:gd name="connsiteY7" fmla="*/ 2823 h 3228"/>
                    <a:gd name="connsiteX8" fmla="*/ -29 w 1427"/>
                    <a:gd name="connsiteY8" fmla="*/ 2823 h 3228"/>
                    <a:gd name="connsiteX9" fmla="*/ 798 w 1427"/>
                    <a:gd name="connsiteY9" fmla="*/ 3199 h 3228"/>
                    <a:gd name="connsiteX10" fmla="*/ 798 w 1427"/>
                    <a:gd name="connsiteY10" fmla="*/ 421 h 3228"/>
                    <a:gd name="connsiteX11" fmla="*/ 798 w 1427"/>
                    <a:gd name="connsiteY11" fmla="*/ -30 h 3228"/>
                    <a:gd name="connsiteX12" fmla="*/ 1398 w 1427"/>
                    <a:gd name="connsiteY12" fmla="*/ -30 h 3228"/>
                    <a:gd name="connsiteX13" fmla="*/ 1398 w 1427"/>
                    <a:gd name="connsiteY13" fmla="*/ -30 h 3228"/>
                    <a:gd name="connsiteX14" fmla="*/ 1398 w 1427"/>
                    <a:gd name="connsiteY14" fmla="*/ -30 h 3228"/>
                    <a:gd name="connsiteX15" fmla="*/ 1398 w 1427"/>
                    <a:gd name="connsiteY15" fmla="*/ -30 h 3228"/>
                    <a:gd name="connsiteX16" fmla="*/ 1398 w 1427"/>
                    <a:gd name="connsiteY16" fmla="*/ -30 h 3228"/>
                    <a:gd name="connsiteX17" fmla="*/ 1398 w 1427"/>
                    <a:gd name="connsiteY17" fmla="*/ -30 h 3228"/>
                    <a:gd name="connsiteX18" fmla="*/ 1398 w 1427"/>
                    <a:gd name="connsiteY18" fmla="*/ -30 h 3228"/>
                    <a:gd name="connsiteX19" fmla="*/ 872 w 1427"/>
                    <a:gd name="connsiteY19" fmla="*/ 421 h 3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427" h="3228">
                      <a:moveTo>
                        <a:pt x="798" y="3199"/>
                      </a:moveTo>
                      <a:cubicBezTo>
                        <a:pt x="798" y="3199"/>
                        <a:pt x="798" y="3199"/>
                        <a:pt x="798" y="2823"/>
                      </a:cubicBezTo>
                      <a:cubicBezTo>
                        <a:pt x="798" y="2448"/>
                        <a:pt x="798" y="2823"/>
                        <a:pt x="798" y="2823"/>
                      </a:cubicBezTo>
                      <a:lnTo>
                        <a:pt x="798" y="2823"/>
                      </a:lnTo>
                      <a:lnTo>
                        <a:pt x="798" y="2823"/>
                      </a:lnTo>
                      <a:lnTo>
                        <a:pt x="798" y="2823"/>
                      </a:lnTo>
                      <a:lnTo>
                        <a:pt x="798" y="2823"/>
                      </a:lnTo>
                      <a:lnTo>
                        <a:pt x="798" y="2823"/>
                      </a:lnTo>
                      <a:lnTo>
                        <a:pt x="-29" y="2823"/>
                      </a:lnTo>
                      <a:cubicBezTo>
                        <a:pt x="271" y="2718"/>
                        <a:pt x="647" y="2884"/>
                        <a:pt x="798" y="3199"/>
                      </a:cubicBezTo>
                      <a:close/>
                      <a:moveTo>
                        <a:pt x="798" y="421"/>
                      </a:moveTo>
                      <a:cubicBezTo>
                        <a:pt x="723" y="278"/>
                        <a:pt x="723" y="113"/>
                        <a:pt x="798" y="-30"/>
                      </a:cubicBezTo>
                      <a:lnTo>
                        <a:pt x="1398" y="-30"/>
                      </a:lnTo>
                      <a:lnTo>
                        <a:pt x="1398" y="-30"/>
                      </a:lnTo>
                      <a:lnTo>
                        <a:pt x="1398" y="-30"/>
                      </a:lnTo>
                      <a:cubicBezTo>
                        <a:pt x="1398" y="-30"/>
                        <a:pt x="1398" y="-30"/>
                        <a:pt x="1398" y="-30"/>
                      </a:cubicBezTo>
                      <a:lnTo>
                        <a:pt x="1398" y="-30"/>
                      </a:lnTo>
                      <a:lnTo>
                        <a:pt x="1398" y="-30"/>
                      </a:lnTo>
                      <a:lnTo>
                        <a:pt x="1398" y="-30"/>
                      </a:lnTo>
                      <a:cubicBezTo>
                        <a:pt x="1398" y="-30"/>
                        <a:pt x="872" y="571"/>
                        <a:pt x="872" y="42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62" name="Content Placeholder 4">
                  <a:extLst>
                    <a:ext uri="{FF2B5EF4-FFF2-40B4-BE49-F238E27FC236}">
                      <a16:creationId xmlns:a16="http://schemas.microsoft.com/office/drawing/2014/main" id="{5636171F-7352-8570-BE72-A512D8BF8A41}"/>
                    </a:ext>
                  </a:extLst>
                </p:cNvPr>
                <p:cNvSpPr/>
                <p:nvPr/>
              </p:nvSpPr>
              <p:spPr>
                <a:xfrm>
                  <a:off x="10870702" y="3046753"/>
                  <a:ext cx="2985" cy="7189"/>
                </a:xfrm>
                <a:custGeom>
                  <a:avLst/>
                  <a:gdLst>
                    <a:gd name="connsiteX0" fmla="*/ 722 w 2985"/>
                    <a:gd name="connsiteY0" fmla="*/ 4776 h 7189"/>
                    <a:gd name="connsiteX1" fmla="*/ 722 w 2985"/>
                    <a:gd name="connsiteY1" fmla="*/ 3124 h 7189"/>
                    <a:gd name="connsiteX2" fmla="*/ 722 w 2985"/>
                    <a:gd name="connsiteY2" fmla="*/ 1547 h 7189"/>
                    <a:gd name="connsiteX3" fmla="*/ 722 w 2985"/>
                    <a:gd name="connsiteY3" fmla="*/ 1547 h 7189"/>
                    <a:gd name="connsiteX4" fmla="*/ 722 w 2985"/>
                    <a:gd name="connsiteY4" fmla="*/ 1547 h 7189"/>
                    <a:gd name="connsiteX5" fmla="*/ 1398 w 2985"/>
                    <a:gd name="connsiteY5" fmla="*/ 721 h 7189"/>
                    <a:gd name="connsiteX6" fmla="*/ 2374 w 2985"/>
                    <a:gd name="connsiteY6" fmla="*/ 721 h 7189"/>
                    <a:gd name="connsiteX7" fmla="*/ 2900 w 2985"/>
                    <a:gd name="connsiteY7" fmla="*/ 721 h 7189"/>
                    <a:gd name="connsiteX8" fmla="*/ 2900 w 2985"/>
                    <a:gd name="connsiteY8" fmla="*/ 721 h 7189"/>
                    <a:gd name="connsiteX9" fmla="*/ 2900 w 2985"/>
                    <a:gd name="connsiteY9" fmla="*/ 721 h 7189"/>
                    <a:gd name="connsiteX10" fmla="*/ 2900 w 2985"/>
                    <a:gd name="connsiteY10" fmla="*/ 1172 h 7189"/>
                    <a:gd name="connsiteX11" fmla="*/ 2900 w 2985"/>
                    <a:gd name="connsiteY11" fmla="*/ 1772 h 7189"/>
                    <a:gd name="connsiteX12" fmla="*/ 2900 w 2985"/>
                    <a:gd name="connsiteY12" fmla="*/ 2373 h 7189"/>
                    <a:gd name="connsiteX13" fmla="*/ 2900 w 2985"/>
                    <a:gd name="connsiteY13" fmla="*/ 3649 h 7189"/>
                    <a:gd name="connsiteX14" fmla="*/ 2900 w 2985"/>
                    <a:gd name="connsiteY14" fmla="*/ 4625 h 7189"/>
                    <a:gd name="connsiteX15" fmla="*/ 2900 w 2985"/>
                    <a:gd name="connsiteY15" fmla="*/ 5602 h 7189"/>
                    <a:gd name="connsiteX16" fmla="*/ 2450 w 2985"/>
                    <a:gd name="connsiteY16" fmla="*/ 6427 h 7189"/>
                    <a:gd name="connsiteX17" fmla="*/ 1698 w 2985"/>
                    <a:gd name="connsiteY17" fmla="*/ 7103 h 7189"/>
                    <a:gd name="connsiteX18" fmla="*/ 1698 w 2985"/>
                    <a:gd name="connsiteY18" fmla="*/ 7103 h 7189"/>
                    <a:gd name="connsiteX19" fmla="*/ 1248 w 2985"/>
                    <a:gd name="connsiteY19" fmla="*/ 7103 h 7189"/>
                    <a:gd name="connsiteX20" fmla="*/ 497 w 2985"/>
                    <a:gd name="connsiteY20" fmla="*/ 7103 h 7189"/>
                    <a:gd name="connsiteX21" fmla="*/ -29 w 2985"/>
                    <a:gd name="connsiteY21" fmla="*/ 6503 h 7189"/>
                    <a:gd name="connsiteX22" fmla="*/ -29 w 2985"/>
                    <a:gd name="connsiteY22" fmla="*/ 5677 h 7189"/>
                    <a:gd name="connsiteX23" fmla="*/ 722 w 2985"/>
                    <a:gd name="connsiteY23" fmla="*/ 4776 h 7189"/>
                    <a:gd name="connsiteX24" fmla="*/ 1773 w 2985"/>
                    <a:gd name="connsiteY24" fmla="*/ 5376 h 7189"/>
                    <a:gd name="connsiteX25" fmla="*/ 1773 w 2985"/>
                    <a:gd name="connsiteY25" fmla="*/ 5376 h 7189"/>
                    <a:gd name="connsiteX26" fmla="*/ 1773 w 2985"/>
                    <a:gd name="connsiteY26" fmla="*/ 5376 h 7189"/>
                    <a:gd name="connsiteX27" fmla="*/ 1773 w 2985"/>
                    <a:gd name="connsiteY27" fmla="*/ 5376 h 7189"/>
                    <a:gd name="connsiteX28" fmla="*/ 1773 w 2985"/>
                    <a:gd name="connsiteY28" fmla="*/ 5376 h 7189"/>
                    <a:gd name="connsiteX29" fmla="*/ 1773 w 2985"/>
                    <a:gd name="connsiteY29" fmla="*/ 5376 h 7189"/>
                    <a:gd name="connsiteX30" fmla="*/ 2374 w 2985"/>
                    <a:gd name="connsiteY30" fmla="*/ 4701 h 7189"/>
                    <a:gd name="connsiteX31" fmla="*/ 2374 w 2985"/>
                    <a:gd name="connsiteY31" fmla="*/ 3875 h 7189"/>
                    <a:gd name="connsiteX32" fmla="*/ 2374 w 2985"/>
                    <a:gd name="connsiteY32" fmla="*/ 2974 h 7189"/>
                    <a:gd name="connsiteX33" fmla="*/ 2374 w 2985"/>
                    <a:gd name="connsiteY33" fmla="*/ 1322 h 7189"/>
                    <a:gd name="connsiteX34" fmla="*/ 2374 w 2985"/>
                    <a:gd name="connsiteY34" fmla="*/ 871 h 7189"/>
                    <a:gd name="connsiteX35" fmla="*/ 2374 w 2985"/>
                    <a:gd name="connsiteY35" fmla="*/ 421 h 7189"/>
                    <a:gd name="connsiteX36" fmla="*/ 2374 w 2985"/>
                    <a:gd name="connsiteY36" fmla="*/ -30 h 7189"/>
                    <a:gd name="connsiteX37" fmla="*/ 2374 w 2985"/>
                    <a:gd name="connsiteY37" fmla="*/ -30 h 7189"/>
                    <a:gd name="connsiteX38" fmla="*/ 2374 w 2985"/>
                    <a:gd name="connsiteY38" fmla="*/ -30 h 7189"/>
                    <a:gd name="connsiteX39" fmla="*/ 2374 w 2985"/>
                    <a:gd name="connsiteY39" fmla="*/ -30 h 7189"/>
                    <a:gd name="connsiteX40" fmla="*/ 2374 w 2985"/>
                    <a:gd name="connsiteY40" fmla="*/ -30 h 7189"/>
                    <a:gd name="connsiteX41" fmla="*/ 2374 w 2985"/>
                    <a:gd name="connsiteY41" fmla="*/ 3950 h 7189"/>
                    <a:gd name="connsiteX42" fmla="*/ 2374 w 2985"/>
                    <a:gd name="connsiteY42" fmla="*/ 4625 h 7189"/>
                    <a:gd name="connsiteX43" fmla="*/ 2374 w 2985"/>
                    <a:gd name="connsiteY43" fmla="*/ 5452 h 71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</a:cxnLst>
                  <a:rect l="l" t="t" r="r" b="b"/>
                  <a:pathLst>
                    <a:path w="2985" h="7189">
                      <a:moveTo>
                        <a:pt x="722" y="4776"/>
                      </a:moveTo>
                      <a:cubicBezTo>
                        <a:pt x="722" y="4227"/>
                        <a:pt x="722" y="3672"/>
                        <a:pt x="722" y="3124"/>
                      </a:cubicBezTo>
                      <a:lnTo>
                        <a:pt x="722" y="1547"/>
                      </a:lnTo>
                      <a:lnTo>
                        <a:pt x="722" y="1547"/>
                      </a:lnTo>
                      <a:lnTo>
                        <a:pt x="722" y="1547"/>
                      </a:lnTo>
                      <a:cubicBezTo>
                        <a:pt x="797" y="1194"/>
                        <a:pt x="1097" y="901"/>
                        <a:pt x="1398" y="721"/>
                      </a:cubicBezTo>
                      <a:cubicBezTo>
                        <a:pt x="1698" y="616"/>
                        <a:pt x="2074" y="616"/>
                        <a:pt x="2374" y="721"/>
                      </a:cubicBezTo>
                      <a:lnTo>
                        <a:pt x="2900" y="721"/>
                      </a:lnTo>
                      <a:cubicBezTo>
                        <a:pt x="2900" y="721"/>
                        <a:pt x="2900" y="721"/>
                        <a:pt x="2900" y="721"/>
                      </a:cubicBezTo>
                      <a:lnTo>
                        <a:pt x="2900" y="721"/>
                      </a:lnTo>
                      <a:lnTo>
                        <a:pt x="2900" y="1172"/>
                      </a:lnTo>
                      <a:cubicBezTo>
                        <a:pt x="2975" y="1367"/>
                        <a:pt x="2975" y="1577"/>
                        <a:pt x="2900" y="1772"/>
                      </a:cubicBezTo>
                      <a:cubicBezTo>
                        <a:pt x="2900" y="1772"/>
                        <a:pt x="2900" y="2148"/>
                        <a:pt x="2900" y="2373"/>
                      </a:cubicBezTo>
                      <a:lnTo>
                        <a:pt x="2900" y="3649"/>
                      </a:lnTo>
                      <a:cubicBezTo>
                        <a:pt x="2900" y="3972"/>
                        <a:pt x="2900" y="4303"/>
                        <a:pt x="2900" y="4625"/>
                      </a:cubicBezTo>
                      <a:lnTo>
                        <a:pt x="2900" y="5602"/>
                      </a:lnTo>
                      <a:lnTo>
                        <a:pt x="2450" y="6427"/>
                      </a:lnTo>
                      <a:cubicBezTo>
                        <a:pt x="2224" y="6713"/>
                        <a:pt x="1999" y="6946"/>
                        <a:pt x="1698" y="7103"/>
                      </a:cubicBezTo>
                      <a:lnTo>
                        <a:pt x="1698" y="7103"/>
                      </a:lnTo>
                      <a:lnTo>
                        <a:pt x="1248" y="7103"/>
                      </a:lnTo>
                      <a:cubicBezTo>
                        <a:pt x="1022" y="7178"/>
                        <a:pt x="722" y="7178"/>
                        <a:pt x="497" y="7103"/>
                      </a:cubicBezTo>
                      <a:cubicBezTo>
                        <a:pt x="271" y="6938"/>
                        <a:pt x="121" y="6735"/>
                        <a:pt x="-29" y="6503"/>
                      </a:cubicBezTo>
                      <a:lnTo>
                        <a:pt x="-29" y="5677"/>
                      </a:lnTo>
                      <a:cubicBezTo>
                        <a:pt x="196" y="5331"/>
                        <a:pt x="422" y="5023"/>
                        <a:pt x="722" y="4776"/>
                      </a:cubicBezTo>
                      <a:close/>
                      <a:moveTo>
                        <a:pt x="1773" y="5376"/>
                      </a:moveTo>
                      <a:lnTo>
                        <a:pt x="1773" y="5376"/>
                      </a:lnTo>
                      <a:lnTo>
                        <a:pt x="1773" y="5376"/>
                      </a:lnTo>
                      <a:cubicBezTo>
                        <a:pt x="1773" y="5376"/>
                        <a:pt x="1773" y="5376"/>
                        <a:pt x="1773" y="5376"/>
                      </a:cubicBezTo>
                      <a:lnTo>
                        <a:pt x="1773" y="5376"/>
                      </a:lnTo>
                      <a:lnTo>
                        <a:pt x="1773" y="5376"/>
                      </a:lnTo>
                      <a:lnTo>
                        <a:pt x="2374" y="4701"/>
                      </a:lnTo>
                      <a:cubicBezTo>
                        <a:pt x="2450" y="4430"/>
                        <a:pt x="2450" y="4145"/>
                        <a:pt x="2374" y="3875"/>
                      </a:cubicBezTo>
                      <a:cubicBezTo>
                        <a:pt x="2374" y="3574"/>
                        <a:pt x="2374" y="3274"/>
                        <a:pt x="2374" y="2974"/>
                      </a:cubicBezTo>
                      <a:lnTo>
                        <a:pt x="2374" y="1322"/>
                      </a:lnTo>
                      <a:cubicBezTo>
                        <a:pt x="2374" y="1172"/>
                        <a:pt x="2374" y="1021"/>
                        <a:pt x="2374" y="871"/>
                      </a:cubicBezTo>
                      <a:cubicBezTo>
                        <a:pt x="2374" y="721"/>
                        <a:pt x="2374" y="571"/>
                        <a:pt x="2374" y="421"/>
                      </a:cubicBezTo>
                      <a:lnTo>
                        <a:pt x="2374" y="-30"/>
                      </a:lnTo>
                      <a:lnTo>
                        <a:pt x="2374" y="-30"/>
                      </a:lnTo>
                      <a:lnTo>
                        <a:pt x="2374" y="-30"/>
                      </a:lnTo>
                      <a:lnTo>
                        <a:pt x="2374" y="-30"/>
                      </a:lnTo>
                      <a:lnTo>
                        <a:pt x="2374" y="-30"/>
                      </a:lnTo>
                      <a:lnTo>
                        <a:pt x="2374" y="3950"/>
                      </a:lnTo>
                      <a:cubicBezTo>
                        <a:pt x="2374" y="4175"/>
                        <a:pt x="2374" y="4400"/>
                        <a:pt x="2374" y="4625"/>
                      </a:cubicBezTo>
                      <a:lnTo>
                        <a:pt x="2374" y="545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63" name="Content Placeholder 4">
                  <a:extLst>
                    <a:ext uri="{FF2B5EF4-FFF2-40B4-BE49-F238E27FC236}">
                      <a16:creationId xmlns:a16="http://schemas.microsoft.com/office/drawing/2014/main" id="{1CE0139B-3DF0-EFB9-DA38-4FDCD6ECD415}"/>
                    </a:ext>
                  </a:extLst>
                </p:cNvPr>
                <p:cNvSpPr/>
                <p:nvPr/>
              </p:nvSpPr>
              <p:spPr>
                <a:xfrm>
                  <a:off x="10874983" y="3047279"/>
                  <a:ext cx="3228" cy="6663"/>
                </a:xfrm>
                <a:custGeom>
                  <a:avLst/>
                  <a:gdLst>
                    <a:gd name="connsiteX0" fmla="*/ 1022 w 3228"/>
                    <a:gd name="connsiteY0" fmla="*/ 4250 h 6663"/>
                    <a:gd name="connsiteX1" fmla="*/ 1022 w 3228"/>
                    <a:gd name="connsiteY1" fmla="*/ 2598 h 6663"/>
                    <a:gd name="connsiteX2" fmla="*/ 1022 w 3228"/>
                    <a:gd name="connsiteY2" fmla="*/ 1021 h 6663"/>
                    <a:gd name="connsiteX3" fmla="*/ 1022 w 3228"/>
                    <a:gd name="connsiteY3" fmla="*/ 1021 h 6663"/>
                    <a:gd name="connsiteX4" fmla="*/ 1022 w 3228"/>
                    <a:gd name="connsiteY4" fmla="*/ 1021 h 6663"/>
                    <a:gd name="connsiteX5" fmla="*/ 1698 w 3228"/>
                    <a:gd name="connsiteY5" fmla="*/ 196 h 6663"/>
                    <a:gd name="connsiteX6" fmla="*/ 2749 w 3228"/>
                    <a:gd name="connsiteY6" fmla="*/ 196 h 6663"/>
                    <a:gd name="connsiteX7" fmla="*/ 3200 w 3228"/>
                    <a:gd name="connsiteY7" fmla="*/ 196 h 6663"/>
                    <a:gd name="connsiteX8" fmla="*/ 3200 w 3228"/>
                    <a:gd name="connsiteY8" fmla="*/ 196 h 6663"/>
                    <a:gd name="connsiteX9" fmla="*/ 3200 w 3228"/>
                    <a:gd name="connsiteY9" fmla="*/ 646 h 6663"/>
                    <a:gd name="connsiteX10" fmla="*/ 3200 w 3228"/>
                    <a:gd name="connsiteY10" fmla="*/ 1247 h 6663"/>
                    <a:gd name="connsiteX11" fmla="*/ 3200 w 3228"/>
                    <a:gd name="connsiteY11" fmla="*/ 1847 h 6663"/>
                    <a:gd name="connsiteX12" fmla="*/ 3200 w 3228"/>
                    <a:gd name="connsiteY12" fmla="*/ 2523 h 6663"/>
                    <a:gd name="connsiteX13" fmla="*/ 3200 w 3228"/>
                    <a:gd name="connsiteY13" fmla="*/ 3124 h 6663"/>
                    <a:gd name="connsiteX14" fmla="*/ 3200 w 3228"/>
                    <a:gd name="connsiteY14" fmla="*/ 4100 h 6663"/>
                    <a:gd name="connsiteX15" fmla="*/ 3200 w 3228"/>
                    <a:gd name="connsiteY15" fmla="*/ 5076 h 6663"/>
                    <a:gd name="connsiteX16" fmla="*/ 2749 w 3228"/>
                    <a:gd name="connsiteY16" fmla="*/ 5902 h 6663"/>
                    <a:gd name="connsiteX17" fmla="*/ 2073 w 3228"/>
                    <a:gd name="connsiteY17" fmla="*/ 6578 h 6663"/>
                    <a:gd name="connsiteX18" fmla="*/ 1698 w 3228"/>
                    <a:gd name="connsiteY18" fmla="*/ 6578 h 6663"/>
                    <a:gd name="connsiteX19" fmla="*/ 1247 w 3228"/>
                    <a:gd name="connsiteY19" fmla="*/ 6578 h 6663"/>
                    <a:gd name="connsiteX20" fmla="*/ 421 w 3228"/>
                    <a:gd name="connsiteY20" fmla="*/ 6578 h 6663"/>
                    <a:gd name="connsiteX21" fmla="*/ -29 w 3228"/>
                    <a:gd name="connsiteY21" fmla="*/ 5977 h 6663"/>
                    <a:gd name="connsiteX22" fmla="*/ -29 w 3228"/>
                    <a:gd name="connsiteY22" fmla="*/ 5151 h 6663"/>
                    <a:gd name="connsiteX23" fmla="*/ 1022 w 3228"/>
                    <a:gd name="connsiteY23" fmla="*/ 4250 h 6663"/>
                    <a:gd name="connsiteX24" fmla="*/ 2073 w 3228"/>
                    <a:gd name="connsiteY24" fmla="*/ 4851 h 6663"/>
                    <a:gd name="connsiteX25" fmla="*/ 2073 w 3228"/>
                    <a:gd name="connsiteY25" fmla="*/ 5376 h 6663"/>
                    <a:gd name="connsiteX26" fmla="*/ 2073 w 3228"/>
                    <a:gd name="connsiteY26" fmla="*/ 5376 h 6663"/>
                    <a:gd name="connsiteX27" fmla="*/ 2073 w 3228"/>
                    <a:gd name="connsiteY27" fmla="*/ 5376 h 6663"/>
                    <a:gd name="connsiteX28" fmla="*/ 2524 w 3228"/>
                    <a:gd name="connsiteY28" fmla="*/ 5376 h 6663"/>
                    <a:gd name="connsiteX29" fmla="*/ 3049 w 3228"/>
                    <a:gd name="connsiteY29" fmla="*/ 4701 h 6663"/>
                    <a:gd name="connsiteX30" fmla="*/ 3049 w 3228"/>
                    <a:gd name="connsiteY30" fmla="*/ 3875 h 6663"/>
                    <a:gd name="connsiteX31" fmla="*/ 3049 w 3228"/>
                    <a:gd name="connsiteY31" fmla="*/ 2974 h 6663"/>
                    <a:gd name="connsiteX32" fmla="*/ 3049 w 3228"/>
                    <a:gd name="connsiteY32" fmla="*/ 2148 h 6663"/>
                    <a:gd name="connsiteX33" fmla="*/ 3049 w 3228"/>
                    <a:gd name="connsiteY33" fmla="*/ 1322 h 6663"/>
                    <a:gd name="connsiteX34" fmla="*/ 3049 w 3228"/>
                    <a:gd name="connsiteY34" fmla="*/ 871 h 6663"/>
                    <a:gd name="connsiteX35" fmla="*/ 3049 w 3228"/>
                    <a:gd name="connsiteY35" fmla="*/ 421 h 6663"/>
                    <a:gd name="connsiteX36" fmla="*/ 3049 w 3228"/>
                    <a:gd name="connsiteY36" fmla="*/ -30 h 6663"/>
                    <a:gd name="connsiteX37" fmla="*/ 2674 w 3228"/>
                    <a:gd name="connsiteY37" fmla="*/ -30 h 6663"/>
                    <a:gd name="connsiteX38" fmla="*/ 2674 w 3228"/>
                    <a:gd name="connsiteY38" fmla="*/ -30 h 6663"/>
                    <a:gd name="connsiteX39" fmla="*/ 2674 w 3228"/>
                    <a:gd name="connsiteY39" fmla="*/ -30 h 6663"/>
                    <a:gd name="connsiteX40" fmla="*/ 2674 w 3228"/>
                    <a:gd name="connsiteY40" fmla="*/ -30 h 6663"/>
                    <a:gd name="connsiteX41" fmla="*/ 2674 w 3228"/>
                    <a:gd name="connsiteY41" fmla="*/ -30 h 6663"/>
                    <a:gd name="connsiteX42" fmla="*/ 2674 w 3228"/>
                    <a:gd name="connsiteY42" fmla="*/ -30 h 6663"/>
                    <a:gd name="connsiteX43" fmla="*/ 2674 w 3228"/>
                    <a:gd name="connsiteY43" fmla="*/ 1472 h 6663"/>
                    <a:gd name="connsiteX44" fmla="*/ 2674 w 3228"/>
                    <a:gd name="connsiteY44" fmla="*/ 2148 h 6663"/>
                    <a:gd name="connsiteX45" fmla="*/ 2674 w 3228"/>
                    <a:gd name="connsiteY45" fmla="*/ 3649 h 6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</a:cxnLst>
                  <a:rect l="l" t="t" r="r" b="b"/>
                  <a:pathLst>
                    <a:path w="3228" h="6663">
                      <a:moveTo>
                        <a:pt x="1022" y="4250"/>
                      </a:moveTo>
                      <a:cubicBezTo>
                        <a:pt x="1022" y="3702"/>
                        <a:pt x="1022" y="3146"/>
                        <a:pt x="1022" y="2598"/>
                      </a:cubicBezTo>
                      <a:cubicBezTo>
                        <a:pt x="1022" y="2073"/>
                        <a:pt x="1022" y="1547"/>
                        <a:pt x="1022" y="1021"/>
                      </a:cubicBezTo>
                      <a:cubicBezTo>
                        <a:pt x="1022" y="496"/>
                        <a:pt x="1022" y="1021"/>
                        <a:pt x="1022" y="1021"/>
                      </a:cubicBezTo>
                      <a:lnTo>
                        <a:pt x="1022" y="1021"/>
                      </a:lnTo>
                      <a:cubicBezTo>
                        <a:pt x="1172" y="698"/>
                        <a:pt x="1397" y="413"/>
                        <a:pt x="1698" y="196"/>
                      </a:cubicBezTo>
                      <a:cubicBezTo>
                        <a:pt x="2073" y="83"/>
                        <a:pt x="2374" y="83"/>
                        <a:pt x="2749" y="196"/>
                      </a:cubicBezTo>
                      <a:lnTo>
                        <a:pt x="3200" y="196"/>
                      </a:lnTo>
                      <a:cubicBezTo>
                        <a:pt x="3200" y="196"/>
                        <a:pt x="3200" y="196"/>
                        <a:pt x="3200" y="196"/>
                      </a:cubicBezTo>
                      <a:lnTo>
                        <a:pt x="3200" y="646"/>
                      </a:lnTo>
                      <a:lnTo>
                        <a:pt x="3200" y="1247"/>
                      </a:lnTo>
                      <a:cubicBezTo>
                        <a:pt x="3200" y="1247"/>
                        <a:pt x="3200" y="1622"/>
                        <a:pt x="3200" y="1847"/>
                      </a:cubicBezTo>
                      <a:cubicBezTo>
                        <a:pt x="3200" y="2073"/>
                        <a:pt x="3200" y="2298"/>
                        <a:pt x="3200" y="2523"/>
                      </a:cubicBezTo>
                      <a:lnTo>
                        <a:pt x="3200" y="3124"/>
                      </a:lnTo>
                      <a:cubicBezTo>
                        <a:pt x="3200" y="3124"/>
                        <a:pt x="3200" y="3724"/>
                        <a:pt x="3200" y="4100"/>
                      </a:cubicBezTo>
                      <a:cubicBezTo>
                        <a:pt x="3200" y="4423"/>
                        <a:pt x="3200" y="4753"/>
                        <a:pt x="3200" y="5076"/>
                      </a:cubicBezTo>
                      <a:cubicBezTo>
                        <a:pt x="3124" y="5384"/>
                        <a:pt x="2975" y="5669"/>
                        <a:pt x="2749" y="5902"/>
                      </a:cubicBezTo>
                      <a:cubicBezTo>
                        <a:pt x="2599" y="6195"/>
                        <a:pt x="2374" y="6435"/>
                        <a:pt x="2073" y="6578"/>
                      </a:cubicBezTo>
                      <a:lnTo>
                        <a:pt x="1698" y="6578"/>
                      </a:lnTo>
                      <a:lnTo>
                        <a:pt x="1247" y="6578"/>
                      </a:lnTo>
                      <a:cubicBezTo>
                        <a:pt x="947" y="6653"/>
                        <a:pt x="722" y="6653"/>
                        <a:pt x="421" y="6578"/>
                      </a:cubicBezTo>
                      <a:lnTo>
                        <a:pt x="-29" y="5977"/>
                      </a:lnTo>
                      <a:cubicBezTo>
                        <a:pt x="-29" y="5699"/>
                        <a:pt x="-29" y="5429"/>
                        <a:pt x="-29" y="5151"/>
                      </a:cubicBezTo>
                      <a:cubicBezTo>
                        <a:pt x="-29" y="5151"/>
                        <a:pt x="1022" y="4550"/>
                        <a:pt x="1022" y="4250"/>
                      </a:cubicBezTo>
                      <a:close/>
                      <a:moveTo>
                        <a:pt x="2073" y="4851"/>
                      </a:moveTo>
                      <a:lnTo>
                        <a:pt x="2073" y="5376"/>
                      </a:lnTo>
                      <a:cubicBezTo>
                        <a:pt x="2073" y="5376"/>
                        <a:pt x="2073" y="5376"/>
                        <a:pt x="2073" y="5376"/>
                      </a:cubicBezTo>
                      <a:lnTo>
                        <a:pt x="2073" y="5376"/>
                      </a:lnTo>
                      <a:lnTo>
                        <a:pt x="2524" y="5376"/>
                      </a:lnTo>
                      <a:lnTo>
                        <a:pt x="3049" y="4701"/>
                      </a:lnTo>
                      <a:cubicBezTo>
                        <a:pt x="3124" y="4430"/>
                        <a:pt x="3124" y="4145"/>
                        <a:pt x="3049" y="3875"/>
                      </a:cubicBezTo>
                      <a:cubicBezTo>
                        <a:pt x="3049" y="3875"/>
                        <a:pt x="3049" y="3274"/>
                        <a:pt x="3049" y="2974"/>
                      </a:cubicBezTo>
                      <a:cubicBezTo>
                        <a:pt x="3049" y="2703"/>
                        <a:pt x="3049" y="2425"/>
                        <a:pt x="3049" y="2148"/>
                      </a:cubicBezTo>
                      <a:lnTo>
                        <a:pt x="3049" y="1322"/>
                      </a:lnTo>
                      <a:cubicBezTo>
                        <a:pt x="3049" y="1172"/>
                        <a:pt x="3049" y="1021"/>
                        <a:pt x="3049" y="871"/>
                      </a:cubicBezTo>
                      <a:cubicBezTo>
                        <a:pt x="3049" y="721"/>
                        <a:pt x="3049" y="571"/>
                        <a:pt x="3049" y="421"/>
                      </a:cubicBezTo>
                      <a:cubicBezTo>
                        <a:pt x="3049" y="270"/>
                        <a:pt x="3049" y="120"/>
                        <a:pt x="3049" y="-30"/>
                      </a:cubicBezTo>
                      <a:cubicBezTo>
                        <a:pt x="3049" y="-30"/>
                        <a:pt x="3049" y="-30"/>
                        <a:pt x="2674" y="-30"/>
                      </a:cubicBezTo>
                      <a:lnTo>
                        <a:pt x="2674" y="-30"/>
                      </a:lnTo>
                      <a:lnTo>
                        <a:pt x="2674" y="-30"/>
                      </a:lnTo>
                      <a:lnTo>
                        <a:pt x="2674" y="-30"/>
                      </a:lnTo>
                      <a:lnTo>
                        <a:pt x="2674" y="-30"/>
                      </a:lnTo>
                      <a:cubicBezTo>
                        <a:pt x="2674" y="-30"/>
                        <a:pt x="2674" y="-30"/>
                        <a:pt x="2674" y="-30"/>
                      </a:cubicBezTo>
                      <a:lnTo>
                        <a:pt x="2674" y="1472"/>
                      </a:lnTo>
                      <a:cubicBezTo>
                        <a:pt x="2674" y="1697"/>
                        <a:pt x="2674" y="1922"/>
                        <a:pt x="2674" y="2148"/>
                      </a:cubicBezTo>
                      <a:lnTo>
                        <a:pt x="2674" y="364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953" name="Content Placeholder 4">
                <a:extLst>
                  <a:ext uri="{FF2B5EF4-FFF2-40B4-BE49-F238E27FC236}">
                    <a16:creationId xmlns:a16="http://schemas.microsoft.com/office/drawing/2014/main" id="{68BC655A-CFD5-5963-9079-08ACFFE7A4D2}"/>
                  </a:ext>
                </a:extLst>
              </p:cNvPr>
              <p:cNvGrpSpPr/>
              <p:nvPr/>
            </p:nvGrpSpPr>
            <p:grpSpPr>
              <a:xfrm>
                <a:off x="10856659" y="3067401"/>
                <a:ext cx="9913" cy="1802"/>
                <a:chOff x="10856659" y="3067401"/>
                <a:chExt cx="9913" cy="1802"/>
              </a:xfrm>
              <a:solidFill>
                <a:srgbClr val="000000"/>
              </a:solidFill>
            </p:grpSpPr>
            <p:sp>
              <p:nvSpPr>
                <p:cNvPr id="1954" name="Content Placeholder 4">
                  <a:extLst>
                    <a:ext uri="{FF2B5EF4-FFF2-40B4-BE49-F238E27FC236}">
                      <a16:creationId xmlns:a16="http://schemas.microsoft.com/office/drawing/2014/main" id="{33680368-A37D-6E73-ECF6-37C7ADE17D53}"/>
                    </a:ext>
                  </a:extLst>
                </p:cNvPr>
                <p:cNvSpPr/>
                <p:nvPr/>
              </p:nvSpPr>
              <p:spPr>
                <a:xfrm>
                  <a:off x="10856659" y="3067401"/>
                  <a:ext cx="1802" cy="1802"/>
                </a:xfrm>
                <a:custGeom>
                  <a:avLst/>
                  <a:gdLst>
                    <a:gd name="connsiteX0" fmla="*/ 1802 w 1802"/>
                    <a:gd name="connsiteY0" fmla="*/ 901 h 1802"/>
                    <a:gd name="connsiteX1" fmla="*/ 901 w 1802"/>
                    <a:gd name="connsiteY1" fmla="*/ 1802 h 1802"/>
                    <a:gd name="connsiteX2" fmla="*/ 0 w 1802"/>
                    <a:gd name="connsiteY2" fmla="*/ 901 h 1802"/>
                    <a:gd name="connsiteX3" fmla="*/ 901 w 1802"/>
                    <a:gd name="connsiteY3" fmla="*/ 0 h 1802"/>
                    <a:gd name="connsiteX4" fmla="*/ 1802 w 1802"/>
                    <a:gd name="connsiteY4" fmla="*/ 901 h 18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02" h="1802">
                      <a:moveTo>
                        <a:pt x="1802" y="901"/>
                      </a:moveTo>
                      <a:cubicBezTo>
                        <a:pt x="1802" y="1399"/>
                        <a:pt x="1399" y="1802"/>
                        <a:pt x="901" y="1802"/>
                      </a:cubicBezTo>
                      <a:cubicBezTo>
                        <a:pt x="403" y="1802"/>
                        <a:pt x="0" y="1399"/>
                        <a:pt x="0" y="901"/>
                      </a:cubicBezTo>
                      <a:cubicBezTo>
                        <a:pt x="0" y="403"/>
                        <a:pt x="403" y="0"/>
                        <a:pt x="901" y="0"/>
                      </a:cubicBezTo>
                      <a:cubicBezTo>
                        <a:pt x="1399" y="0"/>
                        <a:pt x="1802" y="403"/>
                        <a:pt x="1802" y="90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55" name="Content Placeholder 4">
                  <a:extLst>
                    <a:ext uri="{FF2B5EF4-FFF2-40B4-BE49-F238E27FC236}">
                      <a16:creationId xmlns:a16="http://schemas.microsoft.com/office/drawing/2014/main" id="{8FB98516-E7D6-FC7E-123F-9157C7637F3C}"/>
                    </a:ext>
                  </a:extLst>
                </p:cNvPr>
                <p:cNvSpPr/>
                <p:nvPr/>
              </p:nvSpPr>
              <p:spPr>
                <a:xfrm>
                  <a:off x="10865070" y="3067627"/>
                  <a:ext cx="1502" cy="1501"/>
                </a:xfrm>
                <a:custGeom>
                  <a:avLst/>
                  <a:gdLst>
                    <a:gd name="connsiteX0" fmla="*/ 722 w 1502"/>
                    <a:gd name="connsiteY0" fmla="*/ -30 h 1501"/>
                    <a:gd name="connsiteX1" fmla="*/ -29 w 1502"/>
                    <a:gd name="connsiteY1" fmla="*/ 721 h 1501"/>
                    <a:gd name="connsiteX2" fmla="*/ 722 w 1502"/>
                    <a:gd name="connsiteY2" fmla="*/ 1472 h 1501"/>
                    <a:gd name="connsiteX3" fmla="*/ 1473 w 1502"/>
                    <a:gd name="connsiteY3" fmla="*/ 721 h 1501"/>
                    <a:gd name="connsiteX4" fmla="*/ 722 w 1502"/>
                    <a:gd name="connsiteY4" fmla="*/ -30 h 15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2" h="1501">
                      <a:moveTo>
                        <a:pt x="722" y="-30"/>
                      </a:moveTo>
                      <a:cubicBezTo>
                        <a:pt x="271" y="-30"/>
                        <a:pt x="-29" y="308"/>
                        <a:pt x="-29" y="721"/>
                      </a:cubicBezTo>
                      <a:cubicBezTo>
                        <a:pt x="-29" y="1134"/>
                        <a:pt x="271" y="1472"/>
                        <a:pt x="722" y="1472"/>
                      </a:cubicBezTo>
                      <a:cubicBezTo>
                        <a:pt x="1173" y="1472"/>
                        <a:pt x="1473" y="1134"/>
                        <a:pt x="1473" y="721"/>
                      </a:cubicBezTo>
                      <a:cubicBezTo>
                        <a:pt x="1473" y="308"/>
                        <a:pt x="1173" y="-30"/>
                        <a:pt x="722" y="-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750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1912" name="Content Placeholder 4">
              <a:extLst>
                <a:ext uri="{FF2B5EF4-FFF2-40B4-BE49-F238E27FC236}">
                  <a16:creationId xmlns:a16="http://schemas.microsoft.com/office/drawing/2014/main" id="{D0E4C89C-F3FA-3229-BB21-7B0589A1AF5D}"/>
                </a:ext>
              </a:extLst>
            </p:cNvPr>
            <p:cNvSpPr/>
            <p:nvPr/>
          </p:nvSpPr>
          <p:spPr>
            <a:xfrm>
              <a:off x="11892184" y="3019746"/>
              <a:ext cx="76376" cy="51734"/>
            </a:xfrm>
            <a:custGeom>
              <a:avLst/>
              <a:gdLst>
                <a:gd name="connsiteX0" fmla="*/ 1215 w 76376"/>
                <a:gd name="connsiteY0" fmla="*/ 39457 h 51734"/>
                <a:gd name="connsiteX1" fmla="*/ 4594 w 76376"/>
                <a:gd name="connsiteY1" fmla="*/ 14904 h 51734"/>
                <a:gd name="connsiteX2" fmla="*/ 24945 w 76376"/>
                <a:gd name="connsiteY2" fmla="*/ 563 h 51734"/>
                <a:gd name="connsiteX3" fmla="*/ 61895 w 76376"/>
                <a:gd name="connsiteY3" fmla="*/ 6495 h 51734"/>
                <a:gd name="connsiteX4" fmla="*/ 72710 w 76376"/>
                <a:gd name="connsiteY4" fmla="*/ 13253 h 51734"/>
                <a:gd name="connsiteX5" fmla="*/ 76014 w 76376"/>
                <a:gd name="connsiteY5" fmla="*/ 23539 h 51734"/>
                <a:gd name="connsiteX6" fmla="*/ 74512 w 76376"/>
                <a:gd name="connsiteY6" fmla="*/ 35703 h 51734"/>
                <a:gd name="connsiteX7" fmla="*/ 64523 w 76376"/>
                <a:gd name="connsiteY7" fmla="*/ 44037 h 51734"/>
                <a:gd name="connsiteX8" fmla="*/ 30278 w 76376"/>
                <a:gd name="connsiteY8" fmla="*/ 51546 h 51734"/>
                <a:gd name="connsiteX9" fmla="*/ 1215 w 76376"/>
                <a:gd name="connsiteY9" fmla="*/ 39457 h 51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6376" h="51734">
                  <a:moveTo>
                    <a:pt x="1215" y="39457"/>
                  </a:moveTo>
                  <a:cubicBezTo>
                    <a:pt x="-1264" y="31168"/>
                    <a:pt x="13" y="22218"/>
                    <a:pt x="4594" y="14904"/>
                  </a:cubicBezTo>
                  <a:cubicBezTo>
                    <a:pt x="9250" y="7666"/>
                    <a:pt x="16534" y="2523"/>
                    <a:pt x="24945" y="563"/>
                  </a:cubicBezTo>
                  <a:cubicBezTo>
                    <a:pt x="37563" y="-1164"/>
                    <a:pt x="50404" y="901"/>
                    <a:pt x="61895" y="6495"/>
                  </a:cubicBezTo>
                  <a:cubicBezTo>
                    <a:pt x="66101" y="7659"/>
                    <a:pt x="69856" y="10009"/>
                    <a:pt x="72710" y="13253"/>
                  </a:cubicBezTo>
                  <a:cubicBezTo>
                    <a:pt x="74662" y="16346"/>
                    <a:pt x="75788" y="19883"/>
                    <a:pt x="76014" y="23539"/>
                  </a:cubicBezTo>
                  <a:cubicBezTo>
                    <a:pt x="76765" y="27654"/>
                    <a:pt x="76239" y="31896"/>
                    <a:pt x="74512" y="35703"/>
                  </a:cubicBezTo>
                  <a:cubicBezTo>
                    <a:pt x="72108" y="39449"/>
                    <a:pt x="68654" y="42363"/>
                    <a:pt x="64523" y="44037"/>
                  </a:cubicBezTo>
                  <a:cubicBezTo>
                    <a:pt x="54084" y="49789"/>
                    <a:pt x="42144" y="52402"/>
                    <a:pt x="30278" y="51546"/>
                  </a:cubicBezTo>
                  <a:cubicBezTo>
                    <a:pt x="21566" y="50645"/>
                    <a:pt x="4068" y="49218"/>
                    <a:pt x="1215" y="39457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3" name="Content Placeholder 4">
              <a:extLst>
                <a:ext uri="{FF2B5EF4-FFF2-40B4-BE49-F238E27FC236}">
                  <a16:creationId xmlns:a16="http://schemas.microsoft.com/office/drawing/2014/main" id="{2DACCC32-12E2-439F-BE83-09E7D25B57CE}"/>
                </a:ext>
              </a:extLst>
            </p:cNvPr>
            <p:cNvSpPr/>
            <p:nvPr/>
          </p:nvSpPr>
          <p:spPr>
            <a:xfrm>
              <a:off x="11831688" y="3057730"/>
              <a:ext cx="197142" cy="439974"/>
            </a:xfrm>
            <a:custGeom>
              <a:avLst/>
              <a:gdLst>
                <a:gd name="connsiteX0" fmla="*/ 196891 w 197142"/>
                <a:gd name="connsiteY0" fmla="*/ 385080 h 439974"/>
                <a:gd name="connsiteX1" fmla="*/ 190432 w 197142"/>
                <a:gd name="connsiteY1" fmla="*/ 416615 h 439974"/>
                <a:gd name="connsiteX2" fmla="*/ 132605 w 197142"/>
                <a:gd name="connsiteY2" fmla="*/ 439141 h 439974"/>
                <a:gd name="connsiteX3" fmla="*/ 24912 w 197142"/>
                <a:gd name="connsiteY3" fmla="*/ 438615 h 439974"/>
                <a:gd name="connsiteX4" fmla="*/ 14322 w 197142"/>
                <a:gd name="connsiteY4" fmla="*/ 438014 h 439974"/>
                <a:gd name="connsiteX5" fmla="*/ 5161 w 197142"/>
                <a:gd name="connsiteY5" fmla="*/ 428854 h 439974"/>
                <a:gd name="connsiteX6" fmla="*/ 204 w 197142"/>
                <a:gd name="connsiteY6" fmla="*/ 396793 h 439974"/>
                <a:gd name="connsiteX7" fmla="*/ 204 w 197142"/>
                <a:gd name="connsiteY7" fmla="*/ 123560 h 439974"/>
                <a:gd name="connsiteX8" fmla="*/ 2081 w 197142"/>
                <a:gd name="connsiteY8" fmla="*/ 33459 h 439974"/>
                <a:gd name="connsiteX9" fmla="*/ 6362 w 197142"/>
                <a:gd name="connsiteY9" fmla="*/ 17091 h 439974"/>
                <a:gd name="connsiteX10" fmla="*/ 37754 w 197142"/>
                <a:gd name="connsiteY10" fmla="*/ 5152 h 439974"/>
                <a:gd name="connsiteX11" fmla="*/ 154835 w 197142"/>
                <a:gd name="connsiteY11" fmla="*/ 46 h 439974"/>
                <a:gd name="connsiteX12" fmla="*/ 193061 w 197142"/>
                <a:gd name="connsiteY12" fmla="*/ 45097 h 439974"/>
                <a:gd name="connsiteX13" fmla="*/ 196590 w 197142"/>
                <a:gd name="connsiteY13" fmla="*/ 263668 h 439974"/>
                <a:gd name="connsiteX14" fmla="*/ 196891 w 197142"/>
                <a:gd name="connsiteY14" fmla="*/ 385080 h 439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7142" h="439974">
                  <a:moveTo>
                    <a:pt x="196891" y="385080"/>
                  </a:moveTo>
                  <a:cubicBezTo>
                    <a:pt x="197867" y="395997"/>
                    <a:pt x="195614" y="406952"/>
                    <a:pt x="190432" y="416615"/>
                  </a:cubicBezTo>
                  <a:cubicBezTo>
                    <a:pt x="179392" y="433434"/>
                    <a:pt x="154384" y="437038"/>
                    <a:pt x="132605" y="439141"/>
                  </a:cubicBezTo>
                  <a:cubicBezTo>
                    <a:pt x="96707" y="442144"/>
                    <a:pt x="60810" y="435537"/>
                    <a:pt x="24912" y="438615"/>
                  </a:cubicBezTo>
                  <a:cubicBezTo>
                    <a:pt x="21382" y="439171"/>
                    <a:pt x="17778" y="438968"/>
                    <a:pt x="14322" y="438014"/>
                  </a:cubicBezTo>
                  <a:cubicBezTo>
                    <a:pt x="10193" y="436303"/>
                    <a:pt x="6888" y="433006"/>
                    <a:pt x="5161" y="428854"/>
                  </a:cubicBezTo>
                  <a:cubicBezTo>
                    <a:pt x="1030" y="418710"/>
                    <a:pt x="-698" y="407718"/>
                    <a:pt x="204" y="396793"/>
                  </a:cubicBezTo>
                  <a:cubicBezTo>
                    <a:pt x="204" y="302487"/>
                    <a:pt x="204" y="217867"/>
                    <a:pt x="204" y="123560"/>
                  </a:cubicBezTo>
                  <a:cubicBezTo>
                    <a:pt x="204" y="95254"/>
                    <a:pt x="204" y="62066"/>
                    <a:pt x="2081" y="33459"/>
                  </a:cubicBezTo>
                  <a:cubicBezTo>
                    <a:pt x="2006" y="27715"/>
                    <a:pt x="3433" y="22046"/>
                    <a:pt x="6362" y="17091"/>
                  </a:cubicBezTo>
                  <a:cubicBezTo>
                    <a:pt x="12595" y="8156"/>
                    <a:pt x="25963" y="6203"/>
                    <a:pt x="37754" y="5152"/>
                  </a:cubicBezTo>
                  <a:cubicBezTo>
                    <a:pt x="75980" y="1773"/>
                    <a:pt x="116458" y="-479"/>
                    <a:pt x="154835" y="46"/>
                  </a:cubicBezTo>
                  <a:cubicBezTo>
                    <a:pt x="188480" y="497"/>
                    <a:pt x="192385" y="18667"/>
                    <a:pt x="193061" y="45097"/>
                  </a:cubicBezTo>
                  <a:cubicBezTo>
                    <a:pt x="195164" y="117929"/>
                    <a:pt x="196140" y="190761"/>
                    <a:pt x="196590" y="263668"/>
                  </a:cubicBezTo>
                  <a:cubicBezTo>
                    <a:pt x="196966" y="304214"/>
                    <a:pt x="197116" y="344684"/>
                    <a:pt x="196891" y="385080"/>
                  </a:cubicBezTo>
                  <a:close/>
                </a:path>
              </a:pathLst>
            </a:custGeom>
            <a:solidFill>
              <a:srgbClr val="F2F2F2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4" name="Content Placeholder 4">
              <a:extLst>
                <a:ext uri="{FF2B5EF4-FFF2-40B4-BE49-F238E27FC236}">
                  <a16:creationId xmlns:a16="http://schemas.microsoft.com/office/drawing/2014/main" id="{0B7C4807-A107-2363-573C-C1B1B78A6F68}"/>
                </a:ext>
              </a:extLst>
            </p:cNvPr>
            <p:cNvSpPr/>
            <p:nvPr/>
          </p:nvSpPr>
          <p:spPr>
            <a:xfrm>
              <a:off x="11795122" y="2967930"/>
              <a:ext cx="273739" cy="73733"/>
            </a:xfrm>
            <a:custGeom>
              <a:avLst/>
              <a:gdLst>
                <a:gd name="connsiteX0" fmla="*/ 134204 w 273739"/>
                <a:gd name="connsiteY0" fmla="*/ 73733 h 73733"/>
                <a:gd name="connsiteX1" fmla="*/ 273740 w 273739"/>
                <a:gd name="connsiteY1" fmla="*/ 10437 h 73733"/>
                <a:gd name="connsiteX2" fmla="*/ 0 w 273739"/>
                <a:gd name="connsiteY2" fmla="*/ 0 h 73733"/>
                <a:gd name="connsiteX3" fmla="*/ 116931 w 273739"/>
                <a:gd name="connsiteY3" fmla="*/ 73658 h 73733"/>
                <a:gd name="connsiteX4" fmla="*/ 134204 w 273739"/>
                <a:gd name="connsiteY4" fmla="*/ 73733 h 73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3739" h="73733">
                  <a:moveTo>
                    <a:pt x="134204" y="73733"/>
                  </a:moveTo>
                  <a:lnTo>
                    <a:pt x="273740" y="10437"/>
                  </a:lnTo>
                  <a:lnTo>
                    <a:pt x="0" y="0"/>
                  </a:lnTo>
                  <a:lnTo>
                    <a:pt x="116931" y="73658"/>
                  </a:lnTo>
                  <a:lnTo>
                    <a:pt x="134204" y="73733"/>
                  </a:lnTo>
                  <a:close/>
                </a:path>
              </a:pathLst>
            </a:custGeom>
            <a:solidFill>
              <a:srgbClr val="E8EDEF">
                <a:alpha val="33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5" name="Content Placeholder 4">
              <a:extLst>
                <a:ext uri="{FF2B5EF4-FFF2-40B4-BE49-F238E27FC236}">
                  <a16:creationId xmlns:a16="http://schemas.microsoft.com/office/drawing/2014/main" id="{F80BB7EA-3E06-8097-12F7-DAB89CD2CB9D}"/>
                </a:ext>
              </a:extLst>
            </p:cNvPr>
            <p:cNvSpPr/>
            <p:nvPr/>
          </p:nvSpPr>
          <p:spPr>
            <a:xfrm>
              <a:off x="11944794" y="3071368"/>
              <a:ext cx="12391" cy="421214"/>
            </a:xfrm>
            <a:custGeom>
              <a:avLst/>
              <a:gdLst>
                <a:gd name="connsiteX0" fmla="*/ 11463 w 12391"/>
                <a:gd name="connsiteY0" fmla="*/ 210460 h 421214"/>
                <a:gd name="connsiteX1" fmla="*/ 1850 w 12391"/>
                <a:gd name="connsiteY1" fmla="*/ 900 h 421214"/>
                <a:gd name="connsiteX2" fmla="*/ -27 w 12391"/>
                <a:gd name="connsiteY2" fmla="*/ 900 h 421214"/>
                <a:gd name="connsiteX3" fmla="*/ 6882 w 12391"/>
                <a:gd name="connsiteY3" fmla="*/ 210460 h 421214"/>
                <a:gd name="connsiteX4" fmla="*/ 5005 w 12391"/>
                <a:gd name="connsiteY4" fmla="*/ 418369 h 421214"/>
                <a:gd name="connsiteX5" fmla="*/ 10937 w 12391"/>
                <a:gd name="connsiteY5" fmla="*/ 418369 h 421214"/>
                <a:gd name="connsiteX6" fmla="*/ 11463 w 12391"/>
                <a:gd name="connsiteY6" fmla="*/ 210460 h 421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391" h="421214">
                  <a:moveTo>
                    <a:pt x="11463" y="210460"/>
                  </a:moveTo>
                  <a:cubicBezTo>
                    <a:pt x="8459" y="140557"/>
                    <a:pt x="5080" y="70728"/>
                    <a:pt x="1850" y="900"/>
                  </a:cubicBezTo>
                  <a:cubicBezTo>
                    <a:pt x="1850" y="-302"/>
                    <a:pt x="-102" y="-377"/>
                    <a:pt x="-27" y="900"/>
                  </a:cubicBezTo>
                  <a:cubicBezTo>
                    <a:pt x="2301" y="70728"/>
                    <a:pt x="4479" y="140632"/>
                    <a:pt x="6882" y="210460"/>
                  </a:cubicBezTo>
                  <a:cubicBezTo>
                    <a:pt x="9285" y="280289"/>
                    <a:pt x="3052" y="348991"/>
                    <a:pt x="5005" y="418369"/>
                  </a:cubicBezTo>
                  <a:cubicBezTo>
                    <a:pt x="5005" y="422124"/>
                    <a:pt x="11012" y="422124"/>
                    <a:pt x="10937" y="418369"/>
                  </a:cubicBezTo>
                  <a:cubicBezTo>
                    <a:pt x="9060" y="348991"/>
                    <a:pt x="14392" y="279839"/>
                    <a:pt x="11463" y="210460"/>
                  </a:cubicBezTo>
                  <a:close/>
                </a:path>
              </a:pathLst>
            </a:custGeom>
            <a:solidFill>
              <a:srgbClr val="EBEB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6" name="Content Placeholder 4">
              <a:extLst>
                <a:ext uri="{FF2B5EF4-FFF2-40B4-BE49-F238E27FC236}">
                  <a16:creationId xmlns:a16="http://schemas.microsoft.com/office/drawing/2014/main" id="{BC63E749-700C-A05F-C24D-F10CD47EC406}"/>
                </a:ext>
              </a:extLst>
            </p:cNvPr>
            <p:cNvSpPr/>
            <p:nvPr/>
          </p:nvSpPr>
          <p:spPr>
            <a:xfrm>
              <a:off x="11851353" y="3441435"/>
              <a:ext cx="76714" cy="24154"/>
            </a:xfrm>
            <a:custGeom>
              <a:avLst/>
              <a:gdLst>
                <a:gd name="connsiteX0" fmla="*/ 75765 w 76714"/>
                <a:gd name="connsiteY0" fmla="*/ 2501 h 24154"/>
                <a:gd name="connsiteX1" fmla="*/ 73813 w 76714"/>
                <a:gd name="connsiteY1" fmla="*/ 624 h 24154"/>
                <a:gd name="connsiteX2" fmla="*/ 39117 w 76714"/>
                <a:gd name="connsiteY2" fmla="*/ 1975 h 24154"/>
                <a:gd name="connsiteX3" fmla="*/ 5922 w 76714"/>
                <a:gd name="connsiteY3" fmla="*/ 6255 h 24154"/>
                <a:gd name="connsiteX4" fmla="*/ 1266 w 76714"/>
                <a:gd name="connsiteY4" fmla="*/ 6405 h 24154"/>
                <a:gd name="connsiteX5" fmla="*/ 365 w 76714"/>
                <a:gd name="connsiteY5" fmla="*/ 8432 h 24154"/>
                <a:gd name="connsiteX6" fmla="*/ 365 w 76714"/>
                <a:gd name="connsiteY6" fmla="*/ 19094 h 24154"/>
                <a:gd name="connsiteX7" fmla="*/ 2618 w 76714"/>
                <a:gd name="connsiteY7" fmla="*/ 21272 h 24154"/>
                <a:gd name="connsiteX8" fmla="*/ 33934 w 76714"/>
                <a:gd name="connsiteY8" fmla="*/ 22849 h 24154"/>
                <a:gd name="connsiteX9" fmla="*/ 73286 w 76714"/>
                <a:gd name="connsiteY9" fmla="*/ 24125 h 24154"/>
                <a:gd name="connsiteX10" fmla="*/ 76215 w 76714"/>
                <a:gd name="connsiteY10" fmla="*/ 21272 h 24154"/>
                <a:gd name="connsiteX11" fmla="*/ 75765 w 76714"/>
                <a:gd name="connsiteY11" fmla="*/ 2501 h 24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6714" h="24154">
                  <a:moveTo>
                    <a:pt x="75765" y="2501"/>
                  </a:moveTo>
                  <a:cubicBezTo>
                    <a:pt x="75540" y="1562"/>
                    <a:pt x="74789" y="841"/>
                    <a:pt x="73813" y="624"/>
                  </a:cubicBezTo>
                  <a:cubicBezTo>
                    <a:pt x="62247" y="-578"/>
                    <a:pt x="50532" y="-120"/>
                    <a:pt x="39117" y="1975"/>
                  </a:cubicBezTo>
                  <a:cubicBezTo>
                    <a:pt x="28002" y="2951"/>
                    <a:pt x="16587" y="4453"/>
                    <a:pt x="5922" y="6255"/>
                  </a:cubicBezTo>
                  <a:cubicBezTo>
                    <a:pt x="4571" y="5009"/>
                    <a:pt x="2468" y="5076"/>
                    <a:pt x="1266" y="6405"/>
                  </a:cubicBezTo>
                  <a:cubicBezTo>
                    <a:pt x="741" y="6961"/>
                    <a:pt x="440" y="7674"/>
                    <a:pt x="365" y="8432"/>
                  </a:cubicBezTo>
                  <a:cubicBezTo>
                    <a:pt x="-161" y="11961"/>
                    <a:pt x="-161" y="15565"/>
                    <a:pt x="365" y="19094"/>
                  </a:cubicBezTo>
                  <a:cubicBezTo>
                    <a:pt x="665" y="20168"/>
                    <a:pt x="1567" y="20994"/>
                    <a:pt x="2618" y="21272"/>
                  </a:cubicBezTo>
                  <a:cubicBezTo>
                    <a:pt x="12982" y="22924"/>
                    <a:pt x="23496" y="23457"/>
                    <a:pt x="33934" y="22849"/>
                  </a:cubicBezTo>
                  <a:lnTo>
                    <a:pt x="73286" y="24125"/>
                  </a:lnTo>
                  <a:cubicBezTo>
                    <a:pt x="74864" y="24125"/>
                    <a:pt x="76140" y="22856"/>
                    <a:pt x="76215" y="21272"/>
                  </a:cubicBezTo>
                  <a:cubicBezTo>
                    <a:pt x="76967" y="15025"/>
                    <a:pt x="76817" y="8710"/>
                    <a:pt x="75765" y="2501"/>
                  </a:cubicBezTo>
                  <a:close/>
                </a:path>
              </a:pathLst>
            </a:custGeom>
            <a:solidFill>
              <a:srgbClr val="BABAB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7" name="Content Placeholder 4">
              <a:extLst>
                <a:ext uri="{FF2B5EF4-FFF2-40B4-BE49-F238E27FC236}">
                  <a16:creationId xmlns:a16="http://schemas.microsoft.com/office/drawing/2014/main" id="{DF5736BE-44C5-C325-4707-858D64E0349F}"/>
                </a:ext>
              </a:extLst>
            </p:cNvPr>
            <p:cNvSpPr/>
            <p:nvPr/>
          </p:nvSpPr>
          <p:spPr>
            <a:xfrm>
              <a:off x="11849429" y="3404356"/>
              <a:ext cx="79844" cy="27937"/>
            </a:xfrm>
            <a:custGeom>
              <a:avLst/>
              <a:gdLst>
                <a:gd name="connsiteX0" fmla="*/ 75661 w 79844"/>
                <a:gd name="connsiteY0" fmla="*/ 2187 h 27937"/>
                <a:gd name="connsiteX1" fmla="*/ 73033 w 79844"/>
                <a:gd name="connsiteY1" fmla="*/ 235 h 27937"/>
                <a:gd name="connsiteX2" fmla="*/ 8297 w 79844"/>
                <a:gd name="connsiteY2" fmla="*/ 1587 h 27937"/>
                <a:gd name="connsiteX3" fmla="*/ 3941 w 79844"/>
                <a:gd name="connsiteY3" fmla="*/ 25539 h 27937"/>
                <a:gd name="connsiteX4" fmla="*/ 8222 w 79844"/>
                <a:gd name="connsiteY4" fmla="*/ 26485 h 27937"/>
                <a:gd name="connsiteX5" fmla="*/ 9573 w 79844"/>
                <a:gd name="connsiteY5" fmla="*/ 24412 h 27937"/>
                <a:gd name="connsiteX6" fmla="*/ 45772 w 79844"/>
                <a:gd name="connsiteY6" fmla="*/ 26740 h 27937"/>
                <a:gd name="connsiteX7" fmla="*/ 77764 w 79844"/>
                <a:gd name="connsiteY7" fmla="*/ 26740 h 27937"/>
                <a:gd name="connsiteX8" fmla="*/ 79792 w 79844"/>
                <a:gd name="connsiteY8" fmla="*/ 24788 h 27937"/>
                <a:gd name="connsiteX9" fmla="*/ 75661 w 79844"/>
                <a:gd name="connsiteY9" fmla="*/ 2187 h 27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844" h="27937">
                  <a:moveTo>
                    <a:pt x="75661" y="2187"/>
                  </a:moveTo>
                  <a:cubicBezTo>
                    <a:pt x="75285" y="1039"/>
                    <a:pt x="74235" y="243"/>
                    <a:pt x="73033" y="235"/>
                  </a:cubicBezTo>
                  <a:cubicBezTo>
                    <a:pt x="51929" y="2863"/>
                    <a:pt x="29025" y="-2543"/>
                    <a:pt x="8297" y="1587"/>
                  </a:cubicBezTo>
                  <a:cubicBezTo>
                    <a:pt x="-3645" y="3914"/>
                    <a:pt x="-490" y="16979"/>
                    <a:pt x="3941" y="25539"/>
                  </a:cubicBezTo>
                  <a:cubicBezTo>
                    <a:pt x="4842" y="26973"/>
                    <a:pt x="6719" y="27401"/>
                    <a:pt x="8222" y="26485"/>
                  </a:cubicBezTo>
                  <a:cubicBezTo>
                    <a:pt x="8897" y="26019"/>
                    <a:pt x="9424" y="25268"/>
                    <a:pt x="9573" y="24412"/>
                  </a:cubicBezTo>
                  <a:cubicBezTo>
                    <a:pt x="21590" y="25689"/>
                    <a:pt x="33681" y="26290"/>
                    <a:pt x="45772" y="26740"/>
                  </a:cubicBezTo>
                  <a:cubicBezTo>
                    <a:pt x="55609" y="26740"/>
                    <a:pt x="68302" y="29368"/>
                    <a:pt x="77764" y="26740"/>
                  </a:cubicBezTo>
                  <a:cubicBezTo>
                    <a:pt x="78741" y="26522"/>
                    <a:pt x="79567" y="25764"/>
                    <a:pt x="79792" y="24788"/>
                  </a:cubicBezTo>
                  <a:cubicBezTo>
                    <a:pt x="80017" y="17047"/>
                    <a:pt x="78590" y="9343"/>
                    <a:pt x="75661" y="2187"/>
                  </a:cubicBezTo>
                  <a:close/>
                </a:path>
              </a:pathLst>
            </a:custGeom>
            <a:solidFill>
              <a:srgbClr val="BABABA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971" name="Group 1970">
            <a:extLst>
              <a:ext uri="{FF2B5EF4-FFF2-40B4-BE49-F238E27FC236}">
                <a16:creationId xmlns:a16="http://schemas.microsoft.com/office/drawing/2014/main" id="{9203E744-E18E-F6AC-5833-AFDA988011B6}"/>
              </a:ext>
            </a:extLst>
          </p:cNvPr>
          <p:cNvGrpSpPr/>
          <p:nvPr userDrawn="1"/>
        </p:nvGrpSpPr>
        <p:grpSpPr>
          <a:xfrm>
            <a:off x="8071512" y="3099162"/>
            <a:ext cx="395645" cy="771944"/>
            <a:chOff x="9349938" y="2714062"/>
            <a:chExt cx="395645" cy="771944"/>
          </a:xfrm>
        </p:grpSpPr>
        <p:sp>
          <p:nvSpPr>
            <p:cNvPr id="1972" name="Content Placeholder 4">
              <a:extLst>
                <a:ext uri="{FF2B5EF4-FFF2-40B4-BE49-F238E27FC236}">
                  <a16:creationId xmlns:a16="http://schemas.microsoft.com/office/drawing/2014/main" id="{45874901-052E-11E9-E828-A0F75A8CB13A}"/>
                </a:ext>
              </a:extLst>
            </p:cNvPr>
            <p:cNvSpPr/>
            <p:nvPr/>
          </p:nvSpPr>
          <p:spPr>
            <a:xfrm>
              <a:off x="9370739" y="3445344"/>
              <a:ext cx="368753" cy="40197"/>
            </a:xfrm>
            <a:custGeom>
              <a:avLst/>
              <a:gdLst>
                <a:gd name="connsiteX0" fmla="*/ 148526 w 368753"/>
                <a:gd name="connsiteY0" fmla="*/ 33206 h 40197"/>
                <a:gd name="connsiteX1" fmla="*/ 218144 w 368753"/>
                <a:gd name="connsiteY1" fmla="*/ 37261 h 40197"/>
                <a:gd name="connsiteX2" fmla="*/ 332071 w 368753"/>
                <a:gd name="connsiteY2" fmla="*/ 39288 h 40197"/>
                <a:gd name="connsiteX3" fmla="*/ 366841 w 368753"/>
                <a:gd name="connsiteY3" fmla="*/ 25247 h 40197"/>
                <a:gd name="connsiteX4" fmla="*/ 368494 w 368753"/>
                <a:gd name="connsiteY4" fmla="*/ 17739 h 40197"/>
                <a:gd name="connsiteX5" fmla="*/ 357755 w 368753"/>
                <a:gd name="connsiteY5" fmla="*/ 12783 h 40197"/>
                <a:gd name="connsiteX6" fmla="*/ 177515 w 368753"/>
                <a:gd name="connsiteY6" fmla="*/ 4224 h 40197"/>
                <a:gd name="connsiteX7" fmla="*/ 53374 w 368753"/>
                <a:gd name="connsiteY7" fmla="*/ 169 h 40197"/>
                <a:gd name="connsiteX8" fmla="*/ 11619 w 368753"/>
                <a:gd name="connsiteY8" fmla="*/ 4449 h 40197"/>
                <a:gd name="connsiteX9" fmla="*/ 8165 w 368753"/>
                <a:gd name="connsiteY9" fmla="*/ 21118 h 40197"/>
                <a:gd name="connsiteX10" fmla="*/ 50220 w 368753"/>
                <a:gd name="connsiteY10" fmla="*/ 26224 h 40197"/>
                <a:gd name="connsiteX11" fmla="*/ 95881 w 368753"/>
                <a:gd name="connsiteY11" fmla="*/ 29903 h 40197"/>
                <a:gd name="connsiteX12" fmla="*/ 148526 w 368753"/>
                <a:gd name="connsiteY12" fmla="*/ 33206 h 40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753" h="40197">
                  <a:moveTo>
                    <a:pt x="148526" y="33206"/>
                  </a:moveTo>
                  <a:lnTo>
                    <a:pt x="218144" y="37261"/>
                  </a:lnTo>
                  <a:cubicBezTo>
                    <a:pt x="256039" y="40264"/>
                    <a:pt x="294092" y="40940"/>
                    <a:pt x="332071" y="39288"/>
                  </a:cubicBezTo>
                  <a:cubicBezTo>
                    <a:pt x="344988" y="38387"/>
                    <a:pt x="359632" y="36060"/>
                    <a:pt x="366841" y="25247"/>
                  </a:cubicBezTo>
                  <a:cubicBezTo>
                    <a:pt x="368494" y="23123"/>
                    <a:pt x="369102" y="20359"/>
                    <a:pt x="368494" y="17739"/>
                  </a:cubicBezTo>
                  <a:cubicBezTo>
                    <a:pt x="367067" y="13835"/>
                    <a:pt x="361960" y="12933"/>
                    <a:pt x="357755" y="12783"/>
                  </a:cubicBezTo>
                  <a:lnTo>
                    <a:pt x="177515" y="4224"/>
                  </a:lnTo>
                  <a:cubicBezTo>
                    <a:pt x="136210" y="2272"/>
                    <a:pt x="94905" y="319"/>
                    <a:pt x="53374" y="169"/>
                  </a:cubicBezTo>
                  <a:cubicBezTo>
                    <a:pt x="39316" y="-597"/>
                    <a:pt x="25227" y="853"/>
                    <a:pt x="11619" y="4449"/>
                  </a:cubicBezTo>
                  <a:cubicBezTo>
                    <a:pt x="579" y="7903"/>
                    <a:pt x="-6255" y="16838"/>
                    <a:pt x="8165" y="21118"/>
                  </a:cubicBezTo>
                  <a:cubicBezTo>
                    <a:pt x="21983" y="24174"/>
                    <a:pt x="36072" y="25886"/>
                    <a:pt x="50220" y="26224"/>
                  </a:cubicBezTo>
                  <a:cubicBezTo>
                    <a:pt x="65240" y="27673"/>
                    <a:pt x="80463" y="28904"/>
                    <a:pt x="95881" y="29903"/>
                  </a:cubicBezTo>
                  <a:cubicBezTo>
                    <a:pt x="113605" y="31329"/>
                    <a:pt x="131103" y="32155"/>
                    <a:pt x="148526" y="33206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3" name="Content Placeholder 4">
              <a:extLst>
                <a:ext uri="{FF2B5EF4-FFF2-40B4-BE49-F238E27FC236}">
                  <a16:creationId xmlns:a16="http://schemas.microsoft.com/office/drawing/2014/main" id="{4696E389-9721-D459-766D-8A85258D20AF}"/>
                </a:ext>
              </a:extLst>
            </p:cNvPr>
            <p:cNvSpPr/>
            <p:nvPr/>
          </p:nvSpPr>
          <p:spPr>
            <a:xfrm>
              <a:off x="9356110" y="3359549"/>
              <a:ext cx="101323" cy="104540"/>
            </a:xfrm>
            <a:custGeom>
              <a:avLst/>
              <a:gdLst>
                <a:gd name="connsiteX0" fmla="*/ 94588 w 101323"/>
                <a:gd name="connsiteY0" fmla="*/ 25521 h 104540"/>
                <a:gd name="connsiteX1" fmla="*/ 71082 w 101323"/>
                <a:gd name="connsiteY1" fmla="*/ 4272 h 104540"/>
                <a:gd name="connsiteX2" fmla="*/ 39690 w 101323"/>
                <a:gd name="connsiteY2" fmla="*/ 1494 h 104540"/>
                <a:gd name="connsiteX3" fmla="*/ 23244 w 101323"/>
                <a:gd name="connsiteY3" fmla="*/ 9002 h 104540"/>
                <a:gd name="connsiteX4" fmla="*/ 8974 w 101323"/>
                <a:gd name="connsiteY4" fmla="*/ 21091 h 104540"/>
                <a:gd name="connsiteX5" fmla="*/ 1464 w 101323"/>
                <a:gd name="connsiteY5" fmla="*/ 38435 h 104540"/>
                <a:gd name="connsiteX6" fmla="*/ 5970 w 101323"/>
                <a:gd name="connsiteY6" fmla="*/ 78455 h 104540"/>
                <a:gd name="connsiteX7" fmla="*/ 36761 w 101323"/>
                <a:gd name="connsiteY7" fmla="*/ 103383 h 104540"/>
                <a:gd name="connsiteX8" fmla="*/ 52908 w 101323"/>
                <a:gd name="connsiteY8" fmla="*/ 104284 h 104540"/>
                <a:gd name="connsiteX9" fmla="*/ 86478 w 101323"/>
                <a:gd name="connsiteY9" fmla="*/ 89267 h 104540"/>
                <a:gd name="connsiteX10" fmla="*/ 92561 w 101323"/>
                <a:gd name="connsiteY10" fmla="*/ 78680 h 104540"/>
                <a:gd name="connsiteX11" fmla="*/ 94588 w 101323"/>
                <a:gd name="connsiteY11" fmla="*/ 25521 h 104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1323" h="104540">
                  <a:moveTo>
                    <a:pt x="94588" y="25521"/>
                  </a:moveTo>
                  <a:cubicBezTo>
                    <a:pt x="88986" y="16300"/>
                    <a:pt x="80823" y="8919"/>
                    <a:pt x="71082" y="4272"/>
                  </a:cubicBezTo>
                  <a:cubicBezTo>
                    <a:pt x="61259" y="-271"/>
                    <a:pt x="50159" y="-1247"/>
                    <a:pt x="39690" y="1494"/>
                  </a:cubicBezTo>
                  <a:cubicBezTo>
                    <a:pt x="33885" y="3206"/>
                    <a:pt x="28343" y="5736"/>
                    <a:pt x="23244" y="9002"/>
                  </a:cubicBezTo>
                  <a:cubicBezTo>
                    <a:pt x="17776" y="12103"/>
                    <a:pt x="12932" y="16203"/>
                    <a:pt x="8974" y="21091"/>
                  </a:cubicBezTo>
                  <a:cubicBezTo>
                    <a:pt x="5250" y="26264"/>
                    <a:pt x="2681" y="32181"/>
                    <a:pt x="1464" y="38435"/>
                  </a:cubicBezTo>
                  <a:cubicBezTo>
                    <a:pt x="-1554" y="51905"/>
                    <a:pt x="30" y="65999"/>
                    <a:pt x="5970" y="78455"/>
                  </a:cubicBezTo>
                  <a:cubicBezTo>
                    <a:pt x="12016" y="90927"/>
                    <a:pt x="23304" y="100064"/>
                    <a:pt x="36761" y="103383"/>
                  </a:cubicBezTo>
                  <a:cubicBezTo>
                    <a:pt x="42071" y="104472"/>
                    <a:pt x="47508" y="104772"/>
                    <a:pt x="52908" y="104284"/>
                  </a:cubicBezTo>
                  <a:cubicBezTo>
                    <a:pt x="65712" y="104217"/>
                    <a:pt x="77894" y="98766"/>
                    <a:pt x="86478" y="89267"/>
                  </a:cubicBezTo>
                  <a:cubicBezTo>
                    <a:pt x="88881" y="85964"/>
                    <a:pt x="90916" y="82420"/>
                    <a:pt x="92561" y="78680"/>
                  </a:cubicBezTo>
                  <a:cubicBezTo>
                    <a:pt x="101573" y="61036"/>
                    <a:pt x="105703" y="43241"/>
                    <a:pt x="94588" y="2552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4" name="Content Placeholder 4">
              <a:extLst>
                <a:ext uri="{FF2B5EF4-FFF2-40B4-BE49-F238E27FC236}">
                  <a16:creationId xmlns:a16="http://schemas.microsoft.com/office/drawing/2014/main" id="{0CE50B69-B2F8-C1EC-44DE-CC75C4D63D09}"/>
                </a:ext>
              </a:extLst>
            </p:cNvPr>
            <p:cNvSpPr/>
            <p:nvPr/>
          </p:nvSpPr>
          <p:spPr>
            <a:xfrm>
              <a:off x="9349938" y="3354840"/>
              <a:ext cx="111303" cy="63026"/>
            </a:xfrm>
            <a:custGeom>
              <a:avLst/>
              <a:gdLst>
                <a:gd name="connsiteX0" fmla="*/ 12368 w 111303"/>
                <a:gd name="connsiteY0" fmla="*/ 62966 h 63026"/>
                <a:gd name="connsiteX1" fmla="*/ 4858 w 111303"/>
                <a:gd name="connsiteY1" fmla="*/ 61540 h 63026"/>
                <a:gd name="connsiteX2" fmla="*/ -24 w 111303"/>
                <a:gd name="connsiteY2" fmla="*/ 53055 h 63026"/>
                <a:gd name="connsiteX3" fmla="*/ 1704 w 111303"/>
                <a:gd name="connsiteY3" fmla="*/ 42994 h 63026"/>
                <a:gd name="connsiteX4" fmla="*/ 41957 w 111303"/>
                <a:gd name="connsiteY4" fmla="*/ 2749 h 63026"/>
                <a:gd name="connsiteX5" fmla="*/ 61032 w 111303"/>
                <a:gd name="connsiteY5" fmla="*/ -30 h 63026"/>
                <a:gd name="connsiteX6" fmla="*/ 110298 w 111303"/>
                <a:gd name="connsiteY6" fmla="*/ 36311 h 63026"/>
                <a:gd name="connsiteX7" fmla="*/ 111274 w 111303"/>
                <a:gd name="connsiteY7" fmla="*/ 41417 h 63026"/>
                <a:gd name="connsiteX8" fmla="*/ 105717 w 111303"/>
                <a:gd name="connsiteY8" fmla="*/ 51028 h 63026"/>
                <a:gd name="connsiteX9" fmla="*/ 87092 w 111303"/>
                <a:gd name="connsiteY9" fmla="*/ 56509 h 63026"/>
                <a:gd name="connsiteX10" fmla="*/ 62084 w 111303"/>
                <a:gd name="connsiteY10" fmla="*/ 59963 h 63026"/>
                <a:gd name="connsiteX11" fmla="*/ 12368 w 111303"/>
                <a:gd name="connsiteY11" fmla="*/ 62966 h 63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1303" h="63026">
                  <a:moveTo>
                    <a:pt x="12368" y="62966"/>
                  </a:moveTo>
                  <a:cubicBezTo>
                    <a:pt x="9784" y="63116"/>
                    <a:pt x="7208" y="62628"/>
                    <a:pt x="4858" y="61540"/>
                  </a:cubicBezTo>
                  <a:cubicBezTo>
                    <a:pt x="1959" y="59663"/>
                    <a:pt x="141" y="56502"/>
                    <a:pt x="-24" y="53055"/>
                  </a:cubicBezTo>
                  <a:cubicBezTo>
                    <a:pt x="-91" y="49624"/>
                    <a:pt x="494" y="46207"/>
                    <a:pt x="1704" y="42994"/>
                  </a:cubicBezTo>
                  <a:cubicBezTo>
                    <a:pt x="6067" y="22848"/>
                    <a:pt x="21808" y="7111"/>
                    <a:pt x="41957" y="2749"/>
                  </a:cubicBezTo>
                  <a:cubicBezTo>
                    <a:pt x="48153" y="932"/>
                    <a:pt x="54574" y="-7"/>
                    <a:pt x="61032" y="-30"/>
                  </a:cubicBezTo>
                  <a:cubicBezTo>
                    <a:pt x="83450" y="556"/>
                    <a:pt x="103126" y="15070"/>
                    <a:pt x="110298" y="36311"/>
                  </a:cubicBezTo>
                  <a:cubicBezTo>
                    <a:pt x="110884" y="37956"/>
                    <a:pt x="111207" y="39675"/>
                    <a:pt x="111274" y="41417"/>
                  </a:cubicBezTo>
                  <a:cubicBezTo>
                    <a:pt x="110967" y="45291"/>
                    <a:pt x="108924" y="48828"/>
                    <a:pt x="105717" y="51028"/>
                  </a:cubicBezTo>
                  <a:cubicBezTo>
                    <a:pt x="100115" y="54497"/>
                    <a:pt x="93679" y="56389"/>
                    <a:pt x="87092" y="56509"/>
                  </a:cubicBezTo>
                  <a:cubicBezTo>
                    <a:pt x="78756" y="57785"/>
                    <a:pt x="70420" y="58987"/>
                    <a:pt x="62084" y="59963"/>
                  </a:cubicBezTo>
                  <a:cubicBezTo>
                    <a:pt x="45607" y="62185"/>
                    <a:pt x="28995" y="63192"/>
                    <a:pt x="12368" y="62966"/>
                  </a:cubicBezTo>
                  <a:close/>
                </a:path>
              </a:pathLst>
            </a:custGeom>
            <a:solidFill>
              <a:srgbClr val="EEF2E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5" name="Content Placeholder 4">
              <a:extLst>
                <a:ext uri="{FF2B5EF4-FFF2-40B4-BE49-F238E27FC236}">
                  <a16:creationId xmlns:a16="http://schemas.microsoft.com/office/drawing/2014/main" id="{A53A5C1D-B6E7-2B37-2200-D8FB13A03B5F}"/>
                </a:ext>
              </a:extLst>
            </p:cNvPr>
            <p:cNvSpPr/>
            <p:nvPr/>
          </p:nvSpPr>
          <p:spPr>
            <a:xfrm>
              <a:off x="9404743" y="3412559"/>
              <a:ext cx="242240" cy="43803"/>
            </a:xfrm>
            <a:custGeom>
              <a:avLst/>
              <a:gdLst>
                <a:gd name="connsiteX0" fmla="*/ 185191 w 242240"/>
                <a:gd name="connsiteY0" fmla="*/ 40988 h 43803"/>
                <a:gd name="connsiteX1" fmla="*/ 163562 w 242240"/>
                <a:gd name="connsiteY1" fmla="*/ 39186 h 43803"/>
                <a:gd name="connsiteX2" fmla="*/ 145237 w 242240"/>
                <a:gd name="connsiteY2" fmla="*/ 28373 h 43803"/>
                <a:gd name="connsiteX3" fmla="*/ 132771 w 242240"/>
                <a:gd name="connsiteY3" fmla="*/ 11179 h 43803"/>
                <a:gd name="connsiteX4" fmla="*/ 109197 w 242240"/>
                <a:gd name="connsiteY4" fmla="*/ 18695 h 43803"/>
                <a:gd name="connsiteX5" fmla="*/ 108664 w 242240"/>
                <a:gd name="connsiteY5" fmla="*/ 19814 h 43803"/>
                <a:gd name="connsiteX6" fmla="*/ 101755 w 242240"/>
                <a:gd name="connsiteY6" fmla="*/ 36408 h 43803"/>
                <a:gd name="connsiteX7" fmla="*/ 87936 w 242240"/>
                <a:gd name="connsiteY7" fmla="*/ 41363 h 43803"/>
                <a:gd name="connsiteX8" fmla="*/ 48809 w 242240"/>
                <a:gd name="connsiteY8" fmla="*/ 43616 h 43803"/>
                <a:gd name="connsiteX9" fmla="*/ 13287 w 242240"/>
                <a:gd name="connsiteY9" fmla="*/ 37984 h 43803"/>
                <a:gd name="connsiteX10" fmla="*/ 2022 w 242240"/>
                <a:gd name="connsiteY10" fmla="*/ 28073 h 43803"/>
                <a:gd name="connsiteX11" fmla="*/ 144 w 242240"/>
                <a:gd name="connsiteY11" fmla="*/ 13957 h 43803"/>
                <a:gd name="connsiteX12" fmla="*/ 520 w 242240"/>
                <a:gd name="connsiteY12" fmla="*/ 2469 h 43803"/>
                <a:gd name="connsiteX13" fmla="*/ 971 w 242240"/>
                <a:gd name="connsiteY13" fmla="*/ 667 h 43803"/>
                <a:gd name="connsiteX14" fmla="*/ 3224 w 242240"/>
                <a:gd name="connsiteY14" fmla="*/ -8 h 43803"/>
                <a:gd name="connsiteX15" fmla="*/ 25228 w 242240"/>
                <a:gd name="connsiteY15" fmla="*/ 2094 h 43803"/>
                <a:gd name="connsiteX16" fmla="*/ 130368 w 242240"/>
                <a:gd name="connsiteY16" fmla="*/ 4422 h 43803"/>
                <a:gd name="connsiteX17" fmla="*/ 223266 w 242240"/>
                <a:gd name="connsiteY17" fmla="*/ 5248 h 43803"/>
                <a:gd name="connsiteX18" fmla="*/ 238286 w 242240"/>
                <a:gd name="connsiteY18" fmla="*/ 7800 h 43803"/>
                <a:gd name="connsiteX19" fmla="*/ 240314 w 242240"/>
                <a:gd name="connsiteY19" fmla="*/ 25896 h 43803"/>
                <a:gd name="connsiteX20" fmla="*/ 234907 w 242240"/>
                <a:gd name="connsiteY20" fmla="*/ 36408 h 43803"/>
                <a:gd name="connsiteX21" fmla="*/ 230476 w 242240"/>
                <a:gd name="connsiteY21" fmla="*/ 41438 h 43803"/>
                <a:gd name="connsiteX22" fmla="*/ 216132 w 242240"/>
                <a:gd name="connsiteY22" fmla="*/ 41438 h 43803"/>
                <a:gd name="connsiteX23" fmla="*/ 201112 w 242240"/>
                <a:gd name="connsiteY23" fmla="*/ 41438 h 43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42240" h="43803">
                  <a:moveTo>
                    <a:pt x="185191" y="40988"/>
                  </a:moveTo>
                  <a:cubicBezTo>
                    <a:pt x="177936" y="41183"/>
                    <a:pt x="170681" y="40575"/>
                    <a:pt x="163562" y="39186"/>
                  </a:cubicBezTo>
                  <a:cubicBezTo>
                    <a:pt x="156405" y="37767"/>
                    <a:pt x="149939" y="33952"/>
                    <a:pt x="145237" y="28373"/>
                  </a:cubicBezTo>
                  <a:cubicBezTo>
                    <a:pt x="140807" y="22742"/>
                    <a:pt x="138779" y="15084"/>
                    <a:pt x="132771" y="11179"/>
                  </a:cubicBezTo>
                  <a:cubicBezTo>
                    <a:pt x="124187" y="6742"/>
                    <a:pt x="113628" y="10106"/>
                    <a:pt x="109197" y="18695"/>
                  </a:cubicBezTo>
                  <a:cubicBezTo>
                    <a:pt x="109002" y="19063"/>
                    <a:pt x="108829" y="19431"/>
                    <a:pt x="108664" y="19814"/>
                  </a:cubicBezTo>
                  <a:cubicBezTo>
                    <a:pt x="106185" y="25370"/>
                    <a:pt x="106035" y="32128"/>
                    <a:pt x="101755" y="36408"/>
                  </a:cubicBezTo>
                  <a:cubicBezTo>
                    <a:pt x="97865" y="39614"/>
                    <a:pt x="92976" y="41363"/>
                    <a:pt x="87936" y="41363"/>
                  </a:cubicBezTo>
                  <a:cubicBezTo>
                    <a:pt x="74944" y="42790"/>
                    <a:pt x="61884" y="43541"/>
                    <a:pt x="48809" y="43616"/>
                  </a:cubicBezTo>
                  <a:cubicBezTo>
                    <a:pt x="36695" y="44367"/>
                    <a:pt x="24567" y="42445"/>
                    <a:pt x="13287" y="37984"/>
                  </a:cubicBezTo>
                  <a:cubicBezTo>
                    <a:pt x="8511" y="36062"/>
                    <a:pt x="4531" y="32563"/>
                    <a:pt x="2022" y="28073"/>
                  </a:cubicBezTo>
                  <a:cubicBezTo>
                    <a:pt x="272" y="23583"/>
                    <a:pt x="-374" y="18748"/>
                    <a:pt x="144" y="13957"/>
                  </a:cubicBezTo>
                  <a:lnTo>
                    <a:pt x="520" y="2469"/>
                  </a:lnTo>
                  <a:cubicBezTo>
                    <a:pt x="445" y="1831"/>
                    <a:pt x="603" y="1193"/>
                    <a:pt x="971" y="667"/>
                  </a:cubicBezTo>
                  <a:cubicBezTo>
                    <a:pt x="1594" y="134"/>
                    <a:pt x="2412" y="-106"/>
                    <a:pt x="3224" y="-8"/>
                  </a:cubicBezTo>
                  <a:cubicBezTo>
                    <a:pt x="10591" y="314"/>
                    <a:pt x="17936" y="1020"/>
                    <a:pt x="25228" y="2094"/>
                  </a:cubicBezTo>
                  <a:cubicBezTo>
                    <a:pt x="60149" y="6224"/>
                    <a:pt x="95521" y="3821"/>
                    <a:pt x="130368" y="4422"/>
                  </a:cubicBezTo>
                  <a:cubicBezTo>
                    <a:pt x="161309" y="4947"/>
                    <a:pt x="192325" y="7876"/>
                    <a:pt x="223266" y="5248"/>
                  </a:cubicBezTo>
                  <a:cubicBezTo>
                    <a:pt x="228411" y="4106"/>
                    <a:pt x="233803" y="5022"/>
                    <a:pt x="238286" y="7800"/>
                  </a:cubicBezTo>
                  <a:cubicBezTo>
                    <a:pt x="242642" y="12831"/>
                    <a:pt x="243453" y="20024"/>
                    <a:pt x="240314" y="25896"/>
                  </a:cubicBezTo>
                  <a:cubicBezTo>
                    <a:pt x="238887" y="29575"/>
                    <a:pt x="236409" y="32729"/>
                    <a:pt x="234907" y="36408"/>
                  </a:cubicBezTo>
                  <a:cubicBezTo>
                    <a:pt x="233405" y="40087"/>
                    <a:pt x="233705" y="41063"/>
                    <a:pt x="230476" y="41438"/>
                  </a:cubicBezTo>
                  <a:cubicBezTo>
                    <a:pt x="225699" y="41776"/>
                    <a:pt x="220908" y="41776"/>
                    <a:pt x="216132" y="41438"/>
                  </a:cubicBezTo>
                  <a:lnTo>
                    <a:pt x="201112" y="41438"/>
                  </a:lnTo>
                  <a:close/>
                </a:path>
              </a:pathLst>
            </a:custGeom>
            <a:solidFill>
              <a:srgbClr val="EEF2E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6" name="Content Placeholder 4">
              <a:extLst>
                <a:ext uri="{FF2B5EF4-FFF2-40B4-BE49-F238E27FC236}">
                  <a16:creationId xmlns:a16="http://schemas.microsoft.com/office/drawing/2014/main" id="{16080E03-3420-534B-EB1B-23FDDBD94E6E}"/>
                </a:ext>
              </a:extLst>
            </p:cNvPr>
            <p:cNvSpPr/>
            <p:nvPr/>
          </p:nvSpPr>
          <p:spPr>
            <a:xfrm>
              <a:off x="9394863" y="3075295"/>
              <a:ext cx="153223" cy="309898"/>
            </a:xfrm>
            <a:custGeom>
              <a:avLst/>
              <a:gdLst>
                <a:gd name="connsiteX0" fmla="*/ 153015 w 153223"/>
                <a:gd name="connsiteY0" fmla="*/ 128070 h 309898"/>
                <a:gd name="connsiteX1" fmla="*/ 146706 w 153223"/>
                <a:gd name="connsiteY1" fmla="*/ 105544 h 309898"/>
                <a:gd name="connsiteX2" fmla="*/ 140623 w 153223"/>
                <a:gd name="connsiteY2" fmla="*/ 93981 h 309898"/>
                <a:gd name="connsiteX3" fmla="*/ 70179 w 153223"/>
                <a:gd name="connsiteY3" fmla="*/ 15969 h 309898"/>
                <a:gd name="connsiteX4" fmla="*/ 53207 w 153223"/>
                <a:gd name="connsiteY4" fmla="*/ 3204 h 309898"/>
                <a:gd name="connsiteX5" fmla="*/ 10174 w 153223"/>
                <a:gd name="connsiteY5" fmla="*/ 13265 h 309898"/>
                <a:gd name="connsiteX6" fmla="*/ 3866 w 153223"/>
                <a:gd name="connsiteY6" fmla="*/ 62070 h 309898"/>
                <a:gd name="connsiteX7" fmla="*/ 36009 w 153223"/>
                <a:gd name="connsiteY7" fmla="*/ 93906 h 309898"/>
                <a:gd name="connsiteX8" fmla="*/ 83547 w 153223"/>
                <a:gd name="connsiteY8" fmla="*/ 118384 h 309898"/>
                <a:gd name="connsiteX9" fmla="*/ 93160 w 153223"/>
                <a:gd name="connsiteY9" fmla="*/ 127018 h 309898"/>
                <a:gd name="connsiteX10" fmla="*/ 96915 w 153223"/>
                <a:gd name="connsiteY10" fmla="*/ 143462 h 309898"/>
                <a:gd name="connsiteX11" fmla="*/ 76638 w 153223"/>
                <a:gd name="connsiteY11" fmla="*/ 223802 h 309898"/>
                <a:gd name="connsiteX12" fmla="*/ 65448 w 153223"/>
                <a:gd name="connsiteY12" fmla="*/ 306395 h 309898"/>
                <a:gd name="connsiteX13" fmla="*/ 95037 w 153223"/>
                <a:gd name="connsiteY13" fmla="*/ 294682 h 309898"/>
                <a:gd name="connsiteX14" fmla="*/ 130785 w 153223"/>
                <a:gd name="connsiteY14" fmla="*/ 202403 h 309898"/>
                <a:gd name="connsiteX15" fmla="*/ 153015 w 153223"/>
                <a:gd name="connsiteY15" fmla="*/ 128070 h 309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3223" h="309898">
                  <a:moveTo>
                    <a:pt x="153015" y="128070"/>
                  </a:moveTo>
                  <a:cubicBezTo>
                    <a:pt x="154366" y="123339"/>
                    <a:pt x="147682" y="110500"/>
                    <a:pt x="146706" y="105544"/>
                  </a:cubicBezTo>
                  <a:cubicBezTo>
                    <a:pt x="145579" y="101280"/>
                    <a:pt x="143499" y="97323"/>
                    <a:pt x="140623" y="93981"/>
                  </a:cubicBezTo>
                  <a:cubicBezTo>
                    <a:pt x="119445" y="65990"/>
                    <a:pt x="95871" y="39890"/>
                    <a:pt x="70179" y="15969"/>
                  </a:cubicBezTo>
                  <a:cubicBezTo>
                    <a:pt x="65177" y="10908"/>
                    <a:pt x="59455" y="6605"/>
                    <a:pt x="53207" y="3204"/>
                  </a:cubicBezTo>
                  <a:cubicBezTo>
                    <a:pt x="38239" y="-3576"/>
                    <a:pt x="20583" y="554"/>
                    <a:pt x="10174" y="13265"/>
                  </a:cubicBezTo>
                  <a:cubicBezTo>
                    <a:pt x="-640" y="27179"/>
                    <a:pt x="-3051" y="45867"/>
                    <a:pt x="3866" y="62070"/>
                  </a:cubicBezTo>
                  <a:cubicBezTo>
                    <a:pt x="10399" y="76562"/>
                    <a:pt x="23542" y="85572"/>
                    <a:pt x="36009" y="93906"/>
                  </a:cubicBezTo>
                  <a:cubicBezTo>
                    <a:pt x="48475" y="102241"/>
                    <a:pt x="71906" y="110650"/>
                    <a:pt x="83547" y="118384"/>
                  </a:cubicBezTo>
                  <a:cubicBezTo>
                    <a:pt x="87302" y="120576"/>
                    <a:pt x="90576" y="123519"/>
                    <a:pt x="93160" y="127018"/>
                  </a:cubicBezTo>
                  <a:cubicBezTo>
                    <a:pt x="95751" y="132109"/>
                    <a:pt x="97043" y="137756"/>
                    <a:pt x="96915" y="143462"/>
                  </a:cubicBezTo>
                  <a:cubicBezTo>
                    <a:pt x="97966" y="170793"/>
                    <a:pt x="80994" y="196847"/>
                    <a:pt x="76638" y="223802"/>
                  </a:cubicBezTo>
                  <a:cubicBezTo>
                    <a:pt x="74535" y="236642"/>
                    <a:pt x="56511" y="296860"/>
                    <a:pt x="65448" y="306395"/>
                  </a:cubicBezTo>
                  <a:cubicBezTo>
                    <a:pt x="74385" y="315931"/>
                    <a:pt x="90531" y="303767"/>
                    <a:pt x="95037" y="294682"/>
                  </a:cubicBezTo>
                  <a:cubicBezTo>
                    <a:pt x="109118" y="264806"/>
                    <a:pt x="121067" y="233969"/>
                    <a:pt x="130785" y="202403"/>
                  </a:cubicBezTo>
                  <a:cubicBezTo>
                    <a:pt x="138370" y="176124"/>
                    <a:pt x="147081" y="154950"/>
                    <a:pt x="153015" y="128070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7" name="Content Placeholder 4">
              <a:extLst>
                <a:ext uri="{FF2B5EF4-FFF2-40B4-BE49-F238E27FC236}">
                  <a16:creationId xmlns:a16="http://schemas.microsoft.com/office/drawing/2014/main" id="{3C2C90C9-CBCF-D66D-8B7D-CDB7EB4C643D}"/>
                </a:ext>
              </a:extLst>
            </p:cNvPr>
            <p:cNvSpPr/>
            <p:nvPr/>
          </p:nvSpPr>
          <p:spPr>
            <a:xfrm>
              <a:off x="9457619" y="3049826"/>
              <a:ext cx="167867" cy="344944"/>
            </a:xfrm>
            <a:custGeom>
              <a:avLst/>
              <a:gdLst>
                <a:gd name="connsiteX0" fmla="*/ 145908 w 167867"/>
                <a:gd name="connsiteY0" fmla="*/ 105335 h 344944"/>
                <a:gd name="connsiteX1" fmla="*/ 167837 w 167867"/>
                <a:gd name="connsiteY1" fmla="*/ 152638 h 344944"/>
                <a:gd name="connsiteX2" fmla="*/ 165584 w 167867"/>
                <a:gd name="connsiteY2" fmla="*/ 173587 h 344944"/>
                <a:gd name="connsiteX3" fmla="*/ 133141 w 167867"/>
                <a:gd name="connsiteY3" fmla="*/ 312869 h 344944"/>
                <a:gd name="connsiteX4" fmla="*/ 115944 w 167867"/>
                <a:gd name="connsiteY4" fmla="*/ 344554 h 344944"/>
                <a:gd name="connsiteX5" fmla="*/ 107457 w 167867"/>
                <a:gd name="connsiteY5" fmla="*/ 339448 h 344944"/>
                <a:gd name="connsiteX6" fmla="*/ 91536 w 167867"/>
                <a:gd name="connsiteY6" fmla="*/ 328786 h 344944"/>
                <a:gd name="connsiteX7" fmla="*/ 91536 w 167867"/>
                <a:gd name="connsiteY7" fmla="*/ 322029 h 344944"/>
                <a:gd name="connsiteX8" fmla="*/ 102651 w 167867"/>
                <a:gd name="connsiteY8" fmla="*/ 181095 h 344944"/>
                <a:gd name="connsiteX9" fmla="*/ 96643 w 167867"/>
                <a:gd name="connsiteY9" fmla="*/ 161873 h 344944"/>
                <a:gd name="connsiteX10" fmla="*/ 82224 w 167867"/>
                <a:gd name="connsiteY10" fmla="*/ 145655 h 344944"/>
                <a:gd name="connsiteX11" fmla="*/ 37164 w 167867"/>
                <a:gd name="connsiteY11" fmla="*/ 96700 h 344944"/>
                <a:gd name="connsiteX12" fmla="*/ 9827 w 167867"/>
                <a:gd name="connsiteY12" fmla="*/ 75301 h 344944"/>
                <a:gd name="connsiteX13" fmla="*/ -11 w 167867"/>
                <a:gd name="connsiteY13" fmla="*/ 44291 h 344944"/>
                <a:gd name="connsiteX14" fmla="*/ 22895 w 167867"/>
                <a:gd name="connsiteY14" fmla="*/ 5848 h 344944"/>
                <a:gd name="connsiteX15" fmla="*/ 58117 w 167867"/>
                <a:gd name="connsiteY15" fmla="*/ 23643 h 344944"/>
                <a:gd name="connsiteX16" fmla="*/ 145908 w 167867"/>
                <a:gd name="connsiteY16" fmla="*/ 105335 h 344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7867" h="344944">
                  <a:moveTo>
                    <a:pt x="145908" y="105335"/>
                  </a:moveTo>
                  <a:cubicBezTo>
                    <a:pt x="156423" y="119075"/>
                    <a:pt x="167087" y="134543"/>
                    <a:pt x="167837" y="152638"/>
                  </a:cubicBezTo>
                  <a:cubicBezTo>
                    <a:pt x="167875" y="159681"/>
                    <a:pt x="167124" y="166709"/>
                    <a:pt x="165584" y="173587"/>
                  </a:cubicBezTo>
                  <a:cubicBezTo>
                    <a:pt x="156197" y="224944"/>
                    <a:pt x="142529" y="261586"/>
                    <a:pt x="133141" y="312869"/>
                  </a:cubicBezTo>
                  <a:cubicBezTo>
                    <a:pt x="130813" y="325633"/>
                    <a:pt x="126908" y="340424"/>
                    <a:pt x="115944" y="344554"/>
                  </a:cubicBezTo>
                  <a:cubicBezTo>
                    <a:pt x="110837" y="346431"/>
                    <a:pt x="112714" y="340424"/>
                    <a:pt x="107457" y="339448"/>
                  </a:cubicBezTo>
                  <a:cubicBezTo>
                    <a:pt x="100999" y="338247"/>
                    <a:pt x="93263" y="335920"/>
                    <a:pt x="91536" y="328786"/>
                  </a:cubicBezTo>
                  <a:cubicBezTo>
                    <a:pt x="91198" y="326549"/>
                    <a:pt x="91198" y="324266"/>
                    <a:pt x="91536" y="322029"/>
                  </a:cubicBezTo>
                  <a:cubicBezTo>
                    <a:pt x="96267" y="268494"/>
                    <a:pt x="97919" y="234706"/>
                    <a:pt x="102651" y="181095"/>
                  </a:cubicBezTo>
                  <a:cubicBezTo>
                    <a:pt x="103176" y="175088"/>
                    <a:pt x="98145" y="167730"/>
                    <a:pt x="96643" y="161873"/>
                  </a:cubicBezTo>
                  <a:cubicBezTo>
                    <a:pt x="95141" y="156017"/>
                    <a:pt x="85753" y="150085"/>
                    <a:pt x="82224" y="145655"/>
                  </a:cubicBezTo>
                  <a:cubicBezTo>
                    <a:pt x="67204" y="126283"/>
                    <a:pt x="56014" y="110666"/>
                    <a:pt x="37164" y="96700"/>
                  </a:cubicBezTo>
                  <a:cubicBezTo>
                    <a:pt x="27468" y="90341"/>
                    <a:pt x="18329" y="83185"/>
                    <a:pt x="9827" y="75301"/>
                  </a:cubicBezTo>
                  <a:cubicBezTo>
                    <a:pt x="1641" y="66816"/>
                    <a:pt x="590" y="56680"/>
                    <a:pt x="-11" y="44291"/>
                  </a:cubicBezTo>
                  <a:cubicBezTo>
                    <a:pt x="-492" y="28118"/>
                    <a:pt x="8445" y="13131"/>
                    <a:pt x="22895" y="5848"/>
                  </a:cubicBezTo>
                  <a:cubicBezTo>
                    <a:pt x="51358" y="-7893"/>
                    <a:pt x="39642" y="4271"/>
                    <a:pt x="58117" y="23643"/>
                  </a:cubicBezTo>
                  <a:cubicBezTo>
                    <a:pt x="79896" y="46844"/>
                    <a:pt x="126232" y="79581"/>
                    <a:pt x="145908" y="105335"/>
                  </a:cubicBezTo>
                  <a:close/>
                </a:path>
              </a:pathLst>
            </a:custGeom>
            <a:solidFill>
              <a:srgbClr val="5E625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8" name="Content Placeholder 4">
              <a:extLst>
                <a:ext uri="{FF2B5EF4-FFF2-40B4-BE49-F238E27FC236}">
                  <a16:creationId xmlns:a16="http://schemas.microsoft.com/office/drawing/2014/main" id="{98C97EF6-B0B2-4CF6-9237-891861419C51}"/>
                </a:ext>
              </a:extLst>
            </p:cNvPr>
            <p:cNvSpPr/>
            <p:nvPr/>
          </p:nvSpPr>
          <p:spPr>
            <a:xfrm>
              <a:off x="9470759" y="2722110"/>
              <a:ext cx="91323" cy="144418"/>
            </a:xfrm>
            <a:custGeom>
              <a:avLst/>
              <a:gdLst>
                <a:gd name="connsiteX0" fmla="*/ 82826 w 91323"/>
                <a:gd name="connsiteY0" fmla="*/ 102679 h 144418"/>
                <a:gd name="connsiteX1" fmla="*/ 77419 w 91323"/>
                <a:gd name="connsiteY1" fmla="*/ 120324 h 144418"/>
                <a:gd name="connsiteX2" fmla="*/ 49782 w 91323"/>
                <a:gd name="connsiteY2" fmla="*/ 141197 h 144418"/>
                <a:gd name="connsiteX3" fmla="*/ 26050 w 91323"/>
                <a:gd name="connsiteY3" fmla="*/ 141197 h 144418"/>
                <a:gd name="connsiteX4" fmla="*/ 14185 w 91323"/>
                <a:gd name="connsiteY4" fmla="*/ 119798 h 144418"/>
                <a:gd name="connsiteX5" fmla="*/ 4797 w 91323"/>
                <a:gd name="connsiteY5" fmla="*/ 103730 h 144418"/>
                <a:gd name="connsiteX6" fmla="*/ 1868 w 91323"/>
                <a:gd name="connsiteY6" fmla="*/ 58304 h 144418"/>
                <a:gd name="connsiteX7" fmla="*/ 24398 w 91323"/>
                <a:gd name="connsiteY7" fmla="*/ 7697 h 144418"/>
                <a:gd name="connsiteX8" fmla="*/ 47454 w 91323"/>
                <a:gd name="connsiteY8" fmla="*/ 189 h 144418"/>
                <a:gd name="connsiteX9" fmla="*/ 69083 w 91323"/>
                <a:gd name="connsiteY9" fmla="*/ 4469 h 144418"/>
                <a:gd name="connsiteX10" fmla="*/ 86957 w 91323"/>
                <a:gd name="connsiteY10" fmla="*/ 29697 h 144418"/>
                <a:gd name="connsiteX11" fmla="*/ 82826 w 91323"/>
                <a:gd name="connsiteY11" fmla="*/ 102679 h 144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1323" h="144418">
                  <a:moveTo>
                    <a:pt x="82826" y="102679"/>
                  </a:moveTo>
                  <a:cubicBezTo>
                    <a:pt x="81760" y="108761"/>
                    <a:pt x="79942" y="114685"/>
                    <a:pt x="77419" y="120324"/>
                  </a:cubicBezTo>
                  <a:cubicBezTo>
                    <a:pt x="71306" y="130640"/>
                    <a:pt x="61378" y="138142"/>
                    <a:pt x="49782" y="141197"/>
                  </a:cubicBezTo>
                  <a:cubicBezTo>
                    <a:pt x="41822" y="144126"/>
                    <a:pt x="32809" y="146603"/>
                    <a:pt x="26050" y="141197"/>
                  </a:cubicBezTo>
                  <a:cubicBezTo>
                    <a:pt x="19292" y="135791"/>
                    <a:pt x="18015" y="127157"/>
                    <a:pt x="14185" y="119798"/>
                  </a:cubicBezTo>
                  <a:cubicBezTo>
                    <a:pt x="11331" y="114167"/>
                    <a:pt x="7426" y="109512"/>
                    <a:pt x="4797" y="103730"/>
                  </a:cubicBezTo>
                  <a:cubicBezTo>
                    <a:pt x="-415" y="89164"/>
                    <a:pt x="-1429" y="73419"/>
                    <a:pt x="1868" y="58304"/>
                  </a:cubicBezTo>
                  <a:cubicBezTo>
                    <a:pt x="4947" y="38782"/>
                    <a:pt x="11406" y="17984"/>
                    <a:pt x="24398" y="7697"/>
                  </a:cubicBezTo>
                  <a:cubicBezTo>
                    <a:pt x="31150" y="2922"/>
                    <a:pt x="39185" y="309"/>
                    <a:pt x="47454" y="189"/>
                  </a:cubicBezTo>
                  <a:cubicBezTo>
                    <a:pt x="54934" y="-630"/>
                    <a:pt x="62481" y="864"/>
                    <a:pt x="69083" y="4469"/>
                  </a:cubicBezTo>
                  <a:cubicBezTo>
                    <a:pt x="77794" y="10543"/>
                    <a:pt x="84118" y="19463"/>
                    <a:pt x="86957" y="29697"/>
                  </a:cubicBezTo>
                  <a:cubicBezTo>
                    <a:pt x="96194" y="55151"/>
                    <a:pt x="88684" y="76249"/>
                    <a:pt x="82826" y="102679"/>
                  </a:cubicBezTo>
                  <a:close/>
                </a:path>
              </a:pathLst>
            </a:custGeom>
            <a:solidFill>
              <a:srgbClr val="FFE0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9" name="Content Placeholder 4">
              <a:extLst>
                <a:ext uri="{FF2B5EF4-FFF2-40B4-BE49-F238E27FC236}">
                  <a16:creationId xmlns:a16="http://schemas.microsoft.com/office/drawing/2014/main" id="{36E62361-5530-82B4-DB7F-FF2B5AA3C1C7}"/>
                </a:ext>
              </a:extLst>
            </p:cNvPr>
            <p:cNvSpPr/>
            <p:nvPr/>
          </p:nvSpPr>
          <p:spPr>
            <a:xfrm>
              <a:off x="9457622" y="2728669"/>
              <a:ext cx="115969" cy="116497"/>
            </a:xfrm>
            <a:custGeom>
              <a:avLst/>
              <a:gdLst>
                <a:gd name="connsiteX0" fmla="*/ 105802 w 115969"/>
                <a:gd name="connsiteY0" fmla="*/ 40558 h 116497"/>
                <a:gd name="connsiteX1" fmla="*/ 115940 w 115969"/>
                <a:gd name="connsiteY1" fmla="*/ 65636 h 116497"/>
                <a:gd name="connsiteX2" fmla="*/ 104225 w 115969"/>
                <a:gd name="connsiteY2" fmla="*/ 58803 h 116497"/>
                <a:gd name="connsiteX3" fmla="*/ 101822 w 115969"/>
                <a:gd name="connsiteY3" fmla="*/ 57226 h 116497"/>
                <a:gd name="connsiteX4" fmla="*/ 97316 w 115969"/>
                <a:gd name="connsiteY4" fmla="*/ 59854 h 116497"/>
                <a:gd name="connsiteX5" fmla="*/ 94086 w 115969"/>
                <a:gd name="connsiteY5" fmla="*/ 64660 h 116497"/>
                <a:gd name="connsiteX6" fmla="*/ 86576 w 115969"/>
                <a:gd name="connsiteY6" fmla="*/ 53622 h 116497"/>
                <a:gd name="connsiteX7" fmla="*/ 84549 w 115969"/>
                <a:gd name="connsiteY7" fmla="*/ 51745 h 116497"/>
                <a:gd name="connsiteX8" fmla="*/ 81770 w 115969"/>
                <a:gd name="connsiteY8" fmla="*/ 52496 h 116497"/>
                <a:gd name="connsiteX9" fmla="*/ 64272 w 115969"/>
                <a:gd name="connsiteY9" fmla="*/ 63233 h 116497"/>
                <a:gd name="connsiteX10" fmla="*/ 64272 w 115969"/>
                <a:gd name="connsiteY10" fmla="*/ 53322 h 116497"/>
                <a:gd name="connsiteX11" fmla="*/ 56386 w 115969"/>
                <a:gd name="connsiteY11" fmla="*/ 58578 h 116497"/>
                <a:gd name="connsiteX12" fmla="*/ 44671 w 115969"/>
                <a:gd name="connsiteY12" fmla="*/ 70892 h 116497"/>
                <a:gd name="connsiteX13" fmla="*/ 41216 w 115969"/>
                <a:gd name="connsiteY13" fmla="*/ 57377 h 116497"/>
                <a:gd name="connsiteX14" fmla="*/ 21615 w 115969"/>
                <a:gd name="connsiteY14" fmla="*/ 91991 h 116497"/>
                <a:gd name="connsiteX15" fmla="*/ 16433 w 115969"/>
                <a:gd name="connsiteY15" fmla="*/ 82155 h 116497"/>
                <a:gd name="connsiteX16" fmla="*/ 27698 w 115969"/>
                <a:gd name="connsiteY16" fmla="*/ 116468 h 116497"/>
                <a:gd name="connsiteX17" fmla="*/ 12678 w 115969"/>
                <a:gd name="connsiteY17" fmla="*/ 89213 h 116497"/>
                <a:gd name="connsiteX18" fmla="*/ 4342 w 115969"/>
                <a:gd name="connsiteY18" fmla="*/ 78926 h 116497"/>
                <a:gd name="connsiteX19" fmla="*/ 5694 w 115969"/>
                <a:gd name="connsiteY19" fmla="*/ 91690 h 116497"/>
                <a:gd name="connsiteX20" fmla="*/ 662 w 115969"/>
                <a:gd name="connsiteY20" fmla="*/ 72694 h 116497"/>
                <a:gd name="connsiteX21" fmla="*/ 4567 w 115969"/>
                <a:gd name="connsiteY21" fmla="*/ 64284 h 116497"/>
                <a:gd name="connsiteX22" fmla="*/ 15832 w 115969"/>
                <a:gd name="connsiteY22" fmla="*/ 47315 h 116497"/>
                <a:gd name="connsiteX23" fmla="*/ 26271 w 115969"/>
                <a:gd name="connsiteY23" fmla="*/ 36053 h 116497"/>
                <a:gd name="connsiteX24" fmla="*/ 39113 w 115969"/>
                <a:gd name="connsiteY24" fmla="*/ 15179 h 116497"/>
                <a:gd name="connsiteX25" fmla="*/ 52631 w 115969"/>
                <a:gd name="connsiteY25" fmla="*/ 6094 h 116497"/>
                <a:gd name="connsiteX26" fmla="*/ 69679 w 115969"/>
                <a:gd name="connsiteY26" fmla="*/ 12 h 116497"/>
                <a:gd name="connsiteX27" fmla="*/ 86576 w 115969"/>
                <a:gd name="connsiteY27" fmla="*/ 3241 h 116497"/>
                <a:gd name="connsiteX28" fmla="*/ 99869 w 115969"/>
                <a:gd name="connsiteY28" fmla="*/ 11575 h 116497"/>
                <a:gd name="connsiteX29" fmla="*/ 102798 w 115969"/>
                <a:gd name="connsiteY29" fmla="*/ 22312 h 116497"/>
                <a:gd name="connsiteX30" fmla="*/ 105802 w 115969"/>
                <a:gd name="connsiteY30" fmla="*/ 40558 h 11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5969" h="116497">
                  <a:moveTo>
                    <a:pt x="105802" y="40558"/>
                  </a:moveTo>
                  <a:cubicBezTo>
                    <a:pt x="106425" y="49786"/>
                    <a:pt x="109977" y="58570"/>
                    <a:pt x="115940" y="65636"/>
                  </a:cubicBezTo>
                  <a:cubicBezTo>
                    <a:pt x="111509" y="64412"/>
                    <a:pt x="107477" y="62054"/>
                    <a:pt x="104225" y="58803"/>
                  </a:cubicBezTo>
                  <a:cubicBezTo>
                    <a:pt x="103549" y="58113"/>
                    <a:pt x="102723" y="57572"/>
                    <a:pt x="101822" y="57226"/>
                  </a:cubicBezTo>
                  <a:cubicBezTo>
                    <a:pt x="100019" y="56776"/>
                    <a:pt x="98367" y="58278"/>
                    <a:pt x="97316" y="59854"/>
                  </a:cubicBezTo>
                  <a:cubicBezTo>
                    <a:pt x="96460" y="61596"/>
                    <a:pt x="95370" y="63211"/>
                    <a:pt x="94086" y="64660"/>
                  </a:cubicBezTo>
                  <a:lnTo>
                    <a:pt x="86576" y="53622"/>
                  </a:lnTo>
                  <a:cubicBezTo>
                    <a:pt x="86141" y="52781"/>
                    <a:pt x="85420" y="52113"/>
                    <a:pt x="84549" y="51745"/>
                  </a:cubicBezTo>
                  <a:cubicBezTo>
                    <a:pt x="83557" y="51588"/>
                    <a:pt x="82543" y="51865"/>
                    <a:pt x="81770" y="52496"/>
                  </a:cubicBezTo>
                  <a:cubicBezTo>
                    <a:pt x="75754" y="55777"/>
                    <a:pt x="69919" y="59359"/>
                    <a:pt x="64272" y="63233"/>
                  </a:cubicBezTo>
                  <a:cubicBezTo>
                    <a:pt x="63446" y="59982"/>
                    <a:pt x="63446" y="56573"/>
                    <a:pt x="64272" y="53322"/>
                  </a:cubicBezTo>
                  <a:cubicBezTo>
                    <a:pt x="61095" y="54073"/>
                    <a:pt x="58301" y="55935"/>
                    <a:pt x="56386" y="58578"/>
                  </a:cubicBezTo>
                  <a:lnTo>
                    <a:pt x="44671" y="70892"/>
                  </a:lnTo>
                  <a:cubicBezTo>
                    <a:pt x="43469" y="66387"/>
                    <a:pt x="42343" y="61882"/>
                    <a:pt x="41216" y="57377"/>
                  </a:cubicBezTo>
                  <a:cubicBezTo>
                    <a:pt x="31250" y="66604"/>
                    <a:pt x="24401" y="78701"/>
                    <a:pt x="21615" y="91991"/>
                  </a:cubicBezTo>
                  <a:cubicBezTo>
                    <a:pt x="19069" y="89213"/>
                    <a:pt x="17281" y="85826"/>
                    <a:pt x="16433" y="82155"/>
                  </a:cubicBezTo>
                  <a:cubicBezTo>
                    <a:pt x="18243" y="94138"/>
                    <a:pt x="22050" y="105739"/>
                    <a:pt x="27698" y="116468"/>
                  </a:cubicBezTo>
                  <a:cubicBezTo>
                    <a:pt x="20939" y="108960"/>
                    <a:pt x="19287" y="97021"/>
                    <a:pt x="12678" y="89213"/>
                  </a:cubicBezTo>
                  <a:cubicBezTo>
                    <a:pt x="9336" y="86284"/>
                    <a:pt x="6520" y="82800"/>
                    <a:pt x="4342" y="78926"/>
                  </a:cubicBezTo>
                  <a:cubicBezTo>
                    <a:pt x="3388" y="83213"/>
                    <a:pt x="3861" y="87696"/>
                    <a:pt x="5694" y="91690"/>
                  </a:cubicBezTo>
                  <a:cubicBezTo>
                    <a:pt x="730" y="86720"/>
                    <a:pt x="-1186" y="79467"/>
                    <a:pt x="662" y="72694"/>
                  </a:cubicBezTo>
                  <a:cubicBezTo>
                    <a:pt x="1608" y="69743"/>
                    <a:pt x="2922" y="66912"/>
                    <a:pt x="4567" y="64284"/>
                  </a:cubicBezTo>
                  <a:cubicBezTo>
                    <a:pt x="7767" y="58278"/>
                    <a:pt x="11537" y="52594"/>
                    <a:pt x="15832" y="47315"/>
                  </a:cubicBezTo>
                  <a:cubicBezTo>
                    <a:pt x="19212" y="43486"/>
                    <a:pt x="23342" y="40257"/>
                    <a:pt x="26271" y="36053"/>
                  </a:cubicBezTo>
                  <a:cubicBezTo>
                    <a:pt x="30169" y="28867"/>
                    <a:pt x="34457" y="21899"/>
                    <a:pt x="39113" y="15179"/>
                  </a:cubicBezTo>
                  <a:cubicBezTo>
                    <a:pt x="43018" y="11342"/>
                    <a:pt x="47600" y="8256"/>
                    <a:pt x="52631" y="6094"/>
                  </a:cubicBezTo>
                  <a:cubicBezTo>
                    <a:pt x="57888" y="3038"/>
                    <a:pt x="63671" y="973"/>
                    <a:pt x="69679" y="12"/>
                  </a:cubicBezTo>
                  <a:cubicBezTo>
                    <a:pt x="75484" y="-266"/>
                    <a:pt x="81282" y="845"/>
                    <a:pt x="86576" y="3241"/>
                  </a:cubicBezTo>
                  <a:cubicBezTo>
                    <a:pt x="91751" y="4600"/>
                    <a:pt x="96392" y="7505"/>
                    <a:pt x="99869" y="11575"/>
                  </a:cubicBezTo>
                  <a:cubicBezTo>
                    <a:pt x="101318" y="15007"/>
                    <a:pt x="102302" y="18618"/>
                    <a:pt x="102798" y="22312"/>
                  </a:cubicBezTo>
                  <a:cubicBezTo>
                    <a:pt x="104074" y="28319"/>
                    <a:pt x="104826" y="34701"/>
                    <a:pt x="105802" y="40558"/>
                  </a:cubicBezTo>
                  <a:close/>
                </a:path>
              </a:pathLst>
            </a:custGeom>
            <a:solidFill>
              <a:srgbClr val="443B3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0" name="Content Placeholder 4">
              <a:extLst>
                <a:ext uri="{FF2B5EF4-FFF2-40B4-BE49-F238E27FC236}">
                  <a16:creationId xmlns:a16="http://schemas.microsoft.com/office/drawing/2014/main" id="{25821AE4-21F7-5A43-E412-39B9C2C1D6E8}"/>
                </a:ext>
              </a:extLst>
            </p:cNvPr>
            <p:cNvSpPr/>
            <p:nvPr/>
          </p:nvSpPr>
          <p:spPr>
            <a:xfrm>
              <a:off x="9422076" y="2714062"/>
              <a:ext cx="145210" cy="78690"/>
            </a:xfrm>
            <a:custGeom>
              <a:avLst/>
              <a:gdLst>
                <a:gd name="connsiteX0" fmla="*/ 1587 w 145210"/>
                <a:gd name="connsiteY0" fmla="*/ 76038 h 78690"/>
                <a:gd name="connsiteX1" fmla="*/ 17508 w 145210"/>
                <a:gd name="connsiteY1" fmla="*/ 76864 h 78690"/>
                <a:gd name="connsiteX2" fmla="*/ 46046 w 145210"/>
                <a:gd name="connsiteY2" fmla="*/ 70482 h 78690"/>
                <a:gd name="connsiteX3" fmla="*/ 50552 w 145210"/>
                <a:gd name="connsiteY3" fmla="*/ 70482 h 78690"/>
                <a:gd name="connsiteX4" fmla="*/ 81569 w 145210"/>
                <a:gd name="connsiteY4" fmla="*/ 62974 h 78690"/>
                <a:gd name="connsiteX5" fmla="*/ 95312 w 145210"/>
                <a:gd name="connsiteY5" fmla="*/ 59294 h 78690"/>
                <a:gd name="connsiteX6" fmla="*/ 117842 w 145210"/>
                <a:gd name="connsiteY6" fmla="*/ 58243 h 78690"/>
                <a:gd name="connsiteX7" fmla="*/ 138419 w 145210"/>
                <a:gd name="connsiteY7" fmla="*/ 60196 h 78690"/>
                <a:gd name="connsiteX8" fmla="*/ 145103 w 145210"/>
                <a:gd name="connsiteY8" fmla="*/ 60196 h 78690"/>
                <a:gd name="connsiteX9" fmla="*/ 143451 w 145210"/>
                <a:gd name="connsiteY9" fmla="*/ 49684 h 78690"/>
                <a:gd name="connsiteX10" fmla="*/ 139245 w 145210"/>
                <a:gd name="connsiteY10" fmla="*/ 34667 h 78690"/>
                <a:gd name="connsiteX11" fmla="*/ 128356 w 145210"/>
                <a:gd name="connsiteY11" fmla="*/ 11165 h 78690"/>
                <a:gd name="connsiteX12" fmla="*/ 117917 w 145210"/>
                <a:gd name="connsiteY12" fmla="*/ 4633 h 78690"/>
                <a:gd name="connsiteX13" fmla="*/ 60691 w 145210"/>
                <a:gd name="connsiteY13" fmla="*/ 6585 h 78690"/>
                <a:gd name="connsiteX14" fmla="*/ 50402 w 145210"/>
                <a:gd name="connsiteY14" fmla="*/ 12817 h 78690"/>
                <a:gd name="connsiteX15" fmla="*/ 43643 w 145210"/>
                <a:gd name="connsiteY15" fmla="*/ 37520 h 78690"/>
                <a:gd name="connsiteX16" fmla="*/ 44995 w 145210"/>
                <a:gd name="connsiteY16" fmla="*/ 57042 h 78690"/>
                <a:gd name="connsiteX17" fmla="*/ 25694 w 145210"/>
                <a:gd name="connsiteY17" fmla="*/ 58393 h 78690"/>
                <a:gd name="connsiteX18" fmla="*/ 3164 w 145210"/>
                <a:gd name="connsiteY18" fmla="*/ 67479 h 78690"/>
                <a:gd name="connsiteX19" fmla="*/ 85 w 145210"/>
                <a:gd name="connsiteY19" fmla="*/ 70933 h 78690"/>
                <a:gd name="connsiteX20" fmla="*/ 1587 w 145210"/>
                <a:gd name="connsiteY20" fmla="*/ 76038 h 78690"/>
                <a:gd name="connsiteX21" fmla="*/ 109431 w 145210"/>
                <a:gd name="connsiteY21" fmla="*/ 43001 h 78690"/>
                <a:gd name="connsiteX22" fmla="*/ 112735 w 145210"/>
                <a:gd name="connsiteY22" fmla="*/ 38646 h 78690"/>
                <a:gd name="connsiteX23" fmla="*/ 117842 w 145210"/>
                <a:gd name="connsiteY23" fmla="*/ 37520 h 78690"/>
                <a:gd name="connsiteX24" fmla="*/ 135340 w 145210"/>
                <a:gd name="connsiteY24" fmla="*/ 39172 h 78690"/>
                <a:gd name="connsiteX25" fmla="*/ 136842 w 145210"/>
                <a:gd name="connsiteY25" fmla="*/ 39848 h 78690"/>
                <a:gd name="connsiteX26" fmla="*/ 137593 w 145210"/>
                <a:gd name="connsiteY26" fmla="*/ 41124 h 78690"/>
                <a:gd name="connsiteX27" fmla="*/ 139396 w 145210"/>
                <a:gd name="connsiteY27" fmla="*/ 50360 h 78690"/>
                <a:gd name="connsiteX28" fmla="*/ 132937 w 145210"/>
                <a:gd name="connsiteY28" fmla="*/ 51561 h 78690"/>
                <a:gd name="connsiteX29" fmla="*/ 114012 w 145210"/>
                <a:gd name="connsiteY29" fmla="*/ 51561 h 78690"/>
                <a:gd name="connsiteX30" fmla="*/ 110857 w 145210"/>
                <a:gd name="connsiteY30" fmla="*/ 50810 h 78690"/>
                <a:gd name="connsiteX31" fmla="*/ 110106 w 145210"/>
                <a:gd name="connsiteY31" fmla="*/ 48107 h 78690"/>
                <a:gd name="connsiteX32" fmla="*/ 109431 w 145210"/>
                <a:gd name="connsiteY32" fmla="*/ 43001 h 78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5210" h="78690">
                  <a:moveTo>
                    <a:pt x="1587" y="76038"/>
                  </a:moveTo>
                  <a:cubicBezTo>
                    <a:pt x="5717" y="80243"/>
                    <a:pt x="12176" y="78516"/>
                    <a:pt x="17508" y="76864"/>
                  </a:cubicBezTo>
                  <a:cubicBezTo>
                    <a:pt x="26821" y="73936"/>
                    <a:pt x="36734" y="73335"/>
                    <a:pt x="46046" y="70482"/>
                  </a:cubicBezTo>
                  <a:cubicBezTo>
                    <a:pt x="47503" y="71008"/>
                    <a:pt x="49095" y="71008"/>
                    <a:pt x="50552" y="70482"/>
                  </a:cubicBezTo>
                  <a:cubicBezTo>
                    <a:pt x="60916" y="68380"/>
                    <a:pt x="71280" y="66202"/>
                    <a:pt x="81569" y="62974"/>
                  </a:cubicBezTo>
                  <a:cubicBezTo>
                    <a:pt x="86074" y="61622"/>
                    <a:pt x="90656" y="60196"/>
                    <a:pt x="95312" y="59294"/>
                  </a:cubicBezTo>
                  <a:cubicBezTo>
                    <a:pt x="102769" y="58191"/>
                    <a:pt x="110317" y="57845"/>
                    <a:pt x="117842" y="58243"/>
                  </a:cubicBezTo>
                  <a:cubicBezTo>
                    <a:pt x="124751" y="58138"/>
                    <a:pt x="131653" y="58799"/>
                    <a:pt x="138419" y="60196"/>
                  </a:cubicBezTo>
                  <a:cubicBezTo>
                    <a:pt x="140747" y="60721"/>
                    <a:pt x="143977" y="63049"/>
                    <a:pt x="145103" y="60196"/>
                  </a:cubicBezTo>
                  <a:cubicBezTo>
                    <a:pt x="145404" y="56606"/>
                    <a:pt x="144833" y="53002"/>
                    <a:pt x="143451" y="49684"/>
                  </a:cubicBezTo>
                  <a:cubicBezTo>
                    <a:pt x="142024" y="44578"/>
                    <a:pt x="140672" y="39472"/>
                    <a:pt x="139245" y="34667"/>
                  </a:cubicBezTo>
                  <a:cubicBezTo>
                    <a:pt x="137691" y="26032"/>
                    <a:pt x="133943" y="17938"/>
                    <a:pt x="128356" y="11165"/>
                  </a:cubicBezTo>
                  <a:cubicBezTo>
                    <a:pt x="125352" y="8305"/>
                    <a:pt x="121807" y="6082"/>
                    <a:pt x="117917" y="4633"/>
                  </a:cubicBezTo>
                  <a:cubicBezTo>
                    <a:pt x="99315" y="-2200"/>
                    <a:pt x="78782" y="-1501"/>
                    <a:pt x="60691" y="6585"/>
                  </a:cubicBezTo>
                  <a:cubicBezTo>
                    <a:pt x="56853" y="7907"/>
                    <a:pt x="53346" y="10032"/>
                    <a:pt x="50402" y="12817"/>
                  </a:cubicBezTo>
                  <a:cubicBezTo>
                    <a:pt x="44905" y="19800"/>
                    <a:pt x="42464" y="28713"/>
                    <a:pt x="43643" y="37520"/>
                  </a:cubicBezTo>
                  <a:cubicBezTo>
                    <a:pt x="43643" y="44052"/>
                    <a:pt x="44920" y="50585"/>
                    <a:pt x="44995" y="57042"/>
                  </a:cubicBezTo>
                  <a:cubicBezTo>
                    <a:pt x="38529" y="56539"/>
                    <a:pt x="32025" y="56997"/>
                    <a:pt x="25694" y="58393"/>
                  </a:cubicBezTo>
                  <a:cubicBezTo>
                    <a:pt x="17651" y="59880"/>
                    <a:pt x="9991" y="62974"/>
                    <a:pt x="3164" y="67479"/>
                  </a:cubicBezTo>
                  <a:cubicBezTo>
                    <a:pt x="1752" y="68222"/>
                    <a:pt x="663" y="69446"/>
                    <a:pt x="85" y="70933"/>
                  </a:cubicBezTo>
                  <a:cubicBezTo>
                    <a:pt x="-290" y="72780"/>
                    <a:pt x="273" y="74687"/>
                    <a:pt x="1587" y="76038"/>
                  </a:cubicBezTo>
                  <a:close/>
                  <a:moveTo>
                    <a:pt x="109431" y="43001"/>
                  </a:moveTo>
                  <a:cubicBezTo>
                    <a:pt x="109769" y="41102"/>
                    <a:pt x="111000" y="39487"/>
                    <a:pt x="112735" y="38646"/>
                  </a:cubicBezTo>
                  <a:cubicBezTo>
                    <a:pt x="114335" y="37903"/>
                    <a:pt x="116077" y="37512"/>
                    <a:pt x="117842" y="37520"/>
                  </a:cubicBezTo>
                  <a:cubicBezTo>
                    <a:pt x="123722" y="37175"/>
                    <a:pt x="129625" y="37730"/>
                    <a:pt x="135340" y="39172"/>
                  </a:cubicBezTo>
                  <a:cubicBezTo>
                    <a:pt x="135881" y="39285"/>
                    <a:pt x="136399" y="39517"/>
                    <a:pt x="136842" y="39848"/>
                  </a:cubicBezTo>
                  <a:cubicBezTo>
                    <a:pt x="137165" y="40230"/>
                    <a:pt x="137413" y="40658"/>
                    <a:pt x="137593" y="41124"/>
                  </a:cubicBezTo>
                  <a:cubicBezTo>
                    <a:pt x="138922" y="44015"/>
                    <a:pt x="139538" y="47183"/>
                    <a:pt x="139396" y="50360"/>
                  </a:cubicBezTo>
                  <a:cubicBezTo>
                    <a:pt x="138419" y="53663"/>
                    <a:pt x="135565" y="51861"/>
                    <a:pt x="132937" y="51561"/>
                  </a:cubicBezTo>
                  <a:cubicBezTo>
                    <a:pt x="126644" y="50885"/>
                    <a:pt x="120305" y="50885"/>
                    <a:pt x="114012" y="51561"/>
                  </a:cubicBezTo>
                  <a:cubicBezTo>
                    <a:pt x="112900" y="51824"/>
                    <a:pt x="111729" y="51546"/>
                    <a:pt x="110857" y="50810"/>
                  </a:cubicBezTo>
                  <a:cubicBezTo>
                    <a:pt x="110332" y="50006"/>
                    <a:pt x="110069" y="49061"/>
                    <a:pt x="110106" y="48107"/>
                  </a:cubicBezTo>
                  <a:cubicBezTo>
                    <a:pt x="109603" y="46455"/>
                    <a:pt x="109378" y="44728"/>
                    <a:pt x="109431" y="43001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1" name="Content Placeholder 4">
              <a:extLst>
                <a:ext uri="{FF2B5EF4-FFF2-40B4-BE49-F238E27FC236}">
                  <a16:creationId xmlns:a16="http://schemas.microsoft.com/office/drawing/2014/main" id="{794E060A-7F60-2422-165E-22E07C634B04}"/>
                </a:ext>
              </a:extLst>
            </p:cNvPr>
            <p:cNvSpPr/>
            <p:nvPr/>
          </p:nvSpPr>
          <p:spPr>
            <a:xfrm>
              <a:off x="9540679" y="3378362"/>
              <a:ext cx="104450" cy="33474"/>
            </a:xfrm>
            <a:custGeom>
              <a:avLst/>
              <a:gdLst>
                <a:gd name="connsiteX0" fmla="*/ 33785 w 104450"/>
                <a:gd name="connsiteY0" fmla="*/ 5206 h 33474"/>
                <a:gd name="connsiteX1" fmla="*/ 5171 w 104450"/>
                <a:gd name="connsiteY1" fmla="*/ 476 h 33474"/>
                <a:gd name="connsiteX2" fmla="*/ 2693 w 104450"/>
                <a:gd name="connsiteY2" fmla="*/ 1677 h 33474"/>
                <a:gd name="connsiteX3" fmla="*/ 1792 w 104450"/>
                <a:gd name="connsiteY3" fmla="*/ 4380 h 33474"/>
                <a:gd name="connsiteX4" fmla="*/ 140 w 104450"/>
                <a:gd name="connsiteY4" fmla="*/ 17895 h 33474"/>
                <a:gd name="connsiteX5" fmla="*/ 140 w 104450"/>
                <a:gd name="connsiteY5" fmla="*/ 21575 h 33474"/>
                <a:gd name="connsiteX6" fmla="*/ 3219 w 104450"/>
                <a:gd name="connsiteY6" fmla="*/ 25254 h 33474"/>
                <a:gd name="connsiteX7" fmla="*/ 26275 w 104450"/>
                <a:gd name="connsiteY7" fmla="*/ 30735 h 33474"/>
                <a:gd name="connsiteX8" fmla="*/ 82975 w 104450"/>
                <a:gd name="connsiteY8" fmla="*/ 33213 h 33474"/>
                <a:gd name="connsiteX9" fmla="*/ 97094 w 104450"/>
                <a:gd name="connsiteY9" fmla="*/ 31486 h 33474"/>
                <a:gd name="connsiteX10" fmla="*/ 81173 w 104450"/>
                <a:gd name="connsiteY10" fmla="*/ 7609 h 33474"/>
                <a:gd name="connsiteX11" fmla="*/ 33785 w 104450"/>
                <a:gd name="connsiteY11" fmla="*/ 5206 h 33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4450" h="33474">
                  <a:moveTo>
                    <a:pt x="33785" y="5206"/>
                  </a:moveTo>
                  <a:cubicBezTo>
                    <a:pt x="24247" y="3029"/>
                    <a:pt x="14709" y="-1551"/>
                    <a:pt x="5171" y="476"/>
                  </a:cubicBezTo>
                  <a:cubicBezTo>
                    <a:pt x="4248" y="626"/>
                    <a:pt x="3384" y="1046"/>
                    <a:pt x="2693" y="1677"/>
                  </a:cubicBezTo>
                  <a:cubicBezTo>
                    <a:pt x="2100" y="2451"/>
                    <a:pt x="1777" y="3404"/>
                    <a:pt x="1792" y="4380"/>
                  </a:cubicBezTo>
                  <a:cubicBezTo>
                    <a:pt x="1191" y="8885"/>
                    <a:pt x="666" y="13390"/>
                    <a:pt x="140" y="17895"/>
                  </a:cubicBezTo>
                  <a:cubicBezTo>
                    <a:pt x="-86" y="19112"/>
                    <a:pt x="-86" y="20358"/>
                    <a:pt x="140" y="21575"/>
                  </a:cubicBezTo>
                  <a:cubicBezTo>
                    <a:pt x="733" y="23106"/>
                    <a:pt x="1814" y="24398"/>
                    <a:pt x="3219" y="25254"/>
                  </a:cubicBezTo>
                  <a:cubicBezTo>
                    <a:pt x="10233" y="29211"/>
                    <a:pt x="18224" y="31110"/>
                    <a:pt x="26275" y="30735"/>
                  </a:cubicBezTo>
                  <a:lnTo>
                    <a:pt x="82975" y="33213"/>
                  </a:lnTo>
                  <a:cubicBezTo>
                    <a:pt x="87751" y="33821"/>
                    <a:pt x="92603" y="33228"/>
                    <a:pt x="97094" y="31486"/>
                  </a:cubicBezTo>
                  <a:cubicBezTo>
                    <a:pt x="117145" y="21800"/>
                    <a:pt x="90710" y="8960"/>
                    <a:pt x="81173" y="7609"/>
                  </a:cubicBezTo>
                  <a:cubicBezTo>
                    <a:pt x="65552" y="5507"/>
                    <a:pt x="49255" y="8735"/>
                    <a:pt x="33785" y="5206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2" name="Content Placeholder 4">
              <a:extLst>
                <a:ext uri="{FF2B5EF4-FFF2-40B4-BE49-F238E27FC236}">
                  <a16:creationId xmlns:a16="http://schemas.microsoft.com/office/drawing/2014/main" id="{D0C418F7-ACF8-97F9-188B-2A5AA27F9AEC}"/>
                </a:ext>
              </a:extLst>
            </p:cNvPr>
            <p:cNvSpPr/>
            <p:nvPr/>
          </p:nvSpPr>
          <p:spPr>
            <a:xfrm>
              <a:off x="9538585" y="3403617"/>
              <a:ext cx="103421" cy="9226"/>
            </a:xfrm>
            <a:custGeom>
              <a:avLst/>
              <a:gdLst>
                <a:gd name="connsiteX0" fmla="*/ 5312 w 103421"/>
                <a:gd name="connsiteY0" fmla="*/ 73 h 9226"/>
                <a:gd name="connsiteX1" fmla="*/ 581 w 103421"/>
                <a:gd name="connsiteY1" fmla="*/ 1425 h 9226"/>
                <a:gd name="connsiteX2" fmla="*/ 1933 w 103421"/>
                <a:gd name="connsiteY2" fmla="*/ 7281 h 9226"/>
                <a:gd name="connsiteX3" fmla="*/ 8016 w 103421"/>
                <a:gd name="connsiteY3" fmla="*/ 8708 h 9226"/>
                <a:gd name="connsiteX4" fmla="*/ 93104 w 103421"/>
                <a:gd name="connsiteY4" fmla="*/ 8708 h 9226"/>
                <a:gd name="connsiteX5" fmla="*/ 99187 w 103421"/>
                <a:gd name="connsiteY5" fmla="*/ 7882 h 9226"/>
                <a:gd name="connsiteX6" fmla="*/ 103393 w 103421"/>
                <a:gd name="connsiteY6" fmla="*/ 3527 h 9226"/>
                <a:gd name="connsiteX7" fmla="*/ 85068 w 103421"/>
                <a:gd name="connsiteY7" fmla="*/ 2701 h 9226"/>
                <a:gd name="connsiteX8" fmla="*/ 65767 w 103421"/>
                <a:gd name="connsiteY8" fmla="*/ 2026 h 9226"/>
                <a:gd name="connsiteX9" fmla="*/ 26866 w 103421"/>
                <a:gd name="connsiteY9" fmla="*/ 674 h 9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3421" h="9226">
                  <a:moveTo>
                    <a:pt x="5312" y="73"/>
                  </a:moveTo>
                  <a:cubicBezTo>
                    <a:pt x="3607" y="-265"/>
                    <a:pt x="1850" y="239"/>
                    <a:pt x="581" y="1425"/>
                  </a:cubicBezTo>
                  <a:cubicBezTo>
                    <a:pt x="-605" y="3422"/>
                    <a:pt x="-12" y="6005"/>
                    <a:pt x="1933" y="7281"/>
                  </a:cubicBezTo>
                  <a:cubicBezTo>
                    <a:pt x="3780" y="8325"/>
                    <a:pt x="5891" y="8821"/>
                    <a:pt x="8016" y="8708"/>
                  </a:cubicBezTo>
                  <a:cubicBezTo>
                    <a:pt x="36404" y="9534"/>
                    <a:pt x="64791" y="9159"/>
                    <a:pt x="93104" y="8708"/>
                  </a:cubicBezTo>
                  <a:cubicBezTo>
                    <a:pt x="95162" y="8813"/>
                    <a:pt x="97227" y="8536"/>
                    <a:pt x="99187" y="7882"/>
                  </a:cubicBezTo>
                  <a:cubicBezTo>
                    <a:pt x="101222" y="7221"/>
                    <a:pt x="102799" y="5585"/>
                    <a:pt x="103393" y="3527"/>
                  </a:cubicBezTo>
                  <a:cubicBezTo>
                    <a:pt x="97317" y="2761"/>
                    <a:pt x="91189" y="2491"/>
                    <a:pt x="85068" y="2701"/>
                  </a:cubicBezTo>
                  <a:lnTo>
                    <a:pt x="65767" y="2026"/>
                  </a:lnTo>
                  <a:lnTo>
                    <a:pt x="26866" y="674"/>
                  </a:ln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3" name="Content Placeholder 4">
              <a:extLst>
                <a:ext uri="{FF2B5EF4-FFF2-40B4-BE49-F238E27FC236}">
                  <a16:creationId xmlns:a16="http://schemas.microsoft.com/office/drawing/2014/main" id="{4AF4D8D3-867F-1E19-882E-D510B5BF1106}"/>
                </a:ext>
              </a:extLst>
            </p:cNvPr>
            <p:cNvSpPr/>
            <p:nvPr/>
          </p:nvSpPr>
          <p:spPr>
            <a:xfrm>
              <a:off x="9446623" y="3365163"/>
              <a:ext cx="39951" cy="45420"/>
            </a:xfrm>
            <a:custGeom>
              <a:avLst/>
              <a:gdLst>
                <a:gd name="connsiteX0" fmla="*/ 39372 w 39951"/>
                <a:gd name="connsiteY0" fmla="*/ 12773 h 45420"/>
                <a:gd name="connsiteX1" fmla="*/ 39823 w 39951"/>
                <a:gd name="connsiteY1" fmla="*/ 8719 h 45420"/>
                <a:gd name="connsiteX2" fmla="*/ 36518 w 39951"/>
                <a:gd name="connsiteY2" fmla="*/ 5490 h 45420"/>
                <a:gd name="connsiteX3" fmla="*/ 15265 w 39951"/>
                <a:gd name="connsiteY3" fmla="*/ 9 h 45420"/>
                <a:gd name="connsiteX4" fmla="*/ 10234 w 39951"/>
                <a:gd name="connsiteY4" fmla="*/ 1661 h 45420"/>
                <a:gd name="connsiteX5" fmla="*/ 9107 w 39951"/>
                <a:gd name="connsiteY5" fmla="*/ 4214 h 45420"/>
                <a:gd name="connsiteX6" fmla="*/ 996 w 39951"/>
                <a:gd name="connsiteY6" fmla="*/ 32896 h 45420"/>
                <a:gd name="connsiteX7" fmla="*/ 996 w 39951"/>
                <a:gd name="connsiteY7" fmla="*/ 41381 h 45420"/>
                <a:gd name="connsiteX8" fmla="*/ 6103 w 39951"/>
                <a:gd name="connsiteY8" fmla="*/ 43708 h 45420"/>
                <a:gd name="connsiteX9" fmla="*/ 24202 w 39951"/>
                <a:gd name="connsiteY9" fmla="*/ 45360 h 45420"/>
                <a:gd name="connsiteX10" fmla="*/ 32613 w 39951"/>
                <a:gd name="connsiteY10" fmla="*/ 43408 h 45420"/>
                <a:gd name="connsiteX11" fmla="*/ 35241 w 39951"/>
                <a:gd name="connsiteY11" fmla="*/ 30718 h 45420"/>
                <a:gd name="connsiteX12" fmla="*/ 39372 w 39951"/>
                <a:gd name="connsiteY12" fmla="*/ 12773 h 45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951" h="45420">
                  <a:moveTo>
                    <a:pt x="39372" y="12773"/>
                  </a:moveTo>
                  <a:cubicBezTo>
                    <a:pt x="39890" y="11489"/>
                    <a:pt x="40048" y="10085"/>
                    <a:pt x="39823" y="8719"/>
                  </a:cubicBezTo>
                  <a:cubicBezTo>
                    <a:pt x="39192" y="7247"/>
                    <a:pt x="37998" y="6091"/>
                    <a:pt x="36518" y="5490"/>
                  </a:cubicBezTo>
                  <a:cubicBezTo>
                    <a:pt x="29992" y="1939"/>
                    <a:pt x="22693" y="54"/>
                    <a:pt x="15265" y="9"/>
                  </a:cubicBezTo>
                  <a:cubicBezTo>
                    <a:pt x="13425" y="-194"/>
                    <a:pt x="11593" y="407"/>
                    <a:pt x="10234" y="1661"/>
                  </a:cubicBezTo>
                  <a:cubicBezTo>
                    <a:pt x="9700" y="2434"/>
                    <a:pt x="9317" y="3298"/>
                    <a:pt x="9107" y="4214"/>
                  </a:cubicBezTo>
                  <a:lnTo>
                    <a:pt x="996" y="32896"/>
                  </a:lnTo>
                  <a:cubicBezTo>
                    <a:pt x="-371" y="35562"/>
                    <a:pt x="-371" y="38715"/>
                    <a:pt x="996" y="41381"/>
                  </a:cubicBezTo>
                  <a:cubicBezTo>
                    <a:pt x="2400" y="42687"/>
                    <a:pt x="4195" y="43498"/>
                    <a:pt x="6103" y="43708"/>
                  </a:cubicBezTo>
                  <a:cubicBezTo>
                    <a:pt x="12058" y="44894"/>
                    <a:pt x="18126" y="45450"/>
                    <a:pt x="24202" y="45360"/>
                  </a:cubicBezTo>
                  <a:cubicBezTo>
                    <a:pt x="27138" y="45548"/>
                    <a:pt x="30060" y="44864"/>
                    <a:pt x="32613" y="43408"/>
                  </a:cubicBezTo>
                  <a:cubicBezTo>
                    <a:pt x="36819" y="40555"/>
                    <a:pt x="34791" y="34998"/>
                    <a:pt x="35241" y="30718"/>
                  </a:cubicBezTo>
                  <a:cubicBezTo>
                    <a:pt x="36015" y="24614"/>
                    <a:pt x="37397" y="18600"/>
                    <a:pt x="39372" y="12773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4" name="Content Placeholder 4">
              <a:extLst>
                <a:ext uri="{FF2B5EF4-FFF2-40B4-BE49-F238E27FC236}">
                  <a16:creationId xmlns:a16="http://schemas.microsoft.com/office/drawing/2014/main" id="{054CB577-9CB8-5C0F-7182-3961D24ED41F}"/>
                </a:ext>
              </a:extLst>
            </p:cNvPr>
            <p:cNvSpPr/>
            <p:nvPr/>
          </p:nvSpPr>
          <p:spPr>
            <a:xfrm>
              <a:off x="9446914" y="3402219"/>
              <a:ext cx="35546" cy="8463"/>
            </a:xfrm>
            <a:custGeom>
              <a:avLst/>
              <a:gdLst>
                <a:gd name="connsiteX0" fmla="*/ 2508 w 35546"/>
                <a:gd name="connsiteY0" fmla="*/ -30 h 8463"/>
                <a:gd name="connsiteX1" fmla="*/ 705 w 35546"/>
                <a:gd name="connsiteY1" fmla="*/ -30 h 8463"/>
                <a:gd name="connsiteX2" fmla="*/ 30 w 35546"/>
                <a:gd name="connsiteY2" fmla="*/ 1998 h 8463"/>
                <a:gd name="connsiteX3" fmla="*/ 856 w 35546"/>
                <a:gd name="connsiteY3" fmla="*/ 5902 h 8463"/>
                <a:gd name="connsiteX4" fmla="*/ 5286 w 35546"/>
                <a:gd name="connsiteY4" fmla="*/ 7629 h 8463"/>
                <a:gd name="connsiteX5" fmla="*/ 30971 w 35546"/>
                <a:gd name="connsiteY5" fmla="*/ 8305 h 8463"/>
                <a:gd name="connsiteX6" fmla="*/ 33374 w 35546"/>
                <a:gd name="connsiteY6" fmla="*/ 7854 h 8463"/>
                <a:gd name="connsiteX7" fmla="*/ 34876 w 35546"/>
                <a:gd name="connsiteY7" fmla="*/ 1397 h 8463"/>
                <a:gd name="connsiteX8" fmla="*/ 26240 w 35546"/>
                <a:gd name="connsiteY8" fmla="*/ 946 h 8463"/>
                <a:gd name="connsiteX9" fmla="*/ 2508 w 35546"/>
                <a:gd name="connsiteY9" fmla="*/ -30 h 8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46" h="8463">
                  <a:moveTo>
                    <a:pt x="2508" y="-30"/>
                  </a:moveTo>
                  <a:cubicBezTo>
                    <a:pt x="1907" y="-30"/>
                    <a:pt x="1156" y="-30"/>
                    <a:pt x="705" y="-30"/>
                  </a:cubicBezTo>
                  <a:cubicBezTo>
                    <a:pt x="172" y="503"/>
                    <a:pt x="-76" y="1254"/>
                    <a:pt x="30" y="1998"/>
                  </a:cubicBezTo>
                  <a:cubicBezTo>
                    <a:pt x="-165" y="3357"/>
                    <a:pt x="127" y="4738"/>
                    <a:pt x="856" y="5902"/>
                  </a:cubicBezTo>
                  <a:cubicBezTo>
                    <a:pt x="2042" y="7051"/>
                    <a:pt x="3634" y="7667"/>
                    <a:pt x="5286" y="7629"/>
                  </a:cubicBezTo>
                  <a:cubicBezTo>
                    <a:pt x="13825" y="8380"/>
                    <a:pt x="22402" y="8605"/>
                    <a:pt x="30971" y="8305"/>
                  </a:cubicBezTo>
                  <a:cubicBezTo>
                    <a:pt x="31797" y="8342"/>
                    <a:pt x="32616" y="8192"/>
                    <a:pt x="33374" y="7854"/>
                  </a:cubicBezTo>
                  <a:cubicBezTo>
                    <a:pt x="35485" y="6428"/>
                    <a:pt x="36138" y="3612"/>
                    <a:pt x="34876" y="1397"/>
                  </a:cubicBezTo>
                  <a:cubicBezTo>
                    <a:pt x="33149" y="-630"/>
                    <a:pt x="28568" y="871"/>
                    <a:pt x="26240" y="946"/>
                  </a:cubicBezTo>
                  <a:cubicBezTo>
                    <a:pt x="18317" y="1450"/>
                    <a:pt x="10363" y="1119"/>
                    <a:pt x="2508" y="-30"/>
                  </a:cubicBezTo>
                  <a:close/>
                </a:path>
              </a:pathLst>
            </a:custGeom>
            <a:solidFill>
              <a:srgbClr val="EBEFE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5" name="Content Placeholder 4">
              <a:extLst>
                <a:ext uri="{FF2B5EF4-FFF2-40B4-BE49-F238E27FC236}">
                  <a16:creationId xmlns:a16="http://schemas.microsoft.com/office/drawing/2014/main" id="{0EAC71ED-34FD-E339-8703-6C99EABD6B9B}"/>
                </a:ext>
              </a:extLst>
            </p:cNvPr>
            <p:cNvSpPr/>
            <p:nvPr/>
          </p:nvSpPr>
          <p:spPr>
            <a:xfrm>
              <a:off x="9363995" y="2899022"/>
              <a:ext cx="76286" cy="115010"/>
            </a:xfrm>
            <a:custGeom>
              <a:avLst/>
              <a:gdLst>
                <a:gd name="connsiteX0" fmla="*/ 1540 w 76286"/>
                <a:gd name="connsiteY0" fmla="*/ 78189 h 115010"/>
                <a:gd name="connsiteX1" fmla="*/ 1915 w 76286"/>
                <a:gd name="connsiteY1" fmla="*/ 95834 h 115010"/>
                <a:gd name="connsiteX2" fmla="*/ 18062 w 76286"/>
                <a:gd name="connsiteY2" fmla="*/ 107547 h 115010"/>
                <a:gd name="connsiteX3" fmla="*/ 32030 w 76286"/>
                <a:gd name="connsiteY3" fmla="*/ 112953 h 115010"/>
                <a:gd name="connsiteX4" fmla="*/ 40892 w 76286"/>
                <a:gd name="connsiteY4" fmla="*/ 114980 h 115010"/>
                <a:gd name="connsiteX5" fmla="*/ 52232 w 76286"/>
                <a:gd name="connsiteY5" fmla="*/ 105144 h 115010"/>
                <a:gd name="connsiteX6" fmla="*/ 54861 w 76286"/>
                <a:gd name="connsiteY6" fmla="*/ 88776 h 115010"/>
                <a:gd name="connsiteX7" fmla="*/ 71007 w 76286"/>
                <a:gd name="connsiteY7" fmla="*/ 26 h 115010"/>
                <a:gd name="connsiteX8" fmla="*/ 1540 w 76286"/>
                <a:gd name="connsiteY8" fmla="*/ 78189 h 11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286" h="115010">
                  <a:moveTo>
                    <a:pt x="1540" y="78189"/>
                  </a:moveTo>
                  <a:cubicBezTo>
                    <a:pt x="-675" y="83888"/>
                    <a:pt x="-540" y="90233"/>
                    <a:pt x="1915" y="95834"/>
                  </a:cubicBezTo>
                  <a:cubicBezTo>
                    <a:pt x="5685" y="101585"/>
                    <a:pt x="11431" y="105752"/>
                    <a:pt x="18062" y="107547"/>
                  </a:cubicBezTo>
                  <a:lnTo>
                    <a:pt x="32030" y="112953"/>
                  </a:lnTo>
                  <a:cubicBezTo>
                    <a:pt x="34787" y="114312"/>
                    <a:pt x="37821" y="115010"/>
                    <a:pt x="40892" y="114980"/>
                  </a:cubicBezTo>
                  <a:cubicBezTo>
                    <a:pt x="46157" y="113959"/>
                    <a:pt x="50483" y="110212"/>
                    <a:pt x="52232" y="105144"/>
                  </a:cubicBezTo>
                  <a:cubicBezTo>
                    <a:pt x="54095" y="99896"/>
                    <a:pt x="54981" y="94347"/>
                    <a:pt x="54861" y="88776"/>
                  </a:cubicBezTo>
                  <a:cubicBezTo>
                    <a:pt x="54861" y="74134"/>
                    <a:pt x="89031" y="2654"/>
                    <a:pt x="71007" y="26"/>
                  </a:cubicBezTo>
                  <a:cubicBezTo>
                    <a:pt x="55312" y="-2227"/>
                    <a:pt x="6271" y="64599"/>
                    <a:pt x="1540" y="78189"/>
                  </a:cubicBezTo>
                  <a:close/>
                </a:path>
              </a:pathLst>
            </a:custGeom>
            <a:solidFill>
              <a:srgbClr val="AA4A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6" name="Content Placeholder 4">
              <a:extLst>
                <a:ext uri="{FF2B5EF4-FFF2-40B4-BE49-F238E27FC236}">
                  <a16:creationId xmlns:a16="http://schemas.microsoft.com/office/drawing/2014/main" id="{DEF4119D-6F3E-19CF-8CF2-A2212BB544FC}"/>
                </a:ext>
              </a:extLst>
            </p:cNvPr>
            <p:cNvSpPr/>
            <p:nvPr/>
          </p:nvSpPr>
          <p:spPr>
            <a:xfrm>
              <a:off x="9381905" y="2848245"/>
              <a:ext cx="149029" cy="289907"/>
            </a:xfrm>
            <a:custGeom>
              <a:avLst/>
              <a:gdLst>
                <a:gd name="connsiteX0" fmla="*/ 144720 w 149029"/>
                <a:gd name="connsiteY0" fmla="*/ 227326 h 289907"/>
                <a:gd name="connsiteX1" fmla="*/ 137960 w 149029"/>
                <a:gd name="connsiteY1" fmla="*/ 213886 h 289907"/>
                <a:gd name="connsiteX2" fmla="*/ 138411 w 149029"/>
                <a:gd name="connsiteY2" fmla="*/ 213060 h 289907"/>
                <a:gd name="connsiteX3" fmla="*/ 138411 w 149029"/>
                <a:gd name="connsiteY3" fmla="*/ 179122 h 289907"/>
                <a:gd name="connsiteX4" fmla="*/ 140288 w 149029"/>
                <a:gd name="connsiteY4" fmla="*/ 78434 h 289907"/>
                <a:gd name="connsiteX5" fmla="*/ 135032 w 149029"/>
                <a:gd name="connsiteY5" fmla="*/ 42318 h 289907"/>
                <a:gd name="connsiteX6" fmla="*/ 99885 w 149029"/>
                <a:gd name="connsiteY6" fmla="*/ 10182 h 289907"/>
                <a:gd name="connsiteX7" fmla="*/ 76153 w 149029"/>
                <a:gd name="connsiteY7" fmla="*/ -30 h 289907"/>
                <a:gd name="connsiteX8" fmla="*/ 45738 w 149029"/>
                <a:gd name="connsiteY8" fmla="*/ 30004 h 289907"/>
                <a:gd name="connsiteX9" fmla="*/ 9314 w 149029"/>
                <a:gd name="connsiteY9" fmla="*/ 127239 h 289907"/>
                <a:gd name="connsiteX10" fmla="*/ 4283 w 149029"/>
                <a:gd name="connsiteY10" fmla="*/ 171013 h 289907"/>
                <a:gd name="connsiteX11" fmla="*/ 4283 w 149029"/>
                <a:gd name="connsiteY11" fmla="*/ 171464 h 289907"/>
                <a:gd name="connsiteX12" fmla="*/ 903 w 149029"/>
                <a:gd name="connsiteY12" fmla="*/ 186480 h 289907"/>
                <a:gd name="connsiteX13" fmla="*/ 903 w 149029"/>
                <a:gd name="connsiteY13" fmla="*/ 267872 h 289907"/>
                <a:gd name="connsiteX14" fmla="*/ 3982 w 149029"/>
                <a:gd name="connsiteY14" fmla="*/ 286568 h 289907"/>
                <a:gd name="connsiteX15" fmla="*/ 13370 w 149029"/>
                <a:gd name="connsiteY15" fmla="*/ 289797 h 289907"/>
                <a:gd name="connsiteX16" fmla="*/ 46489 w 149029"/>
                <a:gd name="connsiteY16" fmla="*/ 274780 h 289907"/>
                <a:gd name="connsiteX17" fmla="*/ 70521 w 149029"/>
                <a:gd name="connsiteY17" fmla="*/ 262691 h 289907"/>
                <a:gd name="connsiteX18" fmla="*/ 96881 w 149029"/>
                <a:gd name="connsiteY18" fmla="*/ 240766 h 289907"/>
                <a:gd name="connsiteX19" fmla="*/ 149000 w 149029"/>
                <a:gd name="connsiteY19" fmla="*/ 240091 h 289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9029" h="289907">
                  <a:moveTo>
                    <a:pt x="144720" y="227326"/>
                  </a:moveTo>
                  <a:cubicBezTo>
                    <a:pt x="143473" y="222408"/>
                    <a:pt x="141160" y="217821"/>
                    <a:pt x="137960" y="213886"/>
                  </a:cubicBezTo>
                  <a:lnTo>
                    <a:pt x="138411" y="213060"/>
                  </a:lnTo>
                  <a:cubicBezTo>
                    <a:pt x="143217" y="202849"/>
                    <a:pt x="140364" y="190535"/>
                    <a:pt x="138411" y="179122"/>
                  </a:cubicBezTo>
                  <a:cubicBezTo>
                    <a:pt x="132118" y="145785"/>
                    <a:pt x="132756" y="111508"/>
                    <a:pt x="140288" y="78434"/>
                  </a:cubicBezTo>
                  <a:cubicBezTo>
                    <a:pt x="144494" y="60188"/>
                    <a:pt x="147798" y="55908"/>
                    <a:pt x="135032" y="42318"/>
                  </a:cubicBezTo>
                  <a:cubicBezTo>
                    <a:pt x="124240" y="30642"/>
                    <a:pt x="112479" y="19890"/>
                    <a:pt x="99885" y="10182"/>
                  </a:cubicBezTo>
                  <a:cubicBezTo>
                    <a:pt x="93434" y="4077"/>
                    <a:pt x="85023" y="458"/>
                    <a:pt x="76153" y="-30"/>
                  </a:cubicBezTo>
                  <a:cubicBezTo>
                    <a:pt x="62034" y="721"/>
                    <a:pt x="52572" y="16189"/>
                    <a:pt x="45738" y="30004"/>
                  </a:cubicBezTo>
                  <a:cubicBezTo>
                    <a:pt x="29584" y="60766"/>
                    <a:pt x="17350" y="93435"/>
                    <a:pt x="9314" y="127239"/>
                  </a:cubicBezTo>
                  <a:cubicBezTo>
                    <a:pt x="6213" y="141632"/>
                    <a:pt x="4523" y="156289"/>
                    <a:pt x="4283" y="171013"/>
                  </a:cubicBezTo>
                  <a:lnTo>
                    <a:pt x="4283" y="171464"/>
                  </a:lnTo>
                  <a:cubicBezTo>
                    <a:pt x="2225" y="176216"/>
                    <a:pt x="1084" y="181307"/>
                    <a:pt x="903" y="186480"/>
                  </a:cubicBezTo>
                  <a:cubicBezTo>
                    <a:pt x="-2326" y="218466"/>
                    <a:pt x="4132" y="235886"/>
                    <a:pt x="903" y="267872"/>
                  </a:cubicBezTo>
                  <a:cubicBezTo>
                    <a:pt x="-629" y="274262"/>
                    <a:pt x="483" y="281004"/>
                    <a:pt x="3982" y="286568"/>
                  </a:cubicBezTo>
                  <a:cubicBezTo>
                    <a:pt x="6453" y="289023"/>
                    <a:pt x="9915" y="290210"/>
                    <a:pt x="13370" y="289797"/>
                  </a:cubicBezTo>
                  <a:cubicBezTo>
                    <a:pt x="30042" y="288746"/>
                    <a:pt x="31694" y="284090"/>
                    <a:pt x="46489" y="274780"/>
                  </a:cubicBezTo>
                  <a:lnTo>
                    <a:pt x="70521" y="262691"/>
                  </a:lnTo>
                  <a:cubicBezTo>
                    <a:pt x="79908" y="256459"/>
                    <a:pt x="87043" y="246022"/>
                    <a:pt x="96881" y="240766"/>
                  </a:cubicBezTo>
                  <a:cubicBezTo>
                    <a:pt x="113553" y="231831"/>
                    <a:pt x="130751" y="241667"/>
                    <a:pt x="149000" y="240091"/>
                  </a:cubicBezTo>
                  <a:close/>
                </a:path>
              </a:pathLst>
            </a:custGeom>
            <a:solidFill>
              <a:srgbClr val="AA4A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7" name="Content Placeholder 4">
              <a:extLst>
                <a:ext uri="{FF2B5EF4-FFF2-40B4-BE49-F238E27FC236}">
                  <a16:creationId xmlns:a16="http://schemas.microsoft.com/office/drawing/2014/main" id="{47804D38-6CF5-4BD9-9422-C33A4B21C5D3}"/>
                </a:ext>
              </a:extLst>
            </p:cNvPr>
            <p:cNvSpPr/>
            <p:nvPr/>
          </p:nvSpPr>
          <p:spPr>
            <a:xfrm>
              <a:off x="9381305" y="3072264"/>
              <a:ext cx="146030" cy="48850"/>
            </a:xfrm>
            <a:custGeom>
              <a:avLst/>
              <a:gdLst>
                <a:gd name="connsiteX0" fmla="*/ 1953 w 146030"/>
                <a:gd name="connsiteY0" fmla="*/ 44003 h 48850"/>
                <a:gd name="connsiteX1" fmla="*/ 45737 w 146030"/>
                <a:gd name="connsiteY1" fmla="*/ 35218 h 48850"/>
                <a:gd name="connsiteX2" fmla="*/ 79081 w 146030"/>
                <a:gd name="connsiteY2" fmla="*/ 11641 h 48850"/>
                <a:gd name="connsiteX3" fmla="*/ 145319 w 146030"/>
                <a:gd name="connsiteY3" fmla="*/ 4133 h 48850"/>
                <a:gd name="connsiteX4" fmla="*/ 145852 w 146030"/>
                <a:gd name="connsiteY4" fmla="*/ 5860 h 48850"/>
                <a:gd name="connsiteX5" fmla="*/ 144643 w 146030"/>
                <a:gd name="connsiteY5" fmla="*/ 6536 h 48850"/>
                <a:gd name="connsiteX6" fmla="*/ 102437 w 146030"/>
                <a:gd name="connsiteY6" fmla="*/ 6986 h 48850"/>
                <a:gd name="connsiteX7" fmla="*/ 66089 w 146030"/>
                <a:gd name="connsiteY7" fmla="*/ 26884 h 48850"/>
                <a:gd name="connsiteX8" fmla="*/ 1953 w 146030"/>
                <a:gd name="connsiteY8" fmla="*/ 48733 h 48850"/>
                <a:gd name="connsiteX9" fmla="*/ 8 w 146030"/>
                <a:gd name="connsiteY9" fmla="*/ 45947 h 48850"/>
                <a:gd name="connsiteX10" fmla="*/ 1953 w 146030"/>
                <a:gd name="connsiteY10" fmla="*/ 44003 h 4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030" h="48850">
                  <a:moveTo>
                    <a:pt x="1953" y="44003"/>
                  </a:moveTo>
                  <a:cubicBezTo>
                    <a:pt x="17056" y="44874"/>
                    <a:pt x="32136" y="41848"/>
                    <a:pt x="45737" y="35218"/>
                  </a:cubicBezTo>
                  <a:cubicBezTo>
                    <a:pt x="57828" y="28836"/>
                    <a:pt x="67366" y="18624"/>
                    <a:pt x="79081" y="11641"/>
                  </a:cubicBezTo>
                  <a:cubicBezTo>
                    <a:pt x="98930" y="-627"/>
                    <a:pt x="123225" y="-3383"/>
                    <a:pt x="145319" y="4133"/>
                  </a:cubicBezTo>
                  <a:cubicBezTo>
                    <a:pt x="145943" y="4463"/>
                    <a:pt x="146183" y="5237"/>
                    <a:pt x="145852" y="5860"/>
                  </a:cubicBezTo>
                  <a:cubicBezTo>
                    <a:pt x="145619" y="6303"/>
                    <a:pt x="145146" y="6566"/>
                    <a:pt x="144643" y="6536"/>
                  </a:cubicBezTo>
                  <a:cubicBezTo>
                    <a:pt x="130697" y="3758"/>
                    <a:pt x="116323" y="3908"/>
                    <a:pt x="102437" y="6986"/>
                  </a:cubicBezTo>
                  <a:cubicBezTo>
                    <a:pt x="89054" y="10981"/>
                    <a:pt x="76670" y="17761"/>
                    <a:pt x="66089" y="26884"/>
                  </a:cubicBezTo>
                  <a:cubicBezTo>
                    <a:pt x="48207" y="41946"/>
                    <a:pt x="25317" y="49747"/>
                    <a:pt x="1953" y="48733"/>
                  </a:cubicBezTo>
                  <a:cubicBezTo>
                    <a:pt x="647" y="48500"/>
                    <a:pt x="-224" y="47254"/>
                    <a:pt x="8" y="45947"/>
                  </a:cubicBezTo>
                  <a:cubicBezTo>
                    <a:pt x="189" y="44956"/>
                    <a:pt x="962" y="44183"/>
                    <a:pt x="1953" y="44003"/>
                  </a:cubicBezTo>
                  <a:close/>
                </a:path>
              </a:pathLst>
            </a:custGeom>
            <a:solidFill>
              <a:srgbClr val="FFFFFF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8" name="Content Placeholder 4">
              <a:extLst>
                <a:ext uri="{FF2B5EF4-FFF2-40B4-BE49-F238E27FC236}">
                  <a16:creationId xmlns:a16="http://schemas.microsoft.com/office/drawing/2014/main" id="{FD0A0137-AEC4-33F4-77D2-B9CDDCD479C9}"/>
                </a:ext>
              </a:extLst>
            </p:cNvPr>
            <p:cNvSpPr/>
            <p:nvPr/>
          </p:nvSpPr>
          <p:spPr>
            <a:xfrm>
              <a:off x="9381370" y="3059676"/>
              <a:ext cx="139434" cy="44369"/>
            </a:xfrm>
            <a:custGeom>
              <a:avLst/>
              <a:gdLst>
                <a:gd name="connsiteX0" fmla="*/ 2489 w 139434"/>
                <a:gd name="connsiteY0" fmla="*/ 38947 h 44369"/>
                <a:gd name="connsiteX1" fmla="*/ 72257 w 139434"/>
                <a:gd name="connsiteY1" fmla="*/ 11691 h 44369"/>
                <a:gd name="connsiteX2" fmla="*/ 137969 w 139434"/>
                <a:gd name="connsiteY2" fmla="*/ 278 h 44369"/>
                <a:gd name="connsiteX3" fmla="*/ 139367 w 139434"/>
                <a:gd name="connsiteY3" fmla="*/ 2411 h 44369"/>
                <a:gd name="connsiteX4" fmla="*/ 137969 w 139434"/>
                <a:gd name="connsiteY4" fmla="*/ 3807 h 44369"/>
                <a:gd name="connsiteX5" fmla="*/ 98091 w 139434"/>
                <a:gd name="connsiteY5" fmla="*/ 8162 h 44369"/>
                <a:gd name="connsiteX6" fmla="*/ 62945 w 139434"/>
                <a:gd name="connsiteY6" fmla="*/ 22804 h 44369"/>
                <a:gd name="connsiteX7" fmla="*/ 2865 w 139434"/>
                <a:gd name="connsiteY7" fmla="*/ 44278 h 44369"/>
                <a:gd name="connsiteX8" fmla="*/ 2489 w 139434"/>
                <a:gd name="connsiteY8" fmla="*/ 38947 h 44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434" h="44369">
                  <a:moveTo>
                    <a:pt x="2489" y="38947"/>
                  </a:moveTo>
                  <a:cubicBezTo>
                    <a:pt x="27498" y="39923"/>
                    <a:pt x="50854" y="22278"/>
                    <a:pt x="72257" y="11691"/>
                  </a:cubicBezTo>
                  <a:cubicBezTo>
                    <a:pt x="92940" y="2703"/>
                    <a:pt x="115470" y="-1209"/>
                    <a:pt x="137969" y="278"/>
                  </a:cubicBezTo>
                  <a:cubicBezTo>
                    <a:pt x="138946" y="481"/>
                    <a:pt x="139569" y="1434"/>
                    <a:pt x="139367" y="2411"/>
                  </a:cubicBezTo>
                  <a:cubicBezTo>
                    <a:pt x="139224" y="3109"/>
                    <a:pt x="138676" y="3664"/>
                    <a:pt x="137969" y="3807"/>
                  </a:cubicBezTo>
                  <a:cubicBezTo>
                    <a:pt x="124602" y="4505"/>
                    <a:pt x="111294" y="5962"/>
                    <a:pt x="98091" y="8162"/>
                  </a:cubicBezTo>
                  <a:cubicBezTo>
                    <a:pt x="85655" y="11098"/>
                    <a:pt x="73789" y="16046"/>
                    <a:pt x="62945" y="22804"/>
                  </a:cubicBezTo>
                  <a:cubicBezTo>
                    <a:pt x="45521" y="32790"/>
                    <a:pt x="23067" y="45329"/>
                    <a:pt x="2865" y="44278"/>
                  </a:cubicBezTo>
                  <a:cubicBezTo>
                    <a:pt x="-890" y="44127"/>
                    <a:pt x="-965" y="38797"/>
                    <a:pt x="2489" y="38947"/>
                  </a:cubicBez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9" name="Content Placeholder 4">
              <a:extLst>
                <a:ext uri="{FF2B5EF4-FFF2-40B4-BE49-F238E27FC236}">
                  <a16:creationId xmlns:a16="http://schemas.microsoft.com/office/drawing/2014/main" id="{69BA6D66-EE60-156C-4470-FE33DCC39323}"/>
                </a:ext>
              </a:extLst>
            </p:cNvPr>
            <p:cNvSpPr/>
            <p:nvPr/>
          </p:nvSpPr>
          <p:spPr>
            <a:xfrm>
              <a:off x="9460505" y="2898794"/>
              <a:ext cx="151635" cy="192140"/>
            </a:xfrm>
            <a:custGeom>
              <a:avLst/>
              <a:gdLst>
                <a:gd name="connsiteX0" fmla="*/ 4913 w 151635"/>
                <a:gd name="connsiteY0" fmla="*/ 96812 h 192140"/>
                <a:gd name="connsiteX1" fmla="*/ 8518 w 151635"/>
                <a:gd name="connsiteY1" fmla="*/ 111829 h 192140"/>
                <a:gd name="connsiteX2" fmla="*/ 29020 w 151635"/>
                <a:gd name="connsiteY2" fmla="*/ 130525 h 192140"/>
                <a:gd name="connsiteX3" fmla="*/ 125073 w 151635"/>
                <a:gd name="connsiteY3" fmla="*/ 186538 h 192140"/>
                <a:gd name="connsiteX4" fmla="*/ 139417 w 151635"/>
                <a:gd name="connsiteY4" fmla="*/ 192095 h 192140"/>
                <a:gd name="connsiteX5" fmla="*/ 151358 w 151635"/>
                <a:gd name="connsiteY5" fmla="*/ 183385 h 192140"/>
                <a:gd name="connsiteX6" fmla="*/ 140093 w 151635"/>
                <a:gd name="connsiteY6" fmla="*/ 165139 h 192140"/>
                <a:gd name="connsiteX7" fmla="*/ 86021 w 151635"/>
                <a:gd name="connsiteY7" fmla="*/ 127597 h 192140"/>
                <a:gd name="connsiteX8" fmla="*/ 47420 w 151635"/>
                <a:gd name="connsiteY8" fmla="*/ 86601 h 192140"/>
                <a:gd name="connsiteX9" fmla="*/ 37807 w 151635"/>
                <a:gd name="connsiteY9" fmla="*/ 17748 h 192140"/>
                <a:gd name="connsiteX10" fmla="*/ 257 w 151635"/>
                <a:gd name="connsiteY10" fmla="*/ 23079 h 192140"/>
                <a:gd name="connsiteX11" fmla="*/ 4913 w 151635"/>
                <a:gd name="connsiteY11" fmla="*/ 96812 h 192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635" h="192140">
                  <a:moveTo>
                    <a:pt x="4913" y="96812"/>
                  </a:moveTo>
                  <a:cubicBezTo>
                    <a:pt x="5319" y="101978"/>
                    <a:pt x="6535" y="107046"/>
                    <a:pt x="8518" y="111829"/>
                  </a:cubicBezTo>
                  <a:cubicBezTo>
                    <a:pt x="13272" y="120013"/>
                    <a:pt x="20429" y="126538"/>
                    <a:pt x="29020" y="130525"/>
                  </a:cubicBezTo>
                  <a:lnTo>
                    <a:pt x="125073" y="186538"/>
                  </a:lnTo>
                  <a:cubicBezTo>
                    <a:pt x="129309" y="189572"/>
                    <a:pt x="134243" y="191479"/>
                    <a:pt x="139417" y="192095"/>
                  </a:cubicBezTo>
                  <a:cubicBezTo>
                    <a:pt x="144959" y="192387"/>
                    <a:pt x="149946" y="188746"/>
                    <a:pt x="151358" y="183385"/>
                  </a:cubicBezTo>
                  <a:cubicBezTo>
                    <a:pt x="153010" y="175876"/>
                    <a:pt x="146101" y="169344"/>
                    <a:pt x="140093" y="165139"/>
                  </a:cubicBezTo>
                  <a:lnTo>
                    <a:pt x="86021" y="127597"/>
                  </a:lnTo>
                  <a:cubicBezTo>
                    <a:pt x="71001" y="117010"/>
                    <a:pt x="54404" y="105072"/>
                    <a:pt x="47420" y="86601"/>
                  </a:cubicBezTo>
                  <a:cubicBezTo>
                    <a:pt x="39309" y="65052"/>
                    <a:pt x="45542" y="39448"/>
                    <a:pt x="37807" y="17748"/>
                  </a:cubicBezTo>
                  <a:cubicBezTo>
                    <a:pt x="28419" y="-8531"/>
                    <a:pt x="3111" y="-4777"/>
                    <a:pt x="257" y="23079"/>
                  </a:cubicBezTo>
                  <a:cubicBezTo>
                    <a:pt x="-727" y="47752"/>
                    <a:pt x="827" y="72462"/>
                    <a:pt x="4913" y="96812"/>
                  </a:cubicBezTo>
                  <a:close/>
                </a:path>
              </a:pathLst>
            </a:custGeom>
            <a:solidFill>
              <a:srgbClr val="AA4A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0" name="Content Placeholder 4">
              <a:extLst>
                <a:ext uri="{FF2B5EF4-FFF2-40B4-BE49-F238E27FC236}">
                  <a16:creationId xmlns:a16="http://schemas.microsoft.com/office/drawing/2014/main" id="{29520128-FAE7-3A79-78D8-497FB6942080}"/>
                </a:ext>
              </a:extLst>
            </p:cNvPr>
            <p:cNvSpPr/>
            <p:nvPr/>
          </p:nvSpPr>
          <p:spPr>
            <a:xfrm>
              <a:off x="9543551" y="3408463"/>
              <a:ext cx="103712" cy="22737"/>
            </a:xfrm>
            <a:custGeom>
              <a:avLst/>
              <a:gdLst>
                <a:gd name="connsiteX0" fmla="*/ 99553 w 103712"/>
                <a:gd name="connsiteY0" fmla="*/ 3562 h 22737"/>
                <a:gd name="connsiteX1" fmla="*/ 103684 w 103712"/>
                <a:gd name="connsiteY1" fmla="*/ 3562 h 22737"/>
                <a:gd name="connsiteX2" fmla="*/ 13564 w 103712"/>
                <a:gd name="connsiteY2" fmla="*/ 108 h 22737"/>
                <a:gd name="connsiteX3" fmla="*/ 4852 w 103712"/>
                <a:gd name="connsiteY3" fmla="*/ 1009 h 22737"/>
                <a:gd name="connsiteX4" fmla="*/ -29 w 103712"/>
                <a:gd name="connsiteY4" fmla="*/ 7691 h 22737"/>
                <a:gd name="connsiteX5" fmla="*/ 7481 w 103712"/>
                <a:gd name="connsiteY5" fmla="*/ 15200 h 22737"/>
                <a:gd name="connsiteX6" fmla="*/ 47584 w 103712"/>
                <a:gd name="connsiteY6" fmla="*/ 22708 h 22737"/>
                <a:gd name="connsiteX7" fmla="*/ 71165 w 103712"/>
                <a:gd name="connsiteY7" fmla="*/ 22107 h 22737"/>
                <a:gd name="connsiteX8" fmla="*/ 86937 w 103712"/>
                <a:gd name="connsiteY8" fmla="*/ 19705 h 22737"/>
                <a:gd name="connsiteX9" fmla="*/ 100079 w 103712"/>
                <a:gd name="connsiteY9" fmla="*/ 11145 h 22737"/>
                <a:gd name="connsiteX10" fmla="*/ 101731 w 103712"/>
                <a:gd name="connsiteY10" fmla="*/ 7541 h 22737"/>
                <a:gd name="connsiteX11" fmla="*/ 99658 w 103712"/>
                <a:gd name="connsiteY11" fmla="*/ 3592 h 22737"/>
                <a:gd name="connsiteX12" fmla="*/ 99553 w 103712"/>
                <a:gd name="connsiteY12" fmla="*/ 3562 h 22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3712" h="22737">
                  <a:moveTo>
                    <a:pt x="99553" y="3562"/>
                  </a:moveTo>
                  <a:lnTo>
                    <a:pt x="103684" y="3562"/>
                  </a:lnTo>
                  <a:lnTo>
                    <a:pt x="13564" y="108"/>
                  </a:lnTo>
                  <a:cubicBezTo>
                    <a:pt x="10627" y="-238"/>
                    <a:pt x="7654" y="70"/>
                    <a:pt x="4852" y="1009"/>
                  </a:cubicBezTo>
                  <a:cubicBezTo>
                    <a:pt x="2036" y="2060"/>
                    <a:pt x="113" y="4688"/>
                    <a:pt x="-29" y="7691"/>
                  </a:cubicBezTo>
                  <a:cubicBezTo>
                    <a:pt x="-29" y="11220"/>
                    <a:pt x="3801" y="13473"/>
                    <a:pt x="7481" y="15200"/>
                  </a:cubicBezTo>
                  <a:cubicBezTo>
                    <a:pt x="20263" y="20178"/>
                    <a:pt x="33863" y="22723"/>
                    <a:pt x="47584" y="22708"/>
                  </a:cubicBezTo>
                  <a:cubicBezTo>
                    <a:pt x="55470" y="22708"/>
                    <a:pt x="63355" y="22708"/>
                    <a:pt x="71165" y="22107"/>
                  </a:cubicBezTo>
                  <a:cubicBezTo>
                    <a:pt x="76498" y="21950"/>
                    <a:pt x="81800" y="21146"/>
                    <a:pt x="86937" y="19705"/>
                  </a:cubicBezTo>
                  <a:cubicBezTo>
                    <a:pt x="92073" y="18233"/>
                    <a:pt x="96655" y="15252"/>
                    <a:pt x="100079" y="11145"/>
                  </a:cubicBezTo>
                  <a:cubicBezTo>
                    <a:pt x="100928" y="10101"/>
                    <a:pt x="101491" y="8863"/>
                    <a:pt x="101731" y="7541"/>
                  </a:cubicBezTo>
                  <a:cubicBezTo>
                    <a:pt x="102249" y="5874"/>
                    <a:pt x="101318" y="4110"/>
                    <a:pt x="99658" y="3592"/>
                  </a:cubicBezTo>
                  <a:cubicBezTo>
                    <a:pt x="99621" y="3584"/>
                    <a:pt x="99591" y="3569"/>
                    <a:pt x="99553" y="3562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1" name="Content Placeholder 4">
              <a:extLst>
                <a:ext uri="{FF2B5EF4-FFF2-40B4-BE49-F238E27FC236}">
                  <a16:creationId xmlns:a16="http://schemas.microsoft.com/office/drawing/2014/main" id="{E429E8B4-D4E2-A1AF-E723-FAB5C059EB51}"/>
                </a:ext>
              </a:extLst>
            </p:cNvPr>
            <p:cNvSpPr/>
            <p:nvPr/>
          </p:nvSpPr>
          <p:spPr>
            <a:xfrm>
              <a:off x="9411065" y="3406921"/>
              <a:ext cx="100506" cy="17446"/>
            </a:xfrm>
            <a:custGeom>
              <a:avLst/>
              <a:gdLst>
                <a:gd name="connsiteX0" fmla="*/ 80788 w 100506"/>
                <a:gd name="connsiteY0" fmla="*/ 15616 h 17446"/>
                <a:gd name="connsiteX1" fmla="*/ 12448 w 100506"/>
                <a:gd name="connsiteY1" fmla="*/ 12537 h 17446"/>
                <a:gd name="connsiteX2" fmla="*/ 4412 w 100506"/>
                <a:gd name="connsiteY2" fmla="*/ 9759 h 17446"/>
                <a:gd name="connsiteX3" fmla="*/ -19 w 100506"/>
                <a:gd name="connsiteY3" fmla="*/ 2926 h 17446"/>
                <a:gd name="connsiteX4" fmla="*/ 431 w 100506"/>
                <a:gd name="connsiteY4" fmla="*/ 1049 h 17446"/>
                <a:gd name="connsiteX5" fmla="*/ 4111 w 100506"/>
                <a:gd name="connsiteY5" fmla="*/ -2 h 17446"/>
                <a:gd name="connsiteX6" fmla="*/ 81389 w 100506"/>
                <a:gd name="connsiteY6" fmla="*/ 4353 h 17446"/>
                <a:gd name="connsiteX7" fmla="*/ 92879 w 100506"/>
                <a:gd name="connsiteY7" fmla="*/ 5179 h 17446"/>
                <a:gd name="connsiteX8" fmla="*/ 100389 w 100506"/>
                <a:gd name="connsiteY8" fmla="*/ 8032 h 17446"/>
                <a:gd name="connsiteX9" fmla="*/ 92128 w 100506"/>
                <a:gd name="connsiteY9" fmla="*/ 12912 h 17446"/>
                <a:gd name="connsiteX10" fmla="*/ 80788 w 100506"/>
                <a:gd name="connsiteY10" fmla="*/ 15616 h 17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0506" h="17446">
                  <a:moveTo>
                    <a:pt x="80788" y="15616"/>
                  </a:moveTo>
                  <a:cubicBezTo>
                    <a:pt x="58010" y="18799"/>
                    <a:pt x="34842" y="17755"/>
                    <a:pt x="12448" y="12537"/>
                  </a:cubicBezTo>
                  <a:cubicBezTo>
                    <a:pt x="9631" y="12079"/>
                    <a:pt x="6913" y="11140"/>
                    <a:pt x="4412" y="9759"/>
                  </a:cubicBezTo>
                  <a:cubicBezTo>
                    <a:pt x="1911" y="8332"/>
                    <a:pt x="258" y="5787"/>
                    <a:pt x="-19" y="2926"/>
                  </a:cubicBezTo>
                  <a:cubicBezTo>
                    <a:pt x="-72" y="2265"/>
                    <a:pt x="86" y="1612"/>
                    <a:pt x="431" y="1049"/>
                  </a:cubicBezTo>
                  <a:cubicBezTo>
                    <a:pt x="1183" y="-77"/>
                    <a:pt x="2759" y="-77"/>
                    <a:pt x="4111" y="-2"/>
                  </a:cubicBezTo>
                  <a:lnTo>
                    <a:pt x="81389" y="4353"/>
                  </a:lnTo>
                  <a:cubicBezTo>
                    <a:pt x="85219" y="4353"/>
                    <a:pt x="88899" y="4803"/>
                    <a:pt x="92879" y="5179"/>
                  </a:cubicBezTo>
                  <a:cubicBezTo>
                    <a:pt x="95057" y="5179"/>
                    <a:pt x="101290" y="5179"/>
                    <a:pt x="100389" y="8032"/>
                  </a:cubicBezTo>
                  <a:cubicBezTo>
                    <a:pt x="99488" y="10885"/>
                    <a:pt x="94306" y="12087"/>
                    <a:pt x="92128" y="12912"/>
                  </a:cubicBezTo>
                  <a:cubicBezTo>
                    <a:pt x="88441" y="14166"/>
                    <a:pt x="84641" y="15067"/>
                    <a:pt x="80788" y="15616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2" name="Content Placeholder 4">
              <a:extLst>
                <a:ext uri="{FF2B5EF4-FFF2-40B4-BE49-F238E27FC236}">
                  <a16:creationId xmlns:a16="http://schemas.microsoft.com/office/drawing/2014/main" id="{92C36175-7E49-4596-C81A-68007EA9DF1E}"/>
                </a:ext>
              </a:extLst>
            </p:cNvPr>
            <p:cNvSpPr/>
            <p:nvPr/>
          </p:nvSpPr>
          <p:spPr>
            <a:xfrm>
              <a:off x="9634097" y="3382178"/>
              <a:ext cx="111486" cy="103828"/>
            </a:xfrm>
            <a:custGeom>
              <a:avLst/>
              <a:gdLst>
                <a:gd name="connsiteX0" fmla="*/ 446 w 111486"/>
                <a:gd name="connsiteY0" fmla="*/ 64461 h 103828"/>
                <a:gd name="connsiteX1" fmla="*/ 10960 w 111486"/>
                <a:gd name="connsiteY1" fmla="*/ 26919 h 103828"/>
                <a:gd name="connsiteX2" fmla="*/ 28233 w 111486"/>
                <a:gd name="connsiteY2" fmla="*/ 7922 h 103828"/>
                <a:gd name="connsiteX3" fmla="*/ 34091 w 111486"/>
                <a:gd name="connsiteY3" fmla="*/ 5069 h 103828"/>
                <a:gd name="connsiteX4" fmla="*/ 47834 w 111486"/>
                <a:gd name="connsiteY4" fmla="*/ 1014 h 103828"/>
                <a:gd name="connsiteX5" fmla="*/ 100404 w 111486"/>
                <a:gd name="connsiteY5" fmla="*/ 19410 h 103828"/>
                <a:gd name="connsiteX6" fmla="*/ 106036 w 111486"/>
                <a:gd name="connsiteY6" fmla="*/ 74072 h 103828"/>
                <a:gd name="connsiteX7" fmla="*/ 73443 w 111486"/>
                <a:gd name="connsiteY7" fmla="*/ 100276 h 103828"/>
                <a:gd name="connsiteX8" fmla="*/ 31087 w 111486"/>
                <a:gd name="connsiteY8" fmla="*/ 101703 h 103828"/>
                <a:gd name="connsiteX9" fmla="*/ 1647 w 111486"/>
                <a:gd name="connsiteY9" fmla="*/ 81505 h 103828"/>
                <a:gd name="connsiteX10" fmla="*/ 446 w 111486"/>
                <a:gd name="connsiteY10" fmla="*/ 64461 h 103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486" h="103828">
                  <a:moveTo>
                    <a:pt x="446" y="64461"/>
                  </a:moveTo>
                  <a:cubicBezTo>
                    <a:pt x="2031" y="51486"/>
                    <a:pt x="5575" y="38827"/>
                    <a:pt x="10960" y="26919"/>
                  </a:cubicBezTo>
                  <a:cubicBezTo>
                    <a:pt x="14865" y="18059"/>
                    <a:pt x="18470" y="9349"/>
                    <a:pt x="28233" y="7922"/>
                  </a:cubicBezTo>
                  <a:lnTo>
                    <a:pt x="34091" y="5069"/>
                  </a:lnTo>
                  <a:cubicBezTo>
                    <a:pt x="38394" y="2914"/>
                    <a:pt x="43050" y="1548"/>
                    <a:pt x="47834" y="1014"/>
                  </a:cubicBezTo>
                  <a:cubicBezTo>
                    <a:pt x="67397" y="-2852"/>
                    <a:pt x="87524" y="4183"/>
                    <a:pt x="100404" y="19410"/>
                  </a:cubicBezTo>
                  <a:cubicBezTo>
                    <a:pt x="112743" y="34990"/>
                    <a:pt x="114943" y="56307"/>
                    <a:pt x="106036" y="74072"/>
                  </a:cubicBezTo>
                  <a:cubicBezTo>
                    <a:pt x="98910" y="86641"/>
                    <a:pt x="87254" y="96011"/>
                    <a:pt x="73443" y="100276"/>
                  </a:cubicBezTo>
                  <a:cubicBezTo>
                    <a:pt x="59685" y="104428"/>
                    <a:pt x="45093" y="104917"/>
                    <a:pt x="31087" y="101703"/>
                  </a:cubicBezTo>
                  <a:cubicBezTo>
                    <a:pt x="18846" y="99225"/>
                    <a:pt x="5778" y="93218"/>
                    <a:pt x="1647" y="81505"/>
                  </a:cubicBezTo>
                  <a:cubicBezTo>
                    <a:pt x="-57" y="75994"/>
                    <a:pt x="-470" y="70160"/>
                    <a:pt x="446" y="64461"/>
                  </a:cubicBezTo>
                  <a:close/>
                </a:path>
              </a:pathLst>
            </a:custGeom>
            <a:solidFill>
              <a:srgbClr val="333333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3" name="Content Placeholder 4">
              <a:extLst>
                <a:ext uri="{FF2B5EF4-FFF2-40B4-BE49-F238E27FC236}">
                  <a16:creationId xmlns:a16="http://schemas.microsoft.com/office/drawing/2014/main" id="{BCC7A947-E816-2461-D29D-33D5F7A5D925}"/>
                </a:ext>
              </a:extLst>
            </p:cNvPr>
            <p:cNvSpPr/>
            <p:nvPr/>
          </p:nvSpPr>
          <p:spPr>
            <a:xfrm>
              <a:off x="9631978" y="3375976"/>
              <a:ext cx="95117" cy="69912"/>
            </a:xfrm>
            <a:custGeom>
              <a:avLst/>
              <a:gdLst>
                <a:gd name="connsiteX0" fmla="*/ 90733 w 95117"/>
                <a:gd name="connsiteY0" fmla="*/ 24486 h 69912"/>
                <a:gd name="connsiteX1" fmla="*/ 87804 w 95117"/>
                <a:gd name="connsiteY1" fmla="*/ 25012 h 69912"/>
                <a:gd name="connsiteX2" fmla="*/ 70756 w 95117"/>
                <a:gd name="connsiteY2" fmla="*/ 24636 h 69912"/>
                <a:gd name="connsiteX3" fmla="*/ 57238 w 95117"/>
                <a:gd name="connsiteY3" fmla="*/ 25312 h 69912"/>
                <a:gd name="connsiteX4" fmla="*/ 27949 w 95117"/>
                <a:gd name="connsiteY4" fmla="*/ 52943 h 69912"/>
                <a:gd name="connsiteX5" fmla="*/ 24269 w 95117"/>
                <a:gd name="connsiteY5" fmla="*/ 62329 h 69912"/>
                <a:gd name="connsiteX6" fmla="*/ 13080 w 95117"/>
                <a:gd name="connsiteY6" fmla="*/ 69837 h 69912"/>
                <a:gd name="connsiteX7" fmla="*/ 1514 w 95117"/>
                <a:gd name="connsiteY7" fmla="*/ 63830 h 69912"/>
                <a:gd name="connsiteX8" fmla="*/ 538 w 95117"/>
                <a:gd name="connsiteY8" fmla="*/ 51817 h 69912"/>
                <a:gd name="connsiteX9" fmla="*/ 31629 w 95117"/>
                <a:gd name="connsiteY9" fmla="*/ 7442 h 69912"/>
                <a:gd name="connsiteX10" fmla="*/ 85476 w 95117"/>
                <a:gd name="connsiteY10" fmla="*/ 5340 h 69912"/>
                <a:gd name="connsiteX11" fmla="*/ 95089 w 95117"/>
                <a:gd name="connsiteY11" fmla="*/ 14425 h 69912"/>
                <a:gd name="connsiteX12" fmla="*/ 90733 w 95117"/>
                <a:gd name="connsiteY12" fmla="*/ 24486 h 69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5117" h="69912">
                  <a:moveTo>
                    <a:pt x="90733" y="24486"/>
                  </a:moveTo>
                  <a:cubicBezTo>
                    <a:pt x="89854" y="25004"/>
                    <a:pt x="88810" y="25192"/>
                    <a:pt x="87804" y="25012"/>
                  </a:cubicBezTo>
                  <a:lnTo>
                    <a:pt x="70756" y="24636"/>
                  </a:lnTo>
                  <a:cubicBezTo>
                    <a:pt x="66243" y="24411"/>
                    <a:pt x="61707" y="24636"/>
                    <a:pt x="57238" y="25312"/>
                  </a:cubicBezTo>
                  <a:cubicBezTo>
                    <a:pt x="43337" y="28803"/>
                    <a:pt x="32245" y="39270"/>
                    <a:pt x="27949" y="52943"/>
                  </a:cubicBezTo>
                  <a:cubicBezTo>
                    <a:pt x="27026" y="56179"/>
                    <a:pt x="25794" y="59325"/>
                    <a:pt x="24269" y="62329"/>
                  </a:cubicBezTo>
                  <a:cubicBezTo>
                    <a:pt x="21934" y="66458"/>
                    <a:pt x="17788" y="69244"/>
                    <a:pt x="13080" y="69837"/>
                  </a:cubicBezTo>
                  <a:cubicBezTo>
                    <a:pt x="8386" y="70243"/>
                    <a:pt x="3880" y="67900"/>
                    <a:pt x="1514" y="63830"/>
                  </a:cubicBezTo>
                  <a:cubicBezTo>
                    <a:pt x="-131" y="60046"/>
                    <a:pt x="-468" y="55819"/>
                    <a:pt x="538" y="51817"/>
                  </a:cubicBezTo>
                  <a:cubicBezTo>
                    <a:pt x="3925" y="33196"/>
                    <a:pt x="15280" y="16985"/>
                    <a:pt x="31629" y="7442"/>
                  </a:cubicBezTo>
                  <a:cubicBezTo>
                    <a:pt x="48241" y="-1718"/>
                    <a:pt x="68203" y="-2499"/>
                    <a:pt x="85476" y="5340"/>
                  </a:cubicBezTo>
                  <a:cubicBezTo>
                    <a:pt x="89081" y="7067"/>
                    <a:pt x="94337" y="10070"/>
                    <a:pt x="95089" y="14425"/>
                  </a:cubicBezTo>
                  <a:cubicBezTo>
                    <a:pt x="94916" y="18202"/>
                    <a:pt x="93362" y="21776"/>
                    <a:pt x="90733" y="24486"/>
                  </a:cubicBezTo>
                  <a:close/>
                </a:path>
              </a:pathLst>
            </a:custGeom>
            <a:solidFill>
              <a:srgbClr val="EEF2E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4" name="Content Placeholder 4">
              <a:extLst>
                <a:ext uri="{FF2B5EF4-FFF2-40B4-BE49-F238E27FC236}">
                  <a16:creationId xmlns:a16="http://schemas.microsoft.com/office/drawing/2014/main" id="{0373B754-9ABB-7532-243D-C9F10F4FF5FA}"/>
                </a:ext>
              </a:extLst>
            </p:cNvPr>
            <p:cNvSpPr/>
            <p:nvPr/>
          </p:nvSpPr>
          <p:spPr>
            <a:xfrm>
              <a:off x="9679450" y="3421509"/>
              <a:ext cx="24877" cy="25546"/>
            </a:xfrm>
            <a:custGeom>
              <a:avLst/>
              <a:gdLst>
                <a:gd name="connsiteX0" fmla="*/ 23959 w 24877"/>
                <a:gd name="connsiteY0" fmla="*/ 8086 h 25546"/>
                <a:gd name="connsiteX1" fmla="*/ 8181 w 24877"/>
                <a:gd name="connsiteY1" fmla="*/ 712 h 25546"/>
                <a:gd name="connsiteX2" fmla="*/ 979 w 24877"/>
                <a:gd name="connsiteY2" fmla="*/ 7635 h 25546"/>
                <a:gd name="connsiteX3" fmla="*/ 979 w 24877"/>
                <a:gd name="connsiteY3" fmla="*/ 17021 h 25546"/>
                <a:gd name="connsiteX4" fmla="*/ 6536 w 24877"/>
                <a:gd name="connsiteY4" fmla="*/ 23853 h 25546"/>
                <a:gd name="connsiteX5" fmla="*/ 15173 w 24877"/>
                <a:gd name="connsiteY5" fmla="*/ 25130 h 25546"/>
                <a:gd name="connsiteX6" fmla="*/ 20580 w 24877"/>
                <a:gd name="connsiteY6" fmla="*/ 22126 h 25546"/>
                <a:gd name="connsiteX7" fmla="*/ 24485 w 24877"/>
                <a:gd name="connsiteY7" fmla="*/ 16645 h 25546"/>
                <a:gd name="connsiteX8" fmla="*/ 23959 w 24877"/>
                <a:gd name="connsiteY8" fmla="*/ 8086 h 25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877" h="25546">
                  <a:moveTo>
                    <a:pt x="23959" y="8086"/>
                  </a:moveTo>
                  <a:cubicBezTo>
                    <a:pt x="21639" y="1696"/>
                    <a:pt x="14572" y="-1608"/>
                    <a:pt x="8181" y="712"/>
                  </a:cubicBezTo>
                  <a:cubicBezTo>
                    <a:pt x="4907" y="1899"/>
                    <a:pt x="2293" y="4414"/>
                    <a:pt x="979" y="7635"/>
                  </a:cubicBezTo>
                  <a:cubicBezTo>
                    <a:pt x="-365" y="10616"/>
                    <a:pt x="-365" y="14040"/>
                    <a:pt x="979" y="17021"/>
                  </a:cubicBezTo>
                  <a:cubicBezTo>
                    <a:pt x="2135" y="19784"/>
                    <a:pt x="4065" y="22156"/>
                    <a:pt x="6536" y="23853"/>
                  </a:cubicBezTo>
                  <a:cubicBezTo>
                    <a:pt x="9105" y="25475"/>
                    <a:pt x="12244" y="25933"/>
                    <a:pt x="15173" y="25130"/>
                  </a:cubicBezTo>
                  <a:cubicBezTo>
                    <a:pt x="17193" y="24582"/>
                    <a:pt x="19048" y="23553"/>
                    <a:pt x="20580" y="22126"/>
                  </a:cubicBezTo>
                  <a:cubicBezTo>
                    <a:pt x="22390" y="20715"/>
                    <a:pt x="23742" y="18815"/>
                    <a:pt x="24485" y="16645"/>
                  </a:cubicBezTo>
                  <a:cubicBezTo>
                    <a:pt x="25108" y="13799"/>
                    <a:pt x="24928" y="10834"/>
                    <a:pt x="23959" y="8086"/>
                  </a:cubicBezTo>
                  <a:close/>
                </a:path>
              </a:pathLst>
            </a:custGeom>
            <a:solidFill>
              <a:srgbClr val="4D4D4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5" name="Content Placeholder 4">
              <a:extLst>
                <a:ext uri="{FF2B5EF4-FFF2-40B4-BE49-F238E27FC236}">
                  <a16:creationId xmlns:a16="http://schemas.microsoft.com/office/drawing/2014/main" id="{71F77879-1823-50F3-8F24-8782915AADDE}"/>
                </a:ext>
              </a:extLst>
            </p:cNvPr>
            <p:cNvSpPr/>
            <p:nvPr/>
          </p:nvSpPr>
          <p:spPr>
            <a:xfrm>
              <a:off x="9688710" y="3428618"/>
              <a:ext cx="8550" cy="8828"/>
            </a:xfrm>
            <a:custGeom>
              <a:avLst/>
              <a:gdLst>
                <a:gd name="connsiteX0" fmla="*/ 6514 w 8550"/>
                <a:gd name="connsiteY0" fmla="*/ 75 h 8828"/>
                <a:gd name="connsiteX1" fmla="*/ 2684 w 8550"/>
                <a:gd name="connsiteY1" fmla="*/ 451 h 8828"/>
                <a:gd name="connsiteX2" fmla="*/ 1783 w 8550"/>
                <a:gd name="connsiteY2" fmla="*/ 1202 h 8828"/>
                <a:gd name="connsiteX3" fmla="*/ 55 w 8550"/>
                <a:gd name="connsiteY3" fmla="*/ 3004 h 8828"/>
                <a:gd name="connsiteX4" fmla="*/ 55 w 8550"/>
                <a:gd name="connsiteY4" fmla="*/ 4731 h 8828"/>
                <a:gd name="connsiteX5" fmla="*/ 1107 w 8550"/>
                <a:gd name="connsiteY5" fmla="*/ 7434 h 8828"/>
                <a:gd name="connsiteX6" fmla="*/ 6288 w 8550"/>
                <a:gd name="connsiteY6" fmla="*/ 8109 h 8828"/>
                <a:gd name="connsiteX7" fmla="*/ 8467 w 8550"/>
                <a:gd name="connsiteY7" fmla="*/ 3004 h 8828"/>
                <a:gd name="connsiteX8" fmla="*/ 6514 w 8550"/>
                <a:gd name="connsiteY8" fmla="*/ 75 h 8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550" h="8828">
                  <a:moveTo>
                    <a:pt x="6514" y="75"/>
                  </a:moveTo>
                  <a:cubicBezTo>
                    <a:pt x="5237" y="-300"/>
                    <a:pt x="3960" y="451"/>
                    <a:pt x="2684" y="451"/>
                  </a:cubicBezTo>
                  <a:lnTo>
                    <a:pt x="1783" y="1202"/>
                  </a:lnTo>
                  <a:cubicBezTo>
                    <a:pt x="957" y="1495"/>
                    <a:pt x="311" y="2163"/>
                    <a:pt x="55" y="3004"/>
                  </a:cubicBezTo>
                  <a:cubicBezTo>
                    <a:pt x="-57" y="3574"/>
                    <a:pt x="-57" y="4160"/>
                    <a:pt x="55" y="4731"/>
                  </a:cubicBezTo>
                  <a:cubicBezTo>
                    <a:pt x="168" y="5707"/>
                    <a:pt x="528" y="6638"/>
                    <a:pt x="1107" y="7434"/>
                  </a:cubicBezTo>
                  <a:cubicBezTo>
                    <a:pt x="2406" y="8950"/>
                    <a:pt x="4644" y="9243"/>
                    <a:pt x="6288" y="8109"/>
                  </a:cubicBezTo>
                  <a:cubicBezTo>
                    <a:pt x="7911" y="6946"/>
                    <a:pt x="8752" y="4978"/>
                    <a:pt x="8467" y="3004"/>
                  </a:cubicBezTo>
                  <a:cubicBezTo>
                    <a:pt x="8451" y="1727"/>
                    <a:pt x="7686" y="579"/>
                    <a:pt x="6514" y="75"/>
                  </a:cubicBezTo>
                  <a:close/>
                </a:path>
              </a:pathLst>
            </a:custGeom>
            <a:solidFill>
              <a:srgbClr val="EEF2E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6" name="Content Placeholder 4">
              <a:extLst>
                <a:ext uri="{FF2B5EF4-FFF2-40B4-BE49-F238E27FC236}">
                  <a16:creationId xmlns:a16="http://schemas.microsoft.com/office/drawing/2014/main" id="{FA025D37-393E-65EB-4A10-685276A45ECF}"/>
                </a:ext>
              </a:extLst>
            </p:cNvPr>
            <p:cNvSpPr/>
            <p:nvPr/>
          </p:nvSpPr>
          <p:spPr>
            <a:xfrm>
              <a:off x="9602742" y="3074447"/>
              <a:ext cx="46156" cy="25706"/>
            </a:xfrm>
            <a:custGeom>
              <a:avLst/>
              <a:gdLst>
                <a:gd name="connsiteX0" fmla="*/ 28497 w 46156"/>
                <a:gd name="connsiteY0" fmla="*/ -2 h 25706"/>
                <a:gd name="connsiteX1" fmla="*/ 32327 w 46156"/>
                <a:gd name="connsiteY1" fmla="*/ 674 h 25706"/>
                <a:gd name="connsiteX2" fmla="*/ 35707 w 46156"/>
                <a:gd name="connsiteY2" fmla="*/ 3827 h 25706"/>
                <a:gd name="connsiteX3" fmla="*/ 41865 w 46156"/>
                <a:gd name="connsiteY3" fmla="*/ 5780 h 25706"/>
                <a:gd name="connsiteX4" fmla="*/ 45770 w 46156"/>
                <a:gd name="connsiteY4" fmla="*/ 15240 h 25706"/>
                <a:gd name="connsiteX5" fmla="*/ 38260 w 46156"/>
                <a:gd name="connsiteY5" fmla="*/ 23499 h 25706"/>
                <a:gd name="connsiteX6" fmla="*/ 31426 w 46156"/>
                <a:gd name="connsiteY6" fmla="*/ 25677 h 25706"/>
                <a:gd name="connsiteX7" fmla="*/ 24968 w 46156"/>
                <a:gd name="connsiteY7" fmla="*/ 23950 h 25706"/>
                <a:gd name="connsiteX8" fmla="*/ 6568 w 46156"/>
                <a:gd name="connsiteY8" fmla="*/ 16441 h 25706"/>
                <a:gd name="connsiteX9" fmla="*/ 1837 w 46156"/>
                <a:gd name="connsiteY9" fmla="*/ 13663 h 25706"/>
                <a:gd name="connsiteX10" fmla="*/ 259 w 46156"/>
                <a:gd name="connsiteY10" fmla="*/ 6155 h 25706"/>
                <a:gd name="connsiteX11" fmla="*/ 9121 w 46156"/>
                <a:gd name="connsiteY11" fmla="*/ -2 h 25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156" h="25706">
                  <a:moveTo>
                    <a:pt x="28497" y="-2"/>
                  </a:moveTo>
                  <a:cubicBezTo>
                    <a:pt x="29811" y="-115"/>
                    <a:pt x="31133" y="118"/>
                    <a:pt x="32327" y="674"/>
                  </a:cubicBezTo>
                  <a:cubicBezTo>
                    <a:pt x="33679" y="1424"/>
                    <a:pt x="34430" y="3001"/>
                    <a:pt x="35707" y="3827"/>
                  </a:cubicBezTo>
                  <a:cubicBezTo>
                    <a:pt x="36983" y="4653"/>
                    <a:pt x="39837" y="4953"/>
                    <a:pt x="41865" y="5780"/>
                  </a:cubicBezTo>
                  <a:cubicBezTo>
                    <a:pt x="45267" y="7589"/>
                    <a:pt x="46904" y="11561"/>
                    <a:pt x="45770" y="15240"/>
                  </a:cubicBezTo>
                  <a:cubicBezTo>
                    <a:pt x="44418" y="18859"/>
                    <a:pt x="41730" y="21810"/>
                    <a:pt x="38260" y="23499"/>
                  </a:cubicBezTo>
                  <a:cubicBezTo>
                    <a:pt x="36225" y="24836"/>
                    <a:pt x="33859" y="25587"/>
                    <a:pt x="31426" y="25677"/>
                  </a:cubicBezTo>
                  <a:cubicBezTo>
                    <a:pt x="29188" y="25512"/>
                    <a:pt x="26995" y="24926"/>
                    <a:pt x="24968" y="23950"/>
                  </a:cubicBezTo>
                  <a:lnTo>
                    <a:pt x="6568" y="16441"/>
                  </a:lnTo>
                  <a:cubicBezTo>
                    <a:pt x="4803" y="15878"/>
                    <a:pt x="3188" y="14925"/>
                    <a:pt x="1837" y="13663"/>
                  </a:cubicBezTo>
                  <a:cubicBezTo>
                    <a:pt x="147" y="11553"/>
                    <a:pt x="-439" y="8768"/>
                    <a:pt x="259" y="6155"/>
                  </a:cubicBezTo>
                  <a:cubicBezTo>
                    <a:pt x="1536" y="148"/>
                    <a:pt x="3714" y="-2"/>
                    <a:pt x="9121" y="-2"/>
                  </a:cubicBezTo>
                  <a:close/>
                </a:path>
              </a:pathLst>
            </a:custGeom>
            <a:solidFill>
              <a:srgbClr val="FFE0D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997" name="Group 1996">
            <a:extLst>
              <a:ext uri="{FF2B5EF4-FFF2-40B4-BE49-F238E27FC236}">
                <a16:creationId xmlns:a16="http://schemas.microsoft.com/office/drawing/2014/main" id="{10490B32-CB73-0B4A-E13A-3BB1215A921E}"/>
              </a:ext>
            </a:extLst>
          </p:cNvPr>
          <p:cNvGrpSpPr/>
          <p:nvPr userDrawn="1"/>
        </p:nvGrpSpPr>
        <p:grpSpPr>
          <a:xfrm>
            <a:off x="1316634" y="3007304"/>
            <a:ext cx="318144" cy="885004"/>
            <a:chOff x="12344178" y="2608757"/>
            <a:chExt cx="318144" cy="885004"/>
          </a:xfrm>
        </p:grpSpPr>
        <p:sp>
          <p:nvSpPr>
            <p:cNvPr id="1998" name="Content Placeholder 4">
              <a:extLst>
                <a:ext uri="{FF2B5EF4-FFF2-40B4-BE49-F238E27FC236}">
                  <a16:creationId xmlns:a16="http://schemas.microsoft.com/office/drawing/2014/main" id="{694DAADB-63BF-2981-A341-1A54887F468A}"/>
                </a:ext>
              </a:extLst>
            </p:cNvPr>
            <p:cNvSpPr/>
            <p:nvPr/>
          </p:nvSpPr>
          <p:spPr>
            <a:xfrm>
              <a:off x="12377371" y="3464694"/>
              <a:ext cx="211556" cy="29067"/>
            </a:xfrm>
            <a:custGeom>
              <a:avLst/>
              <a:gdLst>
                <a:gd name="connsiteX0" fmla="*/ 198310 w 211556"/>
                <a:gd name="connsiteY0" fmla="*/ 20538 h 29067"/>
                <a:gd name="connsiteX1" fmla="*/ 210326 w 211556"/>
                <a:gd name="connsiteY1" fmla="*/ 15883 h 29067"/>
                <a:gd name="connsiteX2" fmla="*/ 211528 w 211556"/>
                <a:gd name="connsiteY2" fmla="*/ 13255 h 29067"/>
                <a:gd name="connsiteX3" fmla="*/ 205820 w 211556"/>
                <a:gd name="connsiteY3" fmla="*/ 9200 h 29067"/>
                <a:gd name="connsiteX4" fmla="*/ 69664 w 211556"/>
                <a:gd name="connsiteY4" fmla="*/ 1242 h 29067"/>
                <a:gd name="connsiteX5" fmla="*/ 15442 w 211556"/>
                <a:gd name="connsiteY5" fmla="*/ 3344 h 29067"/>
                <a:gd name="connsiteX6" fmla="*/ -29 w 211556"/>
                <a:gd name="connsiteY6" fmla="*/ 13931 h 29067"/>
                <a:gd name="connsiteX7" fmla="*/ 10786 w 211556"/>
                <a:gd name="connsiteY7" fmla="*/ 26695 h 29067"/>
                <a:gd name="connsiteX8" fmla="*/ 37446 w 211556"/>
                <a:gd name="connsiteY8" fmla="*/ 28647 h 29067"/>
                <a:gd name="connsiteX9" fmla="*/ 68462 w 211556"/>
                <a:gd name="connsiteY9" fmla="*/ 28647 h 29067"/>
                <a:gd name="connsiteX10" fmla="*/ 129368 w 211556"/>
                <a:gd name="connsiteY10" fmla="*/ 26845 h 29067"/>
                <a:gd name="connsiteX11" fmla="*/ 198310 w 211556"/>
                <a:gd name="connsiteY11" fmla="*/ 20538 h 29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1556" h="29067">
                  <a:moveTo>
                    <a:pt x="198310" y="20538"/>
                  </a:moveTo>
                  <a:cubicBezTo>
                    <a:pt x="202741" y="20456"/>
                    <a:pt x="207022" y="18804"/>
                    <a:pt x="210326" y="15883"/>
                  </a:cubicBezTo>
                  <a:cubicBezTo>
                    <a:pt x="211001" y="15185"/>
                    <a:pt x="211452" y="14246"/>
                    <a:pt x="211528" y="13255"/>
                  </a:cubicBezTo>
                  <a:cubicBezTo>
                    <a:pt x="211528" y="10702"/>
                    <a:pt x="208373" y="9576"/>
                    <a:pt x="205820" y="9200"/>
                  </a:cubicBezTo>
                  <a:cubicBezTo>
                    <a:pt x="160760" y="2968"/>
                    <a:pt x="115100" y="3870"/>
                    <a:pt x="69664" y="1242"/>
                  </a:cubicBezTo>
                  <a:cubicBezTo>
                    <a:pt x="51564" y="-988"/>
                    <a:pt x="33316" y="-283"/>
                    <a:pt x="15442" y="3344"/>
                  </a:cubicBezTo>
                  <a:cubicBezTo>
                    <a:pt x="10035" y="4845"/>
                    <a:pt x="422" y="6723"/>
                    <a:pt x="-29" y="13931"/>
                  </a:cubicBezTo>
                  <a:cubicBezTo>
                    <a:pt x="-29" y="19637"/>
                    <a:pt x="6129" y="24668"/>
                    <a:pt x="10786" y="26695"/>
                  </a:cubicBezTo>
                  <a:cubicBezTo>
                    <a:pt x="19497" y="28888"/>
                    <a:pt x="28509" y="29548"/>
                    <a:pt x="37446" y="28647"/>
                  </a:cubicBezTo>
                  <a:cubicBezTo>
                    <a:pt x="47809" y="28647"/>
                    <a:pt x="58098" y="28647"/>
                    <a:pt x="68462" y="28647"/>
                  </a:cubicBezTo>
                  <a:cubicBezTo>
                    <a:pt x="88815" y="28647"/>
                    <a:pt x="109091" y="28047"/>
                    <a:pt x="129368" y="26845"/>
                  </a:cubicBezTo>
                  <a:cubicBezTo>
                    <a:pt x="152424" y="25794"/>
                    <a:pt x="175479" y="23692"/>
                    <a:pt x="198310" y="20538"/>
                  </a:cubicBezTo>
                  <a:close/>
                </a:path>
              </a:pathLst>
            </a:custGeom>
            <a:solidFill>
              <a:srgbClr val="000000">
                <a:alpha val="22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9" name="Content Placeholder 4">
              <a:extLst>
                <a:ext uri="{FF2B5EF4-FFF2-40B4-BE49-F238E27FC236}">
                  <a16:creationId xmlns:a16="http://schemas.microsoft.com/office/drawing/2014/main" id="{64C4D7AC-26E2-88B8-44F0-94DCFE52F613}"/>
                </a:ext>
              </a:extLst>
            </p:cNvPr>
            <p:cNvSpPr/>
            <p:nvPr/>
          </p:nvSpPr>
          <p:spPr>
            <a:xfrm>
              <a:off x="12363704" y="2773376"/>
              <a:ext cx="152429" cy="175204"/>
            </a:xfrm>
            <a:custGeom>
              <a:avLst/>
              <a:gdLst>
                <a:gd name="connsiteX0" fmla="*/ 150020 w 152429"/>
                <a:gd name="connsiteY0" fmla="*/ 138061 h 175204"/>
                <a:gd name="connsiteX1" fmla="*/ 145814 w 152429"/>
                <a:gd name="connsiteY1" fmla="*/ 35570 h 175204"/>
                <a:gd name="connsiteX2" fmla="*/ 140933 w 152429"/>
                <a:gd name="connsiteY2" fmla="*/ 8615 h 175204"/>
                <a:gd name="connsiteX3" fmla="*/ 135601 w 152429"/>
                <a:gd name="connsiteY3" fmla="*/ 4110 h 175204"/>
                <a:gd name="connsiteX4" fmla="*/ 130720 w 152429"/>
                <a:gd name="connsiteY4" fmla="*/ 4636 h 175204"/>
                <a:gd name="connsiteX5" fmla="*/ 65533 w 152429"/>
                <a:gd name="connsiteY5" fmla="*/ 55 h 175204"/>
                <a:gd name="connsiteX6" fmla="*/ 57197 w 152429"/>
                <a:gd name="connsiteY6" fmla="*/ 2233 h 175204"/>
                <a:gd name="connsiteX7" fmla="*/ 52916 w 152429"/>
                <a:gd name="connsiteY7" fmla="*/ 6513 h 175204"/>
                <a:gd name="connsiteX8" fmla="*/ 27908 w 152429"/>
                <a:gd name="connsiteY8" fmla="*/ 60048 h 175204"/>
                <a:gd name="connsiteX9" fmla="*/ 3425 w 152429"/>
                <a:gd name="connsiteY9" fmla="*/ 165917 h 175204"/>
                <a:gd name="connsiteX10" fmla="*/ -29 w 152429"/>
                <a:gd name="connsiteY10" fmla="*/ 172449 h 175204"/>
                <a:gd name="connsiteX11" fmla="*/ 53216 w 152429"/>
                <a:gd name="connsiteY11" fmla="*/ 169671 h 175204"/>
                <a:gd name="connsiteX12" fmla="*/ 133273 w 152429"/>
                <a:gd name="connsiteY12" fmla="*/ 174927 h 175204"/>
                <a:gd name="connsiteX13" fmla="*/ 139957 w 152429"/>
                <a:gd name="connsiteY13" fmla="*/ 174927 h 175204"/>
                <a:gd name="connsiteX14" fmla="*/ 152274 w 152429"/>
                <a:gd name="connsiteY14" fmla="*/ 159310 h 175204"/>
                <a:gd name="connsiteX15" fmla="*/ 150020 w 152429"/>
                <a:gd name="connsiteY15" fmla="*/ 138061 h 175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2429" h="175204">
                  <a:moveTo>
                    <a:pt x="150020" y="138061"/>
                  </a:moveTo>
                  <a:cubicBezTo>
                    <a:pt x="143261" y="104498"/>
                    <a:pt x="145289" y="69809"/>
                    <a:pt x="145814" y="35570"/>
                  </a:cubicBezTo>
                  <a:cubicBezTo>
                    <a:pt x="146715" y="26305"/>
                    <a:pt x="145063" y="16964"/>
                    <a:pt x="140933" y="8615"/>
                  </a:cubicBezTo>
                  <a:cubicBezTo>
                    <a:pt x="139807" y="6460"/>
                    <a:pt x="137929" y="4838"/>
                    <a:pt x="135601" y="4110"/>
                  </a:cubicBezTo>
                  <a:cubicBezTo>
                    <a:pt x="133949" y="3945"/>
                    <a:pt x="132297" y="4125"/>
                    <a:pt x="130720" y="4636"/>
                  </a:cubicBezTo>
                  <a:cubicBezTo>
                    <a:pt x="109316" y="9441"/>
                    <a:pt x="87387" y="-1071"/>
                    <a:pt x="65533" y="55"/>
                  </a:cubicBezTo>
                  <a:cubicBezTo>
                    <a:pt x="62604" y="70"/>
                    <a:pt x="59750" y="821"/>
                    <a:pt x="57197" y="2233"/>
                  </a:cubicBezTo>
                  <a:cubicBezTo>
                    <a:pt x="55545" y="3427"/>
                    <a:pt x="54118" y="4868"/>
                    <a:pt x="52916" y="6513"/>
                  </a:cubicBezTo>
                  <a:cubicBezTo>
                    <a:pt x="41501" y="22761"/>
                    <a:pt x="33015" y="40879"/>
                    <a:pt x="27908" y="60048"/>
                  </a:cubicBezTo>
                  <a:cubicBezTo>
                    <a:pt x="17769" y="94857"/>
                    <a:pt x="9584" y="130199"/>
                    <a:pt x="3425" y="165917"/>
                  </a:cubicBezTo>
                  <a:lnTo>
                    <a:pt x="-29" y="172449"/>
                  </a:lnTo>
                  <a:cubicBezTo>
                    <a:pt x="16793" y="166368"/>
                    <a:pt x="35343" y="168095"/>
                    <a:pt x="53216" y="169671"/>
                  </a:cubicBezTo>
                  <a:cubicBezTo>
                    <a:pt x="79802" y="171999"/>
                    <a:pt x="106537" y="173801"/>
                    <a:pt x="133273" y="174927"/>
                  </a:cubicBezTo>
                  <a:cubicBezTo>
                    <a:pt x="135526" y="175258"/>
                    <a:pt x="137704" y="175258"/>
                    <a:pt x="139957" y="174927"/>
                  </a:cubicBezTo>
                  <a:cubicBezTo>
                    <a:pt x="146866" y="172697"/>
                    <a:pt x="151747" y="166533"/>
                    <a:pt x="152274" y="159310"/>
                  </a:cubicBezTo>
                  <a:cubicBezTo>
                    <a:pt x="152724" y="152154"/>
                    <a:pt x="151973" y="144969"/>
                    <a:pt x="150020" y="138061"/>
                  </a:cubicBezTo>
                  <a:close/>
                </a:path>
              </a:pathLst>
            </a:custGeom>
            <a:solidFill>
              <a:srgbClr val="6B4C4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0" name="Content Placeholder 4">
              <a:extLst>
                <a:ext uri="{FF2B5EF4-FFF2-40B4-BE49-F238E27FC236}">
                  <a16:creationId xmlns:a16="http://schemas.microsoft.com/office/drawing/2014/main" id="{BC9149EE-BB56-CE12-17BB-EEF25D8C17E2}"/>
                </a:ext>
              </a:extLst>
            </p:cNvPr>
            <p:cNvSpPr/>
            <p:nvPr/>
          </p:nvSpPr>
          <p:spPr>
            <a:xfrm>
              <a:off x="12420594" y="2715552"/>
              <a:ext cx="80797" cy="105459"/>
            </a:xfrm>
            <a:custGeom>
              <a:avLst/>
              <a:gdLst>
                <a:gd name="connsiteX0" fmla="*/ 22686 w 80797"/>
                <a:gd name="connsiteY0" fmla="*/ 100377 h 105459"/>
                <a:gd name="connsiteX1" fmla="*/ 35903 w 80797"/>
                <a:gd name="connsiteY1" fmla="*/ 105408 h 105459"/>
                <a:gd name="connsiteX2" fmla="*/ 48145 w 80797"/>
                <a:gd name="connsiteY2" fmla="*/ 102705 h 105459"/>
                <a:gd name="connsiteX3" fmla="*/ 69398 w 80797"/>
                <a:gd name="connsiteY3" fmla="*/ 88439 h 105459"/>
                <a:gd name="connsiteX4" fmla="*/ 74355 w 80797"/>
                <a:gd name="connsiteY4" fmla="*/ 74097 h 105459"/>
                <a:gd name="connsiteX5" fmla="*/ 80137 w 80797"/>
                <a:gd name="connsiteY5" fmla="*/ 36555 h 105459"/>
                <a:gd name="connsiteX6" fmla="*/ 78260 w 80797"/>
                <a:gd name="connsiteY6" fmla="*/ 17183 h 105459"/>
                <a:gd name="connsiteX7" fmla="*/ 49947 w 80797"/>
                <a:gd name="connsiteY7" fmla="*/ 2167 h 105459"/>
                <a:gd name="connsiteX8" fmla="*/ 17579 w 80797"/>
                <a:gd name="connsiteY8" fmla="*/ 2167 h 105459"/>
                <a:gd name="connsiteX9" fmla="*/ 6539 w 80797"/>
                <a:gd name="connsiteY9" fmla="*/ 24316 h 105459"/>
                <a:gd name="connsiteX10" fmla="*/ 756 w 80797"/>
                <a:gd name="connsiteY10" fmla="*/ 61183 h 105459"/>
                <a:gd name="connsiteX11" fmla="*/ 2259 w 80797"/>
                <a:gd name="connsiteY11" fmla="*/ 81981 h 105459"/>
                <a:gd name="connsiteX12" fmla="*/ 22686 w 80797"/>
                <a:gd name="connsiteY12" fmla="*/ 100377 h 10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0797" h="105459">
                  <a:moveTo>
                    <a:pt x="22686" y="100377"/>
                  </a:moveTo>
                  <a:cubicBezTo>
                    <a:pt x="26741" y="102810"/>
                    <a:pt x="31247" y="104514"/>
                    <a:pt x="35903" y="105408"/>
                  </a:cubicBezTo>
                  <a:cubicBezTo>
                    <a:pt x="40184" y="105588"/>
                    <a:pt x="44390" y="104657"/>
                    <a:pt x="48145" y="102705"/>
                  </a:cubicBezTo>
                  <a:cubicBezTo>
                    <a:pt x="56481" y="100212"/>
                    <a:pt x="63916" y="95241"/>
                    <a:pt x="69398" y="88439"/>
                  </a:cubicBezTo>
                  <a:cubicBezTo>
                    <a:pt x="71952" y="84009"/>
                    <a:pt x="73604" y="79143"/>
                    <a:pt x="74355" y="74097"/>
                  </a:cubicBezTo>
                  <a:cubicBezTo>
                    <a:pt x="76908" y="61633"/>
                    <a:pt x="78785" y="48944"/>
                    <a:pt x="80137" y="36555"/>
                  </a:cubicBezTo>
                  <a:cubicBezTo>
                    <a:pt x="81414" y="30053"/>
                    <a:pt x="80738" y="23325"/>
                    <a:pt x="78260" y="17183"/>
                  </a:cubicBezTo>
                  <a:cubicBezTo>
                    <a:pt x="73228" y="7347"/>
                    <a:pt x="60836" y="4344"/>
                    <a:pt x="49947" y="2167"/>
                  </a:cubicBezTo>
                  <a:cubicBezTo>
                    <a:pt x="39358" y="-762"/>
                    <a:pt x="28168" y="-762"/>
                    <a:pt x="17579" y="2167"/>
                  </a:cubicBezTo>
                  <a:cubicBezTo>
                    <a:pt x="6990" y="6446"/>
                    <a:pt x="8417" y="14555"/>
                    <a:pt x="6539" y="24316"/>
                  </a:cubicBezTo>
                  <a:cubicBezTo>
                    <a:pt x="4212" y="36555"/>
                    <a:pt x="2184" y="48794"/>
                    <a:pt x="756" y="61183"/>
                  </a:cubicBezTo>
                  <a:cubicBezTo>
                    <a:pt x="-670" y="68121"/>
                    <a:pt x="-145" y="75314"/>
                    <a:pt x="2259" y="81981"/>
                  </a:cubicBezTo>
                  <a:cubicBezTo>
                    <a:pt x="7290" y="89843"/>
                    <a:pt x="14350" y="96195"/>
                    <a:pt x="22686" y="100377"/>
                  </a:cubicBezTo>
                  <a:close/>
                </a:path>
              </a:pathLst>
            </a:custGeom>
            <a:solidFill>
              <a:srgbClr val="EDD5B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1" name="Content Placeholder 4">
              <a:extLst>
                <a:ext uri="{FF2B5EF4-FFF2-40B4-BE49-F238E27FC236}">
                  <a16:creationId xmlns:a16="http://schemas.microsoft.com/office/drawing/2014/main" id="{42283D48-37FF-059B-7336-69F7D3C204E9}"/>
                </a:ext>
              </a:extLst>
            </p:cNvPr>
            <p:cNvSpPr/>
            <p:nvPr/>
          </p:nvSpPr>
          <p:spPr>
            <a:xfrm>
              <a:off x="12376921" y="3054652"/>
              <a:ext cx="142013" cy="398502"/>
            </a:xfrm>
            <a:custGeom>
              <a:avLst/>
              <a:gdLst>
                <a:gd name="connsiteX0" fmla="*/ 136202 w 142013"/>
                <a:gd name="connsiteY0" fmla="*/ 240316 h 398502"/>
                <a:gd name="connsiteX1" fmla="*/ 138530 w 142013"/>
                <a:gd name="connsiteY1" fmla="*/ 70099 h 398502"/>
                <a:gd name="connsiteX2" fmla="*/ 131020 w 142013"/>
                <a:gd name="connsiteY2" fmla="*/ 12134 h 398502"/>
                <a:gd name="connsiteX3" fmla="*/ 129293 w 142013"/>
                <a:gd name="connsiteY3" fmla="*/ 8905 h 398502"/>
                <a:gd name="connsiteX4" fmla="*/ 118628 w 142013"/>
                <a:gd name="connsiteY4" fmla="*/ 8905 h 398502"/>
                <a:gd name="connsiteX5" fmla="*/ 14916 w 142013"/>
                <a:gd name="connsiteY5" fmla="*/ -30 h 398502"/>
                <a:gd name="connsiteX6" fmla="*/ 5678 w 142013"/>
                <a:gd name="connsiteY6" fmla="*/ 31431 h 398502"/>
                <a:gd name="connsiteX7" fmla="*/ -29 w 142013"/>
                <a:gd name="connsiteY7" fmla="*/ 84515 h 398502"/>
                <a:gd name="connsiteX8" fmla="*/ -29 w 142013"/>
                <a:gd name="connsiteY8" fmla="*/ 84515 h 398502"/>
                <a:gd name="connsiteX9" fmla="*/ -29 w 142013"/>
                <a:gd name="connsiteY9" fmla="*/ 96003 h 398502"/>
                <a:gd name="connsiteX10" fmla="*/ 8006 w 142013"/>
                <a:gd name="connsiteY10" fmla="*/ 161777 h 398502"/>
                <a:gd name="connsiteX11" fmla="*/ 12287 w 142013"/>
                <a:gd name="connsiteY11" fmla="*/ 204726 h 398502"/>
                <a:gd name="connsiteX12" fmla="*/ 13413 w 142013"/>
                <a:gd name="connsiteY12" fmla="*/ 238889 h 398502"/>
                <a:gd name="connsiteX13" fmla="*/ 22651 w 142013"/>
                <a:gd name="connsiteY13" fmla="*/ 327339 h 398502"/>
                <a:gd name="connsiteX14" fmla="*/ 28433 w 142013"/>
                <a:gd name="connsiteY14" fmla="*/ 388683 h 398502"/>
                <a:gd name="connsiteX15" fmla="*/ 28433 w 142013"/>
                <a:gd name="connsiteY15" fmla="*/ 392362 h 398502"/>
                <a:gd name="connsiteX16" fmla="*/ 53892 w 142013"/>
                <a:gd name="connsiteY16" fmla="*/ 392362 h 398502"/>
                <a:gd name="connsiteX17" fmla="*/ 62079 w 142013"/>
                <a:gd name="connsiteY17" fmla="*/ 242944 h 398502"/>
                <a:gd name="connsiteX18" fmla="*/ 67486 w 142013"/>
                <a:gd name="connsiteY18" fmla="*/ 107191 h 398502"/>
                <a:gd name="connsiteX19" fmla="*/ 75446 w 142013"/>
                <a:gd name="connsiteY19" fmla="*/ 108017 h 398502"/>
                <a:gd name="connsiteX20" fmla="*/ 119454 w 142013"/>
                <a:gd name="connsiteY20" fmla="*/ 376294 h 398502"/>
                <a:gd name="connsiteX21" fmla="*/ 126964 w 142013"/>
                <a:gd name="connsiteY21" fmla="*/ 395516 h 398502"/>
                <a:gd name="connsiteX22" fmla="*/ 139281 w 142013"/>
                <a:gd name="connsiteY22" fmla="*/ 396304 h 398502"/>
                <a:gd name="connsiteX23" fmla="*/ 141984 w 142013"/>
                <a:gd name="connsiteY23" fmla="*/ 391761 h 398502"/>
                <a:gd name="connsiteX24" fmla="*/ 136202 w 142013"/>
                <a:gd name="connsiteY24" fmla="*/ 240316 h 39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42013" h="398502">
                  <a:moveTo>
                    <a:pt x="136202" y="240316"/>
                  </a:moveTo>
                  <a:cubicBezTo>
                    <a:pt x="133723" y="184077"/>
                    <a:pt x="139056" y="126713"/>
                    <a:pt x="138530" y="70099"/>
                  </a:cubicBezTo>
                  <a:cubicBezTo>
                    <a:pt x="140407" y="50457"/>
                    <a:pt x="137779" y="30657"/>
                    <a:pt x="131020" y="12134"/>
                  </a:cubicBezTo>
                  <a:cubicBezTo>
                    <a:pt x="130645" y="10955"/>
                    <a:pt x="130043" y="9859"/>
                    <a:pt x="129293" y="8905"/>
                  </a:cubicBezTo>
                  <a:cubicBezTo>
                    <a:pt x="126664" y="6202"/>
                    <a:pt x="122158" y="7629"/>
                    <a:pt x="118628" y="8905"/>
                  </a:cubicBezTo>
                  <a:cubicBezTo>
                    <a:pt x="84609" y="22818"/>
                    <a:pt x="46007" y="19492"/>
                    <a:pt x="14916" y="-30"/>
                  </a:cubicBezTo>
                  <a:cubicBezTo>
                    <a:pt x="9583" y="9649"/>
                    <a:pt x="6429" y="20393"/>
                    <a:pt x="5678" y="31431"/>
                  </a:cubicBezTo>
                  <a:cubicBezTo>
                    <a:pt x="3275" y="49075"/>
                    <a:pt x="646" y="66720"/>
                    <a:pt x="-29" y="84515"/>
                  </a:cubicBezTo>
                  <a:lnTo>
                    <a:pt x="-29" y="84515"/>
                  </a:lnTo>
                  <a:cubicBezTo>
                    <a:pt x="-29" y="88345"/>
                    <a:pt x="-29" y="92024"/>
                    <a:pt x="-29" y="96003"/>
                  </a:cubicBezTo>
                  <a:cubicBezTo>
                    <a:pt x="1247" y="118078"/>
                    <a:pt x="3876" y="140048"/>
                    <a:pt x="8006" y="161777"/>
                  </a:cubicBezTo>
                  <a:cubicBezTo>
                    <a:pt x="10410" y="175976"/>
                    <a:pt x="11836" y="190332"/>
                    <a:pt x="12287" y="204726"/>
                  </a:cubicBezTo>
                  <a:cubicBezTo>
                    <a:pt x="11386" y="216124"/>
                    <a:pt x="11761" y="227574"/>
                    <a:pt x="13413" y="238889"/>
                  </a:cubicBezTo>
                  <a:cubicBezTo>
                    <a:pt x="19872" y="267346"/>
                    <a:pt x="19872" y="298281"/>
                    <a:pt x="22651" y="327339"/>
                  </a:cubicBezTo>
                  <a:cubicBezTo>
                    <a:pt x="25579" y="358499"/>
                    <a:pt x="26030" y="357373"/>
                    <a:pt x="28433" y="388683"/>
                  </a:cubicBezTo>
                  <a:cubicBezTo>
                    <a:pt x="28433" y="389884"/>
                    <a:pt x="28433" y="391161"/>
                    <a:pt x="28433" y="392362"/>
                  </a:cubicBezTo>
                  <a:cubicBezTo>
                    <a:pt x="30011" y="392812"/>
                    <a:pt x="53892" y="398369"/>
                    <a:pt x="53892" y="392362"/>
                  </a:cubicBezTo>
                  <a:cubicBezTo>
                    <a:pt x="55845" y="331844"/>
                    <a:pt x="60126" y="303462"/>
                    <a:pt x="62079" y="242944"/>
                  </a:cubicBezTo>
                  <a:cubicBezTo>
                    <a:pt x="62905" y="217490"/>
                    <a:pt x="61027" y="131443"/>
                    <a:pt x="67486" y="107191"/>
                  </a:cubicBezTo>
                  <a:lnTo>
                    <a:pt x="75446" y="108017"/>
                  </a:lnTo>
                  <a:cubicBezTo>
                    <a:pt x="90016" y="188057"/>
                    <a:pt x="104885" y="296179"/>
                    <a:pt x="119454" y="376294"/>
                  </a:cubicBezTo>
                  <a:cubicBezTo>
                    <a:pt x="120055" y="383292"/>
                    <a:pt x="122684" y="389967"/>
                    <a:pt x="126964" y="395516"/>
                  </a:cubicBezTo>
                  <a:cubicBezTo>
                    <a:pt x="130119" y="399127"/>
                    <a:pt x="135676" y="399480"/>
                    <a:pt x="139281" y="396304"/>
                  </a:cubicBezTo>
                  <a:cubicBezTo>
                    <a:pt x="140633" y="395110"/>
                    <a:pt x="141534" y="393518"/>
                    <a:pt x="141984" y="391761"/>
                  </a:cubicBezTo>
                  <a:cubicBezTo>
                    <a:pt x="137103" y="330567"/>
                    <a:pt x="138981" y="301885"/>
                    <a:pt x="136202" y="240316"/>
                  </a:cubicBezTo>
                  <a:close/>
                </a:path>
              </a:pathLst>
            </a:custGeom>
            <a:solidFill>
              <a:srgbClr val="2C2C2B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2" name="Content Placeholder 4">
              <a:extLst>
                <a:ext uri="{FF2B5EF4-FFF2-40B4-BE49-F238E27FC236}">
                  <a16:creationId xmlns:a16="http://schemas.microsoft.com/office/drawing/2014/main" id="{48B592C3-E132-65FC-6EE0-CE9BA169C0A2}"/>
                </a:ext>
              </a:extLst>
            </p:cNvPr>
            <p:cNvSpPr/>
            <p:nvPr/>
          </p:nvSpPr>
          <p:spPr>
            <a:xfrm>
              <a:off x="12447890" y="2879330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3" name="Content Placeholder 4">
              <a:extLst>
                <a:ext uri="{FF2B5EF4-FFF2-40B4-BE49-F238E27FC236}">
                  <a16:creationId xmlns:a16="http://schemas.microsoft.com/office/drawing/2014/main" id="{5D449B81-88BC-38EA-09D4-09678A2C4C54}"/>
                </a:ext>
              </a:extLst>
            </p:cNvPr>
            <p:cNvSpPr/>
            <p:nvPr/>
          </p:nvSpPr>
          <p:spPr>
            <a:xfrm>
              <a:off x="12448566" y="2879105"/>
              <a:ext cx="7509" cy="7508"/>
            </a:xfrm>
            <a:custGeom>
              <a:avLst/>
              <a:gdLst>
                <a:gd name="connsiteX0" fmla="*/ -29 w 7509"/>
                <a:gd name="connsiteY0" fmla="*/ -30 h 7508"/>
                <a:gd name="connsiteX1" fmla="*/ -29 w 7509"/>
                <a:gd name="connsiteY1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09" h="7508">
                  <a:moveTo>
                    <a:pt x="-29" y="-30"/>
                  </a:moveTo>
                  <a:lnTo>
                    <a:pt x="-29" y="-30"/>
                  </a:lnTo>
                  <a:close/>
                </a:path>
              </a:pathLst>
            </a:custGeom>
            <a:solidFill>
              <a:srgbClr val="FFFFF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4" name="Content Placeholder 4">
              <a:extLst>
                <a:ext uri="{FF2B5EF4-FFF2-40B4-BE49-F238E27FC236}">
                  <a16:creationId xmlns:a16="http://schemas.microsoft.com/office/drawing/2014/main" id="{D3FF5764-217B-C91E-0BF1-0ED33165E63F}"/>
                </a:ext>
              </a:extLst>
            </p:cNvPr>
            <p:cNvSpPr/>
            <p:nvPr/>
          </p:nvSpPr>
          <p:spPr>
            <a:xfrm>
              <a:off x="12447740" y="2879255"/>
              <a:ext cx="526" cy="7508"/>
            </a:xfrm>
            <a:custGeom>
              <a:avLst/>
              <a:gdLst>
                <a:gd name="connsiteX0" fmla="*/ 497 w 526"/>
                <a:gd name="connsiteY0" fmla="*/ -30 h 7508"/>
                <a:gd name="connsiteX1" fmla="*/ 497 w 526"/>
                <a:gd name="connsiteY1" fmla="*/ -30 h 7508"/>
                <a:gd name="connsiteX2" fmla="*/ -29 w 526"/>
                <a:gd name="connsiteY2" fmla="*/ -30 h 7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26" h="7508">
                  <a:moveTo>
                    <a:pt x="497" y="-30"/>
                  </a:moveTo>
                  <a:lnTo>
                    <a:pt x="497" y="-30"/>
                  </a:lnTo>
                  <a:lnTo>
                    <a:pt x="-29" y="-30"/>
                  </a:lnTo>
                  <a:close/>
                </a:path>
              </a:pathLst>
            </a:custGeom>
            <a:solidFill>
              <a:srgbClr val="34455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5" name="Content Placeholder 4">
              <a:extLst>
                <a:ext uri="{FF2B5EF4-FFF2-40B4-BE49-F238E27FC236}">
                  <a16:creationId xmlns:a16="http://schemas.microsoft.com/office/drawing/2014/main" id="{9A63F7C1-3832-0936-B968-124ECF7D6D95}"/>
                </a:ext>
              </a:extLst>
            </p:cNvPr>
            <p:cNvSpPr/>
            <p:nvPr/>
          </p:nvSpPr>
          <p:spPr>
            <a:xfrm>
              <a:off x="12358071" y="2700421"/>
              <a:ext cx="168859" cy="264384"/>
            </a:xfrm>
            <a:custGeom>
              <a:avLst/>
              <a:gdLst>
                <a:gd name="connsiteX0" fmla="*/ 97074 w 168859"/>
                <a:gd name="connsiteY0" fmla="*/ 55440 h 264384"/>
                <a:gd name="connsiteX1" fmla="*/ 106612 w 168859"/>
                <a:gd name="connsiteY1" fmla="*/ 54314 h 264384"/>
                <a:gd name="connsiteX2" fmla="*/ 110518 w 168859"/>
                <a:gd name="connsiteY2" fmla="*/ 46430 h 264384"/>
                <a:gd name="connsiteX3" fmla="*/ 118028 w 168859"/>
                <a:gd name="connsiteY3" fmla="*/ 56416 h 264384"/>
                <a:gd name="connsiteX4" fmla="*/ 135751 w 168859"/>
                <a:gd name="connsiteY4" fmla="*/ 62874 h 264384"/>
                <a:gd name="connsiteX5" fmla="*/ 132672 w 168859"/>
                <a:gd name="connsiteY5" fmla="*/ 263349 h 264384"/>
                <a:gd name="connsiteX6" fmla="*/ 162712 w 168859"/>
                <a:gd name="connsiteY6" fmla="*/ 264326 h 264384"/>
                <a:gd name="connsiteX7" fmla="*/ 165490 w 168859"/>
                <a:gd name="connsiteY7" fmla="*/ 263725 h 264384"/>
                <a:gd name="connsiteX8" fmla="*/ 166542 w 168859"/>
                <a:gd name="connsiteY8" fmla="*/ 260721 h 264384"/>
                <a:gd name="connsiteX9" fmla="*/ 162862 w 168859"/>
                <a:gd name="connsiteY9" fmla="*/ 70983 h 264384"/>
                <a:gd name="connsiteX10" fmla="*/ 159483 w 168859"/>
                <a:gd name="connsiteY10" fmla="*/ 50034 h 264384"/>
                <a:gd name="connsiteX11" fmla="*/ 148818 w 168859"/>
                <a:gd name="connsiteY11" fmla="*/ 29311 h 264384"/>
                <a:gd name="connsiteX12" fmla="*/ 132672 w 168859"/>
                <a:gd name="connsiteY12" fmla="*/ 9789 h 264384"/>
                <a:gd name="connsiteX13" fmla="*/ 91517 w 168859"/>
                <a:gd name="connsiteY13" fmla="*/ 929 h 264384"/>
                <a:gd name="connsiteX14" fmla="*/ 69589 w 168859"/>
                <a:gd name="connsiteY14" fmla="*/ 9338 h 264384"/>
                <a:gd name="connsiteX15" fmla="*/ 52165 w 168859"/>
                <a:gd name="connsiteY15" fmla="*/ 35843 h 264384"/>
                <a:gd name="connsiteX16" fmla="*/ 39248 w 168859"/>
                <a:gd name="connsiteY16" fmla="*/ 80894 h 264384"/>
                <a:gd name="connsiteX17" fmla="*/ -29 w 168859"/>
                <a:gd name="connsiteY17" fmla="*/ 246080 h 264384"/>
                <a:gd name="connsiteX18" fmla="*/ 25204 w 168859"/>
                <a:gd name="connsiteY18" fmla="*/ 254039 h 264384"/>
                <a:gd name="connsiteX19" fmla="*/ 33540 w 168859"/>
                <a:gd name="connsiteY19" fmla="*/ 252883 h 264384"/>
                <a:gd name="connsiteX20" fmla="*/ 34667 w 168859"/>
                <a:gd name="connsiteY20" fmla="*/ 248558 h 264384"/>
                <a:gd name="connsiteX21" fmla="*/ 58774 w 168859"/>
                <a:gd name="connsiteY21" fmla="*/ 109201 h 264384"/>
                <a:gd name="connsiteX22" fmla="*/ 71015 w 168859"/>
                <a:gd name="connsiteY22" fmla="*/ 70007 h 264384"/>
                <a:gd name="connsiteX23" fmla="*/ 97074 w 168859"/>
                <a:gd name="connsiteY23" fmla="*/ 55440 h 264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68859" h="264384">
                  <a:moveTo>
                    <a:pt x="97074" y="55440"/>
                  </a:moveTo>
                  <a:cubicBezTo>
                    <a:pt x="100304" y="55868"/>
                    <a:pt x="103608" y="55478"/>
                    <a:pt x="106612" y="54314"/>
                  </a:cubicBezTo>
                  <a:cubicBezTo>
                    <a:pt x="109692" y="53038"/>
                    <a:pt x="111344" y="49666"/>
                    <a:pt x="110518" y="46430"/>
                  </a:cubicBezTo>
                  <a:cubicBezTo>
                    <a:pt x="108040" y="50485"/>
                    <a:pt x="113522" y="54765"/>
                    <a:pt x="118028" y="56416"/>
                  </a:cubicBezTo>
                  <a:lnTo>
                    <a:pt x="135751" y="62874"/>
                  </a:lnTo>
                  <a:cubicBezTo>
                    <a:pt x="149269" y="128648"/>
                    <a:pt x="141009" y="196749"/>
                    <a:pt x="132672" y="263349"/>
                  </a:cubicBezTo>
                  <a:lnTo>
                    <a:pt x="162712" y="264326"/>
                  </a:lnTo>
                  <a:cubicBezTo>
                    <a:pt x="163688" y="264438"/>
                    <a:pt x="164664" y="264228"/>
                    <a:pt x="165490" y="263725"/>
                  </a:cubicBezTo>
                  <a:cubicBezTo>
                    <a:pt x="166242" y="262906"/>
                    <a:pt x="166617" y="261825"/>
                    <a:pt x="166542" y="260721"/>
                  </a:cubicBezTo>
                  <a:cubicBezTo>
                    <a:pt x="170522" y="197485"/>
                    <a:pt x="169321" y="134024"/>
                    <a:pt x="162862" y="70983"/>
                  </a:cubicBezTo>
                  <a:cubicBezTo>
                    <a:pt x="162487" y="63902"/>
                    <a:pt x="161360" y="56875"/>
                    <a:pt x="159483" y="50034"/>
                  </a:cubicBezTo>
                  <a:cubicBezTo>
                    <a:pt x="156855" y="42691"/>
                    <a:pt x="153250" y="35731"/>
                    <a:pt x="148818" y="29311"/>
                  </a:cubicBezTo>
                  <a:cubicBezTo>
                    <a:pt x="144613" y="21908"/>
                    <a:pt x="139131" y="15300"/>
                    <a:pt x="132672" y="9789"/>
                  </a:cubicBezTo>
                  <a:cubicBezTo>
                    <a:pt x="120731" y="1379"/>
                    <a:pt x="105861" y="-1812"/>
                    <a:pt x="91517" y="929"/>
                  </a:cubicBezTo>
                  <a:cubicBezTo>
                    <a:pt x="83632" y="1897"/>
                    <a:pt x="76122" y="4788"/>
                    <a:pt x="69589" y="9338"/>
                  </a:cubicBezTo>
                  <a:cubicBezTo>
                    <a:pt x="61402" y="16381"/>
                    <a:pt x="55395" y="25564"/>
                    <a:pt x="52165" y="35843"/>
                  </a:cubicBezTo>
                  <a:cubicBezTo>
                    <a:pt x="46908" y="50560"/>
                    <a:pt x="42552" y="65614"/>
                    <a:pt x="39248" y="80894"/>
                  </a:cubicBezTo>
                  <a:lnTo>
                    <a:pt x="-29" y="246080"/>
                  </a:lnTo>
                  <a:cubicBezTo>
                    <a:pt x="8307" y="248933"/>
                    <a:pt x="16718" y="251636"/>
                    <a:pt x="25204" y="254039"/>
                  </a:cubicBezTo>
                  <a:cubicBezTo>
                    <a:pt x="27833" y="256014"/>
                    <a:pt x="31512" y="255496"/>
                    <a:pt x="33540" y="252883"/>
                  </a:cubicBezTo>
                  <a:cubicBezTo>
                    <a:pt x="34441" y="251644"/>
                    <a:pt x="34892" y="250097"/>
                    <a:pt x="34667" y="248558"/>
                  </a:cubicBezTo>
                  <a:cubicBezTo>
                    <a:pt x="39624" y="201622"/>
                    <a:pt x="47659" y="155070"/>
                    <a:pt x="58774" y="109201"/>
                  </a:cubicBezTo>
                  <a:cubicBezTo>
                    <a:pt x="61703" y="95806"/>
                    <a:pt x="65834" y="82696"/>
                    <a:pt x="71015" y="70007"/>
                  </a:cubicBezTo>
                  <a:cubicBezTo>
                    <a:pt x="77699" y="54389"/>
                    <a:pt x="80854" y="54464"/>
                    <a:pt x="97074" y="55440"/>
                  </a:cubicBezTo>
                  <a:close/>
                </a:path>
              </a:pathLst>
            </a:custGeom>
            <a:solidFill>
              <a:srgbClr val="6B4C4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6" name="Content Placeholder 4">
              <a:extLst>
                <a:ext uri="{FF2B5EF4-FFF2-40B4-BE49-F238E27FC236}">
                  <a16:creationId xmlns:a16="http://schemas.microsoft.com/office/drawing/2014/main" id="{119D06E7-7D87-CAEF-35D6-FE67352BB0F1}"/>
                </a:ext>
              </a:extLst>
            </p:cNvPr>
            <p:cNvSpPr/>
            <p:nvPr/>
          </p:nvSpPr>
          <p:spPr>
            <a:xfrm>
              <a:off x="12380549" y="3443615"/>
              <a:ext cx="49189" cy="44951"/>
            </a:xfrm>
            <a:custGeom>
              <a:avLst/>
              <a:gdLst>
                <a:gd name="connsiteX0" fmla="*/ 42754 w 49189"/>
                <a:gd name="connsiteY0" fmla="*/ 547 h 44951"/>
                <a:gd name="connsiteX1" fmla="*/ 46359 w 49189"/>
                <a:gd name="connsiteY1" fmla="*/ 997 h 44951"/>
                <a:gd name="connsiteX2" fmla="*/ 48462 w 49189"/>
                <a:gd name="connsiteY2" fmla="*/ 4451 h 44951"/>
                <a:gd name="connsiteX3" fmla="*/ 46434 w 49189"/>
                <a:gd name="connsiteY3" fmla="*/ 29905 h 44951"/>
                <a:gd name="connsiteX4" fmla="*/ 45382 w 49189"/>
                <a:gd name="connsiteY4" fmla="*/ 44921 h 44951"/>
                <a:gd name="connsiteX5" fmla="*/ 40201 w 49189"/>
                <a:gd name="connsiteY5" fmla="*/ 44471 h 44951"/>
                <a:gd name="connsiteX6" fmla="*/ 40201 w 49189"/>
                <a:gd name="connsiteY6" fmla="*/ 35386 h 44951"/>
                <a:gd name="connsiteX7" fmla="*/ 39375 w 49189"/>
                <a:gd name="connsiteY7" fmla="*/ 32608 h 44951"/>
                <a:gd name="connsiteX8" fmla="*/ 36897 w 49189"/>
                <a:gd name="connsiteY8" fmla="*/ 31707 h 44951"/>
                <a:gd name="connsiteX9" fmla="*/ 35395 w 49189"/>
                <a:gd name="connsiteY9" fmla="*/ 33659 h 44951"/>
                <a:gd name="connsiteX10" fmla="*/ 33667 w 49189"/>
                <a:gd name="connsiteY10" fmla="*/ 39440 h 44951"/>
                <a:gd name="connsiteX11" fmla="*/ 32466 w 49189"/>
                <a:gd name="connsiteY11" fmla="*/ 42519 h 44951"/>
                <a:gd name="connsiteX12" fmla="*/ 27584 w 49189"/>
                <a:gd name="connsiteY12" fmla="*/ 43870 h 44951"/>
                <a:gd name="connsiteX13" fmla="*/ 8434 w 49189"/>
                <a:gd name="connsiteY13" fmla="*/ 43870 h 44951"/>
                <a:gd name="connsiteX14" fmla="*/ 924 w 49189"/>
                <a:gd name="connsiteY14" fmla="*/ 41468 h 44951"/>
                <a:gd name="connsiteX15" fmla="*/ 2501 w 49189"/>
                <a:gd name="connsiteY15" fmla="*/ 32533 h 44951"/>
                <a:gd name="connsiteX16" fmla="*/ 10987 w 49189"/>
                <a:gd name="connsiteY16" fmla="*/ 27202 h 44951"/>
                <a:gd name="connsiteX17" fmla="*/ 18497 w 49189"/>
                <a:gd name="connsiteY17" fmla="*/ 19693 h 44951"/>
                <a:gd name="connsiteX18" fmla="*/ 26007 w 49189"/>
                <a:gd name="connsiteY18" fmla="*/ 1523 h 44951"/>
                <a:gd name="connsiteX19" fmla="*/ 32015 w 49189"/>
                <a:gd name="connsiteY19" fmla="*/ 246 h 44951"/>
                <a:gd name="connsiteX20" fmla="*/ 42754 w 49189"/>
                <a:gd name="connsiteY20" fmla="*/ 547 h 4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9189" h="44951">
                  <a:moveTo>
                    <a:pt x="42754" y="547"/>
                  </a:moveTo>
                  <a:cubicBezTo>
                    <a:pt x="43956" y="351"/>
                    <a:pt x="45233" y="509"/>
                    <a:pt x="46359" y="997"/>
                  </a:cubicBezTo>
                  <a:cubicBezTo>
                    <a:pt x="47486" y="1808"/>
                    <a:pt x="48236" y="3062"/>
                    <a:pt x="48462" y="4451"/>
                  </a:cubicBezTo>
                  <a:cubicBezTo>
                    <a:pt x="50565" y="12785"/>
                    <a:pt x="47335" y="21420"/>
                    <a:pt x="46434" y="29905"/>
                  </a:cubicBezTo>
                  <a:cubicBezTo>
                    <a:pt x="45909" y="35010"/>
                    <a:pt x="46434" y="40191"/>
                    <a:pt x="45382" y="44921"/>
                  </a:cubicBezTo>
                  <a:lnTo>
                    <a:pt x="40201" y="44471"/>
                  </a:lnTo>
                  <a:cubicBezTo>
                    <a:pt x="40577" y="41453"/>
                    <a:pt x="40577" y="38404"/>
                    <a:pt x="40201" y="35386"/>
                  </a:cubicBezTo>
                  <a:cubicBezTo>
                    <a:pt x="40201" y="34402"/>
                    <a:pt x="39900" y="33441"/>
                    <a:pt x="39375" y="32608"/>
                  </a:cubicBezTo>
                  <a:cubicBezTo>
                    <a:pt x="38849" y="31782"/>
                    <a:pt x="37798" y="31414"/>
                    <a:pt x="36897" y="31707"/>
                  </a:cubicBezTo>
                  <a:cubicBezTo>
                    <a:pt x="36145" y="32097"/>
                    <a:pt x="35545" y="32818"/>
                    <a:pt x="35395" y="33659"/>
                  </a:cubicBezTo>
                  <a:cubicBezTo>
                    <a:pt x="34644" y="35529"/>
                    <a:pt x="34043" y="37466"/>
                    <a:pt x="33667" y="39440"/>
                  </a:cubicBezTo>
                  <a:cubicBezTo>
                    <a:pt x="33517" y="40552"/>
                    <a:pt x="33142" y="41610"/>
                    <a:pt x="32466" y="42519"/>
                  </a:cubicBezTo>
                  <a:cubicBezTo>
                    <a:pt x="31114" y="43630"/>
                    <a:pt x="29312" y="44118"/>
                    <a:pt x="27584" y="43870"/>
                  </a:cubicBezTo>
                  <a:lnTo>
                    <a:pt x="8434" y="43870"/>
                  </a:lnTo>
                  <a:cubicBezTo>
                    <a:pt x="5730" y="44163"/>
                    <a:pt x="2952" y="43292"/>
                    <a:pt x="924" y="41468"/>
                  </a:cubicBezTo>
                  <a:cubicBezTo>
                    <a:pt x="-803" y="38509"/>
                    <a:pt x="-128" y="34718"/>
                    <a:pt x="2501" y="32533"/>
                  </a:cubicBezTo>
                  <a:cubicBezTo>
                    <a:pt x="5129" y="30468"/>
                    <a:pt x="7983" y="28681"/>
                    <a:pt x="10987" y="27202"/>
                  </a:cubicBezTo>
                  <a:cubicBezTo>
                    <a:pt x="14066" y="25309"/>
                    <a:pt x="16620" y="22742"/>
                    <a:pt x="18497" y="19693"/>
                  </a:cubicBezTo>
                  <a:cubicBezTo>
                    <a:pt x="21576" y="14287"/>
                    <a:pt x="21652" y="6178"/>
                    <a:pt x="26007" y="1523"/>
                  </a:cubicBezTo>
                  <a:cubicBezTo>
                    <a:pt x="27734" y="-429"/>
                    <a:pt x="29687" y="-129"/>
                    <a:pt x="32015" y="246"/>
                  </a:cubicBezTo>
                  <a:cubicBezTo>
                    <a:pt x="35545" y="772"/>
                    <a:pt x="39150" y="877"/>
                    <a:pt x="42754" y="547"/>
                  </a:cubicBezTo>
                  <a:close/>
                </a:path>
              </a:pathLst>
            </a:custGeom>
            <a:solidFill>
              <a:srgbClr val="3D352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7" name="Content Placeholder 4">
              <a:extLst>
                <a:ext uri="{FF2B5EF4-FFF2-40B4-BE49-F238E27FC236}">
                  <a16:creationId xmlns:a16="http://schemas.microsoft.com/office/drawing/2014/main" id="{134DFB7C-BBF3-64E2-4A65-A98FD7077091}"/>
                </a:ext>
              </a:extLst>
            </p:cNvPr>
            <p:cNvSpPr/>
            <p:nvPr/>
          </p:nvSpPr>
          <p:spPr>
            <a:xfrm>
              <a:off x="12494565" y="3439115"/>
              <a:ext cx="31954" cy="54380"/>
            </a:xfrm>
            <a:custGeom>
              <a:avLst/>
              <a:gdLst>
                <a:gd name="connsiteX0" fmla="*/ 17281 w 31954"/>
                <a:gd name="connsiteY0" fmla="*/ 15 h 54380"/>
                <a:gd name="connsiteX1" fmla="*/ 19609 w 31954"/>
                <a:gd name="connsiteY1" fmla="*/ 1292 h 54380"/>
                <a:gd name="connsiteX2" fmla="*/ 22838 w 31954"/>
                <a:gd name="connsiteY2" fmla="*/ 16684 h 54380"/>
                <a:gd name="connsiteX3" fmla="*/ 30348 w 31954"/>
                <a:gd name="connsiteY3" fmla="*/ 37633 h 54380"/>
                <a:gd name="connsiteX4" fmla="*/ 31925 w 31954"/>
                <a:gd name="connsiteY4" fmla="*/ 43865 h 54380"/>
                <a:gd name="connsiteX5" fmla="*/ 24415 w 31954"/>
                <a:gd name="connsiteY5" fmla="*/ 53250 h 54380"/>
                <a:gd name="connsiteX6" fmla="*/ 11949 w 31954"/>
                <a:gd name="connsiteY6" fmla="*/ 53776 h 54380"/>
                <a:gd name="connsiteX7" fmla="*/ 9470 w 31954"/>
                <a:gd name="connsiteY7" fmla="*/ 53025 h 54380"/>
                <a:gd name="connsiteX8" fmla="*/ 7368 w 31954"/>
                <a:gd name="connsiteY8" fmla="*/ 51373 h 54380"/>
                <a:gd name="connsiteX9" fmla="*/ 1736 w 31954"/>
                <a:gd name="connsiteY9" fmla="*/ 30199 h 54380"/>
                <a:gd name="connsiteX10" fmla="*/ 984 w 31954"/>
                <a:gd name="connsiteY10" fmla="*/ 17360 h 54380"/>
                <a:gd name="connsiteX11" fmla="*/ 8 w 31954"/>
                <a:gd name="connsiteY11" fmla="*/ 5647 h 54380"/>
                <a:gd name="connsiteX12" fmla="*/ 5416 w 31954"/>
                <a:gd name="connsiteY12" fmla="*/ 2043 h 54380"/>
                <a:gd name="connsiteX13" fmla="*/ 17281 w 31954"/>
                <a:gd name="connsiteY13" fmla="*/ 15 h 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954" h="54380">
                  <a:moveTo>
                    <a:pt x="17281" y="15"/>
                  </a:moveTo>
                  <a:cubicBezTo>
                    <a:pt x="18257" y="-195"/>
                    <a:pt x="19234" y="346"/>
                    <a:pt x="19609" y="1292"/>
                  </a:cubicBezTo>
                  <a:cubicBezTo>
                    <a:pt x="21412" y="6255"/>
                    <a:pt x="22463" y="11428"/>
                    <a:pt x="22838" y="16684"/>
                  </a:cubicBezTo>
                  <a:cubicBezTo>
                    <a:pt x="24566" y="23915"/>
                    <a:pt x="27119" y="30935"/>
                    <a:pt x="30348" y="37633"/>
                  </a:cubicBezTo>
                  <a:cubicBezTo>
                    <a:pt x="31250" y="39592"/>
                    <a:pt x="31776" y="41702"/>
                    <a:pt x="31925" y="43865"/>
                  </a:cubicBezTo>
                  <a:cubicBezTo>
                    <a:pt x="31475" y="48190"/>
                    <a:pt x="28546" y="51846"/>
                    <a:pt x="24415" y="53250"/>
                  </a:cubicBezTo>
                  <a:cubicBezTo>
                    <a:pt x="20360" y="54512"/>
                    <a:pt x="16079" y="54692"/>
                    <a:pt x="11949" y="53776"/>
                  </a:cubicBezTo>
                  <a:cubicBezTo>
                    <a:pt x="11123" y="53603"/>
                    <a:pt x="10296" y="53356"/>
                    <a:pt x="9470" y="53025"/>
                  </a:cubicBezTo>
                  <a:cubicBezTo>
                    <a:pt x="8644" y="52627"/>
                    <a:pt x="7969" y="52064"/>
                    <a:pt x="7368" y="51373"/>
                  </a:cubicBezTo>
                  <a:cubicBezTo>
                    <a:pt x="3087" y="45179"/>
                    <a:pt x="1134" y="37693"/>
                    <a:pt x="1736" y="30199"/>
                  </a:cubicBezTo>
                  <a:cubicBezTo>
                    <a:pt x="1736" y="25920"/>
                    <a:pt x="1736" y="21640"/>
                    <a:pt x="984" y="17360"/>
                  </a:cubicBezTo>
                  <a:cubicBezTo>
                    <a:pt x="158" y="13508"/>
                    <a:pt x="-142" y="9574"/>
                    <a:pt x="8" y="5647"/>
                  </a:cubicBezTo>
                  <a:cubicBezTo>
                    <a:pt x="534" y="2643"/>
                    <a:pt x="2786" y="2418"/>
                    <a:pt x="5416" y="2043"/>
                  </a:cubicBezTo>
                  <a:cubicBezTo>
                    <a:pt x="9395" y="1292"/>
                    <a:pt x="13301" y="15"/>
                    <a:pt x="17281" y="15"/>
                  </a:cubicBezTo>
                  <a:close/>
                </a:path>
              </a:pathLst>
            </a:custGeom>
            <a:solidFill>
              <a:srgbClr val="3D352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8" name="Content Placeholder 4">
              <a:extLst>
                <a:ext uri="{FF2B5EF4-FFF2-40B4-BE49-F238E27FC236}">
                  <a16:creationId xmlns:a16="http://schemas.microsoft.com/office/drawing/2014/main" id="{63B2C79C-5DB1-5943-055D-FD34FB9F7A1D}"/>
                </a:ext>
              </a:extLst>
            </p:cNvPr>
            <p:cNvSpPr/>
            <p:nvPr/>
          </p:nvSpPr>
          <p:spPr>
            <a:xfrm>
              <a:off x="12592536" y="2640138"/>
              <a:ext cx="68563" cy="52335"/>
            </a:xfrm>
            <a:custGeom>
              <a:avLst/>
              <a:gdLst>
                <a:gd name="connsiteX0" fmla="*/ 58095 w 68563"/>
                <a:gd name="connsiteY0" fmla="*/ 51676 h 52335"/>
                <a:gd name="connsiteX1" fmla="*/ 63653 w 68563"/>
                <a:gd name="connsiteY1" fmla="*/ 45895 h 52335"/>
                <a:gd name="connsiteX2" fmla="*/ 68534 w 68563"/>
                <a:gd name="connsiteY2" fmla="*/ 29376 h 52335"/>
                <a:gd name="connsiteX3" fmla="*/ 25803 w 68563"/>
                <a:gd name="connsiteY3" fmla="*/ 1820 h 52335"/>
                <a:gd name="connsiteX4" fmla="*/ 8003 w 68563"/>
                <a:gd name="connsiteY4" fmla="*/ 3472 h 52335"/>
                <a:gd name="connsiteX5" fmla="*/ 2672 w 68563"/>
                <a:gd name="connsiteY5" fmla="*/ 14209 h 52335"/>
                <a:gd name="connsiteX6" fmla="*/ 118 w 68563"/>
                <a:gd name="connsiteY6" fmla="*/ 37785 h 52335"/>
                <a:gd name="connsiteX7" fmla="*/ 644 w 68563"/>
                <a:gd name="connsiteY7" fmla="*/ 41464 h 52335"/>
                <a:gd name="connsiteX8" fmla="*/ 3123 w 68563"/>
                <a:gd name="connsiteY8" fmla="*/ 42741 h 52335"/>
                <a:gd name="connsiteX9" fmla="*/ 50661 w 68563"/>
                <a:gd name="connsiteY9" fmla="*/ 51976 h 52335"/>
                <a:gd name="connsiteX10" fmla="*/ 58095 w 68563"/>
                <a:gd name="connsiteY10" fmla="*/ 51676 h 52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8563" h="52335">
                  <a:moveTo>
                    <a:pt x="58095" y="51676"/>
                  </a:moveTo>
                  <a:cubicBezTo>
                    <a:pt x="60499" y="50407"/>
                    <a:pt x="62451" y="48380"/>
                    <a:pt x="63653" y="45895"/>
                  </a:cubicBezTo>
                  <a:cubicBezTo>
                    <a:pt x="66732" y="40909"/>
                    <a:pt x="68384" y="35218"/>
                    <a:pt x="68534" y="29376"/>
                  </a:cubicBezTo>
                  <a:cubicBezTo>
                    <a:pt x="68534" y="9328"/>
                    <a:pt x="40748" y="6851"/>
                    <a:pt x="25803" y="1820"/>
                  </a:cubicBezTo>
                  <a:cubicBezTo>
                    <a:pt x="19719" y="-207"/>
                    <a:pt x="11909" y="-1634"/>
                    <a:pt x="8003" y="3472"/>
                  </a:cubicBezTo>
                  <a:cubicBezTo>
                    <a:pt x="5000" y="6302"/>
                    <a:pt x="3123" y="10109"/>
                    <a:pt x="2672" y="14209"/>
                  </a:cubicBezTo>
                  <a:cubicBezTo>
                    <a:pt x="1846" y="21717"/>
                    <a:pt x="944" y="29902"/>
                    <a:pt x="118" y="37785"/>
                  </a:cubicBezTo>
                  <a:cubicBezTo>
                    <a:pt x="-182" y="39032"/>
                    <a:pt x="-32" y="40361"/>
                    <a:pt x="644" y="41464"/>
                  </a:cubicBezTo>
                  <a:cubicBezTo>
                    <a:pt x="1320" y="42125"/>
                    <a:pt x="2221" y="42568"/>
                    <a:pt x="3123" y="42741"/>
                  </a:cubicBezTo>
                  <a:cubicBezTo>
                    <a:pt x="18743" y="47021"/>
                    <a:pt x="34589" y="50107"/>
                    <a:pt x="50661" y="51976"/>
                  </a:cubicBezTo>
                  <a:cubicBezTo>
                    <a:pt x="53139" y="52502"/>
                    <a:pt x="55693" y="52397"/>
                    <a:pt x="58095" y="51676"/>
                  </a:cubicBezTo>
                  <a:close/>
                </a:path>
              </a:pathLst>
            </a:custGeom>
            <a:solidFill>
              <a:srgbClr val="696D7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9" name="Content Placeholder 4">
              <a:extLst>
                <a:ext uri="{FF2B5EF4-FFF2-40B4-BE49-F238E27FC236}">
                  <a16:creationId xmlns:a16="http://schemas.microsoft.com/office/drawing/2014/main" id="{F6172A44-85B8-171B-E81A-4237B18EC3E5}"/>
                </a:ext>
              </a:extLst>
            </p:cNvPr>
            <p:cNvSpPr/>
            <p:nvPr/>
          </p:nvSpPr>
          <p:spPr>
            <a:xfrm>
              <a:off x="12487994" y="2644972"/>
              <a:ext cx="174328" cy="240748"/>
            </a:xfrm>
            <a:custGeom>
              <a:avLst/>
              <a:gdLst>
                <a:gd name="connsiteX0" fmla="*/ 171424 w 174328"/>
                <a:gd name="connsiteY0" fmla="*/ 21614 h 240748"/>
                <a:gd name="connsiteX1" fmla="*/ 165341 w 174328"/>
                <a:gd name="connsiteY1" fmla="*/ 9375 h 240748"/>
                <a:gd name="connsiteX2" fmla="*/ 146942 w 174328"/>
                <a:gd name="connsiteY2" fmla="*/ 290 h 240748"/>
                <a:gd name="connsiteX3" fmla="*/ 142886 w 174328"/>
                <a:gd name="connsiteY3" fmla="*/ 1041 h 240748"/>
                <a:gd name="connsiteX4" fmla="*/ 144163 w 174328"/>
                <a:gd name="connsiteY4" fmla="*/ 3819 h 240748"/>
                <a:gd name="connsiteX5" fmla="*/ 150471 w 174328"/>
                <a:gd name="connsiteY5" fmla="*/ 17334 h 240748"/>
                <a:gd name="connsiteX6" fmla="*/ 152349 w 174328"/>
                <a:gd name="connsiteY6" fmla="*/ 32351 h 240748"/>
                <a:gd name="connsiteX7" fmla="*/ 154827 w 174328"/>
                <a:gd name="connsiteY7" fmla="*/ 38133 h 240748"/>
                <a:gd name="connsiteX8" fmla="*/ 113973 w 174328"/>
                <a:gd name="connsiteY8" fmla="*/ 105709 h 240748"/>
                <a:gd name="connsiteX9" fmla="*/ 14991 w 174328"/>
                <a:gd name="connsiteY9" fmla="*/ 189053 h 240748"/>
                <a:gd name="connsiteX10" fmla="*/ -29 w 174328"/>
                <a:gd name="connsiteY10" fmla="*/ 208875 h 240748"/>
                <a:gd name="connsiteX11" fmla="*/ 3276 w 174328"/>
                <a:gd name="connsiteY11" fmla="*/ 221339 h 240748"/>
                <a:gd name="connsiteX12" fmla="*/ 25806 w 174328"/>
                <a:gd name="connsiteY12" fmla="*/ 240636 h 240748"/>
                <a:gd name="connsiteX13" fmla="*/ 43529 w 174328"/>
                <a:gd name="connsiteY13" fmla="*/ 228397 h 240748"/>
                <a:gd name="connsiteX14" fmla="*/ 99028 w 174328"/>
                <a:gd name="connsiteY14" fmla="*/ 168329 h 240748"/>
                <a:gd name="connsiteX15" fmla="*/ 126890 w 174328"/>
                <a:gd name="connsiteY15" fmla="*/ 134842 h 240748"/>
                <a:gd name="connsiteX16" fmla="*/ 153024 w 174328"/>
                <a:gd name="connsiteY16" fmla="*/ 83784 h 240748"/>
                <a:gd name="connsiteX17" fmla="*/ 169472 w 174328"/>
                <a:gd name="connsiteY17" fmla="*/ 46242 h 240748"/>
                <a:gd name="connsiteX18" fmla="*/ 172401 w 174328"/>
                <a:gd name="connsiteY18" fmla="*/ 37682 h 240748"/>
                <a:gd name="connsiteX19" fmla="*/ 173001 w 174328"/>
                <a:gd name="connsiteY19" fmla="*/ 37007 h 240748"/>
                <a:gd name="connsiteX20" fmla="*/ 171424 w 174328"/>
                <a:gd name="connsiteY20" fmla="*/ 21614 h 240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4328" h="240748">
                  <a:moveTo>
                    <a:pt x="171424" y="21614"/>
                  </a:moveTo>
                  <a:cubicBezTo>
                    <a:pt x="170298" y="17147"/>
                    <a:pt x="168195" y="12972"/>
                    <a:pt x="165341" y="9375"/>
                  </a:cubicBezTo>
                  <a:cubicBezTo>
                    <a:pt x="160159" y="4720"/>
                    <a:pt x="153776" y="1574"/>
                    <a:pt x="146942" y="290"/>
                  </a:cubicBezTo>
                  <a:cubicBezTo>
                    <a:pt x="145439" y="-160"/>
                    <a:pt x="143412" y="-310"/>
                    <a:pt x="142886" y="1041"/>
                  </a:cubicBezTo>
                  <a:cubicBezTo>
                    <a:pt x="142361" y="2392"/>
                    <a:pt x="143412" y="3068"/>
                    <a:pt x="144163" y="3819"/>
                  </a:cubicBezTo>
                  <a:cubicBezTo>
                    <a:pt x="147467" y="7664"/>
                    <a:pt x="149645" y="12341"/>
                    <a:pt x="150471" y="17334"/>
                  </a:cubicBezTo>
                  <a:cubicBezTo>
                    <a:pt x="151448" y="22215"/>
                    <a:pt x="151673" y="27170"/>
                    <a:pt x="152349" y="32351"/>
                  </a:cubicBezTo>
                  <a:cubicBezTo>
                    <a:pt x="152424" y="34514"/>
                    <a:pt x="153325" y="36571"/>
                    <a:pt x="154827" y="38133"/>
                  </a:cubicBezTo>
                  <a:cubicBezTo>
                    <a:pt x="139807" y="59682"/>
                    <a:pt x="129369" y="84685"/>
                    <a:pt x="113973" y="105709"/>
                  </a:cubicBezTo>
                  <a:cubicBezTo>
                    <a:pt x="87838" y="141824"/>
                    <a:pt x="50138" y="164350"/>
                    <a:pt x="14991" y="189053"/>
                  </a:cubicBezTo>
                  <a:cubicBezTo>
                    <a:pt x="7256" y="193092"/>
                    <a:pt x="1773" y="200360"/>
                    <a:pt x="-29" y="208875"/>
                  </a:cubicBezTo>
                  <a:cubicBezTo>
                    <a:pt x="46" y="213237"/>
                    <a:pt x="1173" y="217517"/>
                    <a:pt x="3276" y="221339"/>
                  </a:cubicBezTo>
                  <a:cubicBezTo>
                    <a:pt x="7932" y="231250"/>
                    <a:pt x="15367" y="241762"/>
                    <a:pt x="25806" y="240636"/>
                  </a:cubicBezTo>
                  <a:cubicBezTo>
                    <a:pt x="32940" y="238736"/>
                    <a:pt x="39249" y="234404"/>
                    <a:pt x="43529" y="228397"/>
                  </a:cubicBezTo>
                  <a:lnTo>
                    <a:pt x="99028" y="168329"/>
                  </a:lnTo>
                  <a:cubicBezTo>
                    <a:pt x="109091" y="157855"/>
                    <a:pt x="118403" y="146668"/>
                    <a:pt x="126890" y="134842"/>
                  </a:cubicBezTo>
                  <a:cubicBezTo>
                    <a:pt x="137103" y="118653"/>
                    <a:pt x="145890" y="101564"/>
                    <a:pt x="153024" y="83784"/>
                  </a:cubicBezTo>
                  <a:lnTo>
                    <a:pt x="169472" y="46242"/>
                  </a:lnTo>
                  <a:cubicBezTo>
                    <a:pt x="170748" y="43494"/>
                    <a:pt x="171724" y="40626"/>
                    <a:pt x="172401" y="37682"/>
                  </a:cubicBezTo>
                  <a:cubicBezTo>
                    <a:pt x="172625" y="37495"/>
                    <a:pt x="172851" y="37269"/>
                    <a:pt x="173001" y="37007"/>
                  </a:cubicBezTo>
                  <a:cubicBezTo>
                    <a:pt x="176005" y="32051"/>
                    <a:pt x="173076" y="26044"/>
                    <a:pt x="171424" y="21614"/>
                  </a:cubicBezTo>
                  <a:close/>
                </a:path>
              </a:pathLst>
            </a:custGeom>
            <a:solidFill>
              <a:srgbClr val="EDD5B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0" name="Content Placeholder 4">
              <a:extLst>
                <a:ext uri="{FF2B5EF4-FFF2-40B4-BE49-F238E27FC236}">
                  <a16:creationId xmlns:a16="http://schemas.microsoft.com/office/drawing/2014/main" id="{3F41CAD5-56D5-A9FB-D429-E4ADDA1F8E20}"/>
                </a:ext>
              </a:extLst>
            </p:cNvPr>
            <p:cNvSpPr/>
            <p:nvPr/>
          </p:nvSpPr>
          <p:spPr>
            <a:xfrm>
              <a:off x="12564193" y="2635324"/>
              <a:ext cx="15682" cy="8958"/>
            </a:xfrm>
            <a:custGeom>
              <a:avLst/>
              <a:gdLst>
                <a:gd name="connsiteX0" fmla="*/ 15017 w 15682"/>
                <a:gd name="connsiteY0" fmla="*/ 2280 h 8958"/>
                <a:gd name="connsiteX1" fmla="*/ 2326 w 15682"/>
                <a:gd name="connsiteY1" fmla="*/ 8812 h 8958"/>
                <a:gd name="connsiteX2" fmla="*/ 974 w 15682"/>
                <a:gd name="connsiteY2" fmla="*/ 5659 h 8958"/>
                <a:gd name="connsiteX3" fmla="*/ 14116 w 15682"/>
                <a:gd name="connsiteY3" fmla="*/ 102 h 8958"/>
                <a:gd name="connsiteX4" fmla="*/ 15017 w 15682"/>
                <a:gd name="connsiteY4" fmla="*/ 2280 h 8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682" h="8958">
                  <a:moveTo>
                    <a:pt x="15017" y="2280"/>
                  </a:moveTo>
                  <a:cubicBezTo>
                    <a:pt x="10963" y="4765"/>
                    <a:pt x="6681" y="6950"/>
                    <a:pt x="2326" y="8812"/>
                  </a:cubicBezTo>
                  <a:cubicBezTo>
                    <a:pt x="298" y="9563"/>
                    <a:pt x="-1054" y="6484"/>
                    <a:pt x="974" y="5659"/>
                  </a:cubicBezTo>
                  <a:cubicBezTo>
                    <a:pt x="5404" y="3781"/>
                    <a:pt x="9836" y="2280"/>
                    <a:pt x="14116" y="102"/>
                  </a:cubicBezTo>
                  <a:cubicBezTo>
                    <a:pt x="15468" y="-574"/>
                    <a:pt x="16294" y="1529"/>
                    <a:pt x="15017" y="2280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1" name="Content Placeholder 4">
              <a:extLst>
                <a:ext uri="{FF2B5EF4-FFF2-40B4-BE49-F238E27FC236}">
                  <a16:creationId xmlns:a16="http://schemas.microsoft.com/office/drawing/2014/main" id="{3A290E84-5C0E-3885-9E78-F6C5FE9B61D8}"/>
                </a:ext>
              </a:extLst>
            </p:cNvPr>
            <p:cNvSpPr/>
            <p:nvPr/>
          </p:nvSpPr>
          <p:spPr>
            <a:xfrm>
              <a:off x="12567375" y="2620915"/>
              <a:ext cx="12332" cy="9294"/>
            </a:xfrm>
            <a:custGeom>
              <a:avLst/>
              <a:gdLst>
                <a:gd name="connsiteX0" fmla="*/ 10484 w 12332"/>
                <a:gd name="connsiteY0" fmla="*/ 9179 h 9294"/>
                <a:gd name="connsiteX1" fmla="*/ 646 w 12332"/>
                <a:gd name="connsiteY1" fmla="*/ 3248 h 9294"/>
                <a:gd name="connsiteX2" fmla="*/ 2674 w 12332"/>
                <a:gd name="connsiteY2" fmla="*/ 394 h 9294"/>
                <a:gd name="connsiteX3" fmla="*/ 11761 w 12332"/>
                <a:gd name="connsiteY3" fmla="*/ 6852 h 9294"/>
                <a:gd name="connsiteX4" fmla="*/ 10484 w 12332"/>
                <a:gd name="connsiteY4" fmla="*/ 9179 h 9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332" h="9294">
                  <a:moveTo>
                    <a:pt x="10484" y="9179"/>
                  </a:moveTo>
                  <a:cubicBezTo>
                    <a:pt x="6805" y="7903"/>
                    <a:pt x="3500" y="5883"/>
                    <a:pt x="646" y="3248"/>
                  </a:cubicBezTo>
                  <a:cubicBezTo>
                    <a:pt x="-1006" y="1746"/>
                    <a:pt x="646" y="-1107"/>
                    <a:pt x="2674" y="394"/>
                  </a:cubicBezTo>
                  <a:cubicBezTo>
                    <a:pt x="5528" y="2827"/>
                    <a:pt x="8532" y="4989"/>
                    <a:pt x="11761" y="6852"/>
                  </a:cubicBezTo>
                  <a:cubicBezTo>
                    <a:pt x="13038" y="7678"/>
                    <a:pt x="11836" y="9705"/>
                    <a:pt x="10484" y="9179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2" name="Content Placeholder 4">
              <a:extLst>
                <a:ext uri="{FF2B5EF4-FFF2-40B4-BE49-F238E27FC236}">
                  <a16:creationId xmlns:a16="http://schemas.microsoft.com/office/drawing/2014/main" id="{1FEFE731-8BE1-8848-1889-5B9972006DD3}"/>
                </a:ext>
              </a:extLst>
            </p:cNvPr>
            <p:cNvSpPr/>
            <p:nvPr/>
          </p:nvSpPr>
          <p:spPr>
            <a:xfrm>
              <a:off x="12574605" y="2608757"/>
              <a:ext cx="11394" cy="16345"/>
            </a:xfrm>
            <a:custGeom>
              <a:avLst/>
              <a:gdLst>
                <a:gd name="connsiteX0" fmla="*/ 9112 w 11394"/>
                <a:gd name="connsiteY0" fmla="*/ 15707 h 16345"/>
                <a:gd name="connsiteX1" fmla="*/ 251 w 11394"/>
                <a:gd name="connsiteY1" fmla="*/ 2867 h 16345"/>
                <a:gd name="connsiteX2" fmla="*/ 2954 w 11394"/>
                <a:gd name="connsiteY2" fmla="*/ 690 h 16345"/>
                <a:gd name="connsiteX3" fmla="*/ 11215 w 11394"/>
                <a:gd name="connsiteY3" fmla="*/ 14505 h 16345"/>
                <a:gd name="connsiteX4" fmla="*/ 10765 w 11394"/>
                <a:gd name="connsiteY4" fmla="*/ 16157 h 16345"/>
                <a:gd name="connsiteX5" fmla="*/ 9112 w 11394"/>
                <a:gd name="connsiteY5" fmla="*/ 15707 h 16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94" h="16345">
                  <a:moveTo>
                    <a:pt x="9112" y="15707"/>
                  </a:moveTo>
                  <a:cubicBezTo>
                    <a:pt x="5658" y="11787"/>
                    <a:pt x="2654" y="7485"/>
                    <a:pt x="251" y="2867"/>
                  </a:cubicBezTo>
                  <a:cubicBezTo>
                    <a:pt x="-876" y="990"/>
                    <a:pt x="1677" y="-1187"/>
                    <a:pt x="2954" y="690"/>
                  </a:cubicBezTo>
                  <a:cubicBezTo>
                    <a:pt x="6258" y="4954"/>
                    <a:pt x="9037" y="9587"/>
                    <a:pt x="11215" y="14505"/>
                  </a:cubicBezTo>
                  <a:cubicBezTo>
                    <a:pt x="11516" y="15083"/>
                    <a:pt x="11365" y="15827"/>
                    <a:pt x="10765" y="16157"/>
                  </a:cubicBezTo>
                  <a:cubicBezTo>
                    <a:pt x="10164" y="16488"/>
                    <a:pt x="9413" y="16285"/>
                    <a:pt x="9112" y="15707"/>
                  </a:cubicBezTo>
                  <a:close/>
                </a:path>
              </a:pathLst>
            </a:custGeom>
            <a:solidFill>
              <a:srgbClr val="666666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3" name="Content Placeholder 4">
              <a:extLst>
                <a:ext uri="{FF2B5EF4-FFF2-40B4-BE49-F238E27FC236}">
                  <a16:creationId xmlns:a16="http://schemas.microsoft.com/office/drawing/2014/main" id="{9470EDD0-C96B-6B77-3DB8-98454CA4CEBC}"/>
                </a:ext>
              </a:extLst>
            </p:cNvPr>
            <p:cNvSpPr/>
            <p:nvPr/>
          </p:nvSpPr>
          <p:spPr>
            <a:xfrm>
              <a:off x="12344178" y="2836298"/>
              <a:ext cx="98385" cy="200654"/>
            </a:xfrm>
            <a:custGeom>
              <a:avLst/>
              <a:gdLst>
                <a:gd name="connsiteX0" fmla="*/ 98201 w 98385"/>
                <a:gd name="connsiteY0" fmla="*/ 5460 h 200654"/>
                <a:gd name="connsiteX1" fmla="*/ 96324 w 98385"/>
                <a:gd name="connsiteY1" fmla="*/ 655 h 200654"/>
                <a:gd name="connsiteX2" fmla="*/ 92118 w 98385"/>
                <a:gd name="connsiteY2" fmla="*/ 130 h 200654"/>
                <a:gd name="connsiteX3" fmla="*/ 44204 w 98385"/>
                <a:gd name="connsiteY3" fmla="*/ 42102 h 200654"/>
                <a:gd name="connsiteX4" fmla="*/ 1397 w 98385"/>
                <a:gd name="connsiteY4" fmla="*/ 115835 h 200654"/>
                <a:gd name="connsiteX5" fmla="*/ -29 w 98385"/>
                <a:gd name="connsiteY5" fmla="*/ 120265 h 200654"/>
                <a:gd name="connsiteX6" fmla="*/ 2073 w 98385"/>
                <a:gd name="connsiteY6" fmla="*/ 125896 h 200654"/>
                <a:gd name="connsiteX7" fmla="*/ 26480 w 98385"/>
                <a:gd name="connsiteY7" fmla="*/ 167493 h 200654"/>
                <a:gd name="connsiteX8" fmla="*/ 29785 w 98385"/>
                <a:gd name="connsiteY8" fmla="*/ 177254 h 200654"/>
                <a:gd name="connsiteX9" fmla="*/ 22951 w 98385"/>
                <a:gd name="connsiteY9" fmla="*/ 198127 h 200654"/>
                <a:gd name="connsiteX10" fmla="*/ 33540 w 98385"/>
                <a:gd name="connsiteY10" fmla="*/ 198713 h 200654"/>
                <a:gd name="connsiteX11" fmla="*/ 34141 w 98385"/>
                <a:gd name="connsiteY11" fmla="*/ 198127 h 200654"/>
                <a:gd name="connsiteX12" fmla="*/ 39022 w 98385"/>
                <a:gd name="connsiteY12" fmla="*/ 186639 h 200654"/>
                <a:gd name="connsiteX13" fmla="*/ 45255 w 98385"/>
                <a:gd name="connsiteY13" fmla="*/ 157732 h 200654"/>
                <a:gd name="connsiteX14" fmla="*/ 45631 w 98385"/>
                <a:gd name="connsiteY14" fmla="*/ 150223 h 200654"/>
                <a:gd name="connsiteX15" fmla="*/ 41351 w 98385"/>
                <a:gd name="connsiteY15" fmla="*/ 143541 h 200654"/>
                <a:gd name="connsiteX16" fmla="*/ 24528 w 98385"/>
                <a:gd name="connsiteY16" fmla="*/ 125220 h 200654"/>
                <a:gd name="connsiteX17" fmla="*/ 73043 w 98385"/>
                <a:gd name="connsiteY17" fmla="*/ 71610 h 200654"/>
                <a:gd name="connsiteX18" fmla="*/ 98201 w 98385"/>
                <a:gd name="connsiteY18" fmla="*/ 5460 h 200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385" h="200654">
                  <a:moveTo>
                    <a:pt x="98201" y="5460"/>
                  </a:moveTo>
                  <a:cubicBezTo>
                    <a:pt x="98276" y="3666"/>
                    <a:pt x="97601" y="1924"/>
                    <a:pt x="96324" y="655"/>
                  </a:cubicBezTo>
                  <a:cubicBezTo>
                    <a:pt x="95047" y="-13"/>
                    <a:pt x="93545" y="-201"/>
                    <a:pt x="92118" y="130"/>
                  </a:cubicBezTo>
                  <a:cubicBezTo>
                    <a:pt x="70339" y="3208"/>
                    <a:pt x="55920" y="23556"/>
                    <a:pt x="44204" y="42102"/>
                  </a:cubicBezTo>
                  <a:cubicBezTo>
                    <a:pt x="28508" y="65821"/>
                    <a:pt x="14239" y="90441"/>
                    <a:pt x="1397" y="115835"/>
                  </a:cubicBezTo>
                  <a:cubicBezTo>
                    <a:pt x="646" y="117201"/>
                    <a:pt x="120" y="118711"/>
                    <a:pt x="-29" y="120265"/>
                  </a:cubicBezTo>
                  <a:cubicBezTo>
                    <a:pt x="120" y="122300"/>
                    <a:pt x="872" y="124244"/>
                    <a:pt x="2073" y="125896"/>
                  </a:cubicBezTo>
                  <a:lnTo>
                    <a:pt x="26480" y="167493"/>
                  </a:lnTo>
                  <a:cubicBezTo>
                    <a:pt x="28583" y="170324"/>
                    <a:pt x="29710" y="173733"/>
                    <a:pt x="29785" y="177254"/>
                  </a:cubicBezTo>
                  <a:cubicBezTo>
                    <a:pt x="29110" y="184762"/>
                    <a:pt x="18370" y="191895"/>
                    <a:pt x="22951" y="198127"/>
                  </a:cubicBezTo>
                  <a:cubicBezTo>
                    <a:pt x="25730" y="201213"/>
                    <a:pt x="30461" y="201476"/>
                    <a:pt x="33540" y="198713"/>
                  </a:cubicBezTo>
                  <a:cubicBezTo>
                    <a:pt x="33766" y="198525"/>
                    <a:pt x="33990" y="198330"/>
                    <a:pt x="34141" y="198127"/>
                  </a:cubicBezTo>
                  <a:cubicBezTo>
                    <a:pt x="36844" y="194831"/>
                    <a:pt x="38497" y="190852"/>
                    <a:pt x="39022" y="186639"/>
                  </a:cubicBezTo>
                  <a:cubicBezTo>
                    <a:pt x="41050" y="177029"/>
                    <a:pt x="43153" y="167343"/>
                    <a:pt x="45255" y="157732"/>
                  </a:cubicBezTo>
                  <a:cubicBezTo>
                    <a:pt x="45932" y="155292"/>
                    <a:pt x="46081" y="152724"/>
                    <a:pt x="45631" y="150223"/>
                  </a:cubicBezTo>
                  <a:cubicBezTo>
                    <a:pt x="44805" y="147671"/>
                    <a:pt x="43303" y="145373"/>
                    <a:pt x="41351" y="143541"/>
                  </a:cubicBezTo>
                  <a:lnTo>
                    <a:pt x="24528" y="125220"/>
                  </a:lnTo>
                  <a:cubicBezTo>
                    <a:pt x="39548" y="106374"/>
                    <a:pt x="57948" y="90381"/>
                    <a:pt x="73043" y="71610"/>
                  </a:cubicBezTo>
                  <a:cubicBezTo>
                    <a:pt x="88138" y="52839"/>
                    <a:pt x="99853" y="29563"/>
                    <a:pt x="98201" y="5460"/>
                  </a:cubicBezTo>
                  <a:close/>
                </a:path>
              </a:pathLst>
            </a:custGeom>
            <a:solidFill>
              <a:srgbClr val="EDD5BE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4" name="Content Placeholder 4">
              <a:extLst>
                <a:ext uri="{FF2B5EF4-FFF2-40B4-BE49-F238E27FC236}">
                  <a16:creationId xmlns:a16="http://schemas.microsoft.com/office/drawing/2014/main" id="{8EB77B7E-CF94-DA0F-2FF6-3D6DE840AEEB}"/>
                </a:ext>
              </a:extLst>
            </p:cNvPr>
            <p:cNvSpPr/>
            <p:nvPr/>
          </p:nvSpPr>
          <p:spPr>
            <a:xfrm>
              <a:off x="12359596" y="2828807"/>
              <a:ext cx="187726" cy="299128"/>
            </a:xfrm>
            <a:custGeom>
              <a:avLst/>
              <a:gdLst>
                <a:gd name="connsiteX0" fmla="*/ 184393 w 187726"/>
                <a:gd name="connsiteY0" fmla="*/ 279502 h 299128"/>
                <a:gd name="connsiteX1" fmla="*/ 165092 w 187726"/>
                <a:gd name="connsiteY1" fmla="*/ 188349 h 299128"/>
                <a:gd name="connsiteX2" fmla="*/ 165918 w 187726"/>
                <a:gd name="connsiteY2" fmla="*/ 86910 h 299128"/>
                <a:gd name="connsiteX3" fmla="*/ 157883 w 187726"/>
                <a:gd name="connsiteY3" fmla="*/ 64009 h 299128"/>
                <a:gd name="connsiteX4" fmla="*/ 137906 w 187726"/>
                <a:gd name="connsiteY4" fmla="*/ 14453 h 299128"/>
                <a:gd name="connsiteX5" fmla="*/ 132048 w 187726"/>
                <a:gd name="connsiteY5" fmla="*/ 3716 h 299128"/>
                <a:gd name="connsiteX6" fmla="*/ 83459 w 187726"/>
                <a:gd name="connsiteY6" fmla="*/ 3716 h 299128"/>
                <a:gd name="connsiteX7" fmla="*/ 72720 w 187726"/>
                <a:gd name="connsiteY7" fmla="*/ 4842 h 299128"/>
                <a:gd name="connsiteX8" fmla="*/ 66486 w 187726"/>
                <a:gd name="connsiteY8" fmla="*/ 20685 h 299128"/>
                <a:gd name="connsiteX9" fmla="*/ 49364 w 187726"/>
                <a:gd name="connsiteY9" fmla="*/ 87210 h 299128"/>
                <a:gd name="connsiteX10" fmla="*/ 45534 w 187726"/>
                <a:gd name="connsiteY10" fmla="*/ 121599 h 299128"/>
                <a:gd name="connsiteX11" fmla="*/ 33368 w 187726"/>
                <a:gd name="connsiteY11" fmla="*/ 147127 h 299128"/>
                <a:gd name="connsiteX12" fmla="*/ 4754 w 187726"/>
                <a:gd name="connsiteY12" fmla="*/ 246314 h 299128"/>
                <a:gd name="connsiteX13" fmla="*/ 173 w 187726"/>
                <a:gd name="connsiteY13" fmla="*/ 262457 h 299128"/>
                <a:gd name="connsiteX14" fmla="*/ 4904 w 187726"/>
                <a:gd name="connsiteY14" fmla="*/ 278075 h 299128"/>
                <a:gd name="connsiteX15" fmla="*/ 15419 w 187726"/>
                <a:gd name="connsiteY15" fmla="*/ 283631 h 299128"/>
                <a:gd name="connsiteX16" fmla="*/ 32015 w 187726"/>
                <a:gd name="connsiteY16" fmla="*/ 289413 h 299128"/>
                <a:gd name="connsiteX17" fmla="*/ 55371 w 187726"/>
                <a:gd name="connsiteY17" fmla="*/ 296396 h 299128"/>
                <a:gd name="connsiteX18" fmla="*/ 85411 w 187726"/>
                <a:gd name="connsiteY18" fmla="*/ 298498 h 299128"/>
                <a:gd name="connsiteX19" fmla="*/ 140235 w 187726"/>
                <a:gd name="connsiteY19" fmla="*/ 299098 h 299128"/>
                <a:gd name="connsiteX20" fmla="*/ 171476 w 187726"/>
                <a:gd name="connsiteY20" fmla="*/ 298498 h 299128"/>
                <a:gd name="connsiteX21" fmla="*/ 187697 w 187726"/>
                <a:gd name="connsiteY21" fmla="*/ 288211 h 299128"/>
                <a:gd name="connsiteX22" fmla="*/ 184393 w 187726"/>
                <a:gd name="connsiteY22" fmla="*/ 279502 h 299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7726" h="299128">
                  <a:moveTo>
                    <a:pt x="184393" y="279502"/>
                  </a:moveTo>
                  <a:cubicBezTo>
                    <a:pt x="168397" y="251953"/>
                    <a:pt x="161638" y="220012"/>
                    <a:pt x="165092" y="188349"/>
                  </a:cubicBezTo>
                  <a:cubicBezTo>
                    <a:pt x="169748" y="152233"/>
                    <a:pt x="174931" y="122950"/>
                    <a:pt x="165918" y="86910"/>
                  </a:cubicBezTo>
                  <a:cubicBezTo>
                    <a:pt x="163741" y="79101"/>
                    <a:pt x="161038" y="71450"/>
                    <a:pt x="157883" y="64009"/>
                  </a:cubicBezTo>
                  <a:cubicBezTo>
                    <a:pt x="151199" y="47490"/>
                    <a:pt x="144515" y="30972"/>
                    <a:pt x="137906" y="14453"/>
                  </a:cubicBezTo>
                  <a:cubicBezTo>
                    <a:pt x="136555" y="10579"/>
                    <a:pt x="134602" y="6952"/>
                    <a:pt x="132048" y="3716"/>
                  </a:cubicBezTo>
                  <a:cubicBezTo>
                    <a:pt x="122886" y="-6345"/>
                    <a:pt x="97203" y="7470"/>
                    <a:pt x="83459" y="3716"/>
                  </a:cubicBezTo>
                  <a:cubicBezTo>
                    <a:pt x="77676" y="2214"/>
                    <a:pt x="75949" y="37"/>
                    <a:pt x="72720" y="4842"/>
                  </a:cubicBezTo>
                  <a:cubicBezTo>
                    <a:pt x="70016" y="9858"/>
                    <a:pt x="67913" y="15174"/>
                    <a:pt x="66486" y="20685"/>
                  </a:cubicBezTo>
                  <a:cubicBezTo>
                    <a:pt x="57550" y="41904"/>
                    <a:pt x="51767" y="64317"/>
                    <a:pt x="49364" y="87210"/>
                  </a:cubicBezTo>
                  <a:cubicBezTo>
                    <a:pt x="49364" y="98781"/>
                    <a:pt x="48087" y="110314"/>
                    <a:pt x="45534" y="121599"/>
                  </a:cubicBezTo>
                  <a:cubicBezTo>
                    <a:pt x="42229" y="130436"/>
                    <a:pt x="38099" y="138973"/>
                    <a:pt x="33368" y="147127"/>
                  </a:cubicBezTo>
                  <a:cubicBezTo>
                    <a:pt x="18348" y="177987"/>
                    <a:pt x="16169" y="213727"/>
                    <a:pt x="4754" y="246314"/>
                  </a:cubicBezTo>
                  <a:cubicBezTo>
                    <a:pt x="2576" y="251495"/>
                    <a:pt x="1074" y="256916"/>
                    <a:pt x="173" y="262457"/>
                  </a:cubicBezTo>
                  <a:cubicBezTo>
                    <a:pt x="-653" y="268111"/>
                    <a:pt x="1074" y="273840"/>
                    <a:pt x="4904" y="278075"/>
                  </a:cubicBezTo>
                  <a:cubicBezTo>
                    <a:pt x="7984" y="280650"/>
                    <a:pt x="11588" y="282542"/>
                    <a:pt x="15419" y="283631"/>
                  </a:cubicBezTo>
                  <a:lnTo>
                    <a:pt x="32015" y="289413"/>
                  </a:lnTo>
                  <a:cubicBezTo>
                    <a:pt x="39601" y="292303"/>
                    <a:pt x="47411" y="294639"/>
                    <a:pt x="55371" y="296396"/>
                  </a:cubicBezTo>
                  <a:cubicBezTo>
                    <a:pt x="65285" y="297987"/>
                    <a:pt x="75348" y="298693"/>
                    <a:pt x="85411" y="298498"/>
                  </a:cubicBezTo>
                  <a:lnTo>
                    <a:pt x="140235" y="299098"/>
                  </a:lnTo>
                  <a:cubicBezTo>
                    <a:pt x="150674" y="299098"/>
                    <a:pt x="161113" y="299098"/>
                    <a:pt x="171476" y="298498"/>
                  </a:cubicBezTo>
                  <a:cubicBezTo>
                    <a:pt x="178460" y="297897"/>
                    <a:pt x="187172" y="295194"/>
                    <a:pt x="187697" y="288211"/>
                  </a:cubicBezTo>
                  <a:cubicBezTo>
                    <a:pt x="187472" y="285050"/>
                    <a:pt x="186271" y="282032"/>
                    <a:pt x="184393" y="279502"/>
                  </a:cubicBezTo>
                  <a:close/>
                </a:path>
              </a:pathLst>
            </a:custGeom>
            <a:solidFill>
              <a:srgbClr val="E6ECE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025" name="Rectangle 4024">
            <a:extLst>
              <a:ext uri="{FF2B5EF4-FFF2-40B4-BE49-F238E27FC236}">
                <a16:creationId xmlns:a16="http://schemas.microsoft.com/office/drawing/2014/main" id="{17A4F978-22D5-87DB-5A55-DBCD96C61EF8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29" name="Group 4028">
            <a:extLst>
              <a:ext uri="{FF2B5EF4-FFF2-40B4-BE49-F238E27FC236}">
                <a16:creationId xmlns:a16="http://schemas.microsoft.com/office/drawing/2014/main" id="{C54F2538-A2BB-1F62-F0EE-9032240C12F1}"/>
              </a:ext>
            </a:extLst>
          </p:cNvPr>
          <p:cNvGrpSpPr/>
          <p:nvPr userDrawn="1"/>
        </p:nvGrpSpPr>
        <p:grpSpPr>
          <a:xfrm>
            <a:off x="4038820" y="5289509"/>
            <a:ext cx="589153" cy="874794"/>
            <a:chOff x="6724289" y="4856229"/>
            <a:chExt cx="589153" cy="874794"/>
          </a:xfrm>
        </p:grpSpPr>
        <p:sp>
          <p:nvSpPr>
            <p:cNvPr id="4030" name="Content Placeholder 4">
              <a:extLst>
                <a:ext uri="{FF2B5EF4-FFF2-40B4-BE49-F238E27FC236}">
                  <a16:creationId xmlns:a16="http://schemas.microsoft.com/office/drawing/2014/main" id="{62B91535-4939-3880-4CA2-52217545DC4F}"/>
                </a:ext>
              </a:extLst>
            </p:cNvPr>
            <p:cNvSpPr/>
            <p:nvPr/>
          </p:nvSpPr>
          <p:spPr>
            <a:xfrm>
              <a:off x="6986827" y="5709190"/>
              <a:ext cx="326615" cy="21833"/>
            </a:xfrm>
            <a:custGeom>
              <a:avLst/>
              <a:gdLst>
                <a:gd name="connsiteX0" fmla="*/ 287176 w 326615"/>
                <a:gd name="connsiteY0" fmla="*/ 17766 h 21833"/>
                <a:gd name="connsiteX1" fmla="*/ 322473 w 326615"/>
                <a:gd name="connsiteY1" fmla="*/ 14161 h 21833"/>
                <a:gd name="connsiteX2" fmla="*/ 325927 w 326615"/>
                <a:gd name="connsiteY2" fmla="*/ 12735 h 21833"/>
                <a:gd name="connsiteX3" fmla="*/ 320820 w 326615"/>
                <a:gd name="connsiteY3" fmla="*/ 5227 h 21833"/>
                <a:gd name="connsiteX4" fmla="*/ 264721 w 326615"/>
                <a:gd name="connsiteY4" fmla="*/ 571 h 21833"/>
                <a:gd name="connsiteX5" fmla="*/ 58196 w 326615"/>
                <a:gd name="connsiteY5" fmla="*/ 1698 h 21833"/>
                <a:gd name="connsiteX6" fmla="*/ -6 w 326615"/>
                <a:gd name="connsiteY6" fmla="*/ 11008 h 21833"/>
                <a:gd name="connsiteX7" fmla="*/ 59548 w 326615"/>
                <a:gd name="connsiteY7" fmla="*/ 20018 h 21833"/>
                <a:gd name="connsiteX8" fmla="*/ 205317 w 326615"/>
                <a:gd name="connsiteY8" fmla="*/ 21069 h 21833"/>
                <a:gd name="connsiteX9" fmla="*/ 287176 w 326615"/>
                <a:gd name="connsiteY9" fmla="*/ 17766 h 21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6615" h="21833">
                  <a:moveTo>
                    <a:pt x="287176" y="17766"/>
                  </a:moveTo>
                  <a:cubicBezTo>
                    <a:pt x="298997" y="17165"/>
                    <a:pt x="310780" y="15964"/>
                    <a:pt x="322473" y="14161"/>
                  </a:cubicBezTo>
                  <a:cubicBezTo>
                    <a:pt x="323757" y="14101"/>
                    <a:pt x="324974" y="13599"/>
                    <a:pt x="325927" y="12735"/>
                  </a:cubicBezTo>
                  <a:cubicBezTo>
                    <a:pt x="328180" y="10032"/>
                    <a:pt x="324200" y="6578"/>
                    <a:pt x="320820" y="5227"/>
                  </a:cubicBezTo>
                  <a:cubicBezTo>
                    <a:pt x="302511" y="556"/>
                    <a:pt x="283549" y="-1021"/>
                    <a:pt x="264721" y="571"/>
                  </a:cubicBezTo>
                  <a:cubicBezTo>
                    <a:pt x="195832" y="2276"/>
                    <a:pt x="126987" y="2651"/>
                    <a:pt x="58196" y="1698"/>
                  </a:cubicBezTo>
                  <a:cubicBezTo>
                    <a:pt x="49259" y="1698"/>
                    <a:pt x="1421" y="-1231"/>
                    <a:pt x="-6" y="11008"/>
                  </a:cubicBezTo>
                  <a:cubicBezTo>
                    <a:pt x="-1283" y="21670"/>
                    <a:pt x="51362" y="19643"/>
                    <a:pt x="59548" y="20018"/>
                  </a:cubicBezTo>
                  <a:cubicBezTo>
                    <a:pt x="108063" y="21970"/>
                    <a:pt x="156652" y="22323"/>
                    <a:pt x="205317" y="21069"/>
                  </a:cubicBezTo>
                  <a:cubicBezTo>
                    <a:pt x="232653" y="20371"/>
                    <a:pt x="259937" y="19268"/>
                    <a:pt x="287176" y="17766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1" name="Content Placeholder 4">
              <a:extLst>
                <a:ext uri="{FF2B5EF4-FFF2-40B4-BE49-F238E27FC236}">
                  <a16:creationId xmlns:a16="http://schemas.microsoft.com/office/drawing/2014/main" id="{FE8FD735-9BB7-37EF-50A3-F8C81C2806F7}"/>
                </a:ext>
              </a:extLst>
            </p:cNvPr>
            <p:cNvSpPr/>
            <p:nvPr/>
          </p:nvSpPr>
          <p:spPr>
            <a:xfrm>
              <a:off x="6724289" y="5696801"/>
              <a:ext cx="240149" cy="29366"/>
            </a:xfrm>
            <a:custGeom>
              <a:avLst/>
              <a:gdLst>
                <a:gd name="connsiteX0" fmla="*/ 235570 w 240149"/>
                <a:gd name="connsiteY0" fmla="*/ 14763 h 29366"/>
                <a:gd name="connsiteX1" fmla="*/ 240076 w 240149"/>
                <a:gd name="connsiteY1" fmla="*/ 11684 h 29366"/>
                <a:gd name="connsiteX2" fmla="*/ 234819 w 240149"/>
                <a:gd name="connsiteY2" fmla="*/ 6879 h 29366"/>
                <a:gd name="connsiteX3" fmla="*/ 193439 w 240149"/>
                <a:gd name="connsiteY3" fmla="*/ 4927 h 29366"/>
                <a:gd name="connsiteX4" fmla="*/ 101442 w 240149"/>
                <a:gd name="connsiteY4" fmla="*/ 422 h 29366"/>
                <a:gd name="connsiteX5" fmla="*/ 28144 w 240149"/>
                <a:gd name="connsiteY5" fmla="*/ 5678 h 29366"/>
                <a:gd name="connsiteX6" fmla="*/ 583 w 240149"/>
                <a:gd name="connsiteY6" fmla="*/ 18292 h 29366"/>
                <a:gd name="connsiteX7" fmla="*/ 11022 w 240149"/>
                <a:gd name="connsiteY7" fmla="*/ 29330 h 29366"/>
                <a:gd name="connsiteX8" fmla="*/ 37682 w 240149"/>
                <a:gd name="connsiteY8" fmla="*/ 26701 h 29366"/>
                <a:gd name="connsiteX9" fmla="*/ 75983 w 240149"/>
                <a:gd name="connsiteY9" fmla="*/ 27602 h 29366"/>
                <a:gd name="connsiteX10" fmla="*/ 152284 w 240149"/>
                <a:gd name="connsiteY10" fmla="*/ 26026 h 29366"/>
                <a:gd name="connsiteX11" fmla="*/ 235570 w 240149"/>
                <a:gd name="connsiteY11" fmla="*/ 14763 h 2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0149" h="29366">
                  <a:moveTo>
                    <a:pt x="235570" y="14763"/>
                  </a:moveTo>
                  <a:cubicBezTo>
                    <a:pt x="237448" y="14313"/>
                    <a:pt x="239626" y="13562"/>
                    <a:pt x="240076" y="11684"/>
                  </a:cubicBezTo>
                  <a:cubicBezTo>
                    <a:pt x="240527" y="9807"/>
                    <a:pt x="237448" y="7480"/>
                    <a:pt x="234819" y="6879"/>
                  </a:cubicBezTo>
                  <a:cubicBezTo>
                    <a:pt x="221129" y="4799"/>
                    <a:pt x="207265" y="4146"/>
                    <a:pt x="193439" y="4927"/>
                  </a:cubicBezTo>
                  <a:cubicBezTo>
                    <a:pt x="162723" y="4927"/>
                    <a:pt x="132158" y="1548"/>
                    <a:pt x="101442" y="422"/>
                  </a:cubicBezTo>
                  <a:cubicBezTo>
                    <a:pt x="76884" y="-952"/>
                    <a:pt x="52251" y="812"/>
                    <a:pt x="28144" y="5678"/>
                  </a:cubicBezTo>
                  <a:cubicBezTo>
                    <a:pt x="20634" y="7329"/>
                    <a:pt x="3286" y="9207"/>
                    <a:pt x="583" y="18292"/>
                  </a:cubicBezTo>
                  <a:cubicBezTo>
                    <a:pt x="-2121" y="27377"/>
                    <a:pt x="4638" y="29479"/>
                    <a:pt x="11022" y="29330"/>
                  </a:cubicBezTo>
                  <a:cubicBezTo>
                    <a:pt x="20033" y="29330"/>
                    <a:pt x="28520" y="26476"/>
                    <a:pt x="37682" y="26701"/>
                  </a:cubicBezTo>
                  <a:lnTo>
                    <a:pt x="75983" y="27602"/>
                  </a:lnTo>
                  <a:cubicBezTo>
                    <a:pt x="101442" y="27602"/>
                    <a:pt x="126901" y="27602"/>
                    <a:pt x="152284" y="26026"/>
                  </a:cubicBezTo>
                  <a:cubicBezTo>
                    <a:pt x="180297" y="24419"/>
                    <a:pt x="208136" y="20650"/>
                    <a:pt x="235570" y="14763"/>
                  </a:cubicBezTo>
                  <a:close/>
                </a:path>
              </a:pathLst>
            </a:custGeom>
            <a:solidFill>
              <a:srgbClr val="00000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2" name="Content Placeholder 4">
              <a:extLst>
                <a:ext uri="{FF2B5EF4-FFF2-40B4-BE49-F238E27FC236}">
                  <a16:creationId xmlns:a16="http://schemas.microsoft.com/office/drawing/2014/main" id="{0104016A-ACF5-BCB0-5461-594ED1BBD376}"/>
                </a:ext>
              </a:extLst>
            </p:cNvPr>
            <p:cNvSpPr/>
            <p:nvPr/>
          </p:nvSpPr>
          <p:spPr>
            <a:xfrm>
              <a:off x="6991080" y="5283769"/>
              <a:ext cx="178362" cy="437247"/>
            </a:xfrm>
            <a:custGeom>
              <a:avLst/>
              <a:gdLst>
                <a:gd name="connsiteX0" fmla="*/ 178158 w 178362"/>
                <a:gd name="connsiteY0" fmla="*/ 15431 h 437247"/>
                <a:gd name="connsiteX1" fmla="*/ 177482 w 178362"/>
                <a:gd name="connsiteY1" fmla="*/ 10775 h 437247"/>
                <a:gd name="connsiteX2" fmla="*/ 173126 w 178362"/>
                <a:gd name="connsiteY2" fmla="*/ 6045 h 437247"/>
                <a:gd name="connsiteX3" fmla="*/ 149545 w 178362"/>
                <a:gd name="connsiteY3" fmla="*/ 864 h 437247"/>
                <a:gd name="connsiteX4" fmla="*/ 56797 w 178362"/>
                <a:gd name="connsiteY4" fmla="*/ 7021 h 437247"/>
                <a:gd name="connsiteX5" fmla="*/ 27207 w 178362"/>
                <a:gd name="connsiteY5" fmla="*/ 22038 h 437247"/>
                <a:gd name="connsiteX6" fmla="*/ 23152 w 178362"/>
                <a:gd name="connsiteY6" fmla="*/ 66188 h 437247"/>
                <a:gd name="connsiteX7" fmla="*/ 23152 w 178362"/>
                <a:gd name="connsiteY7" fmla="*/ 123552 h 437247"/>
                <a:gd name="connsiteX8" fmla="*/ 25555 w 178362"/>
                <a:gd name="connsiteY8" fmla="*/ 160119 h 437247"/>
                <a:gd name="connsiteX9" fmla="*/ 39974 w 178362"/>
                <a:gd name="connsiteY9" fmla="*/ 309912 h 437247"/>
                <a:gd name="connsiteX10" fmla="*/ 43954 w 178362"/>
                <a:gd name="connsiteY10" fmla="*/ 358717 h 437247"/>
                <a:gd name="connsiteX11" fmla="*/ 42378 w 178362"/>
                <a:gd name="connsiteY11" fmla="*/ 407672 h 437247"/>
                <a:gd name="connsiteX12" fmla="*/ 41551 w 178362"/>
                <a:gd name="connsiteY12" fmla="*/ 408198 h 437247"/>
                <a:gd name="connsiteX13" fmla="*/ 38322 w 178362"/>
                <a:gd name="connsiteY13" fmla="*/ 413229 h 437247"/>
                <a:gd name="connsiteX14" fmla="*/ 36444 w 178362"/>
                <a:gd name="connsiteY14" fmla="*/ 418109 h 437247"/>
                <a:gd name="connsiteX15" fmla="*/ 30136 w 178362"/>
                <a:gd name="connsiteY15" fmla="*/ 421563 h 437247"/>
                <a:gd name="connsiteX16" fmla="*/ 10009 w 178362"/>
                <a:gd name="connsiteY16" fmla="*/ 425918 h 437247"/>
                <a:gd name="connsiteX17" fmla="*/ 5503 w 178362"/>
                <a:gd name="connsiteY17" fmla="*/ 426669 h 437247"/>
                <a:gd name="connsiteX18" fmla="*/ 96 w 178362"/>
                <a:gd name="connsiteY18" fmla="*/ 434703 h 437247"/>
                <a:gd name="connsiteX19" fmla="*/ 997 w 178362"/>
                <a:gd name="connsiteY19" fmla="*/ 437106 h 437247"/>
                <a:gd name="connsiteX20" fmla="*/ 3025 w 178362"/>
                <a:gd name="connsiteY20" fmla="*/ 437106 h 437247"/>
                <a:gd name="connsiteX21" fmla="*/ 51464 w 178362"/>
                <a:gd name="connsiteY21" fmla="*/ 436505 h 437247"/>
                <a:gd name="connsiteX22" fmla="*/ 66034 w 178362"/>
                <a:gd name="connsiteY22" fmla="*/ 435378 h 437247"/>
                <a:gd name="connsiteX23" fmla="*/ 67761 w 178362"/>
                <a:gd name="connsiteY23" fmla="*/ 434778 h 437247"/>
                <a:gd name="connsiteX24" fmla="*/ 68662 w 178362"/>
                <a:gd name="connsiteY24" fmla="*/ 433426 h 437247"/>
                <a:gd name="connsiteX25" fmla="*/ 70840 w 178362"/>
                <a:gd name="connsiteY25" fmla="*/ 411952 h 437247"/>
                <a:gd name="connsiteX26" fmla="*/ 69188 w 178362"/>
                <a:gd name="connsiteY26" fmla="*/ 408348 h 437247"/>
                <a:gd name="connsiteX27" fmla="*/ 96675 w 178362"/>
                <a:gd name="connsiteY27" fmla="*/ 146979 h 437247"/>
                <a:gd name="connsiteX28" fmla="*/ 98477 w 178362"/>
                <a:gd name="connsiteY28" fmla="*/ 146453 h 437247"/>
                <a:gd name="connsiteX29" fmla="*/ 125513 w 178362"/>
                <a:gd name="connsiteY29" fmla="*/ 139320 h 437247"/>
                <a:gd name="connsiteX30" fmla="*/ 140533 w 178362"/>
                <a:gd name="connsiteY30" fmla="*/ 132938 h 437247"/>
                <a:gd name="connsiteX31" fmla="*/ 148043 w 178362"/>
                <a:gd name="connsiteY31" fmla="*/ 122426 h 437247"/>
                <a:gd name="connsiteX32" fmla="*/ 174027 w 178362"/>
                <a:gd name="connsiteY32" fmla="*/ 62358 h 437247"/>
                <a:gd name="connsiteX33" fmla="*/ 178158 w 178362"/>
                <a:gd name="connsiteY33" fmla="*/ 15431 h 437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8362" h="437247">
                  <a:moveTo>
                    <a:pt x="178158" y="15431"/>
                  </a:moveTo>
                  <a:cubicBezTo>
                    <a:pt x="178241" y="13846"/>
                    <a:pt x="178008" y="12270"/>
                    <a:pt x="177482" y="10775"/>
                  </a:cubicBezTo>
                  <a:cubicBezTo>
                    <a:pt x="176603" y="8756"/>
                    <a:pt x="175064" y="7089"/>
                    <a:pt x="173126" y="6045"/>
                  </a:cubicBezTo>
                  <a:cubicBezTo>
                    <a:pt x="165887" y="2208"/>
                    <a:pt x="157731" y="414"/>
                    <a:pt x="149545" y="864"/>
                  </a:cubicBezTo>
                  <a:cubicBezTo>
                    <a:pt x="118491" y="-1411"/>
                    <a:pt x="87272" y="662"/>
                    <a:pt x="56797" y="7021"/>
                  </a:cubicBezTo>
                  <a:cubicBezTo>
                    <a:pt x="47484" y="9349"/>
                    <a:pt x="31638" y="11752"/>
                    <a:pt x="27207" y="22038"/>
                  </a:cubicBezTo>
                  <a:cubicBezTo>
                    <a:pt x="21800" y="34202"/>
                    <a:pt x="23677" y="53048"/>
                    <a:pt x="23152" y="66188"/>
                  </a:cubicBezTo>
                  <a:cubicBezTo>
                    <a:pt x="22401" y="85260"/>
                    <a:pt x="22551" y="104406"/>
                    <a:pt x="23152" y="123552"/>
                  </a:cubicBezTo>
                  <a:cubicBezTo>
                    <a:pt x="23752" y="135716"/>
                    <a:pt x="24654" y="147955"/>
                    <a:pt x="25555" y="160119"/>
                  </a:cubicBezTo>
                  <a:cubicBezTo>
                    <a:pt x="29385" y="210575"/>
                    <a:pt x="31939" y="259606"/>
                    <a:pt x="39974" y="309912"/>
                  </a:cubicBezTo>
                  <a:cubicBezTo>
                    <a:pt x="42430" y="326070"/>
                    <a:pt x="43759" y="342379"/>
                    <a:pt x="43954" y="358717"/>
                  </a:cubicBezTo>
                  <a:cubicBezTo>
                    <a:pt x="43954" y="364949"/>
                    <a:pt x="47334" y="404894"/>
                    <a:pt x="42378" y="407672"/>
                  </a:cubicBezTo>
                  <a:lnTo>
                    <a:pt x="41551" y="408198"/>
                  </a:lnTo>
                  <a:cubicBezTo>
                    <a:pt x="40102" y="409602"/>
                    <a:pt x="38998" y="411321"/>
                    <a:pt x="38322" y="413229"/>
                  </a:cubicBezTo>
                  <a:cubicBezTo>
                    <a:pt x="38022" y="414963"/>
                    <a:pt x="37383" y="416622"/>
                    <a:pt x="36444" y="418109"/>
                  </a:cubicBezTo>
                  <a:cubicBezTo>
                    <a:pt x="34680" y="419799"/>
                    <a:pt x="32509" y="420985"/>
                    <a:pt x="30136" y="421563"/>
                  </a:cubicBezTo>
                  <a:cubicBezTo>
                    <a:pt x="23617" y="423800"/>
                    <a:pt x="16866" y="425257"/>
                    <a:pt x="10009" y="425918"/>
                  </a:cubicBezTo>
                  <a:cubicBezTo>
                    <a:pt x="8485" y="426008"/>
                    <a:pt x="6975" y="426263"/>
                    <a:pt x="5503" y="426669"/>
                  </a:cubicBezTo>
                  <a:cubicBezTo>
                    <a:pt x="2267" y="428035"/>
                    <a:pt x="148" y="431189"/>
                    <a:pt x="96" y="434703"/>
                  </a:cubicBezTo>
                  <a:cubicBezTo>
                    <a:pt x="-249" y="435619"/>
                    <a:pt x="141" y="436640"/>
                    <a:pt x="997" y="437106"/>
                  </a:cubicBezTo>
                  <a:cubicBezTo>
                    <a:pt x="1666" y="437255"/>
                    <a:pt x="2356" y="437255"/>
                    <a:pt x="3025" y="437106"/>
                  </a:cubicBezTo>
                  <a:lnTo>
                    <a:pt x="51464" y="436505"/>
                  </a:lnTo>
                  <a:cubicBezTo>
                    <a:pt x="56346" y="436505"/>
                    <a:pt x="61213" y="436129"/>
                    <a:pt x="66034" y="435378"/>
                  </a:cubicBezTo>
                  <a:cubicBezTo>
                    <a:pt x="66635" y="435273"/>
                    <a:pt x="67220" y="435071"/>
                    <a:pt x="67761" y="434778"/>
                  </a:cubicBezTo>
                  <a:cubicBezTo>
                    <a:pt x="68204" y="434440"/>
                    <a:pt x="68519" y="433959"/>
                    <a:pt x="68662" y="433426"/>
                  </a:cubicBezTo>
                  <a:cubicBezTo>
                    <a:pt x="71028" y="426534"/>
                    <a:pt x="71772" y="419183"/>
                    <a:pt x="70840" y="411952"/>
                  </a:cubicBezTo>
                  <a:cubicBezTo>
                    <a:pt x="70915" y="410556"/>
                    <a:pt x="70292" y="409204"/>
                    <a:pt x="69188" y="408348"/>
                  </a:cubicBezTo>
                  <a:cubicBezTo>
                    <a:pt x="79852" y="321325"/>
                    <a:pt x="86611" y="234002"/>
                    <a:pt x="96675" y="146979"/>
                  </a:cubicBezTo>
                  <a:lnTo>
                    <a:pt x="98477" y="146453"/>
                  </a:lnTo>
                  <a:lnTo>
                    <a:pt x="125513" y="139320"/>
                  </a:lnTo>
                  <a:cubicBezTo>
                    <a:pt x="130943" y="138367"/>
                    <a:pt x="136080" y="136182"/>
                    <a:pt x="140533" y="132938"/>
                  </a:cubicBezTo>
                  <a:cubicBezTo>
                    <a:pt x="143635" y="129905"/>
                    <a:pt x="146180" y="126346"/>
                    <a:pt x="148043" y="122426"/>
                  </a:cubicBezTo>
                  <a:cubicBezTo>
                    <a:pt x="159233" y="103595"/>
                    <a:pt x="167967" y="83405"/>
                    <a:pt x="174027" y="62358"/>
                  </a:cubicBezTo>
                  <a:cubicBezTo>
                    <a:pt x="177467" y="46966"/>
                    <a:pt x="178856" y="31183"/>
                    <a:pt x="178158" y="15431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3" name="Content Placeholder 4">
              <a:extLst>
                <a:ext uri="{FF2B5EF4-FFF2-40B4-BE49-F238E27FC236}">
                  <a16:creationId xmlns:a16="http://schemas.microsoft.com/office/drawing/2014/main" id="{5F98A692-E17A-8358-337F-2973C43776CE}"/>
                </a:ext>
              </a:extLst>
            </p:cNvPr>
            <p:cNvSpPr/>
            <p:nvPr/>
          </p:nvSpPr>
          <p:spPr>
            <a:xfrm>
              <a:off x="7069610" y="5283880"/>
              <a:ext cx="100264" cy="446419"/>
            </a:xfrm>
            <a:custGeom>
              <a:avLst/>
              <a:gdLst>
                <a:gd name="connsiteX0" fmla="*/ 96023 w 100264"/>
                <a:gd name="connsiteY0" fmla="*/ 408988 h 446419"/>
                <a:gd name="connsiteX1" fmla="*/ 91667 w 100264"/>
                <a:gd name="connsiteY1" fmla="*/ 262723 h 446419"/>
                <a:gd name="connsiteX2" fmla="*/ 88363 w 100264"/>
                <a:gd name="connsiteY2" fmla="*/ 169919 h 446419"/>
                <a:gd name="connsiteX3" fmla="*/ 91292 w 100264"/>
                <a:gd name="connsiteY3" fmla="*/ 59695 h 446419"/>
                <a:gd name="connsiteX4" fmla="*/ 88288 w 100264"/>
                <a:gd name="connsiteY4" fmla="*/ 39873 h 446419"/>
                <a:gd name="connsiteX5" fmla="*/ 73268 w 100264"/>
                <a:gd name="connsiteY5" fmla="*/ 20651 h 446419"/>
                <a:gd name="connsiteX6" fmla="*/ 65307 w 100264"/>
                <a:gd name="connsiteY6" fmla="*/ 9764 h 446419"/>
                <a:gd name="connsiteX7" fmla="*/ 5828 w 100264"/>
                <a:gd name="connsiteY7" fmla="*/ 3607 h 446419"/>
                <a:gd name="connsiteX8" fmla="*/ 2149 w 100264"/>
                <a:gd name="connsiteY8" fmla="*/ 4433 h 446419"/>
                <a:gd name="connsiteX9" fmla="*/ 947 w 100264"/>
                <a:gd name="connsiteY9" fmla="*/ 5409 h 446419"/>
                <a:gd name="connsiteX10" fmla="*/ -29 w 100264"/>
                <a:gd name="connsiteY10" fmla="*/ 12917 h 446419"/>
                <a:gd name="connsiteX11" fmla="*/ -29 w 100264"/>
                <a:gd name="connsiteY11" fmla="*/ 15696 h 446419"/>
                <a:gd name="connsiteX12" fmla="*/ -29 w 100264"/>
                <a:gd name="connsiteY12" fmla="*/ 15696 h 446419"/>
                <a:gd name="connsiteX13" fmla="*/ -29 w 100264"/>
                <a:gd name="connsiteY13" fmla="*/ 12542 h 446419"/>
                <a:gd name="connsiteX14" fmla="*/ -29 w 100264"/>
                <a:gd name="connsiteY14" fmla="*/ 17497 h 446419"/>
                <a:gd name="connsiteX15" fmla="*/ 5153 w 100264"/>
                <a:gd name="connsiteY15" fmla="*/ 61046 h 446419"/>
                <a:gd name="connsiteX16" fmla="*/ 5753 w 100264"/>
                <a:gd name="connsiteY16" fmla="*/ 98589 h 446419"/>
                <a:gd name="connsiteX17" fmla="*/ 13263 w 100264"/>
                <a:gd name="connsiteY17" fmla="*/ 97763 h 446419"/>
                <a:gd name="connsiteX18" fmla="*/ 71015 w 100264"/>
                <a:gd name="connsiteY18" fmla="*/ 411766 h 446419"/>
                <a:gd name="connsiteX19" fmla="*/ 70339 w 100264"/>
                <a:gd name="connsiteY19" fmla="*/ 412367 h 446419"/>
                <a:gd name="connsiteX20" fmla="*/ 68161 w 100264"/>
                <a:gd name="connsiteY20" fmla="*/ 417548 h 446419"/>
                <a:gd name="connsiteX21" fmla="*/ 67185 w 100264"/>
                <a:gd name="connsiteY21" fmla="*/ 422503 h 446419"/>
                <a:gd name="connsiteX22" fmla="*/ 61853 w 100264"/>
                <a:gd name="connsiteY22" fmla="*/ 426783 h 446419"/>
                <a:gd name="connsiteX23" fmla="*/ 43679 w 100264"/>
                <a:gd name="connsiteY23" fmla="*/ 434292 h 446419"/>
                <a:gd name="connsiteX24" fmla="*/ 39548 w 100264"/>
                <a:gd name="connsiteY24" fmla="*/ 435793 h 446419"/>
                <a:gd name="connsiteX25" fmla="*/ 35793 w 100264"/>
                <a:gd name="connsiteY25" fmla="*/ 444128 h 446419"/>
                <a:gd name="connsiteX26" fmla="*/ 37070 w 100264"/>
                <a:gd name="connsiteY26" fmla="*/ 446305 h 446419"/>
                <a:gd name="connsiteX27" fmla="*/ 38948 w 100264"/>
                <a:gd name="connsiteY27" fmla="*/ 446305 h 446419"/>
                <a:gd name="connsiteX28" fmla="*/ 84008 w 100264"/>
                <a:gd name="connsiteY28" fmla="*/ 437821 h 446419"/>
                <a:gd name="connsiteX29" fmla="*/ 97525 w 100264"/>
                <a:gd name="connsiteY29" fmla="*/ 434366 h 446419"/>
                <a:gd name="connsiteX30" fmla="*/ 99102 w 100264"/>
                <a:gd name="connsiteY30" fmla="*/ 433541 h 446419"/>
                <a:gd name="connsiteX31" fmla="*/ 99703 w 100264"/>
                <a:gd name="connsiteY31" fmla="*/ 432114 h 446419"/>
                <a:gd name="connsiteX32" fmla="*/ 98201 w 100264"/>
                <a:gd name="connsiteY32" fmla="*/ 411616 h 446419"/>
                <a:gd name="connsiteX33" fmla="*/ 96023 w 100264"/>
                <a:gd name="connsiteY33" fmla="*/ 408988 h 446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00264" h="446419">
                  <a:moveTo>
                    <a:pt x="96023" y="408988"/>
                  </a:moveTo>
                  <a:cubicBezTo>
                    <a:pt x="94972" y="360183"/>
                    <a:pt x="93523" y="311431"/>
                    <a:pt x="91667" y="262723"/>
                  </a:cubicBezTo>
                  <a:cubicBezTo>
                    <a:pt x="90466" y="230963"/>
                    <a:pt x="85584" y="201530"/>
                    <a:pt x="88363" y="169919"/>
                  </a:cubicBezTo>
                  <a:cubicBezTo>
                    <a:pt x="91592" y="133270"/>
                    <a:pt x="92569" y="96464"/>
                    <a:pt x="91292" y="59695"/>
                  </a:cubicBezTo>
                  <a:cubicBezTo>
                    <a:pt x="91435" y="52967"/>
                    <a:pt x="90421" y="46255"/>
                    <a:pt x="88288" y="39873"/>
                  </a:cubicBezTo>
                  <a:cubicBezTo>
                    <a:pt x="85209" y="32364"/>
                    <a:pt x="77549" y="26883"/>
                    <a:pt x="73268" y="20651"/>
                  </a:cubicBezTo>
                  <a:cubicBezTo>
                    <a:pt x="71045" y="16724"/>
                    <a:pt x="68379" y="13067"/>
                    <a:pt x="65307" y="9764"/>
                  </a:cubicBezTo>
                  <a:cubicBezTo>
                    <a:pt x="49687" y="-3902"/>
                    <a:pt x="24228" y="-523"/>
                    <a:pt x="5828" y="3607"/>
                  </a:cubicBezTo>
                  <a:lnTo>
                    <a:pt x="2149" y="4433"/>
                  </a:lnTo>
                  <a:lnTo>
                    <a:pt x="947" y="5409"/>
                  </a:lnTo>
                  <a:cubicBezTo>
                    <a:pt x="481" y="7894"/>
                    <a:pt x="158" y="10394"/>
                    <a:pt x="-29" y="12917"/>
                  </a:cubicBezTo>
                  <a:cubicBezTo>
                    <a:pt x="-29" y="13668"/>
                    <a:pt x="-29" y="14719"/>
                    <a:pt x="-29" y="15696"/>
                  </a:cubicBezTo>
                  <a:cubicBezTo>
                    <a:pt x="-29" y="19675"/>
                    <a:pt x="-29" y="17948"/>
                    <a:pt x="-29" y="15696"/>
                  </a:cubicBezTo>
                  <a:cubicBezTo>
                    <a:pt x="23" y="14644"/>
                    <a:pt x="23" y="13593"/>
                    <a:pt x="-29" y="12542"/>
                  </a:cubicBezTo>
                  <a:cubicBezTo>
                    <a:pt x="-29" y="14194"/>
                    <a:pt x="-29" y="15845"/>
                    <a:pt x="-29" y="17497"/>
                  </a:cubicBezTo>
                  <a:cubicBezTo>
                    <a:pt x="646" y="32514"/>
                    <a:pt x="3726" y="46480"/>
                    <a:pt x="5153" y="61046"/>
                  </a:cubicBezTo>
                  <a:cubicBezTo>
                    <a:pt x="6136" y="73533"/>
                    <a:pt x="6332" y="86072"/>
                    <a:pt x="5753" y="98589"/>
                  </a:cubicBezTo>
                  <a:cubicBezTo>
                    <a:pt x="8187" y="97868"/>
                    <a:pt x="10732" y="97590"/>
                    <a:pt x="13263" y="97763"/>
                  </a:cubicBezTo>
                  <a:cubicBezTo>
                    <a:pt x="16568" y="98363"/>
                    <a:pt x="69814" y="377152"/>
                    <a:pt x="71015" y="411766"/>
                  </a:cubicBezTo>
                  <a:lnTo>
                    <a:pt x="70339" y="412367"/>
                  </a:lnTo>
                  <a:cubicBezTo>
                    <a:pt x="69258" y="413921"/>
                    <a:pt x="68514" y="415686"/>
                    <a:pt x="68161" y="417548"/>
                  </a:cubicBezTo>
                  <a:cubicBezTo>
                    <a:pt x="68169" y="419245"/>
                    <a:pt x="67838" y="420934"/>
                    <a:pt x="67185" y="422503"/>
                  </a:cubicBezTo>
                  <a:cubicBezTo>
                    <a:pt x="65803" y="424358"/>
                    <a:pt x="63963" y="425837"/>
                    <a:pt x="61853" y="426783"/>
                  </a:cubicBezTo>
                  <a:cubicBezTo>
                    <a:pt x="56108" y="429982"/>
                    <a:pt x="50010" y="432504"/>
                    <a:pt x="43679" y="434292"/>
                  </a:cubicBezTo>
                  <a:cubicBezTo>
                    <a:pt x="42259" y="434667"/>
                    <a:pt x="40877" y="435170"/>
                    <a:pt x="39548" y="435793"/>
                  </a:cubicBezTo>
                  <a:cubicBezTo>
                    <a:pt x="36777" y="437603"/>
                    <a:pt x="35313" y="440854"/>
                    <a:pt x="35793" y="444128"/>
                  </a:cubicBezTo>
                  <a:cubicBezTo>
                    <a:pt x="35793" y="445029"/>
                    <a:pt x="35793" y="446005"/>
                    <a:pt x="37070" y="446305"/>
                  </a:cubicBezTo>
                  <a:cubicBezTo>
                    <a:pt x="37693" y="446418"/>
                    <a:pt x="38324" y="446418"/>
                    <a:pt x="38948" y="446305"/>
                  </a:cubicBezTo>
                  <a:lnTo>
                    <a:pt x="84008" y="437821"/>
                  </a:lnTo>
                  <a:cubicBezTo>
                    <a:pt x="88596" y="437025"/>
                    <a:pt x="93117" y="435868"/>
                    <a:pt x="97525" y="434366"/>
                  </a:cubicBezTo>
                  <a:cubicBezTo>
                    <a:pt x="98096" y="434186"/>
                    <a:pt x="98629" y="433901"/>
                    <a:pt x="99102" y="433541"/>
                  </a:cubicBezTo>
                  <a:cubicBezTo>
                    <a:pt x="99425" y="433128"/>
                    <a:pt x="99636" y="432632"/>
                    <a:pt x="99703" y="432114"/>
                  </a:cubicBezTo>
                  <a:cubicBezTo>
                    <a:pt x="100755" y="425259"/>
                    <a:pt x="100244" y="418246"/>
                    <a:pt x="98201" y="411616"/>
                  </a:cubicBezTo>
                  <a:cubicBezTo>
                    <a:pt x="97841" y="410490"/>
                    <a:pt x="97060" y="409551"/>
                    <a:pt x="96023" y="408988"/>
                  </a:cubicBezTo>
                  <a:close/>
                </a:path>
              </a:pathLst>
            </a:custGeom>
            <a:solidFill>
              <a:srgbClr val="73635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4" name="Content Placeholder 4">
              <a:extLst>
                <a:ext uri="{FF2B5EF4-FFF2-40B4-BE49-F238E27FC236}">
                  <a16:creationId xmlns:a16="http://schemas.microsoft.com/office/drawing/2014/main" id="{9DB702B7-3FF3-9B32-921B-85A333F6FDD8}"/>
                </a:ext>
              </a:extLst>
            </p:cNvPr>
            <p:cNvSpPr/>
            <p:nvPr/>
          </p:nvSpPr>
          <p:spPr>
            <a:xfrm>
              <a:off x="6884273" y="5004372"/>
              <a:ext cx="34923" cy="141624"/>
            </a:xfrm>
            <a:custGeom>
              <a:avLst/>
              <a:gdLst>
                <a:gd name="connsiteX0" fmla="*/ 30151 w 34923"/>
                <a:gd name="connsiteY0" fmla="*/ 141580 h 141624"/>
                <a:gd name="connsiteX1" fmla="*/ 25945 w 34923"/>
                <a:gd name="connsiteY1" fmla="*/ 138877 h 141624"/>
                <a:gd name="connsiteX2" fmla="*/ 186 w 34923"/>
                <a:gd name="connsiteY2" fmla="*/ 46222 h 141624"/>
                <a:gd name="connsiteX3" fmla="*/ 2289 w 34923"/>
                <a:gd name="connsiteY3" fmla="*/ -30 h 141624"/>
                <a:gd name="connsiteX4" fmla="*/ 24443 w 34923"/>
                <a:gd name="connsiteY4" fmla="*/ 19417 h 141624"/>
                <a:gd name="connsiteX5" fmla="*/ 27823 w 34923"/>
                <a:gd name="connsiteY5" fmla="*/ 47574 h 141624"/>
                <a:gd name="connsiteX6" fmla="*/ 34882 w 34923"/>
                <a:gd name="connsiteY6" fmla="*/ 134446 h 141624"/>
                <a:gd name="connsiteX7" fmla="*/ 30151 w 34923"/>
                <a:gd name="connsiteY7" fmla="*/ 141580 h 141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923" h="141624">
                  <a:moveTo>
                    <a:pt x="30151" y="141580"/>
                  </a:moveTo>
                  <a:cubicBezTo>
                    <a:pt x="28424" y="141332"/>
                    <a:pt x="26884" y="140348"/>
                    <a:pt x="25945" y="138877"/>
                  </a:cubicBezTo>
                  <a:cubicBezTo>
                    <a:pt x="3941" y="112597"/>
                    <a:pt x="862" y="78433"/>
                    <a:pt x="186" y="46222"/>
                  </a:cubicBezTo>
                  <a:cubicBezTo>
                    <a:pt x="-430" y="30770"/>
                    <a:pt x="276" y="15302"/>
                    <a:pt x="2289" y="-30"/>
                  </a:cubicBezTo>
                  <a:cubicBezTo>
                    <a:pt x="12563" y="2132"/>
                    <a:pt x="20966" y="9506"/>
                    <a:pt x="24443" y="19417"/>
                  </a:cubicBezTo>
                  <a:cubicBezTo>
                    <a:pt x="27185" y="28540"/>
                    <a:pt x="28326" y="38061"/>
                    <a:pt x="27823" y="47574"/>
                  </a:cubicBezTo>
                  <a:cubicBezTo>
                    <a:pt x="28499" y="76631"/>
                    <a:pt x="33831" y="105464"/>
                    <a:pt x="34882" y="134446"/>
                  </a:cubicBezTo>
                  <a:cubicBezTo>
                    <a:pt x="35033" y="137600"/>
                    <a:pt x="33756" y="141880"/>
                    <a:pt x="30151" y="141580"/>
                  </a:cubicBezTo>
                  <a:close/>
                </a:path>
              </a:pathLst>
            </a:custGeom>
            <a:solidFill>
              <a:srgbClr val="E4D2B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5" name="Content Placeholder 4">
              <a:extLst>
                <a:ext uri="{FF2B5EF4-FFF2-40B4-BE49-F238E27FC236}">
                  <a16:creationId xmlns:a16="http://schemas.microsoft.com/office/drawing/2014/main" id="{7F7DEDD8-79A7-C3B4-5D6C-3A721502AACE}"/>
                </a:ext>
              </a:extLst>
            </p:cNvPr>
            <p:cNvSpPr/>
            <p:nvPr/>
          </p:nvSpPr>
          <p:spPr>
            <a:xfrm>
              <a:off x="6939489" y="4953052"/>
              <a:ext cx="127948" cy="142650"/>
            </a:xfrm>
            <a:custGeom>
              <a:avLst/>
              <a:gdLst>
                <a:gd name="connsiteX0" fmla="*/ 32762 w 127948"/>
                <a:gd name="connsiteY0" fmla="*/ 100396 h 142650"/>
                <a:gd name="connsiteX1" fmla="*/ 30434 w 127948"/>
                <a:gd name="connsiteY1" fmla="*/ 99720 h 142650"/>
                <a:gd name="connsiteX2" fmla="*/ 15865 w 127948"/>
                <a:gd name="connsiteY2" fmla="*/ 29816 h 142650"/>
                <a:gd name="connsiteX3" fmla="*/ 15865 w 127948"/>
                <a:gd name="connsiteY3" fmla="*/ 22833 h 142650"/>
                <a:gd name="connsiteX4" fmla="*/ 16315 w 127948"/>
                <a:gd name="connsiteY4" fmla="*/ 18253 h 142650"/>
                <a:gd name="connsiteX5" fmla="*/ 12936 w 127948"/>
                <a:gd name="connsiteY5" fmla="*/ 16226 h 142650"/>
                <a:gd name="connsiteX6" fmla="*/ 13537 w 127948"/>
                <a:gd name="connsiteY6" fmla="*/ 5264 h 142650"/>
                <a:gd name="connsiteX7" fmla="*/ 2497 w 127948"/>
                <a:gd name="connsiteY7" fmla="*/ 2936 h 142650"/>
                <a:gd name="connsiteX8" fmla="*/ 94 w 127948"/>
                <a:gd name="connsiteY8" fmla="*/ 19304 h 142650"/>
                <a:gd name="connsiteX9" fmla="*/ 2572 w 127948"/>
                <a:gd name="connsiteY9" fmla="*/ 109406 h 142650"/>
                <a:gd name="connsiteX10" fmla="*/ 6477 w 127948"/>
                <a:gd name="connsiteY10" fmla="*/ 122921 h 142650"/>
                <a:gd name="connsiteX11" fmla="*/ 16466 w 127948"/>
                <a:gd name="connsiteY11" fmla="*/ 127276 h 142650"/>
                <a:gd name="connsiteX12" fmla="*/ 107261 w 127948"/>
                <a:gd name="connsiteY12" fmla="*/ 142293 h 142650"/>
                <a:gd name="connsiteX13" fmla="*/ 127088 w 127948"/>
                <a:gd name="connsiteY13" fmla="*/ 136211 h 142650"/>
                <a:gd name="connsiteX14" fmla="*/ 122432 w 127948"/>
                <a:gd name="connsiteY14" fmla="*/ 121194 h 142650"/>
                <a:gd name="connsiteX15" fmla="*/ 106735 w 127948"/>
                <a:gd name="connsiteY15" fmla="*/ 115337 h 142650"/>
                <a:gd name="connsiteX16" fmla="*/ 38244 w 127948"/>
                <a:gd name="connsiteY16" fmla="*/ 101221 h 142650"/>
                <a:gd name="connsiteX17" fmla="*/ 32762 w 127948"/>
                <a:gd name="connsiteY17" fmla="*/ 100396 h 14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7948" h="142650">
                  <a:moveTo>
                    <a:pt x="32762" y="100396"/>
                  </a:moveTo>
                  <a:lnTo>
                    <a:pt x="30434" y="99720"/>
                  </a:lnTo>
                  <a:cubicBezTo>
                    <a:pt x="22158" y="77262"/>
                    <a:pt x="17247" y="53708"/>
                    <a:pt x="15865" y="29816"/>
                  </a:cubicBezTo>
                  <a:cubicBezTo>
                    <a:pt x="15527" y="27503"/>
                    <a:pt x="15527" y="25146"/>
                    <a:pt x="15865" y="22833"/>
                  </a:cubicBezTo>
                  <a:cubicBezTo>
                    <a:pt x="16278" y="21346"/>
                    <a:pt x="16428" y="19792"/>
                    <a:pt x="16315" y="18253"/>
                  </a:cubicBezTo>
                  <a:cubicBezTo>
                    <a:pt x="16315" y="16751"/>
                    <a:pt x="14213" y="15400"/>
                    <a:pt x="12936" y="16226"/>
                  </a:cubicBezTo>
                  <a:cubicBezTo>
                    <a:pt x="15114" y="12952"/>
                    <a:pt x="15347" y="8755"/>
                    <a:pt x="13537" y="5264"/>
                  </a:cubicBezTo>
                  <a:cubicBezTo>
                    <a:pt x="11133" y="608"/>
                    <a:pt x="5201" y="-2695"/>
                    <a:pt x="2497" y="2936"/>
                  </a:cubicBezTo>
                  <a:cubicBezTo>
                    <a:pt x="462" y="8139"/>
                    <a:pt x="-364" y="13733"/>
                    <a:pt x="94" y="19304"/>
                  </a:cubicBezTo>
                  <a:cubicBezTo>
                    <a:pt x="94" y="49338"/>
                    <a:pt x="920" y="79372"/>
                    <a:pt x="2572" y="109406"/>
                  </a:cubicBezTo>
                  <a:cubicBezTo>
                    <a:pt x="2272" y="114226"/>
                    <a:pt x="3654" y="119002"/>
                    <a:pt x="6477" y="122921"/>
                  </a:cubicBezTo>
                  <a:cubicBezTo>
                    <a:pt x="9353" y="125248"/>
                    <a:pt x="12800" y="126758"/>
                    <a:pt x="16466" y="127276"/>
                  </a:cubicBezTo>
                  <a:cubicBezTo>
                    <a:pt x="46400" y="134108"/>
                    <a:pt x="76718" y="139124"/>
                    <a:pt x="107261" y="142293"/>
                  </a:cubicBezTo>
                  <a:cubicBezTo>
                    <a:pt x="114771" y="143119"/>
                    <a:pt x="123783" y="142818"/>
                    <a:pt x="127088" y="136211"/>
                  </a:cubicBezTo>
                  <a:cubicBezTo>
                    <a:pt x="129168" y="130730"/>
                    <a:pt x="127245" y="124535"/>
                    <a:pt x="122432" y="121194"/>
                  </a:cubicBezTo>
                  <a:cubicBezTo>
                    <a:pt x="117708" y="118086"/>
                    <a:pt x="112338" y="116081"/>
                    <a:pt x="106735" y="115337"/>
                  </a:cubicBezTo>
                  <a:lnTo>
                    <a:pt x="38244" y="101221"/>
                  </a:lnTo>
                  <a:cubicBezTo>
                    <a:pt x="36517" y="101221"/>
                    <a:pt x="34640" y="100396"/>
                    <a:pt x="32762" y="100396"/>
                  </a:cubicBezTo>
                  <a:close/>
                </a:path>
              </a:pathLst>
            </a:custGeom>
            <a:solidFill>
              <a:srgbClr val="E3DAC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6" name="Content Placeholder 4">
              <a:extLst>
                <a:ext uri="{FF2B5EF4-FFF2-40B4-BE49-F238E27FC236}">
                  <a16:creationId xmlns:a16="http://schemas.microsoft.com/office/drawing/2014/main" id="{DD2587D9-5A5A-6ABE-3C4B-803EF4645DD7}"/>
                </a:ext>
              </a:extLst>
            </p:cNvPr>
            <p:cNvSpPr/>
            <p:nvPr/>
          </p:nvSpPr>
          <p:spPr>
            <a:xfrm>
              <a:off x="7003672" y="5024870"/>
              <a:ext cx="90345" cy="76825"/>
            </a:xfrm>
            <a:custGeom>
              <a:avLst/>
              <a:gdLst>
                <a:gd name="connsiteX0" fmla="*/ 5002 w 90345"/>
                <a:gd name="connsiteY0" fmla="*/ 20393 h 76825"/>
                <a:gd name="connsiteX1" fmla="*/ -29 w 90345"/>
                <a:gd name="connsiteY1" fmla="*/ 76782 h 76825"/>
                <a:gd name="connsiteX2" fmla="*/ 78000 w 90345"/>
                <a:gd name="connsiteY2" fmla="*/ 60038 h 76825"/>
                <a:gd name="connsiteX3" fmla="*/ 90316 w 90345"/>
                <a:gd name="connsiteY3" fmla="*/ -30 h 76825"/>
                <a:gd name="connsiteX4" fmla="*/ 5002 w 90345"/>
                <a:gd name="connsiteY4" fmla="*/ 20393 h 7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345" h="76825">
                  <a:moveTo>
                    <a:pt x="5002" y="20393"/>
                  </a:moveTo>
                  <a:cubicBezTo>
                    <a:pt x="3350" y="39239"/>
                    <a:pt x="1623" y="57935"/>
                    <a:pt x="-29" y="76782"/>
                  </a:cubicBezTo>
                  <a:cubicBezTo>
                    <a:pt x="26909" y="77120"/>
                    <a:pt x="53577" y="71398"/>
                    <a:pt x="78000" y="60038"/>
                  </a:cubicBezTo>
                  <a:cubicBezTo>
                    <a:pt x="82130" y="40140"/>
                    <a:pt x="86185" y="20243"/>
                    <a:pt x="90316" y="-30"/>
                  </a:cubicBezTo>
                  <a:cubicBezTo>
                    <a:pt x="60922" y="1847"/>
                    <a:pt x="32061" y="8755"/>
                    <a:pt x="5002" y="20393"/>
                  </a:cubicBezTo>
                  <a:close/>
                </a:path>
              </a:pathLst>
            </a:custGeom>
            <a:solidFill>
              <a:srgbClr val="ACB18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7" name="Content Placeholder 4">
              <a:extLst>
                <a:ext uri="{FF2B5EF4-FFF2-40B4-BE49-F238E27FC236}">
                  <a16:creationId xmlns:a16="http://schemas.microsoft.com/office/drawing/2014/main" id="{4DA4403A-35C5-939C-97CF-6E39E4B84735}"/>
                </a:ext>
              </a:extLst>
            </p:cNvPr>
            <p:cNvSpPr/>
            <p:nvPr/>
          </p:nvSpPr>
          <p:spPr>
            <a:xfrm>
              <a:off x="6782578" y="5002495"/>
              <a:ext cx="93597" cy="169524"/>
            </a:xfrm>
            <a:custGeom>
              <a:avLst/>
              <a:gdLst>
                <a:gd name="connsiteX0" fmla="*/ 9358 w 93597"/>
                <a:gd name="connsiteY0" fmla="*/ 169361 h 169524"/>
                <a:gd name="connsiteX1" fmla="*/ 64557 w 93597"/>
                <a:gd name="connsiteY1" fmla="*/ 158924 h 169524"/>
                <a:gd name="connsiteX2" fmla="*/ 91217 w 93597"/>
                <a:gd name="connsiteY2" fmla="*/ 154494 h 169524"/>
                <a:gd name="connsiteX3" fmla="*/ 93395 w 93597"/>
                <a:gd name="connsiteY3" fmla="*/ 142180 h 169524"/>
                <a:gd name="connsiteX4" fmla="*/ 88589 w 93597"/>
                <a:gd name="connsiteY4" fmla="*/ 2598 h 169524"/>
                <a:gd name="connsiteX5" fmla="*/ -29 w 93597"/>
                <a:gd name="connsiteY5" fmla="*/ -30 h 169524"/>
                <a:gd name="connsiteX6" fmla="*/ 497 w 93597"/>
                <a:gd name="connsiteY6" fmla="*/ 157648 h 169524"/>
                <a:gd name="connsiteX7" fmla="*/ 3500 w 93597"/>
                <a:gd name="connsiteY7" fmla="*/ 167484 h 169524"/>
                <a:gd name="connsiteX8" fmla="*/ 9358 w 93597"/>
                <a:gd name="connsiteY8" fmla="*/ 169361 h 169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3597" h="169524">
                  <a:moveTo>
                    <a:pt x="9358" y="169361"/>
                  </a:moveTo>
                  <a:cubicBezTo>
                    <a:pt x="28133" y="170937"/>
                    <a:pt x="45707" y="158023"/>
                    <a:pt x="64557" y="158924"/>
                  </a:cubicBezTo>
                  <a:cubicBezTo>
                    <a:pt x="74094" y="159375"/>
                    <a:pt x="85960" y="162378"/>
                    <a:pt x="91217" y="154494"/>
                  </a:cubicBezTo>
                  <a:cubicBezTo>
                    <a:pt x="93185" y="150710"/>
                    <a:pt x="93943" y="146408"/>
                    <a:pt x="93395" y="142180"/>
                  </a:cubicBezTo>
                  <a:cubicBezTo>
                    <a:pt x="91841" y="95725"/>
                    <a:pt x="90241" y="49203"/>
                    <a:pt x="88589" y="2598"/>
                  </a:cubicBezTo>
                  <a:cubicBezTo>
                    <a:pt x="59458" y="10655"/>
                    <a:pt x="28576" y="9738"/>
                    <a:pt x="-29" y="-30"/>
                  </a:cubicBezTo>
                  <a:cubicBezTo>
                    <a:pt x="-29" y="52529"/>
                    <a:pt x="144" y="105089"/>
                    <a:pt x="497" y="157648"/>
                  </a:cubicBezTo>
                  <a:cubicBezTo>
                    <a:pt x="-7" y="161207"/>
                    <a:pt x="1097" y="164811"/>
                    <a:pt x="3500" y="167484"/>
                  </a:cubicBezTo>
                  <a:cubicBezTo>
                    <a:pt x="5205" y="168715"/>
                    <a:pt x="7255" y="169368"/>
                    <a:pt x="9358" y="169361"/>
                  </a:cubicBezTo>
                  <a:close/>
                </a:path>
              </a:pathLst>
            </a:custGeom>
            <a:solidFill>
              <a:srgbClr val="EFF3F0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8" name="Content Placeholder 4">
              <a:extLst>
                <a:ext uri="{FF2B5EF4-FFF2-40B4-BE49-F238E27FC236}">
                  <a16:creationId xmlns:a16="http://schemas.microsoft.com/office/drawing/2014/main" id="{7DBE7680-14E0-BE07-EDED-2C0A61F4C984}"/>
                </a:ext>
              </a:extLst>
            </p:cNvPr>
            <p:cNvSpPr/>
            <p:nvPr/>
          </p:nvSpPr>
          <p:spPr>
            <a:xfrm>
              <a:off x="6855561" y="5646321"/>
              <a:ext cx="44766" cy="72719"/>
            </a:xfrm>
            <a:custGeom>
              <a:avLst/>
              <a:gdLst>
                <a:gd name="connsiteX0" fmla="*/ 19661 w 44766"/>
                <a:gd name="connsiteY0" fmla="*/ 60362 h 72719"/>
                <a:gd name="connsiteX1" fmla="*/ 2388 w 44766"/>
                <a:gd name="connsiteY1" fmla="*/ 23871 h 72719"/>
                <a:gd name="connsiteX2" fmla="*/ 60 w 44766"/>
                <a:gd name="connsiteY2" fmla="*/ 7202 h 72719"/>
                <a:gd name="connsiteX3" fmla="*/ 1111 w 44766"/>
                <a:gd name="connsiteY3" fmla="*/ 2547 h 72719"/>
                <a:gd name="connsiteX4" fmla="*/ 5017 w 44766"/>
                <a:gd name="connsiteY4" fmla="*/ 971 h 72719"/>
                <a:gd name="connsiteX5" fmla="*/ 30626 w 44766"/>
                <a:gd name="connsiteY5" fmla="*/ 4950 h 72719"/>
                <a:gd name="connsiteX6" fmla="*/ 36108 w 44766"/>
                <a:gd name="connsiteY6" fmla="*/ 14110 h 72719"/>
                <a:gd name="connsiteX7" fmla="*/ 44219 w 44766"/>
                <a:gd name="connsiteY7" fmla="*/ 68621 h 72719"/>
                <a:gd name="connsiteX8" fmla="*/ 30401 w 44766"/>
                <a:gd name="connsiteY8" fmla="*/ 71325 h 72719"/>
                <a:gd name="connsiteX9" fmla="*/ 19661 w 44766"/>
                <a:gd name="connsiteY9" fmla="*/ 60362 h 72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4766" h="72719">
                  <a:moveTo>
                    <a:pt x="19661" y="60362"/>
                  </a:moveTo>
                  <a:cubicBezTo>
                    <a:pt x="11866" y="49272"/>
                    <a:pt x="6023" y="36929"/>
                    <a:pt x="2388" y="23871"/>
                  </a:cubicBezTo>
                  <a:cubicBezTo>
                    <a:pt x="1014" y="18413"/>
                    <a:pt x="233" y="12826"/>
                    <a:pt x="60" y="7202"/>
                  </a:cubicBezTo>
                  <a:cubicBezTo>
                    <a:pt x="-218" y="5573"/>
                    <a:pt x="158" y="3899"/>
                    <a:pt x="1111" y="2547"/>
                  </a:cubicBezTo>
                  <a:cubicBezTo>
                    <a:pt x="2185" y="1571"/>
                    <a:pt x="3567" y="1016"/>
                    <a:pt x="5017" y="971"/>
                  </a:cubicBezTo>
                  <a:cubicBezTo>
                    <a:pt x="13878" y="-381"/>
                    <a:pt x="24092" y="-1357"/>
                    <a:pt x="30626" y="4950"/>
                  </a:cubicBezTo>
                  <a:cubicBezTo>
                    <a:pt x="33059" y="7601"/>
                    <a:pt x="34921" y="10716"/>
                    <a:pt x="36108" y="14110"/>
                  </a:cubicBezTo>
                  <a:cubicBezTo>
                    <a:pt x="43205" y="31350"/>
                    <a:pt x="45991" y="50061"/>
                    <a:pt x="44219" y="68621"/>
                  </a:cubicBezTo>
                  <a:cubicBezTo>
                    <a:pt x="40877" y="72751"/>
                    <a:pt x="35057" y="73893"/>
                    <a:pt x="30401" y="71325"/>
                  </a:cubicBezTo>
                  <a:cubicBezTo>
                    <a:pt x="25917" y="68681"/>
                    <a:pt x="22215" y="64897"/>
                    <a:pt x="19661" y="60362"/>
                  </a:cubicBezTo>
                  <a:close/>
                </a:path>
              </a:pathLst>
            </a:custGeom>
            <a:solidFill>
              <a:srgbClr val="80633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9" name="Content Placeholder 4">
              <a:extLst>
                <a:ext uri="{FF2B5EF4-FFF2-40B4-BE49-F238E27FC236}">
                  <a16:creationId xmlns:a16="http://schemas.microsoft.com/office/drawing/2014/main" id="{7345F7FB-4E23-77F5-06A5-58EBA1098291}"/>
                </a:ext>
              </a:extLst>
            </p:cNvPr>
            <p:cNvSpPr/>
            <p:nvPr/>
          </p:nvSpPr>
          <p:spPr>
            <a:xfrm>
              <a:off x="6750646" y="5639531"/>
              <a:ext cx="44769" cy="72751"/>
            </a:xfrm>
            <a:custGeom>
              <a:avLst/>
              <a:gdLst>
                <a:gd name="connsiteX0" fmla="*/ 25068 w 44769"/>
                <a:gd name="connsiteY0" fmla="*/ 60395 h 72751"/>
                <a:gd name="connsiteX1" fmla="*/ 42342 w 44769"/>
                <a:gd name="connsiteY1" fmla="*/ 23904 h 72751"/>
                <a:gd name="connsiteX2" fmla="*/ 44670 w 44769"/>
                <a:gd name="connsiteY2" fmla="*/ 7160 h 72751"/>
                <a:gd name="connsiteX3" fmla="*/ 43618 w 44769"/>
                <a:gd name="connsiteY3" fmla="*/ 2580 h 72751"/>
                <a:gd name="connsiteX4" fmla="*/ 39713 w 44769"/>
                <a:gd name="connsiteY4" fmla="*/ 1003 h 72751"/>
                <a:gd name="connsiteX5" fmla="*/ 14104 w 44769"/>
                <a:gd name="connsiteY5" fmla="*/ 4982 h 72751"/>
                <a:gd name="connsiteX6" fmla="*/ 8622 w 44769"/>
                <a:gd name="connsiteY6" fmla="*/ 14143 h 72751"/>
                <a:gd name="connsiteX7" fmla="*/ 511 w 44769"/>
                <a:gd name="connsiteY7" fmla="*/ 68654 h 72751"/>
                <a:gd name="connsiteX8" fmla="*/ 14329 w 44769"/>
                <a:gd name="connsiteY8" fmla="*/ 71357 h 72751"/>
                <a:gd name="connsiteX9" fmla="*/ 25068 w 44769"/>
                <a:gd name="connsiteY9" fmla="*/ 60395 h 72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4769" h="72751">
                  <a:moveTo>
                    <a:pt x="25068" y="60395"/>
                  </a:moveTo>
                  <a:cubicBezTo>
                    <a:pt x="32834" y="49290"/>
                    <a:pt x="38677" y="36954"/>
                    <a:pt x="42342" y="23904"/>
                  </a:cubicBezTo>
                  <a:cubicBezTo>
                    <a:pt x="43678" y="18415"/>
                    <a:pt x="44459" y="12807"/>
                    <a:pt x="44670" y="7160"/>
                  </a:cubicBezTo>
                  <a:cubicBezTo>
                    <a:pt x="44910" y="5553"/>
                    <a:pt x="44534" y="3924"/>
                    <a:pt x="43618" y="2580"/>
                  </a:cubicBezTo>
                  <a:cubicBezTo>
                    <a:pt x="42559" y="1589"/>
                    <a:pt x="41162" y="1026"/>
                    <a:pt x="39713" y="1003"/>
                  </a:cubicBezTo>
                  <a:cubicBezTo>
                    <a:pt x="30851" y="-423"/>
                    <a:pt x="20563" y="-1324"/>
                    <a:pt x="14104" y="4982"/>
                  </a:cubicBezTo>
                  <a:cubicBezTo>
                    <a:pt x="11656" y="7618"/>
                    <a:pt x="9786" y="10742"/>
                    <a:pt x="8622" y="14143"/>
                  </a:cubicBezTo>
                  <a:cubicBezTo>
                    <a:pt x="1480" y="31367"/>
                    <a:pt x="-1307" y="50094"/>
                    <a:pt x="511" y="68654"/>
                  </a:cubicBezTo>
                  <a:cubicBezTo>
                    <a:pt x="3853" y="72784"/>
                    <a:pt x="9673" y="73925"/>
                    <a:pt x="14329" y="71357"/>
                  </a:cubicBezTo>
                  <a:cubicBezTo>
                    <a:pt x="18783" y="68670"/>
                    <a:pt x="22477" y="64900"/>
                    <a:pt x="25068" y="60395"/>
                  </a:cubicBezTo>
                  <a:close/>
                </a:path>
              </a:pathLst>
            </a:custGeom>
            <a:solidFill>
              <a:srgbClr val="80633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0" name="Content Placeholder 4">
              <a:extLst>
                <a:ext uri="{FF2B5EF4-FFF2-40B4-BE49-F238E27FC236}">
                  <a16:creationId xmlns:a16="http://schemas.microsoft.com/office/drawing/2014/main" id="{86807056-7D7F-2D72-37FC-F22BB843952C}"/>
                </a:ext>
              </a:extLst>
            </p:cNvPr>
            <p:cNvSpPr/>
            <p:nvPr/>
          </p:nvSpPr>
          <p:spPr>
            <a:xfrm>
              <a:off x="6740292" y="4998672"/>
              <a:ext cx="175616" cy="660220"/>
            </a:xfrm>
            <a:custGeom>
              <a:avLst/>
              <a:gdLst>
                <a:gd name="connsiteX0" fmla="*/ 14320 w 175616"/>
                <a:gd name="connsiteY0" fmla="*/ 211477 h 660220"/>
                <a:gd name="connsiteX1" fmla="*/ 28138 w 175616"/>
                <a:gd name="connsiteY1" fmla="*/ 6271 h 660220"/>
                <a:gd name="connsiteX2" fmla="*/ 49917 w 175616"/>
                <a:gd name="connsiteY2" fmla="*/ 39 h 660220"/>
                <a:gd name="connsiteX3" fmla="*/ 53822 w 175616"/>
                <a:gd name="connsiteY3" fmla="*/ 143525 h 660220"/>
                <a:gd name="connsiteX4" fmla="*/ 95278 w 175616"/>
                <a:gd name="connsiteY4" fmla="*/ 143525 h 660220"/>
                <a:gd name="connsiteX5" fmla="*/ 95803 w 175616"/>
                <a:gd name="connsiteY5" fmla="*/ 145027 h 660220"/>
                <a:gd name="connsiteX6" fmla="*/ 122163 w 175616"/>
                <a:gd name="connsiteY6" fmla="*/ 145027 h 660220"/>
                <a:gd name="connsiteX7" fmla="*/ 126069 w 175616"/>
                <a:gd name="connsiteY7" fmla="*/ 1466 h 660220"/>
                <a:gd name="connsiteX8" fmla="*/ 147847 w 175616"/>
                <a:gd name="connsiteY8" fmla="*/ 7697 h 660220"/>
                <a:gd name="connsiteX9" fmla="*/ 164970 w 175616"/>
                <a:gd name="connsiteY9" fmla="*/ 212453 h 660220"/>
                <a:gd name="connsiteX10" fmla="*/ 175259 w 175616"/>
                <a:gd name="connsiteY10" fmla="*/ 349858 h 660220"/>
                <a:gd name="connsiteX11" fmla="*/ 157611 w 175616"/>
                <a:gd name="connsiteY11" fmla="*/ 659431 h 660220"/>
                <a:gd name="connsiteX12" fmla="*/ 18300 w 175616"/>
                <a:gd name="connsiteY12" fmla="*/ 657854 h 660220"/>
                <a:gd name="connsiteX13" fmla="*/ 6434 w 175616"/>
                <a:gd name="connsiteY13" fmla="*/ 481030 h 660220"/>
                <a:gd name="connsiteX14" fmla="*/ 1253 w 175616"/>
                <a:gd name="connsiteY14" fmla="*/ 286186 h 660220"/>
                <a:gd name="connsiteX15" fmla="*/ 14320 w 175616"/>
                <a:gd name="connsiteY15" fmla="*/ 211477 h 66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5616" h="660220">
                  <a:moveTo>
                    <a:pt x="14320" y="211477"/>
                  </a:moveTo>
                  <a:cubicBezTo>
                    <a:pt x="23632" y="142925"/>
                    <a:pt x="35799" y="73321"/>
                    <a:pt x="28138" y="6271"/>
                  </a:cubicBezTo>
                  <a:cubicBezTo>
                    <a:pt x="34462" y="1743"/>
                    <a:pt x="42159" y="-457"/>
                    <a:pt x="49917" y="39"/>
                  </a:cubicBezTo>
                  <a:cubicBezTo>
                    <a:pt x="51171" y="47890"/>
                    <a:pt x="52471" y="95719"/>
                    <a:pt x="53822" y="143525"/>
                  </a:cubicBezTo>
                  <a:lnTo>
                    <a:pt x="95278" y="143525"/>
                  </a:lnTo>
                  <a:cubicBezTo>
                    <a:pt x="95375" y="144051"/>
                    <a:pt x="95548" y="144554"/>
                    <a:pt x="95803" y="145027"/>
                  </a:cubicBezTo>
                  <a:lnTo>
                    <a:pt x="122163" y="145027"/>
                  </a:lnTo>
                  <a:cubicBezTo>
                    <a:pt x="123418" y="97123"/>
                    <a:pt x="124717" y="49272"/>
                    <a:pt x="126069" y="1466"/>
                  </a:cubicBezTo>
                  <a:cubicBezTo>
                    <a:pt x="133827" y="978"/>
                    <a:pt x="141524" y="3177"/>
                    <a:pt x="147847" y="7697"/>
                  </a:cubicBezTo>
                  <a:cubicBezTo>
                    <a:pt x="140337" y="75949"/>
                    <a:pt x="158061" y="144126"/>
                    <a:pt x="164970" y="212453"/>
                  </a:cubicBezTo>
                  <a:cubicBezTo>
                    <a:pt x="170603" y="268841"/>
                    <a:pt x="177137" y="293244"/>
                    <a:pt x="175259" y="349858"/>
                  </a:cubicBezTo>
                  <a:cubicBezTo>
                    <a:pt x="172180" y="442211"/>
                    <a:pt x="160690" y="567002"/>
                    <a:pt x="157611" y="659431"/>
                  </a:cubicBezTo>
                  <a:cubicBezTo>
                    <a:pt x="157611" y="661759"/>
                    <a:pt x="32569" y="658005"/>
                    <a:pt x="18300" y="657854"/>
                  </a:cubicBezTo>
                  <a:cubicBezTo>
                    <a:pt x="20779" y="657854"/>
                    <a:pt x="7185" y="493344"/>
                    <a:pt x="6434" y="481030"/>
                  </a:cubicBezTo>
                  <a:cubicBezTo>
                    <a:pt x="2604" y="417058"/>
                    <a:pt x="-2427" y="350158"/>
                    <a:pt x="1253" y="286186"/>
                  </a:cubicBezTo>
                  <a:cubicBezTo>
                    <a:pt x="2905" y="260807"/>
                    <a:pt x="10790" y="237606"/>
                    <a:pt x="14320" y="211477"/>
                  </a:cubicBezTo>
                  <a:close/>
                </a:path>
              </a:pathLst>
            </a:custGeom>
            <a:solidFill>
              <a:srgbClr val="AA6A64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1" name="Content Placeholder 4">
              <a:extLst>
                <a:ext uri="{FF2B5EF4-FFF2-40B4-BE49-F238E27FC236}">
                  <a16:creationId xmlns:a16="http://schemas.microsoft.com/office/drawing/2014/main" id="{8CAB0F49-216C-FC1B-0443-FAF6BC4F4A4B}"/>
                </a:ext>
              </a:extLst>
            </p:cNvPr>
            <p:cNvSpPr/>
            <p:nvPr/>
          </p:nvSpPr>
          <p:spPr>
            <a:xfrm>
              <a:off x="6786415" y="4871896"/>
              <a:ext cx="86436" cy="119013"/>
            </a:xfrm>
            <a:custGeom>
              <a:avLst/>
              <a:gdLst>
                <a:gd name="connsiteX0" fmla="*/ 264 w 86436"/>
                <a:gd name="connsiteY0" fmla="*/ 55034 h 119013"/>
                <a:gd name="connsiteX1" fmla="*/ 2367 w 86436"/>
                <a:gd name="connsiteY1" fmla="*/ 38816 h 119013"/>
                <a:gd name="connsiteX2" fmla="*/ 48704 w 86436"/>
                <a:gd name="connsiteY2" fmla="*/ 1274 h 119013"/>
                <a:gd name="connsiteX3" fmla="*/ 62447 w 86436"/>
                <a:gd name="connsiteY3" fmla="*/ 10284 h 119013"/>
                <a:gd name="connsiteX4" fmla="*/ 74388 w 86436"/>
                <a:gd name="connsiteY4" fmla="*/ 22223 h 119013"/>
                <a:gd name="connsiteX5" fmla="*/ 86404 w 86436"/>
                <a:gd name="connsiteY5" fmla="*/ 52256 h 119013"/>
                <a:gd name="connsiteX6" fmla="*/ 81447 w 86436"/>
                <a:gd name="connsiteY6" fmla="*/ 82290 h 119013"/>
                <a:gd name="connsiteX7" fmla="*/ 61095 w 86436"/>
                <a:gd name="connsiteY7" fmla="*/ 114726 h 119013"/>
                <a:gd name="connsiteX8" fmla="*/ 14233 w 86436"/>
                <a:gd name="connsiteY8" fmla="*/ 104365 h 119013"/>
                <a:gd name="connsiteX9" fmla="*/ 264 w 86436"/>
                <a:gd name="connsiteY9" fmla="*/ 55034 h 119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6436" h="119013">
                  <a:moveTo>
                    <a:pt x="264" y="55034"/>
                  </a:moveTo>
                  <a:cubicBezTo>
                    <a:pt x="392" y="49568"/>
                    <a:pt x="1098" y="44132"/>
                    <a:pt x="2367" y="38816"/>
                  </a:cubicBezTo>
                  <a:cubicBezTo>
                    <a:pt x="6948" y="20345"/>
                    <a:pt x="26474" y="-6235"/>
                    <a:pt x="48704" y="1274"/>
                  </a:cubicBezTo>
                  <a:cubicBezTo>
                    <a:pt x="53795" y="3406"/>
                    <a:pt x="58459" y="6462"/>
                    <a:pt x="62447" y="10284"/>
                  </a:cubicBezTo>
                  <a:cubicBezTo>
                    <a:pt x="66795" y="13881"/>
                    <a:pt x="70791" y="17875"/>
                    <a:pt x="74388" y="22223"/>
                  </a:cubicBezTo>
                  <a:cubicBezTo>
                    <a:pt x="81282" y="30819"/>
                    <a:pt x="85465" y="41279"/>
                    <a:pt x="86404" y="52256"/>
                  </a:cubicBezTo>
                  <a:cubicBezTo>
                    <a:pt x="86494" y="62475"/>
                    <a:pt x="84819" y="72642"/>
                    <a:pt x="81447" y="82290"/>
                  </a:cubicBezTo>
                  <a:cubicBezTo>
                    <a:pt x="77767" y="94829"/>
                    <a:pt x="72285" y="107969"/>
                    <a:pt x="61095" y="114726"/>
                  </a:cubicBezTo>
                  <a:cubicBezTo>
                    <a:pt x="46075" y="123737"/>
                    <a:pt x="25573" y="117580"/>
                    <a:pt x="14233" y="104365"/>
                  </a:cubicBezTo>
                  <a:cubicBezTo>
                    <a:pt x="3644" y="90212"/>
                    <a:pt x="-1335" y="72642"/>
                    <a:pt x="264" y="55034"/>
                  </a:cubicBezTo>
                  <a:close/>
                </a:path>
              </a:pathLst>
            </a:custGeom>
            <a:solidFill>
              <a:srgbClr val="E4D2B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2" name="Content Placeholder 4">
              <a:extLst>
                <a:ext uri="{FF2B5EF4-FFF2-40B4-BE49-F238E27FC236}">
                  <a16:creationId xmlns:a16="http://schemas.microsoft.com/office/drawing/2014/main" id="{2EF9732E-0310-E9DC-7C5C-02284616B6C0}"/>
                </a:ext>
              </a:extLst>
            </p:cNvPr>
            <p:cNvSpPr/>
            <p:nvPr/>
          </p:nvSpPr>
          <p:spPr>
            <a:xfrm>
              <a:off x="6774225" y="4867234"/>
              <a:ext cx="113518" cy="185717"/>
            </a:xfrm>
            <a:custGeom>
              <a:avLst/>
              <a:gdLst>
                <a:gd name="connsiteX0" fmla="*/ 32055 w 113518"/>
                <a:gd name="connsiteY0" fmla="*/ 153702 h 185717"/>
                <a:gd name="connsiteX1" fmla="*/ 34458 w 113518"/>
                <a:gd name="connsiteY1" fmla="*/ 150924 h 185717"/>
                <a:gd name="connsiteX2" fmla="*/ 34458 w 113518"/>
                <a:gd name="connsiteY2" fmla="*/ 150924 h 185717"/>
                <a:gd name="connsiteX3" fmla="*/ 1039 w 113518"/>
                <a:gd name="connsiteY3" fmla="*/ 72460 h 185717"/>
                <a:gd name="connsiteX4" fmla="*/ 3067 w 113518"/>
                <a:gd name="connsiteY4" fmla="*/ 37321 h 185717"/>
                <a:gd name="connsiteX5" fmla="*/ 23794 w 113518"/>
                <a:gd name="connsiteY5" fmla="*/ 9540 h 185717"/>
                <a:gd name="connsiteX6" fmla="*/ 38814 w 113518"/>
                <a:gd name="connsiteY6" fmla="*/ 3007 h 185717"/>
                <a:gd name="connsiteX7" fmla="*/ 51356 w 113518"/>
                <a:gd name="connsiteY7" fmla="*/ 3007 h 185717"/>
                <a:gd name="connsiteX8" fmla="*/ 67878 w 113518"/>
                <a:gd name="connsiteY8" fmla="*/ 1356 h 185717"/>
                <a:gd name="connsiteX9" fmla="*/ 82898 w 113518"/>
                <a:gd name="connsiteY9" fmla="*/ 12543 h 185717"/>
                <a:gd name="connsiteX10" fmla="*/ 100621 w 113518"/>
                <a:gd name="connsiteY10" fmla="*/ 35894 h 185717"/>
                <a:gd name="connsiteX11" fmla="*/ 113238 w 113518"/>
                <a:gd name="connsiteY11" fmla="*/ 79293 h 185717"/>
                <a:gd name="connsiteX12" fmla="*/ 112337 w 113518"/>
                <a:gd name="connsiteY12" fmla="*/ 95362 h 185717"/>
                <a:gd name="connsiteX13" fmla="*/ 102048 w 113518"/>
                <a:gd name="connsiteY13" fmla="*/ 116010 h 185717"/>
                <a:gd name="connsiteX14" fmla="*/ 99270 w 113518"/>
                <a:gd name="connsiteY14" fmla="*/ 119088 h 185717"/>
                <a:gd name="connsiteX15" fmla="*/ 95440 w 113518"/>
                <a:gd name="connsiteY15" fmla="*/ 118562 h 185717"/>
                <a:gd name="connsiteX16" fmla="*/ 95440 w 113518"/>
                <a:gd name="connsiteY16" fmla="*/ 114959 h 185717"/>
                <a:gd name="connsiteX17" fmla="*/ 79368 w 113518"/>
                <a:gd name="connsiteY17" fmla="*/ 38222 h 185717"/>
                <a:gd name="connsiteX18" fmla="*/ 57589 w 113518"/>
                <a:gd name="connsiteY18" fmla="*/ 12468 h 185717"/>
                <a:gd name="connsiteX19" fmla="*/ 54660 w 113518"/>
                <a:gd name="connsiteY19" fmla="*/ 11642 h 185717"/>
                <a:gd name="connsiteX20" fmla="*/ 50905 w 113518"/>
                <a:gd name="connsiteY20" fmla="*/ 19151 h 185717"/>
                <a:gd name="connsiteX21" fmla="*/ 26573 w 113518"/>
                <a:gd name="connsiteY21" fmla="*/ 55566 h 185717"/>
                <a:gd name="connsiteX22" fmla="*/ 16735 w 113518"/>
                <a:gd name="connsiteY22" fmla="*/ 78092 h 185717"/>
                <a:gd name="connsiteX23" fmla="*/ 25822 w 113518"/>
                <a:gd name="connsiteY23" fmla="*/ 104447 h 185717"/>
                <a:gd name="connsiteX24" fmla="*/ 39941 w 113518"/>
                <a:gd name="connsiteY24" fmla="*/ 147995 h 185717"/>
                <a:gd name="connsiteX25" fmla="*/ 43395 w 113518"/>
                <a:gd name="connsiteY25" fmla="*/ 146794 h 185717"/>
                <a:gd name="connsiteX26" fmla="*/ 53534 w 113518"/>
                <a:gd name="connsiteY26" fmla="*/ 185688 h 185717"/>
                <a:gd name="connsiteX27" fmla="*/ 42194 w 113518"/>
                <a:gd name="connsiteY27" fmla="*/ 173524 h 185717"/>
                <a:gd name="connsiteX28" fmla="*/ 32280 w 113518"/>
                <a:gd name="connsiteY28" fmla="*/ 155579 h 185717"/>
                <a:gd name="connsiteX29" fmla="*/ 32055 w 113518"/>
                <a:gd name="connsiteY29" fmla="*/ 153702 h 185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13518" h="185717">
                  <a:moveTo>
                    <a:pt x="32055" y="153702"/>
                  </a:moveTo>
                  <a:cubicBezTo>
                    <a:pt x="32483" y="152508"/>
                    <a:pt x="33340" y="151517"/>
                    <a:pt x="34458" y="150924"/>
                  </a:cubicBezTo>
                  <a:lnTo>
                    <a:pt x="34458" y="150924"/>
                  </a:lnTo>
                  <a:cubicBezTo>
                    <a:pt x="11478" y="129375"/>
                    <a:pt x="4043" y="93334"/>
                    <a:pt x="1039" y="72460"/>
                  </a:cubicBezTo>
                  <a:cubicBezTo>
                    <a:pt x="-891" y="60740"/>
                    <a:pt x="-200" y="48741"/>
                    <a:pt x="3067" y="37321"/>
                  </a:cubicBezTo>
                  <a:cubicBezTo>
                    <a:pt x="6356" y="25841"/>
                    <a:pt x="13731" y="15967"/>
                    <a:pt x="23794" y="9540"/>
                  </a:cubicBezTo>
                  <a:cubicBezTo>
                    <a:pt x="28526" y="6784"/>
                    <a:pt x="33572" y="4592"/>
                    <a:pt x="38814" y="3007"/>
                  </a:cubicBezTo>
                  <a:cubicBezTo>
                    <a:pt x="42810" y="1243"/>
                    <a:pt x="47361" y="1243"/>
                    <a:pt x="51356" y="3007"/>
                  </a:cubicBezTo>
                  <a:cubicBezTo>
                    <a:pt x="56215" y="-341"/>
                    <a:pt x="62448" y="-965"/>
                    <a:pt x="67878" y="1356"/>
                  </a:cubicBezTo>
                  <a:cubicBezTo>
                    <a:pt x="73668" y="3901"/>
                    <a:pt x="78805" y="7723"/>
                    <a:pt x="82898" y="12543"/>
                  </a:cubicBezTo>
                  <a:cubicBezTo>
                    <a:pt x="89709" y="19601"/>
                    <a:pt x="95657" y="27440"/>
                    <a:pt x="100621" y="35894"/>
                  </a:cubicBezTo>
                  <a:cubicBezTo>
                    <a:pt x="107981" y="49252"/>
                    <a:pt x="112292" y="64074"/>
                    <a:pt x="113238" y="79293"/>
                  </a:cubicBezTo>
                  <a:cubicBezTo>
                    <a:pt x="113764" y="84662"/>
                    <a:pt x="113463" y="90083"/>
                    <a:pt x="112337" y="95362"/>
                  </a:cubicBezTo>
                  <a:cubicBezTo>
                    <a:pt x="110107" y="102780"/>
                    <a:pt x="106629" y="109763"/>
                    <a:pt x="102048" y="116010"/>
                  </a:cubicBezTo>
                  <a:cubicBezTo>
                    <a:pt x="101387" y="117249"/>
                    <a:pt x="100434" y="118307"/>
                    <a:pt x="99270" y="119088"/>
                  </a:cubicBezTo>
                  <a:cubicBezTo>
                    <a:pt x="98038" y="119869"/>
                    <a:pt x="96416" y="119644"/>
                    <a:pt x="95440" y="118562"/>
                  </a:cubicBezTo>
                  <a:cubicBezTo>
                    <a:pt x="94906" y="117421"/>
                    <a:pt x="94906" y="116100"/>
                    <a:pt x="95440" y="114959"/>
                  </a:cubicBezTo>
                  <a:cubicBezTo>
                    <a:pt x="100922" y="88829"/>
                    <a:pt x="92210" y="61648"/>
                    <a:pt x="79368" y="38222"/>
                  </a:cubicBezTo>
                  <a:cubicBezTo>
                    <a:pt x="74479" y="27883"/>
                    <a:pt x="66969" y="19008"/>
                    <a:pt x="57589" y="12468"/>
                  </a:cubicBezTo>
                  <a:cubicBezTo>
                    <a:pt x="56748" y="11845"/>
                    <a:pt x="55704" y="11552"/>
                    <a:pt x="54660" y="11642"/>
                  </a:cubicBezTo>
                  <a:cubicBezTo>
                    <a:pt x="53819" y="14330"/>
                    <a:pt x="52550" y="16861"/>
                    <a:pt x="50905" y="19151"/>
                  </a:cubicBezTo>
                  <a:lnTo>
                    <a:pt x="26573" y="55566"/>
                  </a:lnTo>
                  <a:cubicBezTo>
                    <a:pt x="21316" y="62047"/>
                    <a:pt x="17921" y="69833"/>
                    <a:pt x="16735" y="78092"/>
                  </a:cubicBezTo>
                  <a:cubicBezTo>
                    <a:pt x="17569" y="87485"/>
                    <a:pt x="20685" y="96533"/>
                    <a:pt x="25822" y="104447"/>
                  </a:cubicBezTo>
                  <a:cubicBezTo>
                    <a:pt x="29427" y="111955"/>
                    <a:pt x="44146" y="134030"/>
                    <a:pt x="39941" y="147995"/>
                  </a:cubicBezTo>
                  <a:cubicBezTo>
                    <a:pt x="41067" y="147515"/>
                    <a:pt x="42216" y="147117"/>
                    <a:pt x="43395" y="146794"/>
                  </a:cubicBezTo>
                  <a:cubicBezTo>
                    <a:pt x="51919" y="157847"/>
                    <a:pt x="55577" y="171887"/>
                    <a:pt x="53534" y="185688"/>
                  </a:cubicBezTo>
                  <a:cubicBezTo>
                    <a:pt x="52783" y="179982"/>
                    <a:pt x="46625" y="177054"/>
                    <a:pt x="42194" y="173524"/>
                  </a:cubicBezTo>
                  <a:cubicBezTo>
                    <a:pt x="36704" y="169042"/>
                    <a:pt x="33152" y="162615"/>
                    <a:pt x="32280" y="155579"/>
                  </a:cubicBezTo>
                  <a:cubicBezTo>
                    <a:pt x="32085" y="154971"/>
                    <a:pt x="32010" y="154333"/>
                    <a:pt x="32055" y="153702"/>
                  </a:cubicBezTo>
                  <a:close/>
                </a:path>
              </a:pathLst>
            </a:custGeom>
            <a:solidFill>
              <a:srgbClr val="998675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3" name="Content Placeholder 4">
              <a:extLst>
                <a:ext uri="{FF2B5EF4-FFF2-40B4-BE49-F238E27FC236}">
                  <a16:creationId xmlns:a16="http://schemas.microsoft.com/office/drawing/2014/main" id="{F3571A2E-3768-ED9D-E0D0-DA311E8205D9}"/>
                </a:ext>
              </a:extLst>
            </p:cNvPr>
            <p:cNvSpPr/>
            <p:nvPr/>
          </p:nvSpPr>
          <p:spPr>
            <a:xfrm>
              <a:off x="6875347" y="5058640"/>
              <a:ext cx="116581" cy="71064"/>
            </a:xfrm>
            <a:custGeom>
              <a:avLst/>
              <a:gdLst>
                <a:gd name="connsiteX0" fmla="*/ 103813 w 116581"/>
                <a:gd name="connsiteY0" fmla="*/ 2842 h 71064"/>
                <a:gd name="connsiteX1" fmla="*/ 91347 w 116581"/>
                <a:gd name="connsiteY1" fmla="*/ 364 h 71064"/>
                <a:gd name="connsiteX2" fmla="*/ 37575 w 116581"/>
                <a:gd name="connsiteY2" fmla="*/ 5469 h 71064"/>
                <a:gd name="connsiteX3" fmla="*/ 26 w 116581"/>
                <a:gd name="connsiteY3" fmla="*/ 14480 h 71064"/>
                <a:gd name="connsiteX4" fmla="*/ 10464 w 116581"/>
                <a:gd name="connsiteY4" fmla="*/ 68616 h 71064"/>
                <a:gd name="connsiteX5" fmla="*/ 19026 w 116581"/>
                <a:gd name="connsiteY5" fmla="*/ 70943 h 71064"/>
                <a:gd name="connsiteX6" fmla="*/ 108620 w 116581"/>
                <a:gd name="connsiteY6" fmla="*/ 67489 h 71064"/>
                <a:gd name="connsiteX7" fmla="*/ 116130 w 116581"/>
                <a:gd name="connsiteY7" fmla="*/ 64411 h 71064"/>
                <a:gd name="connsiteX8" fmla="*/ 116130 w 116581"/>
                <a:gd name="connsiteY8" fmla="*/ 58930 h 71064"/>
                <a:gd name="connsiteX9" fmla="*/ 108620 w 116581"/>
                <a:gd name="connsiteY9" fmla="*/ 9674 h 71064"/>
                <a:gd name="connsiteX10" fmla="*/ 103813 w 116581"/>
                <a:gd name="connsiteY10" fmla="*/ 2842 h 7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581" h="71064">
                  <a:moveTo>
                    <a:pt x="103813" y="2842"/>
                  </a:moveTo>
                  <a:cubicBezTo>
                    <a:pt x="101035" y="-612"/>
                    <a:pt x="95778" y="-237"/>
                    <a:pt x="91347" y="364"/>
                  </a:cubicBezTo>
                  <a:cubicBezTo>
                    <a:pt x="73548" y="2917"/>
                    <a:pt x="55524" y="4644"/>
                    <a:pt x="37575" y="5469"/>
                  </a:cubicBezTo>
                  <a:cubicBezTo>
                    <a:pt x="28338" y="5920"/>
                    <a:pt x="-1477" y="213"/>
                    <a:pt x="26" y="14480"/>
                  </a:cubicBezTo>
                  <a:cubicBezTo>
                    <a:pt x="1610" y="32838"/>
                    <a:pt x="5110" y="50986"/>
                    <a:pt x="10464" y="68616"/>
                  </a:cubicBezTo>
                  <a:cubicBezTo>
                    <a:pt x="12267" y="71168"/>
                    <a:pt x="15947" y="71168"/>
                    <a:pt x="19026" y="70943"/>
                  </a:cubicBezTo>
                  <a:cubicBezTo>
                    <a:pt x="48810" y="68255"/>
                    <a:pt x="78715" y="67099"/>
                    <a:pt x="108620" y="67489"/>
                  </a:cubicBezTo>
                  <a:cubicBezTo>
                    <a:pt x="111489" y="67850"/>
                    <a:pt x="114335" y="66679"/>
                    <a:pt x="116130" y="64411"/>
                  </a:cubicBezTo>
                  <a:cubicBezTo>
                    <a:pt x="116693" y="62624"/>
                    <a:pt x="116693" y="60717"/>
                    <a:pt x="116130" y="58930"/>
                  </a:cubicBezTo>
                  <a:lnTo>
                    <a:pt x="108620" y="9674"/>
                  </a:lnTo>
                  <a:cubicBezTo>
                    <a:pt x="106667" y="7347"/>
                    <a:pt x="105766" y="5320"/>
                    <a:pt x="103813" y="2842"/>
                  </a:cubicBezTo>
                  <a:close/>
                </a:path>
              </a:pathLst>
            </a:custGeom>
            <a:solidFill>
              <a:srgbClr val="666767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4" name="Content Placeholder 4">
              <a:extLst>
                <a:ext uri="{FF2B5EF4-FFF2-40B4-BE49-F238E27FC236}">
                  <a16:creationId xmlns:a16="http://schemas.microsoft.com/office/drawing/2014/main" id="{A9D5D526-4F04-62D0-661B-994C5F0CB7F7}"/>
                </a:ext>
              </a:extLst>
            </p:cNvPr>
            <p:cNvSpPr/>
            <p:nvPr/>
          </p:nvSpPr>
          <p:spPr>
            <a:xfrm>
              <a:off x="6887192" y="5073725"/>
              <a:ext cx="62296" cy="84346"/>
            </a:xfrm>
            <a:custGeom>
              <a:avLst/>
              <a:gdLst>
                <a:gd name="connsiteX0" fmla="*/ 61778 w 62296"/>
                <a:gd name="connsiteY0" fmla="*/ 8405 h 84346"/>
                <a:gd name="connsiteX1" fmla="*/ 61102 w 62296"/>
                <a:gd name="connsiteY1" fmla="*/ 14562 h 84346"/>
                <a:gd name="connsiteX2" fmla="*/ 31437 w 62296"/>
                <a:gd name="connsiteY2" fmla="*/ 69223 h 84346"/>
                <a:gd name="connsiteX3" fmla="*/ 9809 w 62296"/>
                <a:gd name="connsiteY3" fmla="*/ 84240 h 84346"/>
                <a:gd name="connsiteX4" fmla="*/ -29 w 62296"/>
                <a:gd name="connsiteY4" fmla="*/ 80411 h 84346"/>
                <a:gd name="connsiteX5" fmla="*/ 16718 w 62296"/>
                <a:gd name="connsiteY5" fmla="*/ 49551 h 84346"/>
                <a:gd name="connsiteX6" fmla="*/ 23402 w 62296"/>
                <a:gd name="connsiteY6" fmla="*/ 43845 h 84346"/>
                <a:gd name="connsiteX7" fmla="*/ 27908 w 62296"/>
                <a:gd name="connsiteY7" fmla="*/ 37613 h 84346"/>
                <a:gd name="connsiteX8" fmla="*/ 37896 w 62296"/>
                <a:gd name="connsiteY8" fmla="*/ 19743 h 84346"/>
                <a:gd name="connsiteX9" fmla="*/ 39023 w 62296"/>
                <a:gd name="connsiteY9" fmla="*/ 16138 h 84346"/>
                <a:gd name="connsiteX10" fmla="*/ 37746 w 62296"/>
                <a:gd name="connsiteY10" fmla="*/ 10132 h 84346"/>
                <a:gd name="connsiteX11" fmla="*/ 39473 w 62296"/>
                <a:gd name="connsiteY11" fmla="*/ 5702 h 84346"/>
                <a:gd name="connsiteX12" fmla="*/ 40299 w 62296"/>
                <a:gd name="connsiteY12" fmla="*/ 5702 h 84346"/>
                <a:gd name="connsiteX13" fmla="*/ 41351 w 62296"/>
                <a:gd name="connsiteY13" fmla="*/ 7429 h 84346"/>
                <a:gd name="connsiteX14" fmla="*/ 42702 w 62296"/>
                <a:gd name="connsiteY14" fmla="*/ 8855 h 84346"/>
                <a:gd name="connsiteX15" fmla="*/ 43303 w 62296"/>
                <a:gd name="connsiteY15" fmla="*/ 3374 h 84346"/>
                <a:gd name="connsiteX16" fmla="*/ 61778 w 62296"/>
                <a:gd name="connsiteY16" fmla="*/ 8405 h 84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2296" h="84346">
                  <a:moveTo>
                    <a:pt x="61778" y="8405"/>
                  </a:moveTo>
                  <a:cubicBezTo>
                    <a:pt x="62619" y="10440"/>
                    <a:pt x="62364" y="12760"/>
                    <a:pt x="61102" y="14562"/>
                  </a:cubicBezTo>
                  <a:cubicBezTo>
                    <a:pt x="51091" y="32732"/>
                    <a:pt x="41200" y="50955"/>
                    <a:pt x="31437" y="69223"/>
                  </a:cubicBezTo>
                  <a:cubicBezTo>
                    <a:pt x="27232" y="76732"/>
                    <a:pt x="21900" y="85216"/>
                    <a:pt x="9809" y="84240"/>
                  </a:cubicBezTo>
                  <a:cubicBezTo>
                    <a:pt x="6212" y="84022"/>
                    <a:pt x="2772" y="82686"/>
                    <a:pt x="-29" y="80411"/>
                  </a:cubicBezTo>
                  <a:cubicBezTo>
                    <a:pt x="466" y="68082"/>
                    <a:pt x="6655" y="56684"/>
                    <a:pt x="16718" y="49551"/>
                  </a:cubicBezTo>
                  <a:cubicBezTo>
                    <a:pt x="19061" y="47787"/>
                    <a:pt x="21291" y="45887"/>
                    <a:pt x="23402" y="43845"/>
                  </a:cubicBezTo>
                  <a:cubicBezTo>
                    <a:pt x="25099" y="41915"/>
                    <a:pt x="26601" y="39828"/>
                    <a:pt x="27908" y="37613"/>
                  </a:cubicBezTo>
                  <a:cubicBezTo>
                    <a:pt x="31513" y="31831"/>
                    <a:pt x="34817" y="25900"/>
                    <a:pt x="37896" y="19743"/>
                  </a:cubicBezTo>
                  <a:cubicBezTo>
                    <a:pt x="38527" y="18639"/>
                    <a:pt x="38910" y="17407"/>
                    <a:pt x="39023" y="16138"/>
                  </a:cubicBezTo>
                  <a:cubicBezTo>
                    <a:pt x="38767" y="14104"/>
                    <a:pt x="38339" y="12091"/>
                    <a:pt x="37746" y="10132"/>
                  </a:cubicBezTo>
                  <a:cubicBezTo>
                    <a:pt x="37371" y="8105"/>
                    <a:pt x="37746" y="6077"/>
                    <a:pt x="39473" y="5702"/>
                  </a:cubicBezTo>
                  <a:cubicBezTo>
                    <a:pt x="39736" y="5589"/>
                    <a:pt x="40037" y="5589"/>
                    <a:pt x="40299" y="5702"/>
                  </a:cubicBezTo>
                  <a:cubicBezTo>
                    <a:pt x="41050" y="5702"/>
                    <a:pt x="41200" y="6828"/>
                    <a:pt x="41351" y="7429"/>
                  </a:cubicBezTo>
                  <a:cubicBezTo>
                    <a:pt x="41501" y="8030"/>
                    <a:pt x="42102" y="8931"/>
                    <a:pt x="42702" y="8855"/>
                  </a:cubicBezTo>
                  <a:cubicBezTo>
                    <a:pt x="43303" y="8780"/>
                    <a:pt x="43153" y="5252"/>
                    <a:pt x="43303" y="3374"/>
                  </a:cubicBezTo>
                  <a:cubicBezTo>
                    <a:pt x="43754" y="-2858"/>
                    <a:pt x="58098" y="-155"/>
                    <a:pt x="61778" y="8405"/>
                  </a:cubicBezTo>
                  <a:close/>
                </a:path>
              </a:pathLst>
            </a:custGeom>
            <a:solidFill>
              <a:srgbClr val="E4D2B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5" name="Content Placeholder 4">
              <a:extLst>
                <a:ext uri="{FF2B5EF4-FFF2-40B4-BE49-F238E27FC236}">
                  <a16:creationId xmlns:a16="http://schemas.microsoft.com/office/drawing/2014/main" id="{3B2A450F-CA6B-0504-5D52-67AAC85BAF8B}"/>
                </a:ext>
              </a:extLst>
            </p:cNvPr>
            <p:cNvSpPr/>
            <p:nvPr/>
          </p:nvSpPr>
          <p:spPr>
            <a:xfrm>
              <a:off x="6750174" y="5002045"/>
              <a:ext cx="31466" cy="184326"/>
            </a:xfrm>
            <a:custGeom>
              <a:avLst/>
              <a:gdLst>
                <a:gd name="connsiteX0" fmla="*/ 20208 w 31466"/>
                <a:gd name="connsiteY0" fmla="*/ -30 h 184326"/>
                <a:gd name="connsiteX1" fmla="*/ 6015 w 31466"/>
                <a:gd name="connsiteY1" fmla="*/ 46823 h 184326"/>
                <a:gd name="connsiteX2" fmla="*/ 307 w 31466"/>
                <a:gd name="connsiteY2" fmla="*/ 130767 h 184326"/>
                <a:gd name="connsiteX3" fmla="*/ 4437 w 31466"/>
                <a:gd name="connsiteY3" fmla="*/ 174767 h 184326"/>
                <a:gd name="connsiteX4" fmla="*/ 14125 w 31466"/>
                <a:gd name="connsiteY4" fmla="*/ 184228 h 184326"/>
                <a:gd name="connsiteX5" fmla="*/ 20960 w 31466"/>
                <a:gd name="connsiteY5" fmla="*/ 172289 h 184326"/>
                <a:gd name="connsiteX6" fmla="*/ 30572 w 31466"/>
                <a:gd name="connsiteY6" fmla="*/ 58911 h 184326"/>
                <a:gd name="connsiteX7" fmla="*/ 20208 w 31466"/>
                <a:gd name="connsiteY7" fmla="*/ -30 h 184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466" h="184326">
                  <a:moveTo>
                    <a:pt x="20208" y="-30"/>
                  </a:moveTo>
                  <a:cubicBezTo>
                    <a:pt x="11550" y="14116"/>
                    <a:pt x="6668" y="30252"/>
                    <a:pt x="6015" y="46823"/>
                  </a:cubicBezTo>
                  <a:cubicBezTo>
                    <a:pt x="2808" y="74702"/>
                    <a:pt x="908" y="102686"/>
                    <a:pt x="307" y="130767"/>
                  </a:cubicBezTo>
                  <a:cubicBezTo>
                    <a:pt x="-737" y="145559"/>
                    <a:pt x="652" y="160426"/>
                    <a:pt x="4437" y="174767"/>
                  </a:cubicBezTo>
                  <a:cubicBezTo>
                    <a:pt x="5864" y="179497"/>
                    <a:pt x="9244" y="184978"/>
                    <a:pt x="14125" y="184228"/>
                  </a:cubicBezTo>
                  <a:cubicBezTo>
                    <a:pt x="19007" y="183477"/>
                    <a:pt x="20584" y="177245"/>
                    <a:pt x="20960" y="172289"/>
                  </a:cubicBezTo>
                  <a:lnTo>
                    <a:pt x="30572" y="58911"/>
                  </a:lnTo>
                  <a:cubicBezTo>
                    <a:pt x="32074" y="38563"/>
                    <a:pt x="33126" y="15888"/>
                    <a:pt x="20208" y="-30"/>
                  </a:cubicBezTo>
                  <a:close/>
                </a:path>
              </a:pathLst>
            </a:custGeom>
            <a:solidFill>
              <a:srgbClr val="E4D2B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6" name="Content Placeholder 4">
              <a:extLst>
                <a:ext uri="{FF2B5EF4-FFF2-40B4-BE49-F238E27FC236}">
                  <a16:creationId xmlns:a16="http://schemas.microsoft.com/office/drawing/2014/main" id="{995FE02A-8054-1A18-D482-EE2F7670892E}"/>
                </a:ext>
              </a:extLst>
            </p:cNvPr>
            <p:cNvSpPr/>
            <p:nvPr/>
          </p:nvSpPr>
          <p:spPr>
            <a:xfrm>
              <a:off x="7005418" y="5007727"/>
              <a:ext cx="180505" cy="332301"/>
            </a:xfrm>
            <a:custGeom>
              <a:avLst/>
              <a:gdLst>
                <a:gd name="connsiteX0" fmla="*/ 130776 w 180505"/>
                <a:gd name="connsiteY0" fmla="*/ 670 h 332301"/>
                <a:gd name="connsiteX1" fmla="*/ 168852 w 180505"/>
                <a:gd name="connsiteY1" fmla="*/ 66069 h 332301"/>
                <a:gd name="connsiteX2" fmla="*/ 173658 w 180505"/>
                <a:gd name="connsiteY2" fmla="*/ 207828 h 332301"/>
                <a:gd name="connsiteX3" fmla="*/ 179290 w 180505"/>
                <a:gd name="connsiteY3" fmla="*/ 291322 h 332301"/>
                <a:gd name="connsiteX4" fmla="*/ 155559 w 180505"/>
                <a:gd name="connsiteY4" fmla="*/ 328865 h 332301"/>
                <a:gd name="connsiteX5" fmla="*/ 5960 w 180505"/>
                <a:gd name="connsiteY5" fmla="*/ 328865 h 332301"/>
                <a:gd name="connsiteX6" fmla="*/ 177 w 180505"/>
                <a:gd name="connsiteY6" fmla="*/ 233132 h 332301"/>
                <a:gd name="connsiteX7" fmla="*/ 19553 w 180505"/>
                <a:gd name="connsiteY7" fmla="*/ 95427 h 332301"/>
                <a:gd name="connsiteX8" fmla="*/ 62510 w 180505"/>
                <a:gd name="connsiteY8" fmla="*/ 26874 h 332301"/>
                <a:gd name="connsiteX9" fmla="*/ 119661 w 180505"/>
                <a:gd name="connsiteY9" fmla="*/ 520 h 332301"/>
                <a:gd name="connsiteX10" fmla="*/ 130776 w 180505"/>
                <a:gd name="connsiteY10" fmla="*/ 670 h 332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0505" h="332301">
                  <a:moveTo>
                    <a:pt x="130776" y="670"/>
                  </a:moveTo>
                  <a:cubicBezTo>
                    <a:pt x="154432" y="6677"/>
                    <a:pt x="167951" y="45721"/>
                    <a:pt x="168852" y="66069"/>
                  </a:cubicBezTo>
                  <a:cubicBezTo>
                    <a:pt x="171030" y="113297"/>
                    <a:pt x="171105" y="160600"/>
                    <a:pt x="173658" y="207828"/>
                  </a:cubicBezTo>
                  <a:cubicBezTo>
                    <a:pt x="175258" y="235662"/>
                    <a:pt x="177135" y="263488"/>
                    <a:pt x="179290" y="291322"/>
                  </a:cubicBezTo>
                  <a:cubicBezTo>
                    <a:pt x="181618" y="320455"/>
                    <a:pt x="183346" y="326161"/>
                    <a:pt x="155559" y="328865"/>
                  </a:cubicBezTo>
                  <a:cubicBezTo>
                    <a:pt x="105798" y="333407"/>
                    <a:pt x="55721" y="333407"/>
                    <a:pt x="5960" y="328865"/>
                  </a:cubicBezTo>
                  <a:cubicBezTo>
                    <a:pt x="402" y="328414"/>
                    <a:pt x="402" y="240640"/>
                    <a:pt x="177" y="233132"/>
                  </a:cubicBezTo>
                  <a:cubicBezTo>
                    <a:pt x="-1310" y="186459"/>
                    <a:pt x="5246" y="139877"/>
                    <a:pt x="19553" y="95427"/>
                  </a:cubicBezTo>
                  <a:cubicBezTo>
                    <a:pt x="27476" y="69147"/>
                    <a:pt x="42308" y="45465"/>
                    <a:pt x="62510" y="26874"/>
                  </a:cubicBezTo>
                  <a:cubicBezTo>
                    <a:pt x="78904" y="13209"/>
                    <a:pt x="98626" y="4124"/>
                    <a:pt x="119661" y="520"/>
                  </a:cubicBezTo>
                  <a:cubicBezTo>
                    <a:pt x="123333" y="-261"/>
                    <a:pt x="127126" y="-208"/>
                    <a:pt x="130776" y="670"/>
                  </a:cubicBezTo>
                  <a:close/>
                </a:path>
              </a:pathLst>
            </a:custGeom>
            <a:solidFill>
              <a:srgbClr val="ACB18F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7" name="Content Placeholder 4">
              <a:extLst>
                <a:ext uri="{FF2B5EF4-FFF2-40B4-BE49-F238E27FC236}">
                  <a16:creationId xmlns:a16="http://schemas.microsoft.com/office/drawing/2014/main" id="{5DC34373-8840-29A9-DE37-96DA10F54FB4}"/>
                </a:ext>
              </a:extLst>
            </p:cNvPr>
            <p:cNvSpPr/>
            <p:nvPr/>
          </p:nvSpPr>
          <p:spPr>
            <a:xfrm>
              <a:off x="7017332" y="4885830"/>
              <a:ext cx="88391" cy="120423"/>
            </a:xfrm>
            <a:custGeom>
              <a:avLst/>
              <a:gdLst>
                <a:gd name="connsiteX0" fmla="*/ 83265 w 88391"/>
                <a:gd name="connsiteY0" fmla="*/ 104397 h 120423"/>
                <a:gd name="connsiteX1" fmla="*/ 88221 w 88391"/>
                <a:gd name="connsiteY1" fmla="*/ 79769 h 120423"/>
                <a:gd name="connsiteX2" fmla="*/ 74853 w 88391"/>
                <a:gd name="connsiteY2" fmla="*/ 28186 h 120423"/>
                <a:gd name="connsiteX3" fmla="*/ 18979 w 88391"/>
                <a:gd name="connsiteY3" fmla="*/ 1831 h 120423"/>
                <a:gd name="connsiteX4" fmla="*/ 3959 w 88391"/>
                <a:gd name="connsiteY4" fmla="*/ 65879 h 120423"/>
                <a:gd name="connsiteX5" fmla="*/ 30544 w 88391"/>
                <a:gd name="connsiteY5" fmla="*/ 110929 h 120423"/>
                <a:gd name="connsiteX6" fmla="*/ 83265 w 88391"/>
                <a:gd name="connsiteY6" fmla="*/ 104397 h 12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8391" h="120423">
                  <a:moveTo>
                    <a:pt x="83265" y="104397"/>
                  </a:moveTo>
                  <a:cubicBezTo>
                    <a:pt x="87177" y="96806"/>
                    <a:pt x="88889" y="88276"/>
                    <a:pt x="88221" y="79769"/>
                  </a:cubicBezTo>
                  <a:cubicBezTo>
                    <a:pt x="88011" y="61749"/>
                    <a:pt x="83422" y="44044"/>
                    <a:pt x="74853" y="28186"/>
                  </a:cubicBezTo>
                  <a:cubicBezTo>
                    <a:pt x="64189" y="10466"/>
                    <a:pt x="40608" y="-5602"/>
                    <a:pt x="18979" y="1831"/>
                  </a:cubicBezTo>
                  <a:cubicBezTo>
                    <a:pt x="-6330" y="10541"/>
                    <a:pt x="-622" y="43804"/>
                    <a:pt x="3959" y="65879"/>
                  </a:cubicBezTo>
                  <a:cubicBezTo>
                    <a:pt x="6865" y="83696"/>
                    <a:pt x="16350" y="99772"/>
                    <a:pt x="30544" y="110929"/>
                  </a:cubicBezTo>
                  <a:cubicBezTo>
                    <a:pt x="52023" y="126622"/>
                    <a:pt x="73727" y="121666"/>
                    <a:pt x="83265" y="104397"/>
                  </a:cubicBezTo>
                  <a:close/>
                </a:path>
              </a:pathLst>
            </a:custGeom>
            <a:solidFill>
              <a:srgbClr val="E3DAC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8" name="Content Placeholder 4">
              <a:extLst>
                <a:ext uri="{FF2B5EF4-FFF2-40B4-BE49-F238E27FC236}">
                  <a16:creationId xmlns:a16="http://schemas.microsoft.com/office/drawing/2014/main" id="{AA94E0E8-0E64-6DBF-3F9F-3E48C5F73DDD}"/>
                </a:ext>
              </a:extLst>
            </p:cNvPr>
            <p:cNvSpPr/>
            <p:nvPr/>
          </p:nvSpPr>
          <p:spPr>
            <a:xfrm>
              <a:off x="7005471" y="4856229"/>
              <a:ext cx="106402" cy="118376"/>
            </a:xfrm>
            <a:custGeom>
              <a:avLst/>
              <a:gdLst>
                <a:gd name="connsiteX0" fmla="*/ 82058 w 106402"/>
                <a:gd name="connsiteY0" fmla="*/ 85793 h 118376"/>
                <a:gd name="connsiteX1" fmla="*/ 99857 w 106402"/>
                <a:gd name="connsiteY1" fmla="*/ 117629 h 118376"/>
                <a:gd name="connsiteX2" fmla="*/ 104814 w 106402"/>
                <a:gd name="connsiteY2" fmla="*/ 113650 h 118376"/>
                <a:gd name="connsiteX3" fmla="*/ 101284 w 106402"/>
                <a:gd name="connsiteY3" fmla="*/ 34210 h 118376"/>
                <a:gd name="connsiteX4" fmla="*/ 66362 w 106402"/>
                <a:gd name="connsiteY4" fmla="*/ 2600 h 118376"/>
                <a:gd name="connsiteX5" fmla="*/ 21828 w 106402"/>
                <a:gd name="connsiteY5" fmla="*/ 8682 h 118376"/>
                <a:gd name="connsiteX6" fmla="*/ 49 w 106402"/>
                <a:gd name="connsiteY6" fmla="*/ 48101 h 118376"/>
                <a:gd name="connsiteX7" fmla="*/ 950 w 106402"/>
                <a:gd name="connsiteY7" fmla="*/ 52306 h 118376"/>
                <a:gd name="connsiteX8" fmla="*/ 7484 w 106402"/>
                <a:gd name="connsiteY8" fmla="*/ 53207 h 118376"/>
                <a:gd name="connsiteX9" fmla="*/ 46536 w 106402"/>
                <a:gd name="connsiteY9" fmla="*/ 46374 h 118376"/>
                <a:gd name="connsiteX10" fmla="*/ 72971 w 106402"/>
                <a:gd name="connsiteY10" fmla="*/ 71002 h 118376"/>
                <a:gd name="connsiteX11" fmla="*/ 87991 w 106402"/>
                <a:gd name="connsiteY11" fmla="*/ 69575 h 118376"/>
                <a:gd name="connsiteX12" fmla="*/ 94390 w 106402"/>
                <a:gd name="connsiteY12" fmla="*/ 80470 h 118376"/>
                <a:gd name="connsiteX13" fmla="*/ 93924 w 106402"/>
                <a:gd name="connsiteY13" fmla="*/ 81814 h 118376"/>
                <a:gd name="connsiteX14" fmla="*/ 82058 w 106402"/>
                <a:gd name="connsiteY14" fmla="*/ 85793 h 118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6402" h="118376">
                  <a:moveTo>
                    <a:pt x="82058" y="85793"/>
                  </a:moveTo>
                  <a:cubicBezTo>
                    <a:pt x="85986" y="97409"/>
                    <a:pt x="92024" y="108198"/>
                    <a:pt x="99857" y="117629"/>
                  </a:cubicBezTo>
                  <a:cubicBezTo>
                    <a:pt x="101434" y="119882"/>
                    <a:pt x="104438" y="116353"/>
                    <a:pt x="104814" y="113650"/>
                  </a:cubicBezTo>
                  <a:cubicBezTo>
                    <a:pt x="107735" y="87145"/>
                    <a:pt x="106549" y="60347"/>
                    <a:pt x="101284" y="34210"/>
                  </a:cubicBezTo>
                  <a:cubicBezTo>
                    <a:pt x="96252" y="13487"/>
                    <a:pt x="86264" y="9658"/>
                    <a:pt x="66362" y="2600"/>
                  </a:cubicBezTo>
                  <a:cubicBezTo>
                    <a:pt x="51380" y="-2423"/>
                    <a:pt x="34911" y="-171"/>
                    <a:pt x="21828" y="8682"/>
                  </a:cubicBezTo>
                  <a:cubicBezTo>
                    <a:pt x="8926" y="17804"/>
                    <a:pt x="905" y="32326"/>
                    <a:pt x="49" y="48101"/>
                  </a:cubicBezTo>
                  <a:cubicBezTo>
                    <a:pt x="-191" y="49565"/>
                    <a:pt x="124" y="51067"/>
                    <a:pt x="950" y="52306"/>
                  </a:cubicBezTo>
                  <a:cubicBezTo>
                    <a:pt x="2452" y="54108"/>
                    <a:pt x="5231" y="53732"/>
                    <a:pt x="7484" y="53207"/>
                  </a:cubicBezTo>
                  <a:cubicBezTo>
                    <a:pt x="20401" y="50053"/>
                    <a:pt x="33318" y="45173"/>
                    <a:pt x="46536" y="46374"/>
                  </a:cubicBezTo>
                  <a:cubicBezTo>
                    <a:pt x="59754" y="47575"/>
                    <a:pt x="73497" y="57787"/>
                    <a:pt x="72971" y="71002"/>
                  </a:cubicBezTo>
                  <a:cubicBezTo>
                    <a:pt x="77725" y="69034"/>
                    <a:pt x="82952" y="68539"/>
                    <a:pt x="87991" y="69575"/>
                  </a:cubicBezTo>
                  <a:cubicBezTo>
                    <a:pt x="92768" y="70814"/>
                    <a:pt x="95637" y="75694"/>
                    <a:pt x="94390" y="80470"/>
                  </a:cubicBezTo>
                  <a:cubicBezTo>
                    <a:pt x="94270" y="80928"/>
                    <a:pt x="94112" y="81379"/>
                    <a:pt x="93924" y="81814"/>
                  </a:cubicBezTo>
                  <a:cubicBezTo>
                    <a:pt x="90612" y="84585"/>
                    <a:pt x="86376" y="86003"/>
                    <a:pt x="82058" y="85793"/>
                  </a:cubicBezTo>
                  <a:close/>
                </a:path>
              </a:pathLst>
            </a:custGeom>
            <a:solidFill>
              <a:srgbClr val="8C6239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9" name="Content Placeholder 4">
              <a:extLst>
                <a:ext uri="{FF2B5EF4-FFF2-40B4-BE49-F238E27FC236}">
                  <a16:creationId xmlns:a16="http://schemas.microsoft.com/office/drawing/2014/main" id="{411961BB-FBDF-6B81-5705-5D2C52FACF7C}"/>
                </a:ext>
              </a:extLst>
            </p:cNvPr>
            <p:cNvSpPr/>
            <p:nvPr/>
          </p:nvSpPr>
          <p:spPr>
            <a:xfrm>
              <a:off x="7044608" y="5002495"/>
              <a:ext cx="62896" cy="184161"/>
            </a:xfrm>
            <a:custGeom>
              <a:avLst/>
              <a:gdLst>
                <a:gd name="connsiteX0" fmla="*/ 25348 w 62896"/>
                <a:gd name="connsiteY0" fmla="*/ 169586 h 184161"/>
                <a:gd name="connsiteX1" fmla="*/ 42621 w 62896"/>
                <a:gd name="connsiteY1" fmla="*/ 114849 h 184161"/>
                <a:gd name="connsiteX2" fmla="*/ 61771 w 62896"/>
                <a:gd name="connsiteY2" fmla="*/ 24072 h 184161"/>
                <a:gd name="connsiteX3" fmla="*/ 62222 w 62896"/>
                <a:gd name="connsiteY3" fmla="*/ 9055 h 184161"/>
                <a:gd name="connsiteX4" fmla="*/ 51107 w 62896"/>
                <a:gd name="connsiteY4" fmla="*/ -30 h 184161"/>
                <a:gd name="connsiteX5" fmla="*/ 414 w 62896"/>
                <a:gd name="connsiteY5" fmla="*/ 168760 h 184161"/>
                <a:gd name="connsiteX6" fmla="*/ 2517 w 62896"/>
                <a:gd name="connsiteY6" fmla="*/ 181149 h 184161"/>
                <a:gd name="connsiteX7" fmla="*/ 16411 w 62896"/>
                <a:gd name="connsiteY7" fmla="*/ 182050 h 184161"/>
                <a:gd name="connsiteX8" fmla="*/ 25348 w 62896"/>
                <a:gd name="connsiteY8" fmla="*/ 169586 h 184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2896" h="184161">
                  <a:moveTo>
                    <a:pt x="25348" y="169586"/>
                  </a:moveTo>
                  <a:cubicBezTo>
                    <a:pt x="32947" y="151971"/>
                    <a:pt x="38738" y="133636"/>
                    <a:pt x="42621" y="114849"/>
                  </a:cubicBezTo>
                  <a:cubicBezTo>
                    <a:pt x="49680" y="84816"/>
                    <a:pt x="56138" y="54782"/>
                    <a:pt x="61771" y="24072"/>
                  </a:cubicBezTo>
                  <a:cubicBezTo>
                    <a:pt x="63063" y="19169"/>
                    <a:pt x="63213" y="14033"/>
                    <a:pt x="62222" y="9055"/>
                  </a:cubicBezTo>
                  <a:cubicBezTo>
                    <a:pt x="60998" y="3860"/>
                    <a:pt x="56439" y="135"/>
                    <a:pt x="51107" y="-30"/>
                  </a:cubicBezTo>
                  <a:cubicBezTo>
                    <a:pt x="24034" y="52665"/>
                    <a:pt x="6850" y="109871"/>
                    <a:pt x="414" y="168760"/>
                  </a:cubicBezTo>
                  <a:cubicBezTo>
                    <a:pt x="-607" y="173002"/>
                    <a:pt x="152" y="177478"/>
                    <a:pt x="2517" y="181149"/>
                  </a:cubicBezTo>
                  <a:cubicBezTo>
                    <a:pt x="6325" y="184753"/>
                    <a:pt x="12168" y="185136"/>
                    <a:pt x="16411" y="182050"/>
                  </a:cubicBezTo>
                  <a:cubicBezTo>
                    <a:pt x="20459" y="178776"/>
                    <a:pt x="23545" y="174474"/>
                    <a:pt x="25348" y="169586"/>
                  </a:cubicBezTo>
                  <a:close/>
                </a:path>
              </a:pathLst>
            </a:custGeom>
            <a:solidFill>
              <a:srgbClr val="E3DAC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50" name="Content Placeholder 4">
              <a:extLst>
                <a:ext uri="{FF2B5EF4-FFF2-40B4-BE49-F238E27FC236}">
                  <a16:creationId xmlns:a16="http://schemas.microsoft.com/office/drawing/2014/main" id="{1461F56C-727C-914C-AA30-D65A14CE88D3}"/>
                </a:ext>
              </a:extLst>
            </p:cNvPr>
            <p:cNvSpPr/>
            <p:nvPr/>
          </p:nvSpPr>
          <p:spPr>
            <a:xfrm>
              <a:off x="7045661" y="5138902"/>
              <a:ext cx="67226" cy="53626"/>
            </a:xfrm>
            <a:custGeom>
              <a:avLst/>
              <a:gdLst>
                <a:gd name="connsiteX0" fmla="*/ 20465 w 67226"/>
                <a:gd name="connsiteY0" fmla="*/ 22067 h 53626"/>
                <a:gd name="connsiteX1" fmla="*/ 56888 w 67226"/>
                <a:gd name="connsiteY1" fmla="*/ 443 h 53626"/>
                <a:gd name="connsiteX2" fmla="*/ 59291 w 67226"/>
                <a:gd name="connsiteY2" fmla="*/ 67 h 53626"/>
                <a:gd name="connsiteX3" fmla="*/ 60718 w 67226"/>
                <a:gd name="connsiteY3" fmla="*/ 1869 h 53626"/>
                <a:gd name="connsiteX4" fmla="*/ 66426 w 67226"/>
                <a:gd name="connsiteY4" fmla="*/ 19439 h 53626"/>
                <a:gd name="connsiteX5" fmla="*/ 64623 w 67226"/>
                <a:gd name="connsiteY5" fmla="*/ 31677 h 53626"/>
                <a:gd name="connsiteX6" fmla="*/ 58390 w 67226"/>
                <a:gd name="connsiteY6" fmla="*/ 34831 h 53626"/>
                <a:gd name="connsiteX7" fmla="*/ 28350 w 67226"/>
                <a:gd name="connsiteY7" fmla="*/ 51200 h 53626"/>
                <a:gd name="connsiteX8" fmla="*/ 2891 w 67226"/>
                <a:gd name="connsiteY8" fmla="*/ 53227 h 53626"/>
                <a:gd name="connsiteX9" fmla="*/ 638 w 67226"/>
                <a:gd name="connsiteY9" fmla="*/ 52476 h 53626"/>
                <a:gd name="connsiteX10" fmla="*/ 263 w 67226"/>
                <a:gd name="connsiteY10" fmla="*/ 50974 h 53626"/>
                <a:gd name="connsiteX11" fmla="*/ 1614 w 67226"/>
                <a:gd name="connsiteY11" fmla="*/ 38661 h 53626"/>
                <a:gd name="connsiteX12" fmla="*/ 5445 w 67226"/>
                <a:gd name="connsiteY12" fmla="*/ 33555 h 53626"/>
                <a:gd name="connsiteX13" fmla="*/ 20465 w 67226"/>
                <a:gd name="connsiteY13" fmla="*/ 22067 h 53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7226" h="53626">
                  <a:moveTo>
                    <a:pt x="20465" y="22067"/>
                  </a:moveTo>
                  <a:cubicBezTo>
                    <a:pt x="31835" y="13635"/>
                    <a:pt x="44038" y="6389"/>
                    <a:pt x="56888" y="443"/>
                  </a:cubicBezTo>
                  <a:cubicBezTo>
                    <a:pt x="57602" y="-8"/>
                    <a:pt x="58473" y="-143"/>
                    <a:pt x="59291" y="67"/>
                  </a:cubicBezTo>
                  <a:cubicBezTo>
                    <a:pt x="59990" y="450"/>
                    <a:pt x="60508" y="1096"/>
                    <a:pt x="60718" y="1869"/>
                  </a:cubicBezTo>
                  <a:cubicBezTo>
                    <a:pt x="63226" y="7516"/>
                    <a:pt x="65141" y="13402"/>
                    <a:pt x="66426" y="19439"/>
                  </a:cubicBezTo>
                  <a:cubicBezTo>
                    <a:pt x="67905" y="23561"/>
                    <a:pt x="67229" y="28156"/>
                    <a:pt x="64623" y="31677"/>
                  </a:cubicBezTo>
                  <a:cubicBezTo>
                    <a:pt x="62791" y="33149"/>
                    <a:pt x="60666" y="34223"/>
                    <a:pt x="58390" y="34831"/>
                  </a:cubicBezTo>
                  <a:cubicBezTo>
                    <a:pt x="47651" y="38886"/>
                    <a:pt x="39089" y="47595"/>
                    <a:pt x="28350" y="51200"/>
                  </a:cubicBezTo>
                  <a:cubicBezTo>
                    <a:pt x="20059" y="53415"/>
                    <a:pt x="11430" y="54105"/>
                    <a:pt x="2891" y="53227"/>
                  </a:cubicBezTo>
                  <a:cubicBezTo>
                    <a:pt x="2073" y="53264"/>
                    <a:pt x="1269" y="52994"/>
                    <a:pt x="638" y="52476"/>
                  </a:cubicBezTo>
                  <a:cubicBezTo>
                    <a:pt x="398" y="52010"/>
                    <a:pt x="270" y="51500"/>
                    <a:pt x="263" y="50974"/>
                  </a:cubicBezTo>
                  <a:cubicBezTo>
                    <a:pt x="-398" y="46822"/>
                    <a:pt x="67" y="42573"/>
                    <a:pt x="1614" y="38661"/>
                  </a:cubicBezTo>
                  <a:cubicBezTo>
                    <a:pt x="2621" y="36768"/>
                    <a:pt x="3913" y="35049"/>
                    <a:pt x="5445" y="33555"/>
                  </a:cubicBezTo>
                  <a:cubicBezTo>
                    <a:pt x="12053" y="26121"/>
                    <a:pt x="12129" y="28149"/>
                    <a:pt x="20465" y="22067"/>
                  </a:cubicBezTo>
                  <a:close/>
                </a:path>
              </a:pathLst>
            </a:custGeom>
            <a:solidFill>
              <a:srgbClr val="E3DACD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51" name="Content Placeholder 4">
              <a:extLst>
                <a:ext uri="{FF2B5EF4-FFF2-40B4-BE49-F238E27FC236}">
                  <a16:creationId xmlns:a16="http://schemas.microsoft.com/office/drawing/2014/main" id="{8445E2BB-0E9D-BC2D-455E-DC3BC826AC3B}"/>
                </a:ext>
              </a:extLst>
            </p:cNvPr>
            <p:cNvSpPr/>
            <p:nvPr/>
          </p:nvSpPr>
          <p:spPr>
            <a:xfrm>
              <a:off x="6765954" y="5148610"/>
              <a:ext cx="16480" cy="507712"/>
            </a:xfrm>
            <a:custGeom>
              <a:avLst/>
              <a:gdLst>
                <a:gd name="connsiteX0" fmla="*/ 8184 w 16480"/>
                <a:gd name="connsiteY0" fmla="*/ 5602 h 507712"/>
                <a:gd name="connsiteX1" fmla="*/ 298 w 16480"/>
                <a:gd name="connsiteY1" fmla="*/ 5602 h 507712"/>
                <a:gd name="connsiteX2" fmla="*/ 6381 w 16480"/>
                <a:gd name="connsiteY2" fmla="*/ 500559 h 507712"/>
                <a:gd name="connsiteX3" fmla="*/ 16445 w 16480"/>
                <a:gd name="connsiteY3" fmla="*/ 500559 h 507712"/>
                <a:gd name="connsiteX4" fmla="*/ 8184 w 16480"/>
                <a:gd name="connsiteY4" fmla="*/ 5602 h 50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80" h="507712">
                  <a:moveTo>
                    <a:pt x="8184" y="5602"/>
                  </a:moveTo>
                  <a:cubicBezTo>
                    <a:pt x="8184" y="-1907"/>
                    <a:pt x="674" y="-1907"/>
                    <a:pt x="298" y="5602"/>
                  </a:cubicBezTo>
                  <a:cubicBezTo>
                    <a:pt x="-678" y="170788"/>
                    <a:pt x="298" y="335974"/>
                    <a:pt x="6381" y="500559"/>
                  </a:cubicBezTo>
                  <a:cubicBezTo>
                    <a:pt x="6381" y="510019"/>
                    <a:pt x="16745" y="510095"/>
                    <a:pt x="16445" y="500559"/>
                  </a:cubicBezTo>
                  <a:cubicBezTo>
                    <a:pt x="11413" y="335598"/>
                    <a:pt x="7733" y="170788"/>
                    <a:pt x="8184" y="5602"/>
                  </a:cubicBezTo>
                  <a:close/>
                </a:path>
              </a:pathLst>
            </a:custGeom>
            <a:solidFill>
              <a:srgbClr val="E3E4E5">
                <a:alpha val="2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52" name="Content Placeholder 4">
              <a:extLst>
                <a:ext uri="{FF2B5EF4-FFF2-40B4-BE49-F238E27FC236}">
                  <a16:creationId xmlns:a16="http://schemas.microsoft.com/office/drawing/2014/main" id="{BCC9EEAE-FCAE-4932-3068-76E983267214}"/>
                </a:ext>
              </a:extLst>
            </p:cNvPr>
            <p:cNvSpPr/>
            <p:nvPr/>
          </p:nvSpPr>
          <p:spPr>
            <a:xfrm>
              <a:off x="6806658" y="5145907"/>
              <a:ext cx="16480" cy="507787"/>
            </a:xfrm>
            <a:custGeom>
              <a:avLst/>
              <a:gdLst>
                <a:gd name="connsiteX0" fmla="*/ 8184 w 16480"/>
                <a:gd name="connsiteY0" fmla="*/ 5602 h 507787"/>
                <a:gd name="connsiteX1" fmla="*/ 298 w 16480"/>
                <a:gd name="connsiteY1" fmla="*/ 5602 h 507787"/>
                <a:gd name="connsiteX2" fmla="*/ 6381 w 16480"/>
                <a:gd name="connsiteY2" fmla="*/ 500634 h 507787"/>
                <a:gd name="connsiteX3" fmla="*/ 16445 w 16480"/>
                <a:gd name="connsiteY3" fmla="*/ 500634 h 507787"/>
                <a:gd name="connsiteX4" fmla="*/ 8184 w 16480"/>
                <a:gd name="connsiteY4" fmla="*/ 5602 h 507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80" h="507787">
                  <a:moveTo>
                    <a:pt x="8184" y="5602"/>
                  </a:moveTo>
                  <a:cubicBezTo>
                    <a:pt x="8184" y="-1907"/>
                    <a:pt x="674" y="-1907"/>
                    <a:pt x="298" y="5602"/>
                  </a:cubicBezTo>
                  <a:cubicBezTo>
                    <a:pt x="-678" y="170788"/>
                    <a:pt x="298" y="335974"/>
                    <a:pt x="6381" y="500634"/>
                  </a:cubicBezTo>
                  <a:cubicBezTo>
                    <a:pt x="6381" y="510095"/>
                    <a:pt x="16745" y="510170"/>
                    <a:pt x="16445" y="500634"/>
                  </a:cubicBezTo>
                  <a:cubicBezTo>
                    <a:pt x="11639" y="335523"/>
                    <a:pt x="7658" y="170788"/>
                    <a:pt x="8184" y="5602"/>
                  </a:cubicBezTo>
                  <a:close/>
                </a:path>
              </a:pathLst>
            </a:custGeom>
            <a:solidFill>
              <a:srgbClr val="E3E4E5">
                <a:alpha val="2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53" name="Content Placeholder 4">
              <a:extLst>
                <a:ext uri="{FF2B5EF4-FFF2-40B4-BE49-F238E27FC236}">
                  <a16:creationId xmlns:a16="http://schemas.microsoft.com/office/drawing/2014/main" id="{78F9BC27-A005-5DA4-DA05-3841C6D56F78}"/>
                </a:ext>
              </a:extLst>
            </p:cNvPr>
            <p:cNvSpPr/>
            <p:nvPr/>
          </p:nvSpPr>
          <p:spPr>
            <a:xfrm>
              <a:off x="6839101" y="5145907"/>
              <a:ext cx="16480" cy="507787"/>
            </a:xfrm>
            <a:custGeom>
              <a:avLst/>
              <a:gdLst>
                <a:gd name="connsiteX0" fmla="*/ 8184 w 16480"/>
                <a:gd name="connsiteY0" fmla="*/ 5602 h 507787"/>
                <a:gd name="connsiteX1" fmla="*/ 298 w 16480"/>
                <a:gd name="connsiteY1" fmla="*/ 5602 h 507787"/>
                <a:gd name="connsiteX2" fmla="*/ 6381 w 16480"/>
                <a:gd name="connsiteY2" fmla="*/ 500634 h 507787"/>
                <a:gd name="connsiteX3" fmla="*/ 16445 w 16480"/>
                <a:gd name="connsiteY3" fmla="*/ 500634 h 507787"/>
                <a:gd name="connsiteX4" fmla="*/ 8184 w 16480"/>
                <a:gd name="connsiteY4" fmla="*/ 5602 h 507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80" h="507787">
                  <a:moveTo>
                    <a:pt x="8184" y="5602"/>
                  </a:moveTo>
                  <a:cubicBezTo>
                    <a:pt x="8184" y="-1907"/>
                    <a:pt x="674" y="-1907"/>
                    <a:pt x="298" y="5602"/>
                  </a:cubicBezTo>
                  <a:cubicBezTo>
                    <a:pt x="-678" y="170788"/>
                    <a:pt x="298" y="335974"/>
                    <a:pt x="6381" y="500634"/>
                  </a:cubicBezTo>
                  <a:cubicBezTo>
                    <a:pt x="6381" y="510095"/>
                    <a:pt x="16745" y="510170"/>
                    <a:pt x="16445" y="500634"/>
                  </a:cubicBezTo>
                  <a:cubicBezTo>
                    <a:pt x="11413" y="335523"/>
                    <a:pt x="7658" y="170788"/>
                    <a:pt x="8184" y="5602"/>
                  </a:cubicBezTo>
                  <a:close/>
                </a:path>
              </a:pathLst>
            </a:custGeom>
            <a:solidFill>
              <a:srgbClr val="E3E4E5">
                <a:alpha val="2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54" name="Content Placeholder 4">
              <a:extLst>
                <a:ext uri="{FF2B5EF4-FFF2-40B4-BE49-F238E27FC236}">
                  <a16:creationId xmlns:a16="http://schemas.microsoft.com/office/drawing/2014/main" id="{A1A56842-A88E-BF52-1376-211B07170C47}"/>
                </a:ext>
              </a:extLst>
            </p:cNvPr>
            <p:cNvSpPr/>
            <p:nvPr/>
          </p:nvSpPr>
          <p:spPr>
            <a:xfrm>
              <a:off x="6876095" y="5152364"/>
              <a:ext cx="16511" cy="507712"/>
            </a:xfrm>
            <a:custGeom>
              <a:avLst/>
              <a:gdLst>
                <a:gd name="connsiteX0" fmla="*/ 8215 w 16511"/>
                <a:gd name="connsiteY0" fmla="*/ 5602 h 507712"/>
                <a:gd name="connsiteX1" fmla="*/ 329 w 16511"/>
                <a:gd name="connsiteY1" fmla="*/ 5602 h 507712"/>
                <a:gd name="connsiteX2" fmla="*/ 6337 w 16511"/>
                <a:gd name="connsiteY2" fmla="*/ 500559 h 507712"/>
                <a:gd name="connsiteX3" fmla="*/ 16476 w 16511"/>
                <a:gd name="connsiteY3" fmla="*/ 500559 h 507712"/>
                <a:gd name="connsiteX4" fmla="*/ 8215 w 16511"/>
                <a:gd name="connsiteY4" fmla="*/ 5602 h 50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1" h="507712">
                  <a:moveTo>
                    <a:pt x="8215" y="5602"/>
                  </a:moveTo>
                  <a:cubicBezTo>
                    <a:pt x="8215" y="-1907"/>
                    <a:pt x="705" y="-1907"/>
                    <a:pt x="329" y="5602"/>
                  </a:cubicBezTo>
                  <a:cubicBezTo>
                    <a:pt x="-722" y="170788"/>
                    <a:pt x="329" y="335974"/>
                    <a:pt x="6337" y="500559"/>
                  </a:cubicBezTo>
                  <a:cubicBezTo>
                    <a:pt x="6337" y="510019"/>
                    <a:pt x="16776" y="510095"/>
                    <a:pt x="16476" y="500559"/>
                  </a:cubicBezTo>
                  <a:cubicBezTo>
                    <a:pt x="11369" y="335598"/>
                    <a:pt x="7689" y="170788"/>
                    <a:pt x="8215" y="5602"/>
                  </a:cubicBezTo>
                  <a:close/>
                </a:path>
              </a:pathLst>
            </a:custGeom>
            <a:solidFill>
              <a:srgbClr val="E3E4E5">
                <a:alpha val="26000"/>
              </a:srgbClr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55" name="Content Placeholder 4">
              <a:extLst>
                <a:ext uri="{FF2B5EF4-FFF2-40B4-BE49-F238E27FC236}">
                  <a16:creationId xmlns:a16="http://schemas.microsoft.com/office/drawing/2014/main" id="{D155F114-F1B9-4A18-9B1B-81110052B836}"/>
                </a:ext>
              </a:extLst>
            </p:cNvPr>
            <p:cNvSpPr/>
            <p:nvPr/>
          </p:nvSpPr>
          <p:spPr>
            <a:xfrm>
              <a:off x="6759212" y="5087286"/>
              <a:ext cx="94931" cy="101246"/>
            </a:xfrm>
            <a:custGeom>
              <a:avLst/>
              <a:gdLst>
                <a:gd name="connsiteX0" fmla="*/ 90025 w 94931"/>
                <a:gd name="connsiteY0" fmla="*/ 25 h 101246"/>
                <a:gd name="connsiteX1" fmla="*/ 79886 w 94931"/>
                <a:gd name="connsiteY1" fmla="*/ 3104 h 101246"/>
                <a:gd name="connsiteX2" fmla="*/ 74479 w 94931"/>
                <a:gd name="connsiteY2" fmla="*/ 14517 h 101246"/>
                <a:gd name="connsiteX3" fmla="*/ 70799 w 94931"/>
                <a:gd name="connsiteY3" fmla="*/ 11964 h 101246"/>
                <a:gd name="connsiteX4" fmla="*/ 68096 w 94931"/>
                <a:gd name="connsiteY4" fmla="*/ 15193 h 101246"/>
                <a:gd name="connsiteX5" fmla="*/ 69898 w 94931"/>
                <a:gd name="connsiteY5" fmla="*/ 20749 h 101246"/>
                <a:gd name="connsiteX6" fmla="*/ 67570 w 94931"/>
                <a:gd name="connsiteY6" fmla="*/ 24278 h 101246"/>
                <a:gd name="connsiteX7" fmla="*/ 14324 w 94931"/>
                <a:gd name="connsiteY7" fmla="*/ 67677 h 101246"/>
                <a:gd name="connsiteX8" fmla="*/ 4561 w 94931"/>
                <a:gd name="connsiteY8" fmla="*/ 82694 h 101246"/>
                <a:gd name="connsiteX9" fmla="*/ 1482 w 94931"/>
                <a:gd name="connsiteY9" fmla="*/ 97711 h 101246"/>
                <a:gd name="connsiteX10" fmla="*/ 15976 w 94931"/>
                <a:gd name="connsiteY10" fmla="*/ 99137 h 101246"/>
                <a:gd name="connsiteX11" fmla="*/ 93555 w 94931"/>
                <a:gd name="connsiteY11" fmla="*/ 9036 h 101246"/>
                <a:gd name="connsiteX12" fmla="*/ 90025 w 94931"/>
                <a:gd name="connsiteY12" fmla="*/ 25 h 101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931" h="101246">
                  <a:moveTo>
                    <a:pt x="90025" y="25"/>
                  </a:moveTo>
                  <a:cubicBezTo>
                    <a:pt x="86375" y="-298"/>
                    <a:pt x="82740" y="806"/>
                    <a:pt x="79886" y="3104"/>
                  </a:cubicBezTo>
                  <a:cubicBezTo>
                    <a:pt x="76988" y="6287"/>
                    <a:pt x="75103" y="10259"/>
                    <a:pt x="74479" y="14517"/>
                  </a:cubicBezTo>
                  <a:cubicBezTo>
                    <a:pt x="73969" y="12932"/>
                    <a:pt x="72459" y="11881"/>
                    <a:pt x="70799" y="11964"/>
                  </a:cubicBezTo>
                  <a:cubicBezTo>
                    <a:pt x="69207" y="12189"/>
                    <a:pt x="68043" y="13585"/>
                    <a:pt x="68096" y="15193"/>
                  </a:cubicBezTo>
                  <a:cubicBezTo>
                    <a:pt x="68096" y="17144"/>
                    <a:pt x="70048" y="18797"/>
                    <a:pt x="69898" y="20749"/>
                  </a:cubicBezTo>
                  <a:cubicBezTo>
                    <a:pt x="69643" y="22198"/>
                    <a:pt x="68802" y="23474"/>
                    <a:pt x="67570" y="24278"/>
                  </a:cubicBezTo>
                  <a:cubicBezTo>
                    <a:pt x="50147" y="39295"/>
                    <a:pt x="30996" y="51909"/>
                    <a:pt x="14324" y="67677"/>
                  </a:cubicBezTo>
                  <a:cubicBezTo>
                    <a:pt x="10366" y="72189"/>
                    <a:pt x="7077" y="77242"/>
                    <a:pt x="4561" y="82694"/>
                  </a:cubicBezTo>
                  <a:cubicBezTo>
                    <a:pt x="2008" y="86823"/>
                    <a:pt x="-2348" y="92229"/>
                    <a:pt x="1482" y="97711"/>
                  </a:cubicBezTo>
                  <a:cubicBezTo>
                    <a:pt x="5312" y="103192"/>
                    <a:pt x="11170" y="101089"/>
                    <a:pt x="15976" y="99137"/>
                  </a:cubicBezTo>
                  <a:cubicBezTo>
                    <a:pt x="53526" y="84120"/>
                    <a:pt x="74704" y="45527"/>
                    <a:pt x="93555" y="9036"/>
                  </a:cubicBezTo>
                  <a:cubicBezTo>
                    <a:pt x="96634" y="3104"/>
                    <a:pt x="94005" y="476"/>
                    <a:pt x="90025" y="25"/>
                  </a:cubicBezTo>
                  <a:close/>
                </a:path>
              </a:pathLst>
            </a:custGeom>
            <a:solidFill>
              <a:srgbClr val="E4D2BC"/>
            </a:solidFill>
            <a:ln w="750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2" name="Picture 1" descr="Text&#10;&#10;Description automatically generated with medium confidence">
            <a:extLst>
              <a:ext uri="{FF2B5EF4-FFF2-40B4-BE49-F238E27FC236}">
                <a16:creationId xmlns:a16="http://schemas.microsoft.com/office/drawing/2014/main" id="{42FBD351-39F9-E5B7-FEF8-07BE70A1EC7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575735" y="6419605"/>
            <a:ext cx="1066800" cy="374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9577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UPFRO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6">
            <a:extLst>
              <a:ext uri="{FF2B5EF4-FFF2-40B4-BE49-F238E27FC236}">
                <a16:creationId xmlns:a16="http://schemas.microsoft.com/office/drawing/2014/main" id="{111E7FCF-57F1-FD99-734E-893F904F2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281" y="546347"/>
            <a:ext cx="2444678" cy="593522"/>
          </a:xfrm>
        </p:spPr>
        <p:txBody>
          <a:bodyPr/>
          <a:lstStyle/>
          <a:p>
            <a:r>
              <a:rPr lang="en-US"/>
              <a:t>Icons</a:t>
            </a:r>
          </a:p>
        </p:txBody>
      </p:sp>
      <p:sp>
        <p:nvSpPr>
          <p:cNvPr id="6" name="Shape 2525">
            <a:extLst>
              <a:ext uri="{FF2B5EF4-FFF2-40B4-BE49-F238E27FC236}">
                <a16:creationId xmlns:a16="http://schemas.microsoft.com/office/drawing/2014/main" id="{E991FD8B-6597-3550-6E95-62B39EC93039}"/>
              </a:ext>
            </a:extLst>
          </p:cNvPr>
          <p:cNvSpPr/>
          <p:nvPr userDrawn="1"/>
        </p:nvSpPr>
        <p:spPr>
          <a:xfrm>
            <a:off x="777565" y="1291140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291" y="17673"/>
                </a:moveTo>
                <a:cubicBezTo>
                  <a:pt x="11562" y="17673"/>
                  <a:pt x="11782" y="17453"/>
                  <a:pt x="11782" y="17182"/>
                </a:cubicBezTo>
                <a:cubicBezTo>
                  <a:pt x="11782" y="16911"/>
                  <a:pt x="11562" y="16691"/>
                  <a:pt x="11291" y="16691"/>
                </a:cubicBezTo>
                <a:cubicBezTo>
                  <a:pt x="11020" y="16691"/>
                  <a:pt x="10800" y="16911"/>
                  <a:pt x="10800" y="17182"/>
                </a:cubicBezTo>
                <a:cubicBezTo>
                  <a:pt x="10800" y="17453"/>
                  <a:pt x="11020" y="17673"/>
                  <a:pt x="11291" y="17673"/>
                </a:cubicBezTo>
                <a:moveTo>
                  <a:pt x="17673" y="18655"/>
                </a:moveTo>
                <a:lnTo>
                  <a:pt x="13745" y="18655"/>
                </a:lnTo>
                <a:lnTo>
                  <a:pt x="13745" y="12273"/>
                </a:lnTo>
                <a:cubicBezTo>
                  <a:pt x="13745" y="12002"/>
                  <a:pt x="13525" y="11782"/>
                  <a:pt x="13255" y="11782"/>
                </a:cubicBezTo>
                <a:lnTo>
                  <a:pt x="8345" y="11782"/>
                </a:lnTo>
                <a:cubicBezTo>
                  <a:pt x="8075" y="11782"/>
                  <a:pt x="7855" y="12002"/>
                  <a:pt x="7855" y="12273"/>
                </a:cubicBezTo>
                <a:lnTo>
                  <a:pt x="7855" y="18655"/>
                </a:lnTo>
                <a:lnTo>
                  <a:pt x="3927" y="18655"/>
                </a:lnTo>
                <a:lnTo>
                  <a:pt x="3927" y="8058"/>
                </a:lnTo>
                <a:lnTo>
                  <a:pt x="10800" y="1185"/>
                </a:lnTo>
                <a:lnTo>
                  <a:pt x="17673" y="8058"/>
                </a:lnTo>
                <a:cubicBezTo>
                  <a:pt x="17673" y="8058"/>
                  <a:pt x="17673" y="18655"/>
                  <a:pt x="17673" y="18655"/>
                </a:cubicBezTo>
                <a:close/>
                <a:moveTo>
                  <a:pt x="17673" y="20618"/>
                </a:moveTo>
                <a:lnTo>
                  <a:pt x="13745" y="20618"/>
                </a:lnTo>
                <a:lnTo>
                  <a:pt x="13745" y="19636"/>
                </a:lnTo>
                <a:lnTo>
                  <a:pt x="17673" y="19636"/>
                </a:lnTo>
                <a:cubicBezTo>
                  <a:pt x="17673" y="19636"/>
                  <a:pt x="17673" y="20618"/>
                  <a:pt x="17673" y="20618"/>
                </a:cubicBezTo>
                <a:close/>
                <a:moveTo>
                  <a:pt x="12764" y="20618"/>
                </a:moveTo>
                <a:lnTo>
                  <a:pt x="8836" y="20618"/>
                </a:lnTo>
                <a:lnTo>
                  <a:pt x="8836" y="12764"/>
                </a:lnTo>
                <a:lnTo>
                  <a:pt x="12764" y="12764"/>
                </a:lnTo>
                <a:cubicBezTo>
                  <a:pt x="12764" y="12764"/>
                  <a:pt x="12764" y="20618"/>
                  <a:pt x="12764" y="20618"/>
                </a:cubicBezTo>
                <a:close/>
                <a:moveTo>
                  <a:pt x="7855" y="20618"/>
                </a:moveTo>
                <a:lnTo>
                  <a:pt x="3927" y="20618"/>
                </a:lnTo>
                <a:lnTo>
                  <a:pt x="3927" y="19636"/>
                </a:lnTo>
                <a:lnTo>
                  <a:pt x="7855" y="19636"/>
                </a:lnTo>
                <a:cubicBezTo>
                  <a:pt x="7855" y="19636"/>
                  <a:pt x="7855" y="20618"/>
                  <a:pt x="7855" y="20618"/>
                </a:cubicBezTo>
                <a:close/>
                <a:moveTo>
                  <a:pt x="14727" y="1964"/>
                </a:moveTo>
                <a:lnTo>
                  <a:pt x="16691" y="1964"/>
                </a:lnTo>
                <a:lnTo>
                  <a:pt x="16691" y="5688"/>
                </a:lnTo>
                <a:lnTo>
                  <a:pt x="14727" y="3724"/>
                </a:lnTo>
                <a:cubicBezTo>
                  <a:pt x="14727" y="3724"/>
                  <a:pt x="14727" y="1964"/>
                  <a:pt x="14727" y="1964"/>
                </a:cubicBezTo>
                <a:close/>
                <a:moveTo>
                  <a:pt x="21456" y="10453"/>
                </a:moveTo>
                <a:lnTo>
                  <a:pt x="17673" y="6670"/>
                </a:lnTo>
                <a:lnTo>
                  <a:pt x="17673" y="1473"/>
                </a:lnTo>
                <a:cubicBezTo>
                  <a:pt x="17673" y="1202"/>
                  <a:pt x="17453" y="982"/>
                  <a:pt x="17182" y="982"/>
                </a:cubicBezTo>
                <a:lnTo>
                  <a:pt x="14236" y="982"/>
                </a:lnTo>
                <a:cubicBezTo>
                  <a:pt x="13966" y="982"/>
                  <a:pt x="13745" y="1202"/>
                  <a:pt x="13745" y="1473"/>
                </a:cubicBezTo>
                <a:lnTo>
                  <a:pt x="13745" y="2742"/>
                </a:lnTo>
                <a:lnTo>
                  <a:pt x="11147" y="144"/>
                </a:lnTo>
                <a:cubicBezTo>
                  <a:pt x="11058" y="55"/>
                  <a:pt x="10935" y="0"/>
                  <a:pt x="10800" y="0"/>
                </a:cubicBezTo>
                <a:cubicBezTo>
                  <a:pt x="10665" y="0"/>
                  <a:pt x="10542" y="55"/>
                  <a:pt x="10453" y="144"/>
                </a:cubicBezTo>
                <a:lnTo>
                  <a:pt x="144" y="10453"/>
                </a:lnTo>
                <a:cubicBezTo>
                  <a:pt x="55" y="10542"/>
                  <a:pt x="0" y="10665"/>
                  <a:pt x="0" y="10800"/>
                </a:cubicBezTo>
                <a:cubicBezTo>
                  <a:pt x="0" y="11072"/>
                  <a:pt x="220" y="11291"/>
                  <a:pt x="491" y="11291"/>
                </a:cubicBezTo>
                <a:cubicBezTo>
                  <a:pt x="626" y="11291"/>
                  <a:pt x="749" y="11236"/>
                  <a:pt x="838" y="11147"/>
                </a:cubicBezTo>
                <a:lnTo>
                  <a:pt x="2945" y="9040"/>
                </a:lnTo>
                <a:lnTo>
                  <a:pt x="2945" y="21109"/>
                </a:lnTo>
                <a:cubicBezTo>
                  <a:pt x="2945" y="21381"/>
                  <a:pt x="3166" y="21600"/>
                  <a:pt x="3436" y="21600"/>
                </a:cubicBezTo>
                <a:lnTo>
                  <a:pt x="18164" y="21600"/>
                </a:lnTo>
                <a:cubicBezTo>
                  <a:pt x="18434" y="21600"/>
                  <a:pt x="18655" y="21381"/>
                  <a:pt x="18655" y="21109"/>
                </a:cubicBezTo>
                <a:lnTo>
                  <a:pt x="18655" y="9040"/>
                </a:lnTo>
                <a:lnTo>
                  <a:pt x="20762" y="11147"/>
                </a:lnTo>
                <a:cubicBezTo>
                  <a:pt x="20851" y="11236"/>
                  <a:pt x="20974" y="11291"/>
                  <a:pt x="21109" y="11291"/>
                </a:cubicBezTo>
                <a:cubicBezTo>
                  <a:pt x="21380" y="11291"/>
                  <a:pt x="21600" y="11072"/>
                  <a:pt x="21600" y="10800"/>
                </a:cubicBezTo>
                <a:cubicBezTo>
                  <a:pt x="21600" y="10665"/>
                  <a:pt x="21545" y="10542"/>
                  <a:pt x="21456" y="10453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8" name="Shape 2526">
            <a:extLst>
              <a:ext uri="{FF2B5EF4-FFF2-40B4-BE49-F238E27FC236}">
                <a16:creationId xmlns:a16="http://schemas.microsoft.com/office/drawing/2014/main" id="{5E116F15-8F2E-2F53-B6D9-8A3A9256E38C}"/>
              </a:ext>
            </a:extLst>
          </p:cNvPr>
          <p:cNvSpPr/>
          <p:nvPr userDrawn="1"/>
        </p:nvSpPr>
        <p:spPr>
          <a:xfrm>
            <a:off x="1312363" y="1291140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618"/>
                </a:moveTo>
                <a:cubicBezTo>
                  <a:pt x="5377" y="20618"/>
                  <a:pt x="982" y="16223"/>
                  <a:pt x="982" y="10800"/>
                </a:cubicBezTo>
                <a:cubicBezTo>
                  <a:pt x="982" y="5377"/>
                  <a:pt x="5377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5"/>
                  <a:pt x="4836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moveTo>
                  <a:pt x="14236" y="16752"/>
                </a:moveTo>
                <a:cubicBezTo>
                  <a:pt x="14001" y="16887"/>
                  <a:pt x="13921" y="17188"/>
                  <a:pt x="14057" y="17422"/>
                </a:cubicBezTo>
                <a:cubicBezTo>
                  <a:pt x="14192" y="17658"/>
                  <a:pt x="14493" y="17738"/>
                  <a:pt x="14727" y="17602"/>
                </a:cubicBezTo>
                <a:cubicBezTo>
                  <a:pt x="14962" y="17467"/>
                  <a:pt x="15042" y="17167"/>
                  <a:pt x="14907" y="16932"/>
                </a:cubicBezTo>
                <a:cubicBezTo>
                  <a:pt x="14771" y="16697"/>
                  <a:pt x="14472" y="16617"/>
                  <a:pt x="14236" y="16752"/>
                </a:cubicBezTo>
                <a:moveTo>
                  <a:pt x="10800" y="11782"/>
                </a:moveTo>
                <a:cubicBezTo>
                  <a:pt x="10258" y="11782"/>
                  <a:pt x="9818" y="11342"/>
                  <a:pt x="9818" y="10800"/>
                </a:cubicBezTo>
                <a:cubicBezTo>
                  <a:pt x="9818" y="10258"/>
                  <a:pt x="10258" y="9818"/>
                  <a:pt x="10800" y="9818"/>
                </a:cubicBezTo>
                <a:cubicBezTo>
                  <a:pt x="11342" y="9818"/>
                  <a:pt x="11782" y="10258"/>
                  <a:pt x="11782" y="10800"/>
                </a:cubicBezTo>
                <a:cubicBezTo>
                  <a:pt x="11782" y="11342"/>
                  <a:pt x="11342" y="11782"/>
                  <a:pt x="10800" y="11782"/>
                </a:cubicBezTo>
                <a:moveTo>
                  <a:pt x="15218" y="10309"/>
                </a:moveTo>
                <a:lnTo>
                  <a:pt x="12694" y="10309"/>
                </a:lnTo>
                <a:cubicBezTo>
                  <a:pt x="12515" y="9624"/>
                  <a:pt x="11978" y="9084"/>
                  <a:pt x="11291" y="8906"/>
                </a:cubicBezTo>
                <a:lnTo>
                  <a:pt x="11291" y="3436"/>
                </a:lnTo>
                <a:cubicBezTo>
                  <a:pt x="11291" y="3166"/>
                  <a:pt x="11071" y="2945"/>
                  <a:pt x="10800" y="2945"/>
                </a:cubicBezTo>
                <a:cubicBezTo>
                  <a:pt x="10529" y="2945"/>
                  <a:pt x="10309" y="3166"/>
                  <a:pt x="10309" y="3436"/>
                </a:cubicBezTo>
                <a:lnTo>
                  <a:pt x="10309" y="8906"/>
                </a:lnTo>
                <a:cubicBezTo>
                  <a:pt x="9464" y="9125"/>
                  <a:pt x="8836" y="9886"/>
                  <a:pt x="8836" y="10800"/>
                </a:cubicBezTo>
                <a:cubicBezTo>
                  <a:pt x="8836" y="11885"/>
                  <a:pt x="9716" y="12764"/>
                  <a:pt x="10800" y="12764"/>
                </a:cubicBezTo>
                <a:cubicBezTo>
                  <a:pt x="11714" y="12764"/>
                  <a:pt x="12476" y="12137"/>
                  <a:pt x="12694" y="11291"/>
                </a:cubicBezTo>
                <a:lnTo>
                  <a:pt x="15218" y="11291"/>
                </a:lnTo>
                <a:cubicBezTo>
                  <a:pt x="15489" y="11291"/>
                  <a:pt x="15709" y="11072"/>
                  <a:pt x="15709" y="10800"/>
                </a:cubicBezTo>
                <a:cubicBezTo>
                  <a:pt x="15709" y="10529"/>
                  <a:pt x="15489" y="10309"/>
                  <a:pt x="15218" y="10309"/>
                </a:cubicBezTo>
                <a:moveTo>
                  <a:pt x="16932" y="6693"/>
                </a:moveTo>
                <a:cubicBezTo>
                  <a:pt x="16697" y="6829"/>
                  <a:pt x="16616" y="7129"/>
                  <a:pt x="16752" y="7364"/>
                </a:cubicBezTo>
                <a:cubicBezTo>
                  <a:pt x="16887" y="7599"/>
                  <a:pt x="17188" y="7679"/>
                  <a:pt x="17422" y="7543"/>
                </a:cubicBezTo>
                <a:cubicBezTo>
                  <a:pt x="17657" y="7408"/>
                  <a:pt x="17737" y="7108"/>
                  <a:pt x="17602" y="6873"/>
                </a:cubicBezTo>
                <a:cubicBezTo>
                  <a:pt x="17467" y="6638"/>
                  <a:pt x="17166" y="6557"/>
                  <a:pt x="16932" y="6693"/>
                </a:cubicBezTo>
                <a:moveTo>
                  <a:pt x="10800" y="17673"/>
                </a:moveTo>
                <a:cubicBezTo>
                  <a:pt x="10529" y="17673"/>
                  <a:pt x="10309" y="17893"/>
                  <a:pt x="10309" y="18164"/>
                </a:cubicBezTo>
                <a:cubicBezTo>
                  <a:pt x="10309" y="18435"/>
                  <a:pt x="10529" y="18655"/>
                  <a:pt x="10800" y="18655"/>
                </a:cubicBezTo>
                <a:cubicBezTo>
                  <a:pt x="11071" y="18655"/>
                  <a:pt x="11291" y="18435"/>
                  <a:pt x="11291" y="18164"/>
                </a:cubicBezTo>
                <a:cubicBezTo>
                  <a:pt x="11291" y="17893"/>
                  <a:pt x="11071" y="17673"/>
                  <a:pt x="10800" y="17673"/>
                </a:cubicBezTo>
                <a:moveTo>
                  <a:pt x="17422" y="14057"/>
                </a:moveTo>
                <a:cubicBezTo>
                  <a:pt x="17188" y="13921"/>
                  <a:pt x="16887" y="14001"/>
                  <a:pt x="16752" y="14236"/>
                </a:cubicBezTo>
                <a:cubicBezTo>
                  <a:pt x="16616" y="14472"/>
                  <a:pt x="16697" y="14772"/>
                  <a:pt x="16932" y="14907"/>
                </a:cubicBezTo>
                <a:cubicBezTo>
                  <a:pt x="17166" y="15043"/>
                  <a:pt x="17467" y="14962"/>
                  <a:pt x="17602" y="14727"/>
                </a:cubicBezTo>
                <a:cubicBezTo>
                  <a:pt x="17737" y="14492"/>
                  <a:pt x="17657" y="14192"/>
                  <a:pt x="17422" y="14057"/>
                </a:cubicBezTo>
                <a:moveTo>
                  <a:pt x="4668" y="6693"/>
                </a:moveTo>
                <a:cubicBezTo>
                  <a:pt x="4433" y="6557"/>
                  <a:pt x="4133" y="6638"/>
                  <a:pt x="3998" y="6873"/>
                </a:cubicBezTo>
                <a:cubicBezTo>
                  <a:pt x="3863" y="7108"/>
                  <a:pt x="3942" y="7408"/>
                  <a:pt x="4178" y="7543"/>
                </a:cubicBezTo>
                <a:cubicBezTo>
                  <a:pt x="4412" y="7679"/>
                  <a:pt x="4713" y="7599"/>
                  <a:pt x="4848" y="7364"/>
                </a:cubicBezTo>
                <a:cubicBezTo>
                  <a:pt x="4984" y="7129"/>
                  <a:pt x="4903" y="6829"/>
                  <a:pt x="4668" y="6693"/>
                </a:cubicBezTo>
                <a:moveTo>
                  <a:pt x="14236" y="4848"/>
                </a:moveTo>
                <a:cubicBezTo>
                  <a:pt x="14472" y="4984"/>
                  <a:pt x="14771" y="4903"/>
                  <a:pt x="14907" y="4669"/>
                </a:cubicBezTo>
                <a:cubicBezTo>
                  <a:pt x="15042" y="4434"/>
                  <a:pt x="14962" y="4134"/>
                  <a:pt x="14727" y="3998"/>
                </a:cubicBezTo>
                <a:cubicBezTo>
                  <a:pt x="14493" y="3863"/>
                  <a:pt x="14192" y="3943"/>
                  <a:pt x="14057" y="4178"/>
                </a:cubicBezTo>
                <a:cubicBezTo>
                  <a:pt x="13921" y="4412"/>
                  <a:pt x="14001" y="4713"/>
                  <a:pt x="14236" y="4848"/>
                </a:cubicBezTo>
                <a:moveTo>
                  <a:pt x="3436" y="10309"/>
                </a:moveTo>
                <a:cubicBezTo>
                  <a:pt x="3166" y="10309"/>
                  <a:pt x="2945" y="10529"/>
                  <a:pt x="2945" y="10800"/>
                </a:cubicBezTo>
                <a:cubicBezTo>
                  <a:pt x="2945" y="11072"/>
                  <a:pt x="3166" y="11291"/>
                  <a:pt x="3436" y="11291"/>
                </a:cubicBezTo>
                <a:cubicBezTo>
                  <a:pt x="3707" y="11291"/>
                  <a:pt x="3927" y="11072"/>
                  <a:pt x="3927" y="10800"/>
                </a:cubicBezTo>
                <a:cubicBezTo>
                  <a:pt x="3927" y="10529"/>
                  <a:pt x="3707" y="10309"/>
                  <a:pt x="3436" y="10309"/>
                </a:cubicBezTo>
                <a:moveTo>
                  <a:pt x="6873" y="3998"/>
                </a:moveTo>
                <a:cubicBezTo>
                  <a:pt x="6638" y="4134"/>
                  <a:pt x="6558" y="4434"/>
                  <a:pt x="6693" y="4669"/>
                </a:cubicBezTo>
                <a:cubicBezTo>
                  <a:pt x="6829" y="4903"/>
                  <a:pt x="7129" y="4984"/>
                  <a:pt x="7364" y="4848"/>
                </a:cubicBezTo>
                <a:cubicBezTo>
                  <a:pt x="7599" y="4713"/>
                  <a:pt x="7679" y="4412"/>
                  <a:pt x="7543" y="4178"/>
                </a:cubicBezTo>
                <a:cubicBezTo>
                  <a:pt x="7408" y="3943"/>
                  <a:pt x="7108" y="3863"/>
                  <a:pt x="6873" y="3998"/>
                </a:cubicBezTo>
                <a:moveTo>
                  <a:pt x="4178" y="14057"/>
                </a:moveTo>
                <a:cubicBezTo>
                  <a:pt x="3942" y="14192"/>
                  <a:pt x="3863" y="14492"/>
                  <a:pt x="3998" y="14727"/>
                </a:cubicBezTo>
                <a:cubicBezTo>
                  <a:pt x="4133" y="14962"/>
                  <a:pt x="4433" y="15043"/>
                  <a:pt x="4668" y="14907"/>
                </a:cubicBezTo>
                <a:cubicBezTo>
                  <a:pt x="4903" y="14772"/>
                  <a:pt x="4984" y="14472"/>
                  <a:pt x="4848" y="14236"/>
                </a:cubicBezTo>
                <a:cubicBezTo>
                  <a:pt x="4713" y="14001"/>
                  <a:pt x="4412" y="13921"/>
                  <a:pt x="4178" y="14057"/>
                </a:cubicBezTo>
                <a:moveTo>
                  <a:pt x="7364" y="16752"/>
                </a:moveTo>
                <a:cubicBezTo>
                  <a:pt x="7129" y="16617"/>
                  <a:pt x="6829" y="16697"/>
                  <a:pt x="6693" y="16932"/>
                </a:cubicBezTo>
                <a:cubicBezTo>
                  <a:pt x="6558" y="17167"/>
                  <a:pt x="6638" y="17467"/>
                  <a:pt x="6873" y="17602"/>
                </a:cubicBezTo>
                <a:cubicBezTo>
                  <a:pt x="7108" y="17738"/>
                  <a:pt x="7408" y="17658"/>
                  <a:pt x="7543" y="17422"/>
                </a:cubicBezTo>
                <a:cubicBezTo>
                  <a:pt x="7679" y="17188"/>
                  <a:pt x="7599" y="16887"/>
                  <a:pt x="7364" y="16752"/>
                </a:cubicBezTo>
                <a:moveTo>
                  <a:pt x="18164" y="10309"/>
                </a:moveTo>
                <a:cubicBezTo>
                  <a:pt x="17893" y="10309"/>
                  <a:pt x="17673" y="10529"/>
                  <a:pt x="17673" y="10800"/>
                </a:cubicBezTo>
                <a:cubicBezTo>
                  <a:pt x="17673" y="11072"/>
                  <a:pt x="17893" y="11291"/>
                  <a:pt x="18164" y="11291"/>
                </a:cubicBezTo>
                <a:cubicBezTo>
                  <a:pt x="18434" y="11291"/>
                  <a:pt x="18655" y="11072"/>
                  <a:pt x="18655" y="10800"/>
                </a:cubicBezTo>
                <a:cubicBezTo>
                  <a:pt x="18655" y="10529"/>
                  <a:pt x="18434" y="10309"/>
                  <a:pt x="18164" y="10309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3" name="Shape 2527">
            <a:extLst>
              <a:ext uri="{FF2B5EF4-FFF2-40B4-BE49-F238E27FC236}">
                <a16:creationId xmlns:a16="http://schemas.microsoft.com/office/drawing/2014/main" id="{C3C99280-D574-4970-B7A1-EA2DB0DBD602}"/>
              </a:ext>
            </a:extLst>
          </p:cNvPr>
          <p:cNvSpPr/>
          <p:nvPr userDrawn="1"/>
        </p:nvSpPr>
        <p:spPr>
          <a:xfrm>
            <a:off x="1847162" y="1291140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11782"/>
                </a:moveTo>
                <a:cubicBezTo>
                  <a:pt x="10258" y="11782"/>
                  <a:pt x="9818" y="11342"/>
                  <a:pt x="9818" y="10800"/>
                </a:cubicBezTo>
                <a:cubicBezTo>
                  <a:pt x="9818" y="10258"/>
                  <a:pt x="10258" y="9818"/>
                  <a:pt x="10800" y="9818"/>
                </a:cubicBezTo>
                <a:cubicBezTo>
                  <a:pt x="11342" y="9818"/>
                  <a:pt x="11782" y="10258"/>
                  <a:pt x="11782" y="10800"/>
                </a:cubicBezTo>
                <a:cubicBezTo>
                  <a:pt x="11782" y="11342"/>
                  <a:pt x="11342" y="11782"/>
                  <a:pt x="10800" y="11782"/>
                </a:cubicBezTo>
                <a:moveTo>
                  <a:pt x="14236" y="10309"/>
                </a:moveTo>
                <a:lnTo>
                  <a:pt x="12694" y="10309"/>
                </a:lnTo>
                <a:cubicBezTo>
                  <a:pt x="12516" y="9622"/>
                  <a:pt x="11979" y="9084"/>
                  <a:pt x="11291" y="8906"/>
                </a:cubicBezTo>
                <a:lnTo>
                  <a:pt x="11291" y="5400"/>
                </a:lnTo>
                <a:cubicBezTo>
                  <a:pt x="11291" y="5129"/>
                  <a:pt x="11071" y="4909"/>
                  <a:pt x="10800" y="4909"/>
                </a:cubicBezTo>
                <a:cubicBezTo>
                  <a:pt x="10529" y="4909"/>
                  <a:pt x="10309" y="5129"/>
                  <a:pt x="10309" y="5400"/>
                </a:cubicBezTo>
                <a:lnTo>
                  <a:pt x="10309" y="8906"/>
                </a:lnTo>
                <a:cubicBezTo>
                  <a:pt x="9464" y="9125"/>
                  <a:pt x="8836" y="9886"/>
                  <a:pt x="8836" y="10800"/>
                </a:cubicBezTo>
                <a:cubicBezTo>
                  <a:pt x="8836" y="11885"/>
                  <a:pt x="9716" y="12764"/>
                  <a:pt x="10800" y="12764"/>
                </a:cubicBezTo>
                <a:cubicBezTo>
                  <a:pt x="11714" y="12764"/>
                  <a:pt x="12476" y="12137"/>
                  <a:pt x="12694" y="11291"/>
                </a:cubicBezTo>
                <a:lnTo>
                  <a:pt x="14236" y="11291"/>
                </a:lnTo>
                <a:cubicBezTo>
                  <a:pt x="14507" y="11291"/>
                  <a:pt x="14727" y="11072"/>
                  <a:pt x="14727" y="10800"/>
                </a:cubicBezTo>
                <a:cubicBezTo>
                  <a:pt x="14727" y="10529"/>
                  <a:pt x="14507" y="10309"/>
                  <a:pt x="14236" y="10309"/>
                </a:cubicBezTo>
                <a:moveTo>
                  <a:pt x="10800" y="20618"/>
                </a:moveTo>
                <a:cubicBezTo>
                  <a:pt x="5377" y="20618"/>
                  <a:pt x="982" y="16223"/>
                  <a:pt x="982" y="10800"/>
                </a:cubicBezTo>
                <a:cubicBezTo>
                  <a:pt x="982" y="5377"/>
                  <a:pt x="5377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5"/>
                  <a:pt x="4836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moveTo>
                  <a:pt x="10800" y="18655"/>
                </a:moveTo>
                <a:cubicBezTo>
                  <a:pt x="6462" y="18655"/>
                  <a:pt x="2945" y="15138"/>
                  <a:pt x="2945" y="10800"/>
                </a:cubicBezTo>
                <a:cubicBezTo>
                  <a:pt x="2945" y="6462"/>
                  <a:pt x="6462" y="2945"/>
                  <a:pt x="10800" y="2945"/>
                </a:cubicBezTo>
                <a:cubicBezTo>
                  <a:pt x="15138" y="2945"/>
                  <a:pt x="18655" y="6462"/>
                  <a:pt x="18655" y="10800"/>
                </a:cubicBezTo>
                <a:cubicBezTo>
                  <a:pt x="18655" y="15138"/>
                  <a:pt x="15138" y="18655"/>
                  <a:pt x="10800" y="18655"/>
                </a:cubicBezTo>
                <a:moveTo>
                  <a:pt x="10800" y="1964"/>
                </a:moveTo>
                <a:cubicBezTo>
                  <a:pt x="5920" y="1964"/>
                  <a:pt x="1964" y="5920"/>
                  <a:pt x="1964" y="10800"/>
                </a:cubicBezTo>
                <a:cubicBezTo>
                  <a:pt x="1964" y="15680"/>
                  <a:pt x="5920" y="19636"/>
                  <a:pt x="10800" y="19636"/>
                </a:cubicBezTo>
                <a:cubicBezTo>
                  <a:pt x="15680" y="19636"/>
                  <a:pt x="19636" y="15680"/>
                  <a:pt x="19636" y="10800"/>
                </a:cubicBezTo>
                <a:cubicBezTo>
                  <a:pt x="19636" y="5920"/>
                  <a:pt x="15680" y="1964"/>
                  <a:pt x="10800" y="1964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4" name="Shape 2528">
            <a:extLst>
              <a:ext uri="{FF2B5EF4-FFF2-40B4-BE49-F238E27FC236}">
                <a16:creationId xmlns:a16="http://schemas.microsoft.com/office/drawing/2014/main" id="{4400445B-CADB-B153-C4DC-39D249D02A47}"/>
              </a:ext>
            </a:extLst>
          </p:cNvPr>
          <p:cNvSpPr/>
          <p:nvPr userDrawn="1"/>
        </p:nvSpPr>
        <p:spPr>
          <a:xfrm>
            <a:off x="2420160" y="1291140"/>
            <a:ext cx="2037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50" y="19636"/>
                </a:moveTo>
                <a:cubicBezTo>
                  <a:pt x="20250" y="20178"/>
                  <a:pt x="19645" y="20618"/>
                  <a:pt x="18900" y="20618"/>
                </a:cubicBezTo>
                <a:lnTo>
                  <a:pt x="2700" y="20618"/>
                </a:lnTo>
                <a:cubicBezTo>
                  <a:pt x="1955" y="20618"/>
                  <a:pt x="1350" y="20178"/>
                  <a:pt x="1350" y="19636"/>
                </a:cubicBezTo>
                <a:lnTo>
                  <a:pt x="1350" y="10800"/>
                </a:lnTo>
                <a:cubicBezTo>
                  <a:pt x="1350" y="10258"/>
                  <a:pt x="1955" y="9818"/>
                  <a:pt x="2700" y="9818"/>
                </a:cubicBezTo>
                <a:lnTo>
                  <a:pt x="18900" y="9818"/>
                </a:lnTo>
                <a:cubicBezTo>
                  <a:pt x="19645" y="9818"/>
                  <a:pt x="20250" y="10258"/>
                  <a:pt x="20250" y="10800"/>
                </a:cubicBezTo>
                <a:cubicBezTo>
                  <a:pt x="20250" y="10800"/>
                  <a:pt x="20250" y="19636"/>
                  <a:pt x="20250" y="19636"/>
                </a:cubicBezTo>
                <a:close/>
                <a:moveTo>
                  <a:pt x="4050" y="5891"/>
                </a:moveTo>
                <a:cubicBezTo>
                  <a:pt x="4050" y="3180"/>
                  <a:pt x="7072" y="982"/>
                  <a:pt x="10800" y="982"/>
                </a:cubicBezTo>
                <a:cubicBezTo>
                  <a:pt x="14528" y="982"/>
                  <a:pt x="17550" y="3180"/>
                  <a:pt x="17550" y="5891"/>
                </a:cubicBezTo>
                <a:lnTo>
                  <a:pt x="17550" y="8836"/>
                </a:lnTo>
                <a:lnTo>
                  <a:pt x="4050" y="8836"/>
                </a:lnTo>
                <a:cubicBezTo>
                  <a:pt x="4050" y="8836"/>
                  <a:pt x="4050" y="5891"/>
                  <a:pt x="4050" y="5891"/>
                </a:cubicBezTo>
                <a:close/>
                <a:moveTo>
                  <a:pt x="18900" y="8836"/>
                </a:moveTo>
                <a:lnTo>
                  <a:pt x="18900" y="5891"/>
                </a:lnTo>
                <a:cubicBezTo>
                  <a:pt x="18900" y="2638"/>
                  <a:pt x="15273" y="0"/>
                  <a:pt x="10800" y="0"/>
                </a:cubicBezTo>
                <a:cubicBezTo>
                  <a:pt x="6327" y="0"/>
                  <a:pt x="2700" y="2638"/>
                  <a:pt x="2700" y="5891"/>
                </a:cubicBezTo>
                <a:lnTo>
                  <a:pt x="2700" y="8836"/>
                </a:lnTo>
                <a:cubicBezTo>
                  <a:pt x="1209" y="8836"/>
                  <a:pt x="0" y="9716"/>
                  <a:pt x="0" y="10800"/>
                </a:cubicBezTo>
                <a:lnTo>
                  <a:pt x="0" y="19636"/>
                </a:lnTo>
                <a:cubicBezTo>
                  <a:pt x="0" y="20721"/>
                  <a:pt x="1209" y="21600"/>
                  <a:pt x="2700" y="21600"/>
                </a:cubicBezTo>
                <a:lnTo>
                  <a:pt x="18900" y="21600"/>
                </a:lnTo>
                <a:cubicBezTo>
                  <a:pt x="20391" y="21600"/>
                  <a:pt x="21600" y="20721"/>
                  <a:pt x="21600" y="19636"/>
                </a:cubicBezTo>
                <a:lnTo>
                  <a:pt x="21600" y="10800"/>
                </a:lnTo>
                <a:cubicBezTo>
                  <a:pt x="21600" y="9716"/>
                  <a:pt x="20391" y="8836"/>
                  <a:pt x="18900" y="8836"/>
                </a:cubicBezTo>
                <a:moveTo>
                  <a:pt x="11475" y="15573"/>
                </a:moveTo>
                <a:lnTo>
                  <a:pt x="11475" y="16200"/>
                </a:lnTo>
                <a:cubicBezTo>
                  <a:pt x="11475" y="16472"/>
                  <a:pt x="11172" y="16691"/>
                  <a:pt x="10800" y="16691"/>
                </a:cubicBezTo>
                <a:cubicBezTo>
                  <a:pt x="10428" y="16691"/>
                  <a:pt x="10125" y="16472"/>
                  <a:pt x="10125" y="16200"/>
                </a:cubicBezTo>
                <a:lnTo>
                  <a:pt x="10125" y="15573"/>
                </a:lnTo>
                <a:cubicBezTo>
                  <a:pt x="9723" y="15403"/>
                  <a:pt x="9450" y="15090"/>
                  <a:pt x="9450" y="14727"/>
                </a:cubicBezTo>
                <a:cubicBezTo>
                  <a:pt x="9450" y="14186"/>
                  <a:pt x="10055" y="13745"/>
                  <a:pt x="10800" y="13745"/>
                </a:cubicBezTo>
                <a:cubicBezTo>
                  <a:pt x="11545" y="13745"/>
                  <a:pt x="12150" y="14186"/>
                  <a:pt x="12150" y="14727"/>
                </a:cubicBezTo>
                <a:cubicBezTo>
                  <a:pt x="12150" y="15090"/>
                  <a:pt x="11876" y="15403"/>
                  <a:pt x="11475" y="15573"/>
                </a:cubicBezTo>
                <a:moveTo>
                  <a:pt x="10800" y="12764"/>
                </a:moveTo>
                <a:cubicBezTo>
                  <a:pt x="9309" y="12764"/>
                  <a:pt x="8100" y="13643"/>
                  <a:pt x="8100" y="14727"/>
                </a:cubicBezTo>
                <a:cubicBezTo>
                  <a:pt x="8100" y="15232"/>
                  <a:pt x="8369" y="15687"/>
                  <a:pt x="8798" y="16034"/>
                </a:cubicBezTo>
                <a:cubicBezTo>
                  <a:pt x="8789" y="16089"/>
                  <a:pt x="8775" y="16144"/>
                  <a:pt x="8775" y="16200"/>
                </a:cubicBezTo>
                <a:cubicBezTo>
                  <a:pt x="8775" y="17014"/>
                  <a:pt x="9681" y="17673"/>
                  <a:pt x="10800" y="17673"/>
                </a:cubicBezTo>
                <a:cubicBezTo>
                  <a:pt x="11919" y="17673"/>
                  <a:pt x="12825" y="17014"/>
                  <a:pt x="12825" y="16200"/>
                </a:cubicBezTo>
                <a:cubicBezTo>
                  <a:pt x="12825" y="16144"/>
                  <a:pt x="12810" y="16089"/>
                  <a:pt x="12802" y="16034"/>
                </a:cubicBezTo>
                <a:cubicBezTo>
                  <a:pt x="13231" y="15686"/>
                  <a:pt x="13500" y="15232"/>
                  <a:pt x="13500" y="14727"/>
                </a:cubicBezTo>
                <a:cubicBezTo>
                  <a:pt x="13500" y="13643"/>
                  <a:pt x="12291" y="12764"/>
                  <a:pt x="10800" y="12764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7" name="Shape 2529">
            <a:extLst>
              <a:ext uri="{FF2B5EF4-FFF2-40B4-BE49-F238E27FC236}">
                <a16:creationId xmlns:a16="http://schemas.microsoft.com/office/drawing/2014/main" id="{DCE05ABD-F170-A813-7EC1-1EB01E11B9E0}"/>
              </a:ext>
            </a:extLst>
          </p:cNvPr>
          <p:cNvSpPr/>
          <p:nvPr userDrawn="1"/>
        </p:nvSpPr>
        <p:spPr>
          <a:xfrm>
            <a:off x="2954958" y="1291140"/>
            <a:ext cx="2037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475" y="15573"/>
                </a:moveTo>
                <a:lnTo>
                  <a:pt x="11475" y="16200"/>
                </a:lnTo>
                <a:cubicBezTo>
                  <a:pt x="11475" y="16471"/>
                  <a:pt x="11172" y="16691"/>
                  <a:pt x="10800" y="16691"/>
                </a:cubicBezTo>
                <a:cubicBezTo>
                  <a:pt x="10428" y="16691"/>
                  <a:pt x="10125" y="16471"/>
                  <a:pt x="10125" y="16200"/>
                </a:cubicBezTo>
                <a:lnTo>
                  <a:pt x="10125" y="15573"/>
                </a:lnTo>
                <a:cubicBezTo>
                  <a:pt x="9723" y="15403"/>
                  <a:pt x="9450" y="15090"/>
                  <a:pt x="9450" y="14727"/>
                </a:cubicBezTo>
                <a:cubicBezTo>
                  <a:pt x="9450" y="14185"/>
                  <a:pt x="10055" y="13745"/>
                  <a:pt x="10800" y="13745"/>
                </a:cubicBezTo>
                <a:cubicBezTo>
                  <a:pt x="11545" y="13745"/>
                  <a:pt x="12150" y="14185"/>
                  <a:pt x="12150" y="14727"/>
                </a:cubicBezTo>
                <a:cubicBezTo>
                  <a:pt x="12150" y="15090"/>
                  <a:pt x="11876" y="15403"/>
                  <a:pt x="11475" y="15573"/>
                </a:cubicBezTo>
                <a:moveTo>
                  <a:pt x="10800" y="12764"/>
                </a:moveTo>
                <a:cubicBezTo>
                  <a:pt x="9309" y="12764"/>
                  <a:pt x="8100" y="13643"/>
                  <a:pt x="8100" y="14727"/>
                </a:cubicBezTo>
                <a:cubicBezTo>
                  <a:pt x="8100" y="15232"/>
                  <a:pt x="8369" y="15686"/>
                  <a:pt x="8798" y="16034"/>
                </a:cubicBezTo>
                <a:cubicBezTo>
                  <a:pt x="8789" y="16089"/>
                  <a:pt x="8775" y="16143"/>
                  <a:pt x="8775" y="16200"/>
                </a:cubicBezTo>
                <a:cubicBezTo>
                  <a:pt x="8775" y="17014"/>
                  <a:pt x="9681" y="17673"/>
                  <a:pt x="10800" y="17673"/>
                </a:cubicBezTo>
                <a:cubicBezTo>
                  <a:pt x="11919" y="17673"/>
                  <a:pt x="12825" y="17014"/>
                  <a:pt x="12825" y="16200"/>
                </a:cubicBezTo>
                <a:cubicBezTo>
                  <a:pt x="12825" y="16143"/>
                  <a:pt x="12810" y="16089"/>
                  <a:pt x="12802" y="16034"/>
                </a:cubicBezTo>
                <a:cubicBezTo>
                  <a:pt x="13231" y="15687"/>
                  <a:pt x="13500" y="15232"/>
                  <a:pt x="13500" y="14727"/>
                </a:cubicBezTo>
                <a:cubicBezTo>
                  <a:pt x="13500" y="13643"/>
                  <a:pt x="12291" y="12764"/>
                  <a:pt x="10800" y="12764"/>
                </a:cubicBezTo>
                <a:moveTo>
                  <a:pt x="20250" y="19636"/>
                </a:moveTo>
                <a:cubicBezTo>
                  <a:pt x="20250" y="20179"/>
                  <a:pt x="19645" y="20618"/>
                  <a:pt x="18900" y="20618"/>
                </a:cubicBezTo>
                <a:lnTo>
                  <a:pt x="2700" y="20618"/>
                </a:lnTo>
                <a:cubicBezTo>
                  <a:pt x="1955" y="20618"/>
                  <a:pt x="1350" y="20179"/>
                  <a:pt x="1350" y="19636"/>
                </a:cubicBezTo>
                <a:lnTo>
                  <a:pt x="1350" y="10800"/>
                </a:lnTo>
                <a:cubicBezTo>
                  <a:pt x="1350" y="10258"/>
                  <a:pt x="1955" y="9818"/>
                  <a:pt x="2700" y="9818"/>
                </a:cubicBezTo>
                <a:lnTo>
                  <a:pt x="18900" y="9818"/>
                </a:lnTo>
                <a:cubicBezTo>
                  <a:pt x="19645" y="9818"/>
                  <a:pt x="20250" y="10258"/>
                  <a:pt x="20250" y="10800"/>
                </a:cubicBezTo>
                <a:cubicBezTo>
                  <a:pt x="20250" y="10800"/>
                  <a:pt x="20250" y="19636"/>
                  <a:pt x="20250" y="19636"/>
                </a:cubicBezTo>
                <a:close/>
                <a:moveTo>
                  <a:pt x="18900" y="8836"/>
                </a:moveTo>
                <a:lnTo>
                  <a:pt x="18900" y="5891"/>
                </a:lnTo>
                <a:cubicBezTo>
                  <a:pt x="18900" y="2638"/>
                  <a:pt x="15273" y="0"/>
                  <a:pt x="10800" y="0"/>
                </a:cubicBezTo>
                <a:cubicBezTo>
                  <a:pt x="6327" y="0"/>
                  <a:pt x="2700" y="2638"/>
                  <a:pt x="2700" y="5891"/>
                </a:cubicBezTo>
                <a:cubicBezTo>
                  <a:pt x="2700" y="6162"/>
                  <a:pt x="3003" y="6382"/>
                  <a:pt x="3375" y="6382"/>
                </a:cubicBezTo>
                <a:cubicBezTo>
                  <a:pt x="3747" y="6382"/>
                  <a:pt x="4050" y="6162"/>
                  <a:pt x="4050" y="5891"/>
                </a:cubicBezTo>
                <a:cubicBezTo>
                  <a:pt x="4050" y="3180"/>
                  <a:pt x="7072" y="982"/>
                  <a:pt x="10800" y="982"/>
                </a:cubicBezTo>
                <a:cubicBezTo>
                  <a:pt x="14528" y="982"/>
                  <a:pt x="17550" y="3180"/>
                  <a:pt x="17550" y="5891"/>
                </a:cubicBezTo>
                <a:lnTo>
                  <a:pt x="17550" y="8836"/>
                </a:lnTo>
                <a:lnTo>
                  <a:pt x="2700" y="8836"/>
                </a:lnTo>
                <a:cubicBezTo>
                  <a:pt x="1209" y="8836"/>
                  <a:pt x="0" y="9716"/>
                  <a:pt x="0" y="10800"/>
                </a:cubicBezTo>
                <a:lnTo>
                  <a:pt x="0" y="19636"/>
                </a:lnTo>
                <a:cubicBezTo>
                  <a:pt x="0" y="20721"/>
                  <a:pt x="1209" y="21600"/>
                  <a:pt x="2700" y="21600"/>
                </a:cubicBezTo>
                <a:lnTo>
                  <a:pt x="18900" y="21600"/>
                </a:lnTo>
                <a:cubicBezTo>
                  <a:pt x="20391" y="21600"/>
                  <a:pt x="21600" y="20721"/>
                  <a:pt x="21600" y="19636"/>
                </a:cubicBezTo>
                <a:lnTo>
                  <a:pt x="21600" y="10800"/>
                </a:lnTo>
                <a:cubicBezTo>
                  <a:pt x="21600" y="9716"/>
                  <a:pt x="20391" y="8836"/>
                  <a:pt x="18900" y="883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8" name="Shape 2530">
            <a:extLst>
              <a:ext uri="{FF2B5EF4-FFF2-40B4-BE49-F238E27FC236}">
                <a16:creationId xmlns:a16="http://schemas.microsoft.com/office/drawing/2014/main" id="{3E577F0D-001D-31CD-6303-A2D61331B639}"/>
              </a:ext>
            </a:extLst>
          </p:cNvPr>
          <p:cNvSpPr/>
          <p:nvPr userDrawn="1"/>
        </p:nvSpPr>
        <p:spPr>
          <a:xfrm>
            <a:off x="3477022" y="1291138"/>
            <a:ext cx="229200" cy="2801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00" y="19636"/>
                </a:moveTo>
                <a:cubicBezTo>
                  <a:pt x="20400" y="20178"/>
                  <a:pt x="19862" y="20617"/>
                  <a:pt x="19200" y="20617"/>
                </a:cubicBezTo>
                <a:lnTo>
                  <a:pt x="6000" y="20617"/>
                </a:lnTo>
                <a:lnTo>
                  <a:pt x="6000" y="982"/>
                </a:lnTo>
                <a:lnTo>
                  <a:pt x="13200" y="982"/>
                </a:lnTo>
                <a:lnTo>
                  <a:pt x="13200" y="6872"/>
                </a:lnTo>
                <a:lnTo>
                  <a:pt x="15600" y="4909"/>
                </a:lnTo>
                <a:lnTo>
                  <a:pt x="18000" y="6872"/>
                </a:lnTo>
                <a:lnTo>
                  <a:pt x="18000" y="982"/>
                </a:lnTo>
                <a:lnTo>
                  <a:pt x="19200" y="982"/>
                </a:lnTo>
                <a:cubicBezTo>
                  <a:pt x="19862" y="982"/>
                  <a:pt x="20400" y="1422"/>
                  <a:pt x="20400" y="1964"/>
                </a:cubicBezTo>
                <a:cubicBezTo>
                  <a:pt x="20400" y="1964"/>
                  <a:pt x="20400" y="19636"/>
                  <a:pt x="20400" y="19636"/>
                </a:cubicBezTo>
                <a:close/>
                <a:moveTo>
                  <a:pt x="4800" y="20617"/>
                </a:moveTo>
                <a:lnTo>
                  <a:pt x="2400" y="20617"/>
                </a:lnTo>
                <a:cubicBezTo>
                  <a:pt x="1738" y="20617"/>
                  <a:pt x="1200" y="20178"/>
                  <a:pt x="1200" y="19636"/>
                </a:cubicBezTo>
                <a:lnTo>
                  <a:pt x="1200" y="1964"/>
                </a:lnTo>
                <a:cubicBezTo>
                  <a:pt x="1200" y="1422"/>
                  <a:pt x="1738" y="982"/>
                  <a:pt x="2400" y="982"/>
                </a:cubicBezTo>
                <a:lnTo>
                  <a:pt x="4800" y="982"/>
                </a:lnTo>
                <a:cubicBezTo>
                  <a:pt x="4800" y="982"/>
                  <a:pt x="4800" y="20617"/>
                  <a:pt x="4800" y="20617"/>
                </a:cubicBezTo>
                <a:close/>
                <a:moveTo>
                  <a:pt x="14400" y="982"/>
                </a:moveTo>
                <a:lnTo>
                  <a:pt x="16800" y="982"/>
                </a:lnTo>
                <a:lnTo>
                  <a:pt x="16800" y="4418"/>
                </a:lnTo>
                <a:lnTo>
                  <a:pt x="15600" y="3436"/>
                </a:lnTo>
                <a:lnTo>
                  <a:pt x="14400" y="4418"/>
                </a:lnTo>
                <a:cubicBezTo>
                  <a:pt x="14400" y="4418"/>
                  <a:pt x="14400" y="982"/>
                  <a:pt x="14400" y="982"/>
                </a:cubicBezTo>
                <a:close/>
                <a:moveTo>
                  <a:pt x="19200" y="0"/>
                </a:moveTo>
                <a:lnTo>
                  <a:pt x="2400" y="0"/>
                </a:lnTo>
                <a:cubicBezTo>
                  <a:pt x="1075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0"/>
                  <a:pt x="1075" y="21600"/>
                  <a:pt x="2400" y="21600"/>
                </a:cubicBezTo>
                <a:lnTo>
                  <a:pt x="19200" y="21600"/>
                </a:lnTo>
                <a:cubicBezTo>
                  <a:pt x="20525" y="21600"/>
                  <a:pt x="21600" y="20720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525" y="0"/>
                  <a:pt x="192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9" name="Shape 2531">
            <a:extLst>
              <a:ext uri="{FF2B5EF4-FFF2-40B4-BE49-F238E27FC236}">
                <a16:creationId xmlns:a16="http://schemas.microsoft.com/office/drawing/2014/main" id="{B0CE3A41-0A96-4709-7ADD-710E76ABC582}"/>
              </a:ext>
            </a:extLst>
          </p:cNvPr>
          <p:cNvSpPr/>
          <p:nvPr userDrawn="1"/>
        </p:nvSpPr>
        <p:spPr>
          <a:xfrm>
            <a:off x="4011820" y="1291140"/>
            <a:ext cx="229200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00" y="19636"/>
                </a:moveTo>
                <a:cubicBezTo>
                  <a:pt x="20400" y="20179"/>
                  <a:pt x="19862" y="20618"/>
                  <a:pt x="19200" y="20618"/>
                </a:cubicBezTo>
                <a:lnTo>
                  <a:pt x="7200" y="20618"/>
                </a:lnTo>
                <a:lnTo>
                  <a:pt x="7200" y="982"/>
                </a:lnTo>
                <a:lnTo>
                  <a:pt x="19200" y="982"/>
                </a:lnTo>
                <a:cubicBezTo>
                  <a:pt x="19862" y="982"/>
                  <a:pt x="20400" y="1422"/>
                  <a:pt x="20400" y="1964"/>
                </a:cubicBezTo>
                <a:cubicBezTo>
                  <a:pt x="20400" y="1964"/>
                  <a:pt x="20400" y="19636"/>
                  <a:pt x="20400" y="19636"/>
                </a:cubicBezTo>
                <a:close/>
                <a:moveTo>
                  <a:pt x="6000" y="20618"/>
                </a:moveTo>
                <a:lnTo>
                  <a:pt x="3600" y="20618"/>
                </a:lnTo>
                <a:cubicBezTo>
                  <a:pt x="2937" y="20618"/>
                  <a:pt x="2400" y="20179"/>
                  <a:pt x="2400" y="19636"/>
                </a:cubicBezTo>
                <a:lnTo>
                  <a:pt x="2400" y="18655"/>
                </a:lnTo>
                <a:lnTo>
                  <a:pt x="3000" y="18655"/>
                </a:lnTo>
                <a:cubicBezTo>
                  <a:pt x="3332" y="18655"/>
                  <a:pt x="3600" y="18435"/>
                  <a:pt x="3600" y="18164"/>
                </a:cubicBezTo>
                <a:cubicBezTo>
                  <a:pt x="3600" y="17893"/>
                  <a:pt x="3332" y="17673"/>
                  <a:pt x="3000" y="17673"/>
                </a:cubicBezTo>
                <a:lnTo>
                  <a:pt x="2400" y="17673"/>
                </a:lnTo>
                <a:lnTo>
                  <a:pt x="2400" y="15709"/>
                </a:lnTo>
                <a:lnTo>
                  <a:pt x="3000" y="15709"/>
                </a:lnTo>
                <a:cubicBezTo>
                  <a:pt x="3332" y="15709"/>
                  <a:pt x="3600" y="15490"/>
                  <a:pt x="3600" y="15218"/>
                </a:cubicBezTo>
                <a:cubicBezTo>
                  <a:pt x="3600" y="14947"/>
                  <a:pt x="3332" y="14727"/>
                  <a:pt x="3000" y="14727"/>
                </a:cubicBezTo>
                <a:lnTo>
                  <a:pt x="2400" y="14727"/>
                </a:lnTo>
                <a:lnTo>
                  <a:pt x="2400" y="12764"/>
                </a:lnTo>
                <a:lnTo>
                  <a:pt x="3000" y="12764"/>
                </a:lnTo>
                <a:cubicBezTo>
                  <a:pt x="3332" y="12764"/>
                  <a:pt x="3600" y="12544"/>
                  <a:pt x="3600" y="12273"/>
                </a:cubicBezTo>
                <a:cubicBezTo>
                  <a:pt x="3600" y="12002"/>
                  <a:pt x="3332" y="11782"/>
                  <a:pt x="3000" y="11782"/>
                </a:cubicBezTo>
                <a:lnTo>
                  <a:pt x="2400" y="11782"/>
                </a:lnTo>
                <a:lnTo>
                  <a:pt x="2400" y="9818"/>
                </a:lnTo>
                <a:lnTo>
                  <a:pt x="3000" y="9818"/>
                </a:lnTo>
                <a:cubicBezTo>
                  <a:pt x="3332" y="9818"/>
                  <a:pt x="3600" y="9599"/>
                  <a:pt x="3600" y="9327"/>
                </a:cubicBezTo>
                <a:cubicBezTo>
                  <a:pt x="3600" y="9056"/>
                  <a:pt x="3332" y="8836"/>
                  <a:pt x="3000" y="8836"/>
                </a:cubicBezTo>
                <a:lnTo>
                  <a:pt x="2400" y="8836"/>
                </a:lnTo>
                <a:lnTo>
                  <a:pt x="2400" y="6873"/>
                </a:lnTo>
                <a:lnTo>
                  <a:pt x="3000" y="6873"/>
                </a:lnTo>
                <a:cubicBezTo>
                  <a:pt x="3332" y="6873"/>
                  <a:pt x="3600" y="6653"/>
                  <a:pt x="3600" y="6382"/>
                </a:cubicBezTo>
                <a:cubicBezTo>
                  <a:pt x="3600" y="6111"/>
                  <a:pt x="3332" y="5891"/>
                  <a:pt x="3000" y="5891"/>
                </a:cubicBezTo>
                <a:lnTo>
                  <a:pt x="2400" y="5891"/>
                </a:lnTo>
                <a:lnTo>
                  <a:pt x="2400" y="3927"/>
                </a:lnTo>
                <a:lnTo>
                  <a:pt x="3000" y="3927"/>
                </a:lnTo>
                <a:cubicBezTo>
                  <a:pt x="3332" y="3927"/>
                  <a:pt x="3600" y="3708"/>
                  <a:pt x="3600" y="3436"/>
                </a:cubicBezTo>
                <a:cubicBezTo>
                  <a:pt x="3600" y="3166"/>
                  <a:pt x="3332" y="2945"/>
                  <a:pt x="3000" y="2945"/>
                </a:cubicBezTo>
                <a:lnTo>
                  <a:pt x="2400" y="2945"/>
                </a:lnTo>
                <a:lnTo>
                  <a:pt x="2400" y="1964"/>
                </a:lnTo>
                <a:cubicBezTo>
                  <a:pt x="2400" y="1422"/>
                  <a:pt x="2937" y="982"/>
                  <a:pt x="3600" y="982"/>
                </a:cubicBezTo>
                <a:lnTo>
                  <a:pt x="6000" y="982"/>
                </a:lnTo>
                <a:cubicBezTo>
                  <a:pt x="6000" y="982"/>
                  <a:pt x="6000" y="20618"/>
                  <a:pt x="6000" y="20618"/>
                </a:cubicBezTo>
                <a:close/>
                <a:moveTo>
                  <a:pt x="19200" y="0"/>
                </a:moveTo>
                <a:lnTo>
                  <a:pt x="3600" y="0"/>
                </a:lnTo>
                <a:cubicBezTo>
                  <a:pt x="2275" y="0"/>
                  <a:pt x="1200" y="879"/>
                  <a:pt x="1200" y="1964"/>
                </a:cubicBezTo>
                <a:lnTo>
                  <a:pt x="1200" y="2945"/>
                </a:lnTo>
                <a:lnTo>
                  <a:pt x="600" y="2945"/>
                </a:lnTo>
                <a:cubicBezTo>
                  <a:pt x="268" y="2945"/>
                  <a:pt x="0" y="3166"/>
                  <a:pt x="0" y="3436"/>
                </a:cubicBezTo>
                <a:cubicBezTo>
                  <a:pt x="0" y="3708"/>
                  <a:pt x="268" y="3927"/>
                  <a:pt x="600" y="3927"/>
                </a:cubicBezTo>
                <a:lnTo>
                  <a:pt x="1200" y="3927"/>
                </a:lnTo>
                <a:lnTo>
                  <a:pt x="1200" y="5891"/>
                </a:lnTo>
                <a:lnTo>
                  <a:pt x="600" y="5891"/>
                </a:lnTo>
                <a:cubicBezTo>
                  <a:pt x="268" y="5891"/>
                  <a:pt x="0" y="6111"/>
                  <a:pt x="0" y="6382"/>
                </a:cubicBezTo>
                <a:cubicBezTo>
                  <a:pt x="0" y="6653"/>
                  <a:pt x="268" y="6873"/>
                  <a:pt x="600" y="6873"/>
                </a:cubicBezTo>
                <a:lnTo>
                  <a:pt x="1200" y="6873"/>
                </a:lnTo>
                <a:lnTo>
                  <a:pt x="1200" y="8836"/>
                </a:lnTo>
                <a:lnTo>
                  <a:pt x="600" y="8836"/>
                </a:lnTo>
                <a:cubicBezTo>
                  <a:pt x="268" y="8836"/>
                  <a:pt x="0" y="9056"/>
                  <a:pt x="0" y="9327"/>
                </a:cubicBezTo>
                <a:cubicBezTo>
                  <a:pt x="0" y="9599"/>
                  <a:pt x="268" y="9818"/>
                  <a:pt x="600" y="9818"/>
                </a:cubicBezTo>
                <a:lnTo>
                  <a:pt x="1200" y="9818"/>
                </a:lnTo>
                <a:lnTo>
                  <a:pt x="1200" y="11782"/>
                </a:lnTo>
                <a:lnTo>
                  <a:pt x="600" y="11782"/>
                </a:lnTo>
                <a:cubicBezTo>
                  <a:pt x="268" y="11782"/>
                  <a:pt x="0" y="12002"/>
                  <a:pt x="0" y="12273"/>
                </a:cubicBezTo>
                <a:cubicBezTo>
                  <a:pt x="0" y="12544"/>
                  <a:pt x="268" y="12764"/>
                  <a:pt x="600" y="12764"/>
                </a:cubicBezTo>
                <a:lnTo>
                  <a:pt x="1200" y="12764"/>
                </a:lnTo>
                <a:lnTo>
                  <a:pt x="1200" y="14727"/>
                </a:lnTo>
                <a:lnTo>
                  <a:pt x="600" y="14727"/>
                </a:lnTo>
                <a:cubicBezTo>
                  <a:pt x="268" y="14727"/>
                  <a:pt x="0" y="14947"/>
                  <a:pt x="0" y="15218"/>
                </a:cubicBezTo>
                <a:cubicBezTo>
                  <a:pt x="0" y="15490"/>
                  <a:pt x="268" y="15709"/>
                  <a:pt x="600" y="15709"/>
                </a:cubicBezTo>
                <a:lnTo>
                  <a:pt x="1200" y="15709"/>
                </a:lnTo>
                <a:lnTo>
                  <a:pt x="1200" y="17673"/>
                </a:lnTo>
                <a:lnTo>
                  <a:pt x="600" y="17673"/>
                </a:lnTo>
                <a:cubicBezTo>
                  <a:pt x="268" y="17673"/>
                  <a:pt x="0" y="17893"/>
                  <a:pt x="0" y="18164"/>
                </a:cubicBezTo>
                <a:cubicBezTo>
                  <a:pt x="0" y="18435"/>
                  <a:pt x="268" y="18655"/>
                  <a:pt x="600" y="18655"/>
                </a:cubicBezTo>
                <a:lnTo>
                  <a:pt x="1200" y="18655"/>
                </a:lnTo>
                <a:lnTo>
                  <a:pt x="1200" y="19636"/>
                </a:lnTo>
                <a:cubicBezTo>
                  <a:pt x="1200" y="20721"/>
                  <a:pt x="2275" y="21600"/>
                  <a:pt x="3600" y="21600"/>
                </a:cubicBezTo>
                <a:lnTo>
                  <a:pt x="19200" y="21600"/>
                </a:lnTo>
                <a:cubicBezTo>
                  <a:pt x="20525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525" y="0"/>
                  <a:pt x="192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20" name="Shape 2532">
            <a:extLst>
              <a:ext uri="{FF2B5EF4-FFF2-40B4-BE49-F238E27FC236}">
                <a16:creationId xmlns:a16="http://schemas.microsoft.com/office/drawing/2014/main" id="{56F86C11-E563-4949-03A7-4ED1C69B31E5}"/>
              </a:ext>
            </a:extLst>
          </p:cNvPr>
          <p:cNvSpPr/>
          <p:nvPr userDrawn="1"/>
        </p:nvSpPr>
        <p:spPr>
          <a:xfrm>
            <a:off x="4546619" y="1291140"/>
            <a:ext cx="229200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400" y="5891"/>
                </a:moveTo>
                <a:lnTo>
                  <a:pt x="14400" y="982"/>
                </a:lnTo>
                <a:lnTo>
                  <a:pt x="15000" y="982"/>
                </a:lnTo>
                <a:lnTo>
                  <a:pt x="20400" y="5891"/>
                </a:lnTo>
                <a:cubicBezTo>
                  <a:pt x="20400" y="5891"/>
                  <a:pt x="14400" y="5891"/>
                  <a:pt x="14400" y="5891"/>
                </a:cubicBezTo>
                <a:close/>
                <a:moveTo>
                  <a:pt x="20400" y="19636"/>
                </a:moveTo>
                <a:cubicBezTo>
                  <a:pt x="20400" y="20179"/>
                  <a:pt x="19862" y="20618"/>
                  <a:pt x="19200" y="20618"/>
                </a:cubicBezTo>
                <a:lnTo>
                  <a:pt x="2400" y="20618"/>
                </a:lnTo>
                <a:cubicBezTo>
                  <a:pt x="1737" y="20618"/>
                  <a:pt x="1200" y="20179"/>
                  <a:pt x="1200" y="19636"/>
                </a:cubicBezTo>
                <a:lnTo>
                  <a:pt x="1200" y="1964"/>
                </a:lnTo>
                <a:cubicBezTo>
                  <a:pt x="1200" y="1422"/>
                  <a:pt x="1737" y="982"/>
                  <a:pt x="2400" y="982"/>
                </a:cubicBezTo>
                <a:lnTo>
                  <a:pt x="13200" y="982"/>
                </a:lnTo>
                <a:lnTo>
                  <a:pt x="13200" y="5891"/>
                </a:lnTo>
                <a:cubicBezTo>
                  <a:pt x="13200" y="6433"/>
                  <a:pt x="13738" y="6873"/>
                  <a:pt x="14400" y="6873"/>
                </a:cubicBezTo>
                <a:lnTo>
                  <a:pt x="20400" y="6873"/>
                </a:lnTo>
                <a:cubicBezTo>
                  <a:pt x="20400" y="6873"/>
                  <a:pt x="20400" y="19636"/>
                  <a:pt x="20400" y="19636"/>
                </a:cubicBezTo>
                <a:close/>
                <a:moveTo>
                  <a:pt x="15600" y="0"/>
                </a:moveTo>
                <a:lnTo>
                  <a:pt x="2400" y="0"/>
                </a:lnTo>
                <a:cubicBezTo>
                  <a:pt x="1075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1075" y="21600"/>
                  <a:pt x="2400" y="21600"/>
                </a:cubicBezTo>
                <a:lnTo>
                  <a:pt x="19200" y="21600"/>
                </a:lnTo>
                <a:cubicBezTo>
                  <a:pt x="20525" y="21600"/>
                  <a:pt x="21600" y="20721"/>
                  <a:pt x="21600" y="19636"/>
                </a:cubicBezTo>
                <a:lnTo>
                  <a:pt x="21600" y="5400"/>
                </a:lnTo>
                <a:cubicBezTo>
                  <a:pt x="21600" y="5400"/>
                  <a:pt x="15600" y="0"/>
                  <a:pt x="15600" y="0"/>
                </a:cubicBezTo>
                <a:close/>
                <a:moveTo>
                  <a:pt x="4800" y="8836"/>
                </a:moveTo>
                <a:cubicBezTo>
                  <a:pt x="4800" y="9108"/>
                  <a:pt x="5068" y="9327"/>
                  <a:pt x="5400" y="9327"/>
                </a:cubicBezTo>
                <a:lnTo>
                  <a:pt x="16200" y="9327"/>
                </a:lnTo>
                <a:cubicBezTo>
                  <a:pt x="16532" y="9327"/>
                  <a:pt x="16800" y="9108"/>
                  <a:pt x="16800" y="8836"/>
                </a:cubicBezTo>
                <a:cubicBezTo>
                  <a:pt x="16800" y="8566"/>
                  <a:pt x="16532" y="8345"/>
                  <a:pt x="16200" y="8345"/>
                </a:cubicBezTo>
                <a:lnTo>
                  <a:pt x="5400" y="8345"/>
                </a:lnTo>
                <a:cubicBezTo>
                  <a:pt x="5068" y="8345"/>
                  <a:pt x="4800" y="8566"/>
                  <a:pt x="4800" y="8836"/>
                </a:cubicBezTo>
                <a:moveTo>
                  <a:pt x="16200" y="12273"/>
                </a:moveTo>
                <a:lnTo>
                  <a:pt x="5400" y="12273"/>
                </a:lnTo>
                <a:cubicBezTo>
                  <a:pt x="5068" y="12273"/>
                  <a:pt x="4800" y="12493"/>
                  <a:pt x="4800" y="12764"/>
                </a:cubicBezTo>
                <a:cubicBezTo>
                  <a:pt x="4800" y="13035"/>
                  <a:pt x="5068" y="13255"/>
                  <a:pt x="5400" y="13255"/>
                </a:cubicBezTo>
                <a:lnTo>
                  <a:pt x="16200" y="13255"/>
                </a:lnTo>
                <a:cubicBezTo>
                  <a:pt x="16532" y="13255"/>
                  <a:pt x="16800" y="13035"/>
                  <a:pt x="16800" y="12764"/>
                </a:cubicBezTo>
                <a:cubicBezTo>
                  <a:pt x="16800" y="12493"/>
                  <a:pt x="16532" y="12273"/>
                  <a:pt x="16200" y="12273"/>
                </a:cubicBezTo>
                <a:moveTo>
                  <a:pt x="5400" y="5400"/>
                </a:moveTo>
                <a:lnTo>
                  <a:pt x="8400" y="5400"/>
                </a:lnTo>
                <a:cubicBezTo>
                  <a:pt x="8732" y="5400"/>
                  <a:pt x="9000" y="5181"/>
                  <a:pt x="9000" y="4909"/>
                </a:cubicBezTo>
                <a:cubicBezTo>
                  <a:pt x="9000" y="4638"/>
                  <a:pt x="8732" y="4418"/>
                  <a:pt x="8400" y="4418"/>
                </a:cubicBezTo>
                <a:lnTo>
                  <a:pt x="5400" y="4418"/>
                </a:lnTo>
                <a:cubicBezTo>
                  <a:pt x="5068" y="4418"/>
                  <a:pt x="4800" y="4638"/>
                  <a:pt x="4800" y="4909"/>
                </a:cubicBezTo>
                <a:cubicBezTo>
                  <a:pt x="4800" y="5181"/>
                  <a:pt x="5068" y="5400"/>
                  <a:pt x="5400" y="5400"/>
                </a:cubicBezTo>
                <a:moveTo>
                  <a:pt x="12600" y="16200"/>
                </a:moveTo>
                <a:lnTo>
                  <a:pt x="5400" y="16200"/>
                </a:lnTo>
                <a:cubicBezTo>
                  <a:pt x="5068" y="16200"/>
                  <a:pt x="4800" y="16420"/>
                  <a:pt x="4800" y="16691"/>
                </a:cubicBezTo>
                <a:cubicBezTo>
                  <a:pt x="4800" y="16962"/>
                  <a:pt x="5068" y="17182"/>
                  <a:pt x="5400" y="17182"/>
                </a:cubicBezTo>
                <a:lnTo>
                  <a:pt x="12600" y="17182"/>
                </a:lnTo>
                <a:cubicBezTo>
                  <a:pt x="12932" y="17182"/>
                  <a:pt x="13200" y="16962"/>
                  <a:pt x="13200" y="16691"/>
                </a:cubicBezTo>
                <a:cubicBezTo>
                  <a:pt x="13200" y="16420"/>
                  <a:pt x="12932" y="16200"/>
                  <a:pt x="12600" y="162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21" name="Shape 2533">
            <a:extLst>
              <a:ext uri="{FF2B5EF4-FFF2-40B4-BE49-F238E27FC236}">
                <a16:creationId xmlns:a16="http://schemas.microsoft.com/office/drawing/2014/main" id="{AAE087C2-A320-E4C0-8C6B-B8A495A15E1D}"/>
              </a:ext>
            </a:extLst>
          </p:cNvPr>
          <p:cNvSpPr/>
          <p:nvPr userDrawn="1"/>
        </p:nvSpPr>
        <p:spPr>
          <a:xfrm>
            <a:off x="5081417" y="1291140"/>
            <a:ext cx="229200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8836"/>
                </a:moveTo>
                <a:lnTo>
                  <a:pt x="10800" y="5967"/>
                </a:lnTo>
                <a:lnTo>
                  <a:pt x="13929" y="8836"/>
                </a:lnTo>
                <a:cubicBezTo>
                  <a:pt x="13929" y="8836"/>
                  <a:pt x="10800" y="8836"/>
                  <a:pt x="10800" y="8836"/>
                </a:cubicBezTo>
                <a:close/>
                <a:moveTo>
                  <a:pt x="14400" y="19636"/>
                </a:moveTo>
                <a:cubicBezTo>
                  <a:pt x="14400" y="20179"/>
                  <a:pt x="13862" y="20618"/>
                  <a:pt x="13200" y="20618"/>
                </a:cubicBezTo>
                <a:lnTo>
                  <a:pt x="2400" y="20618"/>
                </a:lnTo>
                <a:cubicBezTo>
                  <a:pt x="1738" y="20618"/>
                  <a:pt x="1200" y="20179"/>
                  <a:pt x="1200" y="19636"/>
                </a:cubicBezTo>
                <a:lnTo>
                  <a:pt x="1200" y="6873"/>
                </a:lnTo>
                <a:cubicBezTo>
                  <a:pt x="1200" y="6331"/>
                  <a:pt x="1738" y="5891"/>
                  <a:pt x="2400" y="5891"/>
                </a:cubicBezTo>
                <a:lnTo>
                  <a:pt x="9600" y="5891"/>
                </a:lnTo>
                <a:lnTo>
                  <a:pt x="9600" y="8836"/>
                </a:lnTo>
                <a:cubicBezTo>
                  <a:pt x="9600" y="9378"/>
                  <a:pt x="10138" y="9818"/>
                  <a:pt x="10800" y="9818"/>
                </a:cubicBezTo>
                <a:lnTo>
                  <a:pt x="14400" y="9818"/>
                </a:lnTo>
                <a:cubicBezTo>
                  <a:pt x="14400" y="9818"/>
                  <a:pt x="14400" y="19636"/>
                  <a:pt x="14400" y="19636"/>
                </a:cubicBezTo>
                <a:close/>
                <a:moveTo>
                  <a:pt x="2400" y="4909"/>
                </a:moveTo>
                <a:cubicBezTo>
                  <a:pt x="1075" y="4909"/>
                  <a:pt x="0" y="5788"/>
                  <a:pt x="0" y="6873"/>
                </a:cubicBezTo>
                <a:lnTo>
                  <a:pt x="0" y="19636"/>
                </a:lnTo>
                <a:cubicBezTo>
                  <a:pt x="0" y="20721"/>
                  <a:pt x="1075" y="21600"/>
                  <a:pt x="2400" y="21600"/>
                </a:cubicBezTo>
                <a:lnTo>
                  <a:pt x="13200" y="21600"/>
                </a:lnTo>
                <a:cubicBezTo>
                  <a:pt x="14525" y="21600"/>
                  <a:pt x="15600" y="20721"/>
                  <a:pt x="15600" y="19636"/>
                </a:cubicBezTo>
                <a:lnTo>
                  <a:pt x="15600" y="8836"/>
                </a:lnTo>
                <a:lnTo>
                  <a:pt x="11400" y="4909"/>
                </a:lnTo>
                <a:cubicBezTo>
                  <a:pt x="11400" y="4909"/>
                  <a:pt x="2400" y="4909"/>
                  <a:pt x="2400" y="4909"/>
                </a:cubicBezTo>
                <a:close/>
                <a:moveTo>
                  <a:pt x="16800" y="3927"/>
                </a:moveTo>
                <a:lnTo>
                  <a:pt x="16800" y="1058"/>
                </a:lnTo>
                <a:lnTo>
                  <a:pt x="19929" y="3927"/>
                </a:lnTo>
                <a:cubicBezTo>
                  <a:pt x="19929" y="3927"/>
                  <a:pt x="16800" y="3927"/>
                  <a:pt x="16800" y="3927"/>
                </a:cubicBezTo>
                <a:close/>
                <a:moveTo>
                  <a:pt x="17400" y="0"/>
                </a:moveTo>
                <a:lnTo>
                  <a:pt x="8400" y="0"/>
                </a:lnTo>
                <a:cubicBezTo>
                  <a:pt x="7075" y="0"/>
                  <a:pt x="6000" y="879"/>
                  <a:pt x="6000" y="1964"/>
                </a:cubicBezTo>
                <a:lnTo>
                  <a:pt x="6000" y="3436"/>
                </a:lnTo>
                <a:cubicBezTo>
                  <a:pt x="6000" y="3708"/>
                  <a:pt x="6268" y="3927"/>
                  <a:pt x="6600" y="3927"/>
                </a:cubicBezTo>
                <a:cubicBezTo>
                  <a:pt x="6932" y="3927"/>
                  <a:pt x="7200" y="3708"/>
                  <a:pt x="7200" y="3436"/>
                </a:cubicBezTo>
                <a:lnTo>
                  <a:pt x="7200" y="1964"/>
                </a:lnTo>
                <a:cubicBezTo>
                  <a:pt x="7200" y="1422"/>
                  <a:pt x="7738" y="982"/>
                  <a:pt x="8400" y="982"/>
                </a:cubicBezTo>
                <a:lnTo>
                  <a:pt x="15600" y="982"/>
                </a:lnTo>
                <a:lnTo>
                  <a:pt x="15600" y="3927"/>
                </a:lnTo>
                <a:cubicBezTo>
                  <a:pt x="15600" y="4469"/>
                  <a:pt x="16138" y="4909"/>
                  <a:pt x="16800" y="4909"/>
                </a:cubicBezTo>
                <a:lnTo>
                  <a:pt x="20400" y="4909"/>
                </a:lnTo>
                <a:lnTo>
                  <a:pt x="20400" y="14727"/>
                </a:lnTo>
                <a:cubicBezTo>
                  <a:pt x="20400" y="15269"/>
                  <a:pt x="19862" y="15709"/>
                  <a:pt x="19200" y="15709"/>
                </a:cubicBezTo>
                <a:lnTo>
                  <a:pt x="17400" y="15709"/>
                </a:lnTo>
                <a:cubicBezTo>
                  <a:pt x="17068" y="15709"/>
                  <a:pt x="16800" y="15929"/>
                  <a:pt x="16800" y="16200"/>
                </a:cubicBezTo>
                <a:cubicBezTo>
                  <a:pt x="16800" y="16472"/>
                  <a:pt x="17068" y="16691"/>
                  <a:pt x="17400" y="16691"/>
                </a:cubicBezTo>
                <a:lnTo>
                  <a:pt x="19200" y="16691"/>
                </a:lnTo>
                <a:cubicBezTo>
                  <a:pt x="20525" y="16691"/>
                  <a:pt x="21600" y="15812"/>
                  <a:pt x="21600" y="14727"/>
                </a:cubicBezTo>
                <a:lnTo>
                  <a:pt x="21600" y="3927"/>
                </a:lnTo>
                <a:cubicBezTo>
                  <a:pt x="21600" y="3927"/>
                  <a:pt x="17400" y="0"/>
                  <a:pt x="17400" y="0"/>
                </a:cubicBezTo>
                <a:close/>
                <a:moveTo>
                  <a:pt x="3600" y="12273"/>
                </a:moveTo>
                <a:cubicBezTo>
                  <a:pt x="3600" y="12544"/>
                  <a:pt x="3868" y="12764"/>
                  <a:pt x="4200" y="12764"/>
                </a:cubicBezTo>
                <a:lnTo>
                  <a:pt x="11400" y="12764"/>
                </a:lnTo>
                <a:cubicBezTo>
                  <a:pt x="11732" y="12764"/>
                  <a:pt x="12000" y="12544"/>
                  <a:pt x="12000" y="12273"/>
                </a:cubicBezTo>
                <a:cubicBezTo>
                  <a:pt x="12000" y="12002"/>
                  <a:pt x="11732" y="11782"/>
                  <a:pt x="11400" y="11782"/>
                </a:cubicBezTo>
                <a:lnTo>
                  <a:pt x="4200" y="11782"/>
                </a:lnTo>
                <a:cubicBezTo>
                  <a:pt x="3868" y="11782"/>
                  <a:pt x="3600" y="12002"/>
                  <a:pt x="3600" y="12273"/>
                </a:cubicBezTo>
                <a:moveTo>
                  <a:pt x="4200" y="9818"/>
                </a:moveTo>
                <a:lnTo>
                  <a:pt x="6600" y="9818"/>
                </a:lnTo>
                <a:cubicBezTo>
                  <a:pt x="6932" y="9818"/>
                  <a:pt x="7200" y="9599"/>
                  <a:pt x="7200" y="9327"/>
                </a:cubicBezTo>
                <a:cubicBezTo>
                  <a:pt x="7200" y="9056"/>
                  <a:pt x="6932" y="8836"/>
                  <a:pt x="6600" y="8836"/>
                </a:cubicBezTo>
                <a:lnTo>
                  <a:pt x="4200" y="8836"/>
                </a:lnTo>
                <a:cubicBezTo>
                  <a:pt x="3868" y="8836"/>
                  <a:pt x="3600" y="9056"/>
                  <a:pt x="3600" y="9327"/>
                </a:cubicBezTo>
                <a:cubicBezTo>
                  <a:pt x="3600" y="9599"/>
                  <a:pt x="3868" y="9818"/>
                  <a:pt x="4200" y="9818"/>
                </a:cubicBezTo>
                <a:moveTo>
                  <a:pt x="9000" y="17673"/>
                </a:moveTo>
                <a:lnTo>
                  <a:pt x="4200" y="17673"/>
                </a:lnTo>
                <a:cubicBezTo>
                  <a:pt x="3868" y="17673"/>
                  <a:pt x="3600" y="17893"/>
                  <a:pt x="3600" y="18164"/>
                </a:cubicBezTo>
                <a:cubicBezTo>
                  <a:pt x="3600" y="18435"/>
                  <a:pt x="3868" y="18655"/>
                  <a:pt x="4200" y="18655"/>
                </a:cubicBezTo>
                <a:lnTo>
                  <a:pt x="9000" y="18655"/>
                </a:lnTo>
                <a:cubicBezTo>
                  <a:pt x="9332" y="18655"/>
                  <a:pt x="9600" y="18435"/>
                  <a:pt x="9600" y="18164"/>
                </a:cubicBezTo>
                <a:cubicBezTo>
                  <a:pt x="9600" y="17893"/>
                  <a:pt x="9332" y="17673"/>
                  <a:pt x="9000" y="17673"/>
                </a:cubicBezTo>
                <a:moveTo>
                  <a:pt x="11400" y="14727"/>
                </a:moveTo>
                <a:lnTo>
                  <a:pt x="4200" y="14727"/>
                </a:lnTo>
                <a:cubicBezTo>
                  <a:pt x="3868" y="14727"/>
                  <a:pt x="3600" y="14947"/>
                  <a:pt x="3600" y="15218"/>
                </a:cubicBezTo>
                <a:cubicBezTo>
                  <a:pt x="3600" y="15490"/>
                  <a:pt x="3868" y="15709"/>
                  <a:pt x="4200" y="15709"/>
                </a:cubicBezTo>
                <a:lnTo>
                  <a:pt x="11400" y="15709"/>
                </a:lnTo>
                <a:cubicBezTo>
                  <a:pt x="11732" y="15709"/>
                  <a:pt x="12000" y="15490"/>
                  <a:pt x="12000" y="15218"/>
                </a:cubicBezTo>
                <a:cubicBezTo>
                  <a:pt x="12000" y="14947"/>
                  <a:pt x="11732" y="14727"/>
                  <a:pt x="11400" y="14727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22" name="Shape 2534">
            <a:extLst>
              <a:ext uri="{FF2B5EF4-FFF2-40B4-BE49-F238E27FC236}">
                <a16:creationId xmlns:a16="http://schemas.microsoft.com/office/drawing/2014/main" id="{445F273B-00CE-694E-9C5D-E91D8BABA30A}"/>
              </a:ext>
            </a:extLst>
          </p:cNvPr>
          <p:cNvSpPr/>
          <p:nvPr userDrawn="1"/>
        </p:nvSpPr>
        <p:spPr>
          <a:xfrm>
            <a:off x="5616216" y="1291138"/>
            <a:ext cx="229200" cy="2801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400" y="5891"/>
                </a:moveTo>
                <a:lnTo>
                  <a:pt x="14400" y="982"/>
                </a:lnTo>
                <a:lnTo>
                  <a:pt x="15000" y="982"/>
                </a:lnTo>
                <a:lnTo>
                  <a:pt x="20400" y="5891"/>
                </a:lnTo>
                <a:cubicBezTo>
                  <a:pt x="20400" y="5891"/>
                  <a:pt x="14400" y="5891"/>
                  <a:pt x="14400" y="5891"/>
                </a:cubicBezTo>
                <a:close/>
                <a:moveTo>
                  <a:pt x="20400" y="19636"/>
                </a:moveTo>
                <a:cubicBezTo>
                  <a:pt x="20400" y="20178"/>
                  <a:pt x="19862" y="20617"/>
                  <a:pt x="19200" y="20617"/>
                </a:cubicBezTo>
                <a:lnTo>
                  <a:pt x="2400" y="20617"/>
                </a:lnTo>
                <a:cubicBezTo>
                  <a:pt x="1738" y="20617"/>
                  <a:pt x="1200" y="20178"/>
                  <a:pt x="1200" y="19636"/>
                </a:cubicBezTo>
                <a:lnTo>
                  <a:pt x="1200" y="1964"/>
                </a:lnTo>
                <a:cubicBezTo>
                  <a:pt x="1200" y="1422"/>
                  <a:pt x="1738" y="982"/>
                  <a:pt x="2400" y="982"/>
                </a:cubicBezTo>
                <a:lnTo>
                  <a:pt x="13200" y="982"/>
                </a:lnTo>
                <a:lnTo>
                  <a:pt x="13200" y="5891"/>
                </a:lnTo>
                <a:cubicBezTo>
                  <a:pt x="13200" y="6433"/>
                  <a:pt x="13738" y="6872"/>
                  <a:pt x="14400" y="6872"/>
                </a:cubicBezTo>
                <a:lnTo>
                  <a:pt x="20400" y="6872"/>
                </a:lnTo>
                <a:cubicBezTo>
                  <a:pt x="20400" y="6872"/>
                  <a:pt x="20400" y="19636"/>
                  <a:pt x="20400" y="19636"/>
                </a:cubicBezTo>
                <a:close/>
                <a:moveTo>
                  <a:pt x="15600" y="0"/>
                </a:moveTo>
                <a:lnTo>
                  <a:pt x="2400" y="0"/>
                </a:lnTo>
                <a:cubicBezTo>
                  <a:pt x="1075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0"/>
                  <a:pt x="1075" y="21600"/>
                  <a:pt x="2400" y="21600"/>
                </a:cubicBezTo>
                <a:lnTo>
                  <a:pt x="19200" y="21600"/>
                </a:lnTo>
                <a:cubicBezTo>
                  <a:pt x="20525" y="21600"/>
                  <a:pt x="21600" y="20720"/>
                  <a:pt x="21600" y="19636"/>
                </a:cubicBezTo>
                <a:lnTo>
                  <a:pt x="21600" y="5400"/>
                </a:lnTo>
                <a:cubicBezTo>
                  <a:pt x="21600" y="5400"/>
                  <a:pt x="15600" y="0"/>
                  <a:pt x="15600" y="0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23" name="Shape 2535">
            <a:extLst>
              <a:ext uri="{FF2B5EF4-FFF2-40B4-BE49-F238E27FC236}">
                <a16:creationId xmlns:a16="http://schemas.microsoft.com/office/drawing/2014/main" id="{2D7C8112-CD72-F602-F621-A82F5584578A}"/>
              </a:ext>
            </a:extLst>
          </p:cNvPr>
          <p:cNvSpPr/>
          <p:nvPr userDrawn="1"/>
        </p:nvSpPr>
        <p:spPr>
          <a:xfrm>
            <a:off x="803030" y="1825937"/>
            <a:ext cx="229200" cy="2801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8836"/>
                </a:moveTo>
                <a:lnTo>
                  <a:pt x="10800" y="5966"/>
                </a:lnTo>
                <a:lnTo>
                  <a:pt x="13928" y="8836"/>
                </a:lnTo>
                <a:cubicBezTo>
                  <a:pt x="13928" y="8836"/>
                  <a:pt x="10800" y="8836"/>
                  <a:pt x="10800" y="8836"/>
                </a:cubicBezTo>
                <a:close/>
                <a:moveTo>
                  <a:pt x="14400" y="19636"/>
                </a:moveTo>
                <a:cubicBezTo>
                  <a:pt x="14400" y="20178"/>
                  <a:pt x="13862" y="20617"/>
                  <a:pt x="13200" y="20617"/>
                </a:cubicBezTo>
                <a:lnTo>
                  <a:pt x="2400" y="20617"/>
                </a:lnTo>
                <a:cubicBezTo>
                  <a:pt x="1738" y="20617"/>
                  <a:pt x="1200" y="20178"/>
                  <a:pt x="1200" y="19636"/>
                </a:cubicBezTo>
                <a:lnTo>
                  <a:pt x="1200" y="6872"/>
                </a:lnTo>
                <a:cubicBezTo>
                  <a:pt x="1200" y="6331"/>
                  <a:pt x="1738" y="5891"/>
                  <a:pt x="2400" y="5891"/>
                </a:cubicBezTo>
                <a:lnTo>
                  <a:pt x="9600" y="5891"/>
                </a:lnTo>
                <a:lnTo>
                  <a:pt x="9600" y="8836"/>
                </a:lnTo>
                <a:cubicBezTo>
                  <a:pt x="9600" y="9378"/>
                  <a:pt x="10138" y="9818"/>
                  <a:pt x="10800" y="9818"/>
                </a:cubicBezTo>
                <a:lnTo>
                  <a:pt x="14400" y="9818"/>
                </a:lnTo>
                <a:cubicBezTo>
                  <a:pt x="14400" y="9818"/>
                  <a:pt x="14400" y="19636"/>
                  <a:pt x="14400" y="19636"/>
                </a:cubicBezTo>
                <a:close/>
                <a:moveTo>
                  <a:pt x="2400" y="4909"/>
                </a:moveTo>
                <a:cubicBezTo>
                  <a:pt x="1075" y="4909"/>
                  <a:pt x="0" y="5788"/>
                  <a:pt x="0" y="6872"/>
                </a:cubicBezTo>
                <a:lnTo>
                  <a:pt x="0" y="19636"/>
                </a:lnTo>
                <a:cubicBezTo>
                  <a:pt x="0" y="20720"/>
                  <a:pt x="1075" y="21600"/>
                  <a:pt x="2400" y="21600"/>
                </a:cubicBezTo>
                <a:lnTo>
                  <a:pt x="13200" y="21600"/>
                </a:lnTo>
                <a:cubicBezTo>
                  <a:pt x="14525" y="21600"/>
                  <a:pt x="15600" y="20720"/>
                  <a:pt x="15600" y="19636"/>
                </a:cubicBezTo>
                <a:lnTo>
                  <a:pt x="15600" y="8836"/>
                </a:lnTo>
                <a:lnTo>
                  <a:pt x="11400" y="4909"/>
                </a:lnTo>
                <a:cubicBezTo>
                  <a:pt x="11400" y="4909"/>
                  <a:pt x="2400" y="4909"/>
                  <a:pt x="2400" y="4909"/>
                </a:cubicBezTo>
                <a:close/>
                <a:moveTo>
                  <a:pt x="16800" y="3927"/>
                </a:moveTo>
                <a:lnTo>
                  <a:pt x="16800" y="1058"/>
                </a:lnTo>
                <a:lnTo>
                  <a:pt x="19928" y="3927"/>
                </a:lnTo>
                <a:cubicBezTo>
                  <a:pt x="19928" y="3927"/>
                  <a:pt x="16800" y="3927"/>
                  <a:pt x="16800" y="3927"/>
                </a:cubicBezTo>
                <a:close/>
                <a:moveTo>
                  <a:pt x="17400" y="0"/>
                </a:moveTo>
                <a:lnTo>
                  <a:pt x="8400" y="0"/>
                </a:lnTo>
                <a:cubicBezTo>
                  <a:pt x="7075" y="0"/>
                  <a:pt x="6000" y="879"/>
                  <a:pt x="6000" y="1964"/>
                </a:cubicBezTo>
                <a:lnTo>
                  <a:pt x="6000" y="3436"/>
                </a:lnTo>
                <a:cubicBezTo>
                  <a:pt x="6000" y="3708"/>
                  <a:pt x="6269" y="3927"/>
                  <a:pt x="6600" y="3927"/>
                </a:cubicBezTo>
                <a:cubicBezTo>
                  <a:pt x="6931" y="3927"/>
                  <a:pt x="7200" y="3708"/>
                  <a:pt x="7200" y="3436"/>
                </a:cubicBezTo>
                <a:lnTo>
                  <a:pt x="7200" y="1964"/>
                </a:lnTo>
                <a:cubicBezTo>
                  <a:pt x="7200" y="1422"/>
                  <a:pt x="7738" y="982"/>
                  <a:pt x="8400" y="982"/>
                </a:cubicBezTo>
                <a:lnTo>
                  <a:pt x="15600" y="982"/>
                </a:lnTo>
                <a:lnTo>
                  <a:pt x="15600" y="3927"/>
                </a:lnTo>
                <a:cubicBezTo>
                  <a:pt x="15600" y="4469"/>
                  <a:pt x="16138" y="4909"/>
                  <a:pt x="16800" y="4909"/>
                </a:cubicBezTo>
                <a:lnTo>
                  <a:pt x="20400" y="4909"/>
                </a:lnTo>
                <a:lnTo>
                  <a:pt x="20400" y="14727"/>
                </a:lnTo>
                <a:cubicBezTo>
                  <a:pt x="20400" y="15269"/>
                  <a:pt x="19862" y="15709"/>
                  <a:pt x="19200" y="15709"/>
                </a:cubicBezTo>
                <a:lnTo>
                  <a:pt x="17400" y="15709"/>
                </a:lnTo>
                <a:cubicBezTo>
                  <a:pt x="17069" y="15709"/>
                  <a:pt x="16800" y="15929"/>
                  <a:pt x="16800" y="16199"/>
                </a:cubicBezTo>
                <a:cubicBezTo>
                  <a:pt x="16800" y="16471"/>
                  <a:pt x="17069" y="16690"/>
                  <a:pt x="17400" y="16690"/>
                </a:cubicBezTo>
                <a:lnTo>
                  <a:pt x="19200" y="16690"/>
                </a:lnTo>
                <a:cubicBezTo>
                  <a:pt x="20525" y="16690"/>
                  <a:pt x="21600" y="15811"/>
                  <a:pt x="21600" y="14727"/>
                </a:cubicBezTo>
                <a:lnTo>
                  <a:pt x="21600" y="3927"/>
                </a:lnTo>
                <a:cubicBezTo>
                  <a:pt x="21600" y="3927"/>
                  <a:pt x="17400" y="0"/>
                  <a:pt x="17400" y="0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24" name="Shape 2536">
            <a:extLst>
              <a:ext uri="{FF2B5EF4-FFF2-40B4-BE49-F238E27FC236}">
                <a16:creationId xmlns:a16="http://schemas.microsoft.com/office/drawing/2014/main" id="{36695439-946D-EFF6-2408-A1AD99D82DFC}"/>
              </a:ext>
            </a:extLst>
          </p:cNvPr>
          <p:cNvSpPr/>
          <p:nvPr userDrawn="1"/>
        </p:nvSpPr>
        <p:spPr>
          <a:xfrm>
            <a:off x="1312363" y="1825938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418" y="11782"/>
                </a:moveTo>
                <a:lnTo>
                  <a:pt x="14236" y="11782"/>
                </a:lnTo>
                <a:cubicBezTo>
                  <a:pt x="14507" y="11782"/>
                  <a:pt x="14727" y="11562"/>
                  <a:pt x="14727" y="11291"/>
                </a:cubicBezTo>
                <a:cubicBezTo>
                  <a:pt x="14727" y="11020"/>
                  <a:pt x="14507" y="10800"/>
                  <a:pt x="14236" y="10800"/>
                </a:cubicBezTo>
                <a:lnTo>
                  <a:pt x="4418" y="10800"/>
                </a:lnTo>
                <a:cubicBezTo>
                  <a:pt x="4147" y="10800"/>
                  <a:pt x="3927" y="11020"/>
                  <a:pt x="3927" y="11291"/>
                </a:cubicBezTo>
                <a:cubicBezTo>
                  <a:pt x="3927" y="11562"/>
                  <a:pt x="4147" y="11782"/>
                  <a:pt x="4418" y="11782"/>
                </a:cubicBezTo>
                <a:moveTo>
                  <a:pt x="20618" y="20618"/>
                </a:moveTo>
                <a:lnTo>
                  <a:pt x="5891" y="20618"/>
                </a:lnTo>
                <a:lnTo>
                  <a:pt x="5891" y="16200"/>
                </a:lnTo>
                <a:cubicBezTo>
                  <a:pt x="5891" y="15929"/>
                  <a:pt x="5671" y="15709"/>
                  <a:pt x="5400" y="15709"/>
                </a:cubicBezTo>
                <a:lnTo>
                  <a:pt x="982" y="15709"/>
                </a:lnTo>
                <a:lnTo>
                  <a:pt x="982" y="982"/>
                </a:lnTo>
                <a:lnTo>
                  <a:pt x="20618" y="982"/>
                </a:lnTo>
                <a:cubicBezTo>
                  <a:pt x="20618" y="982"/>
                  <a:pt x="20618" y="20618"/>
                  <a:pt x="20618" y="20618"/>
                </a:cubicBezTo>
                <a:close/>
                <a:moveTo>
                  <a:pt x="4909" y="20127"/>
                </a:moveTo>
                <a:lnTo>
                  <a:pt x="1473" y="16691"/>
                </a:lnTo>
                <a:lnTo>
                  <a:pt x="4909" y="16691"/>
                </a:lnTo>
                <a:cubicBezTo>
                  <a:pt x="4909" y="16691"/>
                  <a:pt x="4909" y="20127"/>
                  <a:pt x="4909" y="20127"/>
                </a:cubicBezTo>
                <a:close/>
                <a:moveTo>
                  <a:pt x="20618" y="0"/>
                </a:moveTo>
                <a:lnTo>
                  <a:pt x="982" y="0"/>
                </a:lnTo>
                <a:cubicBezTo>
                  <a:pt x="440" y="0"/>
                  <a:pt x="0" y="440"/>
                  <a:pt x="0" y="982"/>
                </a:cubicBezTo>
                <a:lnTo>
                  <a:pt x="0" y="16691"/>
                </a:lnTo>
                <a:lnTo>
                  <a:pt x="4909" y="21600"/>
                </a:lnTo>
                <a:lnTo>
                  <a:pt x="20618" y="21600"/>
                </a:lnTo>
                <a:cubicBezTo>
                  <a:pt x="21160" y="21600"/>
                  <a:pt x="21600" y="21161"/>
                  <a:pt x="21600" y="20618"/>
                </a:cubicBezTo>
                <a:lnTo>
                  <a:pt x="21600" y="982"/>
                </a:lnTo>
                <a:cubicBezTo>
                  <a:pt x="21600" y="440"/>
                  <a:pt x="21160" y="0"/>
                  <a:pt x="20618" y="0"/>
                </a:cubicBezTo>
                <a:moveTo>
                  <a:pt x="4418" y="8836"/>
                </a:moveTo>
                <a:lnTo>
                  <a:pt x="17182" y="8836"/>
                </a:lnTo>
                <a:cubicBezTo>
                  <a:pt x="17453" y="8836"/>
                  <a:pt x="17673" y="8617"/>
                  <a:pt x="17673" y="8345"/>
                </a:cubicBezTo>
                <a:cubicBezTo>
                  <a:pt x="17673" y="8075"/>
                  <a:pt x="17453" y="7855"/>
                  <a:pt x="17182" y="7855"/>
                </a:cubicBezTo>
                <a:lnTo>
                  <a:pt x="4418" y="7855"/>
                </a:lnTo>
                <a:cubicBezTo>
                  <a:pt x="4147" y="7855"/>
                  <a:pt x="3927" y="8075"/>
                  <a:pt x="3927" y="8345"/>
                </a:cubicBezTo>
                <a:cubicBezTo>
                  <a:pt x="3927" y="8617"/>
                  <a:pt x="4147" y="8836"/>
                  <a:pt x="4418" y="8836"/>
                </a:cubicBezTo>
                <a:moveTo>
                  <a:pt x="4418" y="5891"/>
                </a:moveTo>
                <a:lnTo>
                  <a:pt x="10309" y="5891"/>
                </a:lnTo>
                <a:cubicBezTo>
                  <a:pt x="10580" y="5891"/>
                  <a:pt x="10800" y="5672"/>
                  <a:pt x="10800" y="5400"/>
                </a:cubicBezTo>
                <a:cubicBezTo>
                  <a:pt x="10800" y="5129"/>
                  <a:pt x="10580" y="4909"/>
                  <a:pt x="10309" y="4909"/>
                </a:cubicBezTo>
                <a:lnTo>
                  <a:pt x="4418" y="4909"/>
                </a:lnTo>
                <a:cubicBezTo>
                  <a:pt x="4147" y="4909"/>
                  <a:pt x="3927" y="5129"/>
                  <a:pt x="3927" y="5400"/>
                </a:cubicBezTo>
                <a:cubicBezTo>
                  <a:pt x="3927" y="5672"/>
                  <a:pt x="4147" y="5891"/>
                  <a:pt x="4418" y="5891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25" name="Shape 2537">
            <a:extLst>
              <a:ext uri="{FF2B5EF4-FFF2-40B4-BE49-F238E27FC236}">
                <a16:creationId xmlns:a16="http://schemas.microsoft.com/office/drawing/2014/main" id="{C320AE10-C5B6-0780-4D9E-AEEE9A147650}"/>
              </a:ext>
            </a:extLst>
          </p:cNvPr>
          <p:cNvSpPr/>
          <p:nvPr userDrawn="1"/>
        </p:nvSpPr>
        <p:spPr>
          <a:xfrm>
            <a:off x="1872627" y="1825938"/>
            <a:ext cx="229200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400" y="13745"/>
                </a:moveTo>
                <a:lnTo>
                  <a:pt x="3600" y="13745"/>
                </a:lnTo>
                <a:cubicBezTo>
                  <a:pt x="3269" y="13745"/>
                  <a:pt x="3000" y="13966"/>
                  <a:pt x="3000" y="14236"/>
                </a:cubicBezTo>
                <a:cubicBezTo>
                  <a:pt x="3000" y="14508"/>
                  <a:pt x="3269" y="14727"/>
                  <a:pt x="3600" y="14727"/>
                </a:cubicBezTo>
                <a:lnTo>
                  <a:pt x="14400" y="14727"/>
                </a:lnTo>
                <a:cubicBezTo>
                  <a:pt x="14731" y="14727"/>
                  <a:pt x="15000" y="14508"/>
                  <a:pt x="15000" y="14236"/>
                </a:cubicBezTo>
                <a:cubicBezTo>
                  <a:pt x="15000" y="13966"/>
                  <a:pt x="14731" y="13745"/>
                  <a:pt x="14400" y="13745"/>
                </a:cubicBezTo>
                <a:moveTo>
                  <a:pt x="3000" y="11291"/>
                </a:moveTo>
                <a:cubicBezTo>
                  <a:pt x="3000" y="11562"/>
                  <a:pt x="3269" y="11782"/>
                  <a:pt x="3600" y="11782"/>
                </a:cubicBezTo>
                <a:lnTo>
                  <a:pt x="18000" y="11782"/>
                </a:lnTo>
                <a:cubicBezTo>
                  <a:pt x="18331" y="11782"/>
                  <a:pt x="18600" y="11562"/>
                  <a:pt x="18600" y="11291"/>
                </a:cubicBezTo>
                <a:cubicBezTo>
                  <a:pt x="18600" y="11020"/>
                  <a:pt x="18331" y="10800"/>
                  <a:pt x="18000" y="10800"/>
                </a:cubicBezTo>
                <a:lnTo>
                  <a:pt x="3600" y="10800"/>
                </a:lnTo>
                <a:cubicBezTo>
                  <a:pt x="3269" y="10800"/>
                  <a:pt x="3000" y="11020"/>
                  <a:pt x="3000" y="11291"/>
                </a:cubicBezTo>
                <a:moveTo>
                  <a:pt x="20400" y="20618"/>
                </a:moveTo>
                <a:lnTo>
                  <a:pt x="6600" y="20618"/>
                </a:lnTo>
                <a:lnTo>
                  <a:pt x="1200" y="16200"/>
                </a:lnTo>
                <a:lnTo>
                  <a:pt x="1200" y="2945"/>
                </a:lnTo>
                <a:lnTo>
                  <a:pt x="4200" y="2945"/>
                </a:lnTo>
                <a:lnTo>
                  <a:pt x="4200" y="4418"/>
                </a:lnTo>
                <a:cubicBezTo>
                  <a:pt x="4200" y="4690"/>
                  <a:pt x="4469" y="4909"/>
                  <a:pt x="4800" y="4909"/>
                </a:cubicBezTo>
                <a:cubicBezTo>
                  <a:pt x="5131" y="4909"/>
                  <a:pt x="5400" y="4690"/>
                  <a:pt x="5400" y="4418"/>
                </a:cubicBezTo>
                <a:lnTo>
                  <a:pt x="5400" y="2945"/>
                </a:lnTo>
                <a:lnTo>
                  <a:pt x="6600" y="2945"/>
                </a:lnTo>
                <a:lnTo>
                  <a:pt x="6600" y="4418"/>
                </a:lnTo>
                <a:cubicBezTo>
                  <a:pt x="6600" y="4690"/>
                  <a:pt x="6869" y="4909"/>
                  <a:pt x="7200" y="4909"/>
                </a:cubicBezTo>
                <a:cubicBezTo>
                  <a:pt x="7531" y="4909"/>
                  <a:pt x="7800" y="4690"/>
                  <a:pt x="7800" y="4418"/>
                </a:cubicBezTo>
                <a:lnTo>
                  <a:pt x="7800" y="2945"/>
                </a:lnTo>
                <a:lnTo>
                  <a:pt x="9000" y="2945"/>
                </a:lnTo>
                <a:lnTo>
                  <a:pt x="9000" y="4418"/>
                </a:lnTo>
                <a:cubicBezTo>
                  <a:pt x="9000" y="4690"/>
                  <a:pt x="9269" y="4909"/>
                  <a:pt x="9600" y="4909"/>
                </a:cubicBezTo>
                <a:cubicBezTo>
                  <a:pt x="9931" y="4909"/>
                  <a:pt x="10200" y="4690"/>
                  <a:pt x="10200" y="4418"/>
                </a:cubicBezTo>
                <a:lnTo>
                  <a:pt x="10200" y="2945"/>
                </a:lnTo>
                <a:lnTo>
                  <a:pt x="11400" y="2945"/>
                </a:lnTo>
                <a:lnTo>
                  <a:pt x="11400" y="4418"/>
                </a:lnTo>
                <a:cubicBezTo>
                  <a:pt x="11400" y="4690"/>
                  <a:pt x="11669" y="4909"/>
                  <a:pt x="12000" y="4909"/>
                </a:cubicBezTo>
                <a:cubicBezTo>
                  <a:pt x="12331" y="4909"/>
                  <a:pt x="12600" y="4690"/>
                  <a:pt x="12600" y="4418"/>
                </a:cubicBezTo>
                <a:lnTo>
                  <a:pt x="12600" y="2945"/>
                </a:lnTo>
                <a:lnTo>
                  <a:pt x="13800" y="2945"/>
                </a:lnTo>
                <a:lnTo>
                  <a:pt x="13800" y="4418"/>
                </a:lnTo>
                <a:cubicBezTo>
                  <a:pt x="13800" y="4690"/>
                  <a:pt x="14069" y="4909"/>
                  <a:pt x="14400" y="4909"/>
                </a:cubicBezTo>
                <a:cubicBezTo>
                  <a:pt x="14731" y="4909"/>
                  <a:pt x="15000" y="4690"/>
                  <a:pt x="15000" y="4418"/>
                </a:cubicBezTo>
                <a:lnTo>
                  <a:pt x="15000" y="2945"/>
                </a:lnTo>
                <a:lnTo>
                  <a:pt x="16200" y="2945"/>
                </a:lnTo>
                <a:lnTo>
                  <a:pt x="16200" y="4418"/>
                </a:lnTo>
                <a:cubicBezTo>
                  <a:pt x="16200" y="4690"/>
                  <a:pt x="16469" y="4909"/>
                  <a:pt x="16800" y="4909"/>
                </a:cubicBezTo>
                <a:cubicBezTo>
                  <a:pt x="17131" y="4909"/>
                  <a:pt x="17400" y="4690"/>
                  <a:pt x="17400" y="4418"/>
                </a:cubicBezTo>
                <a:lnTo>
                  <a:pt x="17400" y="2945"/>
                </a:lnTo>
                <a:lnTo>
                  <a:pt x="20400" y="2945"/>
                </a:lnTo>
                <a:cubicBezTo>
                  <a:pt x="20400" y="2945"/>
                  <a:pt x="20400" y="20618"/>
                  <a:pt x="20400" y="20618"/>
                </a:cubicBezTo>
                <a:close/>
                <a:moveTo>
                  <a:pt x="1200" y="20618"/>
                </a:moveTo>
                <a:lnTo>
                  <a:pt x="1200" y="17673"/>
                </a:lnTo>
                <a:lnTo>
                  <a:pt x="4800" y="20618"/>
                </a:lnTo>
                <a:cubicBezTo>
                  <a:pt x="4800" y="20618"/>
                  <a:pt x="1200" y="20618"/>
                  <a:pt x="1200" y="20618"/>
                </a:cubicBezTo>
                <a:close/>
                <a:moveTo>
                  <a:pt x="20400" y="1964"/>
                </a:moveTo>
                <a:lnTo>
                  <a:pt x="17400" y="1964"/>
                </a:lnTo>
                <a:lnTo>
                  <a:pt x="17400" y="491"/>
                </a:lnTo>
                <a:cubicBezTo>
                  <a:pt x="17400" y="220"/>
                  <a:pt x="17131" y="0"/>
                  <a:pt x="16800" y="0"/>
                </a:cubicBezTo>
                <a:cubicBezTo>
                  <a:pt x="16469" y="0"/>
                  <a:pt x="16200" y="220"/>
                  <a:pt x="16200" y="491"/>
                </a:cubicBezTo>
                <a:lnTo>
                  <a:pt x="16200" y="1964"/>
                </a:lnTo>
                <a:lnTo>
                  <a:pt x="15000" y="1964"/>
                </a:lnTo>
                <a:lnTo>
                  <a:pt x="15000" y="491"/>
                </a:lnTo>
                <a:cubicBezTo>
                  <a:pt x="15000" y="220"/>
                  <a:pt x="14731" y="0"/>
                  <a:pt x="14400" y="0"/>
                </a:cubicBezTo>
                <a:cubicBezTo>
                  <a:pt x="14069" y="0"/>
                  <a:pt x="13800" y="220"/>
                  <a:pt x="13800" y="491"/>
                </a:cubicBezTo>
                <a:lnTo>
                  <a:pt x="13800" y="1964"/>
                </a:lnTo>
                <a:lnTo>
                  <a:pt x="12600" y="1964"/>
                </a:lnTo>
                <a:lnTo>
                  <a:pt x="12600" y="491"/>
                </a:lnTo>
                <a:cubicBezTo>
                  <a:pt x="12600" y="220"/>
                  <a:pt x="12331" y="0"/>
                  <a:pt x="12000" y="0"/>
                </a:cubicBezTo>
                <a:cubicBezTo>
                  <a:pt x="11669" y="0"/>
                  <a:pt x="11400" y="220"/>
                  <a:pt x="11400" y="491"/>
                </a:cubicBezTo>
                <a:lnTo>
                  <a:pt x="11400" y="1964"/>
                </a:lnTo>
                <a:lnTo>
                  <a:pt x="10200" y="1964"/>
                </a:lnTo>
                <a:lnTo>
                  <a:pt x="10200" y="491"/>
                </a:lnTo>
                <a:cubicBezTo>
                  <a:pt x="10200" y="220"/>
                  <a:pt x="9931" y="0"/>
                  <a:pt x="9600" y="0"/>
                </a:cubicBezTo>
                <a:cubicBezTo>
                  <a:pt x="9269" y="0"/>
                  <a:pt x="9000" y="220"/>
                  <a:pt x="9000" y="491"/>
                </a:cubicBezTo>
                <a:lnTo>
                  <a:pt x="9000" y="1964"/>
                </a:lnTo>
                <a:lnTo>
                  <a:pt x="7800" y="1964"/>
                </a:lnTo>
                <a:lnTo>
                  <a:pt x="7800" y="491"/>
                </a:lnTo>
                <a:cubicBezTo>
                  <a:pt x="7800" y="220"/>
                  <a:pt x="7531" y="0"/>
                  <a:pt x="7200" y="0"/>
                </a:cubicBezTo>
                <a:cubicBezTo>
                  <a:pt x="6869" y="0"/>
                  <a:pt x="6600" y="220"/>
                  <a:pt x="6600" y="491"/>
                </a:cubicBezTo>
                <a:lnTo>
                  <a:pt x="6600" y="1964"/>
                </a:lnTo>
                <a:lnTo>
                  <a:pt x="5400" y="1964"/>
                </a:lnTo>
                <a:lnTo>
                  <a:pt x="5400" y="491"/>
                </a:lnTo>
                <a:cubicBezTo>
                  <a:pt x="5400" y="220"/>
                  <a:pt x="5131" y="0"/>
                  <a:pt x="4800" y="0"/>
                </a:cubicBezTo>
                <a:cubicBezTo>
                  <a:pt x="4469" y="0"/>
                  <a:pt x="4200" y="220"/>
                  <a:pt x="4200" y="491"/>
                </a:cubicBezTo>
                <a:lnTo>
                  <a:pt x="4200" y="1964"/>
                </a:lnTo>
                <a:lnTo>
                  <a:pt x="1200" y="1964"/>
                </a:lnTo>
                <a:cubicBezTo>
                  <a:pt x="538" y="1964"/>
                  <a:pt x="0" y="2404"/>
                  <a:pt x="0" y="2945"/>
                </a:cubicBezTo>
                <a:lnTo>
                  <a:pt x="0" y="20618"/>
                </a:lnTo>
                <a:cubicBezTo>
                  <a:pt x="0" y="21161"/>
                  <a:pt x="538" y="21600"/>
                  <a:pt x="1200" y="21600"/>
                </a:cubicBezTo>
                <a:lnTo>
                  <a:pt x="20400" y="21600"/>
                </a:lnTo>
                <a:cubicBezTo>
                  <a:pt x="21062" y="21600"/>
                  <a:pt x="21600" y="21161"/>
                  <a:pt x="21600" y="20618"/>
                </a:cubicBezTo>
                <a:lnTo>
                  <a:pt x="21600" y="2945"/>
                </a:lnTo>
                <a:cubicBezTo>
                  <a:pt x="21600" y="2404"/>
                  <a:pt x="21062" y="1964"/>
                  <a:pt x="20400" y="1964"/>
                </a:cubicBezTo>
                <a:moveTo>
                  <a:pt x="3600" y="8836"/>
                </a:moveTo>
                <a:lnTo>
                  <a:pt x="10800" y="8836"/>
                </a:lnTo>
                <a:cubicBezTo>
                  <a:pt x="11131" y="8836"/>
                  <a:pt x="11400" y="8617"/>
                  <a:pt x="11400" y="8345"/>
                </a:cubicBezTo>
                <a:cubicBezTo>
                  <a:pt x="11400" y="8075"/>
                  <a:pt x="11131" y="7855"/>
                  <a:pt x="10800" y="7855"/>
                </a:cubicBezTo>
                <a:lnTo>
                  <a:pt x="3600" y="7855"/>
                </a:lnTo>
                <a:cubicBezTo>
                  <a:pt x="3269" y="7855"/>
                  <a:pt x="3000" y="8075"/>
                  <a:pt x="3000" y="8345"/>
                </a:cubicBezTo>
                <a:cubicBezTo>
                  <a:pt x="3000" y="8617"/>
                  <a:pt x="3269" y="8836"/>
                  <a:pt x="3600" y="883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26" name="Shape 2538">
            <a:extLst>
              <a:ext uri="{FF2B5EF4-FFF2-40B4-BE49-F238E27FC236}">
                <a16:creationId xmlns:a16="http://schemas.microsoft.com/office/drawing/2014/main" id="{3FE0E9B7-9BD8-9128-B004-CE204B74F9C9}"/>
              </a:ext>
            </a:extLst>
          </p:cNvPr>
          <p:cNvSpPr/>
          <p:nvPr userDrawn="1"/>
        </p:nvSpPr>
        <p:spPr>
          <a:xfrm>
            <a:off x="2407425" y="1825938"/>
            <a:ext cx="229200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00" y="5891"/>
                </a:moveTo>
                <a:lnTo>
                  <a:pt x="1200" y="5891"/>
                </a:lnTo>
                <a:lnTo>
                  <a:pt x="1200" y="3927"/>
                </a:lnTo>
                <a:lnTo>
                  <a:pt x="6000" y="3927"/>
                </a:lnTo>
                <a:cubicBezTo>
                  <a:pt x="6000" y="4469"/>
                  <a:pt x="6538" y="4909"/>
                  <a:pt x="7200" y="4909"/>
                </a:cubicBezTo>
                <a:lnTo>
                  <a:pt x="14400" y="4909"/>
                </a:lnTo>
                <a:cubicBezTo>
                  <a:pt x="15062" y="4909"/>
                  <a:pt x="15600" y="4469"/>
                  <a:pt x="15600" y="3927"/>
                </a:cubicBezTo>
                <a:lnTo>
                  <a:pt x="20400" y="3927"/>
                </a:lnTo>
                <a:cubicBezTo>
                  <a:pt x="20400" y="3927"/>
                  <a:pt x="20400" y="5891"/>
                  <a:pt x="20400" y="5891"/>
                </a:cubicBezTo>
                <a:close/>
                <a:moveTo>
                  <a:pt x="20400" y="20618"/>
                </a:moveTo>
                <a:lnTo>
                  <a:pt x="1200" y="20618"/>
                </a:lnTo>
                <a:lnTo>
                  <a:pt x="1200" y="6873"/>
                </a:lnTo>
                <a:lnTo>
                  <a:pt x="20400" y="6873"/>
                </a:lnTo>
                <a:cubicBezTo>
                  <a:pt x="20400" y="6873"/>
                  <a:pt x="20400" y="20618"/>
                  <a:pt x="20400" y="20618"/>
                </a:cubicBezTo>
                <a:close/>
                <a:moveTo>
                  <a:pt x="7200" y="1964"/>
                </a:moveTo>
                <a:lnTo>
                  <a:pt x="14400" y="1964"/>
                </a:lnTo>
                <a:lnTo>
                  <a:pt x="14400" y="3927"/>
                </a:lnTo>
                <a:lnTo>
                  <a:pt x="7200" y="3927"/>
                </a:lnTo>
                <a:cubicBezTo>
                  <a:pt x="7200" y="3927"/>
                  <a:pt x="7200" y="1964"/>
                  <a:pt x="7200" y="1964"/>
                </a:cubicBezTo>
                <a:close/>
                <a:moveTo>
                  <a:pt x="20400" y="2945"/>
                </a:moveTo>
                <a:lnTo>
                  <a:pt x="15600" y="2945"/>
                </a:lnTo>
                <a:lnTo>
                  <a:pt x="15600" y="1964"/>
                </a:lnTo>
                <a:cubicBezTo>
                  <a:pt x="15600" y="1422"/>
                  <a:pt x="15062" y="982"/>
                  <a:pt x="14400" y="982"/>
                </a:cubicBezTo>
                <a:lnTo>
                  <a:pt x="12000" y="982"/>
                </a:lnTo>
                <a:cubicBezTo>
                  <a:pt x="12000" y="440"/>
                  <a:pt x="11462" y="0"/>
                  <a:pt x="10800" y="0"/>
                </a:cubicBezTo>
                <a:cubicBezTo>
                  <a:pt x="10138" y="0"/>
                  <a:pt x="9600" y="440"/>
                  <a:pt x="9600" y="982"/>
                </a:cubicBezTo>
                <a:lnTo>
                  <a:pt x="7200" y="982"/>
                </a:lnTo>
                <a:cubicBezTo>
                  <a:pt x="6538" y="982"/>
                  <a:pt x="6000" y="1422"/>
                  <a:pt x="6000" y="1964"/>
                </a:cubicBezTo>
                <a:lnTo>
                  <a:pt x="6000" y="2945"/>
                </a:lnTo>
                <a:lnTo>
                  <a:pt x="1200" y="2945"/>
                </a:lnTo>
                <a:cubicBezTo>
                  <a:pt x="538" y="2945"/>
                  <a:pt x="0" y="3386"/>
                  <a:pt x="0" y="3927"/>
                </a:cubicBezTo>
                <a:lnTo>
                  <a:pt x="0" y="20618"/>
                </a:lnTo>
                <a:cubicBezTo>
                  <a:pt x="0" y="21160"/>
                  <a:pt x="538" y="21600"/>
                  <a:pt x="1200" y="21600"/>
                </a:cubicBezTo>
                <a:lnTo>
                  <a:pt x="20400" y="21600"/>
                </a:lnTo>
                <a:cubicBezTo>
                  <a:pt x="21062" y="21600"/>
                  <a:pt x="21600" y="21160"/>
                  <a:pt x="21600" y="20618"/>
                </a:cubicBezTo>
                <a:lnTo>
                  <a:pt x="21600" y="3927"/>
                </a:lnTo>
                <a:cubicBezTo>
                  <a:pt x="21600" y="3386"/>
                  <a:pt x="21062" y="2945"/>
                  <a:pt x="20400" y="2945"/>
                </a:cubicBezTo>
                <a:moveTo>
                  <a:pt x="4200" y="16691"/>
                </a:moveTo>
                <a:lnTo>
                  <a:pt x="15000" y="16691"/>
                </a:lnTo>
                <a:cubicBezTo>
                  <a:pt x="15331" y="16691"/>
                  <a:pt x="15600" y="16472"/>
                  <a:pt x="15600" y="16200"/>
                </a:cubicBezTo>
                <a:cubicBezTo>
                  <a:pt x="15600" y="15929"/>
                  <a:pt x="15331" y="15709"/>
                  <a:pt x="15000" y="15709"/>
                </a:cubicBezTo>
                <a:lnTo>
                  <a:pt x="4200" y="15709"/>
                </a:lnTo>
                <a:cubicBezTo>
                  <a:pt x="3869" y="15709"/>
                  <a:pt x="3600" y="15929"/>
                  <a:pt x="3600" y="16200"/>
                </a:cubicBezTo>
                <a:cubicBezTo>
                  <a:pt x="3600" y="16472"/>
                  <a:pt x="3869" y="16691"/>
                  <a:pt x="4200" y="16691"/>
                </a:cubicBezTo>
                <a:moveTo>
                  <a:pt x="4200" y="13745"/>
                </a:moveTo>
                <a:lnTo>
                  <a:pt x="17400" y="13745"/>
                </a:lnTo>
                <a:cubicBezTo>
                  <a:pt x="17731" y="13745"/>
                  <a:pt x="18000" y="13526"/>
                  <a:pt x="18000" y="13255"/>
                </a:cubicBezTo>
                <a:cubicBezTo>
                  <a:pt x="18000" y="12984"/>
                  <a:pt x="17731" y="12764"/>
                  <a:pt x="17400" y="12764"/>
                </a:cubicBezTo>
                <a:lnTo>
                  <a:pt x="4200" y="12764"/>
                </a:lnTo>
                <a:cubicBezTo>
                  <a:pt x="3869" y="12764"/>
                  <a:pt x="3600" y="12984"/>
                  <a:pt x="3600" y="13255"/>
                </a:cubicBezTo>
                <a:cubicBezTo>
                  <a:pt x="3600" y="13526"/>
                  <a:pt x="3869" y="13745"/>
                  <a:pt x="4200" y="13745"/>
                </a:cubicBezTo>
                <a:moveTo>
                  <a:pt x="4200" y="10800"/>
                </a:moveTo>
                <a:lnTo>
                  <a:pt x="11400" y="10800"/>
                </a:lnTo>
                <a:cubicBezTo>
                  <a:pt x="11731" y="10800"/>
                  <a:pt x="12000" y="10581"/>
                  <a:pt x="12000" y="10309"/>
                </a:cubicBezTo>
                <a:cubicBezTo>
                  <a:pt x="12000" y="10038"/>
                  <a:pt x="11731" y="9818"/>
                  <a:pt x="11400" y="9818"/>
                </a:cubicBezTo>
                <a:lnTo>
                  <a:pt x="4200" y="9818"/>
                </a:lnTo>
                <a:cubicBezTo>
                  <a:pt x="3869" y="9818"/>
                  <a:pt x="3600" y="10038"/>
                  <a:pt x="3600" y="10309"/>
                </a:cubicBezTo>
                <a:cubicBezTo>
                  <a:pt x="3600" y="10581"/>
                  <a:pt x="3869" y="10800"/>
                  <a:pt x="4200" y="108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27" name="Shape 2539">
            <a:extLst>
              <a:ext uri="{FF2B5EF4-FFF2-40B4-BE49-F238E27FC236}">
                <a16:creationId xmlns:a16="http://schemas.microsoft.com/office/drawing/2014/main" id="{7F739008-0AFF-B6A2-E626-6238841A4B0D}"/>
              </a:ext>
            </a:extLst>
          </p:cNvPr>
          <p:cNvSpPr/>
          <p:nvPr userDrawn="1"/>
        </p:nvSpPr>
        <p:spPr>
          <a:xfrm>
            <a:off x="2916758" y="1870503"/>
            <a:ext cx="280133" cy="191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720"/>
                </a:moveTo>
                <a:cubicBezTo>
                  <a:pt x="21600" y="323"/>
                  <a:pt x="21380" y="0"/>
                  <a:pt x="21109" y="0"/>
                </a:cubicBezTo>
                <a:cubicBezTo>
                  <a:pt x="20969" y="0"/>
                  <a:pt x="20845" y="88"/>
                  <a:pt x="20756" y="226"/>
                </a:cubicBezTo>
                <a:lnTo>
                  <a:pt x="20754" y="223"/>
                </a:lnTo>
                <a:lnTo>
                  <a:pt x="7848" y="19853"/>
                </a:lnTo>
                <a:lnTo>
                  <a:pt x="838" y="9571"/>
                </a:lnTo>
                <a:cubicBezTo>
                  <a:pt x="749" y="9441"/>
                  <a:pt x="626" y="9360"/>
                  <a:pt x="491" y="9360"/>
                </a:cubicBezTo>
                <a:cubicBezTo>
                  <a:pt x="220" y="9360"/>
                  <a:pt x="0" y="9683"/>
                  <a:pt x="0" y="10080"/>
                </a:cubicBezTo>
                <a:cubicBezTo>
                  <a:pt x="0" y="10279"/>
                  <a:pt x="55" y="10459"/>
                  <a:pt x="144" y="10589"/>
                </a:cubicBezTo>
                <a:lnTo>
                  <a:pt x="7507" y="21390"/>
                </a:lnTo>
                <a:cubicBezTo>
                  <a:pt x="7596" y="21520"/>
                  <a:pt x="7719" y="21600"/>
                  <a:pt x="7855" y="21600"/>
                </a:cubicBezTo>
                <a:cubicBezTo>
                  <a:pt x="7995" y="21600"/>
                  <a:pt x="8119" y="21513"/>
                  <a:pt x="8208" y="21376"/>
                </a:cubicBezTo>
                <a:lnTo>
                  <a:pt x="8210" y="21377"/>
                </a:lnTo>
                <a:lnTo>
                  <a:pt x="21465" y="1217"/>
                </a:lnTo>
                <a:lnTo>
                  <a:pt x="21462" y="1215"/>
                </a:lnTo>
                <a:cubicBezTo>
                  <a:pt x="21547" y="1087"/>
                  <a:pt x="21600" y="913"/>
                  <a:pt x="21600" y="72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28" name="Shape 2540">
            <a:extLst>
              <a:ext uri="{FF2B5EF4-FFF2-40B4-BE49-F238E27FC236}">
                <a16:creationId xmlns:a16="http://schemas.microsoft.com/office/drawing/2014/main" id="{D891F21F-5564-8675-3AA3-2A134431A189}"/>
              </a:ext>
            </a:extLst>
          </p:cNvPr>
          <p:cNvSpPr/>
          <p:nvPr userDrawn="1"/>
        </p:nvSpPr>
        <p:spPr>
          <a:xfrm>
            <a:off x="3451557" y="1825938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32" y="6661"/>
                </a:moveTo>
                <a:cubicBezTo>
                  <a:pt x="20540" y="6471"/>
                  <a:pt x="20228" y="6473"/>
                  <a:pt x="20038" y="6667"/>
                </a:cubicBezTo>
                <a:cubicBezTo>
                  <a:pt x="19903" y="6804"/>
                  <a:pt x="19870" y="7000"/>
                  <a:pt x="19929" y="7171"/>
                </a:cubicBezTo>
                <a:lnTo>
                  <a:pt x="19918" y="7175"/>
                </a:lnTo>
                <a:cubicBezTo>
                  <a:pt x="20365" y="8298"/>
                  <a:pt x="20618" y="9518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cubicBezTo>
                  <a:pt x="5378" y="20618"/>
                  <a:pt x="982" y="16223"/>
                  <a:pt x="982" y="10800"/>
                </a:cubicBezTo>
                <a:cubicBezTo>
                  <a:pt x="982" y="5377"/>
                  <a:pt x="5378" y="982"/>
                  <a:pt x="10800" y="982"/>
                </a:cubicBezTo>
                <a:cubicBezTo>
                  <a:pt x="13575" y="982"/>
                  <a:pt x="16077" y="2136"/>
                  <a:pt x="17862" y="3989"/>
                </a:cubicBezTo>
                <a:lnTo>
                  <a:pt x="17868" y="3982"/>
                </a:lnTo>
                <a:cubicBezTo>
                  <a:pt x="18062" y="4157"/>
                  <a:pt x="18359" y="4153"/>
                  <a:pt x="18544" y="3965"/>
                </a:cubicBezTo>
                <a:cubicBezTo>
                  <a:pt x="18734" y="3771"/>
                  <a:pt x="18732" y="3461"/>
                  <a:pt x="18539" y="3270"/>
                </a:cubicBezTo>
                <a:cubicBezTo>
                  <a:pt x="18520" y="3252"/>
                  <a:pt x="18496" y="3244"/>
                  <a:pt x="18476" y="3230"/>
                </a:cubicBezTo>
                <a:cubicBezTo>
                  <a:pt x="16521" y="1241"/>
                  <a:pt x="13810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ubicBezTo>
                  <a:pt x="0" y="16764"/>
                  <a:pt x="4835" y="21600"/>
                  <a:pt x="10800" y="21600"/>
                </a:cubicBezTo>
                <a:cubicBezTo>
                  <a:pt x="16765" y="21600"/>
                  <a:pt x="21600" y="16764"/>
                  <a:pt x="21600" y="10800"/>
                </a:cubicBezTo>
                <a:cubicBezTo>
                  <a:pt x="21600" y="9412"/>
                  <a:pt x="21329" y="8089"/>
                  <a:pt x="20851" y="6869"/>
                </a:cubicBezTo>
                <a:cubicBezTo>
                  <a:pt x="20828" y="6794"/>
                  <a:pt x="20793" y="6721"/>
                  <a:pt x="20732" y="6661"/>
                </a:cubicBezTo>
                <a:moveTo>
                  <a:pt x="10792" y="13534"/>
                </a:moveTo>
                <a:lnTo>
                  <a:pt x="6238" y="8980"/>
                </a:lnTo>
                <a:cubicBezTo>
                  <a:pt x="6149" y="8891"/>
                  <a:pt x="6027" y="8836"/>
                  <a:pt x="5891" y="8836"/>
                </a:cubicBezTo>
                <a:cubicBezTo>
                  <a:pt x="5620" y="8836"/>
                  <a:pt x="5400" y="9056"/>
                  <a:pt x="5400" y="9327"/>
                </a:cubicBezTo>
                <a:cubicBezTo>
                  <a:pt x="5400" y="9463"/>
                  <a:pt x="5455" y="9585"/>
                  <a:pt x="5544" y="9675"/>
                </a:cubicBezTo>
                <a:lnTo>
                  <a:pt x="10453" y="14583"/>
                </a:lnTo>
                <a:cubicBezTo>
                  <a:pt x="10542" y="14672"/>
                  <a:pt x="10664" y="14727"/>
                  <a:pt x="10800" y="14727"/>
                </a:cubicBezTo>
                <a:cubicBezTo>
                  <a:pt x="10940" y="14727"/>
                  <a:pt x="11064" y="14668"/>
                  <a:pt x="11154" y="14574"/>
                </a:cubicBezTo>
                <a:lnTo>
                  <a:pt x="11155" y="14576"/>
                </a:lnTo>
                <a:lnTo>
                  <a:pt x="19353" y="5988"/>
                </a:lnTo>
                <a:cubicBezTo>
                  <a:pt x="19353" y="5989"/>
                  <a:pt x="19354" y="5990"/>
                  <a:pt x="19354" y="5991"/>
                </a:cubicBezTo>
                <a:lnTo>
                  <a:pt x="20055" y="5255"/>
                </a:lnTo>
                <a:cubicBezTo>
                  <a:pt x="20055" y="5255"/>
                  <a:pt x="20054" y="5254"/>
                  <a:pt x="20054" y="5253"/>
                </a:cubicBezTo>
                <a:lnTo>
                  <a:pt x="21464" y="3775"/>
                </a:lnTo>
                <a:lnTo>
                  <a:pt x="21463" y="3774"/>
                </a:lnTo>
                <a:cubicBezTo>
                  <a:pt x="21547" y="3686"/>
                  <a:pt x="21600" y="3567"/>
                  <a:pt x="21600" y="3436"/>
                </a:cubicBezTo>
                <a:cubicBezTo>
                  <a:pt x="21600" y="3166"/>
                  <a:pt x="21380" y="2945"/>
                  <a:pt x="21109" y="2945"/>
                </a:cubicBezTo>
                <a:cubicBezTo>
                  <a:pt x="20969" y="2945"/>
                  <a:pt x="20844" y="3005"/>
                  <a:pt x="20755" y="3099"/>
                </a:cubicBezTo>
                <a:lnTo>
                  <a:pt x="20754" y="3097"/>
                </a:lnTo>
                <a:lnTo>
                  <a:pt x="19493" y="4419"/>
                </a:lnTo>
                <a:cubicBezTo>
                  <a:pt x="19492" y="4418"/>
                  <a:pt x="19491" y="4416"/>
                  <a:pt x="19490" y="4415"/>
                </a:cubicBezTo>
                <a:lnTo>
                  <a:pt x="18805" y="5133"/>
                </a:lnTo>
                <a:cubicBezTo>
                  <a:pt x="18806" y="5134"/>
                  <a:pt x="18807" y="5136"/>
                  <a:pt x="18807" y="5137"/>
                </a:cubicBezTo>
                <a:cubicBezTo>
                  <a:pt x="18807" y="5137"/>
                  <a:pt x="10792" y="13534"/>
                  <a:pt x="10792" y="13534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29" name="Shape 2541">
            <a:extLst>
              <a:ext uri="{FF2B5EF4-FFF2-40B4-BE49-F238E27FC236}">
                <a16:creationId xmlns:a16="http://schemas.microsoft.com/office/drawing/2014/main" id="{36A3BA17-5AA8-FE96-30FC-59CDFE4E724C}"/>
              </a:ext>
            </a:extLst>
          </p:cNvPr>
          <p:cNvSpPr/>
          <p:nvPr userDrawn="1"/>
        </p:nvSpPr>
        <p:spPr>
          <a:xfrm>
            <a:off x="4011820" y="1851403"/>
            <a:ext cx="229200" cy="2292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648" y="10800"/>
                </a:moveTo>
                <a:lnTo>
                  <a:pt x="21424" y="1024"/>
                </a:lnTo>
                <a:cubicBezTo>
                  <a:pt x="21533" y="916"/>
                  <a:pt x="21600" y="766"/>
                  <a:pt x="21600" y="600"/>
                </a:cubicBezTo>
                <a:cubicBezTo>
                  <a:pt x="21600" y="269"/>
                  <a:pt x="21332" y="0"/>
                  <a:pt x="21000" y="0"/>
                </a:cubicBezTo>
                <a:cubicBezTo>
                  <a:pt x="20835" y="0"/>
                  <a:pt x="20685" y="67"/>
                  <a:pt x="20576" y="176"/>
                </a:cubicBezTo>
                <a:lnTo>
                  <a:pt x="10800" y="9952"/>
                </a:lnTo>
                <a:lnTo>
                  <a:pt x="1024" y="176"/>
                </a:lnTo>
                <a:cubicBezTo>
                  <a:pt x="916" y="67"/>
                  <a:pt x="766" y="0"/>
                  <a:pt x="600" y="0"/>
                </a:cubicBezTo>
                <a:cubicBezTo>
                  <a:pt x="268" y="0"/>
                  <a:pt x="0" y="269"/>
                  <a:pt x="0" y="600"/>
                </a:cubicBezTo>
                <a:cubicBezTo>
                  <a:pt x="0" y="766"/>
                  <a:pt x="67" y="916"/>
                  <a:pt x="176" y="1025"/>
                </a:cubicBezTo>
                <a:lnTo>
                  <a:pt x="9952" y="10800"/>
                </a:lnTo>
                <a:lnTo>
                  <a:pt x="176" y="20576"/>
                </a:lnTo>
                <a:cubicBezTo>
                  <a:pt x="67" y="20684"/>
                  <a:pt x="0" y="20834"/>
                  <a:pt x="0" y="21000"/>
                </a:cubicBezTo>
                <a:cubicBezTo>
                  <a:pt x="0" y="21332"/>
                  <a:pt x="268" y="21600"/>
                  <a:pt x="600" y="21600"/>
                </a:cubicBezTo>
                <a:cubicBezTo>
                  <a:pt x="766" y="21600"/>
                  <a:pt x="916" y="21533"/>
                  <a:pt x="1024" y="21424"/>
                </a:cubicBezTo>
                <a:lnTo>
                  <a:pt x="10800" y="11648"/>
                </a:lnTo>
                <a:lnTo>
                  <a:pt x="20576" y="21424"/>
                </a:lnTo>
                <a:cubicBezTo>
                  <a:pt x="20685" y="21533"/>
                  <a:pt x="20835" y="21600"/>
                  <a:pt x="21000" y="21600"/>
                </a:cubicBezTo>
                <a:cubicBezTo>
                  <a:pt x="21332" y="21600"/>
                  <a:pt x="21600" y="21332"/>
                  <a:pt x="21600" y="21000"/>
                </a:cubicBezTo>
                <a:cubicBezTo>
                  <a:pt x="21600" y="20834"/>
                  <a:pt x="21533" y="20684"/>
                  <a:pt x="21424" y="20576"/>
                </a:cubicBezTo>
                <a:cubicBezTo>
                  <a:pt x="21424" y="20576"/>
                  <a:pt x="11648" y="10800"/>
                  <a:pt x="11648" y="10800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30" name="Shape 2542">
            <a:extLst>
              <a:ext uri="{FF2B5EF4-FFF2-40B4-BE49-F238E27FC236}">
                <a16:creationId xmlns:a16="http://schemas.microsoft.com/office/drawing/2014/main" id="{3DCC555B-3BFD-678E-9207-6FBF21EF34C6}"/>
              </a:ext>
            </a:extLst>
          </p:cNvPr>
          <p:cNvSpPr/>
          <p:nvPr userDrawn="1"/>
        </p:nvSpPr>
        <p:spPr>
          <a:xfrm>
            <a:off x="4521153" y="1825938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655" y="4909"/>
                </a:moveTo>
                <a:lnTo>
                  <a:pt x="19636" y="4909"/>
                </a:lnTo>
                <a:lnTo>
                  <a:pt x="19636" y="3927"/>
                </a:lnTo>
                <a:lnTo>
                  <a:pt x="18655" y="3927"/>
                </a:lnTo>
                <a:cubicBezTo>
                  <a:pt x="18655" y="3927"/>
                  <a:pt x="18655" y="4909"/>
                  <a:pt x="18655" y="4909"/>
                </a:cubicBezTo>
                <a:close/>
                <a:moveTo>
                  <a:pt x="19636" y="12764"/>
                </a:moveTo>
                <a:lnTo>
                  <a:pt x="18655" y="12764"/>
                </a:lnTo>
                <a:lnTo>
                  <a:pt x="18655" y="13745"/>
                </a:lnTo>
                <a:lnTo>
                  <a:pt x="19636" y="13745"/>
                </a:lnTo>
                <a:cubicBezTo>
                  <a:pt x="19636" y="13745"/>
                  <a:pt x="19636" y="12764"/>
                  <a:pt x="19636" y="12764"/>
                </a:cubicBezTo>
                <a:close/>
                <a:moveTo>
                  <a:pt x="18655" y="2945"/>
                </a:moveTo>
                <a:lnTo>
                  <a:pt x="19636" y="2945"/>
                </a:lnTo>
                <a:lnTo>
                  <a:pt x="19636" y="1964"/>
                </a:lnTo>
                <a:lnTo>
                  <a:pt x="18655" y="1964"/>
                </a:lnTo>
                <a:cubicBezTo>
                  <a:pt x="18655" y="1964"/>
                  <a:pt x="18655" y="2945"/>
                  <a:pt x="18655" y="2945"/>
                </a:cubicBezTo>
                <a:close/>
                <a:moveTo>
                  <a:pt x="20618" y="10309"/>
                </a:moveTo>
                <a:lnTo>
                  <a:pt x="17673" y="10309"/>
                </a:lnTo>
                <a:lnTo>
                  <a:pt x="17673" y="982"/>
                </a:ln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cubicBezTo>
                  <a:pt x="20618" y="1964"/>
                  <a:pt x="20618" y="10309"/>
                  <a:pt x="20618" y="10309"/>
                </a:cubicBezTo>
                <a:close/>
                <a:moveTo>
                  <a:pt x="20618" y="19636"/>
                </a:moveTo>
                <a:cubicBezTo>
                  <a:pt x="20618" y="20178"/>
                  <a:pt x="20178" y="20618"/>
                  <a:pt x="19636" y="20618"/>
                </a:cubicBezTo>
                <a:lnTo>
                  <a:pt x="17673" y="20618"/>
                </a:lnTo>
                <a:lnTo>
                  <a:pt x="17673" y="11291"/>
                </a:lnTo>
                <a:lnTo>
                  <a:pt x="20618" y="11291"/>
                </a:lnTo>
                <a:cubicBezTo>
                  <a:pt x="20618" y="11291"/>
                  <a:pt x="20618" y="19636"/>
                  <a:pt x="20618" y="19636"/>
                </a:cubicBezTo>
                <a:close/>
                <a:moveTo>
                  <a:pt x="16691" y="10309"/>
                </a:moveTo>
                <a:lnTo>
                  <a:pt x="4909" y="10309"/>
                </a:lnTo>
                <a:lnTo>
                  <a:pt x="4909" y="982"/>
                </a:lnTo>
                <a:lnTo>
                  <a:pt x="16691" y="982"/>
                </a:lnTo>
                <a:cubicBezTo>
                  <a:pt x="16691" y="982"/>
                  <a:pt x="16691" y="10309"/>
                  <a:pt x="16691" y="10309"/>
                </a:cubicBezTo>
                <a:close/>
                <a:moveTo>
                  <a:pt x="16691" y="20618"/>
                </a:moveTo>
                <a:lnTo>
                  <a:pt x="4909" y="20618"/>
                </a:lnTo>
                <a:lnTo>
                  <a:pt x="4909" y="11291"/>
                </a:lnTo>
                <a:lnTo>
                  <a:pt x="16691" y="11291"/>
                </a:lnTo>
                <a:cubicBezTo>
                  <a:pt x="16691" y="11291"/>
                  <a:pt x="16691" y="20618"/>
                  <a:pt x="16691" y="20618"/>
                </a:cubicBezTo>
                <a:close/>
                <a:moveTo>
                  <a:pt x="3927" y="10309"/>
                </a:moveTo>
                <a:lnTo>
                  <a:pt x="982" y="10309"/>
                </a:lnTo>
                <a:lnTo>
                  <a:pt x="982" y="1964"/>
                </a:lnTo>
                <a:cubicBezTo>
                  <a:pt x="982" y="1422"/>
                  <a:pt x="1421" y="982"/>
                  <a:pt x="1964" y="982"/>
                </a:cubicBezTo>
                <a:lnTo>
                  <a:pt x="3927" y="982"/>
                </a:lnTo>
                <a:cubicBezTo>
                  <a:pt x="3927" y="982"/>
                  <a:pt x="3927" y="10309"/>
                  <a:pt x="3927" y="10309"/>
                </a:cubicBezTo>
                <a:close/>
                <a:moveTo>
                  <a:pt x="3927" y="20618"/>
                </a:moveTo>
                <a:lnTo>
                  <a:pt x="1964" y="20618"/>
                </a:lnTo>
                <a:cubicBezTo>
                  <a:pt x="1421" y="20618"/>
                  <a:pt x="982" y="20178"/>
                  <a:pt x="982" y="19636"/>
                </a:cubicBezTo>
                <a:lnTo>
                  <a:pt x="982" y="11291"/>
                </a:lnTo>
                <a:lnTo>
                  <a:pt x="3927" y="11291"/>
                </a:lnTo>
                <a:cubicBezTo>
                  <a:pt x="3927" y="11291"/>
                  <a:pt x="3927" y="20618"/>
                  <a:pt x="3927" y="20618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19636" y="14727"/>
                </a:moveTo>
                <a:lnTo>
                  <a:pt x="18655" y="14727"/>
                </a:lnTo>
                <a:lnTo>
                  <a:pt x="18655" y="15709"/>
                </a:lnTo>
                <a:lnTo>
                  <a:pt x="19636" y="15709"/>
                </a:lnTo>
                <a:cubicBezTo>
                  <a:pt x="19636" y="15709"/>
                  <a:pt x="19636" y="14727"/>
                  <a:pt x="19636" y="14727"/>
                </a:cubicBezTo>
                <a:close/>
                <a:moveTo>
                  <a:pt x="18655" y="6873"/>
                </a:moveTo>
                <a:lnTo>
                  <a:pt x="19636" y="6873"/>
                </a:lnTo>
                <a:lnTo>
                  <a:pt x="19636" y="5891"/>
                </a:lnTo>
                <a:lnTo>
                  <a:pt x="18655" y="5891"/>
                </a:lnTo>
                <a:cubicBezTo>
                  <a:pt x="18655" y="5891"/>
                  <a:pt x="18655" y="6873"/>
                  <a:pt x="18655" y="6873"/>
                </a:cubicBezTo>
                <a:close/>
                <a:moveTo>
                  <a:pt x="18655" y="8836"/>
                </a:moveTo>
                <a:lnTo>
                  <a:pt x="19636" y="8836"/>
                </a:lnTo>
                <a:lnTo>
                  <a:pt x="19636" y="7855"/>
                </a:lnTo>
                <a:lnTo>
                  <a:pt x="18655" y="7855"/>
                </a:lnTo>
                <a:cubicBezTo>
                  <a:pt x="18655" y="7855"/>
                  <a:pt x="18655" y="8836"/>
                  <a:pt x="18655" y="8836"/>
                </a:cubicBezTo>
                <a:close/>
                <a:moveTo>
                  <a:pt x="19636" y="16691"/>
                </a:moveTo>
                <a:lnTo>
                  <a:pt x="18655" y="16691"/>
                </a:lnTo>
                <a:lnTo>
                  <a:pt x="18655" y="17673"/>
                </a:lnTo>
                <a:lnTo>
                  <a:pt x="19636" y="17673"/>
                </a:lnTo>
                <a:cubicBezTo>
                  <a:pt x="19636" y="17673"/>
                  <a:pt x="19636" y="16691"/>
                  <a:pt x="19636" y="16691"/>
                </a:cubicBezTo>
                <a:close/>
                <a:moveTo>
                  <a:pt x="19636" y="18655"/>
                </a:moveTo>
                <a:lnTo>
                  <a:pt x="18655" y="18655"/>
                </a:lnTo>
                <a:lnTo>
                  <a:pt x="18655" y="19636"/>
                </a:lnTo>
                <a:lnTo>
                  <a:pt x="19636" y="19636"/>
                </a:lnTo>
                <a:cubicBezTo>
                  <a:pt x="19636" y="19636"/>
                  <a:pt x="19636" y="18655"/>
                  <a:pt x="19636" y="18655"/>
                </a:cubicBezTo>
                <a:close/>
                <a:moveTo>
                  <a:pt x="2945" y="18655"/>
                </a:moveTo>
                <a:lnTo>
                  <a:pt x="1964" y="18655"/>
                </a:lnTo>
                <a:lnTo>
                  <a:pt x="1964" y="19636"/>
                </a:lnTo>
                <a:lnTo>
                  <a:pt x="2945" y="19636"/>
                </a:lnTo>
                <a:cubicBezTo>
                  <a:pt x="2945" y="19636"/>
                  <a:pt x="2945" y="18655"/>
                  <a:pt x="2945" y="18655"/>
                </a:cubicBezTo>
                <a:close/>
                <a:moveTo>
                  <a:pt x="2945" y="16691"/>
                </a:moveTo>
                <a:lnTo>
                  <a:pt x="1964" y="16691"/>
                </a:lnTo>
                <a:lnTo>
                  <a:pt x="1964" y="17673"/>
                </a:lnTo>
                <a:lnTo>
                  <a:pt x="2945" y="17673"/>
                </a:lnTo>
                <a:cubicBezTo>
                  <a:pt x="2945" y="17673"/>
                  <a:pt x="2945" y="16691"/>
                  <a:pt x="2945" y="16691"/>
                </a:cubicBezTo>
                <a:close/>
                <a:moveTo>
                  <a:pt x="1964" y="2945"/>
                </a:moveTo>
                <a:lnTo>
                  <a:pt x="2945" y="2945"/>
                </a:lnTo>
                <a:lnTo>
                  <a:pt x="2945" y="1964"/>
                </a:lnTo>
                <a:lnTo>
                  <a:pt x="1964" y="1964"/>
                </a:lnTo>
                <a:cubicBezTo>
                  <a:pt x="1964" y="1964"/>
                  <a:pt x="1964" y="2945"/>
                  <a:pt x="1964" y="2945"/>
                </a:cubicBezTo>
                <a:close/>
                <a:moveTo>
                  <a:pt x="2945" y="14727"/>
                </a:moveTo>
                <a:lnTo>
                  <a:pt x="1964" y="14727"/>
                </a:lnTo>
                <a:lnTo>
                  <a:pt x="1964" y="15709"/>
                </a:lnTo>
                <a:lnTo>
                  <a:pt x="2945" y="15709"/>
                </a:lnTo>
                <a:cubicBezTo>
                  <a:pt x="2945" y="15709"/>
                  <a:pt x="2945" y="14727"/>
                  <a:pt x="2945" y="14727"/>
                </a:cubicBezTo>
                <a:close/>
                <a:moveTo>
                  <a:pt x="2945" y="12764"/>
                </a:moveTo>
                <a:lnTo>
                  <a:pt x="1964" y="12764"/>
                </a:lnTo>
                <a:lnTo>
                  <a:pt x="1964" y="13745"/>
                </a:lnTo>
                <a:lnTo>
                  <a:pt x="2945" y="13745"/>
                </a:lnTo>
                <a:cubicBezTo>
                  <a:pt x="2945" y="13745"/>
                  <a:pt x="2945" y="12764"/>
                  <a:pt x="2945" y="12764"/>
                </a:cubicBezTo>
                <a:close/>
                <a:moveTo>
                  <a:pt x="1964" y="6873"/>
                </a:moveTo>
                <a:lnTo>
                  <a:pt x="2945" y="6873"/>
                </a:lnTo>
                <a:lnTo>
                  <a:pt x="2945" y="5891"/>
                </a:lnTo>
                <a:lnTo>
                  <a:pt x="1964" y="5891"/>
                </a:lnTo>
                <a:cubicBezTo>
                  <a:pt x="1964" y="5891"/>
                  <a:pt x="1964" y="6873"/>
                  <a:pt x="1964" y="6873"/>
                </a:cubicBezTo>
                <a:close/>
                <a:moveTo>
                  <a:pt x="1964" y="4909"/>
                </a:moveTo>
                <a:lnTo>
                  <a:pt x="2945" y="4909"/>
                </a:lnTo>
                <a:lnTo>
                  <a:pt x="2945" y="3927"/>
                </a:lnTo>
                <a:lnTo>
                  <a:pt x="1964" y="3927"/>
                </a:lnTo>
                <a:cubicBezTo>
                  <a:pt x="1964" y="3927"/>
                  <a:pt x="1964" y="4909"/>
                  <a:pt x="1964" y="4909"/>
                </a:cubicBezTo>
                <a:close/>
                <a:moveTo>
                  <a:pt x="1964" y="8836"/>
                </a:moveTo>
                <a:lnTo>
                  <a:pt x="2945" y="8836"/>
                </a:lnTo>
                <a:lnTo>
                  <a:pt x="2945" y="7855"/>
                </a:lnTo>
                <a:lnTo>
                  <a:pt x="1964" y="7855"/>
                </a:lnTo>
                <a:cubicBezTo>
                  <a:pt x="1964" y="7855"/>
                  <a:pt x="1964" y="8836"/>
                  <a:pt x="1964" y="8836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31" name="Shape 2543">
            <a:extLst>
              <a:ext uri="{FF2B5EF4-FFF2-40B4-BE49-F238E27FC236}">
                <a16:creationId xmlns:a16="http://schemas.microsoft.com/office/drawing/2014/main" id="{9F2DFFFD-72F2-3AAB-D8A7-68252380A035}"/>
              </a:ext>
            </a:extLst>
          </p:cNvPr>
          <p:cNvSpPr/>
          <p:nvPr userDrawn="1"/>
        </p:nvSpPr>
        <p:spPr>
          <a:xfrm>
            <a:off x="5055952" y="1825938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709" y="18655"/>
                </a:moveTo>
                <a:lnTo>
                  <a:pt x="14727" y="18655"/>
                </a:lnTo>
                <a:lnTo>
                  <a:pt x="14727" y="19636"/>
                </a:lnTo>
                <a:lnTo>
                  <a:pt x="15709" y="19636"/>
                </a:lnTo>
                <a:cubicBezTo>
                  <a:pt x="15709" y="19636"/>
                  <a:pt x="15709" y="18655"/>
                  <a:pt x="15709" y="18655"/>
                </a:cubicBezTo>
                <a:close/>
                <a:moveTo>
                  <a:pt x="15709" y="14727"/>
                </a:moveTo>
                <a:lnTo>
                  <a:pt x="14727" y="14727"/>
                </a:lnTo>
                <a:lnTo>
                  <a:pt x="14727" y="15709"/>
                </a:lnTo>
                <a:lnTo>
                  <a:pt x="15709" y="15709"/>
                </a:lnTo>
                <a:cubicBezTo>
                  <a:pt x="15709" y="15709"/>
                  <a:pt x="15709" y="14727"/>
                  <a:pt x="15709" y="14727"/>
                </a:cubicBezTo>
                <a:close/>
                <a:moveTo>
                  <a:pt x="14727" y="10800"/>
                </a:moveTo>
                <a:lnTo>
                  <a:pt x="15709" y="10800"/>
                </a:lnTo>
                <a:lnTo>
                  <a:pt x="15709" y="9818"/>
                </a:lnTo>
                <a:lnTo>
                  <a:pt x="14727" y="9818"/>
                </a:lnTo>
                <a:cubicBezTo>
                  <a:pt x="14727" y="9818"/>
                  <a:pt x="14727" y="10800"/>
                  <a:pt x="14727" y="10800"/>
                </a:cubicBezTo>
                <a:close/>
                <a:moveTo>
                  <a:pt x="15709" y="16691"/>
                </a:moveTo>
                <a:lnTo>
                  <a:pt x="14727" y="16691"/>
                </a:lnTo>
                <a:lnTo>
                  <a:pt x="14727" y="17673"/>
                </a:lnTo>
                <a:lnTo>
                  <a:pt x="15709" y="17673"/>
                </a:lnTo>
                <a:cubicBezTo>
                  <a:pt x="15709" y="17673"/>
                  <a:pt x="15709" y="16691"/>
                  <a:pt x="15709" y="16691"/>
                </a:cubicBezTo>
                <a:close/>
                <a:moveTo>
                  <a:pt x="14727" y="8836"/>
                </a:moveTo>
                <a:lnTo>
                  <a:pt x="15709" y="8836"/>
                </a:lnTo>
                <a:lnTo>
                  <a:pt x="15709" y="7855"/>
                </a:lnTo>
                <a:lnTo>
                  <a:pt x="14727" y="7855"/>
                </a:lnTo>
                <a:cubicBezTo>
                  <a:pt x="14727" y="7855"/>
                  <a:pt x="14727" y="8836"/>
                  <a:pt x="14727" y="8836"/>
                </a:cubicBezTo>
                <a:close/>
                <a:moveTo>
                  <a:pt x="19636" y="0"/>
                </a:moveTo>
                <a:lnTo>
                  <a:pt x="5891" y="0"/>
                </a:lnTo>
                <a:cubicBezTo>
                  <a:pt x="4806" y="0"/>
                  <a:pt x="3927" y="879"/>
                  <a:pt x="3927" y="1964"/>
                </a:cubicBezTo>
                <a:lnTo>
                  <a:pt x="3927" y="2455"/>
                </a:lnTo>
                <a:cubicBezTo>
                  <a:pt x="3927" y="2726"/>
                  <a:pt x="4147" y="2945"/>
                  <a:pt x="4418" y="2945"/>
                </a:cubicBezTo>
                <a:cubicBezTo>
                  <a:pt x="4690" y="2945"/>
                  <a:pt x="4909" y="2726"/>
                  <a:pt x="4909" y="2455"/>
                </a:cubicBezTo>
                <a:lnTo>
                  <a:pt x="4909" y="1964"/>
                </a:lnTo>
                <a:cubicBezTo>
                  <a:pt x="4909" y="1422"/>
                  <a:pt x="5349" y="982"/>
                  <a:pt x="5891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lnTo>
                  <a:pt x="20618" y="15709"/>
                </a:lnTo>
                <a:cubicBezTo>
                  <a:pt x="20618" y="16251"/>
                  <a:pt x="20178" y="16691"/>
                  <a:pt x="19636" y="16691"/>
                </a:cubicBezTo>
                <a:lnTo>
                  <a:pt x="19145" y="16691"/>
                </a:lnTo>
                <a:cubicBezTo>
                  <a:pt x="18874" y="16691"/>
                  <a:pt x="18655" y="16911"/>
                  <a:pt x="18655" y="17182"/>
                </a:cubicBezTo>
                <a:cubicBezTo>
                  <a:pt x="18655" y="17453"/>
                  <a:pt x="18874" y="17673"/>
                  <a:pt x="19145" y="17673"/>
                </a:cubicBezTo>
                <a:lnTo>
                  <a:pt x="19636" y="17673"/>
                </a:lnTo>
                <a:cubicBezTo>
                  <a:pt x="20721" y="17673"/>
                  <a:pt x="21600" y="16794"/>
                  <a:pt x="21600" y="15709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14727" y="6873"/>
                </a:moveTo>
                <a:lnTo>
                  <a:pt x="15709" y="6873"/>
                </a:lnTo>
                <a:lnTo>
                  <a:pt x="15709" y="5891"/>
                </a:lnTo>
                <a:lnTo>
                  <a:pt x="14727" y="5891"/>
                </a:lnTo>
                <a:cubicBezTo>
                  <a:pt x="14727" y="5891"/>
                  <a:pt x="14727" y="6873"/>
                  <a:pt x="14727" y="6873"/>
                </a:cubicBezTo>
                <a:close/>
                <a:moveTo>
                  <a:pt x="16691" y="12273"/>
                </a:moveTo>
                <a:lnTo>
                  <a:pt x="13745" y="12273"/>
                </a:lnTo>
                <a:lnTo>
                  <a:pt x="13745" y="4909"/>
                </a:lnTo>
                <a:lnTo>
                  <a:pt x="15709" y="4909"/>
                </a:lnTo>
                <a:cubicBezTo>
                  <a:pt x="16251" y="4909"/>
                  <a:pt x="16691" y="5349"/>
                  <a:pt x="16691" y="5891"/>
                </a:cubicBezTo>
                <a:cubicBezTo>
                  <a:pt x="16691" y="5891"/>
                  <a:pt x="16691" y="12273"/>
                  <a:pt x="16691" y="12273"/>
                </a:cubicBezTo>
                <a:close/>
                <a:moveTo>
                  <a:pt x="16691" y="19636"/>
                </a:moveTo>
                <a:cubicBezTo>
                  <a:pt x="16691" y="20178"/>
                  <a:pt x="16251" y="20618"/>
                  <a:pt x="15709" y="20618"/>
                </a:cubicBezTo>
                <a:lnTo>
                  <a:pt x="13745" y="20618"/>
                </a:lnTo>
                <a:lnTo>
                  <a:pt x="13745" y="13255"/>
                </a:lnTo>
                <a:lnTo>
                  <a:pt x="16691" y="13255"/>
                </a:lnTo>
                <a:cubicBezTo>
                  <a:pt x="16691" y="13255"/>
                  <a:pt x="16691" y="19636"/>
                  <a:pt x="16691" y="19636"/>
                </a:cubicBezTo>
                <a:close/>
                <a:moveTo>
                  <a:pt x="12764" y="12273"/>
                </a:moveTo>
                <a:lnTo>
                  <a:pt x="4909" y="12273"/>
                </a:lnTo>
                <a:lnTo>
                  <a:pt x="4909" y="4909"/>
                </a:lnTo>
                <a:lnTo>
                  <a:pt x="12764" y="4909"/>
                </a:lnTo>
                <a:cubicBezTo>
                  <a:pt x="12764" y="4909"/>
                  <a:pt x="12764" y="12273"/>
                  <a:pt x="12764" y="12273"/>
                </a:cubicBezTo>
                <a:close/>
                <a:moveTo>
                  <a:pt x="12764" y="20618"/>
                </a:moveTo>
                <a:lnTo>
                  <a:pt x="4909" y="20618"/>
                </a:lnTo>
                <a:lnTo>
                  <a:pt x="4909" y="13255"/>
                </a:lnTo>
                <a:lnTo>
                  <a:pt x="12764" y="13255"/>
                </a:lnTo>
                <a:cubicBezTo>
                  <a:pt x="12764" y="13255"/>
                  <a:pt x="12764" y="20618"/>
                  <a:pt x="12764" y="20618"/>
                </a:cubicBezTo>
                <a:close/>
                <a:moveTo>
                  <a:pt x="3927" y="12273"/>
                </a:moveTo>
                <a:lnTo>
                  <a:pt x="982" y="12273"/>
                </a:lnTo>
                <a:lnTo>
                  <a:pt x="982" y="5891"/>
                </a:lnTo>
                <a:cubicBezTo>
                  <a:pt x="982" y="5349"/>
                  <a:pt x="1422" y="4909"/>
                  <a:pt x="1964" y="4909"/>
                </a:cubicBezTo>
                <a:lnTo>
                  <a:pt x="3927" y="4909"/>
                </a:lnTo>
                <a:cubicBezTo>
                  <a:pt x="3927" y="4909"/>
                  <a:pt x="3927" y="12273"/>
                  <a:pt x="3927" y="12273"/>
                </a:cubicBezTo>
                <a:close/>
                <a:moveTo>
                  <a:pt x="3927" y="20618"/>
                </a:move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3255"/>
                </a:lnTo>
                <a:lnTo>
                  <a:pt x="3927" y="13255"/>
                </a:lnTo>
                <a:cubicBezTo>
                  <a:pt x="3927" y="13255"/>
                  <a:pt x="3927" y="20618"/>
                  <a:pt x="3927" y="20618"/>
                </a:cubicBezTo>
                <a:close/>
                <a:moveTo>
                  <a:pt x="15709" y="3927"/>
                </a:moveTo>
                <a:lnTo>
                  <a:pt x="1964" y="3927"/>
                </a:lnTo>
                <a:cubicBezTo>
                  <a:pt x="879" y="3927"/>
                  <a:pt x="0" y="4806"/>
                  <a:pt x="0" y="5891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5709" y="21600"/>
                </a:lnTo>
                <a:cubicBezTo>
                  <a:pt x="16794" y="21600"/>
                  <a:pt x="17673" y="20721"/>
                  <a:pt x="17673" y="19636"/>
                </a:cubicBezTo>
                <a:lnTo>
                  <a:pt x="17673" y="5891"/>
                </a:lnTo>
                <a:cubicBezTo>
                  <a:pt x="17673" y="4806"/>
                  <a:pt x="16794" y="3927"/>
                  <a:pt x="15709" y="3927"/>
                </a:cubicBezTo>
                <a:moveTo>
                  <a:pt x="1964" y="8836"/>
                </a:moveTo>
                <a:lnTo>
                  <a:pt x="2945" y="8836"/>
                </a:lnTo>
                <a:lnTo>
                  <a:pt x="2945" y="7855"/>
                </a:lnTo>
                <a:lnTo>
                  <a:pt x="1964" y="7855"/>
                </a:lnTo>
                <a:cubicBezTo>
                  <a:pt x="1964" y="7855"/>
                  <a:pt x="1964" y="8836"/>
                  <a:pt x="1964" y="8836"/>
                </a:cubicBezTo>
                <a:close/>
                <a:moveTo>
                  <a:pt x="1964" y="10800"/>
                </a:moveTo>
                <a:lnTo>
                  <a:pt x="2945" y="10800"/>
                </a:lnTo>
                <a:lnTo>
                  <a:pt x="2945" y="9818"/>
                </a:lnTo>
                <a:lnTo>
                  <a:pt x="1964" y="9818"/>
                </a:lnTo>
                <a:cubicBezTo>
                  <a:pt x="1964" y="9818"/>
                  <a:pt x="1964" y="10800"/>
                  <a:pt x="1964" y="10800"/>
                </a:cubicBezTo>
                <a:close/>
                <a:moveTo>
                  <a:pt x="2945" y="16691"/>
                </a:moveTo>
                <a:lnTo>
                  <a:pt x="1964" y="16691"/>
                </a:lnTo>
                <a:lnTo>
                  <a:pt x="1964" y="17673"/>
                </a:lnTo>
                <a:lnTo>
                  <a:pt x="2945" y="17673"/>
                </a:lnTo>
                <a:cubicBezTo>
                  <a:pt x="2945" y="17673"/>
                  <a:pt x="2945" y="16691"/>
                  <a:pt x="2945" y="16691"/>
                </a:cubicBezTo>
                <a:close/>
                <a:moveTo>
                  <a:pt x="1964" y="6873"/>
                </a:moveTo>
                <a:lnTo>
                  <a:pt x="2945" y="6873"/>
                </a:lnTo>
                <a:lnTo>
                  <a:pt x="2945" y="5891"/>
                </a:lnTo>
                <a:lnTo>
                  <a:pt x="1964" y="5891"/>
                </a:lnTo>
                <a:cubicBezTo>
                  <a:pt x="1964" y="5891"/>
                  <a:pt x="1964" y="6873"/>
                  <a:pt x="1964" y="6873"/>
                </a:cubicBezTo>
                <a:close/>
                <a:moveTo>
                  <a:pt x="2945" y="14727"/>
                </a:moveTo>
                <a:lnTo>
                  <a:pt x="1964" y="14727"/>
                </a:lnTo>
                <a:lnTo>
                  <a:pt x="1964" y="15709"/>
                </a:lnTo>
                <a:lnTo>
                  <a:pt x="2945" y="15709"/>
                </a:lnTo>
                <a:cubicBezTo>
                  <a:pt x="2945" y="15709"/>
                  <a:pt x="2945" y="14727"/>
                  <a:pt x="2945" y="14727"/>
                </a:cubicBezTo>
                <a:close/>
                <a:moveTo>
                  <a:pt x="2945" y="18655"/>
                </a:moveTo>
                <a:lnTo>
                  <a:pt x="1964" y="18655"/>
                </a:lnTo>
                <a:lnTo>
                  <a:pt x="1964" y="19636"/>
                </a:lnTo>
                <a:lnTo>
                  <a:pt x="2945" y="19636"/>
                </a:lnTo>
                <a:cubicBezTo>
                  <a:pt x="2945" y="19636"/>
                  <a:pt x="2945" y="18655"/>
                  <a:pt x="2945" y="18655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32" name="Shape 2544">
            <a:extLst>
              <a:ext uri="{FF2B5EF4-FFF2-40B4-BE49-F238E27FC236}">
                <a16:creationId xmlns:a16="http://schemas.microsoft.com/office/drawing/2014/main" id="{1D5FA366-8A9B-EE31-D64A-E90FF7DE94D0}"/>
              </a:ext>
            </a:extLst>
          </p:cNvPr>
          <p:cNvSpPr/>
          <p:nvPr userDrawn="1"/>
        </p:nvSpPr>
        <p:spPr>
          <a:xfrm>
            <a:off x="5590750" y="1825938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836" y="8255"/>
                </a:moveTo>
                <a:lnTo>
                  <a:pt x="12837" y="10800"/>
                </a:lnTo>
                <a:lnTo>
                  <a:pt x="8836" y="13345"/>
                </a:lnTo>
                <a:cubicBezTo>
                  <a:pt x="8836" y="13345"/>
                  <a:pt x="8836" y="8255"/>
                  <a:pt x="8836" y="8255"/>
                </a:cubicBezTo>
                <a:close/>
                <a:moveTo>
                  <a:pt x="8345" y="14727"/>
                </a:moveTo>
                <a:cubicBezTo>
                  <a:pt x="8461" y="14727"/>
                  <a:pt x="8564" y="14681"/>
                  <a:pt x="8647" y="14614"/>
                </a:cubicBezTo>
                <a:lnTo>
                  <a:pt x="8652" y="14620"/>
                </a:lnTo>
                <a:lnTo>
                  <a:pt x="14052" y="11184"/>
                </a:lnTo>
                <a:lnTo>
                  <a:pt x="14047" y="11178"/>
                </a:lnTo>
                <a:cubicBezTo>
                  <a:pt x="14160" y="11088"/>
                  <a:pt x="14236" y="10955"/>
                  <a:pt x="14236" y="10800"/>
                </a:cubicBezTo>
                <a:cubicBezTo>
                  <a:pt x="14236" y="10645"/>
                  <a:pt x="14160" y="10512"/>
                  <a:pt x="14047" y="10422"/>
                </a:cubicBezTo>
                <a:lnTo>
                  <a:pt x="14052" y="10417"/>
                </a:lnTo>
                <a:lnTo>
                  <a:pt x="8652" y="6980"/>
                </a:lnTo>
                <a:lnTo>
                  <a:pt x="8647" y="6986"/>
                </a:lnTo>
                <a:cubicBezTo>
                  <a:pt x="8564" y="6919"/>
                  <a:pt x="8461" y="6873"/>
                  <a:pt x="8345" y="6873"/>
                </a:cubicBezTo>
                <a:cubicBezTo>
                  <a:pt x="8074" y="6873"/>
                  <a:pt x="7855" y="7093"/>
                  <a:pt x="7855" y="7364"/>
                </a:cubicBezTo>
                <a:lnTo>
                  <a:pt x="7855" y="14236"/>
                </a:lnTo>
                <a:cubicBezTo>
                  <a:pt x="7855" y="14507"/>
                  <a:pt x="8074" y="14727"/>
                  <a:pt x="8345" y="14727"/>
                </a:cubicBezTo>
                <a:moveTo>
                  <a:pt x="19636" y="18655"/>
                </a:moveTo>
                <a:lnTo>
                  <a:pt x="18655" y="18655"/>
                </a:lnTo>
                <a:lnTo>
                  <a:pt x="18655" y="19636"/>
                </a:lnTo>
                <a:lnTo>
                  <a:pt x="19636" y="19636"/>
                </a:lnTo>
                <a:cubicBezTo>
                  <a:pt x="19636" y="19636"/>
                  <a:pt x="19636" y="18655"/>
                  <a:pt x="19636" y="18655"/>
                </a:cubicBezTo>
                <a:close/>
                <a:moveTo>
                  <a:pt x="19636" y="14727"/>
                </a:moveTo>
                <a:lnTo>
                  <a:pt x="18655" y="14727"/>
                </a:lnTo>
                <a:lnTo>
                  <a:pt x="18655" y="15709"/>
                </a:lnTo>
                <a:lnTo>
                  <a:pt x="19636" y="15709"/>
                </a:lnTo>
                <a:cubicBezTo>
                  <a:pt x="19636" y="15709"/>
                  <a:pt x="19636" y="14727"/>
                  <a:pt x="19636" y="14727"/>
                </a:cubicBezTo>
                <a:close/>
                <a:moveTo>
                  <a:pt x="19636" y="12764"/>
                </a:moveTo>
                <a:lnTo>
                  <a:pt x="18655" y="12764"/>
                </a:lnTo>
                <a:lnTo>
                  <a:pt x="18655" y="13745"/>
                </a:lnTo>
                <a:lnTo>
                  <a:pt x="19636" y="13745"/>
                </a:lnTo>
                <a:cubicBezTo>
                  <a:pt x="19636" y="13745"/>
                  <a:pt x="19636" y="12764"/>
                  <a:pt x="19636" y="12764"/>
                </a:cubicBezTo>
                <a:close/>
                <a:moveTo>
                  <a:pt x="19636" y="16691"/>
                </a:moveTo>
                <a:lnTo>
                  <a:pt x="18655" y="16691"/>
                </a:lnTo>
                <a:lnTo>
                  <a:pt x="18655" y="17673"/>
                </a:lnTo>
                <a:lnTo>
                  <a:pt x="19636" y="17673"/>
                </a:lnTo>
                <a:cubicBezTo>
                  <a:pt x="19636" y="17673"/>
                  <a:pt x="19636" y="16691"/>
                  <a:pt x="19636" y="16691"/>
                </a:cubicBezTo>
                <a:close/>
                <a:moveTo>
                  <a:pt x="18655" y="2945"/>
                </a:moveTo>
                <a:lnTo>
                  <a:pt x="19636" y="2945"/>
                </a:lnTo>
                <a:lnTo>
                  <a:pt x="19636" y="1964"/>
                </a:lnTo>
                <a:lnTo>
                  <a:pt x="18655" y="1964"/>
                </a:lnTo>
                <a:cubicBezTo>
                  <a:pt x="18655" y="1964"/>
                  <a:pt x="18655" y="2945"/>
                  <a:pt x="18655" y="2945"/>
                </a:cubicBezTo>
                <a:close/>
                <a:moveTo>
                  <a:pt x="20618" y="10309"/>
                </a:moveTo>
                <a:lnTo>
                  <a:pt x="17673" y="10309"/>
                </a:lnTo>
                <a:lnTo>
                  <a:pt x="17673" y="982"/>
                </a:lnTo>
                <a:lnTo>
                  <a:pt x="19636" y="982"/>
                </a:lnTo>
                <a:cubicBezTo>
                  <a:pt x="20178" y="982"/>
                  <a:pt x="20618" y="1421"/>
                  <a:pt x="20618" y="1964"/>
                </a:cubicBezTo>
                <a:cubicBezTo>
                  <a:pt x="20618" y="1964"/>
                  <a:pt x="20618" y="10309"/>
                  <a:pt x="20618" y="10309"/>
                </a:cubicBezTo>
                <a:close/>
                <a:moveTo>
                  <a:pt x="20618" y="19636"/>
                </a:moveTo>
                <a:cubicBezTo>
                  <a:pt x="20618" y="20178"/>
                  <a:pt x="20178" y="20618"/>
                  <a:pt x="19636" y="20618"/>
                </a:cubicBezTo>
                <a:lnTo>
                  <a:pt x="17673" y="20618"/>
                </a:lnTo>
                <a:lnTo>
                  <a:pt x="17673" y="11291"/>
                </a:lnTo>
                <a:lnTo>
                  <a:pt x="20618" y="11291"/>
                </a:lnTo>
                <a:cubicBezTo>
                  <a:pt x="20618" y="11291"/>
                  <a:pt x="20618" y="19636"/>
                  <a:pt x="20618" y="19636"/>
                </a:cubicBezTo>
                <a:close/>
                <a:moveTo>
                  <a:pt x="16691" y="20618"/>
                </a:moveTo>
                <a:lnTo>
                  <a:pt x="4909" y="20618"/>
                </a:lnTo>
                <a:lnTo>
                  <a:pt x="4909" y="982"/>
                </a:lnTo>
                <a:lnTo>
                  <a:pt x="16691" y="982"/>
                </a:lnTo>
                <a:cubicBezTo>
                  <a:pt x="16691" y="982"/>
                  <a:pt x="16691" y="20618"/>
                  <a:pt x="16691" y="20618"/>
                </a:cubicBezTo>
                <a:close/>
                <a:moveTo>
                  <a:pt x="3927" y="10309"/>
                </a:moveTo>
                <a:lnTo>
                  <a:pt x="982" y="10309"/>
                </a:lnTo>
                <a:lnTo>
                  <a:pt x="982" y="1964"/>
                </a:lnTo>
                <a:cubicBezTo>
                  <a:pt x="982" y="1421"/>
                  <a:pt x="1422" y="982"/>
                  <a:pt x="1964" y="982"/>
                </a:cubicBezTo>
                <a:lnTo>
                  <a:pt x="3927" y="982"/>
                </a:lnTo>
                <a:cubicBezTo>
                  <a:pt x="3927" y="982"/>
                  <a:pt x="3927" y="10309"/>
                  <a:pt x="3927" y="10309"/>
                </a:cubicBezTo>
                <a:close/>
                <a:moveTo>
                  <a:pt x="3927" y="20618"/>
                </a:move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1291"/>
                </a:lnTo>
                <a:lnTo>
                  <a:pt x="3927" y="11291"/>
                </a:lnTo>
                <a:cubicBezTo>
                  <a:pt x="3927" y="11291"/>
                  <a:pt x="3927" y="20618"/>
                  <a:pt x="3927" y="20618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18655" y="8836"/>
                </a:moveTo>
                <a:lnTo>
                  <a:pt x="19636" y="8836"/>
                </a:lnTo>
                <a:lnTo>
                  <a:pt x="19636" y="7855"/>
                </a:lnTo>
                <a:lnTo>
                  <a:pt x="18655" y="7855"/>
                </a:lnTo>
                <a:cubicBezTo>
                  <a:pt x="18655" y="7855"/>
                  <a:pt x="18655" y="8836"/>
                  <a:pt x="18655" y="8836"/>
                </a:cubicBezTo>
                <a:close/>
                <a:moveTo>
                  <a:pt x="18655" y="6873"/>
                </a:moveTo>
                <a:lnTo>
                  <a:pt x="19636" y="6873"/>
                </a:lnTo>
                <a:lnTo>
                  <a:pt x="19636" y="5891"/>
                </a:lnTo>
                <a:lnTo>
                  <a:pt x="18655" y="5891"/>
                </a:lnTo>
                <a:cubicBezTo>
                  <a:pt x="18655" y="5891"/>
                  <a:pt x="18655" y="6873"/>
                  <a:pt x="18655" y="6873"/>
                </a:cubicBezTo>
                <a:close/>
                <a:moveTo>
                  <a:pt x="18655" y="4909"/>
                </a:moveTo>
                <a:lnTo>
                  <a:pt x="19636" y="4909"/>
                </a:lnTo>
                <a:lnTo>
                  <a:pt x="19636" y="3927"/>
                </a:lnTo>
                <a:lnTo>
                  <a:pt x="18655" y="3927"/>
                </a:lnTo>
                <a:cubicBezTo>
                  <a:pt x="18655" y="3927"/>
                  <a:pt x="18655" y="4909"/>
                  <a:pt x="18655" y="4909"/>
                </a:cubicBezTo>
                <a:close/>
                <a:moveTo>
                  <a:pt x="1964" y="2945"/>
                </a:moveTo>
                <a:lnTo>
                  <a:pt x="2945" y="2945"/>
                </a:lnTo>
                <a:lnTo>
                  <a:pt x="2945" y="1964"/>
                </a:lnTo>
                <a:lnTo>
                  <a:pt x="1964" y="1964"/>
                </a:lnTo>
                <a:cubicBezTo>
                  <a:pt x="1964" y="1964"/>
                  <a:pt x="1964" y="2945"/>
                  <a:pt x="1964" y="2945"/>
                </a:cubicBezTo>
                <a:close/>
                <a:moveTo>
                  <a:pt x="1964" y="8836"/>
                </a:moveTo>
                <a:lnTo>
                  <a:pt x="2945" y="8836"/>
                </a:lnTo>
                <a:lnTo>
                  <a:pt x="2945" y="7855"/>
                </a:lnTo>
                <a:lnTo>
                  <a:pt x="1964" y="7855"/>
                </a:lnTo>
                <a:cubicBezTo>
                  <a:pt x="1964" y="7855"/>
                  <a:pt x="1964" y="8836"/>
                  <a:pt x="1964" y="8836"/>
                </a:cubicBezTo>
                <a:close/>
                <a:moveTo>
                  <a:pt x="2945" y="16691"/>
                </a:moveTo>
                <a:lnTo>
                  <a:pt x="1964" y="16691"/>
                </a:lnTo>
                <a:lnTo>
                  <a:pt x="1964" y="17673"/>
                </a:lnTo>
                <a:lnTo>
                  <a:pt x="2945" y="17673"/>
                </a:lnTo>
                <a:cubicBezTo>
                  <a:pt x="2945" y="17673"/>
                  <a:pt x="2945" y="16691"/>
                  <a:pt x="2945" y="16691"/>
                </a:cubicBezTo>
                <a:close/>
                <a:moveTo>
                  <a:pt x="2945" y="12764"/>
                </a:moveTo>
                <a:lnTo>
                  <a:pt x="1964" y="12764"/>
                </a:lnTo>
                <a:lnTo>
                  <a:pt x="1964" y="13745"/>
                </a:lnTo>
                <a:lnTo>
                  <a:pt x="2945" y="13745"/>
                </a:lnTo>
                <a:cubicBezTo>
                  <a:pt x="2945" y="13745"/>
                  <a:pt x="2945" y="12764"/>
                  <a:pt x="2945" y="12764"/>
                </a:cubicBezTo>
                <a:close/>
                <a:moveTo>
                  <a:pt x="2945" y="14727"/>
                </a:moveTo>
                <a:lnTo>
                  <a:pt x="1964" y="14727"/>
                </a:lnTo>
                <a:lnTo>
                  <a:pt x="1964" y="15709"/>
                </a:lnTo>
                <a:lnTo>
                  <a:pt x="2945" y="15709"/>
                </a:lnTo>
                <a:cubicBezTo>
                  <a:pt x="2945" y="15709"/>
                  <a:pt x="2945" y="14727"/>
                  <a:pt x="2945" y="14727"/>
                </a:cubicBezTo>
                <a:close/>
                <a:moveTo>
                  <a:pt x="2945" y="18655"/>
                </a:moveTo>
                <a:lnTo>
                  <a:pt x="1964" y="18655"/>
                </a:lnTo>
                <a:lnTo>
                  <a:pt x="1964" y="19636"/>
                </a:lnTo>
                <a:lnTo>
                  <a:pt x="2945" y="19636"/>
                </a:lnTo>
                <a:cubicBezTo>
                  <a:pt x="2945" y="19636"/>
                  <a:pt x="2945" y="18655"/>
                  <a:pt x="2945" y="18655"/>
                </a:cubicBezTo>
                <a:close/>
                <a:moveTo>
                  <a:pt x="1964" y="6873"/>
                </a:moveTo>
                <a:lnTo>
                  <a:pt x="2945" y="6873"/>
                </a:lnTo>
                <a:lnTo>
                  <a:pt x="2945" y="5891"/>
                </a:lnTo>
                <a:lnTo>
                  <a:pt x="1964" y="5891"/>
                </a:lnTo>
                <a:cubicBezTo>
                  <a:pt x="1964" y="5891"/>
                  <a:pt x="1964" y="6873"/>
                  <a:pt x="1964" y="6873"/>
                </a:cubicBezTo>
                <a:close/>
                <a:moveTo>
                  <a:pt x="1964" y="4909"/>
                </a:moveTo>
                <a:lnTo>
                  <a:pt x="2945" y="4909"/>
                </a:lnTo>
                <a:lnTo>
                  <a:pt x="2945" y="3927"/>
                </a:lnTo>
                <a:lnTo>
                  <a:pt x="1964" y="3927"/>
                </a:lnTo>
                <a:cubicBezTo>
                  <a:pt x="1964" y="3927"/>
                  <a:pt x="1964" y="4909"/>
                  <a:pt x="1964" y="4909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33" name="Shape 2545">
            <a:extLst>
              <a:ext uri="{FF2B5EF4-FFF2-40B4-BE49-F238E27FC236}">
                <a16:creationId xmlns:a16="http://schemas.microsoft.com/office/drawing/2014/main" id="{DF86E617-103E-0A7C-12B4-9B33EDC1B53C}"/>
              </a:ext>
            </a:extLst>
          </p:cNvPr>
          <p:cNvSpPr/>
          <p:nvPr userDrawn="1"/>
        </p:nvSpPr>
        <p:spPr>
          <a:xfrm>
            <a:off x="777565" y="2360736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619"/>
                </a:moveTo>
                <a:cubicBezTo>
                  <a:pt x="5377" y="20619"/>
                  <a:pt x="982" y="16223"/>
                  <a:pt x="982" y="10800"/>
                </a:cubicBezTo>
                <a:cubicBezTo>
                  <a:pt x="982" y="5378"/>
                  <a:pt x="5377" y="982"/>
                  <a:pt x="10800" y="982"/>
                </a:cubicBezTo>
                <a:cubicBezTo>
                  <a:pt x="13336" y="982"/>
                  <a:pt x="15638" y="1950"/>
                  <a:pt x="17377" y="3529"/>
                </a:cubicBezTo>
                <a:lnTo>
                  <a:pt x="10453" y="10453"/>
                </a:lnTo>
                <a:cubicBezTo>
                  <a:pt x="10364" y="10542"/>
                  <a:pt x="10309" y="10665"/>
                  <a:pt x="10309" y="10800"/>
                </a:cubicBezTo>
                <a:cubicBezTo>
                  <a:pt x="10309" y="11072"/>
                  <a:pt x="10529" y="11291"/>
                  <a:pt x="10800" y="11291"/>
                </a:cubicBezTo>
                <a:lnTo>
                  <a:pt x="20594" y="11291"/>
                </a:lnTo>
                <a:cubicBezTo>
                  <a:pt x="20336" y="16484"/>
                  <a:pt x="16057" y="20619"/>
                  <a:pt x="10800" y="20619"/>
                </a:cubicBezTo>
                <a:moveTo>
                  <a:pt x="20594" y="10309"/>
                </a:moveTo>
                <a:lnTo>
                  <a:pt x="11985" y="10309"/>
                </a:lnTo>
                <a:lnTo>
                  <a:pt x="18071" y="4223"/>
                </a:lnTo>
                <a:cubicBezTo>
                  <a:pt x="19541" y="5852"/>
                  <a:pt x="20477" y="7971"/>
                  <a:pt x="20594" y="10309"/>
                </a:cubicBezTo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5"/>
                  <a:pt x="4836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34" name="Shape 2546">
            <a:extLst>
              <a:ext uri="{FF2B5EF4-FFF2-40B4-BE49-F238E27FC236}">
                <a16:creationId xmlns:a16="http://schemas.microsoft.com/office/drawing/2014/main" id="{789135CD-7A50-1250-B958-62C774031476}"/>
              </a:ext>
            </a:extLst>
          </p:cNvPr>
          <p:cNvSpPr/>
          <p:nvPr userDrawn="1"/>
        </p:nvSpPr>
        <p:spPr>
          <a:xfrm>
            <a:off x="1312363" y="2386202"/>
            <a:ext cx="280133" cy="2292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20400"/>
                </a:moveTo>
                <a:lnTo>
                  <a:pt x="18655" y="20400"/>
                </a:lnTo>
                <a:lnTo>
                  <a:pt x="18655" y="1200"/>
                </a:lnTo>
                <a:lnTo>
                  <a:pt x="20618" y="1200"/>
                </a:lnTo>
                <a:cubicBezTo>
                  <a:pt x="20618" y="1200"/>
                  <a:pt x="20618" y="20400"/>
                  <a:pt x="20618" y="20400"/>
                </a:cubicBezTo>
                <a:close/>
                <a:moveTo>
                  <a:pt x="21109" y="0"/>
                </a:moveTo>
                <a:lnTo>
                  <a:pt x="18164" y="0"/>
                </a:lnTo>
                <a:cubicBezTo>
                  <a:pt x="17893" y="0"/>
                  <a:pt x="17673" y="269"/>
                  <a:pt x="17673" y="600"/>
                </a:cubicBezTo>
                <a:lnTo>
                  <a:pt x="17673" y="21000"/>
                </a:lnTo>
                <a:cubicBezTo>
                  <a:pt x="17673" y="21332"/>
                  <a:pt x="17893" y="21600"/>
                  <a:pt x="18164" y="21600"/>
                </a:cubicBezTo>
                <a:lnTo>
                  <a:pt x="21109" y="21600"/>
                </a:lnTo>
                <a:cubicBezTo>
                  <a:pt x="21380" y="21600"/>
                  <a:pt x="21600" y="21332"/>
                  <a:pt x="21600" y="21000"/>
                </a:cubicBezTo>
                <a:lnTo>
                  <a:pt x="21600" y="600"/>
                </a:lnTo>
                <a:cubicBezTo>
                  <a:pt x="21600" y="269"/>
                  <a:pt x="21380" y="0"/>
                  <a:pt x="21109" y="0"/>
                </a:cubicBezTo>
                <a:moveTo>
                  <a:pt x="8836" y="20400"/>
                </a:moveTo>
                <a:lnTo>
                  <a:pt x="6873" y="20400"/>
                </a:lnTo>
                <a:lnTo>
                  <a:pt x="6873" y="3600"/>
                </a:lnTo>
                <a:lnTo>
                  <a:pt x="8836" y="3600"/>
                </a:lnTo>
                <a:cubicBezTo>
                  <a:pt x="8836" y="3600"/>
                  <a:pt x="8836" y="20400"/>
                  <a:pt x="8836" y="20400"/>
                </a:cubicBezTo>
                <a:close/>
                <a:moveTo>
                  <a:pt x="9327" y="2400"/>
                </a:moveTo>
                <a:lnTo>
                  <a:pt x="6382" y="2400"/>
                </a:lnTo>
                <a:cubicBezTo>
                  <a:pt x="6111" y="2400"/>
                  <a:pt x="5891" y="2669"/>
                  <a:pt x="5891" y="3000"/>
                </a:cubicBezTo>
                <a:lnTo>
                  <a:pt x="5891" y="21000"/>
                </a:lnTo>
                <a:cubicBezTo>
                  <a:pt x="5891" y="21332"/>
                  <a:pt x="6111" y="21600"/>
                  <a:pt x="6382" y="21600"/>
                </a:cubicBezTo>
                <a:lnTo>
                  <a:pt x="9327" y="21600"/>
                </a:lnTo>
                <a:cubicBezTo>
                  <a:pt x="9598" y="21600"/>
                  <a:pt x="9818" y="21332"/>
                  <a:pt x="9818" y="21000"/>
                </a:cubicBezTo>
                <a:lnTo>
                  <a:pt x="9818" y="3000"/>
                </a:lnTo>
                <a:cubicBezTo>
                  <a:pt x="9818" y="2669"/>
                  <a:pt x="9598" y="2400"/>
                  <a:pt x="9327" y="2400"/>
                </a:cubicBezTo>
                <a:moveTo>
                  <a:pt x="14727" y="20400"/>
                </a:moveTo>
                <a:lnTo>
                  <a:pt x="12764" y="20400"/>
                </a:lnTo>
                <a:lnTo>
                  <a:pt x="12764" y="10800"/>
                </a:lnTo>
                <a:lnTo>
                  <a:pt x="14727" y="10800"/>
                </a:lnTo>
                <a:cubicBezTo>
                  <a:pt x="14727" y="10800"/>
                  <a:pt x="14727" y="20400"/>
                  <a:pt x="14727" y="20400"/>
                </a:cubicBezTo>
                <a:close/>
                <a:moveTo>
                  <a:pt x="15218" y="9600"/>
                </a:moveTo>
                <a:lnTo>
                  <a:pt x="12273" y="9600"/>
                </a:lnTo>
                <a:cubicBezTo>
                  <a:pt x="12002" y="9600"/>
                  <a:pt x="11782" y="9869"/>
                  <a:pt x="11782" y="10200"/>
                </a:cubicBezTo>
                <a:lnTo>
                  <a:pt x="11782" y="21000"/>
                </a:lnTo>
                <a:cubicBezTo>
                  <a:pt x="11782" y="21332"/>
                  <a:pt x="12002" y="21600"/>
                  <a:pt x="12273" y="21600"/>
                </a:cubicBezTo>
                <a:lnTo>
                  <a:pt x="15218" y="21600"/>
                </a:lnTo>
                <a:cubicBezTo>
                  <a:pt x="15489" y="21600"/>
                  <a:pt x="15709" y="21332"/>
                  <a:pt x="15709" y="21000"/>
                </a:cubicBezTo>
                <a:lnTo>
                  <a:pt x="15709" y="10200"/>
                </a:lnTo>
                <a:cubicBezTo>
                  <a:pt x="15709" y="9869"/>
                  <a:pt x="15489" y="9600"/>
                  <a:pt x="15218" y="9600"/>
                </a:cubicBezTo>
                <a:moveTo>
                  <a:pt x="2945" y="20400"/>
                </a:moveTo>
                <a:lnTo>
                  <a:pt x="982" y="20400"/>
                </a:lnTo>
                <a:lnTo>
                  <a:pt x="982" y="14400"/>
                </a:lnTo>
                <a:lnTo>
                  <a:pt x="2945" y="14400"/>
                </a:lnTo>
                <a:cubicBezTo>
                  <a:pt x="2945" y="14400"/>
                  <a:pt x="2945" y="20400"/>
                  <a:pt x="2945" y="20400"/>
                </a:cubicBezTo>
                <a:close/>
                <a:moveTo>
                  <a:pt x="3436" y="13200"/>
                </a:moveTo>
                <a:lnTo>
                  <a:pt x="491" y="13200"/>
                </a:lnTo>
                <a:cubicBezTo>
                  <a:pt x="220" y="13200"/>
                  <a:pt x="0" y="13469"/>
                  <a:pt x="0" y="13800"/>
                </a:cubicBezTo>
                <a:lnTo>
                  <a:pt x="0" y="21000"/>
                </a:lnTo>
                <a:cubicBezTo>
                  <a:pt x="0" y="21332"/>
                  <a:pt x="220" y="21600"/>
                  <a:pt x="491" y="21600"/>
                </a:cubicBezTo>
                <a:lnTo>
                  <a:pt x="3436" y="21600"/>
                </a:lnTo>
                <a:cubicBezTo>
                  <a:pt x="3707" y="21600"/>
                  <a:pt x="3927" y="21332"/>
                  <a:pt x="3927" y="21000"/>
                </a:cubicBezTo>
                <a:lnTo>
                  <a:pt x="3927" y="13800"/>
                </a:lnTo>
                <a:cubicBezTo>
                  <a:pt x="3927" y="13469"/>
                  <a:pt x="3707" y="13200"/>
                  <a:pt x="3436" y="132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35" name="Shape 2547">
            <a:extLst>
              <a:ext uri="{FF2B5EF4-FFF2-40B4-BE49-F238E27FC236}">
                <a16:creationId xmlns:a16="http://schemas.microsoft.com/office/drawing/2014/main" id="{8E8D4FCE-BE23-7056-7A49-6D3049A68300}"/>
              </a:ext>
            </a:extLst>
          </p:cNvPr>
          <p:cNvSpPr/>
          <p:nvPr userDrawn="1"/>
        </p:nvSpPr>
        <p:spPr>
          <a:xfrm>
            <a:off x="1847162" y="2360736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73" y="17379"/>
                </a:moveTo>
                <a:lnTo>
                  <a:pt x="15643" y="14949"/>
                </a:lnTo>
                <a:cubicBezTo>
                  <a:pt x="16600" y="13832"/>
                  <a:pt x="17182" y="12386"/>
                  <a:pt x="17182" y="10800"/>
                </a:cubicBezTo>
                <a:cubicBezTo>
                  <a:pt x="17182" y="9214"/>
                  <a:pt x="16600" y="7767"/>
                  <a:pt x="15643" y="6651"/>
                </a:cubicBezTo>
                <a:lnTo>
                  <a:pt x="18073" y="4221"/>
                </a:lnTo>
                <a:cubicBezTo>
                  <a:pt x="19649" y="5963"/>
                  <a:pt x="20618" y="8266"/>
                  <a:pt x="20618" y="10800"/>
                </a:cubicBezTo>
                <a:cubicBezTo>
                  <a:pt x="20618" y="13335"/>
                  <a:pt x="19649" y="15637"/>
                  <a:pt x="18073" y="17379"/>
                </a:cubicBezTo>
                <a:moveTo>
                  <a:pt x="10800" y="20619"/>
                </a:moveTo>
                <a:cubicBezTo>
                  <a:pt x="8265" y="20619"/>
                  <a:pt x="5963" y="19650"/>
                  <a:pt x="4221" y="18073"/>
                </a:cubicBezTo>
                <a:lnTo>
                  <a:pt x="6651" y="15643"/>
                </a:lnTo>
                <a:cubicBezTo>
                  <a:pt x="7767" y="16600"/>
                  <a:pt x="9214" y="17182"/>
                  <a:pt x="10800" y="17182"/>
                </a:cubicBezTo>
                <a:cubicBezTo>
                  <a:pt x="12386" y="17182"/>
                  <a:pt x="13833" y="16600"/>
                  <a:pt x="14949" y="15643"/>
                </a:cubicBezTo>
                <a:lnTo>
                  <a:pt x="17379" y="18073"/>
                </a:lnTo>
                <a:cubicBezTo>
                  <a:pt x="15637" y="19650"/>
                  <a:pt x="13334" y="20619"/>
                  <a:pt x="10800" y="20619"/>
                </a:cubicBezTo>
                <a:moveTo>
                  <a:pt x="982" y="10800"/>
                </a:moveTo>
                <a:cubicBezTo>
                  <a:pt x="982" y="8266"/>
                  <a:pt x="1950" y="5963"/>
                  <a:pt x="3527" y="4221"/>
                </a:cubicBezTo>
                <a:lnTo>
                  <a:pt x="5957" y="6651"/>
                </a:lnTo>
                <a:cubicBezTo>
                  <a:pt x="4999" y="7767"/>
                  <a:pt x="4418" y="9214"/>
                  <a:pt x="4418" y="10800"/>
                </a:cubicBezTo>
                <a:cubicBezTo>
                  <a:pt x="4418" y="12386"/>
                  <a:pt x="4999" y="13832"/>
                  <a:pt x="5957" y="14949"/>
                </a:cubicBezTo>
                <a:lnTo>
                  <a:pt x="3527" y="17379"/>
                </a:lnTo>
                <a:cubicBezTo>
                  <a:pt x="1950" y="15637"/>
                  <a:pt x="982" y="13335"/>
                  <a:pt x="982" y="10800"/>
                </a:cubicBezTo>
                <a:moveTo>
                  <a:pt x="16200" y="10800"/>
                </a:moveTo>
                <a:cubicBezTo>
                  <a:pt x="16200" y="13782"/>
                  <a:pt x="13782" y="16200"/>
                  <a:pt x="10800" y="16200"/>
                </a:cubicBezTo>
                <a:cubicBezTo>
                  <a:pt x="7817" y="16200"/>
                  <a:pt x="5400" y="13782"/>
                  <a:pt x="5400" y="10800"/>
                </a:cubicBezTo>
                <a:cubicBezTo>
                  <a:pt x="5400" y="7817"/>
                  <a:pt x="7817" y="5400"/>
                  <a:pt x="10800" y="5400"/>
                </a:cubicBezTo>
                <a:cubicBezTo>
                  <a:pt x="13782" y="5400"/>
                  <a:pt x="16200" y="7817"/>
                  <a:pt x="16200" y="10800"/>
                </a:cubicBezTo>
                <a:moveTo>
                  <a:pt x="10800" y="982"/>
                </a:moveTo>
                <a:cubicBezTo>
                  <a:pt x="13334" y="982"/>
                  <a:pt x="15637" y="1950"/>
                  <a:pt x="17379" y="3527"/>
                </a:cubicBezTo>
                <a:lnTo>
                  <a:pt x="14949" y="5957"/>
                </a:lnTo>
                <a:cubicBezTo>
                  <a:pt x="13832" y="4999"/>
                  <a:pt x="12386" y="4418"/>
                  <a:pt x="10800" y="4418"/>
                </a:cubicBezTo>
                <a:cubicBezTo>
                  <a:pt x="9214" y="4418"/>
                  <a:pt x="7767" y="4999"/>
                  <a:pt x="6651" y="5957"/>
                </a:cubicBezTo>
                <a:lnTo>
                  <a:pt x="4221" y="3527"/>
                </a:lnTo>
                <a:cubicBezTo>
                  <a:pt x="5963" y="1950"/>
                  <a:pt x="8265" y="982"/>
                  <a:pt x="10800" y="982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4"/>
                  <a:pt x="4835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36" name="Shape 2548">
            <a:extLst>
              <a:ext uri="{FF2B5EF4-FFF2-40B4-BE49-F238E27FC236}">
                <a16:creationId xmlns:a16="http://schemas.microsoft.com/office/drawing/2014/main" id="{6340F30C-D6E7-7859-9387-730BF4B925F3}"/>
              </a:ext>
            </a:extLst>
          </p:cNvPr>
          <p:cNvSpPr/>
          <p:nvPr userDrawn="1"/>
        </p:nvSpPr>
        <p:spPr>
          <a:xfrm>
            <a:off x="2381960" y="2468969"/>
            <a:ext cx="280133" cy="636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145" y="17280"/>
                </a:moveTo>
                <a:cubicBezTo>
                  <a:pt x="18332" y="17280"/>
                  <a:pt x="17673" y="14380"/>
                  <a:pt x="17673" y="10800"/>
                </a:cubicBezTo>
                <a:cubicBezTo>
                  <a:pt x="17673" y="7224"/>
                  <a:pt x="18332" y="4320"/>
                  <a:pt x="19145" y="4320"/>
                </a:cubicBezTo>
                <a:cubicBezTo>
                  <a:pt x="19959" y="4320"/>
                  <a:pt x="20618" y="7224"/>
                  <a:pt x="20618" y="10800"/>
                </a:cubicBezTo>
                <a:cubicBezTo>
                  <a:pt x="20618" y="14380"/>
                  <a:pt x="19959" y="17280"/>
                  <a:pt x="19145" y="17280"/>
                </a:cubicBezTo>
                <a:moveTo>
                  <a:pt x="19145" y="0"/>
                </a:moveTo>
                <a:cubicBezTo>
                  <a:pt x="17790" y="0"/>
                  <a:pt x="16691" y="4837"/>
                  <a:pt x="16691" y="10800"/>
                </a:cubicBezTo>
                <a:cubicBezTo>
                  <a:pt x="16691" y="16766"/>
                  <a:pt x="17790" y="21600"/>
                  <a:pt x="19145" y="21600"/>
                </a:cubicBezTo>
                <a:cubicBezTo>
                  <a:pt x="20501" y="21600"/>
                  <a:pt x="21600" y="16766"/>
                  <a:pt x="21600" y="10800"/>
                </a:cubicBezTo>
                <a:cubicBezTo>
                  <a:pt x="21600" y="4837"/>
                  <a:pt x="20501" y="0"/>
                  <a:pt x="19145" y="0"/>
                </a:cubicBezTo>
                <a:moveTo>
                  <a:pt x="10800" y="17280"/>
                </a:moveTo>
                <a:cubicBezTo>
                  <a:pt x="9986" y="17280"/>
                  <a:pt x="9327" y="14380"/>
                  <a:pt x="9327" y="10800"/>
                </a:cubicBezTo>
                <a:cubicBezTo>
                  <a:pt x="9327" y="7224"/>
                  <a:pt x="9986" y="4320"/>
                  <a:pt x="10800" y="4320"/>
                </a:cubicBezTo>
                <a:cubicBezTo>
                  <a:pt x="11614" y="4320"/>
                  <a:pt x="12273" y="7224"/>
                  <a:pt x="12273" y="10800"/>
                </a:cubicBezTo>
                <a:cubicBezTo>
                  <a:pt x="12273" y="14380"/>
                  <a:pt x="11614" y="17280"/>
                  <a:pt x="10800" y="17280"/>
                </a:cubicBezTo>
                <a:moveTo>
                  <a:pt x="10800" y="0"/>
                </a:moveTo>
                <a:cubicBezTo>
                  <a:pt x="9444" y="0"/>
                  <a:pt x="8345" y="4837"/>
                  <a:pt x="8345" y="10800"/>
                </a:cubicBezTo>
                <a:cubicBezTo>
                  <a:pt x="8345" y="16766"/>
                  <a:pt x="9444" y="21600"/>
                  <a:pt x="10800" y="21600"/>
                </a:cubicBezTo>
                <a:cubicBezTo>
                  <a:pt x="12156" y="21600"/>
                  <a:pt x="13255" y="16766"/>
                  <a:pt x="13255" y="10800"/>
                </a:cubicBezTo>
                <a:cubicBezTo>
                  <a:pt x="13255" y="4837"/>
                  <a:pt x="12156" y="0"/>
                  <a:pt x="10800" y="0"/>
                </a:cubicBezTo>
                <a:moveTo>
                  <a:pt x="2455" y="17280"/>
                </a:moveTo>
                <a:cubicBezTo>
                  <a:pt x="1641" y="17280"/>
                  <a:pt x="982" y="14380"/>
                  <a:pt x="982" y="10800"/>
                </a:cubicBezTo>
                <a:cubicBezTo>
                  <a:pt x="982" y="7224"/>
                  <a:pt x="1641" y="4320"/>
                  <a:pt x="2455" y="4320"/>
                </a:cubicBezTo>
                <a:cubicBezTo>
                  <a:pt x="3268" y="4320"/>
                  <a:pt x="3927" y="7224"/>
                  <a:pt x="3927" y="10800"/>
                </a:cubicBezTo>
                <a:cubicBezTo>
                  <a:pt x="3927" y="14380"/>
                  <a:pt x="3268" y="17280"/>
                  <a:pt x="2455" y="17280"/>
                </a:cubicBezTo>
                <a:moveTo>
                  <a:pt x="2455" y="0"/>
                </a:moveTo>
                <a:cubicBezTo>
                  <a:pt x="1099" y="0"/>
                  <a:pt x="0" y="4837"/>
                  <a:pt x="0" y="10800"/>
                </a:cubicBezTo>
                <a:cubicBezTo>
                  <a:pt x="0" y="16766"/>
                  <a:pt x="1099" y="21600"/>
                  <a:pt x="2455" y="21600"/>
                </a:cubicBezTo>
                <a:cubicBezTo>
                  <a:pt x="3811" y="21600"/>
                  <a:pt x="4909" y="16766"/>
                  <a:pt x="4909" y="10800"/>
                </a:cubicBezTo>
                <a:cubicBezTo>
                  <a:pt x="4909" y="4837"/>
                  <a:pt x="3811" y="0"/>
                  <a:pt x="2455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37" name="Shape 2549">
            <a:extLst>
              <a:ext uri="{FF2B5EF4-FFF2-40B4-BE49-F238E27FC236}">
                <a16:creationId xmlns:a16="http://schemas.microsoft.com/office/drawing/2014/main" id="{EC2104CE-1F78-C7CD-7748-6EA217540D78}"/>
              </a:ext>
            </a:extLst>
          </p:cNvPr>
          <p:cNvSpPr/>
          <p:nvPr userDrawn="1"/>
        </p:nvSpPr>
        <p:spPr>
          <a:xfrm>
            <a:off x="2916758" y="2360736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618"/>
                </a:moveTo>
                <a:cubicBezTo>
                  <a:pt x="5377" y="20618"/>
                  <a:pt x="982" y="16223"/>
                  <a:pt x="982" y="10800"/>
                </a:cubicBezTo>
                <a:cubicBezTo>
                  <a:pt x="982" y="5378"/>
                  <a:pt x="5377" y="982"/>
                  <a:pt x="10800" y="982"/>
                </a:cubicBezTo>
                <a:cubicBezTo>
                  <a:pt x="16223" y="982"/>
                  <a:pt x="20618" y="5378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5"/>
                  <a:pt x="4836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moveTo>
                  <a:pt x="10800" y="11291"/>
                </a:moveTo>
                <a:cubicBezTo>
                  <a:pt x="10529" y="11291"/>
                  <a:pt x="10309" y="11072"/>
                  <a:pt x="10309" y="10800"/>
                </a:cubicBezTo>
                <a:cubicBezTo>
                  <a:pt x="10309" y="10529"/>
                  <a:pt x="10529" y="10309"/>
                  <a:pt x="10800" y="10309"/>
                </a:cubicBezTo>
                <a:cubicBezTo>
                  <a:pt x="11071" y="10309"/>
                  <a:pt x="11291" y="10529"/>
                  <a:pt x="11291" y="10800"/>
                </a:cubicBezTo>
                <a:cubicBezTo>
                  <a:pt x="11291" y="11072"/>
                  <a:pt x="11071" y="11291"/>
                  <a:pt x="10800" y="11291"/>
                </a:cubicBezTo>
                <a:moveTo>
                  <a:pt x="10800" y="9327"/>
                </a:moveTo>
                <a:cubicBezTo>
                  <a:pt x="9986" y="9327"/>
                  <a:pt x="9327" y="9987"/>
                  <a:pt x="9327" y="10800"/>
                </a:cubicBezTo>
                <a:cubicBezTo>
                  <a:pt x="9327" y="11614"/>
                  <a:pt x="9986" y="12273"/>
                  <a:pt x="10800" y="12273"/>
                </a:cubicBezTo>
                <a:cubicBezTo>
                  <a:pt x="11614" y="12273"/>
                  <a:pt x="12273" y="11614"/>
                  <a:pt x="12273" y="10800"/>
                </a:cubicBezTo>
                <a:cubicBezTo>
                  <a:pt x="12273" y="9987"/>
                  <a:pt x="11614" y="9327"/>
                  <a:pt x="10800" y="9327"/>
                </a:cubicBezTo>
                <a:moveTo>
                  <a:pt x="5400" y="11291"/>
                </a:moveTo>
                <a:cubicBezTo>
                  <a:pt x="5129" y="11291"/>
                  <a:pt x="4909" y="11072"/>
                  <a:pt x="4909" y="10800"/>
                </a:cubicBezTo>
                <a:cubicBezTo>
                  <a:pt x="4909" y="10529"/>
                  <a:pt x="5129" y="10309"/>
                  <a:pt x="5400" y="10309"/>
                </a:cubicBezTo>
                <a:cubicBezTo>
                  <a:pt x="5671" y="10309"/>
                  <a:pt x="5891" y="10529"/>
                  <a:pt x="5891" y="10800"/>
                </a:cubicBezTo>
                <a:cubicBezTo>
                  <a:pt x="5891" y="11072"/>
                  <a:pt x="5671" y="11291"/>
                  <a:pt x="5400" y="11291"/>
                </a:cubicBezTo>
                <a:moveTo>
                  <a:pt x="5400" y="9327"/>
                </a:moveTo>
                <a:cubicBezTo>
                  <a:pt x="4586" y="9327"/>
                  <a:pt x="3927" y="9987"/>
                  <a:pt x="3927" y="10800"/>
                </a:cubicBezTo>
                <a:cubicBezTo>
                  <a:pt x="3927" y="11614"/>
                  <a:pt x="4586" y="12273"/>
                  <a:pt x="5400" y="12273"/>
                </a:cubicBezTo>
                <a:cubicBezTo>
                  <a:pt x="6214" y="12273"/>
                  <a:pt x="6873" y="11614"/>
                  <a:pt x="6873" y="10800"/>
                </a:cubicBezTo>
                <a:cubicBezTo>
                  <a:pt x="6873" y="9987"/>
                  <a:pt x="6214" y="9327"/>
                  <a:pt x="5400" y="9327"/>
                </a:cubicBezTo>
                <a:moveTo>
                  <a:pt x="16200" y="11291"/>
                </a:moveTo>
                <a:cubicBezTo>
                  <a:pt x="15929" y="11291"/>
                  <a:pt x="15709" y="11072"/>
                  <a:pt x="15709" y="10800"/>
                </a:cubicBezTo>
                <a:cubicBezTo>
                  <a:pt x="15709" y="10529"/>
                  <a:pt x="15929" y="10309"/>
                  <a:pt x="16200" y="10309"/>
                </a:cubicBezTo>
                <a:cubicBezTo>
                  <a:pt x="16471" y="10309"/>
                  <a:pt x="16691" y="10529"/>
                  <a:pt x="16691" y="10800"/>
                </a:cubicBezTo>
                <a:cubicBezTo>
                  <a:pt x="16691" y="11072"/>
                  <a:pt x="16471" y="11291"/>
                  <a:pt x="16200" y="11291"/>
                </a:cubicBezTo>
                <a:moveTo>
                  <a:pt x="16200" y="9327"/>
                </a:moveTo>
                <a:cubicBezTo>
                  <a:pt x="15386" y="9327"/>
                  <a:pt x="14727" y="9987"/>
                  <a:pt x="14727" y="10800"/>
                </a:cubicBezTo>
                <a:cubicBezTo>
                  <a:pt x="14727" y="11614"/>
                  <a:pt x="15386" y="12273"/>
                  <a:pt x="16200" y="12273"/>
                </a:cubicBezTo>
                <a:cubicBezTo>
                  <a:pt x="17014" y="12273"/>
                  <a:pt x="17673" y="11614"/>
                  <a:pt x="17673" y="10800"/>
                </a:cubicBezTo>
                <a:cubicBezTo>
                  <a:pt x="17673" y="9987"/>
                  <a:pt x="17014" y="9327"/>
                  <a:pt x="16200" y="9327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38" name="Shape 2550">
            <a:extLst>
              <a:ext uri="{FF2B5EF4-FFF2-40B4-BE49-F238E27FC236}">
                <a16:creationId xmlns:a16="http://schemas.microsoft.com/office/drawing/2014/main" id="{953CA7BC-C221-3403-A407-609E1522E107}"/>
              </a:ext>
            </a:extLst>
          </p:cNvPr>
          <p:cNvSpPr/>
          <p:nvPr userDrawn="1"/>
        </p:nvSpPr>
        <p:spPr>
          <a:xfrm>
            <a:off x="3451557" y="2360736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109" y="7364"/>
                </a:moveTo>
                <a:cubicBezTo>
                  <a:pt x="20838" y="7364"/>
                  <a:pt x="20618" y="7584"/>
                  <a:pt x="20618" y="7855"/>
                </a:cubicBezTo>
                <a:lnTo>
                  <a:pt x="20618" y="18655"/>
                </a:lnTo>
                <a:cubicBezTo>
                  <a:pt x="20618" y="19739"/>
                  <a:pt x="19739" y="20618"/>
                  <a:pt x="18655" y="20618"/>
                </a:cubicBezTo>
                <a:lnTo>
                  <a:pt x="2945" y="20618"/>
                </a:lnTo>
                <a:cubicBezTo>
                  <a:pt x="1861" y="20618"/>
                  <a:pt x="982" y="19739"/>
                  <a:pt x="982" y="18655"/>
                </a:cubicBezTo>
                <a:lnTo>
                  <a:pt x="982" y="2945"/>
                </a:lnTo>
                <a:cubicBezTo>
                  <a:pt x="982" y="1861"/>
                  <a:pt x="1861" y="982"/>
                  <a:pt x="2945" y="982"/>
                </a:cubicBezTo>
                <a:lnTo>
                  <a:pt x="13745" y="982"/>
                </a:lnTo>
                <a:cubicBezTo>
                  <a:pt x="14017" y="982"/>
                  <a:pt x="14236" y="762"/>
                  <a:pt x="14236" y="491"/>
                </a:cubicBezTo>
                <a:cubicBezTo>
                  <a:pt x="14236" y="220"/>
                  <a:pt x="14017" y="0"/>
                  <a:pt x="13745" y="0"/>
                </a:cubicBezTo>
                <a:lnTo>
                  <a:pt x="2945" y="0"/>
                </a:lnTo>
                <a:cubicBezTo>
                  <a:pt x="1318" y="0"/>
                  <a:pt x="0" y="1319"/>
                  <a:pt x="0" y="2945"/>
                </a:cubicBezTo>
                <a:lnTo>
                  <a:pt x="0" y="18655"/>
                </a:lnTo>
                <a:cubicBezTo>
                  <a:pt x="0" y="20282"/>
                  <a:pt x="1318" y="21600"/>
                  <a:pt x="2945" y="21600"/>
                </a:cubicBezTo>
                <a:lnTo>
                  <a:pt x="18655" y="21600"/>
                </a:lnTo>
                <a:cubicBezTo>
                  <a:pt x="20282" y="21600"/>
                  <a:pt x="21600" y="20282"/>
                  <a:pt x="21600" y="18655"/>
                </a:cubicBezTo>
                <a:lnTo>
                  <a:pt x="21600" y="7855"/>
                </a:lnTo>
                <a:cubicBezTo>
                  <a:pt x="21600" y="7584"/>
                  <a:pt x="21380" y="7364"/>
                  <a:pt x="21109" y="7364"/>
                </a:cubicBezTo>
                <a:moveTo>
                  <a:pt x="7006" y="12764"/>
                </a:moveTo>
                <a:lnTo>
                  <a:pt x="8836" y="12764"/>
                </a:lnTo>
                <a:lnTo>
                  <a:pt x="8836" y="14594"/>
                </a:lnTo>
                <a:lnTo>
                  <a:pt x="6627" y="14973"/>
                </a:lnTo>
                <a:cubicBezTo>
                  <a:pt x="6627" y="14973"/>
                  <a:pt x="7006" y="12764"/>
                  <a:pt x="7006" y="12764"/>
                </a:cubicBezTo>
                <a:close/>
                <a:moveTo>
                  <a:pt x="16775" y="2742"/>
                </a:moveTo>
                <a:lnTo>
                  <a:pt x="18858" y="4825"/>
                </a:lnTo>
                <a:lnTo>
                  <a:pt x="9818" y="13865"/>
                </a:lnTo>
                <a:lnTo>
                  <a:pt x="9818" y="11782"/>
                </a:lnTo>
                <a:lnTo>
                  <a:pt x="7736" y="11782"/>
                </a:lnTo>
                <a:cubicBezTo>
                  <a:pt x="7736" y="11782"/>
                  <a:pt x="16775" y="2742"/>
                  <a:pt x="16775" y="2742"/>
                </a:cubicBezTo>
                <a:close/>
                <a:moveTo>
                  <a:pt x="18104" y="1414"/>
                </a:moveTo>
                <a:cubicBezTo>
                  <a:pt x="18371" y="1147"/>
                  <a:pt x="18739" y="982"/>
                  <a:pt x="19145" y="982"/>
                </a:cubicBezTo>
                <a:cubicBezTo>
                  <a:pt x="19959" y="982"/>
                  <a:pt x="20618" y="1642"/>
                  <a:pt x="20618" y="2455"/>
                </a:cubicBezTo>
                <a:cubicBezTo>
                  <a:pt x="20618" y="2861"/>
                  <a:pt x="20453" y="3230"/>
                  <a:pt x="20187" y="3496"/>
                </a:cubicBezTo>
                <a:lnTo>
                  <a:pt x="19552" y="4131"/>
                </a:lnTo>
                <a:lnTo>
                  <a:pt x="17469" y="2048"/>
                </a:lnTo>
                <a:cubicBezTo>
                  <a:pt x="17469" y="2048"/>
                  <a:pt x="18104" y="1414"/>
                  <a:pt x="18104" y="1414"/>
                </a:cubicBezTo>
                <a:close/>
                <a:moveTo>
                  <a:pt x="5400" y="16200"/>
                </a:moveTo>
                <a:lnTo>
                  <a:pt x="9590" y="15481"/>
                </a:lnTo>
                <a:lnTo>
                  <a:pt x="20881" y="4190"/>
                </a:lnTo>
                <a:cubicBezTo>
                  <a:pt x="21325" y="3746"/>
                  <a:pt x="21600" y="3133"/>
                  <a:pt x="21600" y="2455"/>
                </a:cubicBezTo>
                <a:cubicBezTo>
                  <a:pt x="21600" y="1099"/>
                  <a:pt x="20501" y="0"/>
                  <a:pt x="19145" y="0"/>
                </a:cubicBezTo>
                <a:cubicBezTo>
                  <a:pt x="18468" y="0"/>
                  <a:pt x="17854" y="275"/>
                  <a:pt x="17410" y="719"/>
                </a:cubicBezTo>
                <a:lnTo>
                  <a:pt x="6119" y="12010"/>
                </a:lnTo>
                <a:cubicBezTo>
                  <a:pt x="6119" y="12010"/>
                  <a:pt x="5400" y="16200"/>
                  <a:pt x="5400" y="16200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39" name="Shape 2551">
            <a:extLst>
              <a:ext uri="{FF2B5EF4-FFF2-40B4-BE49-F238E27FC236}">
                <a16:creationId xmlns:a16="http://schemas.microsoft.com/office/drawing/2014/main" id="{E35BF2E3-199F-7BA8-BC3F-6704BEF946D7}"/>
              </a:ext>
            </a:extLst>
          </p:cNvPr>
          <p:cNvSpPr/>
          <p:nvPr userDrawn="1"/>
        </p:nvSpPr>
        <p:spPr>
          <a:xfrm>
            <a:off x="3986355" y="2360736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55" y="6010"/>
                </a:moveTo>
                <a:lnTo>
                  <a:pt x="18630" y="7136"/>
                </a:lnTo>
                <a:lnTo>
                  <a:pt x="14465" y="2970"/>
                </a:lnTo>
                <a:lnTo>
                  <a:pt x="15590" y="1845"/>
                </a:lnTo>
                <a:cubicBezTo>
                  <a:pt x="15590" y="1845"/>
                  <a:pt x="16391" y="982"/>
                  <a:pt x="17673" y="982"/>
                </a:cubicBezTo>
                <a:cubicBezTo>
                  <a:pt x="19300" y="982"/>
                  <a:pt x="20618" y="2300"/>
                  <a:pt x="20618" y="3927"/>
                </a:cubicBezTo>
                <a:cubicBezTo>
                  <a:pt x="20618" y="4741"/>
                  <a:pt x="20288" y="5477"/>
                  <a:pt x="19755" y="6010"/>
                </a:cubicBezTo>
                <a:moveTo>
                  <a:pt x="7364" y="18402"/>
                </a:moveTo>
                <a:lnTo>
                  <a:pt x="7364" y="14727"/>
                </a:lnTo>
                <a:cubicBezTo>
                  <a:pt x="7364" y="14456"/>
                  <a:pt x="7144" y="14236"/>
                  <a:pt x="6873" y="14236"/>
                </a:cubicBezTo>
                <a:lnTo>
                  <a:pt x="3198" y="14236"/>
                </a:lnTo>
                <a:lnTo>
                  <a:pt x="13770" y="3665"/>
                </a:lnTo>
                <a:lnTo>
                  <a:pt x="17935" y="7830"/>
                </a:lnTo>
                <a:cubicBezTo>
                  <a:pt x="17935" y="7830"/>
                  <a:pt x="7364" y="18402"/>
                  <a:pt x="7364" y="18402"/>
                </a:cubicBezTo>
                <a:close/>
                <a:moveTo>
                  <a:pt x="6382" y="19042"/>
                </a:moveTo>
                <a:lnTo>
                  <a:pt x="2945" y="19845"/>
                </a:lnTo>
                <a:lnTo>
                  <a:pt x="2945" y="18655"/>
                </a:lnTo>
                <a:lnTo>
                  <a:pt x="1755" y="18655"/>
                </a:lnTo>
                <a:lnTo>
                  <a:pt x="2558" y="15218"/>
                </a:lnTo>
                <a:lnTo>
                  <a:pt x="6382" y="15218"/>
                </a:lnTo>
                <a:cubicBezTo>
                  <a:pt x="6382" y="15218"/>
                  <a:pt x="6382" y="19042"/>
                  <a:pt x="6382" y="19042"/>
                </a:cubicBezTo>
                <a:close/>
                <a:moveTo>
                  <a:pt x="17673" y="0"/>
                </a:moveTo>
                <a:cubicBezTo>
                  <a:pt x="16588" y="0"/>
                  <a:pt x="15606" y="439"/>
                  <a:pt x="14896" y="1151"/>
                </a:cubicBezTo>
                <a:lnTo>
                  <a:pt x="1641" y="14405"/>
                </a:lnTo>
                <a:lnTo>
                  <a:pt x="0" y="21600"/>
                </a:lnTo>
                <a:lnTo>
                  <a:pt x="7195" y="19959"/>
                </a:lnTo>
                <a:lnTo>
                  <a:pt x="20449" y="6704"/>
                </a:lnTo>
                <a:cubicBezTo>
                  <a:pt x="21160" y="5994"/>
                  <a:pt x="21600" y="5012"/>
                  <a:pt x="21600" y="3927"/>
                </a:cubicBezTo>
                <a:cubicBezTo>
                  <a:pt x="21600" y="1758"/>
                  <a:pt x="19842" y="0"/>
                  <a:pt x="17673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40" name="Shape 2552">
            <a:extLst>
              <a:ext uri="{FF2B5EF4-FFF2-40B4-BE49-F238E27FC236}">
                <a16:creationId xmlns:a16="http://schemas.microsoft.com/office/drawing/2014/main" id="{19EA2A08-867E-49E4-09EE-9AC9953107E2}"/>
              </a:ext>
            </a:extLst>
          </p:cNvPr>
          <p:cNvSpPr/>
          <p:nvPr userDrawn="1"/>
        </p:nvSpPr>
        <p:spPr>
          <a:xfrm>
            <a:off x="4521153" y="2373469"/>
            <a:ext cx="280133" cy="2546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18360"/>
                </a:moveTo>
                <a:cubicBezTo>
                  <a:pt x="9864" y="18360"/>
                  <a:pt x="8922" y="18237"/>
                  <a:pt x="7998" y="17995"/>
                </a:cubicBezTo>
                <a:cubicBezTo>
                  <a:pt x="7923" y="17975"/>
                  <a:pt x="7846" y="17965"/>
                  <a:pt x="7770" y="17965"/>
                </a:cubicBezTo>
                <a:cubicBezTo>
                  <a:pt x="7646" y="17965"/>
                  <a:pt x="7522" y="17991"/>
                  <a:pt x="7406" y="18043"/>
                </a:cubicBezTo>
                <a:lnTo>
                  <a:pt x="3352" y="19826"/>
                </a:lnTo>
                <a:lnTo>
                  <a:pt x="4013" y="16735"/>
                </a:lnTo>
                <a:cubicBezTo>
                  <a:pt x="4098" y="16339"/>
                  <a:pt x="3972" y="15924"/>
                  <a:pt x="3689" y="15662"/>
                </a:cubicBezTo>
                <a:cubicBezTo>
                  <a:pt x="1944" y="14045"/>
                  <a:pt x="982" y="11934"/>
                  <a:pt x="982" y="9720"/>
                </a:cubicBezTo>
                <a:cubicBezTo>
                  <a:pt x="982" y="4956"/>
                  <a:pt x="5387" y="1080"/>
                  <a:pt x="10800" y="1080"/>
                </a:cubicBezTo>
                <a:cubicBezTo>
                  <a:pt x="16214" y="1080"/>
                  <a:pt x="20618" y="4956"/>
                  <a:pt x="20618" y="9720"/>
                </a:cubicBezTo>
                <a:cubicBezTo>
                  <a:pt x="20618" y="14484"/>
                  <a:pt x="16214" y="18360"/>
                  <a:pt x="10800" y="18360"/>
                </a:cubicBezTo>
                <a:moveTo>
                  <a:pt x="10800" y="0"/>
                </a:moveTo>
                <a:cubicBezTo>
                  <a:pt x="4835" y="0"/>
                  <a:pt x="0" y="4352"/>
                  <a:pt x="0" y="9720"/>
                </a:cubicBezTo>
                <a:cubicBezTo>
                  <a:pt x="0" y="12353"/>
                  <a:pt x="1168" y="14738"/>
                  <a:pt x="3057" y="16488"/>
                </a:cubicBezTo>
                <a:lnTo>
                  <a:pt x="1964" y="21600"/>
                </a:lnTo>
                <a:lnTo>
                  <a:pt x="7770" y="19046"/>
                </a:lnTo>
                <a:cubicBezTo>
                  <a:pt x="8732" y="19298"/>
                  <a:pt x="9747" y="19440"/>
                  <a:pt x="10800" y="19440"/>
                </a:cubicBezTo>
                <a:cubicBezTo>
                  <a:pt x="16765" y="19440"/>
                  <a:pt x="21600" y="15089"/>
                  <a:pt x="21600" y="9720"/>
                </a:cubicBezTo>
                <a:cubicBezTo>
                  <a:pt x="21600" y="4352"/>
                  <a:pt x="16765" y="0"/>
                  <a:pt x="108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41" name="Shape 2553">
            <a:extLst>
              <a:ext uri="{FF2B5EF4-FFF2-40B4-BE49-F238E27FC236}">
                <a16:creationId xmlns:a16="http://schemas.microsoft.com/office/drawing/2014/main" id="{1EB06CC4-C5F8-4339-052D-D8954667FB36}"/>
              </a:ext>
            </a:extLst>
          </p:cNvPr>
          <p:cNvSpPr/>
          <p:nvPr userDrawn="1"/>
        </p:nvSpPr>
        <p:spPr>
          <a:xfrm>
            <a:off x="5055952" y="2373469"/>
            <a:ext cx="280133" cy="2546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709" y="8100"/>
                </a:moveTo>
                <a:cubicBezTo>
                  <a:pt x="14896" y="8100"/>
                  <a:pt x="14236" y="8826"/>
                  <a:pt x="14236" y="9720"/>
                </a:cubicBezTo>
                <a:cubicBezTo>
                  <a:pt x="14236" y="10615"/>
                  <a:pt x="14896" y="11340"/>
                  <a:pt x="15709" y="11340"/>
                </a:cubicBezTo>
                <a:cubicBezTo>
                  <a:pt x="16522" y="11340"/>
                  <a:pt x="17182" y="10615"/>
                  <a:pt x="17182" y="9720"/>
                </a:cubicBezTo>
                <a:cubicBezTo>
                  <a:pt x="17182" y="8826"/>
                  <a:pt x="16522" y="8100"/>
                  <a:pt x="15709" y="8100"/>
                </a:cubicBezTo>
                <a:moveTo>
                  <a:pt x="10800" y="18360"/>
                </a:moveTo>
                <a:cubicBezTo>
                  <a:pt x="9864" y="18360"/>
                  <a:pt x="8922" y="18237"/>
                  <a:pt x="7998" y="17995"/>
                </a:cubicBezTo>
                <a:cubicBezTo>
                  <a:pt x="7923" y="17975"/>
                  <a:pt x="7846" y="17965"/>
                  <a:pt x="7770" y="17965"/>
                </a:cubicBezTo>
                <a:cubicBezTo>
                  <a:pt x="7646" y="17965"/>
                  <a:pt x="7522" y="17991"/>
                  <a:pt x="7406" y="18043"/>
                </a:cubicBezTo>
                <a:lnTo>
                  <a:pt x="3352" y="19826"/>
                </a:lnTo>
                <a:lnTo>
                  <a:pt x="4013" y="16735"/>
                </a:lnTo>
                <a:cubicBezTo>
                  <a:pt x="4098" y="16339"/>
                  <a:pt x="3972" y="15924"/>
                  <a:pt x="3689" y="15662"/>
                </a:cubicBezTo>
                <a:cubicBezTo>
                  <a:pt x="1944" y="14045"/>
                  <a:pt x="982" y="11934"/>
                  <a:pt x="982" y="9720"/>
                </a:cubicBezTo>
                <a:cubicBezTo>
                  <a:pt x="982" y="4956"/>
                  <a:pt x="5387" y="1080"/>
                  <a:pt x="10800" y="1080"/>
                </a:cubicBezTo>
                <a:cubicBezTo>
                  <a:pt x="16214" y="1080"/>
                  <a:pt x="20618" y="4956"/>
                  <a:pt x="20618" y="9720"/>
                </a:cubicBezTo>
                <a:cubicBezTo>
                  <a:pt x="20618" y="14484"/>
                  <a:pt x="16214" y="18360"/>
                  <a:pt x="10800" y="18360"/>
                </a:cubicBezTo>
                <a:moveTo>
                  <a:pt x="10800" y="0"/>
                </a:moveTo>
                <a:cubicBezTo>
                  <a:pt x="4835" y="0"/>
                  <a:pt x="0" y="4352"/>
                  <a:pt x="0" y="9720"/>
                </a:cubicBezTo>
                <a:cubicBezTo>
                  <a:pt x="0" y="12353"/>
                  <a:pt x="1168" y="14738"/>
                  <a:pt x="3057" y="16488"/>
                </a:cubicBezTo>
                <a:lnTo>
                  <a:pt x="1964" y="21600"/>
                </a:lnTo>
                <a:lnTo>
                  <a:pt x="7770" y="19046"/>
                </a:lnTo>
                <a:cubicBezTo>
                  <a:pt x="8732" y="19298"/>
                  <a:pt x="9747" y="19440"/>
                  <a:pt x="10800" y="19440"/>
                </a:cubicBezTo>
                <a:cubicBezTo>
                  <a:pt x="16765" y="19440"/>
                  <a:pt x="21600" y="15089"/>
                  <a:pt x="21600" y="9720"/>
                </a:cubicBezTo>
                <a:cubicBezTo>
                  <a:pt x="21600" y="4352"/>
                  <a:pt x="16765" y="0"/>
                  <a:pt x="10800" y="0"/>
                </a:cubicBezTo>
                <a:moveTo>
                  <a:pt x="10800" y="8100"/>
                </a:moveTo>
                <a:cubicBezTo>
                  <a:pt x="9987" y="8100"/>
                  <a:pt x="9327" y="8826"/>
                  <a:pt x="9327" y="9720"/>
                </a:cubicBezTo>
                <a:cubicBezTo>
                  <a:pt x="9327" y="10615"/>
                  <a:pt x="9987" y="11340"/>
                  <a:pt x="10800" y="11340"/>
                </a:cubicBezTo>
                <a:cubicBezTo>
                  <a:pt x="11613" y="11340"/>
                  <a:pt x="12273" y="10615"/>
                  <a:pt x="12273" y="9720"/>
                </a:cubicBezTo>
                <a:cubicBezTo>
                  <a:pt x="12273" y="8826"/>
                  <a:pt x="11613" y="8100"/>
                  <a:pt x="10800" y="8100"/>
                </a:cubicBezTo>
                <a:moveTo>
                  <a:pt x="5891" y="8100"/>
                </a:moveTo>
                <a:cubicBezTo>
                  <a:pt x="5078" y="8100"/>
                  <a:pt x="4418" y="8826"/>
                  <a:pt x="4418" y="9720"/>
                </a:cubicBezTo>
                <a:cubicBezTo>
                  <a:pt x="4418" y="10615"/>
                  <a:pt x="5078" y="11340"/>
                  <a:pt x="5891" y="11340"/>
                </a:cubicBezTo>
                <a:cubicBezTo>
                  <a:pt x="6704" y="11340"/>
                  <a:pt x="7364" y="10615"/>
                  <a:pt x="7364" y="9720"/>
                </a:cubicBezTo>
                <a:cubicBezTo>
                  <a:pt x="7364" y="8826"/>
                  <a:pt x="6704" y="8100"/>
                  <a:pt x="5891" y="81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42" name="Shape 2554">
            <a:extLst>
              <a:ext uri="{FF2B5EF4-FFF2-40B4-BE49-F238E27FC236}">
                <a16:creationId xmlns:a16="http://schemas.microsoft.com/office/drawing/2014/main" id="{D1E9BB49-A6F4-38F2-74EF-31CCBD139972}"/>
              </a:ext>
            </a:extLst>
          </p:cNvPr>
          <p:cNvSpPr/>
          <p:nvPr userDrawn="1"/>
        </p:nvSpPr>
        <p:spPr>
          <a:xfrm>
            <a:off x="5590750" y="2373469"/>
            <a:ext cx="280133" cy="2546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7855" y="18900"/>
                </a:moveTo>
                <a:cubicBezTo>
                  <a:pt x="7279" y="18900"/>
                  <a:pt x="6684" y="18827"/>
                  <a:pt x="6086" y="18683"/>
                </a:cubicBezTo>
                <a:cubicBezTo>
                  <a:pt x="6017" y="18666"/>
                  <a:pt x="5946" y="18658"/>
                  <a:pt x="5876" y="18658"/>
                </a:cubicBezTo>
                <a:cubicBezTo>
                  <a:pt x="5756" y="18658"/>
                  <a:pt x="5636" y="18682"/>
                  <a:pt x="5523" y="18729"/>
                </a:cubicBezTo>
                <a:lnTo>
                  <a:pt x="2957" y="19815"/>
                </a:lnTo>
                <a:lnTo>
                  <a:pt x="3365" y="18243"/>
                </a:lnTo>
                <a:cubicBezTo>
                  <a:pt x="3474" y="17827"/>
                  <a:pt x="3345" y="17380"/>
                  <a:pt x="3039" y="17108"/>
                </a:cubicBezTo>
                <a:cubicBezTo>
                  <a:pt x="1712" y="15926"/>
                  <a:pt x="982" y="14358"/>
                  <a:pt x="982" y="12690"/>
                </a:cubicBezTo>
                <a:cubicBezTo>
                  <a:pt x="982" y="9266"/>
                  <a:pt x="4065" y="6480"/>
                  <a:pt x="7855" y="6480"/>
                </a:cubicBezTo>
                <a:cubicBezTo>
                  <a:pt x="11644" y="6480"/>
                  <a:pt x="14727" y="9266"/>
                  <a:pt x="14727" y="12690"/>
                </a:cubicBezTo>
                <a:cubicBezTo>
                  <a:pt x="14727" y="16114"/>
                  <a:pt x="11644" y="18900"/>
                  <a:pt x="7855" y="18900"/>
                </a:cubicBezTo>
                <a:moveTo>
                  <a:pt x="7855" y="5400"/>
                </a:moveTo>
                <a:cubicBezTo>
                  <a:pt x="3517" y="5400"/>
                  <a:pt x="0" y="8664"/>
                  <a:pt x="0" y="12690"/>
                </a:cubicBezTo>
                <a:cubicBezTo>
                  <a:pt x="0" y="14758"/>
                  <a:pt x="932" y="16620"/>
                  <a:pt x="2422" y="17947"/>
                </a:cubicBezTo>
                <a:lnTo>
                  <a:pt x="1473" y="21600"/>
                </a:lnTo>
                <a:lnTo>
                  <a:pt x="5876" y="19738"/>
                </a:lnTo>
                <a:cubicBezTo>
                  <a:pt x="6509" y="19891"/>
                  <a:pt x="7169" y="19980"/>
                  <a:pt x="7855" y="19980"/>
                </a:cubicBezTo>
                <a:cubicBezTo>
                  <a:pt x="12192" y="19980"/>
                  <a:pt x="15709" y="16716"/>
                  <a:pt x="15709" y="12690"/>
                </a:cubicBezTo>
                <a:cubicBezTo>
                  <a:pt x="15709" y="8664"/>
                  <a:pt x="12192" y="5400"/>
                  <a:pt x="7855" y="5400"/>
                </a:cubicBezTo>
                <a:moveTo>
                  <a:pt x="21600" y="7290"/>
                </a:moveTo>
                <a:cubicBezTo>
                  <a:pt x="21600" y="3264"/>
                  <a:pt x="18084" y="0"/>
                  <a:pt x="13745" y="0"/>
                </a:cubicBezTo>
                <a:cubicBezTo>
                  <a:pt x="10506" y="0"/>
                  <a:pt x="7725" y="1821"/>
                  <a:pt x="6525" y="4422"/>
                </a:cubicBezTo>
                <a:cubicBezTo>
                  <a:pt x="6912" y="4367"/>
                  <a:pt x="7306" y="4332"/>
                  <a:pt x="7708" y="4326"/>
                </a:cubicBezTo>
                <a:cubicBezTo>
                  <a:pt x="8875" y="2394"/>
                  <a:pt x="11143" y="1080"/>
                  <a:pt x="13745" y="1080"/>
                </a:cubicBezTo>
                <a:cubicBezTo>
                  <a:pt x="17535" y="1080"/>
                  <a:pt x="20618" y="3866"/>
                  <a:pt x="20618" y="7290"/>
                </a:cubicBezTo>
                <a:cubicBezTo>
                  <a:pt x="20618" y="8958"/>
                  <a:pt x="19888" y="10526"/>
                  <a:pt x="18561" y="11707"/>
                </a:cubicBezTo>
                <a:cubicBezTo>
                  <a:pt x="18255" y="11980"/>
                  <a:pt x="18126" y="12428"/>
                  <a:pt x="18234" y="12843"/>
                </a:cubicBezTo>
                <a:lnTo>
                  <a:pt x="18643" y="14415"/>
                </a:lnTo>
                <a:lnTo>
                  <a:pt x="16613" y="13556"/>
                </a:lnTo>
                <a:cubicBezTo>
                  <a:pt x="16573" y="13922"/>
                  <a:pt x="16500" y="14278"/>
                  <a:pt x="16411" y="14628"/>
                </a:cubicBezTo>
                <a:lnTo>
                  <a:pt x="20127" y="16200"/>
                </a:lnTo>
                <a:lnTo>
                  <a:pt x="19178" y="12547"/>
                </a:lnTo>
                <a:cubicBezTo>
                  <a:pt x="20669" y="11220"/>
                  <a:pt x="21600" y="9358"/>
                  <a:pt x="21600" y="729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43" name="Shape 2555">
            <a:extLst>
              <a:ext uri="{FF2B5EF4-FFF2-40B4-BE49-F238E27FC236}">
                <a16:creationId xmlns:a16="http://schemas.microsoft.com/office/drawing/2014/main" id="{D6056AFB-1900-856B-B73A-D64A4C702A95}"/>
              </a:ext>
            </a:extLst>
          </p:cNvPr>
          <p:cNvSpPr/>
          <p:nvPr userDrawn="1"/>
        </p:nvSpPr>
        <p:spPr>
          <a:xfrm>
            <a:off x="777565" y="2895535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73" y="17379"/>
                </a:moveTo>
                <a:lnTo>
                  <a:pt x="4221" y="3527"/>
                </a:lnTo>
                <a:cubicBezTo>
                  <a:pt x="5963" y="1950"/>
                  <a:pt x="8265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3335"/>
                  <a:pt x="19650" y="15637"/>
                  <a:pt x="18073" y="17379"/>
                </a:cubicBezTo>
                <a:moveTo>
                  <a:pt x="10800" y="20618"/>
                </a:moveTo>
                <a:cubicBezTo>
                  <a:pt x="5377" y="20618"/>
                  <a:pt x="982" y="16223"/>
                  <a:pt x="982" y="10800"/>
                </a:cubicBezTo>
                <a:cubicBezTo>
                  <a:pt x="982" y="8266"/>
                  <a:pt x="1950" y="5963"/>
                  <a:pt x="3527" y="4221"/>
                </a:cubicBezTo>
                <a:lnTo>
                  <a:pt x="17379" y="18073"/>
                </a:lnTo>
                <a:cubicBezTo>
                  <a:pt x="15637" y="19650"/>
                  <a:pt x="13334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6"/>
                  <a:pt x="0" y="10800"/>
                </a:cubicBezTo>
                <a:cubicBezTo>
                  <a:pt x="0" y="16764"/>
                  <a:pt x="4835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44" name="Shape 2556">
            <a:extLst>
              <a:ext uri="{FF2B5EF4-FFF2-40B4-BE49-F238E27FC236}">
                <a16:creationId xmlns:a16="http://schemas.microsoft.com/office/drawing/2014/main" id="{CC2FEACC-8D4C-BDDF-70B8-A52307AB19E9}"/>
              </a:ext>
            </a:extLst>
          </p:cNvPr>
          <p:cNvSpPr/>
          <p:nvPr userDrawn="1"/>
        </p:nvSpPr>
        <p:spPr>
          <a:xfrm>
            <a:off x="1312363" y="2895535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618"/>
                </a:moveTo>
                <a:cubicBezTo>
                  <a:pt x="5377" y="20618"/>
                  <a:pt x="982" y="16223"/>
                  <a:pt x="982" y="10800"/>
                </a:cubicBezTo>
                <a:cubicBezTo>
                  <a:pt x="982" y="5377"/>
                  <a:pt x="5377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5"/>
                  <a:pt x="4836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moveTo>
                  <a:pt x="11874" y="5396"/>
                </a:moveTo>
                <a:cubicBezTo>
                  <a:pt x="11493" y="5396"/>
                  <a:pt x="11166" y="5519"/>
                  <a:pt x="10894" y="5766"/>
                </a:cubicBezTo>
                <a:cubicBezTo>
                  <a:pt x="10621" y="6013"/>
                  <a:pt x="10484" y="6310"/>
                  <a:pt x="10484" y="6658"/>
                </a:cubicBezTo>
                <a:cubicBezTo>
                  <a:pt x="10484" y="7005"/>
                  <a:pt x="10621" y="7301"/>
                  <a:pt x="10894" y="7545"/>
                </a:cubicBezTo>
                <a:cubicBezTo>
                  <a:pt x="11166" y="7790"/>
                  <a:pt x="11493" y="7912"/>
                  <a:pt x="11874" y="7912"/>
                </a:cubicBezTo>
                <a:cubicBezTo>
                  <a:pt x="12255" y="7912"/>
                  <a:pt x="12581" y="7790"/>
                  <a:pt x="12852" y="7545"/>
                </a:cubicBezTo>
                <a:cubicBezTo>
                  <a:pt x="13122" y="7301"/>
                  <a:pt x="13257" y="7005"/>
                  <a:pt x="13257" y="6658"/>
                </a:cubicBezTo>
                <a:cubicBezTo>
                  <a:pt x="13257" y="6310"/>
                  <a:pt x="13122" y="6013"/>
                  <a:pt x="12852" y="5766"/>
                </a:cubicBezTo>
                <a:cubicBezTo>
                  <a:pt x="12581" y="5519"/>
                  <a:pt x="12255" y="5396"/>
                  <a:pt x="11874" y="5396"/>
                </a:cubicBezTo>
                <a:moveTo>
                  <a:pt x="12242" y="15228"/>
                </a:moveTo>
                <a:cubicBezTo>
                  <a:pt x="11942" y="15228"/>
                  <a:pt x="11730" y="15180"/>
                  <a:pt x="11608" y="15083"/>
                </a:cubicBezTo>
                <a:cubicBezTo>
                  <a:pt x="11486" y="14987"/>
                  <a:pt x="11425" y="14807"/>
                  <a:pt x="11425" y="14542"/>
                </a:cubicBezTo>
                <a:cubicBezTo>
                  <a:pt x="11425" y="14436"/>
                  <a:pt x="11444" y="14281"/>
                  <a:pt x="11482" y="14076"/>
                </a:cubicBezTo>
                <a:cubicBezTo>
                  <a:pt x="11519" y="13870"/>
                  <a:pt x="11562" y="13687"/>
                  <a:pt x="11609" y="13527"/>
                </a:cubicBezTo>
                <a:lnTo>
                  <a:pt x="12189" y="11532"/>
                </a:lnTo>
                <a:cubicBezTo>
                  <a:pt x="12246" y="11349"/>
                  <a:pt x="12284" y="11148"/>
                  <a:pt x="12306" y="10929"/>
                </a:cubicBezTo>
                <a:cubicBezTo>
                  <a:pt x="12327" y="10709"/>
                  <a:pt x="12337" y="10557"/>
                  <a:pt x="12337" y="10469"/>
                </a:cubicBezTo>
                <a:cubicBezTo>
                  <a:pt x="12337" y="10049"/>
                  <a:pt x="12185" y="9707"/>
                  <a:pt x="11882" y="9444"/>
                </a:cubicBezTo>
                <a:cubicBezTo>
                  <a:pt x="11578" y="9182"/>
                  <a:pt x="11146" y="9050"/>
                  <a:pt x="10586" y="9050"/>
                </a:cubicBezTo>
                <a:cubicBezTo>
                  <a:pt x="10275" y="9050"/>
                  <a:pt x="9945" y="9104"/>
                  <a:pt x="9597" y="9211"/>
                </a:cubicBezTo>
                <a:cubicBezTo>
                  <a:pt x="9248" y="9319"/>
                  <a:pt x="8884" y="9448"/>
                  <a:pt x="8502" y="9599"/>
                </a:cubicBezTo>
                <a:lnTo>
                  <a:pt x="8347" y="10216"/>
                </a:lnTo>
                <a:cubicBezTo>
                  <a:pt x="8460" y="10175"/>
                  <a:pt x="8595" y="10131"/>
                  <a:pt x="8753" y="10085"/>
                </a:cubicBezTo>
                <a:cubicBezTo>
                  <a:pt x="8911" y="10040"/>
                  <a:pt x="9066" y="10017"/>
                  <a:pt x="9217" y="10017"/>
                </a:cubicBezTo>
                <a:cubicBezTo>
                  <a:pt x="9524" y="10017"/>
                  <a:pt x="9731" y="10068"/>
                  <a:pt x="9839" y="10168"/>
                </a:cubicBezTo>
                <a:cubicBezTo>
                  <a:pt x="9948" y="10269"/>
                  <a:pt x="10002" y="10447"/>
                  <a:pt x="10002" y="10703"/>
                </a:cubicBezTo>
                <a:cubicBezTo>
                  <a:pt x="10002" y="10844"/>
                  <a:pt x="9985" y="11001"/>
                  <a:pt x="9949" y="11172"/>
                </a:cubicBezTo>
                <a:cubicBezTo>
                  <a:pt x="9914" y="11343"/>
                  <a:pt x="9870" y="11526"/>
                  <a:pt x="9818" y="11717"/>
                </a:cubicBezTo>
                <a:lnTo>
                  <a:pt x="9235" y="13719"/>
                </a:lnTo>
                <a:cubicBezTo>
                  <a:pt x="9184" y="13929"/>
                  <a:pt x="9146" y="14118"/>
                  <a:pt x="9123" y="14285"/>
                </a:cubicBezTo>
                <a:cubicBezTo>
                  <a:pt x="9100" y="14451"/>
                  <a:pt x="9088" y="14615"/>
                  <a:pt x="9088" y="14775"/>
                </a:cubicBezTo>
                <a:cubicBezTo>
                  <a:pt x="9088" y="15186"/>
                  <a:pt x="9244" y="15526"/>
                  <a:pt x="9556" y="15793"/>
                </a:cubicBezTo>
                <a:cubicBezTo>
                  <a:pt x="9869" y="16060"/>
                  <a:pt x="10308" y="16194"/>
                  <a:pt x="10872" y="16194"/>
                </a:cubicBezTo>
                <a:cubicBezTo>
                  <a:pt x="11239" y="16194"/>
                  <a:pt x="11561" y="16147"/>
                  <a:pt x="11839" y="16053"/>
                </a:cubicBezTo>
                <a:cubicBezTo>
                  <a:pt x="12117" y="15960"/>
                  <a:pt x="12488" y="15824"/>
                  <a:pt x="12954" y="15645"/>
                </a:cubicBezTo>
                <a:lnTo>
                  <a:pt x="13109" y="15028"/>
                </a:lnTo>
                <a:cubicBezTo>
                  <a:pt x="13029" y="15065"/>
                  <a:pt x="12900" y="15107"/>
                  <a:pt x="12721" y="15155"/>
                </a:cubicBezTo>
                <a:cubicBezTo>
                  <a:pt x="12543" y="15204"/>
                  <a:pt x="12383" y="15228"/>
                  <a:pt x="12242" y="15228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45" name="Shape 2557">
            <a:extLst>
              <a:ext uri="{FF2B5EF4-FFF2-40B4-BE49-F238E27FC236}">
                <a16:creationId xmlns:a16="http://schemas.microsoft.com/office/drawing/2014/main" id="{E7EBB765-EA09-0800-E9C1-26C4CCF27746}"/>
              </a:ext>
            </a:extLst>
          </p:cNvPr>
          <p:cNvSpPr/>
          <p:nvPr userDrawn="1"/>
        </p:nvSpPr>
        <p:spPr>
          <a:xfrm>
            <a:off x="1847162" y="2895535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991" y="6559"/>
                </a:moveTo>
                <a:cubicBezTo>
                  <a:pt x="12727" y="6341"/>
                  <a:pt x="12420" y="6172"/>
                  <a:pt x="12078" y="6058"/>
                </a:cubicBezTo>
                <a:cubicBezTo>
                  <a:pt x="11737" y="5946"/>
                  <a:pt x="11367" y="5889"/>
                  <a:pt x="10978" y="5889"/>
                </a:cubicBezTo>
                <a:cubicBezTo>
                  <a:pt x="10477" y="5889"/>
                  <a:pt x="10025" y="5967"/>
                  <a:pt x="9633" y="6120"/>
                </a:cubicBezTo>
                <a:cubicBezTo>
                  <a:pt x="9239" y="6275"/>
                  <a:pt x="8900" y="6494"/>
                  <a:pt x="8623" y="6771"/>
                </a:cubicBezTo>
                <a:cubicBezTo>
                  <a:pt x="8346" y="7049"/>
                  <a:pt x="8133" y="7392"/>
                  <a:pt x="7992" y="7788"/>
                </a:cubicBezTo>
                <a:cubicBezTo>
                  <a:pt x="7853" y="8180"/>
                  <a:pt x="7782" y="8620"/>
                  <a:pt x="7782" y="9096"/>
                </a:cubicBezTo>
                <a:lnTo>
                  <a:pt x="7782" y="9217"/>
                </a:lnTo>
                <a:lnTo>
                  <a:pt x="8880" y="9217"/>
                </a:lnTo>
                <a:lnTo>
                  <a:pt x="8877" y="9093"/>
                </a:lnTo>
                <a:cubicBezTo>
                  <a:pt x="8868" y="8767"/>
                  <a:pt x="8908" y="8461"/>
                  <a:pt x="8993" y="8187"/>
                </a:cubicBezTo>
                <a:cubicBezTo>
                  <a:pt x="9079" y="7914"/>
                  <a:pt x="9207" y="7675"/>
                  <a:pt x="9377" y="7473"/>
                </a:cubicBezTo>
                <a:cubicBezTo>
                  <a:pt x="9545" y="7274"/>
                  <a:pt x="9762" y="7115"/>
                  <a:pt x="10024" y="7000"/>
                </a:cubicBezTo>
                <a:cubicBezTo>
                  <a:pt x="10287" y="6884"/>
                  <a:pt x="10594" y="6827"/>
                  <a:pt x="10937" y="6827"/>
                </a:cubicBezTo>
                <a:cubicBezTo>
                  <a:pt x="11182" y="6827"/>
                  <a:pt x="11418" y="6868"/>
                  <a:pt x="11639" y="6950"/>
                </a:cubicBezTo>
                <a:cubicBezTo>
                  <a:pt x="11858" y="7032"/>
                  <a:pt x="12053" y="7146"/>
                  <a:pt x="12218" y="7289"/>
                </a:cubicBezTo>
                <a:cubicBezTo>
                  <a:pt x="12381" y="7431"/>
                  <a:pt x="12512" y="7605"/>
                  <a:pt x="12609" y="7808"/>
                </a:cubicBezTo>
                <a:cubicBezTo>
                  <a:pt x="12704" y="8011"/>
                  <a:pt x="12752" y="8236"/>
                  <a:pt x="12752" y="8478"/>
                </a:cubicBezTo>
                <a:cubicBezTo>
                  <a:pt x="12752" y="8797"/>
                  <a:pt x="12674" y="9089"/>
                  <a:pt x="12519" y="9350"/>
                </a:cubicBezTo>
                <a:cubicBezTo>
                  <a:pt x="12359" y="9618"/>
                  <a:pt x="12154" y="9865"/>
                  <a:pt x="11913" y="10082"/>
                </a:cubicBezTo>
                <a:cubicBezTo>
                  <a:pt x="11624" y="10337"/>
                  <a:pt x="11374" y="10568"/>
                  <a:pt x="11170" y="10771"/>
                </a:cubicBezTo>
                <a:cubicBezTo>
                  <a:pt x="10959" y="10979"/>
                  <a:pt x="10789" y="11200"/>
                  <a:pt x="10662" y="11428"/>
                </a:cubicBezTo>
                <a:cubicBezTo>
                  <a:pt x="10534" y="11657"/>
                  <a:pt x="10441" y="11916"/>
                  <a:pt x="10385" y="12199"/>
                </a:cubicBezTo>
                <a:cubicBezTo>
                  <a:pt x="10329" y="12478"/>
                  <a:pt x="10305" y="12827"/>
                  <a:pt x="10315" y="13237"/>
                </a:cubicBezTo>
                <a:lnTo>
                  <a:pt x="10318" y="13355"/>
                </a:lnTo>
                <a:lnTo>
                  <a:pt x="11407" y="13355"/>
                </a:lnTo>
                <a:lnTo>
                  <a:pt x="11410" y="13237"/>
                </a:lnTo>
                <a:cubicBezTo>
                  <a:pt x="11418" y="12838"/>
                  <a:pt x="11436" y="12531"/>
                  <a:pt x="11463" y="12322"/>
                </a:cubicBezTo>
                <a:cubicBezTo>
                  <a:pt x="11488" y="12125"/>
                  <a:pt x="11538" y="11956"/>
                  <a:pt x="11611" y="11821"/>
                </a:cubicBezTo>
                <a:cubicBezTo>
                  <a:pt x="11687" y="11684"/>
                  <a:pt x="11803" y="11541"/>
                  <a:pt x="11959" y="11399"/>
                </a:cubicBezTo>
                <a:cubicBezTo>
                  <a:pt x="12127" y="11245"/>
                  <a:pt x="12351" y="11031"/>
                  <a:pt x="12630" y="10762"/>
                </a:cubicBezTo>
                <a:cubicBezTo>
                  <a:pt x="12979" y="10441"/>
                  <a:pt x="13270" y="10102"/>
                  <a:pt x="13495" y="9753"/>
                </a:cubicBezTo>
                <a:cubicBezTo>
                  <a:pt x="13729" y="9393"/>
                  <a:pt x="13847" y="8952"/>
                  <a:pt x="13847" y="8439"/>
                </a:cubicBezTo>
                <a:cubicBezTo>
                  <a:pt x="13847" y="8038"/>
                  <a:pt x="13770" y="7675"/>
                  <a:pt x="13618" y="7362"/>
                </a:cubicBezTo>
                <a:cubicBezTo>
                  <a:pt x="13467" y="7050"/>
                  <a:pt x="13256" y="6780"/>
                  <a:pt x="12991" y="6559"/>
                </a:cubicBezTo>
                <a:moveTo>
                  <a:pt x="10179" y="15706"/>
                </a:moveTo>
                <a:lnTo>
                  <a:pt x="11558" y="15706"/>
                </a:lnTo>
                <a:lnTo>
                  <a:pt x="11558" y="14072"/>
                </a:lnTo>
                <a:lnTo>
                  <a:pt x="10179" y="14072"/>
                </a:lnTo>
                <a:cubicBezTo>
                  <a:pt x="10179" y="14072"/>
                  <a:pt x="10179" y="15706"/>
                  <a:pt x="10179" y="15706"/>
                </a:cubicBezTo>
                <a:close/>
                <a:moveTo>
                  <a:pt x="10800" y="20618"/>
                </a:moveTo>
                <a:cubicBezTo>
                  <a:pt x="5377" y="20618"/>
                  <a:pt x="982" y="16223"/>
                  <a:pt x="982" y="10800"/>
                </a:cubicBezTo>
                <a:cubicBezTo>
                  <a:pt x="982" y="5377"/>
                  <a:pt x="5377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6"/>
                  <a:pt x="0" y="10800"/>
                </a:cubicBezTo>
                <a:cubicBezTo>
                  <a:pt x="0" y="16764"/>
                  <a:pt x="4835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46" name="Shape 2558">
            <a:extLst>
              <a:ext uri="{FF2B5EF4-FFF2-40B4-BE49-F238E27FC236}">
                <a16:creationId xmlns:a16="http://schemas.microsoft.com/office/drawing/2014/main" id="{B3B49F53-7F8C-9FA7-5374-8269490AF345}"/>
              </a:ext>
            </a:extLst>
          </p:cNvPr>
          <p:cNvSpPr/>
          <p:nvPr userDrawn="1"/>
        </p:nvSpPr>
        <p:spPr>
          <a:xfrm>
            <a:off x="2381960" y="2895535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618"/>
                </a:moveTo>
                <a:cubicBezTo>
                  <a:pt x="5377" y="20618"/>
                  <a:pt x="982" y="16223"/>
                  <a:pt x="982" y="10800"/>
                </a:cubicBezTo>
                <a:cubicBezTo>
                  <a:pt x="982" y="5377"/>
                  <a:pt x="5377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5"/>
                  <a:pt x="4836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moveTo>
                  <a:pt x="11782" y="5891"/>
                </a:moveTo>
                <a:lnTo>
                  <a:pt x="9818" y="5891"/>
                </a:lnTo>
                <a:cubicBezTo>
                  <a:pt x="9547" y="5891"/>
                  <a:pt x="9327" y="6111"/>
                  <a:pt x="9327" y="6382"/>
                </a:cubicBezTo>
                <a:cubicBezTo>
                  <a:pt x="9327" y="6394"/>
                  <a:pt x="9334" y="6405"/>
                  <a:pt x="9334" y="6417"/>
                </a:cubicBezTo>
                <a:lnTo>
                  <a:pt x="9328" y="6417"/>
                </a:lnTo>
                <a:lnTo>
                  <a:pt x="9819" y="12308"/>
                </a:lnTo>
                <a:lnTo>
                  <a:pt x="9825" y="12307"/>
                </a:lnTo>
                <a:cubicBezTo>
                  <a:pt x="9844" y="12562"/>
                  <a:pt x="10050" y="12764"/>
                  <a:pt x="10309" y="12764"/>
                </a:cubicBezTo>
                <a:lnTo>
                  <a:pt x="11291" y="12764"/>
                </a:lnTo>
                <a:cubicBezTo>
                  <a:pt x="11550" y="12764"/>
                  <a:pt x="11756" y="12562"/>
                  <a:pt x="11775" y="12307"/>
                </a:cubicBezTo>
                <a:lnTo>
                  <a:pt x="11781" y="12308"/>
                </a:lnTo>
                <a:lnTo>
                  <a:pt x="12272" y="6417"/>
                </a:lnTo>
                <a:lnTo>
                  <a:pt x="12266" y="6417"/>
                </a:lnTo>
                <a:cubicBezTo>
                  <a:pt x="12267" y="6405"/>
                  <a:pt x="12273" y="6394"/>
                  <a:pt x="12273" y="6382"/>
                </a:cubicBezTo>
                <a:cubicBezTo>
                  <a:pt x="12273" y="6111"/>
                  <a:pt x="12053" y="5891"/>
                  <a:pt x="11782" y="5891"/>
                </a:cubicBezTo>
                <a:moveTo>
                  <a:pt x="10800" y="13745"/>
                </a:moveTo>
                <a:cubicBezTo>
                  <a:pt x="10258" y="13745"/>
                  <a:pt x="9818" y="14186"/>
                  <a:pt x="9818" y="14727"/>
                </a:cubicBezTo>
                <a:cubicBezTo>
                  <a:pt x="9818" y="15269"/>
                  <a:pt x="10258" y="15709"/>
                  <a:pt x="10800" y="15709"/>
                </a:cubicBezTo>
                <a:cubicBezTo>
                  <a:pt x="11342" y="15709"/>
                  <a:pt x="11782" y="15269"/>
                  <a:pt x="11782" y="14727"/>
                </a:cubicBezTo>
                <a:cubicBezTo>
                  <a:pt x="11782" y="14186"/>
                  <a:pt x="11342" y="13745"/>
                  <a:pt x="10800" y="13745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47" name="Shape 2559">
            <a:extLst>
              <a:ext uri="{FF2B5EF4-FFF2-40B4-BE49-F238E27FC236}">
                <a16:creationId xmlns:a16="http://schemas.microsoft.com/office/drawing/2014/main" id="{6107064D-62A9-42D7-BF76-F789F7E95EDD}"/>
              </a:ext>
            </a:extLst>
          </p:cNvPr>
          <p:cNvSpPr/>
          <p:nvPr userDrawn="1"/>
        </p:nvSpPr>
        <p:spPr>
          <a:xfrm>
            <a:off x="2916758" y="2921000"/>
            <a:ext cx="280133" cy="2292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455" y="15600"/>
                </a:moveTo>
                <a:lnTo>
                  <a:pt x="982" y="15600"/>
                </a:lnTo>
                <a:lnTo>
                  <a:pt x="982" y="1200"/>
                </a:lnTo>
                <a:lnTo>
                  <a:pt x="16691" y="1200"/>
                </a:lnTo>
                <a:lnTo>
                  <a:pt x="16691" y="3000"/>
                </a:lnTo>
                <a:cubicBezTo>
                  <a:pt x="16691" y="3332"/>
                  <a:pt x="16911" y="3600"/>
                  <a:pt x="17182" y="3600"/>
                </a:cubicBezTo>
                <a:cubicBezTo>
                  <a:pt x="17453" y="3600"/>
                  <a:pt x="17673" y="3332"/>
                  <a:pt x="17673" y="3000"/>
                </a:cubicBezTo>
                <a:lnTo>
                  <a:pt x="17673" y="1200"/>
                </a:lnTo>
                <a:cubicBezTo>
                  <a:pt x="17673" y="538"/>
                  <a:pt x="17233" y="0"/>
                  <a:pt x="16691" y="0"/>
                </a:cubicBezTo>
                <a:lnTo>
                  <a:pt x="982" y="0"/>
                </a:lnTo>
                <a:cubicBezTo>
                  <a:pt x="440" y="0"/>
                  <a:pt x="0" y="538"/>
                  <a:pt x="0" y="1200"/>
                </a:cubicBezTo>
                <a:lnTo>
                  <a:pt x="0" y="15600"/>
                </a:lnTo>
                <a:cubicBezTo>
                  <a:pt x="0" y="16262"/>
                  <a:pt x="440" y="16800"/>
                  <a:pt x="982" y="16800"/>
                </a:cubicBezTo>
                <a:lnTo>
                  <a:pt x="2455" y="16800"/>
                </a:lnTo>
                <a:cubicBezTo>
                  <a:pt x="2725" y="16800"/>
                  <a:pt x="2945" y="16532"/>
                  <a:pt x="2945" y="16200"/>
                </a:cubicBezTo>
                <a:cubicBezTo>
                  <a:pt x="2945" y="15869"/>
                  <a:pt x="2725" y="15600"/>
                  <a:pt x="2455" y="15600"/>
                </a:cubicBezTo>
                <a:moveTo>
                  <a:pt x="20618" y="20400"/>
                </a:moveTo>
                <a:lnTo>
                  <a:pt x="4909" y="20400"/>
                </a:lnTo>
                <a:lnTo>
                  <a:pt x="4909" y="6000"/>
                </a:lnTo>
                <a:lnTo>
                  <a:pt x="20618" y="6000"/>
                </a:lnTo>
                <a:cubicBezTo>
                  <a:pt x="20618" y="6000"/>
                  <a:pt x="20618" y="20400"/>
                  <a:pt x="20618" y="20400"/>
                </a:cubicBezTo>
                <a:close/>
                <a:moveTo>
                  <a:pt x="20618" y="4800"/>
                </a:moveTo>
                <a:lnTo>
                  <a:pt x="4909" y="4800"/>
                </a:lnTo>
                <a:cubicBezTo>
                  <a:pt x="4367" y="4800"/>
                  <a:pt x="3927" y="5338"/>
                  <a:pt x="3927" y="6000"/>
                </a:cubicBezTo>
                <a:lnTo>
                  <a:pt x="3927" y="20400"/>
                </a:lnTo>
                <a:cubicBezTo>
                  <a:pt x="3927" y="21062"/>
                  <a:pt x="4367" y="21600"/>
                  <a:pt x="4909" y="21600"/>
                </a:cubicBezTo>
                <a:lnTo>
                  <a:pt x="20618" y="21600"/>
                </a:lnTo>
                <a:cubicBezTo>
                  <a:pt x="21160" y="21600"/>
                  <a:pt x="21600" y="21062"/>
                  <a:pt x="21600" y="20400"/>
                </a:cubicBezTo>
                <a:lnTo>
                  <a:pt x="21600" y="6000"/>
                </a:lnTo>
                <a:cubicBezTo>
                  <a:pt x="21600" y="5338"/>
                  <a:pt x="21160" y="4800"/>
                  <a:pt x="20618" y="48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48" name="Shape 2560">
            <a:extLst>
              <a:ext uri="{FF2B5EF4-FFF2-40B4-BE49-F238E27FC236}">
                <a16:creationId xmlns:a16="http://schemas.microsoft.com/office/drawing/2014/main" id="{2FF16B74-6A13-46EC-DD79-8BA13F7F7E90}"/>
              </a:ext>
            </a:extLst>
          </p:cNvPr>
          <p:cNvSpPr/>
          <p:nvPr userDrawn="1"/>
        </p:nvSpPr>
        <p:spPr>
          <a:xfrm>
            <a:off x="3451557" y="2895535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455" y="13745"/>
                </a:moveTo>
                <a:cubicBezTo>
                  <a:pt x="2726" y="13745"/>
                  <a:pt x="2945" y="13526"/>
                  <a:pt x="2945" y="13255"/>
                </a:cubicBezTo>
                <a:cubicBezTo>
                  <a:pt x="2945" y="12984"/>
                  <a:pt x="2726" y="12764"/>
                  <a:pt x="2455" y="12764"/>
                </a:cubicBezTo>
                <a:lnTo>
                  <a:pt x="982" y="12764"/>
                </a:lnTo>
                <a:lnTo>
                  <a:pt x="982" y="982"/>
                </a:lnTo>
                <a:lnTo>
                  <a:pt x="16691" y="982"/>
                </a:lnTo>
                <a:lnTo>
                  <a:pt x="16691" y="2455"/>
                </a:lnTo>
                <a:cubicBezTo>
                  <a:pt x="16691" y="2726"/>
                  <a:pt x="16910" y="2945"/>
                  <a:pt x="17182" y="2945"/>
                </a:cubicBezTo>
                <a:cubicBezTo>
                  <a:pt x="17453" y="2945"/>
                  <a:pt x="17673" y="2726"/>
                  <a:pt x="17673" y="2455"/>
                </a:cubicBezTo>
                <a:lnTo>
                  <a:pt x="17673" y="982"/>
                </a:lnTo>
                <a:cubicBezTo>
                  <a:pt x="17673" y="440"/>
                  <a:pt x="17233" y="0"/>
                  <a:pt x="16691" y="0"/>
                </a:cubicBezTo>
                <a:lnTo>
                  <a:pt x="982" y="0"/>
                </a:lnTo>
                <a:cubicBezTo>
                  <a:pt x="440" y="0"/>
                  <a:pt x="0" y="440"/>
                  <a:pt x="0" y="982"/>
                </a:cubicBezTo>
                <a:lnTo>
                  <a:pt x="0" y="16691"/>
                </a:lnTo>
                <a:cubicBezTo>
                  <a:pt x="0" y="17233"/>
                  <a:pt x="440" y="17673"/>
                  <a:pt x="982" y="17673"/>
                </a:cubicBezTo>
                <a:lnTo>
                  <a:pt x="2455" y="17673"/>
                </a:lnTo>
                <a:cubicBezTo>
                  <a:pt x="2726" y="17673"/>
                  <a:pt x="2945" y="17453"/>
                  <a:pt x="2945" y="17182"/>
                </a:cubicBezTo>
                <a:cubicBezTo>
                  <a:pt x="2945" y="16911"/>
                  <a:pt x="2726" y="16691"/>
                  <a:pt x="2455" y="16691"/>
                </a:cubicBezTo>
                <a:lnTo>
                  <a:pt x="982" y="16691"/>
                </a:lnTo>
                <a:lnTo>
                  <a:pt x="982" y="13745"/>
                </a:lnTo>
                <a:cubicBezTo>
                  <a:pt x="982" y="13745"/>
                  <a:pt x="2455" y="13745"/>
                  <a:pt x="2455" y="13745"/>
                </a:cubicBezTo>
                <a:close/>
                <a:moveTo>
                  <a:pt x="20618" y="16691"/>
                </a:moveTo>
                <a:lnTo>
                  <a:pt x="4909" y="16691"/>
                </a:lnTo>
                <a:lnTo>
                  <a:pt x="4909" y="4909"/>
                </a:lnTo>
                <a:lnTo>
                  <a:pt x="20618" y="4909"/>
                </a:lnTo>
                <a:cubicBezTo>
                  <a:pt x="20618" y="4909"/>
                  <a:pt x="20618" y="16691"/>
                  <a:pt x="20618" y="16691"/>
                </a:cubicBezTo>
                <a:close/>
                <a:moveTo>
                  <a:pt x="20618" y="20618"/>
                </a:moveTo>
                <a:lnTo>
                  <a:pt x="4909" y="20618"/>
                </a:lnTo>
                <a:lnTo>
                  <a:pt x="4909" y="17673"/>
                </a:lnTo>
                <a:lnTo>
                  <a:pt x="20618" y="17673"/>
                </a:lnTo>
                <a:cubicBezTo>
                  <a:pt x="20618" y="17673"/>
                  <a:pt x="20618" y="20618"/>
                  <a:pt x="20618" y="20618"/>
                </a:cubicBezTo>
                <a:close/>
                <a:moveTo>
                  <a:pt x="20618" y="3927"/>
                </a:moveTo>
                <a:lnTo>
                  <a:pt x="4909" y="3927"/>
                </a:lnTo>
                <a:cubicBezTo>
                  <a:pt x="4367" y="3927"/>
                  <a:pt x="3927" y="4367"/>
                  <a:pt x="3927" y="4909"/>
                </a:cubicBezTo>
                <a:lnTo>
                  <a:pt x="3927" y="20618"/>
                </a:lnTo>
                <a:cubicBezTo>
                  <a:pt x="3927" y="21160"/>
                  <a:pt x="4367" y="21600"/>
                  <a:pt x="4909" y="21600"/>
                </a:cubicBezTo>
                <a:lnTo>
                  <a:pt x="20618" y="21600"/>
                </a:lnTo>
                <a:cubicBezTo>
                  <a:pt x="21160" y="21600"/>
                  <a:pt x="21600" y="21160"/>
                  <a:pt x="21600" y="20618"/>
                </a:cubicBezTo>
                <a:lnTo>
                  <a:pt x="21600" y="4909"/>
                </a:lnTo>
                <a:cubicBezTo>
                  <a:pt x="21600" y="4367"/>
                  <a:pt x="21160" y="3927"/>
                  <a:pt x="20618" y="3927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49" name="Shape 2561">
            <a:extLst>
              <a:ext uri="{FF2B5EF4-FFF2-40B4-BE49-F238E27FC236}">
                <a16:creationId xmlns:a16="http://schemas.microsoft.com/office/drawing/2014/main" id="{3B393F68-4D4F-6EAA-84FE-CE1301881A9D}"/>
              </a:ext>
            </a:extLst>
          </p:cNvPr>
          <p:cNvSpPr/>
          <p:nvPr userDrawn="1"/>
        </p:nvSpPr>
        <p:spPr>
          <a:xfrm>
            <a:off x="3986355" y="2921000"/>
            <a:ext cx="280133" cy="2292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455" y="3600"/>
                </a:moveTo>
                <a:lnTo>
                  <a:pt x="19145" y="3600"/>
                </a:lnTo>
                <a:cubicBezTo>
                  <a:pt x="19417" y="3600"/>
                  <a:pt x="19636" y="3332"/>
                  <a:pt x="19636" y="3000"/>
                </a:cubicBezTo>
                <a:cubicBezTo>
                  <a:pt x="19636" y="2669"/>
                  <a:pt x="19417" y="2400"/>
                  <a:pt x="19145" y="2400"/>
                </a:cubicBezTo>
                <a:lnTo>
                  <a:pt x="2455" y="2400"/>
                </a:lnTo>
                <a:cubicBezTo>
                  <a:pt x="2183" y="2400"/>
                  <a:pt x="1964" y="2669"/>
                  <a:pt x="1964" y="3000"/>
                </a:cubicBezTo>
                <a:cubicBezTo>
                  <a:pt x="1964" y="3332"/>
                  <a:pt x="2183" y="3600"/>
                  <a:pt x="2455" y="3600"/>
                </a:cubicBezTo>
                <a:moveTo>
                  <a:pt x="20618" y="20400"/>
                </a:moveTo>
                <a:lnTo>
                  <a:pt x="982" y="20400"/>
                </a:lnTo>
                <a:lnTo>
                  <a:pt x="982" y="6000"/>
                </a:lnTo>
                <a:lnTo>
                  <a:pt x="20618" y="6000"/>
                </a:lnTo>
                <a:cubicBezTo>
                  <a:pt x="20618" y="6000"/>
                  <a:pt x="20618" y="20400"/>
                  <a:pt x="20618" y="20400"/>
                </a:cubicBezTo>
                <a:close/>
                <a:moveTo>
                  <a:pt x="20618" y="4800"/>
                </a:moveTo>
                <a:lnTo>
                  <a:pt x="982" y="4800"/>
                </a:lnTo>
                <a:cubicBezTo>
                  <a:pt x="439" y="4800"/>
                  <a:pt x="0" y="5338"/>
                  <a:pt x="0" y="6000"/>
                </a:cubicBezTo>
                <a:lnTo>
                  <a:pt x="0" y="20400"/>
                </a:lnTo>
                <a:cubicBezTo>
                  <a:pt x="0" y="21062"/>
                  <a:pt x="439" y="21600"/>
                  <a:pt x="982" y="21600"/>
                </a:cubicBezTo>
                <a:lnTo>
                  <a:pt x="20618" y="21600"/>
                </a:lnTo>
                <a:cubicBezTo>
                  <a:pt x="21160" y="21600"/>
                  <a:pt x="21600" y="21062"/>
                  <a:pt x="21600" y="20400"/>
                </a:cubicBezTo>
                <a:lnTo>
                  <a:pt x="21600" y="6000"/>
                </a:lnTo>
                <a:cubicBezTo>
                  <a:pt x="21600" y="5338"/>
                  <a:pt x="21160" y="4800"/>
                  <a:pt x="20618" y="4800"/>
                </a:cubicBezTo>
                <a:moveTo>
                  <a:pt x="4418" y="1200"/>
                </a:moveTo>
                <a:lnTo>
                  <a:pt x="17182" y="1200"/>
                </a:lnTo>
                <a:cubicBezTo>
                  <a:pt x="17453" y="1200"/>
                  <a:pt x="17673" y="932"/>
                  <a:pt x="17673" y="600"/>
                </a:cubicBezTo>
                <a:cubicBezTo>
                  <a:pt x="17673" y="269"/>
                  <a:pt x="17453" y="0"/>
                  <a:pt x="17182" y="0"/>
                </a:cubicBezTo>
                <a:lnTo>
                  <a:pt x="4418" y="0"/>
                </a:lnTo>
                <a:cubicBezTo>
                  <a:pt x="4147" y="0"/>
                  <a:pt x="3927" y="269"/>
                  <a:pt x="3927" y="600"/>
                </a:cubicBezTo>
                <a:cubicBezTo>
                  <a:pt x="3927" y="932"/>
                  <a:pt x="4147" y="1200"/>
                  <a:pt x="4418" y="12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50" name="Shape 2562">
            <a:extLst>
              <a:ext uri="{FF2B5EF4-FFF2-40B4-BE49-F238E27FC236}">
                <a16:creationId xmlns:a16="http://schemas.microsoft.com/office/drawing/2014/main" id="{5F1CD0D8-5893-EFD5-CC5C-9A472BD2FC71}"/>
              </a:ext>
            </a:extLst>
          </p:cNvPr>
          <p:cNvSpPr/>
          <p:nvPr userDrawn="1"/>
        </p:nvSpPr>
        <p:spPr>
          <a:xfrm>
            <a:off x="4521153" y="2895535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9636"/>
                </a:moveTo>
                <a:cubicBezTo>
                  <a:pt x="20618" y="20179"/>
                  <a:pt x="20178" y="20619"/>
                  <a:pt x="19636" y="20619"/>
                </a:cubicBezTo>
                <a:lnTo>
                  <a:pt x="1964" y="20619"/>
                </a:lnTo>
                <a:cubicBezTo>
                  <a:pt x="1421" y="20619"/>
                  <a:pt x="982" y="20179"/>
                  <a:pt x="982" y="19636"/>
                </a:cubicBezTo>
                <a:lnTo>
                  <a:pt x="982" y="1964"/>
                </a:lnTo>
                <a:cubicBezTo>
                  <a:pt x="982" y="1422"/>
                  <a:pt x="1421" y="982"/>
                  <a:pt x="1964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cubicBezTo>
                  <a:pt x="20618" y="1964"/>
                  <a:pt x="20618" y="19636"/>
                  <a:pt x="20618" y="19636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4294" y="17673"/>
                </a:moveTo>
                <a:lnTo>
                  <a:pt x="8376" y="10732"/>
                </a:lnTo>
                <a:lnTo>
                  <a:pt x="10838" y="14425"/>
                </a:lnTo>
                <a:cubicBezTo>
                  <a:pt x="10862" y="14484"/>
                  <a:pt x="10898" y="14536"/>
                  <a:pt x="10942" y="14581"/>
                </a:cubicBezTo>
                <a:lnTo>
                  <a:pt x="10944" y="14583"/>
                </a:lnTo>
                <a:cubicBezTo>
                  <a:pt x="11033" y="14673"/>
                  <a:pt x="11155" y="14727"/>
                  <a:pt x="11291" y="14727"/>
                </a:cubicBezTo>
                <a:cubicBezTo>
                  <a:pt x="11427" y="14727"/>
                  <a:pt x="11549" y="14673"/>
                  <a:pt x="11638" y="14583"/>
                </a:cubicBezTo>
                <a:lnTo>
                  <a:pt x="13686" y="12536"/>
                </a:lnTo>
                <a:lnTo>
                  <a:pt x="17242" y="17673"/>
                </a:lnTo>
                <a:cubicBezTo>
                  <a:pt x="17242" y="17673"/>
                  <a:pt x="4294" y="17673"/>
                  <a:pt x="4294" y="17673"/>
                </a:cubicBezTo>
                <a:close/>
                <a:moveTo>
                  <a:pt x="18620" y="17982"/>
                </a:moveTo>
                <a:lnTo>
                  <a:pt x="18617" y="17978"/>
                </a:lnTo>
                <a:cubicBezTo>
                  <a:pt x="18590" y="17913"/>
                  <a:pt x="18551" y="17858"/>
                  <a:pt x="18501" y="17810"/>
                </a:cubicBezTo>
                <a:lnTo>
                  <a:pt x="14201" y="11600"/>
                </a:lnTo>
                <a:lnTo>
                  <a:pt x="14200" y="11601"/>
                </a:lnTo>
                <a:cubicBezTo>
                  <a:pt x="14127" y="11420"/>
                  <a:pt x="13952" y="11291"/>
                  <a:pt x="13745" y="11291"/>
                </a:cubicBezTo>
                <a:cubicBezTo>
                  <a:pt x="13610" y="11291"/>
                  <a:pt x="13488" y="11346"/>
                  <a:pt x="13398" y="11435"/>
                </a:cubicBezTo>
                <a:lnTo>
                  <a:pt x="11360" y="13473"/>
                </a:lnTo>
                <a:lnTo>
                  <a:pt x="8798" y="9630"/>
                </a:lnTo>
                <a:cubicBezTo>
                  <a:pt x="8724" y="9453"/>
                  <a:pt x="8550" y="9327"/>
                  <a:pt x="8345" y="9327"/>
                </a:cubicBezTo>
                <a:cubicBezTo>
                  <a:pt x="8175" y="9327"/>
                  <a:pt x="8033" y="9420"/>
                  <a:pt x="7945" y="9551"/>
                </a:cubicBezTo>
                <a:lnTo>
                  <a:pt x="7937" y="9546"/>
                </a:lnTo>
                <a:lnTo>
                  <a:pt x="3028" y="17891"/>
                </a:lnTo>
                <a:lnTo>
                  <a:pt x="3036" y="17897"/>
                </a:lnTo>
                <a:cubicBezTo>
                  <a:pt x="2983" y="17974"/>
                  <a:pt x="2945" y="18063"/>
                  <a:pt x="2945" y="18164"/>
                </a:cubicBezTo>
                <a:cubicBezTo>
                  <a:pt x="2945" y="18435"/>
                  <a:pt x="3165" y="18655"/>
                  <a:pt x="3436" y="18655"/>
                </a:cubicBezTo>
                <a:lnTo>
                  <a:pt x="18164" y="18655"/>
                </a:lnTo>
                <a:cubicBezTo>
                  <a:pt x="18435" y="18655"/>
                  <a:pt x="18655" y="18435"/>
                  <a:pt x="18655" y="18164"/>
                </a:cubicBezTo>
                <a:cubicBezTo>
                  <a:pt x="18655" y="18099"/>
                  <a:pt x="18640" y="18039"/>
                  <a:pt x="18618" y="17983"/>
                </a:cubicBezTo>
                <a:cubicBezTo>
                  <a:pt x="18618" y="17983"/>
                  <a:pt x="18620" y="17982"/>
                  <a:pt x="18620" y="17982"/>
                </a:cubicBezTo>
                <a:close/>
                <a:moveTo>
                  <a:pt x="5400" y="3927"/>
                </a:moveTo>
                <a:cubicBezTo>
                  <a:pt x="6213" y="3927"/>
                  <a:pt x="6873" y="4587"/>
                  <a:pt x="6873" y="5400"/>
                </a:cubicBezTo>
                <a:cubicBezTo>
                  <a:pt x="6873" y="6214"/>
                  <a:pt x="6213" y="6873"/>
                  <a:pt x="5400" y="6873"/>
                </a:cubicBezTo>
                <a:cubicBezTo>
                  <a:pt x="4587" y="6873"/>
                  <a:pt x="3927" y="6214"/>
                  <a:pt x="3927" y="5400"/>
                </a:cubicBezTo>
                <a:cubicBezTo>
                  <a:pt x="3927" y="4587"/>
                  <a:pt x="4587" y="3927"/>
                  <a:pt x="5400" y="3927"/>
                </a:cubicBezTo>
                <a:moveTo>
                  <a:pt x="5400" y="7855"/>
                </a:moveTo>
                <a:cubicBezTo>
                  <a:pt x="6756" y="7855"/>
                  <a:pt x="7855" y="6756"/>
                  <a:pt x="7855" y="5400"/>
                </a:cubicBezTo>
                <a:cubicBezTo>
                  <a:pt x="7855" y="4045"/>
                  <a:pt x="6756" y="2945"/>
                  <a:pt x="5400" y="2945"/>
                </a:cubicBezTo>
                <a:cubicBezTo>
                  <a:pt x="4044" y="2945"/>
                  <a:pt x="2945" y="4045"/>
                  <a:pt x="2945" y="5400"/>
                </a:cubicBezTo>
                <a:cubicBezTo>
                  <a:pt x="2945" y="6756"/>
                  <a:pt x="4044" y="7855"/>
                  <a:pt x="5400" y="7855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51" name="Shape 2563">
            <a:extLst>
              <a:ext uri="{FF2B5EF4-FFF2-40B4-BE49-F238E27FC236}">
                <a16:creationId xmlns:a16="http://schemas.microsoft.com/office/drawing/2014/main" id="{BAF1623C-11EB-DE27-57C0-F260086AA34B}"/>
              </a:ext>
            </a:extLst>
          </p:cNvPr>
          <p:cNvSpPr/>
          <p:nvPr userDrawn="1"/>
        </p:nvSpPr>
        <p:spPr>
          <a:xfrm>
            <a:off x="5055952" y="2895535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6" y="0"/>
                </a:moveTo>
                <a:lnTo>
                  <a:pt x="5891" y="0"/>
                </a:lnTo>
                <a:cubicBezTo>
                  <a:pt x="4806" y="0"/>
                  <a:pt x="3927" y="879"/>
                  <a:pt x="3927" y="1964"/>
                </a:cubicBezTo>
                <a:lnTo>
                  <a:pt x="3927" y="2455"/>
                </a:lnTo>
                <a:cubicBezTo>
                  <a:pt x="3927" y="2726"/>
                  <a:pt x="4147" y="2945"/>
                  <a:pt x="4418" y="2945"/>
                </a:cubicBezTo>
                <a:cubicBezTo>
                  <a:pt x="4690" y="2945"/>
                  <a:pt x="4909" y="2726"/>
                  <a:pt x="4909" y="2455"/>
                </a:cubicBezTo>
                <a:lnTo>
                  <a:pt x="4909" y="1964"/>
                </a:lnTo>
                <a:cubicBezTo>
                  <a:pt x="4909" y="1422"/>
                  <a:pt x="5349" y="982"/>
                  <a:pt x="5891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lnTo>
                  <a:pt x="20618" y="15709"/>
                </a:lnTo>
                <a:cubicBezTo>
                  <a:pt x="20618" y="16252"/>
                  <a:pt x="20178" y="16691"/>
                  <a:pt x="19636" y="16691"/>
                </a:cubicBezTo>
                <a:lnTo>
                  <a:pt x="19145" y="16691"/>
                </a:lnTo>
                <a:cubicBezTo>
                  <a:pt x="18874" y="16691"/>
                  <a:pt x="18655" y="16911"/>
                  <a:pt x="18655" y="17182"/>
                </a:cubicBezTo>
                <a:cubicBezTo>
                  <a:pt x="18655" y="17453"/>
                  <a:pt x="18874" y="17673"/>
                  <a:pt x="19145" y="17673"/>
                </a:cubicBezTo>
                <a:lnTo>
                  <a:pt x="19636" y="17673"/>
                </a:lnTo>
                <a:cubicBezTo>
                  <a:pt x="20721" y="17673"/>
                  <a:pt x="21600" y="16794"/>
                  <a:pt x="21600" y="15709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4354" y="17673"/>
                </a:moveTo>
                <a:lnTo>
                  <a:pt x="7369" y="13149"/>
                </a:lnTo>
                <a:lnTo>
                  <a:pt x="8875" y="15407"/>
                </a:lnTo>
                <a:cubicBezTo>
                  <a:pt x="8949" y="15584"/>
                  <a:pt x="9123" y="15709"/>
                  <a:pt x="9327" y="15709"/>
                </a:cubicBezTo>
                <a:cubicBezTo>
                  <a:pt x="9463" y="15709"/>
                  <a:pt x="9586" y="15655"/>
                  <a:pt x="9674" y="15565"/>
                </a:cubicBezTo>
                <a:lnTo>
                  <a:pt x="11198" y="14042"/>
                </a:lnTo>
                <a:lnTo>
                  <a:pt x="13376" y="17673"/>
                </a:lnTo>
                <a:cubicBezTo>
                  <a:pt x="13376" y="17673"/>
                  <a:pt x="4354" y="17673"/>
                  <a:pt x="4354" y="17673"/>
                </a:cubicBezTo>
                <a:close/>
                <a:moveTo>
                  <a:pt x="14692" y="17982"/>
                </a:moveTo>
                <a:lnTo>
                  <a:pt x="14690" y="17977"/>
                </a:lnTo>
                <a:cubicBezTo>
                  <a:pt x="14685" y="17967"/>
                  <a:pt x="14677" y="17959"/>
                  <a:pt x="14673" y="17949"/>
                </a:cubicBezTo>
                <a:lnTo>
                  <a:pt x="11747" y="13073"/>
                </a:lnTo>
                <a:lnTo>
                  <a:pt x="11745" y="13073"/>
                </a:lnTo>
                <a:cubicBezTo>
                  <a:pt x="11673" y="12892"/>
                  <a:pt x="11498" y="12764"/>
                  <a:pt x="11291" y="12764"/>
                </a:cubicBezTo>
                <a:cubicBezTo>
                  <a:pt x="11155" y="12764"/>
                  <a:pt x="11033" y="12819"/>
                  <a:pt x="10944" y="12908"/>
                </a:cubicBezTo>
                <a:lnTo>
                  <a:pt x="9397" y="14454"/>
                </a:lnTo>
                <a:lnTo>
                  <a:pt x="7816" y="12084"/>
                </a:lnTo>
                <a:cubicBezTo>
                  <a:pt x="7742" y="11907"/>
                  <a:pt x="7568" y="11782"/>
                  <a:pt x="7364" y="11782"/>
                </a:cubicBezTo>
                <a:cubicBezTo>
                  <a:pt x="7193" y="11782"/>
                  <a:pt x="7051" y="11874"/>
                  <a:pt x="6963" y="12006"/>
                </a:cubicBezTo>
                <a:lnTo>
                  <a:pt x="6955" y="12000"/>
                </a:lnTo>
                <a:lnTo>
                  <a:pt x="3028" y="17891"/>
                </a:lnTo>
                <a:lnTo>
                  <a:pt x="3036" y="17897"/>
                </a:lnTo>
                <a:cubicBezTo>
                  <a:pt x="2983" y="17974"/>
                  <a:pt x="2945" y="18063"/>
                  <a:pt x="2945" y="18164"/>
                </a:cubicBezTo>
                <a:cubicBezTo>
                  <a:pt x="2945" y="18435"/>
                  <a:pt x="3165" y="18655"/>
                  <a:pt x="3436" y="18655"/>
                </a:cubicBezTo>
                <a:lnTo>
                  <a:pt x="14236" y="18655"/>
                </a:lnTo>
                <a:cubicBezTo>
                  <a:pt x="14508" y="18655"/>
                  <a:pt x="14727" y="18435"/>
                  <a:pt x="14727" y="18164"/>
                </a:cubicBezTo>
                <a:cubicBezTo>
                  <a:pt x="14727" y="18099"/>
                  <a:pt x="14713" y="18039"/>
                  <a:pt x="14691" y="17983"/>
                </a:cubicBezTo>
                <a:cubicBezTo>
                  <a:pt x="14691" y="17983"/>
                  <a:pt x="14692" y="17982"/>
                  <a:pt x="14692" y="17982"/>
                </a:cubicBezTo>
                <a:close/>
                <a:moveTo>
                  <a:pt x="4909" y="7855"/>
                </a:moveTo>
                <a:cubicBezTo>
                  <a:pt x="5451" y="7855"/>
                  <a:pt x="5891" y="8295"/>
                  <a:pt x="5891" y="8836"/>
                </a:cubicBezTo>
                <a:cubicBezTo>
                  <a:pt x="5891" y="9379"/>
                  <a:pt x="5451" y="9818"/>
                  <a:pt x="4909" y="9818"/>
                </a:cubicBezTo>
                <a:cubicBezTo>
                  <a:pt x="4367" y="9818"/>
                  <a:pt x="3927" y="9379"/>
                  <a:pt x="3927" y="8836"/>
                </a:cubicBezTo>
                <a:cubicBezTo>
                  <a:pt x="3927" y="8295"/>
                  <a:pt x="4367" y="7855"/>
                  <a:pt x="4909" y="7855"/>
                </a:cubicBezTo>
                <a:moveTo>
                  <a:pt x="4909" y="10800"/>
                </a:moveTo>
                <a:cubicBezTo>
                  <a:pt x="5994" y="10800"/>
                  <a:pt x="6873" y="9921"/>
                  <a:pt x="6873" y="8836"/>
                </a:cubicBezTo>
                <a:cubicBezTo>
                  <a:pt x="6873" y="7752"/>
                  <a:pt x="5994" y="6873"/>
                  <a:pt x="4909" y="6873"/>
                </a:cubicBezTo>
                <a:cubicBezTo>
                  <a:pt x="3825" y="6873"/>
                  <a:pt x="2945" y="7752"/>
                  <a:pt x="2945" y="8836"/>
                </a:cubicBezTo>
                <a:cubicBezTo>
                  <a:pt x="2945" y="9921"/>
                  <a:pt x="3825" y="10800"/>
                  <a:pt x="4909" y="10800"/>
                </a:cubicBezTo>
                <a:moveTo>
                  <a:pt x="16691" y="19636"/>
                </a:moveTo>
                <a:cubicBezTo>
                  <a:pt x="16691" y="20179"/>
                  <a:pt x="16251" y="20619"/>
                  <a:pt x="15709" y="20619"/>
                </a:cubicBezTo>
                <a:lnTo>
                  <a:pt x="1964" y="20619"/>
                </a:lnTo>
                <a:cubicBezTo>
                  <a:pt x="1422" y="20619"/>
                  <a:pt x="982" y="20179"/>
                  <a:pt x="982" y="19636"/>
                </a:cubicBezTo>
                <a:lnTo>
                  <a:pt x="982" y="5891"/>
                </a:lnTo>
                <a:cubicBezTo>
                  <a:pt x="982" y="5349"/>
                  <a:pt x="1422" y="4909"/>
                  <a:pt x="1964" y="4909"/>
                </a:cubicBezTo>
                <a:lnTo>
                  <a:pt x="15709" y="4909"/>
                </a:lnTo>
                <a:cubicBezTo>
                  <a:pt x="16251" y="4909"/>
                  <a:pt x="16691" y="5349"/>
                  <a:pt x="16691" y="5891"/>
                </a:cubicBezTo>
                <a:cubicBezTo>
                  <a:pt x="16691" y="5891"/>
                  <a:pt x="16691" y="19636"/>
                  <a:pt x="16691" y="19636"/>
                </a:cubicBezTo>
                <a:close/>
                <a:moveTo>
                  <a:pt x="15709" y="3927"/>
                </a:moveTo>
                <a:lnTo>
                  <a:pt x="1964" y="3927"/>
                </a:lnTo>
                <a:cubicBezTo>
                  <a:pt x="879" y="3927"/>
                  <a:pt x="0" y="4806"/>
                  <a:pt x="0" y="5891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5709" y="21600"/>
                </a:lnTo>
                <a:cubicBezTo>
                  <a:pt x="16794" y="21600"/>
                  <a:pt x="17673" y="20721"/>
                  <a:pt x="17673" y="19636"/>
                </a:cubicBezTo>
                <a:lnTo>
                  <a:pt x="17673" y="5891"/>
                </a:lnTo>
                <a:cubicBezTo>
                  <a:pt x="17673" y="4806"/>
                  <a:pt x="16794" y="3927"/>
                  <a:pt x="15709" y="3927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52" name="Shape 2564">
            <a:extLst>
              <a:ext uri="{FF2B5EF4-FFF2-40B4-BE49-F238E27FC236}">
                <a16:creationId xmlns:a16="http://schemas.microsoft.com/office/drawing/2014/main" id="{635A8F4A-2E81-9772-C8BF-BD1C24344B62}"/>
              </a:ext>
            </a:extLst>
          </p:cNvPr>
          <p:cNvSpPr/>
          <p:nvPr userDrawn="1"/>
        </p:nvSpPr>
        <p:spPr>
          <a:xfrm>
            <a:off x="5590750" y="2895535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818" y="10800"/>
                </a:moveTo>
                <a:lnTo>
                  <a:pt x="11782" y="10800"/>
                </a:lnTo>
                <a:lnTo>
                  <a:pt x="11782" y="12764"/>
                </a:lnTo>
                <a:lnTo>
                  <a:pt x="9818" y="12764"/>
                </a:lnTo>
                <a:cubicBezTo>
                  <a:pt x="9818" y="12764"/>
                  <a:pt x="9818" y="10800"/>
                  <a:pt x="9818" y="10800"/>
                </a:cubicBezTo>
                <a:close/>
                <a:moveTo>
                  <a:pt x="9327" y="13745"/>
                </a:moveTo>
                <a:lnTo>
                  <a:pt x="12273" y="13745"/>
                </a:lnTo>
                <a:cubicBezTo>
                  <a:pt x="12544" y="13745"/>
                  <a:pt x="12764" y="13526"/>
                  <a:pt x="12764" y="13255"/>
                </a:cubicBezTo>
                <a:lnTo>
                  <a:pt x="12764" y="10309"/>
                </a:lnTo>
                <a:cubicBezTo>
                  <a:pt x="12764" y="10038"/>
                  <a:pt x="12544" y="9818"/>
                  <a:pt x="12273" y="9818"/>
                </a:cubicBezTo>
                <a:lnTo>
                  <a:pt x="9327" y="9818"/>
                </a:lnTo>
                <a:cubicBezTo>
                  <a:pt x="9056" y="9818"/>
                  <a:pt x="8836" y="10038"/>
                  <a:pt x="8836" y="10309"/>
                </a:cubicBezTo>
                <a:lnTo>
                  <a:pt x="8836" y="13255"/>
                </a:lnTo>
                <a:cubicBezTo>
                  <a:pt x="8836" y="13526"/>
                  <a:pt x="9056" y="13745"/>
                  <a:pt x="9327" y="13745"/>
                </a:cubicBezTo>
                <a:moveTo>
                  <a:pt x="14727" y="15709"/>
                </a:moveTo>
                <a:lnTo>
                  <a:pt x="16691" y="15709"/>
                </a:lnTo>
                <a:lnTo>
                  <a:pt x="16691" y="17673"/>
                </a:lnTo>
                <a:lnTo>
                  <a:pt x="14727" y="17673"/>
                </a:lnTo>
                <a:cubicBezTo>
                  <a:pt x="14727" y="17673"/>
                  <a:pt x="14727" y="15709"/>
                  <a:pt x="14727" y="15709"/>
                </a:cubicBezTo>
                <a:close/>
                <a:moveTo>
                  <a:pt x="14236" y="18655"/>
                </a:moveTo>
                <a:lnTo>
                  <a:pt x="17182" y="18655"/>
                </a:lnTo>
                <a:cubicBezTo>
                  <a:pt x="17453" y="18655"/>
                  <a:pt x="17673" y="18435"/>
                  <a:pt x="17673" y="18164"/>
                </a:cubicBezTo>
                <a:lnTo>
                  <a:pt x="17673" y="15218"/>
                </a:lnTo>
                <a:cubicBezTo>
                  <a:pt x="17673" y="14947"/>
                  <a:pt x="17453" y="14727"/>
                  <a:pt x="17182" y="14727"/>
                </a:cubicBezTo>
                <a:lnTo>
                  <a:pt x="14236" y="14727"/>
                </a:lnTo>
                <a:cubicBezTo>
                  <a:pt x="13965" y="14727"/>
                  <a:pt x="13745" y="14947"/>
                  <a:pt x="13745" y="15218"/>
                </a:cubicBezTo>
                <a:lnTo>
                  <a:pt x="13745" y="18164"/>
                </a:lnTo>
                <a:cubicBezTo>
                  <a:pt x="13745" y="18435"/>
                  <a:pt x="13965" y="18655"/>
                  <a:pt x="14236" y="18655"/>
                </a:cubicBezTo>
                <a:moveTo>
                  <a:pt x="9818" y="5891"/>
                </a:moveTo>
                <a:lnTo>
                  <a:pt x="11782" y="5891"/>
                </a:lnTo>
                <a:lnTo>
                  <a:pt x="11782" y="7855"/>
                </a:lnTo>
                <a:lnTo>
                  <a:pt x="9818" y="7855"/>
                </a:lnTo>
                <a:cubicBezTo>
                  <a:pt x="9818" y="7855"/>
                  <a:pt x="9818" y="5891"/>
                  <a:pt x="9818" y="5891"/>
                </a:cubicBezTo>
                <a:close/>
                <a:moveTo>
                  <a:pt x="9327" y="8836"/>
                </a:moveTo>
                <a:lnTo>
                  <a:pt x="12273" y="8836"/>
                </a:lnTo>
                <a:cubicBezTo>
                  <a:pt x="12544" y="8836"/>
                  <a:pt x="12764" y="8617"/>
                  <a:pt x="12764" y="8345"/>
                </a:cubicBezTo>
                <a:lnTo>
                  <a:pt x="12764" y="5400"/>
                </a:lnTo>
                <a:cubicBezTo>
                  <a:pt x="12764" y="5129"/>
                  <a:pt x="12544" y="4909"/>
                  <a:pt x="12273" y="4909"/>
                </a:cubicBezTo>
                <a:lnTo>
                  <a:pt x="9327" y="4909"/>
                </a:lnTo>
                <a:cubicBezTo>
                  <a:pt x="9056" y="4909"/>
                  <a:pt x="8836" y="5129"/>
                  <a:pt x="8836" y="5400"/>
                </a:cubicBezTo>
                <a:lnTo>
                  <a:pt x="8836" y="8345"/>
                </a:lnTo>
                <a:cubicBezTo>
                  <a:pt x="8836" y="8617"/>
                  <a:pt x="9056" y="8836"/>
                  <a:pt x="9327" y="8836"/>
                </a:cubicBezTo>
                <a:moveTo>
                  <a:pt x="4909" y="15709"/>
                </a:moveTo>
                <a:lnTo>
                  <a:pt x="6873" y="15709"/>
                </a:lnTo>
                <a:lnTo>
                  <a:pt x="6873" y="17673"/>
                </a:lnTo>
                <a:lnTo>
                  <a:pt x="4909" y="17673"/>
                </a:lnTo>
                <a:cubicBezTo>
                  <a:pt x="4909" y="17673"/>
                  <a:pt x="4909" y="15709"/>
                  <a:pt x="4909" y="15709"/>
                </a:cubicBezTo>
                <a:close/>
                <a:moveTo>
                  <a:pt x="4418" y="18655"/>
                </a:moveTo>
                <a:lnTo>
                  <a:pt x="7364" y="18655"/>
                </a:lnTo>
                <a:cubicBezTo>
                  <a:pt x="7635" y="18655"/>
                  <a:pt x="7855" y="18435"/>
                  <a:pt x="7855" y="18164"/>
                </a:cubicBezTo>
                <a:lnTo>
                  <a:pt x="7855" y="15218"/>
                </a:lnTo>
                <a:cubicBezTo>
                  <a:pt x="7855" y="14947"/>
                  <a:pt x="7635" y="14727"/>
                  <a:pt x="7364" y="14727"/>
                </a:cubicBezTo>
                <a:lnTo>
                  <a:pt x="4418" y="14727"/>
                </a:lnTo>
                <a:cubicBezTo>
                  <a:pt x="4147" y="14727"/>
                  <a:pt x="3927" y="14947"/>
                  <a:pt x="3927" y="15218"/>
                </a:cubicBezTo>
                <a:lnTo>
                  <a:pt x="3927" y="18164"/>
                </a:lnTo>
                <a:cubicBezTo>
                  <a:pt x="3927" y="18435"/>
                  <a:pt x="4147" y="18655"/>
                  <a:pt x="4418" y="18655"/>
                </a:cubicBezTo>
                <a:moveTo>
                  <a:pt x="14727" y="10800"/>
                </a:moveTo>
                <a:lnTo>
                  <a:pt x="16691" y="10800"/>
                </a:lnTo>
                <a:lnTo>
                  <a:pt x="16691" y="12764"/>
                </a:lnTo>
                <a:lnTo>
                  <a:pt x="14727" y="12764"/>
                </a:lnTo>
                <a:cubicBezTo>
                  <a:pt x="14727" y="12764"/>
                  <a:pt x="14727" y="10800"/>
                  <a:pt x="14727" y="10800"/>
                </a:cubicBezTo>
                <a:close/>
                <a:moveTo>
                  <a:pt x="14236" y="13745"/>
                </a:moveTo>
                <a:lnTo>
                  <a:pt x="17182" y="13745"/>
                </a:lnTo>
                <a:cubicBezTo>
                  <a:pt x="17453" y="13745"/>
                  <a:pt x="17673" y="13526"/>
                  <a:pt x="17673" y="13255"/>
                </a:cubicBezTo>
                <a:lnTo>
                  <a:pt x="17673" y="10309"/>
                </a:lnTo>
                <a:cubicBezTo>
                  <a:pt x="17673" y="10038"/>
                  <a:pt x="17453" y="9818"/>
                  <a:pt x="17182" y="9818"/>
                </a:cubicBezTo>
                <a:lnTo>
                  <a:pt x="14236" y="9818"/>
                </a:lnTo>
                <a:cubicBezTo>
                  <a:pt x="13965" y="9818"/>
                  <a:pt x="13745" y="10038"/>
                  <a:pt x="13745" y="10309"/>
                </a:cubicBezTo>
                <a:lnTo>
                  <a:pt x="13745" y="13255"/>
                </a:lnTo>
                <a:cubicBezTo>
                  <a:pt x="13745" y="13526"/>
                  <a:pt x="13965" y="13745"/>
                  <a:pt x="14236" y="13745"/>
                </a:cubicBezTo>
                <a:moveTo>
                  <a:pt x="4909" y="10800"/>
                </a:moveTo>
                <a:lnTo>
                  <a:pt x="6873" y="10800"/>
                </a:lnTo>
                <a:lnTo>
                  <a:pt x="6873" y="12764"/>
                </a:lnTo>
                <a:lnTo>
                  <a:pt x="4909" y="12764"/>
                </a:lnTo>
                <a:cubicBezTo>
                  <a:pt x="4909" y="12764"/>
                  <a:pt x="4909" y="10800"/>
                  <a:pt x="4909" y="10800"/>
                </a:cubicBezTo>
                <a:close/>
                <a:moveTo>
                  <a:pt x="4418" y="13745"/>
                </a:moveTo>
                <a:lnTo>
                  <a:pt x="7364" y="13745"/>
                </a:lnTo>
                <a:cubicBezTo>
                  <a:pt x="7635" y="13745"/>
                  <a:pt x="7855" y="13526"/>
                  <a:pt x="7855" y="13255"/>
                </a:cubicBezTo>
                <a:lnTo>
                  <a:pt x="7855" y="10309"/>
                </a:lnTo>
                <a:cubicBezTo>
                  <a:pt x="7855" y="10038"/>
                  <a:pt x="7635" y="9818"/>
                  <a:pt x="7364" y="9818"/>
                </a:cubicBezTo>
                <a:lnTo>
                  <a:pt x="4418" y="9818"/>
                </a:lnTo>
                <a:cubicBezTo>
                  <a:pt x="4147" y="9818"/>
                  <a:pt x="3927" y="10038"/>
                  <a:pt x="3927" y="10309"/>
                </a:cubicBezTo>
                <a:lnTo>
                  <a:pt x="3927" y="13255"/>
                </a:lnTo>
                <a:cubicBezTo>
                  <a:pt x="3927" y="13526"/>
                  <a:pt x="4147" y="13745"/>
                  <a:pt x="4418" y="13745"/>
                </a:cubicBezTo>
                <a:moveTo>
                  <a:pt x="4909" y="5891"/>
                </a:moveTo>
                <a:lnTo>
                  <a:pt x="6873" y="5891"/>
                </a:lnTo>
                <a:lnTo>
                  <a:pt x="6873" y="7855"/>
                </a:lnTo>
                <a:lnTo>
                  <a:pt x="4909" y="7855"/>
                </a:lnTo>
                <a:cubicBezTo>
                  <a:pt x="4909" y="7855"/>
                  <a:pt x="4909" y="5891"/>
                  <a:pt x="4909" y="5891"/>
                </a:cubicBezTo>
                <a:close/>
                <a:moveTo>
                  <a:pt x="4418" y="8836"/>
                </a:moveTo>
                <a:lnTo>
                  <a:pt x="7364" y="8836"/>
                </a:lnTo>
                <a:cubicBezTo>
                  <a:pt x="7635" y="8836"/>
                  <a:pt x="7855" y="8617"/>
                  <a:pt x="7855" y="8345"/>
                </a:cubicBezTo>
                <a:lnTo>
                  <a:pt x="7855" y="5400"/>
                </a:lnTo>
                <a:cubicBezTo>
                  <a:pt x="7855" y="5129"/>
                  <a:pt x="7635" y="4909"/>
                  <a:pt x="7364" y="4909"/>
                </a:cubicBezTo>
                <a:lnTo>
                  <a:pt x="4418" y="4909"/>
                </a:lnTo>
                <a:cubicBezTo>
                  <a:pt x="4147" y="4909"/>
                  <a:pt x="3927" y="5129"/>
                  <a:pt x="3927" y="5400"/>
                </a:cubicBezTo>
                <a:lnTo>
                  <a:pt x="3927" y="8345"/>
                </a:lnTo>
                <a:cubicBezTo>
                  <a:pt x="3927" y="8617"/>
                  <a:pt x="4147" y="8836"/>
                  <a:pt x="4418" y="8836"/>
                </a:cubicBezTo>
                <a:moveTo>
                  <a:pt x="14727" y="5891"/>
                </a:moveTo>
                <a:lnTo>
                  <a:pt x="16691" y="5891"/>
                </a:lnTo>
                <a:lnTo>
                  <a:pt x="16691" y="7855"/>
                </a:lnTo>
                <a:lnTo>
                  <a:pt x="14727" y="7855"/>
                </a:lnTo>
                <a:cubicBezTo>
                  <a:pt x="14727" y="7855"/>
                  <a:pt x="14727" y="5891"/>
                  <a:pt x="14727" y="5891"/>
                </a:cubicBezTo>
                <a:close/>
                <a:moveTo>
                  <a:pt x="14236" y="8836"/>
                </a:moveTo>
                <a:lnTo>
                  <a:pt x="17182" y="8836"/>
                </a:lnTo>
                <a:cubicBezTo>
                  <a:pt x="17453" y="8836"/>
                  <a:pt x="17673" y="8617"/>
                  <a:pt x="17673" y="8345"/>
                </a:cubicBezTo>
                <a:lnTo>
                  <a:pt x="17673" y="5400"/>
                </a:lnTo>
                <a:cubicBezTo>
                  <a:pt x="17673" y="5129"/>
                  <a:pt x="17453" y="4909"/>
                  <a:pt x="17182" y="4909"/>
                </a:cubicBezTo>
                <a:lnTo>
                  <a:pt x="14236" y="4909"/>
                </a:lnTo>
                <a:cubicBezTo>
                  <a:pt x="13965" y="4909"/>
                  <a:pt x="13745" y="5129"/>
                  <a:pt x="13745" y="5400"/>
                </a:cubicBezTo>
                <a:lnTo>
                  <a:pt x="13745" y="8345"/>
                </a:lnTo>
                <a:cubicBezTo>
                  <a:pt x="13745" y="8617"/>
                  <a:pt x="13965" y="8836"/>
                  <a:pt x="14236" y="8836"/>
                </a:cubicBezTo>
                <a:moveTo>
                  <a:pt x="19636" y="1964"/>
                </a:moveTo>
                <a:lnTo>
                  <a:pt x="1964" y="1964"/>
                </a:lnTo>
                <a:lnTo>
                  <a:pt x="1964" y="982"/>
                </a:lnTo>
                <a:lnTo>
                  <a:pt x="19636" y="982"/>
                </a:lnTo>
                <a:cubicBezTo>
                  <a:pt x="19636" y="982"/>
                  <a:pt x="19636" y="1964"/>
                  <a:pt x="19636" y="1964"/>
                </a:cubicBezTo>
                <a:close/>
                <a:moveTo>
                  <a:pt x="19636" y="20618"/>
                </a:moveTo>
                <a:lnTo>
                  <a:pt x="12764" y="20618"/>
                </a:lnTo>
                <a:lnTo>
                  <a:pt x="12764" y="15218"/>
                </a:lnTo>
                <a:cubicBezTo>
                  <a:pt x="12764" y="14947"/>
                  <a:pt x="12544" y="14727"/>
                  <a:pt x="12273" y="14727"/>
                </a:cubicBezTo>
                <a:lnTo>
                  <a:pt x="9327" y="14727"/>
                </a:lnTo>
                <a:cubicBezTo>
                  <a:pt x="9056" y="14727"/>
                  <a:pt x="8836" y="14947"/>
                  <a:pt x="8836" y="15218"/>
                </a:cubicBezTo>
                <a:lnTo>
                  <a:pt x="8836" y="20618"/>
                </a:lnTo>
                <a:lnTo>
                  <a:pt x="1964" y="20618"/>
                </a:lnTo>
                <a:lnTo>
                  <a:pt x="1964" y="2945"/>
                </a:lnTo>
                <a:lnTo>
                  <a:pt x="19636" y="2945"/>
                </a:lnTo>
                <a:cubicBezTo>
                  <a:pt x="19636" y="2945"/>
                  <a:pt x="19636" y="20618"/>
                  <a:pt x="19636" y="20618"/>
                </a:cubicBezTo>
                <a:close/>
                <a:moveTo>
                  <a:pt x="11782" y="20618"/>
                </a:moveTo>
                <a:lnTo>
                  <a:pt x="9818" y="20618"/>
                </a:lnTo>
                <a:lnTo>
                  <a:pt x="9818" y="15709"/>
                </a:lnTo>
                <a:lnTo>
                  <a:pt x="11782" y="15709"/>
                </a:lnTo>
                <a:cubicBezTo>
                  <a:pt x="11782" y="15709"/>
                  <a:pt x="11782" y="20618"/>
                  <a:pt x="11782" y="20618"/>
                </a:cubicBezTo>
                <a:close/>
                <a:moveTo>
                  <a:pt x="21109" y="1964"/>
                </a:moveTo>
                <a:lnTo>
                  <a:pt x="20618" y="1964"/>
                </a:lnTo>
                <a:lnTo>
                  <a:pt x="20618" y="491"/>
                </a:lnTo>
                <a:cubicBezTo>
                  <a:pt x="20618" y="220"/>
                  <a:pt x="20399" y="0"/>
                  <a:pt x="20127" y="0"/>
                </a:cubicBezTo>
                <a:lnTo>
                  <a:pt x="1473" y="0"/>
                </a:lnTo>
                <a:cubicBezTo>
                  <a:pt x="1201" y="0"/>
                  <a:pt x="982" y="220"/>
                  <a:pt x="982" y="491"/>
                </a:cubicBezTo>
                <a:lnTo>
                  <a:pt x="982" y="1964"/>
                </a:lnTo>
                <a:lnTo>
                  <a:pt x="491" y="1964"/>
                </a:lnTo>
                <a:cubicBezTo>
                  <a:pt x="220" y="1964"/>
                  <a:pt x="0" y="2184"/>
                  <a:pt x="0" y="2455"/>
                </a:cubicBezTo>
                <a:cubicBezTo>
                  <a:pt x="0" y="2726"/>
                  <a:pt x="220" y="2945"/>
                  <a:pt x="491" y="2945"/>
                </a:cubicBezTo>
                <a:lnTo>
                  <a:pt x="982" y="2945"/>
                </a:lnTo>
                <a:lnTo>
                  <a:pt x="982" y="21109"/>
                </a:lnTo>
                <a:cubicBezTo>
                  <a:pt x="982" y="21381"/>
                  <a:pt x="1201" y="21600"/>
                  <a:pt x="1473" y="21600"/>
                </a:cubicBezTo>
                <a:lnTo>
                  <a:pt x="20127" y="21600"/>
                </a:lnTo>
                <a:cubicBezTo>
                  <a:pt x="20399" y="21600"/>
                  <a:pt x="20618" y="21381"/>
                  <a:pt x="20618" y="21109"/>
                </a:cubicBezTo>
                <a:lnTo>
                  <a:pt x="20618" y="2945"/>
                </a:lnTo>
                <a:lnTo>
                  <a:pt x="21109" y="2945"/>
                </a:lnTo>
                <a:cubicBezTo>
                  <a:pt x="21380" y="2945"/>
                  <a:pt x="21600" y="2726"/>
                  <a:pt x="21600" y="2455"/>
                </a:cubicBezTo>
                <a:cubicBezTo>
                  <a:pt x="21600" y="2184"/>
                  <a:pt x="21380" y="1964"/>
                  <a:pt x="21109" y="1964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53" name="Shape 2565">
            <a:extLst>
              <a:ext uri="{FF2B5EF4-FFF2-40B4-BE49-F238E27FC236}">
                <a16:creationId xmlns:a16="http://schemas.microsoft.com/office/drawing/2014/main" id="{C79410F5-3D96-9C95-177F-B11B5AC8F4B4}"/>
              </a:ext>
            </a:extLst>
          </p:cNvPr>
          <p:cNvSpPr/>
          <p:nvPr userDrawn="1"/>
        </p:nvSpPr>
        <p:spPr>
          <a:xfrm>
            <a:off x="777565" y="3455798"/>
            <a:ext cx="280133" cy="2292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7855" y="8400"/>
                </a:moveTo>
                <a:lnTo>
                  <a:pt x="13745" y="8400"/>
                </a:lnTo>
                <a:lnTo>
                  <a:pt x="13745" y="9600"/>
                </a:lnTo>
                <a:lnTo>
                  <a:pt x="7855" y="9600"/>
                </a:lnTo>
                <a:cubicBezTo>
                  <a:pt x="7855" y="9600"/>
                  <a:pt x="7855" y="8400"/>
                  <a:pt x="7855" y="8400"/>
                </a:cubicBezTo>
                <a:close/>
                <a:moveTo>
                  <a:pt x="7855" y="10800"/>
                </a:moveTo>
                <a:lnTo>
                  <a:pt x="13745" y="10800"/>
                </a:lnTo>
                <a:cubicBezTo>
                  <a:pt x="14287" y="10800"/>
                  <a:pt x="14727" y="10262"/>
                  <a:pt x="14727" y="9600"/>
                </a:cubicBezTo>
                <a:lnTo>
                  <a:pt x="14727" y="8400"/>
                </a:lnTo>
                <a:cubicBezTo>
                  <a:pt x="14727" y="7737"/>
                  <a:pt x="14287" y="7200"/>
                  <a:pt x="13745" y="7200"/>
                </a:cubicBezTo>
                <a:lnTo>
                  <a:pt x="7855" y="7200"/>
                </a:lnTo>
                <a:cubicBezTo>
                  <a:pt x="7313" y="7200"/>
                  <a:pt x="6873" y="7737"/>
                  <a:pt x="6873" y="8400"/>
                </a:cubicBezTo>
                <a:lnTo>
                  <a:pt x="6873" y="9600"/>
                </a:lnTo>
                <a:cubicBezTo>
                  <a:pt x="6873" y="10262"/>
                  <a:pt x="7313" y="10800"/>
                  <a:pt x="7855" y="10800"/>
                </a:cubicBezTo>
                <a:moveTo>
                  <a:pt x="20618" y="3600"/>
                </a:moveTo>
                <a:lnTo>
                  <a:pt x="982" y="3600"/>
                </a:lnTo>
                <a:lnTo>
                  <a:pt x="982" y="1200"/>
                </a:lnTo>
                <a:lnTo>
                  <a:pt x="20618" y="1200"/>
                </a:lnTo>
                <a:cubicBezTo>
                  <a:pt x="20618" y="1200"/>
                  <a:pt x="20618" y="3600"/>
                  <a:pt x="20618" y="3600"/>
                </a:cubicBezTo>
                <a:close/>
                <a:moveTo>
                  <a:pt x="18655" y="20399"/>
                </a:moveTo>
                <a:lnTo>
                  <a:pt x="2945" y="20399"/>
                </a:lnTo>
                <a:lnTo>
                  <a:pt x="2945" y="4800"/>
                </a:lnTo>
                <a:lnTo>
                  <a:pt x="18655" y="4800"/>
                </a:lnTo>
                <a:cubicBezTo>
                  <a:pt x="18655" y="4800"/>
                  <a:pt x="18655" y="20399"/>
                  <a:pt x="18655" y="20399"/>
                </a:cubicBezTo>
                <a:close/>
                <a:moveTo>
                  <a:pt x="20618" y="0"/>
                </a:moveTo>
                <a:lnTo>
                  <a:pt x="982" y="0"/>
                </a:lnTo>
                <a:cubicBezTo>
                  <a:pt x="440" y="0"/>
                  <a:pt x="0" y="538"/>
                  <a:pt x="0" y="1200"/>
                </a:cubicBezTo>
                <a:lnTo>
                  <a:pt x="0" y="3600"/>
                </a:lnTo>
                <a:cubicBezTo>
                  <a:pt x="0" y="4263"/>
                  <a:pt x="440" y="4800"/>
                  <a:pt x="982" y="4800"/>
                </a:cubicBezTo>
                <a:lnTo>
                  <a:pt x="1964" y="4800"/>
                </a:lnTo>
                <a:lnTo>
                  <a:pt x="1964" y="20399"/>
                </a:lnTo>
                <a:cubicBezTo>
                  <a:pt x="1964" y="21062"/>
                  <a:pt x="2403" y="21600"/>
                  <a:pt x="2945" y="21600"/>
                </a:cubicBezTo>
                <a:lnTo>
                  <a:pt x="18655" y="21600"/>
                </a:lnTo>
                <a:cubicBezTo>
                  <a:pt x="19197" y="21600"/>
                  <a:pt x="19636" y="21062"/>
                  <a:pt x="19636" y="20399"/>
                </a:cubicBezTo>
                <a:lnTo>
                  <a:pt x="19636" y="4800"/>
                </a:lnTo>
                <a:lnTo>
                  <a:pt x="20618" y="4800"/>
                </a:lnTo>
                <a:cubicBezTo>
                  <a:pt x="21160" y="4800"/>
                  <a:pt x="21600" y="4263"/>
                  <a:pt x="21600" y="3600"/>
                </a:cubicBezTo>
                <a:lnTo>
                  <a:pt x="21600" y="1200"/>
                </a:lnTo>
                <a:cubicBezTo>
                  <a:pt x="21600" y="538"/>
                  <a:pt x="21160" y="0"/>
                  <a:pt x="20618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54" name="Shape 2566">
            <a:extLst>
              <a:ext uri="{FF2B5EF4-FFF2-40B4-BE49-F238E27FC236}">
                <a16:creationId xmlns:a16="http://schemas.microsoft.com/office/drawing/2014/main" id="{036DA3E6-760D-2C97-D142-0CAE471A2264}"/>
              </a:ext>
            </a:extLst>
          </p:cNvPr>
          <p:cNvSpPr/>
          <p:nvPr userDrawn="1"/>
        </p:nvSpPr>
        <p:spPr>
          <a:xfrm>
            <a:off x="1312363" y="3455799"/>
            <a:ext cx="280133" cy="2292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382" y="12000"/>
                </a:moveTo>
                <a:cubicBezTo>
                  <a:pt x="6653" y="12000"/>
                  <a:pt x="6873" y="12268"/>
                  <a:pt x="6873" y="12599"/>
                </a:cubicBezTo>
                <a:cubicBezTo>
                  <a:pt x="6873" y="12931"/>
                  <a:pt x="6653" y="13199"/>
                  <a:pt x="6382" y="13199"/>
                </a:cubicBezTo>
                <a:cubicBezTo>
                  <a:pt x="6111" y="13199"/>
                  <a:pt x="5891" y="12931"/>
                  <a:pt x="5891" y="12599"/>
                </a:cubicBezTo>
                <a:cubicBezTo>
                  <a:pt x="5891" y="12268"/>
                  <a:pt x="6111" y="12000"/>
                  <a:pt x="6382" y="12000"/>
                </a:cubicBezTo>
                <a:moveTo>
                  <a:pt x="6382" y="14399"/>
                </a:moveTo>
                <a:cubicBezTo>
                  <a:pt x="7195" y="14399"/>
                  <a:pt x="7855" y="13594"/>
                  <a:pt x="7855" y="12599"/>
                </a:cubicBezTo>
                <a:cubicBezTo>
                  <a:pt x="7855" y="11606"/>
                  <a:pt x="7195" y="10800"/>
                  <a:pt x="6382" y="10800"/>
                </a:cubicBezTo>
                <a:cubicBezTo>
                  <a:pt x="5568" y="10800"/>
                  <a:pt x="4909" y="11606"/>
                  <a:pt x="4909" y="12599"/>
                </a:cubicBezTo>
                <a:cubicBezTo>
                  <a:pt x="4909" y="13594"/>
                  <a:pt x="5568" y="14399"/>
                  <a:pt x="6382" y="14399"/>
                </a:cubicBezTo>
                <a:moveTo>
                  <a:pt x="20618" y="3600"/>
                </a:moveTo>
                <a:lnTo>
                  <a:pt x="982" y="3600"/>
                </a:lnTo>
                <a:lnTo>
                  <a:pt x="982" y="1200"/>
                </a:lnTo>
                <a:lnTo>
                  <a:pt x="20618" y="1200"/>
                </a:lnTo>
                <a:cubicBezTo>
                  <a:pt x="20618" y="1200"/>
                  <a:pt x="20618" y="3600"/>
                  <a:pt x="20618" y="3600"/>
                </a:cubicBezTo>
                <a:close/>
                <a:moveTo>
                  <a:pt x="18655" y="20399"/>
                </a:moveTo>
                <a:lnTo>
                  <a:pt x="2945" y="20399"/>
                </a:lnTo>
                <a:lnTo>
                  <a:pt x="2945" y="4800"/>
                </a:lnTo>
                <a:lnTo>
                  <a:pt x="18655" y="4800"/>
                </a:lnTo>
                <a:cubicBezTo>
                  <a:pt x="18655" y="4800"/>
                  <a:pt x="18655" y="20399"/>
                  <a:pt x="18655" y="20399"/>
                </a:cubicBezTo>
                <a:close/>
                <a:moveTo>
                  <a:pt x="20618" y="0"/>
                </a:moveTo>
                <a:lnTo>
                  <a:pt x="982" y="0"/>
                </a:lnTo>
                <a:cubicBezTo>
                  <a:pt x="440" y="0"/>
                  <a:pt x="0" y="538"/>
                  <a:pt x="0" y="1200"/>
                </a:cubicBezTo>
                <a:lnTo>
                  <a:pt x="0" y="3600"/>
                </a:lnTo>
                <a:cubicBezTo>
                  <a:pt x="0" y="4263"/>
                  <a:pt x="440" y="4800"/>
                  <a:pt x="982" y="4800"/>
                </a:cubicBezTo>
                <a:lnTo>
                  <a:pt x="1964" y="4800"/>
                </a:lnTo>
                <a:lnTo>
                  <a:pt x="1964" y="20399"/>
                </a:lnTo>
                <a:cubicBezTo>
                  <a:pt x="1964" y="21062"/>
                  <a:pt x="2403" y="21600"/>
                  <a:pt x="2945" y="21600"/>
                </a:cubicBezTo>
                <a:lnTo>
                  <a:pt x="18655" y="21600"/>
                </a:lnTo>
                <a:cubicBezTo>
                  <a:pt x="19197" y="21600"/>
                  <a:pt x="19636" y="21062"/>
                  <a:pt x="19636" y="20399"/>
                </a:cubicBezTo>
                <a:lnTo>
                  <a:pt x="19636" y="4800"/>
                </a:lnTo>
                <a:lnTo>
                  <a:pt x="20618" y="4800"/>
                </a:lnTo>
                <a:cubicBezTo>
                  <a:pt x="21160" y="4800"/>
                  <a:pt x="21600" y="4263"/>
                  <a:pt x="21600" y="3600"/>
                </a:cubicBezTo>
                <a:lnTo>
                  <a:pt x="21600" y="1200"/>
                </a:lnTo>
                <a:cubicBezTo>
                  <a:pt x="21600" y="538"/>
                  <a:pt x="21160" y="0"/>
                  <a:pt x="20618" y="0"/>
                </a:cubicBezTo>
                <a:moveTo>
                  <a:pt x="10800" y="12000"/>
                </a:moveTo>
                <a:cubicBezTo>
                  <a:pt x="11071" y="12000"/>
                  <a:pt x="11291" y="12268"/>
                  <a:pt x="11291" y="12599"/>
                </a:cubicBezTo>
                <a:cubicBezTo>
                  <a:pt x="11291" y="12931"/>
                  <a:pt x="11071" y="13199"/>
                  <a:pt x="10800" y="13199"/>
                </a:cubicBezTo>
                <a:cubicBezTo>
                  <a:pt x="10529" y="13199"/>
                  <a:pt x="10309" y="12931"/>
                  <a:pt x="10309" y="12599"/>
                </a:cubicBezTo>
                <a:cubicBezTo>
                  <a:pt x="10309" y="12268"/>
                  <a:pt x="10529" y="12000"/>
                  <a:pt x="10800" y="12000"/>
                </a:cubicBezTo>
                <a:moveTo>
                  <a:pt x="10800" y="14399"/>
                </a:moveTo>
                <a:cubicBezTo>
                  <a:pt x="11614" y="14399"/>
                  <a:pt x="12273" y="13594"/>
                  <a:pt x="12273" y="12599"/>
                </a:cubicBezTo>
                <a:cubicBezTo>
                  <a:pt x="12273" y="11606"/>
                  <a:pt x="11614" y="10800"/>
                  <a:pt x="10800" y="10800"/>
                </a:cubicBezTo>
                <a:cubicBezTo>
                  <a:pt x="9986" y="10800"/>
                  <a:pt x="9327" y="11606"/>
                  <a:pt x="9327" y="12599"/>
                </a:cubicBezTo>
                <a:cubicBezTo>
                  <a:pt x="9327" y="13594"/>
                  <a:pt x="9986" y="14399"/>
                  <a:pt x="10800" y="14399"/>
                </a:cubicBezTo>
                <a:moveTo>
                  <a:pt x="15218" y="12000"/>
                </a:moveTo>
                <a:cubicBezTo>
                  <a:pt x="15489" y="12000"/>
                  <a:pt x="15709" y="12268"/>
                  <a:pt x="15709" y="12599"/>
                </a:cubicBezTo>
                <a:cubicBezTo>
                  <a:pt x="15709" y="12931"/>
                  <a:pt x="15489" y="13199"/>
                  <a:pt x="15218" y="13199"/>
                </a:cubicBezTo>
                <a:cubicBezTo>
                  <a:pt x="14947" y="13199"/>
                  <a:pt x="14727" y="12931"/>
                  <a:pt x="14727" y="12599"/>
                </a:cubicBezTo>
                <a:cubicBezTo>
                  <a:pt x="14727" y="12268"/>
                  <a:pt x="14947" y="12000"/>
                  <a:pt x="15218" y="12000"/>
                </a:cubicBezTo>
                <a:moveTo>
                  <a:pt x="15218" y="14399"/>
                </a:moveTo>
                <a:cubicBezTo>
                  <a:pt x="16032" y="14399"/>
                  <a:pt x="16691" y="13594"/>
                  <a:pt x="16691" y="12599"/>
                </a:cubicBezTo>
                <a:cubicBezTo>
                  <a:pt x="16691" y="11606"/>
                  <a:pt x="16032" y="10800"/>
                  <a:pt x="15218" y="10800"/>
                </a:cubicBezTo>
                <a:cubicBezTo>
                  <a:pt x="14405" y="10800"/>
                  <a:pt x="13745" y="11606"/>
                  <a:pt x="13745" y="12599"/>
                </a:cubicBezTo>
                <a:cubicBezTo>
                  <a:pt x="13745" y="13594"/>
                  <a:pt x="14405" y="14399"/>
                  <a:pt x="15218" y="14399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55" name="Shape 2567">
            <a:extLst>
              <a:ext uri="{FF2B5EF4-FFF2-40B4-BE49-F238E27FC236}">
                <a16:creationId xmlns:a16="http://schemas.microsoft.com/office/drawing/2014/main" id="{2C25EF90-08FB-2630-1C16-BE2B36928302}"/>
              </a:ext>
            </a:extLst>
          </p:cNvPr>
          <p:cNvSpPr/>
          <p:nvPr userDrawn="1"/>
        </p:nvSpPr>
        <p:spPr>
          <a:xfrm>
            <a:off x="1847162" y="3430332"/>
            <a:ext cx="280133" cy="2801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4909"/>
                </a:moveTo>
                <a:lnTo>
                  <a:pt x="12764" y="4909"/>
                </a:lnTo>
                <a:cubicBezTo>
                  <a:pt x="12493" y="4909"/>
                  <a:pt x="12273" y="5129"/>
                  <a:pt x="12273" y="5400"/>
                </a:cubicBezTo>
                <a:cubicBezTo>
                  <a:pt x="12273" y="5671"/>
                  <a:pt x="12493" y="5891"/>
                  <a:pt x="12764" y="5891"/>
                </a:cubicBezTo>
                <a:lnTo>
                  <a:pt x="20618" y="5891"/>
                </a:lnTo>
                <a:lnTo>
                  <a:pt x="20618" y="7854"/>
                </a:lnTo>
                <a:lnTo>
                  <a:pt x="12764" y="7854"/>
                </a:lnTo>
                <a:cubicBezTo>
                  <a:pt x="12493" y="7854"/>
                  <a:pt x="12273" y="8074"/>
                  <a:pt x="12273" y="8345"/>
                </a:cubicBezTo>
                <a:cubicBezTo>
                  <a:pt x="12273" y="8617"/>
                  <a:pt x="12493" y="8836"/>
                  <a:pt x="12764" y="8836"/>
                </a:cubicBezTo>
                <a:lnTo>
                  <a:pt x="18655" y="8836"/>
                </a:lnTo>
                <a:lnTo>
                  <a:pt x="18655" y="20617"/>
                </a:lnTo>
                <a:lnTo>
                  <a:pt x="2945" y="20617"/>
                </a:lnTo>
                <a:lnTo>
                  <a:pt x="2945" y="8836"/>
                </a:lnTo>
                <a:lnTo>
                  <a:pt x="8836" y="8836"/>
                </a:lnTo>
                <a:cubicBezTo>
                  <a:pt x="9107" y="8836"/>
                  <a:pt x="9327" y="8617"/>
                  <a:pt x="9327" y="8345"/>
                </a:cubicBezTo>
                <a:cubicBezTo>
                  <a:pt x="9327" y="8074"/>
                  <a:pt x="9107" y="7854"/>
                  <a:pt x="8836" y="7854"/>
                </a:cubicBezTo>
                <a:lnTo>
                  <a:pt x="982" y="7854"/>
                </a:lnTo>
                <a:lnTo>
                  <a:pt x="982" y="5891"/>
                </a:lnTo>
                <a:lnTo>
                  <a:pt x="8836" y="5891"/>
                </a:lnTo>
                <a:cubicBezTo>
                  <a:pt x="9107" y="5891"/>
                  <a:pt x="9327" y="5671"/>
                  <a:pt x="9327" y="5400"/>
                </a:cubicBezTo>
                <a:cubicBezTo>
                  <a:pt x="9327" y="5129"/>
                  <a:pt x="9107" y="4909"/>
                  <a:pt x="8836" y="4909"/>
                </a:cubicBezTo>
                <a:lnTo>
                  <a:pt x="982" y="4909"/>
                </a:lnTo>
                <a:cubicBezTo>
                  <a:pt x="440" y="4909"/>
                  <a:pt x="0" y="5349"/>
                  <a:pt x="0" y="5891"/>
                </a:cubicBezTo>
                <a:lnTo>
                  <a:pt x="0" y="7854"/>
                </a:lnTo>
                <a:cubicBezTo>
                  <a:pt x="0" y="8396"/>
                  <a:pt x="440" y="8836"/>
                  <a:pt x="982" y="8836"/>
                </a:cubicBezTo>
                <a:lnTo>
                  <a:pt x="1964" y="8836"/>
                </a:lnTo>
                <a:lnTo>
                  <a:pt x="1964" y="20617"/>
                </a:lnTo>
                <a:cubicBezTo>
                  <a:pt x="1964" y="21159"/>
                  <a:pt x="2403" y="21600"/>
                  <a:pt x="2945" y="21600"/>
                </a:cubicBezTo>
                <a:lnTo>
                  <a:pt x="18655" y="21600"/>
                </a:lnTo>
                <a:cubicBezTo>
                  <a:pt x="19197" y="21600"/>
                  <a:pt x="19636" y="21159"/>
                  <a:pt x="19636" y="20617"/>
                </a:cubicBezTo>
                <a:lnTo>
                  <a:pt x="19636" y="8836"/>
                </a:lnTo>
                <a:lnTo>
                  <a:pt x="20618" y="8836"/>
                </a:lnTo>
                <a:cubicBezTo>
                  <a:pt x="21160" y="8836"/>
                  <a:pt x="21600" y="8396"/>
                  <a:pt x="21600" y="7854"/>
                </a:cubicBezTo>
                <a:lnTo>
                  <a:pt x="21600" y="5891"/>
                </a:lnTo>
                <a:cubicBezTo>
                  <a:pt x="21600" y="5349"/>
                  <a:pt x="21160" y="4909"/>
                  <a:pt x="20618" y="4909"/>
                </a:cubicBezTo>
                <a:moveTo>
                  <a:pt x="7855" y="11782"/>
                </a:moveTo>
                <a:cubicBezTo>
                  <a:pt x="7584" y="11782"/>
                  <a:pt x="7364" y="12001"/>
                  <a:pt x="7364" y="12272"/>
                </a:cubicBezTo>
                <a:cubicBezTo>
                  <a:pt x="7364" y="12408"/>
                  <a:pt x="7419" y="12531"/>
                  <a:pt x="7507" y="12619"/>
                </a:cubicBezTo>
                <a:lnTo>
                  <a:pt x="10453" y="15565"/>
                </a:lnTo>
                <a:cubicBezTo>
                  <a:pt x="10542" y="15654"/>
                  <a:pt x="10665" y="15709"/>
                  <a:pt x="10800" y="15709"/>
                </a:cubicBezTo>
                <a:cubicBezTo>
                  <a:pt x="10935" y="15709"/>
                  <a:pt x="11058" y="15654"/>
                  <a:pt x="11147" y="15565"/>
                </a:cubicBezTo>
                <a:lnTo>
                  <a:pt x="14093" y="12619"/>
                </a:lnTo>
                <a:cubicBezTo>
                  <a:pt x="14181" y="12531"/>
                  <a:pt x="14236" y="12408"/>
                  <a:pt x="14236" y="12272"/>
                </a:cubicBezTo>
                <a:cubicBezTo>
                  <a:pt x="14236" y="12001"/>
                  <a:pt x="14016" y="11782"/>
                  <a:pt x="13745" y="11782"/>
                </a:cubicBezTo>
                <a:cubicBezTo>
                  <a:pt x="13610" y="11782"/>
                  <a:pt x="13487" y="11837"/>
                  <a:pt x="13398" y="11925"/>
                </a:cubicBezTo>
                <a:lnTo>
                  <a:pt x="11291" y="14033"/>
                </a:lnTo>
                <a:lnTo>
                  <a:pt x="11291" y="492"/>
                </a:lnTo>
                <a:lnTo>
                  <a:pt x="11291" y="491"/>
                </a:lnTo>
                <a:cubicBezTo>
                  <a:pt x="11291" y="220"/>
                  <a:pt x="11071" y="0"/>
                  <a:pt x="10800" y="0"/>
                </a:cubicBezTo>
                <a:cubicBezTo>
                  <a:pt x="10529" y="0"/>
                  <a:pt x="10309" y="220"/>
                  <a:pt x="10309" y="491"/>
                </a:cubicBezTo>
                <a:lnTo>
                  <a:pt x="10309" y="14033"/>
                </a:lnTo>
                <a:lnTo>
                  <a:pt x="8202" y="11925"/>
                </a:lnTo>
                <a:cubicBezTo>
                  <a:pt x="8113" y="11837"/>
                  <a:pt x="7990" y="11782"/>
                  <a:pt x="7855" y="11782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56" name="Shape 2568">
            <a:extLst>
              <a:ext uri="{FF2B5EF4-FFF2-40B4-BE49-F238E27FC236}">
                <a16:creationId xmlns:a16="http://schemas.microsoft.com/office/drawing/2014/main" id="{B42657D2-D179-E8A7-7340-4B782B8FC8D7}"/>
              </a:ext>
            </a:extLst>
          </p:cNvPr>
          <p:cNvSpPr/>
          <p:nvPr userDrawn="1"/>
        </p:nvSpPr>
        <p:spPr>
          <a:xfrm>
            <a:off x="2381960" y="3430332"/>
            <a:ext cx="280133" cy="2801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4909"/>
                </a:moveTo>
                <a:lnTo>
                  <a:pt x="12764" y="4909"/>
                </a:lnTo>
                <a:cubicBezTo>
                  <a:pt x="12493" y="4909"/>
                  <a:pt x="12273" y="5129"/>
                  <a:pt x="12273" y="5400"/>
                </a:cubicBezTo>
                <a:cubicBezTo>
                  <a:pt x="12273" y="5671"/>
                  <a:pt x="12493" y="5891"/>
                  <a:pt x="12764" y="5891"/>
                </a:cubicBezTo>
                <a:lnTo>
                  <a:pt x="20618" y="5891"/>
                </a:lnTo>
                <a:lnTo>
                  <a:pt x="20618" y="7854"/>
                </a:lnTo>
                <a:lnTo>
                  <a:pt x="12764" y="7854"/>
                </a:lnTo>
                <a:cubicBezTo>
                  <a:pt x="12493" y="7854"/>
                  <a:pt x="12273" y="8074"/>
                  <a:pt x="12273" y="8345"/>
                </a:cubicBezTo>
                <a:cubicBezTo>
                  <a:pt x="12273" y="8617"/>
                  <a:pt x="12493" y="8836"/>
                  <a:pt x="12764" y="8836"/>
                </a:cubicBezTo>
                <a:lnTo>
                  <a:pt x="18655" y="8836"/>
                </a:lnTo>
                <a:lnTo>
                  <a:pt x="18655" y="20617"/>
                </a:lnTo>
                <a:lnTo>
                  <a:pt x="2945" y="20617"/>
                </a:lnTo>
                <a:lnTo>
                  <a:pt x="2945" y="8836"/>
                </a:lnTo>
                <a:lnTo>
                  <a:pt x="8836" y="8836"/>
                </a:lnTo>
                <a:cubicBezTo>
                  <a:pt x="9107" y="8836"/>
                  <a:pt x="9327" y="8617"/>
                  <a:pt x="9327" y="8345"/>
                </a:cubicBezTo>
                <a:cubicBezTo>
                  <a:pt x="9327" y="8074"/>
                  <a:pt x="9107" y="7854"/>
                  <a:pt x="8836" y="7854"/>
                </a:cubicBezTo>
                <a:lnTo>
                  <a:pt x="982" y="7854"/>
                </a:lnTo>
                <a:lnTo>
                  <a:pt x="982" y="5891"/>
                </a:lnTo>
                <a:lnTo>
                  <a:pt x="8836" y="5891"/>
                </a:lnTo>
                <a:cubicBezTo>
                  <a:pt x="9107" y="5891"/>
                  <a:pt x="9327" y="5671"/>
                  <a:pt x="9327" y="5400"/>
                </a:cubicBezTo>
                <a:cubicBezTo>
                  <a:pt x="9327" y="5129"/>
                  <a:pt x="9107" y="4909"/>
                  <a:pt x="8836" y="4909"/>
                </a:cubicBezTo>
                <a:lnTo>
                  <a:pt x="982" y="4909"/>
                </a:lnTo>
                <a:cubicBezTo>
                  <a:pt x="440" y="4909"/>
                  <a:pt x="0" y="5349"/>
                  <a:pt x="0" y="5891"/>
                </a:cubicBezTo>
                <a:lnTo>
                  <a:pt x="0" y="7854"/>
                </a:lnTo>
                <a:cubicBezTo>
                  <a:pt x="0" y="8396"/>
                  <a:pt x="440" y="8836"/>
                  <a:pt x="982" y="8836"/>
                </a:cubicBezTo>
                <a:lnTo>
                  <a:pt x="1964" y="8836"/>
                </a:lnTo>
                <a:lnTo>
                  <a:pt x="1964" y="20617"/>
                </a:lnTo>
                <a:cubicBezTo>
                  <a:pt x="1964" y="21159"/>
                  <a:pt x="2403" y="21600"/>
                  <a:pt x="2945" y="21600"/>
                </a:cubicBezTo>
                <a:lnTo>
                  <a:pt x="18655" y="21600"/>
                </a:lnTo>
                <a:cubicBezTo>
                  <a:pt x="19197" y="21600"/>
                  <a:pt x="19636" y="21159"/>
                  <a:pt x="19636" y="20617"/>
                </a:cubicBezTo>
                <a:lnTo>
                  <a:pt x="19636" y="8836"/>
                </a:lnTo>
                <a:lnTo>
                  <a:pt x="20618" y="8836"/>
                </a:lnTo>
                <a:cubicBezTo>
                  <a:pt x="21160" y="8836"/>
                  <a:pt x="21600" y="8396"/>
                  <a:pt x="21600" y="7854"/>
                </a:cubicBezTo>
                <a:lnTo>
                  <a:pt x="21600" y="5891"/>
                </a:lnTo>
                <a:cubicBezTo>
                  <a:pt x="21600" y="5349"/>
                  <a:pt x="21160" y="4909"/>
                  <a:pt x="20618" y="4909"/>
                </a:cubicBezTo>
                <a:moveTo>
                  <a:pt x="7855" y="3927"/>
                </a:moveTo>
                <a:cubicBezTo>
                  <a:pt x="7990" y="3927"/>
                  <a:pt x="8113" y="3872"/>
                  <a:pt x="8202" y="3784"/>
                </a:cubicBezTo>
                <a:lnTo>
                  <a:pt x="10309" y="1676"/>
                </a:lnTo>
                <a:lnTo>
                  <a:pt x="10309" y="15218"/>
                </a:lnTo>
                <a:lnTo>
                  <a:pt x="10309" y="15218"/>
                </a:lnTo>
                <a:cubicBezTo>
                  <a:pt x="10309" y="15489"/>
                  <a:pt x="10529" y="15709"/>
                  <a:pt x="10800" y="15709"/>
                </a:cubicBezTo>
                <a:cubicBezTo>
                  <a:pt x="11071" y="15709"/>
                  <a:pt x="11291" y="15489"/>
                  <a:pt x="11291" y="15218"/>
                </a:cubicBezTo>
                <a:lnTo>
                  <a:pt x="11291" y="1676"/>
                </a:lnTo>
                <a:lnTo>
                  <a:pt x="13398" y="3784"/>
                </a:lnTo>
                <a:cubicBezTo>
                  <a:pt x="13487" y="3872"/>
                  <a:pt x="13610" y="3927"/>
                  <a:pt x="13745" y="3927"/>
                </a:cubicBezTo>
                <a:cubicBezTo>
                  <a:pt x="14016" y="3927"/>
                  <a:pt x="14236" y="3708"/>
                  <a:pt x="14236" y="3436"/>
                </a:cubicBezTo>
                <a:cubicBezTo>
                  <a:pt x="14236" y="3301"/>
                  <a:pt x="14181" y="3178"/>
                  <a:pt x="14093" y="3089"/>
                </a:cubicBezTo>
                <a:lnTo>
                  <a:pt x="11147" y="144"/>
                </a:lnTo>
                <a:cubicBezTo>
                  <a:pt x="11058" y="55"/>
                  <a:pt x="10935" y="0"/>
                  <a:pt x="10800" y="0"/>
                </a:cubicBezTo>
                <a:cubicBezTo>
                  <a:pt x="10665" y="0"/>
                  <a:pt x="10542" y="55"/>
                  <a:pt x="10453" y="144"/>
                </a:cubicBezTo>
                <a:lnTo>
                  <a:pt x="7507" y="3089"/>
                </a:lnTo>
                <a:cubicBezTo>
                  <a:pt x="7419" y="3178"/>
                  <a:pt x="7364" y="3301"/>
                  <a:pt x="7364" y="3436"/>
                </a:cubicBezTo>
                <a:cubicBezTo>
                  <a:pt x="7364" y="3708"/>
                  <a:pt x="7584" y="3927"/>
                  <a:pt x="7855" y="3927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57" name="Shape 2569">
            <a:extLst>
              <a:ext uri="{FF2B5EF4-FFF2-40B4-BE49-F238E27FC236}">
                <a16:creationId xmlns:a16="http://schemas.microsoft.com/office/drawing/2014/main" id="{88A28E20-48F4-9036-62BA-C00374447AAE}"/>
              </a:ext>
            </a:extLst>
          </p:cNvPr>
          <p:cNvSpPr/>
          <p:nvPr userDrawn="1"/>
        </p:nvSpPr>
        <p:spPr>
          <a:xfrm>
            <a:off x="2916758" y="3430333"/>
            <a:ext cx="280133" cy="2801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8836"/>
                </a:moveTo>
                <a:lnTo>
                  <a:pt x="982" y="8836"/>
                </a:lnTo>
                <a:lnTo>
                  <a:pt x="982" y="6873"/>
                </a:lnTo>
                <a:lnTo>
                  <a:pt x="20618" y="6873"/>
                </a:lnTo>
                <a:cubicBezTo>
                  <a:pt x="20618" y="6873"/>
                  <a:pt x="20618" y="8836"/>
                  <a:pt x="20618" y="8836"/>
                </a:cubicBezTo>
                <a:close/>
                <a:moveTo>
                  <a:pt x="18655" y="20618"/>
                </a:moveTo>
                <a:lnTo>
                  <a:pt x="2945" y="20618"/>
                </a:lnTo>
                <a:lnTo>
                  <a:pt x="2945" y="9818"/>
                </a:lnTo>
                <a:lnTo>
                  <a:pt x="18655" y="9818"/>
                </a:lnTo>
                <a:cubicBezTo>
                  <a:pt x="18655" y="9818"/>
                  <a:pt x="18655" y="20618"/>
                  <a:pt x="18655" y="20618"/>
                </a:cubicBezTo>
                <a:close/>
                <a:moveTo>
                  <a:pt x="3927" y="982"/>
                </a:moveTo>
                <a:lnTo>
                  <a:pt x="11782" y="982"/>
                </a:lnTo>
                <a:lnTo>
                  <a:pt x="11782" y="3436"/>
                </a:lnTo>
                <a:cubicBezTo>
                  <a:pt x="11782" y="3708"/>
                  <a:pt x="12002" y="3927"/>
                  <a:pt x="12273" y="3927"/>
                </a:cubicBezTo>
                <a:lnTo>
                  <a:pt x="14727" y="3927"/>
                </a:lnTo>
                <a:lnTo>
                  <a:pt x="14727" y="5891"/>
                </a:lnTo>
                <a:lnTo>
                  <a:pt x="3927" y="5891"/>
                </a:lnTo>
                <a:cubicBezTo>
                  <a:pt x="3927" y="5891"/>
                  <a:pt x="3927" y="982"/>
                  <a:pt x="3927" y="982"/>
                </a:cubicBezTo>
                <a:close/>
                <a:moveTo>
                  <a:pt x="12764" y="1473"/>
                </a:moveTo>
                <a:lnTo>
                  <a:pt x="14236" y="2945"/>
                </a:lnTo>
                <a:lnTo>
                  <a:pt x="12764" y="2945"/>
                </a:lnTo>
                <a:cubicBezTo>
                  <a:pt x="12764" y="2945"/>
                  <a:pt x="12764" y="1473"/>
                  <a:pt x="12764" y="1473"/>
                </a:cubicBezTo>
                <a:close/>
                <a:moveTo>
                  <a:pt x="17673" y="1964"/>
                </a:moveTo>
                <a:lnTo>
                  <a:pt x="17673" y="5891"/>
                </a:lnTo>
                <a:lnTo>
                  <a:pt x="15709" y="5891"/>
                </a:lnTo>
                <a:lnTo>
                  <a:pt x="15709" y="2945"/>
                </a:lnTo>
                <a:lnTo>
                  <a:pt x="14727" y="1964"/>
                </a:lnTo>
                <a:cubicBezTo>
                  <a:pt x="14727" y="1964"/>
                  <a:pt x="17673" y="1964"/>
                  <a:pt x="17673" y="1964"/>
                </a:cubicBezTo>
                <a:close/>
                <a:moveTo>
                  <a:pt x="20618" y="5891"/>
                </a:moveTo>
                <a:lnTo>
                  <a:pt x="18655" y="5891"/>
                </a:lnTo>
                <a:lnTo>
                  <a:pt x="18655" y="1964"/>
                </a:lnTo>
                <a:cubicBezTo>
                  <a:pt x="18655" y="1422"/>
                  <a:pt x="18215" y="982"/>
                  <a:pt x="17673" y="982"/>
                </a:cubicBezTo>
                <a:lnTo>
                  <a:pt x="13745" y="982"/>
                </a:lnTo>
                <a:lnTo>
                  <a:pt x="12764" y="0"/>
                </a:lnTo>
                <a:lnTo>
                  <a:pt x="3927" y="0"/>
                </a:lnTo>
                <a:cubicBezTo>
                  <a:pt x="3385" y="0"/>
                  <a:pt x="2945" y="440"/>
                  <a:pt x="2945" y="982"/>
                </a:cubicBezTo>
                <a:lnTo>
                  <a:pt x="2945" y="5891"/>
                </a:lnTo>
                <a:lnTo>
                  <a:pt x="982" y="5891"/>
                </a:lnTo>
                <a:cubicBezTo>
                  <a:pt x="440" y="5891"/>
                  <a:pt x="0" y="6331"/>
                  <a:pt x="0" y="6873"/>
                </a:cubicBezTo>
                <a:lnTo>
                  <a:pt x="0" y="8836"/>
                </a:lnTo>
                <a:cubicBezTo>
                  <a:pt x="0" y="9379"/>
                  <a:pt x="440" y="9818"/>
                  <a:pt x="982" y="9818"/>
                </a:cubicBezTo>
                <a:lnTo>
                  <a:pt x="1964" y="9818"/>
                </a:lnTo>
                <a:lnTo>
                  <a:pt x="1964" y="20618"/>
                </a:lnTo>
                <a:cubicBezTo>
                  <a:pt x="1964" y="21160"/>
                  <a:pt x="2403" y="21600"/>
                  <a:pt x="2945" y="21600"/>
                </a:cubicBezTo>
                <a:lnTo>
                  <a:pt x="18655" y="21600"/>
                </a:lnTo>
                <a:cubicBezTo>
                  <a:pt x="19197" y="21600"/>
                  <a:pt x="19636" y="21160"/>
                  <a:pt x="19636" y="20618"/>
                </a:cubicBezTo>
                <a:lnTo>
                  <a:pt x="19636" y="9818"/>
                </a:lnTo>
                <a:lnTo>
                  <a:pt x="20618" y="9818"/>
                </a:lnTo>
                <a:cubicBezTo>
                  <a:pt x="21160" y="9818"/>
                  <a:pt x="21600" y="9379"/>
                  <a:pt x="21600" y="8836"/>
                </a:cubicBezTo>
                <a:lnTo>
                  <a:pt x="21600" y="6873"/>
                </a:lnTo>
                <a:cubicBezTo>
                  <a:pt x="21600" y="6331"/>
                  <a:pt x="21160" y="5891"/>
                  <a:pt x="20618" y="5891"/>
                </a:cubicBezTo>
                <a:moveTo>
                  <a:pt x="7855" y="12763"/>
                </a:moveTo>
                <a:lnTo>
                  <a:pt x="13745" y="12763"/>
                </a:lnTo>
                <a:lnTo>
                  <a:pt x="13745" y="13745"/>
                </a:lnTo>
                <a:lnTo>
                  <a:pt x="7855" y="13745"/>
                </a:lnTo>
                <a:cubicBezTo>
                  <a:pt x="7855" y="13745"/>
                  <a:pt x="7855" y="12763"/>
                  <a:pt x="7855" y="12763"/>
                </a:cubicBezTo>
                <a:close/>
                <a:moveTo>
                  <a:pt x="7855" y="14727"/>
                </a:moveTo>
                <a:lnTo>
                  <a:pt x="13745" y="14727"/>
                </a:lnTo>
                <a:cubicBezTo>
                  <a:pt x="14287" y="14727"/>
                  <a:pt x="14727" y="14287"/>
                  <a:pt x="14727" y="13745"/>
                </a:cubicBezTo>
                <a:lnTo>
                  <a:pt x="14727" y="12763"/>
                </a:lnTo>
                <a:cubicBezTo>
                  <a:pt x="14727" y="12221"/>
                  <a:pt x="14287" y="11782"/>
                  <a:pt x="13745" y="11782"/>
                </a:cubicBezTo>
                <a:lnTo>
                  <a:pt x="7855" y="11782"/>
                </a:lnTo>
                <a:cubicBezTo>
                  <a:pt x="7313" y="11782"/>
                  <a:pt x="6873" y="12221"/>
                  <a:pt x="6873" y="12763"/>
                </a:cubicBezTo>
                <a:lnTo>
                  <a:pt x="6873" y="13745"/>
                </a:lnTo>
                <a:cubicBezTo>
                  <a:pt x="6873" y="14287"/>
                  <a:pt x="7313" y="14727"/>
                  <a:pt x="7855" y="14727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58" name="Shape 2570">
            <a:extLst>
              <a:ext uri="{FF2B5EF4-FFF2-40B4-BE49-F238E27FC236}">
                <a16:creationId xmlns:a16="http://schemas.microsoft.com/office/drawing/2014/main" id="{73DE1DDB-A38D-F428-2F2D-B7FB526220AA}"/>
              </a:ext>
            </a:extLst>
          </p:cNvPr>
          <p:cNvSpPr/>
          <p:nvPr userDrawn="1"/>
        </p:nvSpPr>
        <p:spPr>
          <a:xfrm>
            <a:off x="3451557" y="3436698"/>
            <a:ext cx="280133" cy="2737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319" extrusionOk="0">
                <a:moveTo>
                  <a:pt x="7530" y="4197"/>
                </a:moveTo>
                <a:lnTo>
                  <a:pt x="6680" y="3701"/>
                </a:lnTo>
                <a:lnTo>
                  <a:pt x="6189" y="4560"/>
                </a:lnTo>
                <a:lnTo>
                  <a:pt x="7040" y="5056"/>
                </a:lnTo>
                <a:cubicBezTo>
                  <a:pt x="7040" y="5056"/>
                  <a:pt x="7530" y="4197"/>
                  <a:pt x="7530" y="4197"/>
                </a:cubicBezTo>
                <a:close/>
                <a:moveTo>
                  <a:pt x="8512" y="2479"/>
                </a:moveTo>
                <a:lnTo>
                  <a:pt x="7662" y="1984"/>
                </a:lnTo>
                <a:lnTo>
                  <a:pt x="7171" y="2843"/>
                </a:lnTo>
                <a:lnTo>
                  <a:pt x="8021" y="3339"/>
                </a:lnTo>
                <a:cubicBezTo>
                  <a:pt x="8021" y="3339"/>
                  <a:pt x="8512" y="2479"/>
                  <a:pt x="8512" y="2479"/>
                </a:cubicBezTo>
                <a:close/>
                <a:moveTo>
                  <a:pt x="20618" y="8428"/>
                </a:moveTo>
                <a:lnTo>
                  <a:pt x="982" y="8428"/>
                </a:lnTo>
                <a:lnTo>
                  <a:pt x="982" y="6445"/>
                </a:lnTo>
                <a:lnTo>
                  <a:pt x="20618" y="6445"/>
                </a:lnTo>
                <a:cubicBezTo>
                  <a:pt x="20618" y="6445"/>
                  <a:pt x="20618" y="8428"/>
                  <a:pt x="20618" y="8428"/>
                </a:cubicBezTo>
                <a:close/>
                <a:moveTo>
                  <a:pt x="18655" y="20327"/>
                </a:moveTo>
                <a:lnTo>
                  <a:pt x="2945" y="20327"/>
                </a:lnTo>
                <a:lnTo>
                  <a:pt x="2945" y="9420"/>
                </a:lnTo>
                <a:lnTo>
                  <a:pt x="18655" y="9420"/>
                </a:lnTo>
                <a:cubicBezTo>
                  <a:pt x="18655" y="9420"/>
                  <a:pt x="18655" y="20327"/>
                  <a:pt x="18655" y="20327"/>
                </a:cubicBezTo>
                <a:close/>
                <a:moveTo>
                  <a:pt x="6811" y="1488"/>
                </a:moveTo>
                <a:cubicBezTo>
                  <a:pt x="7083" y="1014"/>
                  <a:pt x="7683" y="851"/>
                  <a:pt x="8153" y="1125"/>
                </a:cubicBezTo>
                <a:lnTo>
                  <a:pt x="9854" y="2117"/>
                </a:lnTo>
                <a:lnTo>
                  <a:pt x="7946" y="5454"/>
                </a:lnTo>
                <a:lnTo>
                  <a:pt x="5759" y="5454"/>
                </a:lnTo>
                <a:lnTo>
                  <a:pt x="5698" y="5419"/>
                </a:lnTo>
                <a:lnTo>
                  <a:pt x="5678" y="5454"/>
                </a:lnTo>
                <a:lnTo>
                  <a:pt x="4545" y="5454"/>
                </a:lnTo>
                <a:cubicBezTo>
                  <a:pt x="4545" y="5454"/>
                  <a:pt x="6811" y="1488"/>
                  <a:pt x="6811" y="1488"/>
                </a:cubicBezTo>
                <a:close/>
                <a:moveTo>
                  <a:pt x="15577" y="5454"/>
                </a:moveTo>
                <a:lnTo>
                  <a:pt x="9079" y="5454"/>
                </a:lnTo>
                <a:lnTo>
                  <a:pt x="10704" y="2612"/>
                </a:lnTo>
                <a:cubicBezTo>
                  <a:pt x="10704" y="2612"/>
                  <a:pt x="15577" y="5454"/>
                  <a:pt x="15577" y="5454"/>
                </a:cubicBezTo>
                <a:close/>
                <a:moveTo>
                  <a:pt x="15930" y="2759"/>
                </a:moveTo>
                <a:cubicBezTo>
                  <a:pt x="16454" y="2617"/>
                  <a:pt x="16991" y="2931"/>
                  <a:pt x="17132" y="3460"/>
                </a:cubicBezTo>
                <a:lnTo>
                  <a:pt x="17661" y="5454"/>
                </a:lnTo>
                <a:lnTo>
                  <a:pt x="17540" y="5454"/>
                </a:lnTo>
                <a:lnTo>
                  <a:pt x="16279" y="4718"/>
                </a:lnTo>
                <a:lnTo>
                  <a:pt x="16438" y="4674"/>
                </a:lnTo>
                <a:lnTo>
                  <a:pt x="16184" y="3716"/>
                </a:lnTo>
                <a:lnTo>
                  <a:pt x="15236" y="3973"/>
                </a:lnTo>
                <a:lnTo>
                  <a:pt x="15279" y="4135"/>
                </a:lnTo>
                <a:lnTo>
                  <a:pt x="14076" y="3434"/>
                </a:lnTo>
                <a:lnTo>
                  <a:pt x="14033" y="3272"/>
                </a:lnTo>
                <a:cubicBezTo>
                  <a:pt x="14033" y="3272"/>
                  <a:pt x="15930" y="2759"/>
                  <a:pt x="15930" y="2759"/>
                </a:cubicBezTo>
                <a:close/>
                <a:moveTo>
                  <a:pt x="20618" y="5454"/>
                </a:moveTo>
                <a:lnTo>
                  <a:pt x="18678" y="5454"/>
                </a:lnTo>
                <a:lnTo>
                  <a:pt x="18081" y="3203"/>
                </a:lnTo>
                <a:cubicBezTo>
                  <a:pt x="17800" y="2145"/>
                  <a:pt x="16724" y="1518"/>
                  <a:pt x="15676" y="1801"/>
                </a:cubicBezTo>
                <a:lnTo>
                  <a:pt x="12671" y="2615"/>
                </a:lnTo>
                <a:lnTo>
                  <a:pt x="8644" y="266"/>
                </a:lnTo>
                <a:cubicBezTo>
                  <a:pt x="7704" y="-281"/>
                  <a:pt x="6504" y="44"/>
                  <a:pt x="5961" y="992"/>
                </a:cubicBezTo>
                <a:lnTo>
                  <a:pt x="3410" y="5454"/>
                </a:lnTo>
                <a:lnTo>
                  <a:pt x="982" y="5454"/>
                </a:lnTo>
                <a:cubicBezTo>
                  <a:pt x="440" y="5454"/>
                  <a:pt x="0" y="5898"/>
                  <a:pt x="0" y="6445"/>
                </a:cubicBezTo>
                <a:lnTo>
                  <a:pt x="0" y="8428"/>
                </a:lnTo>
                <a:cubicBezTo>
                  <a:pt x="0" y="8977"/>
                  <a:pt x="440" y="9420"/>
                  <a:pt x="982" y="9420"/>
                </a:cubicBezTo>
                <a:lnTo>
                  <a:pt x="1964" y="9420"/>
                </a:lnTo>
                <a:lnTo>
                  <a:pt x="1964" y="20327"/>
                </a:lnTo>
                <a:cubicBezTo>
                  <a:pt x="1964" y="20875"/>
                  <a:pt x="2403" y="21319"/>
                  <a:pt x="2945" y="21319"/>
                </a:cubicBezTo>
                <a:lnTo>
                  <a:pt x="18655" y="21319"/>
                </a:lnTo>
                <a:cubicBezTo>
                  <a:pt x="19197" y="21319"/>
                  <a:pt x="19636" y="20875"/>
                  <a:pt x="19636" y="20327"/>
                </a:cubicBezTo>
                <a:lnTo>
                  <a:pt x="19636" y="9420"/>
                </a:lnTo>
                <a:lnTo>
                  <a:pt x="20618" y="9420"/>
                </a:lnTo>
                <a:cubicBezTo>
                  <a:pt x="21160" y="9420"/>
                  <a:pt x="21600" y="8977"/>
                  <a:pt x="21600" y="8428"/>
                </a:cubicBezTo>
                <a:lnTo>
                  <a:pt x="21600" y="6445"/>
                </a:lnTo>
                <a:cubicBezTo>
                  <a:pt x="21600" y="5898"/>
                  <a:pt x="21160" y="5454"/>
                  <a:pt x="20618" y="5454"/>
                </a:cubicBezTo>
                <a:moveTo>
                  <a:pt x="7855" y="12395"/>
                </a:moveTo>
                <a:lnTo>
                  <a:pt x="13745" y="12395"/>
                </a:lnTo>
                <a:lnTo>
                  <a:pt x="13745" y="13386"/>
                </a:lnTo>
                <a:lnTo>
                  <a:pt x="7855" y="13386"/>
                </a:lnTo>
                <a:cubicBezTo>
                  <a:pt x="7855" y="13386"/>
                  <a:pt x="7855" y="12395"/>
                  <a:pt x="7855" y="12395"/>
                </a:cubicBezTo>
                <a:close/>
                <a:moveTo>
                  <a:pt x="7855" y="14378"/>
                </a:moveTo>
                <a:lnTo>
                  <a:pt x="13745" y="14378"/>
                </a:lnTo>
                <a:cubicBezTo>
                  <a:pt x="14288" y="14378"/>
                  <a:pt x="14727" y="13934"/>
                  <a:pt x="14727" y="13386"/>
                </a:cubicBezTo>
                <a:lnTo>
                  <a:pt x="14727" y="12395"/>
                </a:lnTo>
                <a:cubicBezTo>
                  <a:pt x="14727" y="11847"/>
                  <a:pt x="14288" y="11403"/>
                  <a:pt x="13745" y="11403"/>
                </a:cubicBezTo>
                <a:lnTo>
                  <a:pt x="7855" y="11403"/>
                </a:lnTo>
                <a:cubicBezTo>
                  <a:pt x="7312" y="11403"/>
                  <a:pt x="6873" y="11847"/>
                  <a:pt x="6873" y="12395"/>
                </a:cubicBezTo>
                <a:lnTo>
                  <a:pt x="6873" y="13386"/>
                </a:lnTo>
                <a:cubicBezTo>
                  <a:pt x="6873" y="13934"/>
                  <a:pt x="7312" y="14378"/>
                  <a:pt x="7855" y="14378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59" name="Shape 2571">
            <a:extLst>
              <a:ext uri="{FF2B5EF4-FFF2-40B4-BE49-F238E27FC236}">
                <a16:creationId xmlns:a16="http://schemas.microsoft.com/office/drawing/2014/main" id="{D86AA4D4-B428-A7E4-162F-DBDDC0563106}"/>
              </a:ext>
            </a:extLst>
          </p:cNvPr>
          <p:cNvSpPr/>
          <p:nvPr userDrawn="1"/>
        </p:nvSpPr>
        <p:spPr>
          <a:xfrm>
            <a:off x="3986355" y="3430333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327" y="17673"/>
                </a:moveTo>
                <a:cubicBezTo>
                  <a:pt x="4718" y="17673"/>
                  <a:pt x="982" y="13936"/>
                  <a:pt x="982" y="9327"/>
                </a:cubicBezTo>
                <a:cubicBezTo>
                  <a:pt x="982" y="4718"/>
                  <a:pt x="4718" y="982"/>
                  <a:pt x="9327" y="982"/>
                </a:cubicBezTo>
                <a:cubicBezTo>
                  <a:pt x="13936" y="982"/>
                  <a:pt x="17673" y="4718"/>
                  <a:pt x="17673" y="9327"/>
                </a:cubicBezTo>
                <a:cubicBezTo>
                  <a:pt x="17673" y="13936"/>
                  <a:pt x="13936" y="17673"/>
                  <a:pt x="9327" y="17673"/>
                </a:cubicBezTo>
                <a:moveTo>
                  <a:pt x="21456" y="20762"/>
                </a:moveTo>
                <a:lnTo>
                  <a:pt x="16253" y="15559"/>
                </a:lnTo>
                <a:cubicBezTo>
                  <a:pt x="17741" y="13907"/>
                  <a:pt x="18655" y="11726"/>
                  <a:pt x="18655" y="9327"/>
                </a:cubicBezTo>
                <a:cubicBezTo>
                  <a:pt x="18655" y="4176"/>
                  <a:pt x="14479" y="0"/>
                  <a:pt x="9327" y="0"/>
                </a:cubicBezTo>
                <a:cubicBezTo>
                  <a:pt x="4176" y="0"/>
                  <a:pt x="0" y="4176"/>
                  <a:pt x="0" y="9327"/>
                </a:cubicBezTo>
                <a:cubicBezTo>
                  <a:pt x="0" y="14479"/>
                  <a:pt x="4176" y="18655"/>
                  <a:pt x="9327" y="18655"/>
                </a:cubicBezTo>
                <a:cubicBezTo>
                  <a:pt x="11726" y="18655"/>
                  <a:pt x="13907" y="17742"/>
                  <a:pt x="15559" y="16253"/>
                </a:cubicBezTo>
                <a:lnTo>
                  <a:pt x="20762" y="21456"/>
                </a:lnTo>
                <a:cubicBezTo>
                  <a:pt x="20851" y="21546"/>
                  <a:pt x="20973" y="21600"/>
                  <a:pt x="21109" y="21600"/>
                </a:cubicBezTo>
                <a:cubicBezTo>
                  <a:pt x="21380" y="21600"/>
                  <a:pt x="21600" y="21381"/>
                  <a:pt x="21600" y="21109"/>
                </a:cubicBezTo>
                <a:cubicBezTo>
                  <a:pt x="21600" y="20974"/>
                  <a:pt x="21545" y="20851"/>
                  <a:pt x="21456" y="20762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60" name="Shape 2572">
            <a:extLst>
              <a:ext uri="{FF2B5EF4-FFF2-40B4-BE49-F238E27FC236}">
                <a16:creationId xmlns:a16="http://schemas.microsoft.com/office/drawing/2014/main" id="{142BC053-4AEA-35F8-2AE5-0C2C5F585313}"/>
              </a:ext>
            </a:extLst>
          </p:cNvPr>
          <p:cNvSpPr/>
          <p:nvPr userDrawn="1"/>
        </p:nvSpPr>
        <p:spPr>
          <a:xfrm>
            <a:off x="4521153" y="3430333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327" y="17673"/>
                </a:moveTo>
                <a:cubicBezTo>
                  <a:pt x="4718" y="17673"/>
                  <a:pt x="982" y="13936"/>
                  <a:pt x="982" y="9327"/>
                </a:cubicBezTo>
                <a:cubicBezTo>
                  <a:pt x="982" y="4718"/>
                  <a:pt x="4718" y="982"/>
                  <a:pt x="9327" y="982"/>
                </a:cubicBezTo>
                <a:cubicBezTo>
                  <a:pt x="13936" y="982"/>
                  <a:pt x="17673" y="4718"/>
                  <a:pt x="17673" y="9327"/>
                </a:cubicBezTo>
                <a:cubicBezTo>
                  <a:pt x="17673" y="13936"/>
                  <a:pt x="13936" y="17673"/>
                  <a:pt x="9327" y="17673"/>
                </a:cubicBezTo>
                <a:moveTo>
                  <a:pt x="21456" y="20762"/>
                </a:moveTo>
                <a:lnTo>
                  <a:pt x="16253" y="15559"/>
                </a:lnTo>
                <a:cubicBezTo>
                  <a:pt x="17741" y="13907"/>
                  <a:pt x="18655" y="11726"/>
                  <a:pt x="18655" y="9327"/>
                </a:cubicBezTo>
                <a:cubicBezTo>
                  <a:pt x="18655" y="4176"/>
                  <a:pt x="14479" y="0"/>
                  <a:pt x="9327" y="0"/>
                </a:cubicBezTo>
                <a:cubicBezTo>
                  <a:pt x="4176" y="0"/>
                  <a:pt x="0" y="4176"/>
                  <a:pt x="0" y="9327"/>
                </a:cubicBezTo>
                <a:cubicBezTo>
                  <a:pt x="0" y="14479"/>
                  <a:pt x="4176" y="18655"/>
                  <a:pt x="9327" y="18655"/>
                </a:cubicBezTo>
                <a:cubicBezTo>
                  <a:pt x="11726" y="18655"/>
                  <a:pt x="13907" y="17742"/>
                  <a:pt x="15559" y="16253"/>
                </a:cubicBezTo>
                <a:lnTo>
                  <a:pt x="20762" y="21456"/>
                </a:lnTo>
                <a:cubicBezTo>
                  <a:pt x="20851" y="21546"/>
                  <a:pt x="20973" y="21600"/>
                  <a:pt x="21109" y="21600"/>
                </a:cubicBezTo>
                <a:cubicBezTo>
                  <a:pt x="21380" y="21600"/>
                  <a:pt x="21600" y="21381"/>
                  <a:pt x="21600" y="21109"/>
                </a:cubicBezTo>
                <a:cubicBezTo>
                  <a:pt x="21600" y="20974"/>
                  <a:pt x="21545" y="20851"/>
                  <a:pt x="21456" y="20762"/>
                </a:cubicBezTo>
                <a:moveTo>
                  <a:pt x="13745" y="8836"/>
                </a:moveTo>
                <a:lnTo>
                  <a:pt x="9818" y="8836"/>
                </a:lnTo>
                <a:lnTo>
                  <a:pt x="9818" y="4909"/>
                </a:lnTo>
                <a:cubicBezTo>
                  <a:pt x="9818" y="4638"/>
                  <a:pt x="9599" y="4418"/>
                  <a:pt x="9327" y="4418"/>
                </a:cubicBezTo>
                <a:cubicBezTo>
                  <a:pt x="9056" y="4418"/>
                  <a:pt x="8836" y="4638"/>
                  <a:pt x="8836" y="4909"/>
                </a:cubicBezTo>
                <a:lnTo>
                  <a:pt x="8836" y="8836"/>
                </a:lnTo>
                <a:lnTo>
                  <a:pt x="4909" y="8836"/>
                </a:lnTo>
                <a:cubicBezTo>
                  <a:pt x="4638" y="8836"/>
                  <a:pt x="4418" y="9056"/>
                  <a:pt x="4418" y="9327"/>
                </a:cubicBezTo>
                <a:cubicBezTo>
                  <a:pt x="4418" y="9599"/>
                  <a:pt x="4638" y="9818"/>
                  <a:pt x="4909" y="9818"/>
                </a:cubicBezTo>
                <a:lnTo>
                  <a:pt x="8836" y="9818"/>
                </a:lnTo>
                <a:lnTo>
                  <a:pt x="8836" y="13745"/>
                </a:lnTo>
                <a:cubicBezTo>
                  <a:pt x="8836" y="14017"/>
                  <a:pt x="9056" y="14236"/>
                  <a:pt x="9327" y="14236"/>
                </a:cubicBezTo>
                <a:cubicBezTo>
                  <a:pt x="9599" y="14236"/>
                  <a:pt x="9818" y="14017"/>
                  <a:pt x="9818" y="13745"/>
                </a:cubicBezTo>
                <a:lnTo>
                  <a:pt x="9818" y="9818"/>
                </a:lnTo>
                <a:lnTo>
                  <a:pt x="13745" y="9818"/>
                </a:lnTo>
                <a:cubicBezTo>
                  <a:pt x="14017" y="9818"/>
                  <a:pt x="14236" y="9599"/>
                  <a:pt x="14236" y="9327"/>
                </a:cubicBezTo>
                <a:cubicBezTo>
                  <a:pt x="14236" y="9056"/>
                  <a:pt x="14017" y="8836"/>
                  <a:pt x="13745" y="883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61" name="Shape 2573">
            <a:extLst>
              <a:ext uri="{FF2B5EF4-FFF2-40B4-BE49-F238E27FC236}">
                <a16:creationId xmlns:a16="http://schemas.microsoft.com/office/drawing/2014/main" id="{EF172C16-4356-8371-ED64-209A2AF712E3}"/>
              </a:ext>
            </a:extLst>
          </p:cNvPr>
          <p:cNvSpPr/>
          <p:nvPr userDrawn="1"/>
        </p:nvSpPr>
        <p:spPr>
          <a:xfrm>
            <a:off x="5055952" y="3430333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327" y="17673"/>
                </a:moveTo>
                <a:cubicBezTo>
                  <a:pt x="4718" y="17673"/>
                  <a:pt x="982" y="13936"/>
                  <a:pt x="982" y="9327"/>
                </a:cubicBezTo>
                <a:cubicBezTo>
                  <a:pt x="982" y="4718"/>
                  <a:pt x="4718" y="982"/>
                  <a:pt x="9327" y="982"/>
                </a:cubicBezTo>
                <a:cubicBezTo>
                  <a:pt x="13936" y="982"/>
                  <a:pt x="17673" y="4718"/>
                  <a:pt x="17673" y="9327"/>
                </a:cubicBezTo>
                <a:cubicBezTo>
                  <a:pt x="17673" y="13936"/>
                  <a:pt x="13936" y="17673"/>
                  <a:pt x="9327" y="17673"/>
                </a:cubicBezTo>
                <a:moveTo>
                  <a:pt x="21456" y="20762"/>
                </a:moveTo>
                <a:lnTo>
                  <a:pt x="16253" y="15559"/>
                </a:lnTo>
                <a:cubicBezTo>
                  <a:pt x="17741" y="13907"/>
                  <a:pt x="18655" y="11726"/>
                  <a:pt x="18655" y="9327"/>
                </a:cubicBezTo>
                <a:cubicBezTo>
                  <a:pt x="18655" y="4176"/>
                  <a:pt x="14479" y="0"/>
                  <a:pt x="9327" y="0"/>
                </a:cubicBezTo>
                <a:cubicBezTo>
                  <a:pt x="4176" y="0"/>
                  <a:pt x="0" y="4176"/>
                  <a:pt x="0" y="9327"/>
                </a:cubicBezTo>
                <a:cubicBezTo>
                  <a:pt x="0" y="14479"/>
                  <a:pt x="4176" y="18655"/>
                  <a:pt x="9327" y="18655"/>
                </a:cubicBezTo>
                <a:cubicBezTo>
                  <a:pt x="11726" y="18655"/>
                  <a:pt x="13907" y="17742"/>
                  <a:pt x="15559" y="16253"/>
                </a:cubicBezTo>
                <a:lnTo>
                  <a:pt x="20762" y="21456"/>
                </a:lnTo>
                <a:cubicBezTo>
                  <a:pt x="20851" y="21546"/>
                  <a:pt x="20973" y="21600"/>
                  <a:pt x="21109" y="21600"/>
                </a:cubicBezTo>
                <a:cubicBezTo>
                  <a:pt x="21380" y="21600"/>
                  <a:pt x="21600" y="21381"/>
                  <a:pt x="21600" y="21109"/>
                </a:cubicBezTo>
                <a:cubicBezTo>
                  <a:pt x="21600" y="20974"/>
                  <a:pt x="21545" y="20851"/>
                  <a:pt x="21456" y="20762"/>
                </a:cubicBezTo>
                <a:moveTo>
                  <a:pt x="13745" y="8836"/>
                </a:moveTo>
                <a:lnTo>
                  <a:pt x="4909" y="8836"/>
                </a:lnTo>
                <a:cubicBezTo>
                  <a:pt x="4638" y="8836"/>
                  <a:pt x="4418" y="9056"/>
                  <a:pt x="4418" y="9327"/>
                </a:cubicBezTo>
                <a:cubicBezTo>
                  <a:pt x="4418" y="9599"/>
                  <a:pt x="4638" y="9818"/>
                  <a:pt x="4909" y="9818"/>
                </a:cubicBezTo>
                <a:lnTo>
                  <a:pt x="13745" y="9818"/>
                </a:lnTo>
                <a:cubicBezTo>
                  <a:pt x="14017" y="9818"/>
                  <a:pt x="14236" y="9599"/>
                  <a:pt x="14236" y="9327"/>
                </a:cubicBezTo>
                <a:cubicBezTo>
                  <a:pt x="14236" y="9056"/>
                  <a:pt x="14017" y="8836"/>
                  <a:pt x="13745" y="883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62" name="Shape 2574">
            <a:extLst>
              <a:ext uri="{FF2B5EF4-FFF2-40B4-BE49-F238E27FC236}">
                <a16:creationId xmlns:a16="http://schemas.microsoft.com/office/drawing/2014/main" id="{AB9C35F8-BBAA-D9D9-38CE-254B4D330CC2}"/>
              </a:ext>
            </a:extLst>
          </p:cNvPr>
          <p:cNvSpPr/>
          <p:nvPr userDrawn="1"/>
        </p:nvSpPr>
        <p:spPr>
          <a:xfrm>
            <a:off x="5603483" y="3430333"/>
            <a:ext cx="254667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4909"/>
                </a:moveTo>
                <a:cubicBezTo>
                  <a:pt x="5432" y="4909"/>
                  <a:pt x="1080" y="4030"/>
                  <a:pt x="1080" y="2945"/>
                </a:cubicBezTo>
                <a:cubicBezTo>
                  <a:pt x="1080" y="1861"/>
                  <a:pt x="5432" y="982"/>
                  <a:pt x="10800" y="982"/>
                </a:cubicBezTo>
                <a:cubicBezTo>
                  <a:pt x="16168" y="982"/>
                  <a:pt x="20520" y="1861"/>
                  <a:pt x="20520" y="2945"/>
                </a:cubicBezTo>
                <a:cubicBezTo>
                  <a:pt x="20520" y="4030"/>
                  <a:pt x="16168" y="4909"/>
                  <a:pt x="10800" y="4909"/>
                </a:cubicBezTo>
                <a:moveTo>
                  <a:pt x="16305" y="8659"/>
                </a:moveTo>
                <a:cubicBezTo>
                  <a:pt x="14130" y="10260"/>
                  <a:pt x="11880" y="11916"/>
                  <a:pt x="11880" y="14727"/>
                </a:cubicBezTo>
                <a:cubicBezTo>
                  <a:pt x="11880" y="17561"/>
                  <a:pt x="11880" y="19270"/>
                  <a:pt x="11642" y="20135"/>
                </a:cubicBezTo>
                <a:cubicBezTo>
                  <a:pt x="11522" y="20573"/>
                  <a:pt x="11509" y="20618"/>
                  <a:pt x="10800" y="20618"/>
                </a:cubicBezTo>
                <a:cubicBezTo>
                  <a:pt x="10091" y="20618"/>
                  <a:pt x="10078" y="20573"/>
                  <a:pt x="9957" y="20135"/>
                </a:cubicBezTo>
                <a:cubicBezTo>
                  <a:pt x="9818" y="19627"/>
                  <a:pt x="9761" y="18820"/>
                  <a:pt x="9738" y="17673"/>
                </a:cubicBezTo>
                <a:lnTo>
                  <a:pt x="10260" y="17673"/>
                </a:lnTo>
                <a:cubicBezTo>
                  <a:pt x="10558" y="17673"/>
                  <a:pt x="10800" y="17453"/>
                  <a:pt x="10800" y="17182"/>
                </a:cubicBezTo>
                <a:cubicBezTo>
                  <a:pt x="10800" y="16911"/>
                  <a:pt x="10558" y="16691"/>
                  <a:pt x="10260" y="16691"/>
                </a:cubicBezTo>
                <a:lnTo>
                  <a:pt x="9724" y="16691"/>
                </a:lnTo>
                <a:cubicBezTo>
                  <a:pt x="9722" y="16381"/>
                  <a:pt x="9721" y="16059"/>
                  <a:pt x="9721" y="15709"/>
                </a:cubicBezTo>
                <a:lnTo>
                  <a:pt x="10260" y="15709"/>
                </a:lnTo>
                <a:cubicBezTo>
                  <a:pt x="10558" y="15709"/>
                  <a:pt x="10800" y="15489"/>
                  <a:pt x="10800" y="15218"/>
                </a:cubicBezTo>
                <a:cubicBezTo>
                  <a:pt x="10800" y="14947"/>
                  <a:pt x="10558" y="14727"/>
                  <a:pt x="10260" y="14727"/>
                </a:cubicBezTo>
                <a:lnTo>
                  <a:pt x="9720" y="14727"/>
                </a:lnTo>
                <a:cubicBezTo>
                  <a:pt x="9720" y="11916"/>
                  <a:pt x="7470" y="10260"/>
                  <a:pt x="5295" y="8659"/>
                </a:cubicBezTo>
                <a:cubicBezTo>
                  <a:pt x="3543" y="7370"/>
                  <a:pt x="1872" y="6139"/>
                  <a:pt x="1294" y="4344"/>
                </a:cubicBezTo>
                <a:cubicBezTo>
                  <a:pt x="3119" y="5266"/>
                  <a:pt x="6691" y="5891"/>
                  <a:pt x="10800" y="5891"/>
                </a:cubicBezTo>
                <a:cubicBezTo>
                  <a:pt x="14905" y="5891"/>
                  <a:pt x="18475" y="5266"/>
                  <a:pt x="20302" y="4347"/>
                </a:cubicBezTo>
                <a:cubicBezTo>
                  <a:pt x="19721" y="6143"/>
                  <a:pt x="18053" y="7373"/>
                  <a:pt x="16305" y="8659"/>
                </a:cubicBezTo>
                <a:moveTo>
                  <a:pt x="10800" y="0"/>
                </a:moveTo>
                <a:cubicBezTo>
                  <a:pt x="4835" y="0"/>
                  <a:pt x="0" y="1319"/>
                  <a:pt x="0" y="2945"/>
                </a:cubicBezTo>
                <a:cubicBezTo>
                  <a:pt x="0" y="8836"/>
                  <a:pt x="8640" y="9818"/>
                  <a:pt x="8640" y="14727"/>
                </a:cubicBezTo>
                <a:lnTo>
                  <a:pt x="8640" y="15217"/>
                </a:lnTo>
                <a:lnTo>
                  <a:pt x="8640" y="15218"/>
                </a:lnTo>
                <a:lnTo>
                  <a:pt x="8640" y="15219"/>
                </a:lnTo>
                <a:cubicBezTo>
                  <a:pt x="8641" y="15938"/>
                  <a:pt x="8642" y="16572"/>
                  <a:pt x="8649" y="17142"/>
                </a:cubicBezTo>
                <a:cubicBezTo>
                  <a:pt x="8647" y="17155"/>
                  <a:pt x="8640" y="17168"/>
                  <a:pt x="8640" y="17182"/>
                </a:cubicBezTo>
                <a:cubicBezTo>
                  <a:pt x="8640" y="17199"/>
                  <a:pt x="8648" y="17212"/>
                  <a:pt x="8651" y="17230"/>
                </a:cubicBezTo>
                <a:cubicBezTo>
                  <a:pt x="8699" y="20896"/>
                  <a:pt x="8995" y="21600"/>
                  <a:pt x="10800" y="21600"/>
                </a:cubicBezTo>
                <a:cubicBezTo>
                  <a:pt x="12960" y="21600"/>
                  <a:pt x="12960" y="20618"/>
                  <a:pt x="12960" y="14727"/>
                </a:cubicBezTo>
                <a:cubicBezTo>
                  <a:pt x="12960" y="9818"/>
                  <a:pt x="21600" y="8836"/>
                  <a:pt x="21600" y="2945"/>
                </a:cubicBezTo>
                <a:cubicBezTo>
                  <a:pt x="21600" y="1319"/>
                  <a:pt x="16765" y="0"/>
                  <a:pt x="108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63" name="Shape 2575">
            <a:extLst>
              <a:ext uri="{FF2B5EF4-FFF2-40B4-BE49-F238E27FC236}">
                <a16:creationId xmlns:a16="http://schemas.microsoft.com/office/drawing/2014/main" id="{3CEC997F-3EF2-0F2E-6AD7-F425E4483A14}"/>
              </a:ext>
            </a:extLst>
          </p:cNvPr>
          <p:cNvSpPr/>
          <p:nvPr userDrawn="1"/>
        </p:nvSpPr>
        <p:spPr>
          <a:xfrm>
            <a:off x="777565" y="3965131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109" y="14727"/>
                </a:moveTo>
                <a:lnTo>
                  <a:pt x="18655" y="14727"/>
                </a:lnTo>
                <a:lnTo>
                  <a:pt x="18655" y="12273"/>
                </a:lnTo>
                <a:cubicBezTo>
                  <a:pt x="18655" y="12002"/>
                  <a:pt x="18434" y="11782"/>
                  <a:pt x="18164" y="11782"/>
                </a:cubicBezTo>
                <a:cubicBezTo>
                  <a:pt x="17893" y="11782"/>
                  <a:pt x="17673" y="12002"/>
                  <a:pt x="17673" y="12273"/>
                </a:cubicBezTo>
                <a:lnTo>
                  <a:pt x="17673" y="14727"/>
                </a:lnTo>
                <a:lnTo>
                  <a:pt x="15218" y="14727"/>
                </a:lnTo>
                <a:cubicBezTo>
                  <a:pt x="14947" y="14727"/>
                  <a:pt x="14727" y="14947"/>
                  <a:pt x="14727" y="15218"/>
                </a:cubicBezTo>
                <a:cubicBezTo>
                  <a:pt x="14727" y="15490"/>
                  <a:pt x="14947" y="15709"/>
                  <a:pt x="15218" y="15709"/>
                </a:cubicBezTo>
                <a:lnTo>
                  <a:pt x="17673" y="15709"/>
                </a:lnTo>
                <a:lnTo>
                  <a:pt x="17673" y="18164"/>
                </a:lnTo>
                <a:cubicBezTo>
                  <a:pt x="17673" y="18435"/>
                  <a:pt x="17893" y="18655"/>
                  <a:pt x="18164" y="18655"/>
                </a:cubicBezTo>
                <a:cubicBezTo>
                  <a:pt x="18434" y="18655"/>
                  <a:pt x="18655" y="18435"/>
                  <a:pt x="18655" y="18164"/>
                </a:cubicBezTo>
                <a:lnTo>
                  <a:pt x="18655" y="15709"/>
                </a:lnTo>
                <a:lnTo>
                  <a:pt x="21109" y="15709"/>
                </a:lnTo>
                <a:cubicBezTo>
                  <a:pt x="21380" y="15709"/>
                  <a:pt x="21600" y="15490"/>
                  <a:pt x="21600" y="15218"/>
                </a:cubicBezTo>
                <a:cubicBezTo>
                  <a:pt x="21600" y="14947"/>
                  <a:pt x="21380" y="14727"/>
                  <a:pt x="21109" y="14727"/>
                </a:cubicBezTo>
                <a:moveTo>
                  <a:pt x="14823" y="8659"/>
                </a:moveTo>
                <a:cubicBezTo>
                  <a:pt x="12845" y="10260"/>
                  <a:pt x="10800" y="11916"/>
                  <a:pt x="10800" y="14727"/>
                </a:cubicBezTo>
                <a:cubicBezTo>
                  <a:pt x="10800" y="17561"/>
                  <a:pt x="10800" y="19270"/>
                  <a:pt x="10584" y="20135"/>
                </a:cubicBezTo>
                <a:cubicBezTo>
                  <a:pt x="10474" y="20573"/>
                  <a:pt x="10463" y="20618"/>
                  <a:pt x="9818" y="20618"/>
                </a:cubicBezTo>
                <a:cubicBezTo>
                  <a:pt x="9173" y="20618"/>
                  <a:pt x="9162" y="20573"/>
                  <a:pt x="9052" y="20135"/>
                </a:cubicBezTo>
                <a:cubicBezTo>
                  <a:pt x="8926" y="19627"/>
                  <a:pt x="8874" y="18820"/>
                  <a:pt x="8853" y="17673"/>
                </a:cubicBezTo>
                <a:lnTo>
                  <a:pt x="9327" y="17673"/>
                </a:lnTo>
                <a:cubicBezTo>
                  <a:pt x="9598" y="17673"/>
                  <a:pt x="9818" y="17453"/>
                  <a:pt x="9818" y="17182"/>
                </a:cubicBezTo>
                <a:cubicBezTo>
                  <a:pt x="9818" y="16910"/>
                  <a:pt x="9598" y="16691"/>
                  <a:pt x="9327" y="16691"/>
                </a:cubicBezTo>
                <a:lnTo>
                  <a:pt x="8840" y="16691"/>
                </a:lnTo>
                <a:cubicBezTo>
                  <a:pt x="8838" y="16381"/>
                  <a:pt x="8837" y="16059"/>
                  <a:pt x="8837" y="15709"/>
                </a:cubicBezTo>
                <a:lnTo>
                  <a:pt x="9327" y="15709"/>
                </a:lnTo>
                <a:cubicBezTo>
                  <a:pt x="9598" y="15709"/>
                  <a:pt x="9818" y="15490"/>
                  <a:pt x="9818" y="15218"/>
                </a:cubicBezTo>
                <a:cubicBezTo>
                  <a:pt x="9818" y="14947"/>
                  <a:pt x="9598" y="14727"/>
                  <a:pt x="9327" y="14727"/>
                </a:cubicBezTo>
                <a:lnTo>
                  <a:pt x="8836" y="14727"/>
                </a:lnTo>
                <a:cubicBezTo>
                  <a:pt x="8836" y="11916"/>
                  <a:pt x="6791" y="10260"/>
                  <a:pt x="4813" y="8659"/>
                </a:cubicBezTo>
                <a:cubicBezTo>
                  <a:pt x="3221" y="7370"/>
                  <a:pt x="1702" y="6139"/>
                  <a:pt x="1176" y="4344"/>
                </a:cubicBezTo>
                <a:cubicBezTo>
                  <a:pt x="2835" y="5266"/>
                  <a:pt x="6083" y="5891"/>
                  <a:pt x="9818" y="5891"/>
                </a:cubicBezTo>
                <a:cubicBezTo>
                  <a:pt x="13550" y="5891"/>
                  <a:pt x="16795" y="5266"/>
                  <a:pt x="18456" y="4347"/>
                </a:cubicBezTo>
                <a:cubicBezTo>
                  <a:pt x="17928" y="6143"/>
                  <a:pt x="16412" y="7373"/>
                  <a:pt x="14823" y="8659"/>
                </a:cubicBezTo>
                <a:moveTo>
                  <a:pt x="982" y="2945"/>
                </a:moveTo>
                <a:cubicBezTo>
                  <a:pt x="982" y="1861"/>
                  <a:pt x="4938" y="982"/>
                  <a:pt x="9818" y="982"/>
                </a:cubicBezTo>
                <a:cubicBezTo>
                  <a:pt x="14698" y="982"/>
                  <a:pt x="18655" y="1861"/>
                  <a:pt x="18655" y="2945"/>
                </a:cubicBezTo>
                <a:cubicBezTo>
                  <a:pt x="18655" y="4031"/>
                  <a:pt x="14698" y="4909"/>
                  <a:pt x="9818" y="4909"/>
                </a:cubicBezTo>
                <a:cubicBezTo>
                  <a:pt x="4938" y="4909"/>
                  <a:pt x="982" y="4031"/>
                  <a:pt x="982" y="2945"/>
                </a:cubicBezTo>
                <a:moveTo>
                  <a:pt x="19636" y="2945"/>
                </a:moveTo>
                <a:cubicBezTo>
                  <a:pt x="19636" y="1319"/>
                  <a:pt x="15241" y="0"/>
                  <a:pt x="9818" y="0"/>
                </a:cubicBezTo>
                <a:cubicBezTo>
                  <a:pt x="4396" y="0"/>
                  <a:pt x="0" y="1319"/>
                  <a:pt x="0" y="2945"/>
                </a:cubicBezTo>
                <a:cubicBezTo>
                  <a:pt x="0" y="8836"/>
                  <a:pt x="7855" y="9818"/>
                  <a:pt x="7855" y="14727"/>
                </a:cubicBezTo>
                <a:cubicBezTo>
                  <a:pt x="7855" y="14900"/>
                  <a:pt x="7855" y="15053"/>
                  <a:pt x="7855" y="15217"/>
                </a:cubicBezTo>
                <a:cubicBezTo>
                  <a:pt x="7855" y="15217"/>
                  <a:pt x="7855" y="15218"/>
                  <a:pt x="7855" y="15218"/>
                </a:cubicBezTo>
                <a:cubicBezTo>
                  <a:pt x="7855" y="15219"/>
                  <a:pt x="7855" y="15219"/>
                  <a:pt x="7855" y="15219"/>
                </a:cubicBezTo>
                <a:cubicBezTo>
                  <a:pt x="7855" y="15938"/>
                  <a:pt x="7856" y="16572"/>
                  <a:pt x="7863" y="17142"/>
                </a:cubicBezTo>
                <a:cubicBezTo>
                  <a:pt x="7861" y="17155"/>
                  <a:pt x="7855" y="17168"/>
                  <a:pt x="7855" y="17182"/>
                </a:cubicBezTo>
                <a:cubicBezTo>
                  <a:pt x="7855" y="17199"/>
                  <a:pt x="7862" y="17212"/>
                  <a:pt x="7864" y="17229"/>
                </a:cubicBezTo>
                <a:cubicBezTo>
                  <a:pt x="7908" y="20896"/>
                  <a:pt x="8177" y="21600"/>
                  <a:pt x="9818" y="21600"/>
                </a:cubicBezTo>
                <a:cubicBezTo>
                  <a:pt x="11782" y="21600"/>
                  <a:pt x="11782" y="20618"/>
                  <a:pt x="11782" y="14727"/>
                </a:cubicBezTo>
                <a:cubicBezTo>
                  <a:pt x="11782" y="9818"/>
                  <a:pt x="19636" y="8836"/>
                  <a:pt x="19636" y="2945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64" name="Shape 2576">
            <a:extLst>
              <a:ext uri="{FF2B5EF4-FFF2-40B4-BE49-F238E27FC236}">
                <a16:creationId xmlns:a16="http://schemas.microsoft.com/office/drawing/2014/main" id="{3787E0A8-5639-FC99-38D4-3A587E470D37}"/>
              </a:ext>
            </a:extLst>
          </p:cNvPr>
          <p:cNvSpPr/>
          <p:nvPr userDrawn="1"/>
        </p:nvSpPr>
        <p:spPr>
          <a:xfrm>
            <a:off x="1312363" y="3965131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109" y="14727"/>
                </a:moveTo>
                <a:lnTo>
                  <a:pt x="15218" y="14727"/>
                </a:lnTo>
                <a:cubicBezTo>
                  <a:pt x="14947" y="14727"/>
                  <a:pt x="14727" y="14947"/>
                  <a:pt x="14727" y="15218"/>
                </a:cubicBezTo>
                <a:cubicBezTo>
                  <a:pt x="14727" y="15490"/>
                  <a:pt x="14947" y="15709"/>
                  <a:pt x="15218" y="15709"/>
                </a:cubicBezTo>
                <a:lnTo>
                  <a:pt x="21109" y="15709"/>
                </a:lnTo>
                <a:cubicBezTo>
                  <a:pt x="21380" y="15709"/>
                  <a:pt x="21600" y="15490"/>
                  <a:pt x="21600" y="15218"/>
                </a:cubicBezTo>
                <a:cubicBezTo>
                  <a:pt x="21600" y="14947"/>
                  <a:pt x="21380" y="14727"/>
                  <a:pt x="21109" y="14727"/>
                </a:cubicBezTo>
                <a:moveTo>
                  <a:pt x="14823" y="8659"/>
                </a:moveTo>
                <a:cubicBezTo>
                  <a:pt x="12845" y="10260"/>
                  <a:pt x="10800" y="11916"/>
                  <a:pt x="10800" y="14727"/>
                </a:cubicBezTo>
                <a:cubicBezTo>
                  <a:pt x="10800" y="17561"/>
                  <a:pt x="10800" y="19270"/>
                  <a:pt x="10584" y="20135"/>
                </a:cubicBezTo>
                <a:cubicBezTo>
                  <a:pt x="10474" y="20573"/>
                  <a:pt x="10463" y="20618"/>
                  <a:pt x="9818" y="20618"/>
                </a:cubicBezTo>
                <a:cubicBezTo>
                  <a:pt x="9173" y="20618"/>
                  <a:pt x="9162" y="20573"/>
                  <a:pt x="9052" y="20135"/>
                </a:cubicBezTo>
                <a:cubicBezTo>
                  <a:pt x="8926" y="19627"/>
                  <a:pt x="8874" y="18820"/>
                  <a:pt x="8853" y="17673"/>
                </a:cubicBezTo>
                <a:lnTo>
                  <a:pt x="9327" y="17673"/>
                </a:lnTo>
                <a:cubicBezTo>
                  <a:pt x="9598" y="17673"/>
                  <a:pt x="9818" y="17453"/>
                  <a:pt x="9818" y="17182"/>
                </a:cubicBezTo>
                <a:cubicBezTo>
                  <a:pt x="9818" y="16910"/>
                  <a:pt x="9598" y="16691"/>
                  <a:pt x="9327" y="16691"/>
                </a:cubicBezTo>
                <a:lnTo>
                  <a:pt x="8840" y="16691"/>
                </a:lnTo>
                <a:cubicBezTo>
                  <a:pt x="8838" y="16381"/>
                  <a:pt x="8837" y="16059"/>
                  <a:pt x="8837" y="15709"/>
                </a:cubicBezTo>
                <a:lnTo>
                  <a:pt x="9327" y="15709"/>
                </a:lnTo>
                <a:cubicBezTo>
                  <a:pt x="9598" y="15709"/>
                  <a:pt x="9818" y="15490"/>
                  <a:pt x="9818" y="15218"/>
                </a:cubicBezTo>
                <a:cubicBezTo>
                  <a:pt x="9818" y="14947"/>
                  <a:pt x="9598" y="14727"/>
                  <a:pt x="9327" y="14727"/>
                </a:cubicBezTo>
                <a:lnTo>
                  <a:pt x="8836" y="14727"/>
                </a:lnTo>
                <a:cubicBezTo>
                  <a:pt x="8836" y="11916"/>
                  <a:pt x="6791" y="10260"/>
                  <a:pt x="4813" y="8659"/>
                </a:cubicBezTo>
                <a:cubicBezTo>
                  <a:pt x="3221" y="7370"/>
                  <a:pt x="1702" y="6139"/>
                  <a:pt x="1176" y="4344"/>
                </a:cubicBezTo>
                <a:cubicBezTo>
                  <a:pt x="2835" y="5266"/>
                  <a:pt x="6083" y="5891"/>
                  <a:pt x="9818" y="5891"/>
                </a:cubicBezTo>
                <a:cubicBezTo>
                  <a:pt x="13550" y="5891"/>
                  <a:pt x="16795" y="5266"/>
                  <a:pt x="18456" y="4347"/>
                </a:cubicBezTo>
                <a:cubicBezTo>
                  <a:pt x="17928" y="6143"/>
                  <a:pt x="16412" y="7373"/>
                  <a:pt x="14823" y="8659"/>
                </a:cubicBezTo>
                <a:moveTo>
                  <a:pt x="982" y="2945"/>
                </a:moveTo>
                <a:cubicBezTo>
                  <a:pt x="982" y="1861"/>
                  <a:pt x="4938" y="982"/>
                  <a:pt x="9818" y="982"/>
                </a:cubicBezTo>
                <a:cubicBezTo>
                  <a:pt x="14698" y="982"/>
                  <a:pt x="18655" y="1861"/>
                  <a:pt x="18655" y="2945"/>
                </a:cubicBezTo>
                <a:cubicBezTo>
                  <a:pt x="18655" y="4031"/>
                  <a:pt x="14698" y="4909"/>
                  <a:pt x="9818" y="4909"/>
                </a:cubicBezTo>
                <a:cubicBezTo>
                  <a:pt x="4938" y="4909"/>
                  <a:pt x="982" y="4031"/>
                  <a:pt x="982" y="2945"/>
                </a:cubicBezTo>
                <a:moveTo>
                  <a:pt x="19636" y="2945"/>
                </a:moveTo>
                <a:cubicBezTo>
                  <a:pt x="19636" y="1319"/>
                  <a:pt x="15241" y="0"/>
                  <a:pt x="9818" y="0"/>
                </a:cubicBezTo>
                <a:cubicBezTo>
                  <a:pt x="4396" y="0"/>
                  <a:pt x="0" y="1319"/>
                  <a:pt x="0" y="2945"/>
                </a:cubicBezTo>
                <a:cubicBezTo>
                  <a:pt x="0" y="8836"/>
                  <a:pt x="7855" y="9818"/>
                  <a:pt x="7855" y="14727"/>
                </a:cubicBezTo>
                <a:cubicBezTo>
                  <a:pt x="7855" y="14900"/>
                  <a:pt x="7855" y="15053"/>
                  <a:pt x="7855" y="15217"/>
                </a:cubicBezTo>
                <a:cubicBezTo>
                  <a:pt x="7855" y="15217"/>
                  <a:pt x="7855" y="15218"/>
                  <a:pt x="7855" y="15218"/>
                </a:cubicBezTo>
                <a:cubicBezTo>
                  <a:pt x="7855" y="15219"/>
                  <a:pt x="7855" y="15219"/>
                  <a:pt x="7855" y="15219"/>
                </a:cubicBezTo>
                <a:cubicBezTo>
                  <a:pt x="7855" y="15938"/>
                  <a:pt x="7856" y="16572"/>
                  <a:pt x="7863" y="17142"/>
                </a:cubicBezTo>
                <a:cubicBezTo>
                  <a:pt x="7861" y="17155"/>
                  <a:pt x="7855" y="17168"/>
                  <a:pt x="7855" y="17182"/>
                </a:cubicBezTo>
                <a:cubicBezTo>
                  <a:pt x="7855" y="17199"/>
                  <a:pt x="7862" y="17212"/>
                  <a:pt x="7864" y="17229"/>
                </a:cubicBezTo>
                <a:cubicBezTo>
                  <a:pt x="7908" y="20896"/>
                  <a:pt x="8177" y="21600"/>
                  <a:pt x="9818" y="21600"/>
                </a:cubicBezTo>
                <a:cubicBezTo>
                  <a:pt x="11782" y="21600"/>
                  <a:pt x="11782" y="20618"/>
                  <a:pt x="11782" y="14727"/>
                </a:cubicBezTo>
                <a:cubicBezTo>
                  <a:pt x="11782" y="9818"/>
                  <a:pt x="19636" y="8836"/>
                  <a:pt x="19636" y="2945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65" name="Shape 2577">
            <a:extLst>
              <a:ext uri="{FF2B5EF4-FFF2-40B4-BE49-F238E27FC236}">
                <a16:creationId xmlns:a16="http://schemas.microsoft.com/office/drawing/2014/main" id="{6711B1DC-73D5-2212-DBBD-F960DA9F9051}"/>
              </a:ext>
            </a:extLst>
          </p:cNvPr>
          <p:cNvSpPr/>
          <p:nvPr userDrawn="1"/>
        </p:nvSpPr>
        <p:spPr>
          <a:xfrm>
            <a:off x="1859895" y="3965131"/>
            <a:ext cx="254667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20" y="4979"/>
                </a:moveTo>
                <a:lnTo>
                  <a:pt x="7560" y="6792"/>
                </a:lnTo>
                <a:lnTo>
                  <a:pt x="7560" y="2876"/>
                </a:lnTo>
                <a:lnTo>
                  <a:pt x="20520" y="1063"/>
                </a:lnTo>
                <a:cubicBezTo>
                  <a:pt x="20520" y="1063"/>
                  <a:pt x="20520" y="4979"/>
                  <a:pt x="20520" y="4979"/>
                </a:cubicBezTo>
                <a:close/>
                <a:moveTo>
                  <a:pt x="18900" y="17673"/>
                </a:moveTo>
                <a:lnTo>
                  <a:pt x="16740" y="17673"/>
                </a:lnTo>
                <a:cubicBezTo>
                  <a:pt x="15845" y="17673"/>
                  <a:pt x="15120" y="17014"/>
                  <a:pt x="15120" y="16200"/>
                </a:cubicBezTo>
                <a:cubicBezTo>
                  <a:pt x="15120" y="15387"/>
                  <a:pt x="15845" y="14727"/>
                  <a:pt x="16740" y="14727"/>
                </a:cubicBezTo>
                <a:lnTo>
                  <a:pt x="18900" y="14727"/>
                </a:lnTo>
                <a:cubicBezTo>
                  <a:pt x="19795" y="14727"/>
                  <a:pt x="20520" y="15387"/>
                  <a:pt x="20520" y="16200"/>
                </a:cubicBezTo>
                <a:cubicBezTo>
                  <a:pt x="20520" y="17014"/>
                  <a:pt x="19795" y="17673"/>
                  <a:pt x="18900" y="17673"/>
                </a:cubicBezTo>
                <a:moveTo>
                  <a:pt x="4860" y="20618"/>
                </a:moveTo>
                <a:lnTo>
                  <a:pt x="2700" y="20618"/>
                </a:lnTo>
                <a:cubicBezTo>
                  <a:pt x="1805" y="20618"/>
                  <a:pt x="1080" y="19959"/>
                  <a:pt x="1080" y="19146"/>
                </a:cubicBezTo>
                <a:cubicBezTo>
                  <a:pt x="1080" y="18332"/>
                  <a:pt x="1805" y="17673"/>
                  <a:pt x="2700" y="17673"/>
                </a:cubicBezTo>
                <a:lnTo>
                  <a:pt x="4860" y="17673"/>
                </a:lnTo>
                <a:cubicBezTo>
                  <a:pt x="5755" y="17673"/>
                  <a:pt x="6480" y="18332"/>
                  <a:pt x="6480" y="19146"/>
                </a:cubicBezTo>
                <a:cubicBezTo>
                  <a:pt x="6480" y="19959"/>
                  <a:pt x="5755" y="20618"/>
                  <a:pt x="4860" y="20618"/>
                </a:cubicBezTo>
                <a:moveTo>
                  <a:pt x="21060" y="0"/>
                </a:moveTo>
                <a:cubicBezTo>
                  <a:pt x="21031" y="0"/>
                  <a:pt x="21006" y="11"/>
                  <a:pt x="20980" y="15"/>
                </a:cubicBezTo>
                <a:lnTo>
                  <a:pt x="20978" y="6"/>
                </a:lnTo>
                <a:lnTo>
                  <a:pt x="6938" y="1969"/>
                </a:lnTo>
                <a:lnTo>
                  <a:pt x="6940" y="1979"/>
                </a:lnTo>
                <a:cubicBezTo>
                  <a:pt x="6681" y="2016"/>
                  <a:pt x="6480" y="2210"/>
                  <a:pt x="6480" y="2455"/>
                </a:cubicBezTo>
                <a:lnTo>
                  <a:pt x="6480" y="17193"/>
                </a:lnTo>
                <a:cubicBezTo>
                  <a:pt x="6028" y="16882"/>
                  <a:pt x="5471" y="16691"/>
                  <a:pt x="4860" y="16691"/>
                </a:cubicBezTo>
                <a:lnTo>
                  <a:pt x="2700" y="16691"/>
                </a:lnTo>
                <a:cubicBezTo>
                  <a:pt x="1209" y="16691"/>
                  <a:pt x="0" y="17790"/>
                  <a:pt x="0" y="19146"/>
                </a:cubicBezTo>
                <a:cubicBezTo>
                  <a:pt x="0" y="20501"/>
                  <a:pt x="1209" y="21600"/>
                  <a:pt x="2700" y="21600"/>
                </a:cubicBezTo>
                <a:lnTo>
                  <a:pt x="4860" y="21600"/>
                </a:lnTo>
                <a:cubicBezTo>
                  <a:pt x="6352" y="21600"/>
                  <a:pt x="7560" y="20501"/>
                  <a:pt x="7560" y="19146"/>
                </a:cubicBezTo>
                <a:lnTo>
                  <a:pt x="7560" y="7785"/>
                </a:lnTo>
                <a:lnTo>
                  <a:pt x="20520" y="5972"/>
                </a:lnTo>
                <a:lnTo>
                  <a:pt x="20520" y="14248"/>
                </a:lnTo>
                <a:cubicBezTo>
                  <a:pt x="20068" y="13937"/>
                  <a:pt x="19511" y="13745"/>
                  <a:pt x="18900" y="13745"/>
                </a:cubicBezTo>
                <a:lnTo>
                  <a:pt x="16740" y="13745"/>
                </a:lnTo>
                <a:cubicBezTo>
                  <a:pt x="15249" y="13745"/>
                  <a:pt x="14040" y="14845"/>
                  <a:pt x="14040" y="16200"/>
                </a:cubicBezTo>
                <a:cubicBezTo>
                  <a:pt x="14040" y="17556"/>
                  <a:pt x="15249" y="18655"/>
                  <a:pt x="16740" y="18655"/>
                </a:cubicBezTo>
                <a:lnTo>
                  <a:pt x="18900" y="18655"/>
                </a:lnTo>
                <a:cubicBezTo>
                  <a:pt x="20392" y="18655"/>
                  <a:pt x="21600" y="17556"/>
                  <a:pt x="21600" y="16200"/>
                </a:cubicBezTo>
                <a:lnTo>
                  <a:pt x="21600" y="491"/>
                </a:lnTo>
                <a:cubicBezTo>
                  <a:pt x="21600" y="220"/>
                  <a:pt x="21358" y="0"/>
                  <a:pt x="2106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66" name="Shape 2578">
            <a:extLst>
              <a:ext uri="{FF2B5EF4-FFF2-40B4-BE49-F238E27FC236}">
                <a16:creationId xmlns:a16="http://schemas.microsoft.com/office/drawing/2014/main" id="{5C425B4D-ABAB-7253-FB93-E819A2754BD1}"/>
              </a:ext>
            </a:extLst>
          </p:cNvPr>
          <p:cNvSpPr/>
          <p:nvPr userDrawn="1"/>
        </p:nvSpPr>
        <p:spPr>
          <a:xfrm>
            <a:off x="2432892" y="3965131"/>
            <a:ext cx="178266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057" y="5837"/>
                </a:moveTo>
                <a:lnTo>
                  <a:pt x="10800" y="4996"/>
                </a:lnTo>
                <a:lnTo>
                  <a:pt x="10800" y="1036"/>
                </a:lnTo>
                <a:lnTo>
                  <a:pt x="20057" y="1878"/>
                </a:lnTo>
                <a:cubicBezTo>
                  <a:pt x="20057" y="1878"/>
                  <a:pt x="20057" y="5837"/>
                  <a:pt x="20057" y="5837"/>
                </a:cubicBezTo>
                <a:close/>
                <a:moveTo>
                  <a:pt x="6943" y="20618"/>
                </a:moveTo>
                <a:lnTo>
                  <a:pt x="3857" y="20618"/>
                </a:lnTo>
                <a:cubicBezTo>
                  <a:pt x="2579" y="20618"/>
                  <a:pt x="1543" y="19959"/>
                  <a:pt x="1543" y="19146"/>
                </a:cubicBezTo>
                <a:cubicBezTo>
                  <a:pt x="1543" y="18332"/>
                  <a:pt x="2579" y="17673"/>
                  <a:pt x="3857" y="17673"/>
                </a:cubicBezTo>
                <a:lnTo>
                  <a:pt x="6943" y="17673"/>
                </a:lnTo>
                <a:cubicBezTo>
                  <a:pt x="8221" y="17673"/>
                  <a:pt x="9257" y="18332"/>
                  <a:pt x="9257" y="19146"/>
                </a:cubicBezTo>
                <a:cubicBezTo>
                  <a:pt x="9257" y="19959"/>
                  <a:pt x="8221" y="20618"/>
                  <a:pt x="6943" y="20618"/>
                </a:cubicBezTo>
                <a:moveTo>
                  <a:pt x="20829" y="982"/>
                </a:moveTo>
                <a:cubicBezTo>
                  <a:pt x="20788" y="982"/>
                  <a:pt x="20752" y="993"/>
                  <a:pt x="20714" y="997"/>
                </a:cubicBezTo>
                <a:lnTo>
                  <a:pt x="20711" y="988"/>
                </a:lnTo>
                <a:lnTo>
                  <a:pt x="10344" y="45"/>
                </a:lnTo>
                <a:cubicBezTo>
                  <a:pt x="10248" y="17"/>
                  <a:pt x="10141" y="0"/>
                  <a:pt x="10029" y="0"/>
                </a:cubicBezTo>
                <a:cubicBezTo>
                  <a:pt x="10002" y="0"/>
                  <a:pt x="9979" y="8"/>
                  <a:pt x="9954" y="10"/>
                </a:cubicBezTo>
                <a:lnTo>
                  <a:pt x="9911" y="6"/>
                </a:lnTo>
                <a:lnTo>
                  <a:pt x="9914" y="15"/>
                </a:lnTo>
                <a:cubicBezTo>
                  <a:pt x="9545" y="52"/>
                  <a:pt x="9257" y="246"/>
                  <a:pt x="9257" y="491"/>
                </a:cubicBezTo>
                <a:lnTo>
                  <a:pt x="9257" y="17193"/>
                </a:lnTo>
                <a:cubicBezTo>
                  <a:pt x="8612" y="16882"/>
                  <a:pt x="7815" y="16691"/>
                  <a:pt x="6943" y="16691"/>
                </a:cubicBezTo>
                <a:lnTo>
                  <a:pt x="3857" y="16691"/>
                </a:lnTo>
                <a:cubicBezTo>
                  <a:pt x="1727" y="16691"/>
                  <a:pt x="0" y="17790"/>
                  <a:pt x="0" y="19146"/>
                </a:cubicBezTo>
                <a:cubicBezTo>
                  <a:pt x="0" y="20501"/>
                  <a:pt x="1727" y="21600"/>
                  <a:pt x="3857" y="21600"/>
                </a:cubicBezTo>
                <a:lnTo>
                  <a:pt x="6943" y="21600"/>
                </a:lnTo>
                <a:cubicBezTo>
                  <a:pt x="9074" y="21600"/>
                  <a:pt x="10800" y="20501"/>
                  <a:pt x="10800" y="19146"/>
                </a:cubicBezTo>
                <a:lnTo>
                  <a:pt x="10800" y="5945"/>
                </a:lnTo>
                <a:lnTo>
                  <a:pt x="20513" y="6828"/>
                </a:lnTo>
                <a:cubicBezTo>
                  <a:pt x="20610" y="6855"/>
                  <a:pt x="20715" y="6873"/>
                  <a:pt x="20829" y="6873"/>
                </a:cubicBezTo>
                <a:cubicBezTo>
                  <a:pt x="20855" y="6873"/>
                  <a:pt x="20877" y="6865"/>
                  <a:pt x="20904" y="6864"/>
                </a:cubicBezTo>
                <a:lnTo>
                  <a:pt x="20946" y="6867"/>
                </a:lnTo>
                <a:lnTo>
                  <a:pt x="20943" y="6858"/>
                </a:lnTo>
                <a:cubicBezTo>
                  <a:pt x="21313" y="6822"/>
                  <a:pt x="21600" y="6627"/>
                  <a:pt x="21600" y="6382"/>
                </a:cubicBezTo>
                <a:lnTo>
                  <a:pt x="21600" y="1473"/>
                </a:lnTo>
                <a:cubicBezTo>
                  <a:pt x="21600" y="1202"/>
                  <a:pt x="21254" y="982"/>
                  <a:pt x="20829" y="982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67" name="Shape 2579">
            <a:extLst>
              <a:ext uri="{FF2B5EF4-FFF2-40B4-BE49-F238E27FC236}">
                <a16:creationId xmlns:a16="http://schemas.microsoft.com/office/drawing/2014/main" id="{6BFE65A4-7B08-23B1-10C6-DB263AB832D8}"/>
              </a:ext>
            </a:extLst>
          </p:cNvPr>
          <p:cNvSpPr/>
          <p:nvPr userDrawn="1"/>
        </p:nvSpPr>
        <p:spPr>
          <a:xfrm>
            <a:off x="2916758" y="3965131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57" y="18984"/>
                </a:moveTo>
                <a:lnTo>
                  <a:pt x="11380" y="15408"/>
                </a:lnTo>
                <a:lnTo>
                  <a:pt x="10800" y="14983"/>
                </a:lnTo>
                <a:lnTo>
                  <a:pt x="10219" y="15408"/>
                </a:lnTo>
                <a:lnTo>
                  <a:pt x="5343" y="18984"/>
                </a:lnTo>
                <a:lnTo>
                  <a:pt x="7313" y="13075"/>
                </a:lnTo>
                <a:lnTo>
                  <a:pt x="7534" y="12411"/>
                </a:lnTo>
                <a:lnTo>
                  <a:pt x="6980" y="11985"/>
                </a:lnTo>
                <a:lnTo>
                  <a:pt x="2887" y="8836"/>
                </a:lnTo>
                <a:lnTo>
                  <a:pt x="8535" y="8836"/>
                </a:lnTo>
                <a:lnTo>
                  <a:pt x="8774" y="8199"/>
                </a:lnTo>
                <a:lnTo>
                  <a:pt x="10800" y="2796"/>
                </a:lnTo>
                <a:lnTo>
                  <a:pt x="12826" y="8199"/>
                </a:lnTo>
                <a:lnTo>
                  <a:pt x="13065" y="8836"/>
                </a:lnTo>
                <a:lnTo>
                  <a:pt x="18714" y="8836"/>
                </a:lnTo>
                <a:lnTo>
                  <a:pt x="14619" y="11985"/>
                </a:lnTo>
                <a:lnTo>
                  <a:pt x="14066" y="12411"/>
                </a:lnTo>
                <a:cubicBezTo>
                  <a:pt x="14066" y="12411"/>
                  <a:pt x="16257" y="18984"/>
                  <a:pt x="16257" y="18984"/>
                </a:cubicBezTo>
                <a:close/>
                <a:moveTo>
                  <a:pt x="21600" y="7855"/>
                </a:moveTo>
                <a:lnTo>
                  <a:pt x="13745" y="7855"/>
                </a:lnTo>
                <a:lnTo>
                  <a:pt x="10800" y="0"/>
                </a:lnTo>
                <a:lnTo>
                  <a:pt x="7855" y="7855"/>
                </a:lnTo>
                <a:lnTo>
                  <a:pt x="0" y="7855"/>
                </a:lnTo>
                <a:lnTo>
                  <a:pt x="6382" y="12764"/>
                </a:lnTo>
                <a:lnTo>
                  <a:pt x="3436" y="21600"/>
                </a:lnTo>
                <a:lnTo>
                  <a:pt x="10800" y="16200"/>
                </a:lnTo>
                <a:lnTo>
                  <a:pt x="18164" y="21600"/>
                </a:lnTo>
                <a:lnTo>
                  <a:pt x="15218" y="12764"/>
                </a:lnTo>
                <a:cubicBezTo>
                  <a:pt x="15218" y="12764"/>
                  <a:pt x="21600" y="7855"/>
                  <a:pt x="21600" y="7855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68" name="Shape 2580">
            <a:extLst>
              <a:ext uri="{FF2B5EF4-FFF2-40B4-BE49-F238E27FC236}">
                <a16:creationId xmlns:a16="http://schemas.microsoft.com/office/drawing/2014/main" id="{DD41212F-3B4F-A117-876F-31AF78175F58}"/>
              </a:ext>
            </a:extLst>
          </p:cNvPr>
          <p:cNvSpPr/>
          <p:nvPr userDrawn="1"/>
        </p:nvSpPr>
        <p:spPr>
          <a:xfrm>
            <a:off x="3451557" y="3965131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45" y="15886"/>
                </a:moveTo>
                <a:lnTo>
                  <a:pt x="10478" y="18984"/>
                </a:lnTo>
                <a:lnTo>
                  <a:pt x="7944" y="17126"/>
                </a:lnTo>
                <a:lnTo>
                  <a:pt x="7364" y="16700"/>
                </a:lnTo>
                <a:lnTo>
                  <a:pt x="6783" y="17126"/>
                </a:lnTo>
                <a:lnTo>
                  <a:pt x="4249" y="18984"/>
                </a:lnTo>
                <a:lnTo>
                  <a:pt x="5283" y="15886"/>
                </a:lnTo>
                <a:lnTo>
                  <a:pt x="5505" y="15220"/>
                </a:lnTo>
                <a:lnTo>
                  <a:pt x="4946" y="14794"/>
                </a:lnTo>
                <a:lnTo>
                  <a:pt x="2908" y="13240"/>
                </a:lnTo>
                <a:lnTo>
                  <a:pt x="6037" y="13240"/>
                </a:lnTo>
                <a:lnTo>
                  <a:pt x="6275" y="12602"/>
                </a:lnTo>
                <a:lnTo>
                  <a:pt x="7364" y="9683"/>
                </a:lnTo>
                <a:lnTo>
                  <a:pt x="8452" y="12602"/>
                </a:lnTo>
                <a:lnTo>
                  <a:pt x="8690" y="13240"/>
                </a:lnTo>
                <a:lnTo>
                  <a:pt x="11820" y="13240"/>
                </a:lnTo>
                <a:lnTo>
                  <a:pt x="9781" y="14794"/>
                </a:lnTo>
                <a:lnTo>
                  <a:pt x="9223" y="15220"/>
                </a:lnTo>
                <a:cubicBezTo>
                  <a:pt x="9223" y="15220"/>
                  <a:pt x="9445" y="15886"/>
                  <a:pt x="9445" y="15886"/>
                </a:cubicBezTo>
                <a:close/>
                <a:moveTo>
                  <a:pt x="9372" y="12259"/>
                </a:moveTo>
                <a:lnTo>
                  <a:pt x="7364" y="6873"/>
                </a:lnTo>
                <a:lnTo>
                  <a:pt x="5355" y="12259"/>
                </a:lnTo>
                <a:lnTo>
                  <a:pt x="0" y="12259"/>
                </a:lnTo>
                <a:lnTo>
                  <a:pt x="4351" y="15575"/>
                </a:lnTo>
                <a:lnTo>
                  <a:pt x="2343" y="21600"/>
                </a:lnTo>
                <a:lnTo>
                  <a:pt x="7364" y="17918"/>
                </a:lnTo>
                <a:lnTo>
                  <a:pt x="12384" y="21600"/>
                </a:lnTo>
                <a:lnTo>
                  <a:pt x="10376" y="15575"/>
                </a:lnTo>
                <a:lnTo>
                  <a:pt x="14727" y="12259"/>
                </a:lnTo>
                <a:cubicBezTo>
                  <a:pt x="14727" y="12259"/>
                  <a:pt x="9372" y="12259"/>
                  <a:pt x="9372" y="12259"/>
                </a:cubicBezTo>
                <a:close/>
                <a:moveTo>
                  <a:pt x="16781" y="7308"/>
                </a:moveTo>
                <a:lnTo>
                  <a:pt x="16200" y="6883"/>
                </a:lnTo>
                <a:lnTo>
                  <a:pt x="15619" y="7308"/>
                </a:lnTo>
                <a:lnTo>
                  <a:pt x="14426" y="8184"/>
                </a:lnTo>
                <a:lnTo>
                  <a:pt x="14922" y="6693"/>
                </a:lnTo>
                <a:lnTo>
                  <a:pt x="15143" y="6031"/>
                </a:lnTo>
                <a:lnTo>
                  <a:pt x="14590" y="5605"/>
                </a:lnTo>
                <a:lnTo>
                  <a:pt x="13682" y="4905"/>
                </a:lnTo>
                <a:lnTo>
                  <a:pt x="15408" y="4905"/>
                </a:lnTo>
                <a:lnTo>
                  <a:pt x="15647" y="4267"/>
                </a:lnTo>
                <a:lnTo>
                  <a:pt x="16200" y="2793"/>
                </a:lnTo>
                <a:lnTo>
                  <a:pt x="16754" y="4267"/>
                </a:lnTo>
                <a:lnTo>
                  <a:pt x="16992" y="4905"/>
                </a:lnTo>
                <a:lnTo>
                  <a:pt x="18718" y="4905"/>
                </a:lnTo>
                <a:lnTo>
                  <a:pt x="17810" y="5605"/>
                </a:lnTo>
                <a:lnTo>
                  <a:pt x="17257" y="6031"/>
                </a:lnTo>
                <a:lnTo>
                  <a:pt x="17478" y="6693"/>
                </a:lnTo>
                <a:lnTo>
                  <a:pt x="17975" y="8184"/>
                </a:lnTo>
                <a:cubicBezTo>
                  <a:pt x="17975" y="8184"/>
                  <a:pt x="16781" y="7308"/>
                  <a:pt x="16781" y="7308"/>
                </a:cubicBezTo>
                <a:close/>
                <a:moveTo>
                  <a:pt x="21600" y="3922"/>
                </a:moveTo>
                <a:lnTo>
                  <a:pt x="17673" y="3922"/>
                </a:lnTo>
                <a:lnTo>
                  <a:pt x="16200" y="0"/>
                </a:lnTo>
                <a:lnTo>
                  <a:pt x="14727" y="3922"/>
                </a:lnTo>
                <a:lnTo>
                  <a:pt x="10800" y="3922"/>
                </a:lnTo>
                <a:lnTo>
                  <a:pt x="13991" y="6382"/>
                </a:lnTo>
                <a:lnTo>
                  <a:pt x="12518" y="10800"/>
                </a:lnTo>
                <a:lnTo>
                  <a:pt x="16200" y="8100"/>
                </a:lnTo>
                <a:lnTo>
                  <a:pt x="19882" y="10800"/>
                </a:lnTo>
                <a:lnTo>
                  <a:pt x="18409" y="6382"/>
                </a:lnTo>
                <a:cubicBezTo>
                  <a:pt x="18409" y="6382"/>
                  <a:pt x="21600" y="3922"/>
                  <a:pt x="21600" y="392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69" name="Shape 2581">
            <a:extLst>
              <a:ext uri="{FF2B5EF4-FFF2-40B4-BE49-F238E27FC236}">
                <a16:creationId xmlns:a16="http://schemas.microsoft.com/office/drawing/2014/main" id="{B1A74307-AB63-468B-076C-64DC2C7986F6}"/>
              </a:ext>
            </a:extLst>
          </p:cNvPr>
          <p:cNvSpPr/>
          <p:nvPr userDrawn="1"/>
        </p:nvSpPr>
        <p:spPr>
          <a:xfrm>
            <a:off x="3986355" y="3965131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133" y="11950"/>
                </a:moveTo>
                <a:lnTo>
                  <a:pt x="12831" y="14044"/>
                </a:lnTo>
                <a:lnTo>
                  <a:pt x="11135" y="12801"/>
                </a:lnTo>
                <a:lnTo>
                  <a:pt x="10555" y="12375"/>
                </a:lnTo>
                <a:lnTo>
                  <a:pt x="9974" y="12801"/>
                </a:lnTo>
                <a:lnTo>
                  <a:pt x="8277" y="14044"/>
                </a:lnTo>
                <a:lnTo>
                  <a:pt x="8976" y="11950"/>
                </a:lnTo>
                <a:lnTo>
                  <a:pt x="9195" y="11291"/>
                </a:lnTo>
                <a:lnTo>
                  <a:pt x="8647" y="10864"/>
                </a:lnTo>
                <a:lnTo>
                  <a:pt x="7280" y="9801"/>
                </a:lnTo>
                <a:lnTo>
                  <a:pt x="9560" y="9801"/>
                </a:lnTo>
                <a:lnTo>
                  <a:pt x="9799" y="9167"/>
                </a:lnTo>
                <a:lnTo>
                  <a:pt x="10555" y="7167"/>
                </a:lnTo>
                <a:lnTo>
                  <a:pt x="11310" y="9167"/>
                </a:lnTo>
                <a:lnTo>
                  <a:pt x="11549" y="9801"/>
                </a:lnTo>
                <a:lnTo>
                  <a:pt x="13829" y="9801"/>
                </a:lnTo>
                <a:lnTo>
                  <a:pt x="12462" y="10864"/>
                </a:lnTo>
                <a:lnTo>
                  <a:pt x="11914" y="11291"/>
                </a:lnTo>
                <a:cubicBezTo>
                  <a:pt x="11914" y="11291"/>
                  <a:pt x="12133" y="11950"/>
                  <a:pt x="12133" y="11950"/>
                </a:cubicBezTo>
                <a:close/>
                <a:moveTo>
                  <a:pt x="12228" y="8820"/>
                </a:moveTo>
                <a:lnTo>
                  <a:pt x="10555" y="4388"/>
                </a:lnTo>
                <a:lnTo>
                  <a:pt x="8881" y="8820"/>
                </a:lnTo>
                <a:lnTo>
                  <a:pt x="4418" y="8820"/>
                </a:lnTo>
                <a:lnTo>
                  <a:pt x="8044" y="11639"/>
                </a:lnTo>
                <a:lnTo>
                  <a:pt x="6371" y="16660"/>
                </a:lnTo>
                <a:lnTo>
                  <a:pt x="10555" y="13592"/>
                </a:lnTo>
                <a:lnTo>
                  <a:pt x="14738" y="16660"/>
                </a:lnTo>
                <a:lnTo>
                  <a:pt x="13065" y="11639"/>
                </a:lnTo>
                <a:lnTo>
                  <a:pt x="16691" y="8820"/>
                </a:lnTo>
                <a:cubicBezTo>
                  <a:pt x="16691" y="8820"/>
                  <a:pt x="12228" y="8820"/>
                  <a:pt x="12228" y="8820"/>
                </a:cubicBezTo>
                <a:close/>
                <a:moveTo>
                  <a:pt x="10800" y="20618"/>
                </a:moveTo>
                <a:cubicBezTo>
                  <a:pt x="5378" y="20618"/>
                  <a:pt x="982" y="16223"/>
                  <a:pt x="982" y="10800"/>
                </a:cubicBezTo>
                <a:cubicBezTo>
                  <a:pt x="982" y="5377"/>
                  <a:pt x="5378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6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6"/>
                  <a:pt x="16765" y="0"/>
                  <a:pt x="108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70" name="Shape 2582">
            <a:extLst>
              <a:ext uri="{FF2B5EF4-FFF2-40B4-BE49-F238E27FC236}">
                <a16:creationId xmlns:a16="http://schemas.microsoft.com/office/drawing/2014/main" id="{F30CF23F-466B-A0B1-EF20-6328504D2419}"/>
              </a:ext>
            </a:extLst>
          </p:cNvPr>
          <p:cNvSpPr/>
          <p:nvPr userDrawn="1"/>
        </p:nvSpPr>
        <p:spPr>
          <a:xfrm>
            <a:off x="4521153" y="3965131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164" y="4419"/>
                </a:moveTo>
                <a:lnTo>
                  <a:pt x="9327" y="4419"/>
                </a:lnTo>
                <a:cubicBezTo>
                  <a:pt x="9056" y="4419"/>
                  <a:pt x="8836" y="4638"/>
                  <a:pt x="8836" y="4909"/>
                </a:cubicBezTo>
                <a:cubicBezTo>
                  <a:pt x="8836" y="5181"/>
                  <a:pt x="9056" y="5400"/>
                  <a:pt x="9327" y="5400"/>
                </a:cubicBezTo>
                <a:lnTo>
                  <a:pt x="18164" y="5400"/>
                </a:lnTo>
                <a:cubicBezTo>
                  <a:pt x="18435" y="5400"/>
                  <a:pt x="18655" y="5181"/>
                  <a:pt x="18655" y="4909"/>
                </a:cubicBezTo>
                <a:cubicBezTo>
                  <a:pt x="18655" y="4638"/>
                  <a:pt x="18435" y="4419"/>
                  <a:pt x="18164" y="4419"/>
                </a:cubicBezTo>
                <a:moveTo>
                  <a:pt x="20618" y="19636"/>
                </a:moveTo>
                <a:cubicBezTo>
                  <a:pt x="20618" y="20179"/>
                  <a:pt x="20178" y="20618"/>
                  <a:pt x="19636" y="20618"/>
                </a:cubicBezTo>
                <a:lnTo>
                  <a:pt x="1964" y="20618"/>
                </a:lnTo>
                <a:cubicBezTo>
                  <a:pt x="1421" y="20618"/>
                  <a:pt x="982" y="20179"/>
                  <a:pt x="982" y="19636"/>
                </a:cubicBezTo>
                <a:lnTo>
                  <a:pt x="982" y="1964"/>
                </a:lnTo>
                <a:cubicBezTo>
                  <a:pt x="982" y="1422"/>
                  <a:pt x="1421" y="982"/>
                  <a:pt x="1964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cubicBezTo>
                  <a:pt x="20618" y="1964"/>
                  <a:pt x="20618" y="19636"/>
                  <a:pt x="20618" y="19636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18164" y="10310"/>
                </a:moveTo>
                <a:lnTo>
                  <a:pt x="9327" y="10310"/>
                </a:lnTo>
                <a:cubicBezTo>
                  <a:pt x="9056" y="10310"/>
                  <a:pt x="8836" y="10529"/>
                  <a:pt x="8836" y="10800"/>
                </a:cubicBezTo>
                <a:cubicBezTo>
                  <a:pt x="8836" y="11072"/>
                  <a:pt x="9056" y="11291"/>
                  <a:pt x="9327" y="11291"/>
                </a:cubicBezTo>
                <a:lnTo>
                  <a:pt x="18164" y="11291"/>
                </a:lnTo>
                <a:cubicBezTo>
                  <a:pt x="18435" y="11291"/>
                  <a:pt x="18655" y="11072"/>
                  <a:pt x="18655" y="10800"/>
                </a:cubicBezTo>
                <a:cubicBezTo>
                  <a:pt x="18655" y="10529"/>
                  <a:pt x="18435" y="10310"/>
                  <a:pt x="18164" y="10310"/>
                </a:cubicBezTo>
                <a:moveTo>
                  <a:pt x="5445" y="16155"/>
                </a:moveTo>
                <a:lnTo>
                  <a:pt x="4909" y="14728"/>
                </a:lnTo>
                <a:lnTo>
                  <a:pt x="4374" y="16155"/>
                </a:lnTo>
                <a:lnTo>
                  <a:pt x="2945" y="16155"/>
                </a:lnTo>
                <a:lnTo>
                  <a:pt x="4106" y="17048"/>
                </a:lnTo>
                <a:lnTo>
                  <a:pt x="3571" y="18655"/>
                </a:lnTo>
                <a:lnTo>
                  <a:pt x="4909" y="17673"/>
                </a:lnTo>
                <a:lnTo>
                  <a:pt x="6248" y="18655"/>
                </a:lnTo>
                <a:lnTo>
                  <a:pt x="5713" y="17048"/>
                </a:lnTo>
                <a:lnTo>
                  <a:pt x="6873" y="16155"/>
                </a:lnTo>
                <a:cubicBezTo>
                  <a:pt x="6873" y="16155"/>
                  <a:pt x="5445" y="16155"/>
                  <a:pt x="5445" y="16155"/>
                </a:cubicBezTo>
                <a:close/>
                <a:moveTo>
                  <a:pt x="4909" y="8836"/>
                </a:moveTo>
                <a:lnTo>
                  <a:pt x="4374" y="10265"/>
                </a:lnTo>
                <a:lnTo>
                  <a:pt x="2945" y="10265"/>
                </a:lnTo>
                <a:lnTo>
                  <a:pt x="4106" y="11157"/>
                </a:lnTo>
                <a:lnTo>
                  <a:pt x="3571" y="12764"/>
                </a:lnTo>
                <a:lnTo>
                  <a:pt x="4909" y="11782"/>
                </a:lnTo>
                <a:lnTo>
                  <a:pt x="6248" y="12764"/>
                </a:lnTo>
                <a:lnTo>
                  <a:pt x="5713" y="11157"/>
                </a:lnTo>
                <a:lnTo>
                  <a:pt x="6873" y="10265"/>
                </a:lnTo>
                <a:lnTo>
                  <a:pt x="5445" y="10265"/>
                </a:lnTo>
                <a:cubicBezTo>
                  <a:pt x="5445" y="10265"/>
                  <a:pt x="4909" y="8836"/>
                  <a:pt x="4909" y="8836"/>
                </a:cubicBezTo>
                <a:close/>
                <a:moveTo>
                  <a:pt x="4909" y="2945"/>
                </a:moveTo>
                <a:lnTo>
                  <a:pt x="4374" y="4374"/>
                </a:lnTo>
                <a:lnTo>
                  <a:pt x="2945" y="4374"/>
                </a:lnTo>
                <a:lnTo>
                  <a:pt x="4106" y="5266"/>
                </a:lnTo>
                <a:lnTo>
                  <a:pt x="3571" y="6873"/>
                </a:lnTo>
                <a:lnTo>
                  <a:pt x="4909" y="5891"/>
                </a:lnTo>
                <a:lnTo>
                  <a:pt x="6248" y="6873"/>
                </a:lnTo>
                <a:lnTo>
                  <a:pt x="5713" y="5266"/>
                </a:lnTo>
                <a:lnTo>
                  <a:pt x="6873" y="4374"/>
                </a:lnTo>
                <a:lnTo>
                  <a:pt x="5445" y="4374"/>
                </a:lnTo>
                <a:cubicBezTo>
                  <a:pt x="5445" y="4374"/>
                  <a:pt x="4909" y="2945"/>
                  <a:pt x="4909" y="2945"/>
                </a:cubicBezTo>
                <a:close/>
                <a:moveTo>
                  <a:pt x="18164" y="16200"/>
                </a:moveTo>
                <a:lnTo>
                  <a:pt x="9327" y="16200"/>
                </a:lnTo>
                <a:cubicBezTo>
                  <a:pt x="9056" y="16200"/>
                  <a:pt x="8836" y="16420"/>
                  <a:pt x="8836" y="16691"/>
                </a:cubicBezTo>
                <a:cubicBezTo>
                  <a:pt x="8836" y="16962"/>
                  <a:pt x="9056" y="17182"/>
                  <a:pt x="9327" y="17182"/>
                </a:cubicBezTo>
                <a:lnTo>
                  <a:pt x="18164" y="17182"/>
                </a:lnTo>
                <a:cubicBezTo>
                  <a:pt x="18435" y="17182"/>
                  <a:pt x="18655" y="16962"/>
                  <a:pt x="18655" y="16691"/>
                </a:cubicBezTo>
                <a:cubicBezTo>
                  <a:pt x="18655" y="16420"/>
                  <a:pt x="18435" y="16200"/>
                  <a:pt x="18164" y="162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71" name="Shape 2583">
            <a:extLst>
              <a:ext uri="{FF2B5EF4-FFF2-40B4-BE49-F238E27FC236}">
                <a16:creationId xmlns:a16="http://schemas.microsoft.com/office/drawing/2014/main" id="{33C0D1B6-1589-56E1-BBD1-178874E18444}"/>
              </a:ext>
            </a:extLst>
          </p:cNvPr>
          <p:cNvSpPr/>
          <p:nvPr userDrawn="1"/>
        </p:nvSpPr>
        <p:spPr>
          <a:xfrm>
            <a:off x="5055952" y="3965131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291" y="17673"/>
                </a:moveTo>
                <a:cubicBezTo>
                  <a:pt x="11427" y="17673"/>
                  <a:pt x="11549" y="17618"/>
                  <a:pt x="11638" y="17529"/>
                </a:cubicBezTo>
                <a:lnTo>
                  <a:pt x="14583" y="14583"/>
                </a:lnTo>
                <a:cubicBezTo>
                  <a:pt x="14673" y="14495"/>
                  <a:pt x="14727" y="14372"/>
                  <a:pt x="14727" y="14236"/>
                </a:cubicBezTo>
                <a:cubicBezTo>
                  <a:pt x="14727" y="13966"/>
                  <a:pt x="14508" y="13745"/>
                  <a:pt x="14236" y="13745"/>
                </a:cubicBezTo>
                <a:cubicBezTo>
                  <a:pt x="14101" y="13745"/>
                  <a:pt x="13978" y="13801"/>
                  <a:pt x="13889" y="13890"/>
                </a:cubicBezTo>
                <a:lnTo>
                  <a:pt x="10944" y="16835"/>
                </a:lnTo>
                <a:cubicBezTo>
                  <a:pt x="10855" y="16924"/>
                  <a:pt x="10800" y="17047"/>
                  <a:pt x="10800" y="17183"/>
                </a:cubicBezTo>
                <a:cubicBezTo>
                  <a:pt x="10800" y="17453"/>
                  <a:pt x="11020" y="17673"/>
                  <a:pt x="11291" y="17673"/>
                </a:cubicBezTo>
                <a:moveTo>
                  <a:pt x="8980" y="14871"/>
                </a:moveTo>
                <a:cubicBezTo>
                  <a:pt x="8891" y="14961"/>
                  <a:pt x="8836" y="15083"/>
                  <a:pt x="8836" y="15218"/>
                </a:cubicBezTo>
                <a:cubicBezTo>
                  <a:pt x="8836" y="15490"/>
                  <a:pt x="9056" y="15709"/>
                  <a:pt x="9327" y="15709"/>
                </a:cubicBezTo>
                <a:cubicBezTo>
                  <a:pt x="9463" y="15709"/>
                  <a:pt x="9586" y="15655"/>
                  <a:pt x="9674" y="15565"/>
                </a:cubicBezTo>
                <a:lnTo>
                  <a:pt x="10656" y="14583"/>
                </a:lnTo>
                <a:cubicBezTo>
                  <a:pt x="10745" y="14495"/>
                  <a:pt x="10800" y="14372"/>
                  <a:pt x="10800" y="14236"/>
                </a:cubicBezTo>
                <a:cubicBezTo>
                  <a:pt x="10800" y="13966"/>
                  <a:pt x="10580" y="13745"/>
                  <a:pt x="10309" y="13745"/>
                </a:cubicBezTo>
                <a:cubicBezTo>
                  <a:pt x="10174" y="13745"/>
                  <a:pt x="10051" y="13801"/>
                  <a:pt x="9962" y="13890"/>
                </a:cubicBezTo>
                <a:cubicBezTo>
                  <a:pt x="9962" y="13890"/>
                  <a:pt x="8980" y="14871"/>
                  <a:pt x="8980" y="14871"/>
                </a:cubicBezTo>
                <a:close/>
                <a:moveTo>
                  <a:pt x="11291" y="20415"/>
                </a:moveTo>
                <a:lnTo>
                  <a:pt x="982" y="10106"/>
                </a:lnTo>
                <a:lnTo>
                  <a:pt x="982" y="1473"/>
                </a:lnTo>
                <a:cubicBezTo>
                  <a:pt x="982" y="1202"/>
                  <a:pt x="1201" y="982"/>
                  <a:pt x="1473" y="982"/>
                </a:cubicBezTo>
                <a:lnTo>
                  <a:pt x="10106" y="982"/>
                </a:lnTo>
                <a:lnTo>
                  <a:pt x="20415" y="11291"/>
                </a:lnTo>
                <a:cubicBezTo>
                  <a:pt x="20415" y="11291"/>
                  <a:pt x="11291" y="20415"/>
                  <a:pt x="11291" y="20415"/>
                </a:cubicBezTo>
                <a:close/>
                <a:moveTo>
                  <a:pt x="21456" y="10944"/>
                </a:moveTo>
                <a:lnTo>
                  <a:pt x="10656" y="144"/>
                </a:lnTo>
                <a:cubicBezTo>
                  <a:pt x="10567" y="55"/>
                  <a:pt x="10445" y="0"/>
                  <a:pt x="10309" y="0"/>
                </a:cubicBezTo>
                <a:lnTo>
                  <a:pt x="1473" y="0"/>
                </a:lnTo>
                <a:cubicBezTo>
                  <a:pt x="660" y="0"/>
                  <a:pt x="0" y="660"/>
                  <a:pt x="0" y="1473"/>
                </a:cubicBezTo>
                <a:lnTo>
                  <a:pt x="0" y="10310"/>
                </a:lnTo>
                <a:cubicBezTo>
                  <a:pt x="0" y="10445"/>
                  <a:pt x="55" y="10567"/>
                  <a:pt x="144" y="10656"/>
                </a:cubicBezTo>
                <a:lnTo>
                  <a:pt x="10944" y="21456"/>
                </a:lnTo>
                <a:cubicBezTo>
                  <a:pt x="11033" y="21546"/>
                  <a:pt x="11155" y="21600"/>
                  <a:pt x="11291" y="21600"/>
                </a:cubicBezTo>
                <a:cubicBezTo>
                  <a:pt x="11427" y="21600"/>
                  <a:pt x="11549" y="21546"/>
                  <a:pt x="11638" y="21456"/>
                </a:cubicBezTo>
                <a:lnTo>
                  <a:pt x="21456" y="11638"/>
                </a:lnTo>
                <a:cubicBezTo>
                  <a:pt x="21545" y="11549"/>
                  <a:pt x="21600" y="11427"/>
                  <a:pt x="21600" y="11291"/>
                </a:cubicBezTo>
                <a:cubicBezTo>
                  <a:pt x="21600" y="11156"/>
                  <a:pt x="21545" y="11033"/>
                  <a:pt x="21456" y="10944"/>
                </a:cubicBezTo>
                <a:moveTo>
                  <a:pt x="11782" y="13255"/>
                </a:moveTo>
                <a:cubicBezTo>
                  <a:pt x="11917" y="13255"/>
                  <a:pt x="12040" y="13200"/>
                  <a:pt x="12129" y="13111"/>
                </a:cubicBezTo>
                <a:lnTo>
                  <a:pt x="14093" y="11147"/>
                </a:lnTo>
                <a:cubicBezTo>
                  <a:pt x="14182" y="11058"/>
                  <a:pt x="14236" y="10936"/>
                  <a:pt x="14236" y="10800"/>
                </a:cubicBezTo>
                <a:cubicBezTo>
                  <a:pt x="14236" y="10529"/>
                  <a:pt x="14017" y="10310"/>
                  <a:pt x="13745" y="10310"/>
                </a:cubicBezTo>
                <a:cubicBezTo>
                  <a:pt x="13610" y="10310"/>
                  <a:pt x="13487" y="10364"/>
                  <a:pt x="13398" y="10453"/>
                </a:cubicBezTo>
                <a:lnTo>
                  <a:pt x="11435" y="12417"/>
                </a:lnTo>
                <a:cubicBezTo>
                  <a:pt x="11346" y="12506"/>
                  <a:pt x="11291" y="12629"/>
                  <a:pt x="11291" y="12764"/>
                </a:cubicBezTo>
                <a:cubicBezTo>
                  <a:pt x="11291" y="13035"/>
                  <a:pt x="11510" y="13255"/>
                  <a:pt x="11782" y="13255"/>
                </a:cubicBezTo>
                <a:moveTo>
                  <a:pt x="4418" y="4909"/>
                </a:moveTo>
                <a:cubicBezTo>
                  <a:pt x="4147" y="4909"/>
                  <a:pt x="3927" y="4690"/>
                  <a:pt x="3927" y="4418"/>
                </a:cubicBezTo>
                <a:cubicBezTo>
                  <a:pt x="3927" y="4147"/>
                  <a:pt x="4147" y="3927"/>
                  <a:pt x="4418" y="3927"/>
                </a:cubicBezTo>
                <a:cubicBezTo>
                  <a:pt x="4690" y="3927"/>
                  <a:pt x="4909" y="4147"/>
                  <a:pt x="4909" y="4418"/>
                </a:cubicBezTo>
                <a:cubicBezTo>
                  <a:pt x="4909" y="4690"/>
                  <a:pt x="4690" y="4909"/>
                  <a:pt x="4418" y="4909"/>
                </a:cubicBezTo>
                <a:moveTo>
                  <a:pt x="4418" y="2945"/>
                </a:moveTo>
                <a:cubicBezTo>
                  <a:pt x="3605" y="2945"/>
                  <a:pt x="2945" y="3605"/>
                  <a:pt x="2945" y="4418"/>
                </a:cubicBezTo>
                <a:cubicBezTo>
                  <a:pt x="2945" y="5232"/>
                  <a:pt x="3605" y="5891"/>
                  <a:pt x="4418" y="5891"/>
                </a:cubicBezTo>
                <a:cubicBezTo>
                  <a:pt x="5231" y="5891"/>
                  <a:pt x="5891" y="5232"/>
                  <a:pt x="5891" y="4418"/>
                </a:cubicBezTo>
                <a:cubicBezTo>
                  <a:pt x="5891" y="3605"/>
                  <a:pt x="5231" y="2945"/>
                  <a:pt x="4418" y="2945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72" name="Shape 2584">
            <a:extLst>
              <a:ext uri="{FF2B5EF4-FFF2-40B4-BE49-F238E27FC236}">
                <a16:creationId xmlns:a16="http://schemas.microsoft.com/office/drawing/2014/main" id="{5DE4C345-DA79-4F74-DA3A-4B1615D00954}"/>
              </a:ext>
            </a:extLst>
          </p:cNvPr>
          <p:cNvSpPr/>
          <p:nvPr userDrawn="1"/>
        </p:nvSpPr>
        <p:spPr>
          <a:xfrm>
            <a:off x="5590750" y="3965131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309" y="17673"/>
                </a:moveTo>
                <a:cubicBezTo>
                  <a:pt x="10445" y="17673"/>
                  <a:pt x="10567" y="17618"/>
                  <a:pt x="10656" y="17529"/>
                </a:cubicBezTo>
                <a:lnTo>
                  <a:pt x="12620" y="15565"/>
                </a:lnTo>
                <a:cubicBezTo>
                  <a:pt x="12709" y="15477"/>
                  <a:pt x="12764" y="15354"/>
                  <a:pt x="12764" y="15218"/>
                </a:cubicBezTo>
                <a:cubicBezTo>
                  <a:pt x="12764" y="14947"/>
                  <a:pt x="12544" y="14728"/>
                  <a:pt x="12273" y="14728"/>
                </a:cubicBezTo>
                <a:cubicBezTo>
                  <a:pt x="12137" y="14728"/>
                  <a:pt x="12014" y="14782"/>
                  <a:pt x="11926" y="14871"/>
                </a:cubicBezTo>
                <a:lnTo>
                  <a:pt x="9962" y="16835"/>
                </a:lnTo>
                <a:cubicBezTo>
                  <a:pt x="9873" y="16924"/>
                  <a:pt x="9818" y="17046"/>
                  <a:pt x="9818" y="17183"/>
                </a:cubicBezTo>
                <a:cubicBezTo>
                  <a:pt x="9818" y="17453"/>
                  <a:pt x="10038" y="17673"/>
                  <a:pt x="10309" y="17673"/>
                </a:cubicBezTo>
                <a:moveTo>
                  <a:pt x="10309" y="20415"/>
                </a:moveTo>
                <a:lnTo>
                  <a:pt x="982" y="11088"/>
                </a:lnTo>
                <a:lnTo>
                  <a:pt x="982" y="4418"/>
                </a:lnTo>
                <a:cubicBezTo>
                  <a:pt x="982" y="4147"/>
                  <a:pt x="1201" y="3927"/>
                  <a:pt x="1473" y="3927"/>
                </a:cubicBezTo>
                <a:lnTo>
                  <a:pt x="8142" y="3927"/>
                </a:lnTo>
                <a:lnTo>
                  <a:pt x="17469" y="13255"/>
                </a:lnTo>
                <a:cubicBezTo>
                  <a:pt x="17469" y="13255"/>
                  <a:pt x="10309" y="20415"/>
                  <a:pt x="10309" y="20415"/>
                </a:cubicBezTo>
                <a:close/>
                <a:moveTo>
                  <a:pt x="8693" y="3090"/>
                </a:moveTo>
                <a:cubicBezTo>
                  <a:pt x="8604" y="3001"/>
                  <a:pt x="8481" y="2945"/>
                  <a:pt x="8345" y="2945"/>
                </a:cubicBezTo>
                <a:lnTo>
                  <a:pt x="1473" y="2945"/>
                </a:lnTo>
                <a:cubicBezTo>
                  <a:pt x="660" y="2945"/>
                  <a:pt x="0" y="3605"/>
                  <a:pt x="0" y="4418"/>
                </a:cubicBezTo>
                <a:lnTo>
                  <a:pt x="0" y="11291"/>
                </a:lnTo>
                <a:cubicBezTo>
                  <a:pt x="0" y="11427"/>
                  <a:pt x="55" y="11549"/>
                  <a:pt x="144" y="11638"/>
                </a:cubicBezTo>
                <a:lnTo>
                  <a:pt x="9962" y="21456"/>
                </a:lnTo>
                <a:cubicBezTo>
                  <a:pt x="10051" y="21546"/>
                  <a:pt x="10174" y="21600"/>
                  <a:pt x="10309" y="21600"/>
                </a:cubicBezTo>
                <a:cubicBezTo>
                  <a:pt x="10445" y="21600"/>
                  <a:pt x="10567" y="21546"/>
                  <a:pt x="10656" y="21456"/>
                </a:cubicBezTo>
                <a:lnTo>
                  <a:pt x="18511" y="13602"/>
                </a:lnTo>
                <a:cubicBezTo>
                  <a:pt x="18600" y="13513"/>
                  <a:pt x="18655" y="13390"/>
                  <a:pt x="18655" y="13255"/>
                </a:cubicBezTo>
                <a:cubicBezTo>
                  <a:pt x="18655" y="13119"/>
                  <a:pt x="18599" y="12997"/>
                  <a:pt x="18511" y="12908"/>
                </a:cubicBezTo>
                <a:cubicBezTo>
                  <a:pt x="18511" y="12908"/>
                  <a:pt x="8693" y="3090"/>
                  <a:pt x="8693" y="3090"/>
                </a:cubicBezTo>
                <a:close/>
                <a:moveTo>
                  <a:pt x="7855" y="15218"/>
                </a:moveTo>
                <a:cubicBezTo>
                  <a:pt x="7855" y="15490"/>
                  <a:pt x="8074" y="15709"/>
                  <a:pt x="8345" y="15709"/>
                </a:cubicBezTo>
                <a:cubicBezTo>
                  <a:pt x="8481" y="15709"/>
                  <a:pt x="8604" y="15655"/>
                  <a:pt x="8693" y="15565"/>
                </a:cubicBezTo>
                <a:lnTo>
                  <a:pt x="9183" y="15074"/>
                </a:lnTo>
                <a:cubicBezTo>
                  <a:pt x="9273" y="14986"/>
                  <a:pt x="9327" y="14863"/>
                  <a:pt x="9327" y="14728"/>
                </a:cubicBezTo>
                <a:cubicBezTo>
                  <a:pt x="9327" y="14456"/>
                  <a:pt x="9108" y="14236"/>
                  <a:pt x="8836" y="14236"/>
                </a:cubicBezTo>
                <a:cubicBezTo>
                  <a:pt x="8701" y="14236"/>
                  <a:pt x="8578" y="14291"/>
                  <a:pt x="8489" y="14381"/>
                </a:cubicBezTo>
                <a:lnTo>
                  <a:pt x="7998" y="14871"/>
                </a:lnTo>
                <a:cubicBezTo>
                  <a:pt x="7910" y="14961"/>
                  <a:pt x="7855" y="15083"/>
                  <a:pt x="7855" y="15218"/>
                </a:cubicBezTo>
                <a:moveTo>
                  <a:pt x="21456" y="9962"/>
                </a:moveTo>
                <a:lnTo>
                  <a:pt x="11638" y="144"/>
                </a:lnTo>
                <a:cubicBezTo>
                  <a:pt x="11549" y="55"/>
                  <a:pt x="11427" y="0"/>
                  <a:pt x="11291" y="0"/>
                </a:cubicBezTo>
                <a:lnTo>
                  <a:pt x="4418" y="0"/>
                </a:lnTo>
                <a:cubicBezTo>
                  <a:pt x="3605" y="0"/>
                  <a:pt x="2945" y="660"/>
                  <a:pt x="2945" y="1473"/>
                </a:cubicBezTo>
                <a:cubicBezTo>
                  <a:pt x="2945" y="1744"/>
                  <a:pt x="3165" y="1964"/>
                  <a:pt x="3436" y="1964"/>
                </a:cubicBezTo>
                <a:cubicBezTo>
                  <a:pt x="3708" y="1964"/>
                  <a:pt x="3927" y="1744"/>
                  <a:pt x="3927" y="1473"/>
                </a:cubicBezTo>
                <a:cubicBezTo>
                  <a:pt x="3927" y="1202"/>
                  <a:pt x="4147" y="982"/>
                  <a:pt x="4418" y="982"/>
                </a:cubicBezTo>
                <a:lnTo>
                  <a:pt x="11088" y="982"/>
                </a:lnTo>
                <a:lnTo>
                  <a:pt x="20415" y="10310"/>
                </a:lnTo>
                <a:lnTo>
                  <a:pt x="19289" y="11435"/>
                </a:lnTo>
                <a:cubicBezTo>
                  <a:pt x="19201" y="11524"/>
                  <a:pt x="19145" y="11646"/>
                  <a:pt x="19145" y="11782"/>
                </a:cubicBezTo>
                <a:cubicBezTo>
                  <a:pt x="19145" y="12053"/>
                  <a:pt x="19366" y="12273"/>
                  <a:pt x="19636" y="12273"/>
                </a:cubicBezTo>
                <a:cubicBezTo>
                  <a:pt x="19772" y="12273"/>
                  <a:pt x="19895" y="12218"/>
                  <a:pt x="19983" y="12129"/>
                </a:cubicBezTo>
                <a:lnTo>
                  <a:pt x="21456" y="10656"/>
                </a:lnTo>
                <a:cubicBezTo>
                  <a:pt x="21545" y="10567"/>
                  <a:pt x="21600" y="10445"/>
                  <a:pt x="21600" y="10310"/>
                </a:cubicBezTo>
                <a:cubicBezTo>
                  <a:pt x="21600" y="10174"/>
                  <a:pt x="21545" y="10051"/>
                  <a:pt x="21456" y="9962"/>
                </a:cubicBezTo>
                <a:moveTo>
                  <a:pt x="10309" y="13745"/>
                </a:moveTo>
                <a:cubicBezTo>
                  <a:pt x="10445" y="13745"/>
                  <a:pt x="10567" y="13691"/>
                  <a:pt x="10656" y="13602"/>
                </a:cubicBezTo>
                <a:lnTo>
                  <a:pt x="11638" y="12620"/>
                </a:lnTo>
                <a:cubicBezTo>
                  <a:pt x="11727" y="12531"/>
                  <a:pt x="11782" y="12408"/>
                  <a:pt x="11782" y="12273"/>
                </a:cubicBezTo>
                <a:cubicBezTo>
                  <a:pt x="11782" y="12002"/>
                  <a:pt x="11562" y="11782"/>
                  <a:pt x="11291" y="11782"/>
                </a:cubicBezTo>
                <a:cubicBezTo>
                  <a:pt x="11156" y="11782"/>
                  <a:pt x="11033" y="11837"/>
                  <a:pt x="10944" y="11926"/>
                </a:cubicBezTo>
                <a:lnTo>
                  <a:pt x="9962" y="12908"/>
                </a:lnTo>
                <a:cubicBezTo>
                  <a:pt x="9873" y="12997"/>
                  <a:pt x="9818" y="13119"/>
                  <a:pt x="9818" y="13255"/>
                </a:cubicBezTo>
                <a:cubicBezTo>
                  <a:pt x="9818" y="13526"/>
                  <a:pt x="10038" y="13745"/>
                  <a:pt x="10309" y="13745"/>
                </a:cubicBezTo>
                <a:moveTo>
                  <a:pt x="4418" y="7855"/>
                </a:moveTo>
                <a:cubicBezTo>
                  <a:pt x="4147" y="7855"/>
                  <a:pt x="3927" y="7635"/>
                  <a:pt x="3927" y="7364"/>
                </a:cubicBezTo>
                <a:cubicBezTo>
                  <a:pt x="3927" y="7093"/>
                  <a:pt x="4147" y="6873"/>
                  <a:pt x="4418" y="6873"/>
                </a:cubicBezTo>
                <a:cubicBezTo>
                  <a:pt x="4690" y="6873"/>
                  <a:pt x="4909" y="7093"/>
                  <a:pt x="4909" y="7364"/>
                </a:cubicBezTo>
                <a:cubicBezTo>
                  <a:pt x="4909" y="7635"/>
                  <a:pt x="4690" y="7855"/>
                  <a:pt x="4418" y="7855"/>
                </a:cubicBezTo>
                <a:moveTo>
                  <a:pt x="4418" y="5891"/>
                </a:moveTo>
                <a:cubicBezTo>
                  <a:pt x="3605" y="5891"/>
                  <a:pt x="2945" y="6551"/>
                  <a:pt x="2945" y="7364"/>
                </a:cubicBezTo>
                <a:cubicBezTo>
                  <a:pt x="2945" y="8177"/>
                  <a:pt x="3605" y="8837"/>
                  <a:pt x="4418" y="8837"/>
                </a:cubicBezTo>
                <a:cubicBezTo>
                  <a:pt x="5232" y="8837"/>
                  <a:pt x="5891" y="8177"/>
                  <a:pt x="5891" y="7364"/>
                </a:cubicBezTo>
                <a:cubicBezTo>
                  <a:pt x="5891" y="6551"/>
                  <a:pt x="5232" y="5891"/>
                  <a:pt x="4418" y="5891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73" name="Shape 2585">
            <a:extLst>
              <a:ext uri="{FF2B5EF4-FFF2-40B4-BE49-F238E27FC236}">
                <a16:creationId xmlns:a16="http://schemas.microsoft.com/office/drawing/2014/main" id="{BE46EC2B-F7F2-96D6-1BA2-1D52279103BB}"/>
              </a:ext>
            </a:extLst>
          </p:cNvPr>
          <p:cNvSpPr/>
          <p:nvPr userDrawn="1"/>
        </p:nvSpPr>
        <p:spPr>
          <a:xfrm>
            <a:off x="6189214" y="1291149"/>
            <a:ext cx="229200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000" y="14727"/>
                </a:moveTo>
                <a:lnTo>
                  <a:pt x="5400" y="14727"/>
                </a:lnTo>
                <a:cubicBezTo>
                  <a:pt x="5069" y="14727"/>
                  <a:pt x="4800" y="14947"/>
                  <a:pt x="4800" y="15218"/>
                </a:cubicBezTo>
                <a:cubicBezTo>
                  <a:pt x="4800" y="15490"/>
                  <a:pt x="5069" y="15709"/>
                  <a:pt x="5400" y="15709"/>
                </a:cubicBezTo>
                <a:lnTo>
                  <a:pt x="9000" y="15709"/>
                </a:lnTo>
                <a:cubicBezTo>
                  <a:pt x="9331" y="15709"/>
                  <a:pt x="9600" y="15490"/>
                  <a:pt x="9600" y="15218"/>
                </a:cubicBezTo>
                <a:cubicBezTo>
                  <a:pt x="9600" y="14947"/>
                  <a:pt x="9331" y="14727"/>
                  <a:pt x="9000" y="14727"/>
                </a:cubicBezTo>
                <a:moveTo>
                  <a:pt x="20400" y="2579"/>
                </a:moveTo>
                <a:cubicBezTo>
                  <a:pt x="18840" y="3757"/>
                  <a:pt x="15638" y="4614"/>
                  <a:pt x="12466" y="4845"/>
                </a:cubicBezTo>
                <a:cubicBezTo>
                  <a:pt x="12197" y="4307"/>
                  <a:pt x="11554" y="3927"/>
                  <a:pt x="10800" y="3927"/>
                </a:cubicBezTo>
                <a:cubicBezTo>
                  <a:pt x="10046" y="3927"/>
                  <a:pt x="9403" y="4307"/>
                  <a:pt x="9135" y="4845"/>
                </a:cubicBezTo>
                <a:cubicBezTo>
                  <a:pt x="5962" y="4614"/>
                  <a:pt x="2760" y="3757"/>
                  <a:pt x="1200" y="2579"/>
                </a:cubicBezTo>
                <a:lnTo>
                  <a:pt x="1200" y="1964"/>
                </a:lnTo>
                <a:cubicBezTo>
                  <a:pt x="1200" y="1422"/>
                  <a:pt x="1738" y="982"/>
                  <a:pt x="2400" y="982"/>
                </a:cubicBezTo>
                <a:lnTo>
                  <a:pt x="19200" y="982"/>
                </a:lnTo>
                <a:cubicBezTo>
                  <a:pt x="19862" y="982"/>
                  <a:pt x="20400" y="1422"/>
                  <a:pt x="20400" y="1964"/>
                </a:cubicBezTo>
                <a:cubicBezTo>
                  <a:pt x="20400" y="1964"/>
                  <a:pt x="20400" y="2579"/>
                  <a:pt x="20400" y="2579"/>
                </a:cubicBezTo>
                <a:close/>
                <a:moveTo>
                  <a:pt x="10200" y="5400"/>
                </a:moveTo>
                <a:cubicBezTo>
                  <a:pt x="10200" y="5129"/>
                  <a:pt x="10469" y="4909"/>
                  <a:pt x="10800" y="4909"/>
                </a:cubicBezTo>
                <a:cubicBezTo>
                  <a:pt x="11131" y="4909"/>
                  <a:pt x="11400" y="5129"/>
                  <a:pt x="11400" y="5400"/>
                </a:cubicBezTo>
                <a:cubicBezTo>
                  <a:pt x="11400" y="5672"/>
                  <a:pt x="11131" y="5891"/>
                  <a:pt x="10800" y="5891"/>
                </a:cubicBezTo>
                <a:cubicBezTo>
                  <a:pt x="10469" y="5891"/>
                  <a:pt x="10200" y="5672"/>
                  <a:pt x="10200" y="5400"/>
                </a:cubicBezTo>
                <a:moveTo>
                  <a:pt x="20400" y="19636"/>
                </a:moveTo>
                <a:cubicBezTo>
                  <a:pt x="20400" y="20178"/>
                  <a:pt x="19862" y="20619"/>
                  <a:pt x="19200" y="20619"/>
                </a:cubicBezTo>
                <a:lnTo>
                  <a:pt x="2400" y="20619"/>
                </a:lnTo>
                <a:cubicBezTo>
                  <a:pt x="1738" y="20619"/>
                  <a:pt x="1200" y="20178"/>
                  <a:pt x="1200" y="19636"/>
                </a:cubicBezTo>
                <a:lnTo>
                  <a:pt x="1200" y="3859"/>
                </a:lnTo>
                <a:cubicBezTo>
                  <a:pt x="3007" y="4894"/>
                  <a:pt x="6118" y="5617"/>
                  <a:pt x="9086" y="5827"/>
                </a:cubicBezTo>
                <a:cubicBezTo>
                  <a:pt x="9311" y="6431"/>
                  <a:pt x="9988" y="6873"/>
                  <a:pt x="10800" y="6873"/>
                </a:cubicBezTo>
                <a:cubicBezTo>
                  <a:pt x="11611" y="6873"/>
                  <a:pt x="12289" y="6431"/>
                  <a:pt x="12514" y="5827"/>
                </a:cubicBezTo>
                <a:cubicBezTo>
                  <a:pt x="15482" y="5617"/>
                  <a:pt x="18593" y="4894"/>
                  <a:pt x="20400" y="3859"/>
                </a:cubicBezTo>
                <a:cubicBezTo>
                  <a:pt x="20400" y="3859"/>
                  <a:pt x="20400" y="19636"/>
                  <a:pt x="20400" y="19636"/>
                </a:cubicBezTo>
                <a:close/>
                <a:moveTo>
                  <a:pt x="19200" y="0"/>
                </a:moveTo>
                <a:lnTo>
                  <a:pt x="2400" y="0"/>
                </a:lnTo>
                <a:cubicBezTo>
                  <a:pt x="1075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1075" y="21600"/>
                  <a:pt x="2400" y="21600"/>
                </a:cubicBezTo>
                <a:lnTo>
                  <a:pt x="19200" y="21600"/>
                </a:lnTo>
                <a:cubicBezTo>
                  <a:pt x="20525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525" y="0"/>
                  <a:pt x="19200" y="0"/>
                </a:cubicBezTo>
                <a:moveTo>
                  <a:pt x="7800" y="16691"/>
                </a:moveTo>
                <a:lnTo>
                  <a:pt x="5400" y="16691"/>
                </a:lnTo>
                <a:cubicBezTo>
                  <a:pt x="5069" y="16691"/>
                  <a:pt x="4800" y="16911"/>
                  <a:pt x="4800" y="17182"/>
                </a:cubicBezTo>
                <a:cubicBezTo>
                  <a:pt x="4800" y="17453"/>
                  <a:pt x="5069" y="17673"/>
                  <a:pt x="5400" y="17673"/>
                </a:cubicBezTo>
                <a:lnTo>
                  <a:pt x="7800" y="17673"/>
                </a:lnTo>
                <a:cubicBezTo>
                  <a:pt x="8131" y="17673"/>
                  <a:pt x="8400" y="17453"/>
                  <a:pt x="8400" y="17182"/>
                </a:cubicBezTo>
                <a:cubicBezTo>
                  <a:pt x="8400" y="16911"/>
                  <a:pt x="8131" y="16691"/>
                  <a:pt x="7800" y="16691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74" name="Shape 2586">
            <a:extLst>
              <a:ext uri="{FF2B5EF4-FFF2-40B4-BE49-F238E27FC236}">
                <a16:creationId xmlns:a16="http://schemas.microsoft.com/office/drawing/2014/main" id="{97C7034E-FEA7-2964-0045-C317AE246148}"/>
              </a:ext>
            </a:extLst>
          </p:cNvPr>
          <p:cNvSpPr/>
          <p:nvPr userDrawn="1"/>
        </p:nvSpPr>
        <p:spPr>
          <a:xfrm>
            <a:off x="6724012" y="1291149"/>
            <a:ext cx="229200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00" y="6076"/>
                </a:moveTo>
                <a:cubicBezTo>
                  <a:pt x="14428" y="7109"/>
                  <a:pt x="12685" y="7649"/>
                  <a:pt x="10071" y="7803"/>
                </a:cubicBezTo>
                <a:cubicBezTo>
                  <a:pt x="9806" y="7259"/>
                  <a:pt x="9160" y="6873"/>
                  <a:pt x="8400" y="6873"/>
                </a:cubicBezTo>
                <a:cubicBezTo>
                  <a:pt x="7640" y="6873"/>
                  <a:pt x="6994" y="7259"/>
                  <a:pt x="6729" y="7803"/>
                </a:cubicBezTo>
                <a:cubicBezTo>
                  <a:pt x="4115" y="7649"/>
                  <a:pt x="2372" y="7109"/>
                  <a:pt x="1200" y="6076"/>
                </a:cubicBezTo>
                <a:lnTo>
                  <a:pt x="1200" y="5891"/>
                </a:lnTo>
                <a:cubicBezTo>
                  <a:pt x="1200" y="5349"/>
                  <a:pt x="1738" y="4909"/>
                  <a:pt x="2400" y="4909"/>
                </a:cubicBezTo>
                <a:lnTo>
                  <a:pt x="14400" y="4909"/>
                </a:lnTo>
                <a:cubicBezTo>
                  <a:pt x="15062" y="4909"/>
                  <a:pt x="15600" y="5349"/>
                  <a:pt x="15600" y="5891"/>
                </a:cubicBezTo>
                <a:cubicBezTo>
                  <a:pt x="15600" y="5891"/>
                  <a:pt x="15600" y="6076"/>
                  <a:pt x="15600" y="6076"/>
                </a:cubicBezTo>
                <a:close/>
                <a:moveTo>
                  <a:pt x="7800" y="8346"/>
                </a:moveTo>
                <a:cubicBezTo>
                  <a:pt x="7800" y="8074"/>
                  <a:pt x="8069" y="7855"/>
                  <a:pt x="8400" y="7855"/>
                </a:cubicBezTo>
                <a:cubicBezTo>
                  <a:pt x="8731" y="7855"/>
                  <a:pt x="9000" y="8074"/>
                  <a:pt x="9000" y="8346"/>
                </a:cubicBezTo>
                <a:cubicBezTo>
                  <a:pt x="9000" y="8617"/>
                  <a:pt x="8731" y="8836"/>
                  <a:pt x="8400" y="8836"/>
                </a:cubicBezTo>
                <a:cubicBezTo>
                  <a:pt x="8069" y="8836"/>
                  <a:pt x="7800" y="8617"/>
                  <a:pt x="7800" y="8346"/>
                </a:cubicBezTo>
                <a:moveTo>
                  <a:pt x="15600" y="19636"/>
                </a:moveTo>
                <a:cubicBezTo>
                  <a:pt x="15600" y="20179"/>
                  <a:pt x="15062" y="20619"/>
                  <a:pt x="14400" y="20619"/>
                </a:cubicBezTo>
                <a:lnTo>
                  <a:pt x="2400" y="20619"/>
                </a:lnTo>
                <a:cubicBezTo>
                  <a:pt x="1738" y="20619"/>
                  <a:pt x="1200" y="20179"/>
                  <a:pt x="1200" y="19636"/>
                </a:cubicBezTo>
                <a:lnTo>
                  <a:pt x="1200" y="7318"/>
                </a:lnTo>
                <a:cubicBezTo>
                  <a:pt x="2658" y="8244"/>
                  <a:pt x="4301" y="8666"/>
                  <a:pt x="6693" y="8790"/>
                </a:cubicBezTo>
                <a:cubicBezTo>
                  <a:pt x="6924" y="9385"/>
                  <a:pt x="7597" y="9819"/>
                  <a:pt x="8400" y="9819"/>
                </a:cubicBezTo>
                <a:cubicBezTo>
                  <a:pt x="9203" y="9819"/>
                  <a:pt x="9875" y="9385"/>
                  <a:pt x="10108" y="8790"/>
                </a:cubicBezTo>
                <a:cubicBezTo>
                  <a:pt x="12499" y="8666"/>
                  <a:pt x="14142" y="8244"/>
                  <a:pt x="15600" y="7318"/>
                </a:cubicBezTo>
                <a:cubicBezTo>
                  <a:pt x="15600" y="7318"/>
                  <a:pt x="15600" y="19636"/>
                  <a:pt x="15600" y="19636"/>
                </a:cubicBezTo>
                <a:close/>
                <a:moveTo>
                  <a:pt x="14400" y="3927"/>
                </a:moveTo>
                <a:lnTo>
                  <a:pt x="2400" y="3927"/>
                </a:lnTo>
                <a:cubicBezTo>
                  <a:pt x="1075" y="3927"/>
                  <a:pt x="0" y="4806"/>
                  <a:pt x="0" y="5891"/>
                </a:cubicBezTo>
                <a:lnTo>
                  <a:pt x="0" y="19636"/>
                </a:lnTo>
                <a:cubicBezTo>
                  <a:pt x="0" y="20721"/>
                  <a:pt x="1075" y="21600"/>
                  <a:pt x="2400" y="21600"/>
                </a:cubicBezTo>
                <a:lnTo>
                  <a:pt x="14400" y="21600"/>
                </a:lnTo>
                <a:cubicBezTo>
                  <a:pt x="15725" y="21600"/>
                  <a:pt x="16800" y="20721"/>
                  <a:pt x="16800" y="19636"/>
                </a:cubicBezTo>
                <a:lnTo>
                  <a:pt x="16800" y="5891"/>
                </a:lnTo>
                <a:cubicBezTo>
                  <a:pt x="16800" y="4806"/>
                  <a:pt x="15725" y="3927"/>
                  <a:pt x="14400" y="3927"/>
                </a:cubicBezTo>
                <a:moveTo>
                  <a:pt x="5400" y="17673"/>
                </a:moveTo>
                <a:lnTo>
                  <a:pt x="4200" y="17673"/>
                </a:lnTo>
                <a:cubicBezTo>
                  <a:pt x="3869" y="17673"/>
                  <a:pt x="3600" y="17893"/>
                  <a:pt x="3600" y="18164"/>
                </a:cubicBezTo>
                <a:cubicBezTo>
                  <a:pt x="3600" y="18435"/>
                  <a:pt x="3869" y="18655"/>
                  <a:pt x="4200" y="18655"/>
                </a:cubicBezTo>
                <a:lnTo>
                  <a:pt x="5400" y="18655"/>
                </a:lnTo>
                <a:cubicBezTo>
                  <a:pt x="5731" y="18655"/>
                  <a:pt x="6000" y="18435"/>
                  <a:pt x="6000" y="18164"/>
                </a:cubicBezTo>
                <a:cubicBezTo>
                  <a:pt x="6000" y="17893"/>
                  <a:pt x="5731" y="17673"/>
                  <a:pt x="5400" y="17673"/>
                </a:cubicBezTo>
                <a:moveTo>
                  <a:pt x="6600" y="15709"/>
                </a:moveTo>
                <a:lnTo>
                  <a:pt x="4200" y="15709"/>
                </a:lnTo>
                <a:cubicBezTo>
                  <a:pt x="3869" y="15709"/>
                  <a:pt x="3600" y="15929"/>
                  <a:pt x="3600" y="16200"/>
                </a:cubicBezTo>
                <a:cubicBezTo>
                  <a:pt x="3600" y="16472"/>
                  <a:pt x="3869" y="16691"/>
                  <a:pt x="4200" y="16691"/>
                </a:cubicBezTo>
                <a:lnTo>
                  <a:pt x="6600" y="16691"/>
                </a:lnTo>
                <a:cubicBezTo>
                  <a:pt x="6931" y="16691"/>
                  <a:pt x="7200" y="16472"/>
                  <a:pt x="7200" y="16200"/>
                </a:cubicBezTo>
                <a:cubicBezTo>
                  <a:pt x="7200" y="15929"/>
                  <a:pt x="6931" y="15709"/>
                  <a:pt x="6600" y="15709"/>
                </a:cubicBezTo>
                <a:moveTo>
                  <a:pt x="19200" y="0"/>
                </a:moveTo>
                <a:lnTo>
                  <a:pt x="7200" y="0"/>
                </a:lnTo>
                <a:cubicBezTo>
                  <a:pt x="5875" y="0"/>
                  <a:pt x="4800" y="879"/>
                  <a:pt x="4800" y="1964"/>
                </a:cubicBezTo>
                <a:lnTo>
                  <a:pt x="4800" y="2455"/>
                </a:lnTo>
                <a:cubicBezTo>
                  <a:pt x="4800" y="2726"/>
                  <a:pt x="5069" y="2945"/>
                  <a:pt x="5400" y="2945"/>
                </a:cubicBezTo>
                <a:cubicBezTo>
                  <a:pt x="5731" y="2945"/>
                  <a:pt x="6000" y="2726"/>
                  <a:pt x="6000" y="2455"/>
                </a:cubicBezTo>
                <a:lnTo>
                  <a:pt x="6000" y="1964"/>
                </a:lnTo>
                <a:cubicBezTo>
                  <a:pt x="6000" y="1422"/>
                  <a:pt x="6538" y="982"/>
                  <a:pt x="7200" y="982"/>
                </a:cubicBezTo>
                <a:lnTo>
                  <a:pt x="19200" y="982"/>
                </a:lnTo>
                <a:cubicBezTo>
                  <a:pt x="19862" y="982"/>
                  <a:pt x="20400" y="1422"/>
                  <a:pt x="20400" y="1964"/>
                </a:cubicBezTo>
                <a:lnTo>
                  <a:pt x="20400" y="15709"/>
                </a:lnTo>
                <a:cubicBezTo>
                  <a:pt x="20400" y="16252"/>
                  <a:pt x="19862" y="16691"/>
                  <a:pt x="19200" y="16691"/>
                </a:cubicBezTo>
                <a:lnTo>
                  <a:pt x="18600" y="16691"/>
                </a:lnTo>
                <a:cubicBezTo>
                  <a:pt x="18269" y="16691"/>
                  <a:pt x="18000" y="16911"/>
                  <a:pt x="18000" y="17182"/>
                </a:cubicBezTo>
                <a:cubicBezTo>
                  <a:pt x="18000" y="17453"/>
                  <a:pt x="18269" y="17673"/>
                  <a:pt x="18600" y="17673"/>
                </a:cubicBezTo>
                <a:lnTo>
                  <a:pt x="19200" y="17673"/>
                </a:lnTo>
                <a:cubicBezTo>
                  <a:pt x="20525" y="17673"/>
                  <a:pt x="21600" y="16794"/>
                  <a:pt x="21600" y="15709"/>
                </a:cubicBezTo>
                <a:lnTo>
                  <a:pt x="21600" y="1964"/>
                </a:lnTo>
                <a:cubicBezTo>
                  <a:pt x="21600" y="879"/>
                  <a:pt x="20525" y="0"/>
                  <a:pt x="192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75" name="Shape 2587">
            <a:extLst>
              <a:ext uri="{FF2B5EF4-FFF2-40B4-BE49-F238E27FC236}">
                <a16:creationId xmlns:a16="http://schemas.microsoft.com/office/drawing/2014/main" id="{BD59C7B9-F24E-558D-D4BC-CB148AF96EEA}"/>
              </a:ext>
            </a:extLst>
          </p:cNvPr>
          <p:cNvSpPr/>
          <p:nvPr userDrawn="1"/>
        </p:nvSpPr>
        <p:spPr>
          <a:xfrm>
            <a:off x="7233345" y="1291149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281" y="19846"/>
                </a:moveTo>
                <a:lnTo>
                  <a:pt x="9413" y="12882"/>
                </a:lnTo>
                <a:lnTo>
                  <a:pt x="19655" y="2640"/>
                </a:lnTo>
                <a:cubicBezTo>
                  <a:pt x="19655" y="2640"/>
                  <a:pt x="12281" y="19846"/>
                  <a:pt x="12281" y="19846"/>
                </a:cubicBezTo>
                <a:close/>
                <a:moveTo>
                  <a:pt x="1755" y="9320"/>
                </a:moveTo>
                <a:lnTo>
                  <a:pt x="18960" y="1945"/>
                </a:lnTo>
                <a:lnTo>
                  <a:pt x="8719" y="12187"/>
                </a:lnTo>
                <a:cubicBezTo>
                  <a:pt x="8719" y="12187"/>
                  <a:pt x="1755" y="9320"/>
                  <a:pt x="1755" y="9320"/>
                </a:cubicBezTo>
                <a:close/>
                <a:moveTo>
                  <a:pt x="21600" y="491"/>
                </a:moveTo>
                <a:cubicBezTo>
                  <a:pt x="21600" y="220"/>
                  <a:pt x="21380" y="0"/>
                  <a:pt x="21109" y="0"/>
                </a:cubicBezTo>
                <a:cubicBezTo>
                  <a:pt x="21034" y="0"/>
                  <a:pt x="20964" y="20"/>
                  <a:pt x="20900" y="52"/>
                </a:cubicBezTo>
                <a:lnTo>
                  <a:pt x="20898" y="48"/>
                </a:lnTo>
                <a:lnTo>
                  <a:pt x="302" y="8875"/>
                </a:lnTo>
                <a:cubicBezTo>
                  <a:pt x="301" y="8875"/>
                  <a:pt x="299" y="8876"/>
                  <a:pt x="297" y="8877"/>
                </a:cubicBezTo>
                <a:lnTo>
                  <a:pt x="280" y="8885"/>
                </a:lnTo>
                <a:lnTo>
                  <a:pt x="281" y="8887"/>
                </a:lnTo>
                <a:cubicBezTo>
                  <a:pt x="116" y="8967"/>
                  <a:pt x="0" y="9132"/>
                  <a:pt x="0" y="9327"/>
                </a:cubicBezTo>
                <a:cubicBezTo>
                  <a:pt x="0" y="9550"/>
                  <a:pt x="151" y="9731"/>
                  <a:pt x="355" y="9791"/>
                </a:cubicBezTo>
                <a:lnTo>
                  <a:pt x="353" y="9799"/>
                </a:lnTo>
                <a:lnTo>
                  <a:pt x="8462" y="13138"/>
                </a:lnTo>
                <a:lnTo>
                  <a:pt x="11801" y="21248"/>
                </a:lnTo>
                <a:lnTo>
                  <a:pt x="11809" y="21245"/>
                </a:lnTo>
                <a:cubicBezTo>
                  <a:pt x="11869" y="21449"/>
                  <a:pt x="12050" y="21600"/>
                  <a:pt x="12273" y="21600"/>
                </a:cubicBezTo>
                <a:cubicBezTo>
                  <a:pt x="12468" y="21600"/>
                  <a:pt x="12634" y="21484"/>
                  <a:pt x="12713" y="21319"/>
                </a:cubicBezTo>
                <a:lnTo>
                  <a:pt x="12716" y="21320"/>
                </a:lnTo>
                <a:lnTo>
                  <a:pt x="12723" y="21303"/>
                </a:lnTo>
                <a:cubicBezTo>
                  <a:pt x="12724" y="21301"/>
                  <a:pt x="12725" y="21300"/>
                  <a:pt x="12725" y="21298"/>
                </a:cubicBezTo>
                <a:lnTo>
                  <a:pt x="21553" y="702"/>
                </a:lnTo>
                <a:lnTo>
                  <a:pt x="21547" y="699"/>
                </a:lnTo>
                <a:cubicBezTo>
                  <a:pt x="21578" y="636"/>
                  <a:pt x="21600" y="567"/>
                  <a:pt x="21600" y="491"/>
                </a:cubicBezTo>
                <a:moveTo>
                  <a:pt x="7855" y="16200"/>
                </a:moveTo>
                <a:cubicBezTo>
                  <a:pt x="7719" y="16200"/>
                  <a:pt x="7596" y="16255"/>
                  <a:pt x="7507" y="16344"/>
                </a:cubicBezTo>
                <a:lnTo>
                  <a:pt x="6035" y="17817"/>
                </a:lnTo>
                <a:cubicBezTo>
                  <a:pt x="5946" y="17905"/>
                  <a:pt x="5891" y="18029"/>
                  <a:pt x="5891" y="18164"/>
                </a:cubicBezTo>
                <a:cubicBezTo>
                  <a:pt x="5891" y="18435"/>
                  <a:pt x="6111" y="18655"/>
                  <a:pt x="6382" y="18655"/>
                </a:cubicBezTo>
                <a:cubicBezTo>
                  <a:pt x="6517" y="18655"/>
                  <a:pt x="6640" y="18600"/>
                  <a:pt x="6729" y="18511"/>
                </a:cubicBezTo>
                <a:lnTo>
                  <a:pt x="8202" y="17038"/>
                </a:lnTo>
                <a:cubicBezTo>
                  <a:pt x="8291" y="16950"/>
                  <a:pt x="8345" y="16827"/>
                  <a:pt x="8345" y="16691"/>
                </a:cubicBezTo>
                <a:cubicBezTo>
                  <a:pt x="8345" y="16420"/>
                  <a:pt x="8126" y="16200"/>
                  <a:pt x="7855" y="16200"/>
                </a:cubicBezTo>
                <a:moveTo>
                  <a:pt x="7855" y="14237"/>
                </a:moveTo>
                <a:cubicBezTo>
                  <a:pt x="7855" y="13966"/>
                  <a:pt x="7635" y="13745"/>
                  <a:pt x="7364" y="13745"/>
                </a:cubicBezTo>
                <a:cubicBezTo>
                  <a:pt x="7228" y="13745"/>
                  <a:pt x="7105" y="13801"/>
                  <a:pt x="7017" y="13889"/>
                </a:cubicBezTo>
                <a:lnTo>
                  <a:pt x="2107" y="18798"/>
                </a:lnTo>
                <a:cubicBezTo>
                  <a:pt x="2019" y="18888"/>
                  <a:pt x="1964" y="19011"/>
                  <a:pt x="1964" y="19145"/>
                </a:cubicBezTo>
                <a:cubicBezTo>
                  <a:pt x="1964" y="19417"/>
                  <a:pt x="2184" y="19636"/>
                  <a:pt x="2455" y="19636"/>
                </a:cubicBezTo>
                <a:cubicBezTo>
                  <a:pt x="2590" y="19636"/>
                  <a:pt x="2713" y="19582"/>
                  <a:pt x="2802" y="19493"/>
                </a:cubicBezTo>
                <a:lnTo>
                  <a:pt x="7711" y="14583"/>
                </a:lnTo>
                <a:cubicBezTo>
                  <a:pt x="7800" y="14495"/>
                  <a:pt x="7855" y="14372"/>
                  <a:pt x="7855" y="14237"/>
                </a:cubicBezTo>
                <a:moveTo>
                  <a:pt x="4765" y="14583"/>
                </a:moveTo>
                <a:lnTo>
                  <a:pt x="5256" y="14093"/>
                </a:lnTo>
                <a:cubicBezTo>
                  <a:pt x="5345" y="14004"/>
                  <a:pt x="5400" y="13881"/>
                  <a:pt x="5400" y="13745"/>
                </a:cubicBezTo>
                <a:cubicBezTo>
                  <a:pt x="5400" y="13475"/>
                  <a:pt x="5180" y="13255"/>
                  <a:pt x="4909" y="13255"/>
                </a:cubicBezTo>
                <a:cubicBezTo>
                  <a:pt x="4774" y="13255"/>
                  <a:pt x="4651" y="13310"/>
                  <a:pt x="4562" y="13398"/>
                </a:cubicBezTo>
                <a:lnTo>
                  <a:pt x="4071" y="13889"/>
                </a:lnTo>
                <a:cubicBezTo>
                  <a:pt x="3982" y="13979"/>
                  <a:pt x="3927" y="14101"/>
                  <a:pt x="3927" y="14237"/>
                </a:cubicBezTo>
                <a:cubicBezTo>
                  <a:pt x="3927" y="14507"/>
                  <a:pt x="4147" y="14727"/>
                  <a:pt x="4418" y="14727"/>
                </a:cubicBezTo>
                <a:cubicBezTo>
                  <a:pt x="4554" y="14727"/>
                  <a:pt x="4676" y="14673"/>
                  <a:pt x="4765" y="14583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76" name="Shape 2588">
            <a:extLst>
              <a:ext uri="{FF2B5EF4-FFF2-40B4-BE49-F238E27FC236}">
                <a16:creationId xmlns:a16="http://schemas.microsoft.com/office/drawing/2014/main" id="{E492517E-B3C1-DE86-B887-96FEB483E864}"/>
              </a:ext>
            </a:extLst>
          </p:cNvPr>
          <p:cNvSpPr/>
          <p:nvPr userDrawn="1"/>
        </p:nvSpPr>
        <p:spPr>
          <a:xfrm>
            <a:off x="7768143" y="1303881"/>
            <a:ext cx="280133" cy="2546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182" y="12420"/>
                </a:moveTo>
                <a:cubicBezTo>
                  <a:pt x="16368" y="12420"/>
                  <a:pt x="15709" y="11694"/>
                  <a:pt x="15709" y="10800"/>
                </a:cubicBezTo>
                <a:cubicBezTo>
                  <a:pt x="15709" y="9906"/>
                  <a:pt x="16368" y="9180"/>
                  <a:pt x="17182" y="9180"/>
                </a:cubicBezTo>
                <a:cubicBezTo>
                  <a:pt x="17995" y="9180"/>
                  <a:pt x="18655" y="9906"/>
                  <a:pt x="18655" y="10800"/>
                </a:cubicBezTo>
                <a:cubicBezTo>
                  <a:pt x="18655" y="11694"/>
                  <a:pt x="17995" y="12420"/>
                  <a:pt x="17182" y="12420"/>
                </a:cubicBezTo>
                <a:moveTo>
                  <a:pt x="21109" y="10260"/>
                </a:moveTo>
                <a:lnTo>
                  <a:pt x="19587" y="10260"/>
                </a:lnTo>
                <a:cubicBezTo>
                  <a:pt x="19360" y="9028"/>
                  <a:pt x="18369" y="8100"/>
                  <a:pt x="17182" y="8100"/>
                </a:cubicBezTo>
                <a:cubicBezTo>
                  <a:pt x="15994" y="8100"/>
                  <a:pt x="15004" y="9028"/>
                  <a:pt x="14777" y="10260"/>
                </a:cubicBezTo>
                <a:lnTo>
                  <a:pt x="491" y="10260"/>
                </a:lnTo>
                <a:cubicBezTo>
                  <a:pt x="220" y="10260"/>
                  <a:pt x="0" y="10502"/>
                  <a:pt x="0" y="10800"/>
                </a:cubicBezTo>
                <a:cubicBezTo>
                  <a:pt x="0" y="11098"/>
                  <a:pt x="220" y="11340"/>
                  <a:pt x="491" y="11340"/>
                </a:cubicBezTo>
                <a:lnTo>
                  <a:pt x="14777" y="11340"/>
                </a:lnTo>
                <a:cubicBezTo>
                  <a:pt x="15004" y="12572"/>
                  <a:pt x="15994" y="13500"/>
                  <a:pt x="17182" y="13500"/>
                </a:cubicBezTo>
                <a:cubicBezTo>
                  <a:pt x="18369" y="13500"/>
                  <a:pt x="19360" y="12572"/>
                  <a:pt x="19587" y="11340"/>
                </a:cubicBezTo>
                <a:lnTo>
                  <a:pt x="21109" y="11340"/>
                </a:lnTo>
                <a:cubicBezTo>
                  <a:pt x="21380" y="11340"/>
                  <a:pt x="21600" y="11098"/>
                  <a:pt x="21600" y="10800"/>
                </a:cubicBezTo>
                <a:cubicBezTo>
                  <a:pt x="21600" y="10502"/>
                  <a:pt x="21380" y="10260"/>
                  <a:pt x="21109" y="10260"/>
                </a:cubicBezTo>
                <a:moveTo>
                  <a:pt x="5400" y="1080"/>
                </a:moveTo>
                <a:cubicBezTo>
                  <a:pt x="6214" y="1080"/>
                  <a:pt x="6873" y="1806"/>
                  <a:pt x="6873" y="2700"/>
                </a:cubicBezTo>
                <a:cubicBezTo>
                  <a:pt x="6873" y="3595"/>
                  <a:pt x="6214" y="4320"/>
                  <a:pt x="5400" y="4320"/>
                </a:cubicBezTo>
                <a:cubicBezTo>
                  <a:pt x="4586" y="4320"/>
                  <a:pt x="3927" y="3595"/>
                  <a:pt x="3927" y="2700"/>
                </a:cubicBezTo>
                <a:cubicBezTo>
                  <a:pt x="3927" y="1806"/>
                  <a:pt x="4586" y="1080"/>
                  <a:pt x="5400" y="1080"/>
                </a:cubicBezTo>
                <a:moveTo>
                  <a:pt x="491" y="3240"/>
                </a:moveTo>
                <a:lnTo>
                  <a:pt x="2995" y="3240"/>
                </a:lnTo>
                <a:cubicBezTo>
                  <a:pt x="3222" y="4472"/>
                  <a:pt x="4213" y="5400"/>
                  <a:pt x="5400" y="5400"/>
                </a:cubicBezTo>
                <a:cubicBezTo>
                  <a:pt x="6587" y="5400"/>
                  <a:pt x="7578" y="4472"/>
                  <a:pt x="7805" y="3240"/>
                </a:cubicBezTo>
                <a:lnTo>
                  <a:pt x="21109" y="3240"/>
                </a:lnTo>
                <a:cubicBezTo>
                  <a:pt x="21380" y="3240"/>
                  <a:pt x="21600" y="2999"/>
                  <a:pt x="21600" y="2700"/>
                </a:cubicBezTo>
                <a:cubicBezTo>
                  <a:pt x="21600" y="2402"/>
                  <a:pt x="21380" y="2160"/>
                  <a:pt x="21109" y="2160"/>
                </a:cubicBezTo>
                <a:lnTo>
                  <a:pt x="7805" y="2160"/>
                </a:lnTo>
                <a:cubicBezTo>
                  <a:pt x="7578" y="928"/>
                  <a:pt x="6587" y="0"/>
                  <a:pt x="5400" y="0"/>
                </a:cubicBezTo>
                <a:cubicBezTo>
                  <a:pt x="4213" y="0"/>
                  <a:pt x="3222" y="928"/>
                  <a:pt x="2995" y="2160"/>
                </a:cubicBezTo>
                <a:lnTo>
                  <a:pt x="491" y="2160"/>
                </a:lnTo>
                <a:cubicBezTo>
                  <a:pt x="220" y="2160"/>
                  <a:pt x="0" y="2402"/>
                  <a:pt x="0" y="2700"/>
                </a:cubicBezTo>
                <a:cubicBezTo>
                  <a:pt x="0" y="2999"/>
                  <a:pt x="220" y="3240"/>
                  <a:pt x="491" y="3240"/>
                </a:cubicBezTo>
                <a:moveTo>
                  <a:pt x="9327" y="20519"/>
                </a:moveTo>
                <a:cubicBezTo>
                  <a:pt x="8514" y="20519"/>
                  <a:pt x="7855" y="19794"/>
                  <a:pt x="7855" y="18899"/>
                </a:cubicBezTo>
                <a:cubicBezTo>
                  <a:pt x="7855" y="18005"/>
                  <a:pt x="8514" y="17279"/>
                  <a:pt x="9327" y="17279"/>
                </a:cubicBezTo>
                <a:cubicBezTo>
                  <a:pt x="10141" y="17279"/>
                  <a:pt x="10800" y="18005"/>
                  <a:pt x="10800" y="18899"/>
                </a:cubicBezTo>
                <a:cubicBezTo>
                  <a:pt x="10800" y="19794"/>
                  <a:pt x="10141" y="20519"/>
                  <a:pt x="9327" y="20519"/>
                </a:cubicBezTo>
                <a:moveTo>
                  <a:pt x="21109" y="18359"/>
                </a:moveTo>
                <a:lnTo>
                  <a:pt x="11732" y="18359"/>
                </a:lnTo>
                <a:cubicBezTo>
                  <a:pt x="11505" y="17127"/>
                  <a:pt x="10515" y="16199"/>
                  <a:pt x="9327" y="16199"/>
                </a:cubicBezTo>
                <a:cubicBezTo>
                  <a:pt x="8140" y="16199"/>
                  <a:pt x="7150" y="17127"/>
                  <a:pt x="6922" y="18359"/>
                </a:cubicBezTo>
                <a:lnTo>
                  <a:pt x="491" y="18359"/>
                </a:lnTo>
                <a:cubicBezTo>
                  <a:pt x="220" y="18359"/>
                  <a:pt x="0" y="18601"/>
                  <a:pt x="0" y="18899"/>
                </a:cubicBezTo>
                <a:cubicBezTo>
                  <a:pt x="0" y="19198"/>
                  <a:pt x="220" y="19439"/>
                  <a:pt x="491" y="19439"/>
                </a:cubicBezTo>
                <a:lnTo>
                  <a:pt x="6922" y="19439"/>
                </a:lnTo>
                <a:cubicBezTo>
                  <a:pt x="7150" y="20672"/>
                  <a:pt x="8140" y="21600"/>
                  <a:pt x="9327" y="21600"/>
                </a:cubicBezTo>
                <a:cubicBezTo>
                  <a:pt x="10515" y="21600"/>
                  <a:pt x="11505" y="20672"/>
                  <a:pt x="11732" y="19439"/>
                </a:cubicBezTo>
                <a:lnTo>
                  <a:pt x="21109" y="19439"/>
                </a:lnTo>
                <a:cubicBezTo>
                  <a:pt x="21380" y="19439"/>
                  <a:pt x="21600" y="19198"/>
                  <a:pt x="21600" y="18899"/>
                </a:cubicBezTo>
                <a:cubicBezTo>
                  <a:pt x="21600" y="18601"/>
                  <a:pt x="21380" y="18359"/>
                  <a:pt x="21109" y="18359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77" name="Shape 2589">
            <a:extLst>
              <a:ext uri="{FF2B5EF4-FFF2-40B4-BE49-F238E27FC236}">
                <a16:creationId xmlns:a16="http://schemas.microsoft.com/office/drawing/2014/main" id="{D12FAA32-FFCA-B4D7-BB51-5773C2F740F7}"/>
              </a:ext>
            </a:extLst>
          </p:cNvPr>
          <p:cNvSpPr/>
          <p:nvPr userDrawn="1"/>
        </p:nvSpPr>
        <p:spPr>
          <a:xfrm>
            <a:off x="8302941" y="1303881"/>
            <a:ext cx="280133" cy="2546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382" y="15119"/>
                </a:moveTo>
                <a:cubicBezTo>
                  <a:pt x="7195" y="15119"/>
                  <a:pt x="7855" y="14394"/>
                  <a:pt x="7855" y="13500"/>
                </a:cubicBezTo>
                <a:cubicBezTo>
                  <a:pt x="7855" y="12605"/>
                  <a:pt x="7195" y="11880"/>
                  <a:pt x="6382" y="11880"/>
                </a:cubicBezTo>
                <a:cubicBezTo>
                  <a:pt x="5568" y="11880"/>
                  <a:pt x="4909" y="12605"/>
                  <a:pt x="4909" y="13500"/>
                </a:cubicBezTo>
                <a:cubicBezTo>
                  <a:pt x="4909" y="14394"/>
                  <a:pt x="5568" y="15119"/>
                  <a:pt x="6382" y="15119"/>
                </a:cubicBezTo>
                <a:moveTo>
                  <a:pt x="2455" y="3240"/>
                </a:moveTo>
                <a:cubicBezTo>
                  <a:pt x="2725" y="3240"/>
                  <a:pt x="2945" y="2999"/>
                  <a:pt x="2945" y="2700"/>
                </a:cubicBezTo>
                <a:cubicBezTo>
                  <a:pt x="2945" y="2402"/>
                  <a:pt x="2725" y="2160"/>
                  <a:pt x="2455" y="2160"/>
                </a:cubicBezTo>
                <a:cubicBezTo>
                  <a:pt x="2184" y="2160"/>
                  <a:pt x="1964" y="2402"/>
                  <a:pt x="1964" y="2700"/>
                </a:cubicBezTo>
                <a:cubicBezTo>
                  <a:pt x="1964" y="2999"/>
                  <a:pt x="2184" y="3240"/>
                  <a:pt x="2455" y="3240"/>
                </a:cubicBezTo>
                <a:moveTo>
                  <a:pt x="3927" y="8100"/>
                </a:moveTo>
                <a:cubicBezTo>
                  <a:pt x="3927" y="6609"/>
                  <a:pt x="5026" y="5400"/>
                  <a:pt x="6382" y="5400"/>
                </a:cubicBezTo>
                <a:cubicBezTo>
                  <a:pt x="7738" y="5400"/>
                  <a:pt x="8836" y="6609"/>
                  <a:pt x="8836" y="8100"/>
                </a:cubicBezTo>
                <a:lnTo>
                  <a:pt x="8836" y="13500"/>
                </a:lnTo>
                <a:cubicBezTo>
                  <a:pt x="8836" y="14991"/>
                  <a:pt x="7738" y="16199"/>
                  <a:pt x="6382" y="16199"/>
                </a:cubicBezTo>
                <a:cubicBezTo>
                  <a:pt x="5026" y="16199"/>
                  <a:pt x="3927" y="14991"/>
                  <a:pt x="3927" y="13500"/>
                </a:cubicBezTo>
                <a:cubicBezTo>
                  <a:pt x="3927" y="13500"/>
                  <a:pt x="3927" y="8100"/>
                  <a:pt x="3927" y="8100"/>
                </a:cubicBezTo>
                <a:close/>
                <a:moveTo>
                  <a:pt x="2945" y="13500"/>
                </a:moveTo>
                <a:cubicBezTo>
                  <a:pt x="2945" y="15587"/>
                  <a:pt x="4484" y="17279"/>
                  <a:pt x="6382" y="17279"/>
                </a:cubicBezTo>
                <a:cubicBezTo>
                  <a:pt x="8280" y="17279"/>
                  <a:pt x="9818" y="15587"/>
                  <a:pt x="9818" y="13500"/>
                </a:cubicBezTo>
                <a:lnTo>
                  <a:pt x="9818" y="8100"/>
                </a:lnTo>
                <a:cubicBezTo>
                  <a:pt x="9818" y="6012"/>
                  <a:pt x="8280" y="4320"/>
                  <a:pt x="6382" y="4320"/>
                </a:cubicBezTo>
                <a:cubicBezTo>
                  <a:pt x="4484" y="4320"/>
                  <a:pt x="2945" y="6012"/>
                  <a:pt x="2945" y="8100"/>
                </a:cubicBezTo>
                <a:cubicBezTo>
                  <a:pt x="2945" y="8100"/>
                  <a:pt x="2945" y="13500"/>
                  <a:pt x="2945" y="13500"/>
                </a:cubicBezTo>
                <a:close/>
                <a:moveTo>
                  <a:pt x="2455" y="19439"/>
                </a:moveTo>
                <a:cubicBezTo>
                  <a:pt x="2725" y="19439"/>
                  <a:pt x="2945" y="19198"/>
                  <a:pt x="2945" y="18899"/>
                </a:cubicBezTo>
                <a:cubicBezTo>
                  <a:pt x="2945" y="18601"/>
                  <a:pt x="2725" y="18359"/>
                  <a:pt x="2455" y="18359"/>
                </a:cubicBezTo>
                <a:cubicBezTo>
                  <a:pt x="2184" y="18359"/>
                  <a:pt x="1964" y="18601"/>
                  <a:pt x="1964" y="18899"/>
                </a:cubicBezTo>
                <a:cubicBezTo>
                  <a:pt x="1964" y="19198"/>
                  <a:pt x="2184" y="19439"/>
                  <a:pt x="2455" y="19439"/>
                </a:cubicBezTo>
                <a:moveTo>
                  <a:pt x="20618" y="20519"/>
                </a:moveTo>
                <a:lnTo>
                  <a:pt x="982" y="20519"/>
                </a:lnTo>
                <a:lnTo>
                  <a:pt x="982" y="1080"/>
                </a:lnTo>
                <a:lnTo>
                  <a:pt x="20618" y="1080"/>
                </a:lnTo>
                <a:cubicBezTo>
                  <a:pt x="20618" y="1080"/>
                  <a:pt x="20618" y="20519"/>
                  <a:pt x="20618" y="20519"/>
                </a:cubicBezTo>
                <a:close/>
                <a:moveTo>
                  <a:pt x="20618" y="0"/>
                </a:moveTo>
                <a:lnTo>
                  <a:pt x="982" y="0"/>
                </a:lnTo>
                <a:cubicBezTo>
                  <a:pt x="440" y="0"/>
                  <a:pt x="0" y="484"/>
                  <a:pt x="0" y="1080"/>
                </a:cubicBezTo>
                <a:lnTo>
                  <a:pt x="0" y="20519"/>
                </a:lnTo>
                <a:cubicBezTo>
                  <a:pt x="0" y="21115"/>
                  <a:pt x="440" y="21600"/>
                  <a:pt x="982" y="21600"/>
                </a:cubicBezTo>
                <a:lnTo>
                  <a:pt x="20618" y="21600"/>
                </a:lnTo>
                <a:cubicBezTo>
                  <a:pt x="21160" y="21600"/>
                  <a:pt x="21600" y="21115"/>
                  <a:pt x="21600" y="20519"/>
                </a:cubicBezTo>
                <a:lnTo>
                  <a:pt x="21600" y="1080"/>
                </a:lnTo>
                <a:cubicBezTo>
                  <a:pt x="21600" y="484"/>
                  <a:pt x="21160" y="0"/>
                  <a:pt x="20618" y="0"/>
                </a:cubicBezTo>
                <a:moveTo>
                  <a:pt x="19145" y="3240"/>
                </a:moveTo>
                <a:cubicBezTo>
                  <a:pt x="19416" y="3240"/>
                  <a:pt x="19636" y="2999"/>
                  <a:pt x="19636" y="2700"/>
                </a:cubicBezTo>
                <a:cubicBezTo>
                  <a:pt x="19636" y="2402"/>
                  <a:pt x="19416" y="2160"/>
                  <a:pt x="19145" y="2160"/>
                </a:cubicBezTo>
                <a:cubicBezTo>
                  <a:pt x="18875" y="2160"/>
                  <a:pt x="18655" y="2402"/>
                  <a:pt x="18655" y="2700"/>
                </a:cubicBezTo>
                <a:cubicBezTo>
                  <a:pt x="18655" y="2999"/>
                  <a:pt x="18875" y="3240"/>
                  <a:pt x="19145" y="3240"/>
                </a:cubicBezTo>
                <a:moveTo>
                  <a:pt x="12764" y="8100"/>
                </a:moveTo>
                <a:cubicBezTo>
                  <a:pt x="12764" y="6609"/>
                  <a:pt x="13863" y="5400"/>
                  <a:pt x="15218" y="5400"/>
                </a:cubicBezTo>
                <a:cubicBezTo>
                  <a:pt x="16574" y="5400"/>
                  <a:pt x="17673" y="6609"/>
                  <a:pt x="17673" y="8100"/>
                </a:cubicBezTo>
                <a:lnTo>
                  <a:pt x="17673" y="13500"/>
                </a:lnTo>
                <a:cubicBezTo>
                  <a:pt x="17673" y="14991"/>
                  <a:pt x="16574" y="16199"/>
                  <a:pt x="15218" y="16199"/>
                </a:cubicBezTo>
                <a:cubicBezTo>
                  <a:pt x="13863" y="16199"/>
                  <a:pt x="12764" y="14991"/>
                  <a:pt x="12764" y="13500"/>
                </a:cubicBezTo>
                <a:cubicBezTo>
                  <a:pt x="12764" y="13500"/>
                  <a:pt x="12764" y="8100"/>
                  <a:pt x="12764" y="8100"/>
                </a:cubicBezTo>
                <a:close/>
                <a:moveTo>
                  <a:pt x="15218" y="17279"/>
                </a:moveTo>
                <a:cubicBezTo>
                  <a:pt x="17116" y="17279"/>
                  <a:pt x="18655" y="15587"/>
                  <a:pt x="18655" y="13500"/>
                </a:cubicBezTo>
                <a:lnTo>
                  <a:pt x="18655" y="8100"/>
                </a:lnTo>
                <a:cubicBezTo>
                  <a:pt x="18655" y="6012"/>
                  <a:pt x="17116" y="4320"/>
                  <a:pt x="15218" y="4320"/>
                </a:cubicBezTo>
                <a:cubicBezTo>
                  <a:pt x="13320" y="4320"/>
                  <a:pt x="11782" y="6012"/>
                  <a:pt x="11782" y="8100"/>
                </a:cubicBezTo>
                <a:lnTo>
                  <a:pt x="11782" y="13500"/>
                </a:lnTo>
                <a:cubicBezTo>
                  <a:pt x="11782" y="15587"/>
                  <a:pt x="13320" y="17279"/>
                  <a:pt x="15218" y="17279"/>
                </a:cubicBezTo>
                <a:moveTo>
                  <a:pt x="15218" y="9720"/>
                </a:moveTo>
                <a:cubicBezTo>
                  <a:pt x="16032" y="9720"/>
                  <a:pt x="16691" y="8995"/>
                  <a:pt x="16691" y="8100"/>
                </a:cubicBezTo>
                <a:cubicBezTo>
                  <a:pt x="16691" y="7206"/>
                  <a:pt x="16032" y="6480"/>
                  <a:pt x="15218" y="6480"/>
                </a:cubicBezTo>
                <a:cubicBezTo>
                  <a:pt x="14405" y="6480"/>
                  <a:pt x="13745" y="7206"/>
                  <a:pt x="13745" y="8100"/>
                </a:cubicBezTo>
                <a:cubicBezTo>
                  <a:pt x="13745" y="8995"/>
                  <a:pt x="14405" y="9720"/>
                  <a:pt x="15218" y="9720"/>
                </a:cubicBezTo>
                <a:moveTo>
                  <a:pt x="19145" y="18359"/>
                </a:moveTo>
                <a:cubicBezTo>
                  <a:pt x="18875" y="18359"/>
                  <a:pt x="18655" y="18601"/>
                  <a:pt x="18655" y="18899"/>
                </a:cubicBezTo>
                <a:cubicBezTo>
                  <a:pt x="18655" y="19198"/>
                  <a:pt x="18875" y="19439"/>
                  <a:pt x="19145" y="19439"/>
                </a:cubicBezTo>
                <a:cubicBezTo>
                  <a:pt x="19416" y="19439"/>
                  <a:pt x="19636" y="19198"/>
                  <a:pt x="19636" y="18899"/>
                </a:cubicBezTo>
                <a:cubicBezTo>
                  <a:pt x="19636" y="18601"/>
                  <a:pt x="19416" y="18359"/>
                  <a:pt x="19145" y="18359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78" name="Shape 2590">
            <a:extLst>
              <a:ext uri="{FF2B5EF4-FFF2-40B4-BE49-F238E27FC236}">
                <a16:creationId xmlns:a16="http://schemas.microsoft.com/office/drawing/2014/main" id="{060FF66A-2BD6-BDDF-368D-970C9A9EC9BB}"/>
              </a:ext>
            </a:extLst>
          </p:cNvPr>
          <p:cNvSpPr/>
          <p:nvPr userDrawn="1"/>
        </p:nvSpPr>
        <p:spPr>
          <a:xfrm>
            <a:off x="8837740" y="1291149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9636"/>
                </a:moveTo>
                <a:cubicBezTo>
                  <a:pt x="20618" y="20178"/>
                  <a:pt x="20178" y="20619"/>
                  <a:pt x="19636" y="20619"/>
                </a:cubicBezTo>
                <a:lnTo>
                  <a:pt x="1964" y="20619"/>
                </a:lnTo>
                <a:cubicBezTo>
                  <a:pt x="1422" y="20619"/>
                  <a:pt x="982" y="20178"/>
                  <a:pt x="982" y="19636"/>
                </a:cubicBezTo>
                <a:lnTo>
                  <a:pt x="982" y="1964"/>
                </a:lnTo>
                <a:cubicBezTo>
                  <a:pt x="982" y="1422"/>
                  <a:pt x="1422" y="982"/>
                  <a:pt x="1964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cubicBezTo>
                  <a:pt x="20618" y="1964"/>
                  <a:pt x="20618" y="19636"/>
                  <a:pt x="20618" y="19636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7855" y="6382"/>
                </a:moveTo>
                <a:cubicBezTo>
                  <a:pt x="7313" y="6382"/>
                  <a:pt x="6873" y="5943"/>
                  <a:pt x="6873" y="5400"/>
                </a:cubicBezTo>
                <a:cubicBezTo>
                  <a:pt x="6873" y="4858"/>
                  <a:pt x="7313" y="4418"/>
                  <a:pt x="7855" y="4418"/>
                </a:cubicBezTo>
                <a:cubicBezTo>
                  <a:pt x="8396" y="4418"/>
                  <a:pt x="8836" y="4858"/>
                  <a:pt x="8836" y="5400"/>
                </a:cubicBezTo>
                <a:cubicBezTo>
                  <a:pt x="8836" y="5943"/>
                  <a:pt x="8396" y="6382"/>
                  <a:pt x="7855" y="6382"/>
                </a:cubicBezTo>
                <a:moveTo>
                  <a:pt x="18164" y="4909"/>
                </a:moveTo>
                <a:lnTo>
                  <a:pt x="9749" y="4909"/>
                </a:lnTo>
                <a:cubicBezTo>
                  <a:pt x="9530" y="4064"/>
                  <a:pt x="8768" y="3436"/>
                  <a:pt x="7855" y="3436"/>
                </a:cubicBezTo>
                <a:cubicBezTo>
                  <a:pt x="6941" y="3436"/>
                  <a:pt x="6180" y="4064"/>
                  <a:pt x="5960" y="4909"/>
                </a:cubicBezTo>
                <a:lnTo>
                  <a:pt x="3436" y="4909"/>
                </a:lnTo>
                <a:cubicBezTo>
                  <a:pt x="3165" y="4909"/>
                  <a:pt x="2945" y="5129"/>
                  <a:pt x="2945" y="5400"/>
                </a:cubicBezTo>
                <a:cubicBezTo>
                  <a:pt x="2945" y="5672"/>
                  <a:pt x="3165" y="5891"/>
                  <a:pt x="3436" y="5891"/>
                </a:cubicBezTo>
                <a:lnTo>
                  <a:pt x="5960" y="5891"/>
                </a:lnTo>
                <a:cubicBezTo>
                  <a:pt x="6180" y="6737"/>
                  <a:pt x="6941" y="7364"/>
                  <a:pt x="7855" y="7364"/>
                </a:cubicBezTo>
                <a:cubicBezTo>
                  <a:pt x="8768" y="7364"/>
                  <a:pt x="9530" y="6737"/>
                  <a:pt x="9749" y="5891"/>
                </a:cubicBezTo>
                <a:lnTo>
                  <a:pt x="18164" y="5891"/>
                </a:lnTo>
                <a:cubicBezTo>
                  <a:pt x="18435" y="5891"/>
                  <a:pt x="18655" y="5672"/>
                  <a:pt x="18655" y="5400"/>
                </a:cubicBezTo>
                <a:cubicBezTo>
                  <a:pt x="18655" y="5129"/>
                  <a:pt x="18435" y="4909"/>
                  <a:pt x="18164" y="4909"/>
                </a:cubicBezTo>
                <a:moveTo>
                  <a:pt x="14727" y="11782"/>
                </a:moveTo>
                <a:cubicBezTo>
                  <a:pt x="14186" y="11782"/>
                  <a:pt x="13745" y="11342"/>
                  <a:pt x="13745" y="10800"/>
                </a:cubicBezTo>
                <a:cubicBezTo>
                  <a:pt x="13745" y="10258"/>
                  <a:pt x="14186" y="9818"/>
                  <a:pt x="14727" y="9818"/>
                </a:cubicBezTo>
                <a:cubicBezTo>
                  <a:pt x="15269" y="9818"/>
                  <a:pt x="15709" y="10258"/>
                  <a:pt x="15709" y="10800"/>
                </a:cubicBezTo>
                <a:cubicBezTo>
                  <a:pt x="15709" y="11342"/>
                  <a:pt x="15269" y="11782"/>
                  <a:pt x="14727" y="11782"/>
                </a:cubicBezTo>
                <a:moveTo>
                  <a:pt x="18164" y="10310"/>
                </a:moveTo>
                <a:lnTo>
                  <a:pt x="16621" y="10310"/>
                </a:lnTo>
                <a:cubicBezTo>
                  <a:pt x="16402" y="9464"/>
                  <a:pt x="15641" y="8836"/>
                  <a:pt x="14727" y="8836"/>
                </a:cubicBezTo>
                <a:cubicBezTo>
                  <a:pt x="13814" y="8836"/>
                  <a:pt x="13052" y="9464"/>
                  <a:pt x="12833" y="10310"/>
                </a:cubicBezTo>
                <a:lnTo>
                  <a:pt x="3436" y="10310"/>
                </a:lnTo>
                <a:cubicBezTo>
                  <a:pt x="3165" y="10310"/>
                  <a:pt x="2945" y="10529"/>
                  <a:pt x="2945" y="10800"/>
                </a:cubicBezTo>
                <a:cubicBezTo>
                  <a:pt x="2945" y="11072"/>
                  <a:pt x="3165" y="11291"/>
                  <a:pt x="3436" y="11291"/>
                </a:cubicBezTo>
                <a:lnTo>
                  <a:pt x="12833" y="11291"/>
                </a:lnTo>
                <a:cubicBezTo>
                  <a:pt x="13052" y="12137"/>
                  <a:pt x="13814" y="12764"/>
                  <a:pt x="14727" y="12764"/>
                </a:cubicBezTo>
                <a:cubicBezTo>
                  <a:pt x="15641" y="12764"/>
                  <a:pt x="16402" y="12137"/>
                  <a:pt x="16621" y="11291"/>
                </a:cubicBezTo>
                <a:lnTo>
                  <a:pt x="18164" y="11291"/>
                </a:lnTo>
                <a:cubicBezTo>
                  <a:pt x="18435" y="11291"/>
                  <a:pt x="18655" y="11072"/>
                  <a:pt x="18655" y="10800"/>
                </a:cubicBezTo>
                <a:cubicBezTo>
                  <a:pt x="18655" y="10529"/>
                  <a:pt x="18435" y="10310"/>
                  <a:pt x="18164" y="10310"/>
                </a:cubicBezTo>
                <a:moveTo>
                  <a:pt x="9818" y="17182"/>
                </a:moveTo>
                <a:cubicBezTo>
                  <a:pt x="9276" y="17182"/>
                  <a:pt x="8836" y="16743"/>
                  <a:pt x="8836" y="16200"/>
                </a:cubicBezTo>
                <a:cubicBezTo>
                  <a:pt x="8836" y="15658"/>
                  <a:pt x="9276" y="15218"/>
                  <a:pt x="9818" y="15218"/>
                </a:cubicBezTo>
                <a:cubicBezTo>
                  <a:pt x="10360" y="15218"/>
                  <a:pt x="10800" y="15658"/>
                  <a:pt x="10800" y="16200"/>
                </a:cubicBezTo>
                <a:cubicBezTo>
                  <a:pt x="10800" y="16743"/>
                  <a:pt x="10360" y="17182"/>
                  <a:pt x="9818" y="17182"/>
                </a:cubicBezTo>
                <a:moveTo>
                  <a:pt x="18164" y="15709"/>
                </a:moveTo>
                <a:lnTo>
                  <a:pt x="11712" y="15709"/>
                </a:lnTo>
                <a:cubicBezTo>
                  <a:pt x="11493" y="14863"/>
                  <a:pt x="10732" y="14237"/>
                  <a:pt x="9818" y="14237"/>
                </a:cubicBezTo>
                <a:cubicBezTo>
                  <a:pt x="8904" y="14237"/>
                  <a:pt x="8143" y="14863"/>
                  <a:pt x="7924" y="15709"/>
                </a:cubicBezTo>
                <a:lnTo>
                  <a:pt x="3436" y="15709"/>
                </a:lnTo>
                <a:cubicBezTo>
                  <a:pt x="3165" y="15709"/>
                  <a:pt x="2945" y="15929"/>
                  <a:pt x="2945" y="16200"/>
                </a:cubicBezTo>
                <a:cubicBezTo>
                  <a:pt x="2945" y="16472"/>
                  <a:pt x="3165" y="16691"/>
                  <a:pt x="3436" y="16691"/>
                </a:cubicBezTo>
                <a:lnTo>
                  <a:pt x="7924" y="16691"/>
                </a:lnTo>
                <a:cubicBezTo>
                  <a:pt x="8143" y="17537"/>
                  <a:pt x="8904" y="18164"/>
                  <a:pt x="9818" y="18164"/>
                </a:cubicBezTo>
                <a:cubicBezTo>
                  <a:pt x="10732" y="18164"/>
                  <a:pt x="11493" y="17537"/>
                  <a:pt x="11712" y="16691"/>
                </a:cubicBezTo>
                <a:lnTo>
                  <a:pt x="18164" y="16691"/>
                </a:lnTo>
                <a:cubicBezTo>
                  <a:pt x="18435" y="16691"/>
                  <a:pt x="18655" y="16472"/>
                  <a:pt x="18655" y="16200"/>
                </a:cubicBezTo>
                <a:cubicBezTo>
                  <a:pt x="18655" y="15929"/>
                  <a:pt x="18435" y="15709"/>
                  <a:pt x="18164" y="15709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79" name="Shape 2591">
            <a:extLst>
              <a:ext uri="{FF2B5EF4-FFF2-40B4-BE49-F238E27FC236}">
                <a16:creationId xmlns:a16="http://schemas.microsoft.com/office/drawing/2014/main" id="{37102276-0CFB-6FED-5D58-A29F9232609D}"/>
              </a:ext>
            </a:extLst>
          </p:cNvPr>
          <p:cNvSpPr/>
          <p:nvPr userDrawn="1"/>
        </p:nvSpPr>
        <p:spPr>
          <a:xfrm>
            <a:off x="9372538" y="1291149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14727"/>
                </a:moveTo>
                <a:cubicBezTo>
                  <a:pt x="8631" y="14727"/>
                  <a:pt x="6873" y="12969"/>
                  <a:pt x="6873" y="10800"/>
                </a:cubicBezTo>
                <a:cubicBezTo>
                  <a:pt x="6873" y="8631"/>
                  <a:pt x="8631" y="6873"/>
                  <a:pt x="10800" y="6873"/>
                </a:cubicBezTo>
                <a:cubicBezTo>
                  <a:pt x="12969" y="6873"/>
                  <a:pt x="14727" y="8631"/>
                  <a:pt x="14727" y="10800"/>
                </a:cubicBezTo>
                <a:cubicBezTo>
                  <a:pt x="14727" y="12969"/>
                  <a:pt x="12969" y="14727"/>
                  <a:pt x="10800" y="14727"/>
                </a:cubicBezTo>
                <a:moveTo>
                  <a:pt x="10800" y="5891"/>
                </a:moveTo>
                <a:cubicBezTo>
                  <a:pt x="8088" y="5891"/>
                  <a:pt x="5891" y="8089"/>
                  <a:pt x="5891" y="10800"/>
                </a:cubicBezTo>
                <a:cubicBezTo>
                  <a:pt x="5891" y="13512"/>
                  <a:pt x="8088" y="15709"/>
                  <a:pt x="10800" y="15709"/>
                </a:cubicBezTo>
                <a:cubicBezTo>
                  <a:pt x="13512" y="15709"/>
                  <a:pt x="15709" y="13512"/>
                  <a:pt x="15709" y="10800"/>
                </a:cubicBezTo>
                <a:cubicBezTo>
                  <a:pt x="15709" y="8089"/>
                  <a:pt x="13512" y="5891"/>
                  <a:pt x="10800" y="5891"/>
                </a:cubicBezTo>
                <a:moveTo>
                  <a:pt x="20618" y="12013"/>
                </a:moveTo>
                <a:cubicBezTo>
                  <a:pt x="20614" y="12014"/>
                  <a:pt x="20611" y="12016"/>
                  <a:pt x="20607" y="12016"/>
                </a:cubicBezTo>
                <a:lnTo>
                  <a:pt x="19602" y="12268"/>
                </a:lnTo>
                <a:cubicBezTo>
                  <a:pt x="19256" y="12354"/>
                  <a:pt x="18984" y="12622"/>
                  <a:pt x="18892" y="12966"/>
                </a:cubicBezTo>
                <a:cubicBezTo>
                  <a:pt x="18703" y="13672"/>
                  <a:pt x="18421" y="14351"/>
                  <a:pt x="18053" y="14986"/>
                </a:cubicBezTo>
                <a:cubicBezTo>
                  <a:pt x="17873" y="15295"/>
                  <a:pt x="17876" y="15677"/>
                  <a:pt x="18060" y="15984"/>
                </a:cubicBezTo>
                <a:lnTo>
                  <a:pt x="18601" y="16885"/>
                </a:lnTo>
                <a:lnTo>
                  <a:pt x="16886" y="18600"/>
                </a:lnTo>
                <a:cubicBezTo>
                  <a:pt x="16882" y="18599"/>
                  <a:pt x="16878" y="18597"/>
                  <a:pt x="16875" y="18595"/>
                </a:cubicBezTo>
                <a:lnTo>
                  <a:pt x="15978" y="18057"/>
                </a:lnTo>
                <a:cubicBezTo>
                  <a:pt x="15822" y="17964"/>
                  <a:pt x="15648" y="17917"/>
                  <a:pt x="15473" y="17917"/>
                </a:cubicBezTo>
                <a:cubicBezTo>
                  <a:pt x="15304" y="17917"/>
                  <a:pt x="15134" y="17961"/>
                  <a:pt x="14982" y="18049"/>
                </a:cubicBezTo>
                <a:cubicBezTo>
                  <a:pt x="14348" y="18415"/>
                  <a:pt x="13671" y="18696"/>
                  <a:pt x="12968" y="18884"/>
                </a:cubicBezTo>
                <a:cubicBezTo>
                  <a:pt x="12624" y="18976"/>
                  <a:pt x="12356" y="19248"/>
                  <a:pt x="12269" y="19594"/>
                </a:cubicBezTo>
                <a:lnTo>
                  <a:pt x="12016" y="20607"/>
                </a:lnTo>
                <a:cubicBezTo>
                  <a:pt x="12015" y="20611"/>
                  <a:pt x="12014" y="20614"/>
                  <a:pt x="12012" y="20619"/>
                </a:cubicBezTo>
                <a:lnTo>
                  <a:pt x="9587" y="20619"/>
                </a:lnTo>
                <a:lnTo>
                  <a:pt x="9331" y="19594"/>
                </a:lnTo>
                <a:cubicBezTo>
                  <a:pt x="9244" y="19248"/>
                  <a:pt x="8976" y="18976"/>
                  <a:pt x="8632" y="18884"/>
                </a:cubicBezTo>
                <a:cubicBezTo>
                  <a:pt x="7929" y="18696"/>
                  <a:pt x="7251" y="18415"/>
                  <a:pt x="6617" y="18049"/>
                </a:cubicBezTo>
                <a:cubicBezTo>
                  <a:pt x="6465" y="17961"/>
                  <a:pt x="6296" y="17917"/>
                  <a:pt x="6127" y="17917"/>
                </a:cubicBezTo>
                <a:cubicBezTo>
                  <a:pt x="5951" y="17917"/>
                  <a:pt x="5777" y="17964"/>
                  <a:pt x="5621" y="18057"/>
                </a:cubicBezTo>
                <a:lnTo>
                  <a:pt x="4725" y="18595"/>
                </a:lnTo>
                <a:cubicBezTo>
                  <a:pt x="4722" y="18597"/>
                  <a:pt x="4718" y="18599"/>
                  <a:pt x="4714" y="18600"/>
                </a:cubicBezTo>
                <a:lnTo>
                  <a:pt x="3000" y="16885"/>
                </a:lnTo>
                <a:lnTo>
                  <a:pt x="3540" y="15984"/>
                </a:lnTo>
                <a:cubicBezTo>
                  <a:pt x="3724" y="15677"/>
                  <a:pt x="3727" y="15295"/>
                  <a:pt x="3548" y="14986"/>
                </a:cubicBezTo>
                <a:cubicBezTo>
                  <a:pt x="3179" y="14351"/>
                  <a:pt x="2897" y="13672"/>
                  <a:pt x="2708" y="12966"/>
                </a:cubicBezTo>
                <a:cubicBezTo>
                  <a:pt x="2616" y="12622"/>
                  <a:pt x="2343" y="12354"/>
                  <a:pt x="1998" y="12268"/>
                </a:cubicBezTo>
                <a:lnTo>
                  <a:pt x="993" y="12016"/>
                </a:lnTo>
                <a:cubicBezTo>
                  <a:pt x="989" y="12016"/>
                  <a:pt x="986" y="12014"/>
                  <a:pt x="982" y="12013"/>
                </a:cubicBezTo>
                <a:lnTo>
                  <a:pt x="982" y="9587"/>
                </a:lnTo>
                <a:lnTo>
                  <a:pt x="1998" y="9333"/>
                </a:lnTo>
                <a:cubicBezTo>
                  <a:pt x="2343" y="9246"/>
                  <a:pt x="2616" y="8979"/>
                  <a:pt x="2708" y="8634"/>
                </a:cubicBezTo>
                <a:cubicBezTo>
                  <a:pt x="2897" y="7928"/>
                  <a:pt x="3179" y="7249"/>
                  <a:pt x="3548" y="6615"/>
                </a:cubicBezTo>
                <a:cubicBezTo>
                  <a:pt x="3727" y="6305"/>
                  <a:pt x="3724" y="5923"/>
                  <a:pt x="3540" y="5617"/>
                </a:cubicBezTo>
                <a:lnTo>
                  <a:pt x="3005" y="4725"/>
                </a:lnTo>
                <a:cubicBezTo>
                  <a:pt x="3004" y="4722"/>
                  <a:pt x="3002" y="4718"/>
                  <a:pt x="3000" y="4715"/>
                </a:cubicBezTo>
                <a:lnTo>
                  <a:pt x="4715" y="3000"/>
                </a:lnTo>
                <a:lnTo>
                  <a:pt x="5621" y="3544"/>
                </a:lnTo>
                <a:cubicBezTo>
                  <a:pt x="5777" y="3636"/>
                  <a:pt x="5951" y="3683"/>
                  <a:pt x="6127" y="3683"/>
                </a:cubicBezTo>
                <a:cubicBezTo>
                  <a:pt x="6296" y="3683"/>
                  <a:pt x="6465" y="3639"/>
                  <a:pt x="6618" y="3551"/>
                </a:cubicBezTo>
                <a:cubicBezTo>
                  <a:pt x="7251" y="3185"/>
                  <a:pt x="7929" y="2904"/>
                  <a:pt x="8632" y="2717"/>
                </a:cubicBezTo>
                <a:cubicBezTo>
                  <a:pt x="8976" y="2624"/>
                  <a:pt x="9244" y="2353"/>
                  <a:pt x="9331" y="2007"/>
                </a:cubicBezTo>
                <a:lnTo>
                  <a:pt x="9587" y="982"/>
                </a:lnTo>
                <a:lnTo>
                  <a:pt x="12012" y="982"/>
                </a:lnTo>
                <a:cubicBezTo>
                  <a:pt x="12014" y="986"/>
                  <a:pt x="12015" y="989"/>
                  <a:pt x="12016" y="993"/>
                </a:cubicBezTo>
                <a:lnTo>
                  <a:pt x="12269" y="2007"/>
                </a:lnTo>
                <a:cubicBezTo>
                  <a:pt x="12356" y="2353"/>
                  <a:pt x="12624" y="2624"/>
                  <a:pt x="12968" y="2717"/>
                </a:cubicBezTo>
                <a:cubicBezTo>
                  <a:pt x="13671" y="2904"/>
                  <a:pt x="14348" y="3185"/>
                  <a:pt x="14982" y="3551"/>
                </a:cubicBezTo>
                <a:cubicBezTo>
                  <a:pt x="15134" y="3639"/>
                  <a:pt x="15304" y="3683"/>
                  <a:pt x="15473" y="3683"/>
                </a:cubicBezTo>
                <a:cubicBezTo>
                  <a:pt x="15648" y="3683"/>
                  <a:pt x="15822" y="3636"/>
                  <a:pt x="15978" y="3544"/>
                </a:cubicBezTo>
                <a:lnTo>
                  <a:pt x="16884" y="3000"/>
                </a:lnTo>
                <a:lnTo>
                  <a:pt x="18600" y="4715"/>
                </a:lnTo>
                <a:cubicBezTo>
                  <a:pt x="18598" y="4718"/>
                  <a:pt x="18597" y="4722"/>
                  <a:pt x="18595" y="4726"/>
                </a:cubicBezTo>
                <a:lnTo>
                  <a:pt x="18060" y="5616"/>
                </a:lnTo>
                <a:cubicBezTo>
                  <a:pt x="17876" y="5923"/>
                  <a:pt x="17873" y="6305"/>
                  <a:pt x="18053" y="6615"/>
                </a:cubicBezTo>
                <a:cubicBezTo>
                  <a:pt x="18421" y="7249"/>
                  <a:pt x="18703" y="7928"/>
                  <a:pt x="18892" y="8634"/>
                </a:cubicBezTo>
                <a:cubicBezTo>
                  <a:pt x="18984" y="8979"/>
                  <a:pt x="19256" y="9246"/>
                  <a:pt x="19602" y="9333"/>
                </a:cubicBezTo>
                <a:lnTo>
                  <a:pt x="20618" y="9587"/>
                </a:lnTo>
                <a:cubicBezTo>
                  <a:pt x="20618" y="9587"/>
                  <a:pt x="20618" y="12013"/>
                  <a:pt x="20618" y="12013"/>
                </a:cubicBezTo>
                <a:close/>
                <a:moveTo>
                  <a:pt x="20880" y="8641"/>
                </a:moveTo>
                <a:lnTo>
                  <a:pt x="19841" y="8380"/>
                </a:lnTo>
                <a:cubicBezTo>
                  <a:pt x="19626" y="7580"/>
                  <a:pt x="19308" y="6822"/>
                  <a:pt x="18902" y="6122"/>
                </a:cubicBezTo>
                <a:lnTo>
                  <a:pt x="19455" y="5200"/>
                </a:lnTo>
                <a:cubicBezTo>
                  <a:pt x="19625" y="4871"/>
                  <a:pt x="19736" y="4463"/>
                  <a:pt x="19455" y="4182"/>
                </a:cubicBezTo>
                <a:lnTo>
                  <a:pt x="17419" y="2145"/>
                </a:lnTo>
                <a:cubicBezTo>
                  <a:pt x="17292" y="2018"/>
                  <a:pt x="17136" y="1969"/>
                  <a:pt x="16975" y="1969"/>
                </a:cubicBezTo>
                <a:cubicBezTo>
                  <a:pt x="16778" y="1969"/>
                  <a:pt x="16572" y="2043"/>
                  <a:pt x="16400" y="2145"/>
                </a:cubicBezTo>
                <a:lnTo>
                  <a:pt x="15473" y="2702"/>
                </a:lnTo>
                <a:cubicBezTo>
                  <a:pt x="14775" y="2298"/>
                  <a:pt x="14020" y="1982"/>
                  <a:pt x="13222" y="1768"/>
                </a:cubicBezTo>
                <a:lnTo>
                  <a:pt x="12960" y="720"/>
                </a:lnTo>
                <a:cubicBezTo>
                  <a:pt x="12848" y="367"/>
                  <a:pt x="12638" y="0"/>
                  <a:pt x="12240" y="0"/>
                </a:cubicBezTo>
                <a:lnTo>
                  <a:pt x="9360" y="0"/>
                </a:lnTo>
                <a:cubicBezTo>
                  <a:pt x="8962" y="0"/>
                  <a:pt x="8730" y="367"/>
                  <a:pt x="8640" y="720"/>
                </a:cubicBezTo>
                <a:lnTo>
                  <a:pt x="8378" y="1768"/>
                </a:lnTo>
                <a:cubicBezTo>
                  <a:pt x="7580" y="1982"/>
                  <a:pt x="6825" y="2298"/>
                  <a:pt x="6127" y="2702"/>
                </a:cubicBezTo>
                <a:lnTo>
                  <a:pt x="5200" y="2145"/>
                </a:lnTo>
                <a:cubicBezTo>
                  <a:pt x="5028" y="2043"/>
                  <a:pt x="4822" y="1969"/>
                  <a:pt x="4625" y="1969"/>
                </a:cubicBezTo>
                <a:cubicBezTo>
                  <a:pt x="4464" y="1969"/>
                  <a:pt x="4308" y="2018"/>
                  <a:pt x="4181" y="2145"/>
                </a:cubicBezTo>
                <a:lnTo>
                  <a:pt x="2145" y="4182"/>
                </a:lnTo>
                <a:cubicBezTo>
                  <a:pt x="1864" y="4463"/>
                  <a:pt x="1975" y="4871"/>
                  <a:pt x="2145" y="5200"/>
                </a:cubicBezTo>
                <a:lnTo>
                  <a:pt x="2698" y="6122"/>
                </a:lnTo>
                <a:cubicBezTo>
                  <a:pt x="2292" y="6822"/>
                  <a:pt x="1973" y="7580"/>
                  <a:pt x="1759" y="8380"/>
                </a:cubicBezTo>
                <a:lnTo>
                  <a:pt x="720" y="8641"/>
                </a:lnTo>
                <a:cubicBezTo>
                  <a:pt x="367" y="8730"/>
                  <a:pt x="0" y="8963"/>
                  <a:pt x="0" y="9360"/>
                </a:cubicBezTo>
                <a:lnTo>
                  <a:pt x="0" y="12240"/>
                </a:lnTo>
                <a:cubicBezTo>
                  <a:pt x="0" y="12638"/>
                  <a:pt x="367" y="12848"/>
                  <a:pt x="720" y="12960"/>
                </a:cubicBezTo>
                <a:lnTo>
                  <a:pt x="1759" y="13220"/>
                </a:lnTo>
                <a:cubicBezTo>
                  <a:pt x="1973" y="14021"/>
                  <a:pt x="2292" y="14778"/>
                  <a:pt x="2698" y="15478"/>
                </a:cubicBezTo>
                <a:lnTo>
                  <a:pt x="2145" y="16400"/>
                </a:lnTo>
                <a:cubicBezTo>
                  <a:pt x="1959" y="16714"/>
                  <a:pt x="1864" y="17137"/>
                  <a:pt x="2145" y="17419"/>
                </a:cubicBezTo>
                <a:lnTo>
                  <a:pt x="4181" y="19455"/>
                </a:lnTo>
                <a:cubicBezTo>
                  <a:pt x="4305" y="19579"/>
                  <a:pt x="4454" y="19627"/>
                  <a:pt x="4610" y="19627"/>
                </a:cubicBezTo>
                <a:cubicBezTo>
                  <a:pt x="4807" y="19627"/>
                  <a:pt x="5016" y="19550"/>
                  <a:pt x="5200" y="19455"/>
                </a:cubicBezTo>
                <a:lnTo>
                  <a:pt x="6127" y="18899"/>
                </a:lnTo>
                <a:cubicBezTo>
                  <a:pt x="6825" y="19302"/>
                  <a:pt x="7580" y="19619"/>
                  <a:pt x="8378" y="19832"/>
                </a:cubicBezTo>
                <a:lnTo>
                  <a:pt x="8640" y="20880"/>
                </a:lnTo>
                <a:cubicBezTo>
                  <a:pt x="8730" y="21233"/>
                  <a:pt x="8962" y="21600"/>
                  <a:pt x="9360" y="21600"/>
                </a:cubicBezTo>
                <a:lnTo>
                  <a:pt x="12240" y="21600"/>
                </a:lnTo>
                <a:cubicBezTo>
                  <a:pt x="12638" y="21600"/>
                  <a:pt x="12848" y="21233"/>
                  <a:pt x="12960" y="20880"/>
                </a:cubicBezTo>
                <a:lnTo>
                  <a:pt x="13222" y="19832"/>
                </a:lnTo>
                <a:cubicBezTo>
                  <a:pt x="14020" y="19619"/>
                  <a:pt x="14775" y="19302"/>
                  <a:pt x="15473" y="18899"/>
                </a:cubicBezTo>
                <a:lnTo>
                  <a:pt x="16400" y="19455"/>
                </a:lnTo>
                <a:cubicBezTo>
                  <a:pt x="16584" y="19550"/>
                  <a:pt x="16793" y="19627"/>
                  <a:pt x="16990" y="19627"/>
                </a:cubicBezTo>
                <a:cubicBezTo>
                  <a:pt x="17146" y="19627"/>
                  <a:pt x="17294" y="19579"/>
                  <a:pt x="17419" y="19455"/>
                </a:cubicBezTo>
                <a:lnTo>
                  <a:pt x="19455" y="17419"/>
                </a:lnTo>
                <a:cubicBezTo>
                  <a:pt x="19736" y="17137"/>
                  <a:pt x="19641" y="16714"/>
                  <a:pt x="19455" y="16400"/>
                </a:cubicBezTo>
                <a:lnTo>
                  <a:pt x="18902" y="15478"/>
                </a:lnTo>
                <a:cubicBezTo>
                  <a:pt x="19308" y="14778"/>
                  <a:pt x="19626" y="14021"/>
                  <a:pt x="19841" y="13220"/>
                </a:cubicBezTo>
                <a:lnTo>
                  <a:pt x="20880" y="12960"/>
                </a:lnTo>
                <a:cubicBezTo>
                  <a:pt x="21233" y="12848"/>
                  <a:pt x="21600" y="12638"/>
                  <a:pt x="21600" y="12240"/>
                </a:cubicBezTo>
                <a:lnTo>
                  <a:pt x="21600" y="9360"/>
                </a:lnTo>
                <a:cubicBezTo>
                  <a:pt x="21600" y="8963"/>
                  <a:pt x="21233" y="8730"/>
                  <a:pt x="20880" y="8641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80" name="Shape 2592">
            <a:extLst>
              <a:ext uri="{FF2B5EF4-FFF2-40B4-BE49-F238E27FC236}">
                <a16:creationId xmlns:a16="http://schemas.microsoft.com/office/drawing/2014/main" id="{B23DA699-5A07-6A95-E048-4DDC0A897539}"/>
              </a:ext>
            </a:extLst>
          </p:cNvPr>
          <p:cNvSpPr/>
          <p:nvPr userDrawn="1"/>
        </p:nvSpPr>
        <p:spPr>
          <a:xfrm>
            <a:off x="9907337" y="1291149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2012"/>
                </a:moveTo>
                <a:cubicBezTo>
                  <a:pt x="20614" y="12014"/>
                  <a:pt x="20611" y="12016"/>
                  <a:pt x="20607" y="12016"/>
                </a:cubicBezTo>
                <a:lnTo>
                  <a:pt x="19602" y="12268"/>
                </a:lnTo>
                <a:cubicBezTo>
                  <a:pt x="19256" y="12354"/>
                  <a:pt x="18984" y="12622"/>
                  <a:pt x="18892" y="12966"/>
                </a:cubicBezTo>
                <a:cubicBezTo>
                  <a:pt x="18703" y="13672"/>
                  <a:pt x="18421" y="14352"/>
                  <a:pt x="18053" y="14986"/>
                </a:cubicBezTo>
                <a:cubicBezTo>
                  <a:pt x="17873" y="15295"/>
                  <a:pt x="17876" y="15677"/>
                  <a:pt x="18060" y="15984"/>
                </a:cubicBezTo>
                <a:lnTo>
                  <a:pt x="18601" y="16885"/>
                </a:lnTo>
                <a:lnTo>
                  <a:pt x="16886" y="18600"/>
                </a:lnTo>
                <a:cubicBezTo>
                  <a:pt x="16882" y="18598"/>
                  <a:pt x="16878" y="18597"/>
                  <a:pt x="16875" y="18595"/>
                </a:cubicBezTo>
                <a:lnTo>
                  <a:pt x="15978" y="18057"/>
                </a:lnTo>
                <a:cubicBezTo>
                  <a:pt x="15822" y="17964"/>
                  <a:pt x="15648" y="17917"/>
                  <a:pt x="15473" y="17917"/>
                </a:cubicBezTo>
                <a:cubicBezTo>
                  <a:pt x="15304" y="17917"/>
                  <a:pt x="15134" y="17961"/>
                  <a:pt x="14982" y="18049"/>
                </a:cubicBezTo>
                <a:cubicBezTo>
                  <a:pt x="14348" y="18415"/>
                  <a:pt x="13671" y="18696"/>
                  <a:pt x="12968" y="18884"/>
                </a:cubicBezTo>
                <a:cubicBezTo>
                  <a:pt x="12624" y="18976"/>
                  <a:pt x="12356" y="19248"/>
                  <a:pt x="12269" y="19594"/>
                </a:cubicBezTo>
                <a:lnTo>
                  <a:pt x="12016" y="20607"/>
                </a:lnTo>
                <a:cubicBezTo>
                  <a:pt x="12015" y="20611"/>
                  <a:pt x="12014" y="20614"/>
                  <a:pt x="12012" y="20619"/>
                </a:cubicBezTo>
                <a:lnTo>
                  <a:pt x="9587" y="20619"/>
                </a:lnTo>
                <a:lnTo>
                  <a:pt x="9331" y="19594"/>
                </a:lnTo>
                <a:cubicBezTo>
                  <a:pt x="9244" y="19248"/>
                  <a:pt x="8976" y="18976"/>
                  <a:pt x="8632" y="18884"/>
                </a:cubicBezTo>
                <a:cubicBezTo>
                  <a:pt x="7929" y="18696"/>
                  <a:pt x="7252" y="18415"/>
                  <a:pt x="6617" y="18049"/>
                </a:cubicBezTo>
                <a:cubicBezTo>
                  <a:pt x="6465" y="17961"/>
                  <a:pt x="6296" y="17917"/>
                  <a:pt x="6127" y="17917"/>
                </a:cubicBezTo>
                <a:cubicBezTo>
                  <a:pt x="5951" y="17917"/>
                  <a:pt x="5777" y="17964"/>
                  <a:pt x="5621" y="18057"/>
                </a:cubicBezTo>
                <a:lnTo>
                  <a:pt x="4725" y="18595"/>
                </a:lnTo>
                <a:cubicBezTo>
                  <a:pt x="4722" y="18597"/>
                  <a:pt x="4718" y="18598"/>
                  <a:pt x="4714" y="18600"/>
                </a:cubicBezTo>
                <a:lnTo>
                  <a:pt x="3000" y="16885"/>
                </a:lnTo>
                <a:lnTo>
                  <a:pt x="3540" y="15984"/>
                </a:lnTo>
                <a:cubicBezTo>
                  <a:pt x="3724" y="15677"/>
                  <a:pt x="3727" y="15295"/>
                  <a:pt x="3548" y="14986"/>
                </a:cubicBezTo>
                <a:cubicBezTo>
                  <a:pt x="3179" y="14351"/>
                  <a:pt x="2897" y="13672"/>
                  <a:pt x="2708" y="12966"/>
                </a:cubicBezTo>
                <a:cubicBezTo>
                  <a:pt x="2616" y="12622"/>
                  <a:pt x="2343" y="12354"/>
                  <a:pt x="1998" y="12268"/>
                </a:cubicBezTo>
                <a:lnTo>
                  <a:pt x="993" y="12016"/>
                </a:lnTo>
                <a:cubicBezTo>
                  <a:pt x="989" y="12016"/>
                  <a:pt x="986" y="12014"/>
                  <a:pt x="982" y="12012"/>
                </a:cubicBezTo>
                <a:lnTo>
                  <a:pt x="982" y="9587"/>
                </a:lnTo>
                <a:lnTo>
                  <a:pt x="1998" y="9333"/>
                </a:lnTo>
                <a:cubicBezTo>
                  <a:pt x="2343" y="9246"/>
                  <a:pt x="2616" y="8979"/>
                  <a:pt x="2708" y="8634"/>
                </a:cubicBezTo>
                <a:cubicBezTo>
                  <a:pt x="2897" y="7929"/>
                  <a:pt x="3179" y="7249"/>
                  <a:pt x="3548" y="6615"/>
                </a:cubicBezTo>
                <a:cubicBezTo>
                  <a:pt x="3727" y="6305"/>
                  <a:pt x="3724" y="5923"/>
                  <a:pt x="3540" y="5617"/>
                </a:cubicBezTo>
                <a:lnTo>
                  <a:pt x="3005" y="4725"/>
                </a:lnTo>
                <a:cubicBezTo>
                  <a:pt x="3004" y="4722"/>
                  <a:pt x="3002" y="4719"/>
                  <a:pt x="3000" y="4715"/>
                </a:cubicBezTo>
                <a:lnTo>
                  <a:pt x="4715" y="3000"/>
                </a:lnTo>
                <a:lnTo>
                  <a:pt x="5621" y="3543"/>
                </a:lnTo>
                <a:cubicBezTo>
                  <a:pt x="5777" y="3637"/>
                  <a:pt x="5951" y="3683"/>
                  <a:pt x="6127" y="3683"/>
                </a:cubicBezTo>
                <a:cubicBezTo>
                  <a:pt x="6296" y="3683"/>
                  <a:pt x="6465" y="3639"/>
                  <a:pt x="6618" y="3552"/>
                </a:cubicBezTo>
                <a:cubicBezTo>
                  <a:pt x="7251" y="3185"/>
                  <a:pt x="7929" y="2904"/>
                  <a:pt x="8632" y="2717"/>
                </a:cubicBezTo>
                <a:cubicBezTo>
                  <a:pt x="8976" y="2624"/>
                  <a:pt x="9244" y="2352"/>
                  <a:pt x="9331" y="2006"/>
                </a:cubicBezTo>
                <a:lnTo>
                  <a:pt x="9587" y="982"/>
                </a:lnTo>
                <a:lnTo>
                  <a:pt x="12012" y="982"/>
                </a:lnTo>
                <a:cubicBezTo>
                  <a:pt x="12014" y="986"/>
                  <a:pt x="12015" y="989"/>
                  <a:pt x="12016" y="993"/>
                </a:cubicBezTo>
                <a:lnTo>
                  <a:pt x="12269" y="2006"/>
                </a:lnTo>
                <a:cubicBezTo>
                  <a:pt x="12356" y="2352"/>
                  <a:pt x="12624" y="2624"/>
                  <a:pt x="12968" y="2717"/>
                </a:cubicBezTo>
                <a:cubicBezTo>
                  <a:pt x="13671" y="2904"/>
                  <a:pt x="14348" y="3185"/>
                  <a:pt x="14982" y="3552"/>
                </a:cubicBezTo>
                <a:cubicBezTo>
                  <a:pt x="15134" y="3639"/>
                  <a:pt x="15304" y="3683"/>
                  <a:pt x="15473" y="3683"/>
                </a:cubicBezTo>
                <a:cubicBezTo>
                  <a:pt x="15648" y="3683"/>
                  <a:pt x="15822" y="3637"/>
                  <a:pt x="15978" y="3543"/>
                </a:cubicBezTo>
                <a:lnTo>
                  <a:pt x="16884" y="3000"/>
                </a:lnTo>
                <a:lnTo>
                  <a:pt x="18600" y="4715"/>
                </a:lnTo>
                <a:cubicBezTo>
                  <a:pt x="18598" y="4719"/>
                  <a:pt x="18597" y="4722"/>
                  <a:pt x="18595" y="4725"/>
                </a:cubicBezTo>
                <a:lnTo>
                  <a:pt x="18060" y="5616"/>
                </a:lnTo>
                <a:cubicBezTo>
                  <a:pt x="17876" y="5923"/>
                  <a:pt x="17873" y="6305"/>
                  <a:pt x="18053" y="6615"/>
                </a:cubicBezTo>
                <a:cubicBezTo>
                  <a:pt x="18421" y="7249"/>
                  <a:pt x="18703" y="7928"/>
                  <a:pt x="18892" y="8634"/>
                </a:cubicBezTo>
                <a:cubicBezTo>
                  <a:pt x="18984" y="8979"/>
                  <a:pt x="19256" y="9246"/>
                  <a:pt x="19602" y="9333"/>
                </a:cubicBezTo>
                <a:lnTo>
                  <a:pt x="20618" y="9587"/>
                </a:lnTo>
                <a:cubicBezTo>
                  <a:pt x="20618" y="9587"/>
                  <a:pt x="20618" y="12012"/>
                  <a:pt x="20618" y="12012"/>
                </a:cubicBezTo>
                <a:close/>
                <a:moveTo>
                  <a:pt x="20880" y="8641"/>
                </a:moveTo>
                <a:lnTo>
                  <a:pt x="19841" y="8380"/>
                </a:lnTo>
                <a:cubicBezTo>
                  <a:pt x="19626" y="7580"/>
                  <a:pt x="19308" y="6822"/>
                  <a:pt x="18902" y="6122"/>
                </a:cubicBezTo>
                <a:lnTo>
                  <a:pt x="19455" y="5200"/>
                </a:lnTo>
                <a:cubicBezTo>
                  <a:pt x="19625" y="4871"/>
                  <a:pt x="19736" y="4463"/>
                  <a:pt x="19455" y="4182"/>
                </a:cubicBezTo>
                <a:lnTo>
                  <a:pt x="17419" y="2145"/>
                </a:lnTo>
                <a:cubicBezTo>
                  <a:pt x="17292" y="2019"/>
                  <a:pt x="17136" y="1968"/>
                  <a:pt x="16975" y="1968"/>
                </a:cubicBezTo>
                <a:cubicBezTo>
                  <a:pt x="16778" y="1968"/>
                  <a:pt x="16572" y="2043"/>
                  <a:pt x="16400" y="2145"/>
                </a:cubicBezTo>
                <a:lnTo>
                  <a:pt x="15473" y="2701"/>
                </a:lnTo>
                <a:cubicBezTo>
                  <a:pt x="14775" y="2298"/>
                  <a:pt x="14020" y="1982"/>
                  <a:pt x="13222" y="1768"/>
                </a:cubicBezTo>
                <a:lnTo>
                  <a:pt x="12960" y="720"/>
                </a:lnTo>
                <a:cubicBezTo>
                  <a:pt x="12848" y="367"/>
                  <a:pt x="12638" y="0"/>
                  <a:pt x="12240" y="0"/>
                </a:cubicBezTo>
                <a:lnTo>
                  <a:pt x="9360" y="0"/>
                </a:lnTo>
                <a:cubicBezTo>
                  <a:pt x="8962" y="0"/>
                  <a:pt x="8730" y="367"/>
                  <a:pt x="8640" y="720"/>
                </a:cubicBezTo>
                <a:lnTo>
                  <a:pt x="8378" y="1768"/>
                </a:lnTo>
                <a:cubicBezTo>
                  <a:pt x="7580" y="1982"/>
                  <a:pt x="6825" y="2298"/>
                  <a:pt x="6127" y="2701"/>
                </a:cubicBezTo>
                <a:lnTo>
                  <a:pt x="5200" y="2145"/>
                </a:lnTo>
                <a:cubicBezTo>
                  <a:pt x="5028" y="2043"/>
                  <a:pt x="4822" y="1968"/>
                  <a:pt x="4625" y="1968"/>
                </a:cubicBezTo>
                <a:cubicBezTo>
                  <a:pt x="4464" y="1968"/>
                  <a:pt x="4308" y="2019"/>
                  <a:pt x="4181" y="2145"/>
                </a:cubicBezTo>
                <a:lnTo>
                  <a:pt x="2145" y="4182"/>
                </a:lnTo>
                <a:cubicBezTo>
                  <a:pt x="1864" y="4463"/>
                  <a:pt x="1975" y="4871"/>
                  <a:pt x="2145" y="5200"/>
                </a:cubicBezTo>
                <a:lnTo>
                  <a:pt x="2698" y="6122"/>
                </a:lnTo>
                <a:cubicBezTo>
                  <a:pt x="2292" y="6822"/>
                  <a:pt x="1973" y="7580"/>
                  <a:pt x="1759" y="8380"/>
                </a:cubicBezTo>
                <a:lnTo>
                  <a:pt x="720" y="8641"/>
                </a:lnTo>
                <a:cubicBezTo>
                  <a:pt x="367" y="8730"/>
                  <a:pt x="0" y="8962"/>
                  <a:pt x="0" y="9361"/>
                </a:cubicBezTo>
                <a:lnTo>
                  <a:pt x="0" y="12240"/>
                </a:lnTo>
                <a:cubicBezTo>
                  <a:pt x="0" y="12638"/>
                  <a:pt x="367" y="12848"/>
                  <a:pt x="720" y="12960"/>
                </a:cubicBezTo>
                <a:lnTo>
                  <a:pt x="1759" y="13220"/>
                </a:lnTo>
                <a:cubicBezTo>
                  <a:pt x="1973" y="14021"/>
                  <a:pt x="2292" y="14778"/>
                  <a:pt x="2698" y="15479"/>
                </a:cubicBezTo>
                <a:lnTo>
                  <a:pt x="2145" y="16400"/>
                </a:lnTo>
                <a:cubicBezTo>
                  <a:pt x="1959" y="16713"/>
                  <a:pt x="1864" y="17137"/>
                  <a:pt x="2145" y="17419"/>
                </a:cubicBezTo>
                <a:lnTo>
                  <a:pt x="4181" y="19455"/>
                </a:lnTo>
                <a:cubicBezTo>
                  <a:pt x="4305" y="19579"/>
                  <a:pt x="4454" y="19627"/>
                  <a:pt x="4610" y="19627"/>
                </a:cubicBezTo>
                <a:cubicBezTo>
                  <a:pt x="4807" y="19627"/>
                  <a:pt x="5016" y="19550"/>
                  <a:pt x="5200" y="19455"/>
                </a:cubicBezTo>
                <a:lnTo>
                  <a:pt x="6127" y="18899"/>
                </a:lnTo>
                <a:cubicBezTo>
                  <a:pt x="6825" y="19302"/>
                  <a:pt x="7580" y="19619"/>
                  <a:pt x="8378" y="19832"/>
                </a:cubicBezTo>
                <a:lnTo>
                  <a:pt x="8640" y="20880"/>
                </a:lnTo>
                <a:cubicBezTo>
                  <a:pt x="8730" y="21233"/>
                  <a:pt x="8962" y="21600"/>
                  <a:pt x="9360" y="21600"/>
                </a:cubicBezTo>
                <a:lnTo>
                  <a:pt x="12240" y="21600"/>
                </a:lnTo>
                <a:cubicBezTo>
                  <a:pt x="12638" y="21600"/>
                  <a:pt x="12848" y="21233"/>
                  <a:pt x="12960" y="20880"/>
                </a:cubicBezTo>
                <a:lnTo>
                  <a:pt x="13222" y="19832"/>
                </a:lnTo>
                <a:cubicBezTo>
                  <a:pt x="14020" y="19619"/>
                  <a:pt x="14775" y="19302"/>
                  <a:pt x="15473" y="18899"/>
                </a:cubicBezTo>
                <a:lnTo>
                  <a:pt x="16400" y="19455"/>
                </a:lnTo>
                <a:cubicBezTo>
                  <a:pt x="16584" y="19550"/>
                  <a:pt x="16793" y="19627"/>
                  <a:pt x="16990" y="19627"/>
                </a:cubicBezTo>
                <a:cubicBezTo>
                  <a:pt x="17146" y="19627"/>
                  <a:pt x="17294" y="19579"/>
                  <a:pt x="17419" y="19455"/>
                </a:cubicBezTo>
                <a:lnTo>
                  <a:pt x="19455" y="17419"/>
                </a:lnTo>
                <a:cubicBezTo>
                  <a:pt x="19736" y="17137"/>
                  <a:pt x="19641" y="16713"/>
                  <a:pt x="19455" y="16400"/>
                </a:cubicBezTo>
                <a:lnTo>
                  <a:pt x="18902" y="15479"/>
                </a:lnTo>
                <a:cubicBezTo>
                  <a:pt x="19308" y="14778"/>
                  <a:pt x="19626" y="14021"/>
                  <a:pt x="19841" y="13220"/>
                </a:cubicBezTo>
                <a:lnTo>
                  <a:pt x="20880" y="12960"/>
                </a:lnTo>
                <a:cubicBezTo>
                  <a:pt x="21233" y="12848"/>
                  <a:pt x="21600" y="12638"/>
                  <a:pt x="21600" y="12240"/>
                </a:cubicBezTo>
                <a:lnTo>
                  <a:pt x="21600" y="9361"/>
                </a:lnTo>
                <a:cubicBezTo>
                  <a:pt x="21600" y="8962"/>
                  <a:pt x="21233" y="8730"/>
                  <a:pt x="20880" y="8641"/>
                </a:cubicBezTo>
                <a:moveTo>
                  <a:pt x="15709" y="10800"/>
                </a:moveTo>
                <a:cubicBezTo>
                  <a:pt x="15709" y="13346"/>
                  <a:pt x="13771" y="15438"/>
                  <a:pt x="11291" y="15685"/>
                </a:cubicBezTo>
                <a:lnTo>
                  <a:pt x="11291" y="12694"/>
                </a:lnTo>
                <a:cubicBezTo>
                  <a:pt x="12137" y="12476"/>
                  <a:pt x="12764" y="11714"/>
                  <a:pt x="12764" y="10800"/>
                </a:cubicBezTo>
                <a:cubicBezTo>
                  <a:pt x="12764" y="10630"/>
                  <a:pt x="12735" y="10468"/>
                  <a:pt x="12694" y="10310"/>
                </a:cubicBezTo>
                <a:lnTo>
                  <a:pt x="15308" y="8857"/>
                </a:lnTo>
                <a:cubicBezTo>
                  <a:pt x="15565" y="9453"/>
                  <a:pt x="15709" y="10110"/>
                  <a:pt x="15709" y="10800"/>
                </a:cubicBezTo>
                <a:moveTo>
                  <a:pt x="9818" y="10800"/>
                </a:moveTo>
                <a:cubicBezTo>
                  <a:pt x="9818" y="10258"/>
                  <a:pt x="10258" y="9818"/>
                  <a:pt x="10800" y="9818"/>
                </a:cubicBezTo>
                <a:cubicBezTo>
                  <a:pt x="11342" y="9818"/>
                  <a:pt x="11782" y="10258"/>
                  <a:pt x="11782" y="10800"/>
                </a:cubicBezTo>
                <a:cubicBezTo>
                  <a:pt x="11782" y="11342"/>
                  <a:pt x="11342" y="11782"/>
                  <a:pt x="10800" y="11782"/>
                </a:cubicBezTo>
                <a:cubicBezTo>
                  <a:pt x="10258" y="11782"/>
                  <a:pt x="9818" y="11342"/>
                  <a:pt x="9818" y="10800"/>
                </a:cubicBezTo>
                <a:moveTo>
                  <a:pt x="10309" y="15685"/>
                </a:moveTo>
                <a:cubicBezTo>
                  <a:pt x="7829" y="15438"/>
                  <a:pt x="5891" y="13346"/>
                  <a:pt x="5891" y="10800"/>
                </a:cubicBezTo>
                <a:cubicBezTo>
                  <a:pt x="5891" y="10110"/>
                  <a:pt x="6035" y="9453"/>
                  <a:pt x="6292" y="8857"/>
                </a:cubicBezTo>
                <a:lnTo>
                  <a:pt x="8906" y="10310"/>
                </a:lnTo>
                <a:cubicBezTo>
                  <a:pt x="8865" y="10468"/>
                  <a:pt x="8836" y="10630"/>
                  <a:pt x="8836" y="10800"/>
                </a:cubicBezTo>
                <a:cubicBezTo>
                  <a:pt x="8836" y="11714"/>
                  <a:pt x="9463" y="12476"/>
                  <a:pt x="10309" y="12694"/>
                </a:cubicBezTo>
                <a:cubicBezTo>
                  <a:pt x="10309" y="12694"/>
                  <a:pt x="10309" y="15685"/>
                  <a:pt x="10309" y="15685"/>
                </a:cubicBezTo>
                <a:close/>
                <a:moveTo>
                  <a:pt x="10800" y="5891"/>
                </a:moveTo>
                <a:cubicBezTo>
                  <a:pt x="12470" y="5891"/>
                  <a:pt x="13942" y="6727"/>
                  <a:pt x="14829" y="8000"/>
                </a:cubicBezTo>
                <a:lnTo>
                  <a:pt x="12220" y="9450"/>
                </a:lnTo>
                <a:cubicBezTo>
                  <a:pt x="11862" y="9074"/>
                  <a:pt x="11360" y="8836"/>
                  <a:pt x="10800" y="8836"/>
                </a:cubicBezTo>
                <a:cubicBezTo>
                  <a:pt x="10240" y="8836"/>
                  <a:pt x="9738" y="9074"/>
                  <a:pt x="9380" y="9450"/>
                </a:cubicBezTo>
                <a:lnTo>
                  <a:pt x="6771" y="8000"/>
                </a:lnTo>
                <a:cubicBezTo>
                  <a:pt x="7658" y="6727"/>
                  <a:pt x="9130" y="5891"/>
                  <a:pt x="10800" y="5891"/>
                </a:cubicBezTo>
                <a:moveTo>
                  <a:pt x="10800" y="4909"/>
                </a:moveTo>
                <a:cubicBezTo>
                  <a:pt x="7547" y="4909"/>
                  <a:pt x="4909" y="7547"/>
                  <a:pt x="4909" y="10800"/>
                </a:cubicBezTo>
                <a:cubicBezTo>
                  <a:pt x="4909" y="14054"/>
                  <a:pt x="7547" y="16691"/>
                  <a:pt x="10800" y="16691"/>
                </a:cubicBezTo>
                <a:cubicBezTo>
                  <a:pt x="14053" y="16691"/>
                  <a:pt x="16691" y="14054"/>
                  <a:pt x="16691" y="10800"/>
                </a:cubicBezTo>
                <a:cubicBezTo>
                  <a:pt x="16691" y="7547"/>
                  <a:pt x="14053" y="4909"/>
                  <a:pt x="10800" y="4909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81" name="Shape 2593">
            <a:extLst>
              <a:ext uri="{FF2B5EF4-FFF2-40B4-BE49-F238E27FC236}">
                <a16:creationId xmlns:a16="http://schemas.microsoft.com/office/drawing/2014/main" id="{2A7D3C18-02BD-9974-3D56-3CA5E6A36132}"/>
              </a:ext>
            </a:extLst>
          </p:cNvPr>
          <p:cNvSpPr/>
          <p:nvPr userDrawn="1"/>
        </p:nvSpPr>
        <p:spPr>
          <a:xfrm>
            <a:off x="10442135" y="1291149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8095"/>
                </a:moveTo>
                <a:lnTo>
                  <a:pt x="20091" y="8640"/>
                </a:lnTo>
                <a:cubicBezTo>
                  <a:pt x="19294" y="8426"/>
                  <a:pt x="18482" y="8322"/>
                  <a:pt x="17675" y="8322"/>
                </a:cubicBezTo>
                <a:lnTo>
                  <a:pt x="17150" y="7377"/>
                </a:lnTo>
                <a:cubicBezTo>
                  <a:pt x="17052" y="7203"/>
                  <a:pt x="16911" y="7035"/>
                  <a:pt x="16741" y="6937"/>
                </a:cubicBezTo>
                <a:cubicBezTo>
                  <a:pt x="16601" y="6856"/>
                  <a:pt x="16442" y="6822"/>
                  <a:pt x="16268" y="6868"/>
                </a:cubicBezTo>
                <a:lnTo>
                  <a:pt x="13487" y="7613"/>
                </a:lnTo>
                <a:cubicBezTo>
                  <a:pt x="13102" y="7716"/>
                  <a:pt x="12995" y="8125"/>
                  <a:pt x="12977" y="8495"/>
                </a:cubicBezTo>
                <a:lnTo>
                  <a:pt x="12996" y="9570"/>
                </a:lnTo>
                <a:cubicBezTo>
                  <a:pt x="12293" y="9973"/>
                  <a:pt x="11639" y="10471"/>
                  <a:pt x="11053" y="11057"/>
                </a:cubicBezTo>
                <a:lnTo>
                  <a:pt x="10023" y="10762"/>
                </a:lnTo>
                <a:cubicBezTo>
                  <a:pt x="9673" y="10664"/>
                  <a:pt x="9239" y="10682"/>
                  <a:pt x="9040" y="11026"/>
                </a:cubicBezTo>
                <a:lnTo>
                  <a:pt x="7600" y="13520"/>
                </a:lnTo>
                <a:cubicBezTo>
                  <a:pt x="7401" y="13864"/>
                  <a:pt x="7614" y="14229"/>
                  <a:pt x="7863" y="14504"/>
                </a:cubicBezTo>
                <a:lnTo>
                  <a:pt x="8633" y="15248"/>
                </a:lnTo>
                <a:cubicBezTo>
                  <a:pt x="8419" y="16049"/>
                  <a:pt x="8315" y="16864"/>
                  <a:pt x="8317" y="17674"/>
                </a:cubicBezTo>
                <a:lnTo>
                  <a:pt x="7377" y="18196"/>
                </a:lnTo>
                <a:cubicBezTo>
                  <a:pt x="7060" y="18373"/>
                  <a:pt x="6765" y="18693"/>
                  <a:pt x="6868" y="19077"/>
                </a:cubicBezTo>
                <a:lnTo>
                  <a:pt x="7281" y="20619"/>
                </a:lnTo>
                <a:lnTo>
                  <a:pt x="1964" y="20619"/>
                </a:lnTo>
                <a:cubicBezTo>
                  <a:pt x="1422" y="20619"/>
                  <a:pt x="982" y="20178"/>
                  <a:pt x="982" y="19636"/>
                </a:cubicBezTo>
                <a:lnTo>
                  <a:pt x="982" y="11291"/>
                </a:lnTo>
                <a:lnTo>
                  <a:pt x="1931" y="11291"/>
                </a:lnTo>
                <a:cubicBezTo>
                  <a:pt x="2328" y="11291"/>
                  <a:pt x="2538" y="10924"/>
                  <a:pt x="2651" y="10571"/>
                </a:cubicBezTo>
                <a:lnTo>
                  <a:pt x="2913" y="9523"/>
                </a:lnTo>
                <a:cubicBezTo>
                  <a:pt x="3711" y="9310"/>
                  <a:pt x="4466" y="8993"/>
                  <a:pt x="5164" y="8590"/>
                </a:cubicBezTo>
                <a:lnTo>
                  <a:pt x="6091" y="9146"/>
                </a:lnTo>
                <a:cubicBezTo>
                  <a:pt x="6275" y="9241"/>
                  <a:pt x="6484" y="9317"/>
                  <a:pt x="6681" y="9317"/>
                </a:cubicBezTo>
                <a:cubicBezTo>
                  <a:pt x="6837" y="9317"/>
                  <a:pt x="6985" y="9270"/>
                  <a:pt x="7110" y="9146"/>
                </a:cubicBezTo>
                <a:lnTo>
                  <a:pt x="9146" y="7109"/>
                </a:lnTo>
                <a:cubicBezTo>
                  <a:pt x="9427" y="6828"/>
                  <a:pt x="9332" y="6404"/>
                  <a:pt x="9146" y="6091"/>
                </a:cubicBezTo>
                <a:lnTo>
                  <a:pt x="8593" y="5169"/>
                </a:lnTo>
                <a:cubicBezTo>
                  <a:pt x="8999" y="4469"/>
                  <a:pt x="9317" y="3711"/>
                  <a:pt x="9531" y="2911"/>
                </a:cubicBezTo>
                <a:lnTo>
                  <a:pt x="10571" y="2651"/>
                </a:lnTo>
                <a:cubicBezTo>
                  <a:pt x="10924" y="2538"/>
                  <a:pt x="11291" y="2328"/>
                  <a:pt x="11291" y="1931"/>
                </a:cubicBezTo>
                <a:lnTo>
                  <a:pt x="11291" y="982"/>
                </a:lnTo>
                <a:lnTo>
                  <a:pt x="19636" y="982"/>
                </a:lnTo>
                <a:cubicBezTo>
                  <a:pt x="20178" y="982"/>
                  <a:pt x="20618" y="1421"/>
                  <a:pt x="20618" y="1964"/>
                </a:cubicBezTo>
                <a:cubicBezTo>
                  <a:pt x="20618" y="1964"/>
                  <a:pt x="20618" y="8095"/>
                  <a:pt x="20618" y="8095"/>
                </a:cubicBezTo>
                <a:close/>
                <a:moveTo>
                  <a:pt x="20618" y="12594"/>
                </a:moveTo>
                <a:cubicBezTo>
                  <a:pt x="19750" y="12088"/>
                  <a:pt x="18750" y="11782"/>
                  <a:pt x="17673" y="11782"/>
                </a:cubicBezTo>
                <a:cubicBezTo>
                  <a:pt x="14419" y="11782"/>
                  <a:pt x="11782" y="14419"/>
                  <a:pt x="11782" y="17673"/>
                </a:cubicBezTo>
                <a:cubicBezTo>
                  <a:pt x="11782" y="18751"/>
                  <a:pt x="12088" y="19750"/>
                  <a:pt x="12594" y="20619"/>
                </a:cubicBezTo>
                <a:lnTo>
                  <a:pt x="8298" y="20619"/>
                </a:lnTo>
                <a:lnTo>
                  <a:pt x="7875" y="19042"/>
                </a:lnTo>
                <a:lnTo>
                  <a:pt x="8794" y="18532"/>
                </a:lnTo>
                <a:cubicBezTo>
                  <a:pt x="9106" y="18358"/>
                  <a:pt x="9299" y="18028"/>
                  <a:pt x="9299" y="17671"/>
                </a:cubicBezTo>
                <a:cubicBezTo>
                  <a:pt x="9298" y="16938"/>
                  <a:pt x="9392" y="16208"/>
                  <a:pt x="9582" y="15502"/>
                </a:cubicBezTo>
                <a:cubicBezTo>
                  <a:pt x="9674" y="15158"/>
                  <a:pt x="9572" y="14791"/>
                  <a:pt x="9316" y="14543"/>
                </a:cubicBezTo>
                <a:lnTo>
                  <a:pt x="8572" y="13823"/>
                </a:lnTo>
                <a:cubicBezTo>
                  <a:pt x="8569" y="13820"/>
                  <a:pt x="8566" y="13817"/>
                  <a:pt x="8564" y="13813"/>
                </a:cubicBezTo>
                <a:lnTo>
                  <a:pt x="9776" y="11713"/>
                </a:lnTo>
                <a:lnTo>
                  <a:pt x="10783" y="12001"/>
                </a:lnTo>
                <a:cubicBezTo>
                  <a:pt x="11126" y="12099"/>
                  <a:pt x="11495" y="12003"/>
                  <a:pt x="11748" y="11751"/>
                </a:cubicBezTo>
                <a:cubicBezTo>
                  <a:pt x="12264" y="11234"/>
                  <a:pt x="12848" y="10787"/>
                  <a:pt x="13485" y="10421"/>
                </a:cubicBezTo>
                <a:cubicBezTo>
                  <a:pt x="13794" y="10243"/>
                  <a:pt x="13983" y="9911"/>
                  <a:pt x="13977" y="9554"/>
                </a:cubicBezTo>
                <a:lnTo>
                  <a:pt x="13960" y="8514"/>
                </a:lnTo>
                <a:lnTo>
                  <a:pt x="13960" y="8503"/>
                </a:lnTo>
                <a:lnTo>
                  <a:pt x="16304" y="7875"/>
                </a:lnTo>
                <a:lnTo>
                  <a:pt x="16817" y="8799"/>
                </a:lnTo>
                <a:cubicBezTo>
                  <a:pt x="16905" y="8958"/>
                  <a:pt x="17032" y="9085"/>
                  <a:pt x="17184" y="9172"/>
                </a:cubicBezTo>
                <a:cubicBezTo>
                  <a:pt x="17330" y="9257"/>
                  <a:pt x="17499" y="9304"/>
                  <a:pt x="17675" y="9304"/>
                </a:cubicBezTo>
                <a:cubicBezTo>
                  <a:pt x="18407" y="9304"/>
                  <a:pt x="19135" y="9399"/>
                  <a:pt x="19837" y="9589"/>
                </a:cubicBezTo>
                <a:cubicBezTo>
                  <a:pt x="20106" y="9660"/>
                  <a:pt x="20389" y="9611"/>
                  <a:pt x="20618" y="9464"/>
                </a:cubicBezTo>
                <a:cubicBezTo>
                  <a:pt x="20618" y="9464"/>
                  <a:pt x="20618" y="12594"/>
                  <a:pt x="20618" y="12594"/>
                </a:cubicBezTo>
                <a:close/>
                <a:moveTo>
                  <a:pt x="20618" y="15475"/>
                </a:moveTo>
                <a:lnTo>
                  <a:pt x="19093" y="16323"/>
                </a:lnTo>
                <a:cubicBezTo>
                  <a:pt x="18735" y="15946"/>
                  <a:pt x="18233" y="15709"/>
                  <a:pt x="17673" y="15709"/>
                </a:cubicBezTo>
                <a:cubicBezTo>
                  <a:pt x="17113" y="15709"/>
                  <a:pt x="16610" y="15946"/>
                  <a:pt x="16253" y="16323"/>
                </a:cubicBezTo>
                <a:lnTo>
                  <a:pt x="13643" y="14873"/>
                </a:lnTo>
                <a:cubicBezTo>
                  <a:pt x="14530" y="13599"/>
                  <a:pt x="16003" y="12764"/>
                  <a:pt x="17673" y="12764"/>
                </a:cubicBezTo>
                <a:cubicBezTo>
                  <a:pt x="18783" y="12764"/>
                  <a:pt x="19798" y="13141"/>
                  <a:pt x="20618" y="13764"/>
                </a:cubicBezTo>
                <a:cubicBezTo>
                  <a:pt x="20618" y="13764"/>
                  <a:pt x="20618" y="15475"/>
                  <a:pt x="20618" y="15475"/>
                </a:cubicBezTo>
                <a:close/>
                <a:moveTo>
                  <a:pt x="20618" y="19636"/>
                </a:moveTo>
                <a:cubicBezTo>
                  <a:pt x="20618" y="20178"/>
                  <a:pt x="20178" y="20619"/>
                  <a:pt x="19636" y="20619"/>
                </a:cubicBezTo>
                <a:lnTo>
                  <a:pt x="18164" y="20619"/>
                </a:lnTo>
                <a:lnTo>
                  <a:pt x="18164" y="19567"/>
                </a:lnTo>
                <a:cubicBezTo>
                  <a:pt x="19009" y="19348"/>
                  <a:pt x="19636" y="18587"/>
                  <a:pt x="19636" y="17673"/>
                </a:cubicBezTo>
                <a:cubicBezTo>
                  <a:pt x="19636" y="17502"/>
                  <a:pt x="19608" y="17339"/>
                  <a:pt x="19567" y="17182"/>
                </a:cubicBezTo>
                <a:lnTo>
                  <a:pt x="20618" y="16598"/>
                </a:lnTo>
                <a:cubicBezTo>
                  <a:pt x="20618" y="16598"/>
                  <a:pt x="20618" y="19636"/>
                  <a:pt x="20618" y="19636"/>
                </a:cubicBezTo>
                <a:close/>
                <a:moveTo>
                  <a:pt x="16691" y="17673"/>
                </a:moveTo>
                <a:cubicBezTo>
                  <a:pt x="16691" y="17131"/>
                  <a:pt x="17131" y="16691"/>
                  <a:pt x="17673" y="16691"/>
                </a:cubicBezTo>
                <a:cubicBezTo>
                  <a:pt x="18214" y="16691"/>
                  <a:pt x="18655" y="17131"/>
                  <a:pt x="18655" y="17673"/>
                </a:cubicBezTo>
                <a:cubicBezTo>
                  <a:pt x="18655" y="18215"/>
                  <a:pt x="18214" y="18655"/>
                  <a:pt x="17673" y="18655"/>
                </a:cubicBezTo>
                <a:cubicBezTo>
                  <a:pt x="17131" y="18655"/>
                  <a:pt x="16691" y="18215"/>
                  <a:pt x="16691" y="17673"/>
                </a:cubicBezTo>
                <a:moveTo>
                  <a:pt x="17182" y="20619"/>
                </a:moveTo>
                <a:lnTo>
                  <a:pt x="13757" y="20619"/>
                </a:lnTo>
                <a:cubicBezTo>
                  <a:pt x="13138" y="19797"/>
                  <a:pt x="12764" y="18781"/>
                  <a:pt x="12764" y="17673"/>
                </a:cubicBezTo>
                <a:cubicBezTo>
                  <a:pt x="12764" y="16982"/>
                  <a:pt x="12907" y="16326"/>
                  <a:pt x="13165" y="15730"/>
                </a:cubicBezTo>
                <a:lnTo>
                  <a:pt x="15779" y="17182"/>
                </a:lnTo>
                <a:cubicBezTo>
                  <a:pt x="15738" y="17339"/>
                  <a:pt x="15709" y="17502"/>
                  <a:pt x="15709" y="17673"/>
                </a:cubicBezTo>
                <a:cubicBezTo>
                  <a:pt x="15709" y="18587"/>
                  <a:pt x="16336" y="19348"/>
                  <a:pt x="17182" y="19567"/>
                </a:cubicBezTo>
                <a:cubicBezTo>
                  <a:pt x="17182" y="19567"/>
                  <a:pt x="17182" y="20619"/>
                  <a:pt x="17182" y="20619"/>
                </a:cubicBezTo>
                <a:close/>
                <a:moveTo>
                  <a:pt x="982" y="5376"/>
                </a:moveTo>
                <a:cubicBezTo>
                  <a:pt x="3301" y="5145"/>
                  <a:pt x="5145" y="3301"/>
                  <a:pt x="5375" y="982"/>
                </a:cubicBezTo>
                <a:lnTo>
                  <a:pt x="10309" y="982"/>
                </a:lnTo>
                <a:lnTo>
                  <a:pt x="10309" y="1703"/>
                </a:lnTo>
                <a:cubicBezTo>
                  <a:pt x="10305" y="1705"/>
                  <a:pt x="10302" y="1706"/>
                  <a:pt x="10298" y="1707"/>
                </a:cubicBezTo>
                <a:lnTo>
                  <a:pt x="9293" y="1958"/>
                </a:lnTo>
                <a:cubicBezTo>
                  <a:pt x="8947" y="2045"/>
                  <a:pt x="8675" y="2313"/>
                  <a:pt x="8583" y="2657"/>
                </a:cubicBezTo>
                <a:cubicBezTo>
                  <a:pt x="8394" y="3363"/>
                  <a:pt x="8112" y="4042"/>
                  <a:pt x="7744" y="4676"/>
                </a:cubicBezTo>
                <a:cubicBezTo>
                  <a:pt x="7564" y="4986"/>
                  <a:pt x="7567" y="5368"/>
                  <a:pt x="7751" y="5674"/>
                </a:cubicBezTo>
                <a:lnTo>
                  <a:pt x="8292" y="6575"/>
                </a:lnTo>
                <a:lnTo>
                  <a:pt x="6576" y="8291"/>
                </a:lnTo>
                <a:cubicBezTo>
                  <a:pt x="6573" y="8290"/>
                  <a:pt x="6569" y="8288"/>
                  <a:pt x="6566" y="8286"/>
                </a:cubicBezTo>
                <a:lnTo>
                  <a:pt x="5669" y="7748"/>
                </a:lnTo>
                <a:cubicBezTo>
                  <a:pt x="5513" y="7655"/>
                  <a:pt x="5339" y="7608"/>
                  <a:pt x="5164" y="7608"/>
                </a:cubicBezTo>
                <a:cubicBezTo>
                  <a:pt x="4995" y="7608"/>
                  <a:pt x="4825" y="7652"/>
                  <a:pt x="4673" y="7739"/>
                </a:cubicBezTo>
                <a:cubicBezTo>
                  <a:pt x="4039" y="8106"/>
                  <a:pt x="3362" y="8387"/>
                  <a:pt x="2659" y="8575"/>
                </a:cubicBezTo>
                <a:cubicBezTo>
                  <a:pt x="2315" y="8666"/>
                  <a:pt x="2047" y="8938"/>
                  <a:pt x="1960" y="9285"/>
                </a:cubicBezTo>
                <a:lnTo>
                  <a:pt x="1707" y="10298"/>
                </a:lnTo>
                <a:cubicBezTo>
                  <a:pt x="1706" y="10302"/>
                  <a:pt x="1705" y="10305"/>
                  <a:pt x="1703" y="10310"/>
                </a:cubicBezTo>
                <a:lnTo>
                  <a:pt x="982" y="10310"/>
                </a:lnTo>
                <a:cubicBezTo>
                  <a:pt x="982" y="10310"/>
                  <a:pt x="982" y="5376"/>
                  <a:pt x="982" y="5376"/>
                </a:cubicBezTo>
                <a:close/>
                <a:moveTo>
                  <a:pt x="982" y="1964"/>
                </a:moveTo>
                <a:cubicBezTo>
                  <a:pt x="982" y="1421"/>
                  <a:pt x="1422" y="982"/>
                  <a:pt x="1964" y="982"/>
                </a:cubicBezTo>
                <a:lnTo>
                  <a:pt x="4384" y="982"/>
                </a:lnTo>
                <a:cubicBezTo>
                  <a:pt x="4162" y="2758"/>
                  <a:pt x="2758" y="4162"/>
                  <a:pt x="982" y="4384"/>
                </a:cubicBezTo>
                <a:cubicBezTo>
                  <a:pt x="982" y="4384"/>
                  <a:pt x="982" y="1964"/>
                  <a:pt x="982" y="1964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82" name="Shape 2594">
            <a:extLst>
              <a:ext uri="{FF2B5EF4-FFF2-40B4-BE49-F238E27FC236}">
                <a16:creationId xmlns:a16="http://schemas.microsoft.com/office/drawing/2014/main" id="{91DE76C4-61C1-7958-E6D8-BE1C4D3C462E}"/>
              </a:ext>
            </a:extLst>
          </p:cNvPr>
          <p:cNvSpPr/>
          <p:nvPr userDrawn="1"/>
        </p:nvSpPr>
        <p:spPr>
          <a:xfrm>
            <a:off x="10976933" y="1316614"/>
            <a:ext cx="280133" cy="2292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436" y="8400"/>
                </a:moveTo>
                <a:lnTo>
                  <a:pt x="18164" y="8400"/>
                </a:lnTo>
                <a:cubicBezTo>
                  <a:pt x="18435" y="8400"/>
                  <a:pt x="18655" y="8132"/>
                  <a:pt x="18655" y="7800"/>
                </a:cubicBezTo>
                <a:cubicBezTo>
                  <a:pt x="18655" y="7468"/>
                  <a:pt x="18435" y="7200"/>
                  <a:pt x="18164" y="7200"/>
                </a:cubicBezTo>
                <a:lnTo>
                  <a:pt x="3436" y="7200"/>
                </a:lnTo>
                <a:cubicBezTo>
                  <a:pt x="3165" y="7200"/>
                  <a:pt x="2945" y="7468"/>
                  <a:pt x="2945" y="7800"/>
                </a:cubicBezTo>
                <a:cubicBezTo>
                  <a:pt x="2945" y="8132"/>
                  <a:pt x="3165" y="8400"/>
                  <a:pt x="3436" y="8400"/>
                </a:cubicBezTo>
                <a:moveTo>
                  <a:pt x="3436" y="10800"/>
                </a:moveTo>
                <a:lnTo>
                  <a:pt x="18164" y="10800"/>
                </a:lnTo>
                <a:cubicBezTo>
                  <a:pt x="18435" y="10800"/>
                  <a:pt x="18655" y="10532"/>
                  <a:pt x="18655" y="10200"/>
                </a:cubicBezTo>
                <a:cubicBezTo>
                  <a:pt x="18655" y="9868"/>
                  <a:pt x="18435" y="9600"/>
                  <a:pt x="18164" y="9600"/>
                </a:cubicBezTo>
                <a:lnTo>
                  <a:pt x="3436" y="9600"/>
                </a:lnTo>
                <a:cubicBezTo>
                  <a:pt x="3165" y="9600"/>
                  <a:pt x="2945" y="9868"/>
                  <a:pt x="2945" y="10200"/>
                </a:cubicBezTo>
                <a:cubicBezTo>
                  <a:pt x="2945" y="10532"/>
                  <a:pt x="3165" y="10800"/>
                  <a:pt x="3436" y="10800"/>
                </a:cubicBezTo>
                <a:moveTo>
                  <a:pt x="3436" y="13200"/>
                </a:moveTo>
                <a:lnTo>
                  <a:pt x="13255" y="13200"/>
                </a:lnTo>
                <a:cubicBezTo>
                  <a:pt x="13526" y="13200"/>
                  <a:pt x="13745" y="12931"/>
                  <a:pt x="13745" y="12601"/>
                </a:cubicBezTo>
                <a:cubicBezTo>
                  <a:pt x="13745" y="12268"/>
                  <a:pt x="13526" y="12000"/>
                  <a:pt x="13255" y="12000"/>
                </a:cubicBezTo>
                <a:lnTo>
                  <a:pt x="3436" y="12000"/>
                </a:lnTo>
                <a:cubicBezTo>
                  <a:pt x="3165" y="12000"/>
                  <a:pt x="2945" y="12268"/>
                  <a:pt x="2945" y="12601"/>
                </a:cubicBezTo>
                <a:cubicBezTo>
                  <a:pt x="2945" y="12931"/>
                  <a:pt x="3165" y="13200"/>
                  <a:pt x="3436" y="13200"/>
                </a:cubicBezTo>
                <a:moveTo>
                  <a:pt x="20618" y="19200"/>
                </a:moveTo>
                <a:lnTo>
                  <a:pt x="18114" y="19200"/>
                </a:lnTo>
                <a:cubicBezTo>
                  <a:pt x="17887" y="17831"/>
                  <a:pt x="16897" y="16800"/>
                  <a:pt x="15709" y="16800"/>
                </a:cubicBezTo>
                <a:cubicBezTo>
                  <a:pt x="14522" y="16800"/>
                  <a:pt x="13532" y="17831"/>
                  <a:pt x="13304" y="19200"/>
                </a:cubicBezTo>
                <a:lnTo>
                  <a:pt x="8296" y="19200"/>
                </a:lnTo>
                <a:cubicBezTo>
                  <a:pt x="8068" y="17831"/>
                  <a:pt x="7078" y="16800"/>
                  <a:pt x="5891" y="16800"/>
                </a:cubicBezTo>
                <a:cubicBezTo>
                  <a:pt x="4703" y="16800"/>
                  <a:pt x="3713" y="17831"/>
                  <a:pt x="3486" y="19200"/>
                </a:cubicBezTo>
                <a:lnTo>
                  <a:pt x="982" y="19200"/>
                </a:lnTo>
                <a:lnTo>
                  <a:pt x="982" y="1200"/>
                </a:lnTo>
                <a:lnTo>
                  <a:pt x="20618" y="1200"/>
                </a:lnTo>
                <a:cubicBezTo>
                  <a:pt x="20618" y="1200"/>
                  <a:pt x="20618" y="19200"/>
                  <a:pt x="20618" y="19200"/>
                </a:cubicBezTo>
                <a:close/>
                <a:moveTo>
                  <a:pt x="20618" y="0"/>
                </a:moveTo>
                <a:lnTo>
                  <a:pt x="982" y="0"/>
                </a:lnTo>
                <a:cubicBezTo>
                  <a:pt x="440" y="0"/>
                  <a:pt x="0" y="538"/>
                  <a:pt x="0" y="1200"/>
                </a:cubicBezTo>
                <a:lnTo>
                  <a:pt x="0" y="19200"/>
                </a:lnTo>
                <a:cubicBezTo>
                  <a:pt x="0" y="19862"/>
                  <a:pt x="440" y="20400"/>
                  <a:pt x="982" y="20400"/>
                </a:cubicBezTo>
                <a:lnTo>
                  <a:pt x="3927" y="20400"/>
                </a:lnTo>
                <a:cubicBezTo>
                  <a:pt x="4199" y="20400"/>
                  <a:pt x="4418" y="20132"/>
                  <a:pt x="4418" y="19800"/>
                </a:cubicBezTo>
                <a:cubicBezTo>
                  <a:pt x="4418" y="18807"/>
                  <a:pt x="5078" y="18000"/>
                  <a:pt x="5891" y="18000"/>
                </a:cubicBezTo>
                <a:cubicBezTo>
                  <a:pt x="6704" y="18000"/>
                  <a:pt x="7364" y="18807"/>
                  <a:pt x="7364" y="19800"/>
                </a:cubicBezTo>
                <a:cubicBezTo>
                  <a:pt x="7364" y="20132"/>
                  <a:pt x="7583" y="20400"/>
                  <a:pt x="7855" y="20400"/>
                </a:cubicBezTo>
                <a:lnTo>
                  <a:pt x="13745" y="20400"/>
                </a:lnTo>
                <a:cubicBezTo>
                  <a:pt x="14017" y="20400"/>
                  <a:pt x="14236" y="20132"/>
                  <a:pt x="14236" y="19800"/>
                </a:cubicBezTo>
                <a:cubicBezTo>
                  <a:pt x="14236" y="18807"/>
                  <a:pt x="14896" y="18000"/>
                  <a:pt x="15709" y="18000"/>
                </a:cubicBezTo>
                <a:cubicBezTo>
                  <a:pt x="16523" y="18000"/>
                  <a:pt x="17182" y="18807"/>
                  <a:pt x="17182" y="19800"/>
                </a:cubicBezTo>
                <a:cubicBezTo>
                  <a:pt x="17182" y="20132"/>
                  <a:pt x="17401" y="20400"/>
                  <a:pt x="17673" y="20400"/>
                </a:cubicBezTo>
                <a:lnTo>
                  <a:pt x="20618" y="20400"/>
                </a:lnTo>
                <a:cubicBezTo>
                  <a:pt x="21160" y="20400"/>
                  <a:pt x="21600" y="19862"/>
                  <a:pt x="21600" y="19200"/>
                </a:cubicBezTo>
                <a:lnTo>
                  <a:pt x="21600" y="1200"/>
                </a:lnTo>
                <a:cubicBezTo>
                  <a:pt x="21600" y="538"/>
                  <a:pt x="21160" y="0"/>
                  <a:pt x="20618" y="0"/>
                </a:cubicBezTo>
                <a:moveTo>
                  <a:pt x="5891" y="19200"/>
                </a:moveTo>
                <a:cubicBezTo>
                  <a:pt x="5620" y="19200"/>
                  <a:pt x="5400" y="19468"/>
                  <a:pt x="5400" y="19800"/>
                </a:cubicBezTo>
                <a:lnTo>
                  <a:pt x="5400" y="21000"/>
                </a:lnTo>
                <a:cubicBezTo>
                  <a:pt x="5400" y="21332"/>
                  <a:pt x="5620" y="21600"/>
                  <a:pt x="5891" y="21600"/>
                </a:cubicBezTo>
                <a:cubicBezTo>
                  <a:pt x="6162" y="21600"/>
                  <a:pt x="6382" y="21332"/>
                  <a:pt x="6382" y="21000"/>
                </a:cubicBezTo>
                <a:lnTo>
                  <a:pt x="6382" y="19800"/>
                </a:lnTo>
                <a:cubicBezTo>
                  <a:pt x="6382" y="19468"/>
                  <a:pt x="6162" y="19200"/>
                  <a:pt x="5891" y="19200"/>
                </a:cubicBezTo>
                <a:moveTo>
                  <a:pt x="3436" y="6000"/>
                </a:moveTo>
                <a:lnTo>
                  <a:pt x="18164" y="6000"/>
                </a:lnTo>
                <a:cubicBezTo>
                  <a:pt x="18435" y="6000"/>
                  <a:pt x="18655" y="5732"/>
                  <a:pt x="18655" y="5400"/>
                </a:cubicBezTo>
                <a:cubicBezTo>
                  <a:pt x="18655" y="5069"/>
                  <a:pt x="18435" y="4800"/>
                  <a:pt x="18164" y="4800"/>
                </a:cubicBezTo>
                <a:lnTo>
                  <a:pt x="3436" y="4800"/>
                </a:lnTo>
                <a:cubicBezTo>
                  <a:pt x="3165" y="4800"/>
                  <a:pt x="2945" y="5069"/>
                  <a:pt x="2945" y="5400"/>
                </a:cubicBezTo>
                <a:cubicBezTo>
                  <a:pt x="2945" y="5732"/>
                  <a:pt x="3165" y="6000"/>
                  <a:pt x="3436" y="6000"/>
                </a:cubicBezTo>
                <a:moveTo>
                  <a:pt x="15709" y="19200"/>
                </a:moveTo>
                <a:cubicBezTo>
                  <a:pt x="15438" y="19200"/>
                  <a:pt x="15218" y="19468"/>
                  <a:pt x="15218" y="19800"/>
                </a:cubicBezTo>
                <a:lnTo>
                  <a:pt x="15218" y="21000"/>
                </a:lnTo>
                <a:cubicBezTo>
                  <a:pt x="15218" y="21332"/>
                  <a:pt x="15438" y="21600"/>
                  <a:pt x="15709" y="21600"/>
                </a:cubicBezTo>
                <a:cubicBezTo>
                  <a:pt x="15980" y="21600"/>
                  <a:pt x="16200" y="21332"/>
                  <a:pt x="16200" y="21000"/>
                </a:cubicBezTo>
                <a:lnTo>
                  <a:pt x="16200" y="19800"/>
                </a:lnTo>
                <a:cubicBezTo>
                  <a:pt x="16200" y="19468"/>
                  <a:pt x="15980" y="19200"/>
                  <a:pt x="15709" y="192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83" name="Shape 2595">
            <a:extLst>
              <a:ext uri="{FF2B5EF4-FFF2-40B4-BE49-F238E27FC236}">
                <a16:creationId xmlns:a16="http://schemas.microsoft.com/office/drawing/2014/main" id="{F72052ED-A7C0-53FB-0065-1680F6366A40}"/>
              </a:ext>
            </a:extLst>
          </p:cNvPr>
          <p:cNvSpPr/>
          <p:nvPr userDrawn="1"/>
        </p:nvSpPr>
        <p:spPr>
          <a:xfrm>
            <a:off x="6163748" y="1838680"/>
            <a:ext cx="280133" cy="2546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7364" y="14040"/>
                </a:moveTo>
                <a:lnTo>
                  <a:pt x="14236" y="14040"/>
                </a:lnTo>
                <a:cubicBezTo>
                  <a:pt x="14507" y="14040"/>
                  <a:pt x="14727" y="13799"/>
                  <a:pt x="14727" y="13500"/>
                </a:cubicBezTo>
                <a:cubicBezTo>
                  <a:pt x="14727" y="13202"/>
                  <a:pt x="14507" y="12960"/>
                  <a:pt x="14236" y="12960"/>
                </a:cubicBezTo>
                <a:lnTo>
                  <a:pt x="7364" y="12960"/>
                </a:lnTo>
                <a:cubicBezTo>
                  <a:pt x="7093" y="12960"/>
                  <a:pt x="6873" y="13202"/>
                  <a:pt x="6873" y="13500"/>
                </a:cubicBezTo>
                <a:cubicBezTo>
                  <a:pt x="6873" y="13799"/>
                  <a:pt x="7093" y="14040"/>
                  <a:pt x="7364" y="14040"/>
                </a:cubicBezTo>
                <a:moveTo>
                  <a:pt x="7364" y="11880"/>
                </a:moveTo>
                <a:lnTo>
                  <a:pt x="18164" y="11880"/>
                </a:lnTo>
                <a:cubicBezTo>
                  <a:pt x="18434" y="11880"/>
                  <a:pt x="18655" y="11639"/>
                  <a:pt x="18655" y="11340"/>
                </a:cubicBezTo>
                <a:cubicBezTo>
                  <a:pt x="18655" y="11042"/>
                  <a:pt x="18434" y="10800"/>
                  <a:pt x="18164" y="10800"/>
                </a:cubicBezTo>
                <a:lnTo>
                  <a:pt x="7364" y="10800"/>
                </a:lnTo>
                <a:cubicBezTo>
                  <a:pt x="7093" y="10800"/>
                  <a:pt x="6873" y="11042"/>
                  <a:pt x="6873" y="11340"/>
                </a:cubicBezTo>
                <a:cubicBezTo>
                  <a:pt x="6873" y="11639"/>
                  <a:pt x="7093" y="11880"/>
                  <a:pt x="7364" y="11880"/>
                </a:cubicBezTo>
                <a:moveTo>
                  <a:pt x="20618" y="19440"/>
                </a:moveTo>
                <a:lnTo>
                  <a:pt x="18605" y="19440"/>
                </a:lnTo>
                <a:cubicBezTo>
                  <a:pt x="18378" y="18208"/>
                  <a:pt x="17387" y="17280"/>
                  <a:pt x="16200" y="17280"/>
                </a:cubicBezTo>
                <a:cubicBezTo>
                  <a:pt x="15013" y="17280"/>
                  <a:pt x="14022" y="18208"/>
                  <a:pt x="13795" y="19440"/>
                </a:cubicBezTo>
                <a:lnTo>
                  <a:pt x="11732" y="19440"/>
                </a:lnTo>
                <a:cubicBezTo>
                  <a:pt x="11505" y="18208"/>
                  <a:pt x="10515" y="17280"/>
                  <a:pt x="9327" y="17280"/>
                </a:cubicBezTo>
                <a:cubicBezTo>
                  <a:pt x="8140" y="17280"/>
                  <a:pt x="7150" y="18208"/>
                  <a:pt x="6922" y="19440"/>
                </a:cubicBezTo>
                <a:lnTo>
                  <a:pt x="4909" y="19440"/>
                </a:lnTo>
                <a:lnTo>
                  <a:pt x="4909" y="5400"/>
                </a:lnTo>
                <a:lnTo>
                  <a:pt x="20618" y="5400"/>
                </a:lnTo>
                <a:cubicBezTo>
                  <a:pt x="20618" y="5400"/>
                  <a:pt x="20618" y="19440"/>
                  <a:pt x="20618" y="19440"/>
                </a:cubicBezTo>
                <a:close/>
                <a:moveTo>
                  <a:pt x="20618" y="4320"/>
                </a:moveTo>
                <a:lnTo>
                  <a:pt x="4909" y="4320"/>
                </a:lnTo>
                <a:cubicBezTo>
                  <a:pt x="4367" y="4320"/>
                  <a:pt x="3927" y="4804"/>
                  <a:pt x="3927" y="5400"/>
                </a:cubicBezTo>
                <a:lnTo>
                  <a:pt x="3927" y="19440"/>
                </a:lnTo>
                <a:cubicBezTo>
                  <a:pt x="3927" y="20036"/>
                  <a:pt x="4367" y="20520"/>
                  <a:pt x="4909" y="20520"/>
                </a:cubicBezTo>
                <a:lnTo>
                  <a:pt x="7364" y="20520"/>
                </a:lnTo>
                <a:cubicBezTo>
                  <a:pt x="7634" y="20520"/>
                  <a:pt x="7855" y="20279"/>
                  <a:pt x="7855" y="19980"/>
                </a:cubicBezTo>
                <a:cubicBezTo>
                  <a:pt x="7855" y="19085"/>
                  <a:pt x="8514" y="18360"/>
                  <a:pt x="9327" y="18360"/>
                </a:cubicBezTo>
                <a:cubicBezTo>
                  <a:pt x="10141" y="18360"/>
                  <a:pt x="10800" y="19085"/>
                  <a:pt x="10800" y="19980"/>
                </a:cubicBezTo>
                <a:cubicBezTo>
                  <a:pt x="10800" y="20279"/>
                  <a:pt x="11020" y="20520"/>
                  <a:pt x="11291" y="20520"/>
                </a:cubicBezTo>
                <a:lnTo>
                  <a:pt x="14236" y="20520"/>
                </a:lnTo>
                <a:cubicBezTo>
                  <a:pt x="14507" y="20520"/>
                  <a:pt x="14727" y="20279"/>
                  <a:pt x="14727" y="19980"/>
                </a:cubicBezTo>
                <a:cubicBezTo>
                  <a:pt x="14727" y="19085"/>
                  <a:pt x="15386" y="18360"/>
                  <a:pt x="16200" y="18360"/>
                </a:cubicBezTo>
                <a:cubicBezTo>
                  <a:pt x="17014" y="18360"/>
                  <a:pt x="17673" y="19085"/>
                  <a:pt x="17673" y="19980"/>
                </a:cubicBezTo>
                <a:cubicBezTo>
                  <a:pt x="17673" y="20279"/>
                  <a:pt x="17893" y="20520"/>
                  <a:pt x="18164" y="20520"/>
                </a:cubicBezTo>
                <a:lnTo>
                  <a:pt x="20618" y="20520"/>
                </a:lnTo>
                <a:cubicBezTo>
                  <a:pt x="21160" y="20520"/>
                  <a:pt x="21600" y="20036"/>
                  <a:pt x="21600" y="19440"/>
                </a:cubicBezTo>
                <a:lnTo>
                  <a:pt x="21600" y="5400"/>
                </a:lnTo>
                <a:cubicBezTo>
                  <a:pt x="21600" y="4804"/>
                  <a:pt x="21160" y="4320"/>
                  <a:pt x="20618" y="4320"/>
                </a:cubicBezTo>
                <a:moveTo>
                  <a:pt x="7364" y="9720"/>
                </a:moveTo>
                <a:lnTo>
                  <a:pt x="18164" y="9720"/>
                </a:lnTo>
                <a:cubicBezTo>
                  <a:pt x="18434" y="9720"/>
                  <a:pt x="18655" y="9479"/>
                  <a:pt x="18655" y="9180"/>
                </a:cubicBezTo>
                <a:cubicBezTo>
                  <a:pt x="18655" y="8882"/>
                  <a:pt x="18434" y="8640"/>
                  <a:pt x="18164" y="8640"/>
                </a:cubicBezTo>
                <a:lnTo>
                  <a:pt x="7364" y="8640"/>
                </a:lnTo>
                <a:cubicBezTo>
                  <a:pt x="7093" y="8640"/>
                  <a:pt x="6873" y="8882"/>
                  <a:pt x="6873" y="9180"/>
                </a:cubicBezTo>
                <a:cubicBezTo>
                  <a:pt x="6873" y="9479"/>
                  <a:pt x="7093" y="9720"/>
                  <a:pt x="7364" y="9720"/>
                </a:cubicBezTo>
                <a:moveTo>
                  <a:pt x="9327" y="19440"/>
                </a:moveTo>
                <a:cubicBezTo>
                  <a:pt x="9056" y="19440"/>
                  <a:pt x="8836" y="19682"/>
                  <a:pt x="8836" y="19980"/>
                </a:cubicBezTo>
                <a:lnTo>
                  <a:pt x="8836" y="21060"/>
                </a:lnTo>
                <a:cubicBezTo>
                  <a:pt x="8836" y="21359"/>
                  <a:pt x="9056" y="21600"/>
                  <a:pt x="9327" y="21600"/>
                </a:cubicBezTo>
                <a:cubicBezTo>
                  <a:pt x="9598" y="21600"/>
                  <a:pt x="9818" y="21359"/>
                  <a:pt x="9818" y="21060"/>
                </a:cubicBezTo>
                <a:lnTo>
                  <a:pt x="9818" y="19980"/>
                </a:lnTo>
                <a:cubicBezTo>
                  <a:pt x="9818" y="19682"/>
                  <a:pt x="9598" y="19440"/>
                  <a:pt x="9327" y="19440"/>
                </a:cubicBezTo>
                <a:moveTo>
                  <a:pt x="2455" y="15120"/>
                </a:moveTo>
                <a:lnTo>
                  <a:pt x="982" y="15120"/>
                </a:lnTo>
                <a:lnTo>
                  <a:pt x="982" y="1080"/>
                </a:lnTo>
                <a:lnTo>
                  <a:pt x="16691" y="1080"/>
                </a:lnTo>
                <a:lnTo>
                  <a:pt x="16691" y="2700"/>
                </a:lnTo>
                <a:cubicBezTo>
                  <a:pt x="16691" y="2999"/>
                  <a:pt x="16911" y="3240"/>
                  <a:pt x="17182" y="3240"/>
                </a:cubicBezTo>
                <a:cubicBezTo>
                  <a:pt x="17453" y="3240"/>
                  <a:pt x="17673" y="2999"/>
                  <a:pt x="17673" y="2700"/>
                </a:cubicBezTo>
                <a:lnTo>
                  <a:pt x="17673" y="1080"/>
                </a:lnTo>
                <a:cubicBezTo>
                  <a:pt x="17673" y="484"/>
                  <a:pt x="17233" y="0"/>
                  <a:pt x="16691" y="0"/>
                </a:cubicBezTo>
                <a:lnTo>
                  <a:pt x="982" y="0"/>
                </a:lnTo>
                <a:cubicBezTo>
                  <a:pt x="440" y="0"/>
                  <a:pt x="0" y="484"/>
                  <a:pt x="0" y="1080"/>
                </a:cubicBezTo>
                <a:lnTo>
                  <a:pt x="0" y="15120"/>
                </a:lnTo>
                <a:cubicBezTo>
                  <a:pt x="0" y="15716"/>
                  <a:pt x="440" y="16201"/>
                  <a:pt x="982" y="16201"/>
                </a:cubicBezTo>
                <a:lnTo>
                  <a:pt x="2455" y="16201"/>
                </a:lnTo>
                <a:cubicBezTo>
                  <a:pt x="2725" y="16201"/>
                  <a:pt x="2945" y="15959"/>
                  <a:pt x="2945" y="15660"/>
                </a:cubicBezTo>
                <a:cubicBezTo>
                  <a:pt x="2945" y="15362"/>
                  <a:pt x="2725" y="15120"/>
                  <a:pt x="2455" y="15120"/>
                </a:cubicBezTo>
                <a:moveTo>
                  <a:pt x="16200" y="19440"/>
                </a:moveTo>
                <a:cubicBezTo>
                  <a:pt x="15929" y="19440"/>
                  <a:pt x="15709" y="19682"/>
                  <a:pt x="15709" y="19980"/>
                </a:cubicBezTo>
                <a:lnTo>
                  <a:pt x="15709" y="21060"/>
                </a:lnTo>
                <a:cubicBezTo>
                  <a:pt x="15709" y="21359"/>
                  <a:pt x="15929" y="21600"/>
                  <a:pt x="16200" y="21600"/>
                </a:cubicBezTo>
                <a:cubicBezTo>
                  <a:pt x="16471" y="21600"/>
                  <a:pt x="16691" y="21359"/>
                  <a:pt x="16691" y="21060"/>
                </a:cubicBezTo>
                <a:lnTo>
                  <a:pt x="16691" y="19980"/>
                </a:lnTo>
                <a:cubicBezTo>
                  <a:pt x="16691" y="19682"/>
                  <a:pt x="16471" y="19440"/>
                  <a:pt x="16200" y="1944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84" name="Shape 2596">
            <a:extLst>
              <a:ext uri="{FF2B5EF4-FFF2-40B4-BE49-F238E27FC236}">
                <a16:creationId xmlns:a16="http://schemas.microsoft.com/office/drawing/2014/main" id="{F75C5505-E22E-87C7-F328-63AFEEF2D868}"/>
              </a:ext>
            </a:extLst>
          </p:cNvPr>
          <p:cNvSpPr/>
          <p:nvPr userDrawn="1"/>
        </p:nvSpPr>
        <p:spPr>
          <a:xfrm>
            <a:off x="6698547" y="1864147"/>
            <a:ext cx="280133" cy="2037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436" y="5400"/>
                </a:moveTo>
                <a:lnTo>
                  <a:pt x="9327" y="5400"/>
                </a:lnTo>
                <a:cubicBezTo>
                  <a:pt x="9598" y="5400"/>
                  <a:pt x="9818" y="5098"/>
                  <a:pt x="9818" y="4725"/>
                </a:cubicBezTo>
                <a:cubicBezTo>
                  <a:pt x="9818" y="4353"/>
                  <a:pt x="9598" y="4050"/>
                  <a:pt x="9327" y="4050"/>
                </a:cubicBezTo>
                <a:lnTo>
                  <a:pt x="3436" y="4050"/>
                </a:lnTo>
                <a:cubicBezTo>
                  <a:pt x="3166" y="4050"/>
                  <a:pt x="2945" y="4353"/>
                  <a:pt x="2945" y="4725"/>
                </a:cubicBezTo>
                <a:cubicBezTo>
                  <a:pt x="2945" y="5098"/>
                  <a:pt x="3166" y="5400"/>
                  <a:pt x="3436" y="5400"/>
                </a:cubicBezTo>
                <a:moveTo>
                  <a:pt x="3436" y="8100"/>
                </a:moveTo>
                <a:lnTo>
                  <a:pt x="7364" y="8100"/>
                </a:lnTo>
                <a:cubicBezTo>
                  <a:pt x="7634" y="8100"/>
                  <a:pt x="7855" y="7798"/>
                  <a:pt x="7855" y="7425"/>
                </a:cubicBezTo>
                <a:cubicBezTo>
                  <a:pt x="7855" y="7053"/>
                  <a:pt x="7634" y="6750"/>
                  <a:pt x="7364" y="6750"/>
                </a:cubicBezTo>
                <a:lnTo>
                  <a:pt x="3436" y="6750"/>
                </a:lnTo>
                <a:cubicBezTo>
                  <a:pt x="3166" y="6750"/>
                  <a:pt x="2945" y="7053"/>
                  <a:pt x="2945" y="7425"/>
                </a:cubicBezTo>
                <a:cubicBezTo>
                  <a:pt x="2945" y="7798"/>
                  <a:pt x="3166" y="8100"/>
                  <a:pt x="3436" y="8100"/>
                </a:cubicBezTo>
                <a:moveTo>
                  <a:pt x="3436" y="10800"/>
                </a:moveTo>
                <a:lnTo>
                  <a:pt x="9327" y="10800"/>
                </a:lnTo>
                <a:cubicBezTo>
                  <a:pt x="9598" y="10800"/>
                  <a:pt x="9818" y="10498"/>
                  <a:pt x="9818" y="10125"/>
                </a:cubicBezTo>
                <a:cubicBezTo>
                  <a:pt x="9818" y="9753"/>
                  <a:pt x="9598" y="9450"/>
                  <a:pt x="9327" y="9450"/>
                </a:cubicBezTo>
                <a:lnTo>
                  <a:pt x="3436" y="9450"/>
                </a:lnTo>
                <a:cubicBezTo>
                  <a:pt x="3166" y="9450"/>
                  <a:pt x="2945" y="9753"/>
                  <a:pt x="2945" y="10125"/>
                </a:cubicBezTo>
                <a:cubicBezTo>
                  <a:pt x="2945" y="10498"/>
                  <a:pt x="3166" y="10800"/>
                  <a:pt x="3436" y="10800"/>
                </a:cubicBezTo>
                <a:moveTo>
                  <a:pt x="20618" y="20250"/>
                </a:moveTo>
                <a:lnTo>
                  <a:pt x="15709" y="20250"/>
                </a:lnTo>
                <a:lnTo>
                  <a:pt x="15709" y="17551"/>
                </a:lnTo>
                <a:lnTo>
                  <a:pt x="16691" y="17551"/>
                </a:lnTo>
                <a:cubicBezTo>
                  <a:pt x="16962" y="17551"/>
                  <a:pt x="17182" y="17248"/>
                  <a:pt x="17182" y="16875"/>
                </a:cubicBezTo>
                <a:cubicBezTo>
                  <a:pt x="17182" y="16503"/>
                  <a:pt x="16962" y="16200"/>
                  <a:pt x="16691" y="16200"/>
                </a:cubicBezTo>
                <a:lnTo>
                  <a:pt x="13745" y="16200"/>
                </a:lnTo>
                <a:cubicBezTo>
                  <a:pt x="13475" y="16200"/>
                  <a:pt x="13255" y="16503"/>
                  <a:pt x="13255" y="16875"/>
                </a:cubicBezTo>
                <a:cubicBezTo>
                  <a:pt x="13255" y="17248"/>
                  <a:pt x="13475" y="17551"/>
                  <a:pt x="13745" y="17551"/>
                </a:cubicBezTo>
                <a:lnTo>
                  <a:pt x="14727" y="17551"/>
                </a:lnTo>
                <a:lnTo>
                  <a:pt x="14727" y="20250"/>
                </a:lnTo>
                <a:lnTo>
                  <a:pt x="6873" y="20250"/>
                </a:lnTo>
                <a:lnTo>
                  <a:pt x="6873" y="17551"/>
                </a:lnTo>
                <a:lnTo>
                  <a:pt x="7855" y="17551"/>
                </a:lnTo>
                <a:cubicBezTo>
                  <a:pt x="8125" y="17551"/>
                  <a:pt x="8345" y="17248"/>
                  <a:pt x="8345" y="16875"/>
                </a:cubicBezTo>
                <a:cubicBezTo>
                  <a:pt x="8345" y="16503"/>
                  <a:pt x="8125" y="16200"/>
                  <a:pt x="7855" y="16200"/>
                </a:cubicBezTo>
                <a:lnTo>
                  <a:pt x="4909" y="16200"/>
                </a:lnTo>
                <a:cubicBezTo>
                  <a:pt x="4638" y="16200"/>
                  <a:pt x="4418" y="16503"/>
                  <a:pt x="4418" y="16875"/>
                </a:cubicBezTo>
                <a:cubicBezTo>
                  <a:pt x="4418" y="17248"/>
                  <a:pt x="4638" y="17551"/>
                  <a:pt x="4909" y="17551"/>
                </a:cubicBezTo>
                <a:lnTo>
                  <a:pt x="5891" y="17551"/>
                </a:lnTo>
                <a:lnTo>
                  <a:pt x="5891" y="20250"/>
                </a:lnTo>
                <a:lnTo>
                  <a:pt x="982" y="20250"/>
                </a:lnTo>
                <a:lnTo>
                  <a:pt x="982" y="1350"/>
                </a:lnTo>
                <a:lnTo>
                  <a:pt x="20618" y="1350"/>
                </a:lnTo>
                <a:cubicBezTo>
                  <a:pt x="20618" y="1350"/>
                  <a:pt x="20618" y="20250"/>
                  <a:pt x="20618" y="20250"/>
                </a:cubicBezTo>
                <a:close/>
                <a:moveTo>
                  <a:pt x="20618" y="0"/>
                </a:moveTo>
                <a:lnTo>
                  <a:pt x="982" y="0"/>
                </a:lnTo>
                <a:cubicBezTo>
                  <a:pt x="440" y="0"/>
                  <a:pt x="0" y="605"/>
                  <a:pt x="0" y="1350"/>
                </a:cubicBezTo>
                <a:lnTo>
                  <a:pt x="0" y="20250"/>
                </a:lnTo>
                <a:cubicBezTo>
                  <a:pt x="0" y="20995"/>
                  <a:pt x="440" y="21600"/>
                  <a:pt x="982" y="21600"/>
                </a:cubicBezTo>
                <a:lnTo>
                  <a:pt x="20618" y="21600"/>
                </a:lnTo>
                <a:cubicBezTo>
                  <a:pt x="21160" y="21600"/>
                  <a:pt x="21600" y="20995"/>
                  <a:pt x="21600" y="20250"/>
                </a:cubicBezTo>
                <a:lnTo>
                  <a:pt x="21600" y="1350"/>
                </a:lnTo>
                <a:cubicBezTo>
                  <a:pt x="21600" y="605"/>
                  <a:pt x="21160" y="0"/>
                  <a:pt x="20618" y="0"/>
                </a:cubicBezTo>
                <a:moveTo>
                  <a:pt x="3436" y="13500"/>
                </a:moveTo>
                <a:lnTo>
                  <a:pt x="7364" y="13500"/>
                </a:lnTo>
                <a:cubicBezTo>
                  <a:pt x="7634" y="13500"/>
                  <a:pt x="7855" y="13198"/>
                  <a:pt x="7855" y="12825"/>
                </a:cubicBezTo>
                <a:cubicBezTo>
                  <a:pt x="7855" y="12452"/>
                  <a:pt x="7634" y="12150"/>
                  <a:pt x="7364" y="12150"/>
                </a:cubicBezTo>
                <a:lnTo>
                  <a:pt x="3436" y="12150"/>
                </a:lnTo>
                <a:cubicBezTo>
                  <a:pt x="3166" y="12150"/>
                  <a:pt x="2945" y="12452"/>
                  <a:pt x="2945" y="12825"/>
                </a:cubicBezTo>
                <a:cubicBezTo>
                  <a:pt x="2945" y="13198"/>
                  <a:pt x="3166" y="13500"/>
                  <a:pt x="3436" y="13500"/>
                </a:cubicBezTo>
                <a:moveTo>
                  <a:pt x="12273" y="5400"/>
                </a:moveTo>
                <a:lnTo>
                  <a:pt x="16200" y="5400"/>
                </a:lnTo>
                <a:cubicBezTo>
                  <a:pt x="16471" y="5400"/>
                  <a:pt x="16691" y="5098"/>
                  <a:pt x="16691" y="4725"/>
                </a:cubicBezTo>
                <a:cubicBezTo>
                  <a:pt x="16691" y="4353"/>
                  <a:pt x="16471" y="4050"/>
                  <a:pt x="16200" y="4050"/>
                </a:cubicBezTo>
                <a:lnTo>
                  <a:pt x="12273" y="4050"/>
                </a:lnTo>
                <a:cubicBezTo>
                  <a:pt x="12002" y="4050"/>
                  <a:pt x="11782" y="4353"/>
                  <a:pt x="11782" y="4725"/>
                </a:cubicBezTo>
                <a:cubicBezTo>
                  <a:pt x="11782" y="5098"/>
                  <a:pt x="12002" y="5400"/>
                  <a:pt x="12273" y="5400"/>
                </a:cubicBezTo>
                <a:moveTo>
                  <a:pt x="12273" y="10800"/>
                </a:moveTo>
                <a:lnTo>
                  <a:pt x="16200" y="10800"/>
                </a:lnTo>
                <a:cubicBezTo>
                  <a:pt x="16471" y="10800"/>
                  <a:pt x="16691" y="10498"/>
                  <a:pt x="16691" y="10125"/>
                </a:cubicBezTo>
                <a:cubicBezTo>
                  <a:pt x="16691" y="9753"/>
                  <a:pt x="16471" y="9450"/>
                  <a:pt x="16200" y="9450"/>
                </a:cubicBezTo>
                <a:lnTo>
                  <a:pt x="12273" y="9450"/>
                </a:lnTo>
                <a:cubicBezTo>
                  <a:pt x="12002" y="9450"/>
                  <a:pt x="11782" y="9753"/>
                  <a:pt x="11782" y="10125"/>
                </a:cubicBezTo>
                <a:cubicBezTo>
                  <a:pt x="11782" y="10498"/>
                  <a:pt x="12002" y="10800"/>
                  <a:pt x="12273" y="10800"/>
                </a:cubicBezTo>
                <a:moveTo>
                  <a:pt x="12273" y="13500"/>
                </a:moveTo>
                <a:lnTo>
                  <a:pt x="18164" y="13500"/>
                </a:lnTo>
                <a:cubicBezTo>
                  <a:pt x="18434" y="13500"/>
                  <a:pt x="18655" y="13198"/>
                  <a:pt x="18655" y="12825"/>
                </a:cubicBezTo>
                <a:cubicBezTo>
                  <a:pt x="18655" y="12452"/>
                  <a:pt x="18434" y="12150"/>
                  <a:pt x="18164" y="12150"/>
                </a:cubicBezTo>
                <a:lnTo>
                  <a:pt x="12273" y="12150"/>
                </a:lnTo>
                <a:cubicBezTo>
                  <a:pt x="12002" y="12150"/>
                  <a:pt x="11782" y="12452"/>
                  <a:pt x="11782" y="12825"/>
                </a:cubicBezTo>
                <a:cubicBezTo>
                  <a:pt x="11782" y="13198"/>
                  <a:pt x="12002" y="13500"/>
                  <a:pt x="12273" y="13500"/>
                </a:cubicBezTo>
                <a:moveTo>
                  <a:pt x="12273" y="8100"/>
                </a:moveTo>
                <a:lnTo>
                  <a:pt x="18164" y="8100"/>
                </a:lnTo>
                <a:cubicBezTo>
                  <a:pt x="18434" y="8100"/>
                  <a:pt x="18655" y="7798"/>
                  <a:pt x="18655" y="7425"/>
                </a:cubicBezTo>
                <a:cubicBezTo>
                  <a:pt x="18655" y="7053"/>
                  <a:pt x="18434" y="6750"/>
                  <a:pt x="18164" y="6750"/>
                </a:cubicBezTo>
                <a:lnTo>
                  <a:pt x="12273" y="6750"/>
                </a:lnTo>
                <a:cubicBezTo>
                  <a:pt x="12002" y="6750"/>
                  <a:pt x="11782" y="7053"/>
                  <a:pt x="11782" y="7425"/>
                </a:cubicBezTo>
                <a:cubicBezTo>
                  <a:pt x="11782" y="7798"/>
                  <a:pt x="12002" y="8100"/>
                  <a:pt x="12273" y="81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85" name="Shape 2597">
            <a:extLst>
              <a:ext uri="{FF2B5EF4-FFF2-40B4-BE49-F238E27FC236}">
                <a16:creationId xmlns:a16="http://schemas.microsoft.com/office/drawing/2014/main" id="{99C536B9-81D3-CF96-8C2F-3A65B7720FC2}"/>
              </a:ext>
            </a:extLst>
          </p:cNvPr>
          <p:cNvSpPr/>
          <p:nvPr userDrawn="1"/>
        </p:nvSpPr>
        <p:spPr>
          <a:xfrm>
            <a:off x="7233345" y="1851413"/>
            <a:ext cx="280133" cy="2292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7364" y="9600"/>
                </a:moveTo>
                <a:lnTo>
                  <a:pt x="11291" y="9600"/>
                </a:lnTo>
                <a:cubicBezTo>
                  <a:pt x="11562" y="9600"/>
                  <a:pt x="11782" y="9332"/>
                  <a:pt x="11782" y="9000"/>
                </a:cubicBezTo>
                <a:cubicBezTo>
                  <a:pt x="11782" y="8669"/>
                  <a:pt x="11562" y="8400"/>
                  <a:pt x="11291" y="8400"/>
                </a:cubicBezTo>
                <a:lnTo>
                  <a:pt x="7364" y="8400"/>
                </a:lnTo>
                <a:cubicBezTo>
                  <a:pt x="7093" y="8400"/>
                  <a:pt x="6873" y="8669"/>
                  <a:pt x="6873" y="9000"/>
                </a:cubicBezTo>
                <a:cubicBezTo>
                  <a:pt x="6873" y="9332"/>
                  <a:pt x="7093" y="9600"/>
                  <a:pt x="7364" y="9600"/>
                </a:cubicBezTo>
                <a:moveTo>
                  <a:pt x="7364" y="12000"/>
                </a:moveTo>
                <a:lnTo>
                  <a:pt x="9327" y="12000"/>
                </a:lnTo>
                <a:cubicBezTo>
                  <a:pt x="9598" y="12000"/>
                  <a:pt x="9818" y="11732"/>
                  <a:pt x="9818" y="11400"/>
                </a:cubicBezTo>
                <a:cubicBezTo>
                  <a:pt x="9818" y="11069"/>
                  <a:pt x="9598" y="10800"/>
                  <a:pt x="9327" y="10800"/>
                </a:cubicBezTo>
                <a:lnTo>
                  <a:pt x="7364" y="10800"/>
                </a:lnTo>
                <a:cubicBezTo>
                  <a:pt x="7093" y="10800"/>
                  <a:pt x="6873" y="11069"/>
                  <a:pt x="6873" y="11400"/>
                </a:cubicBezTo>
                <a:cubicBezTo>
                  <a:pt x="6873" y="11732"/>
                  <a:pt x="7093" y="12000"/>
                  <a:pt x="7364" y="12000"/>
                </a:cubicBezTo>
                <a:moveTo>
                  <a:pt x="20618" y="20400"/>
                </a:moveTo>
                <a:lnTo>
                  <a:pt x="16691" y="20400"/>
                </a:lnTo>
                <a:lnTo>
                  <a:pt x="16691" y="19200"/>
                </a:lnTo>
                <a:lnTo>
                  <a:pt x="17182" y="19200"/>
                </a:lnTo>
                <a:cubicBezTo>
                  <a:pt x="17453" y="19200"/>
                  <a:pt x="17673" y="18932"/>
                  <a:pt x="17673" y="18600"/>
                </a:cubicBezTo>
                <a:cubicBezTo>
                  <a:pt x="17673" y="18269"/>
                  <a:pt x="17453" y="18000"/>
                  <a:pt x="17182" y="18000"/>
                </a:cubicBezTo>
                <a:lnTo>
                  <a:pt x="15218" y="18000"/>
                </a:lnTo>
                <a:cubicBezTo>
                  <a:pt x="14947" y="18000"/>
                  <a:pt x="14727" y="18269"/>
                  <a:pt x="14727" y="18600"/>
                </a:cubicBezTo>
                <a:cubicBezTo>
                  <a:pt x="14727" y="18932"/>
                  <a:pt x="14947" y="19200"/>
                  <a:pt x="15218" y="19200"/>
                </a:cubicBezTo>
                <a:lnTo>
                  <a:pt x="15709" y="19200"/>
                </a:lnTo>
                <a:lnTo>
                  <a:pt x="15709" y="20400"/>
                </a:lnTo>
                <a:lnTo>
                  <a:pt x="9818" y="20400"/>
                </a:lnTo>
                <a:lnTo>
                  <a:pt x="9818" y="19200"/>
                </a:lnTo>
                <a:lnTo>
                  <a:pt x="10309" y="19200"/>
                </a:lnTo>
                <a:cubicBezTo>
                  <a:pt x="10580" y="19200"/>
                  <a:pt x="10800" y="18932"/>
                  <a:pt x="10800" y="18600"/>
                </a:cubicBezTo>
                <a:cubicBezTo>
                  <a:pt x="10800" y="18269"/>
                  <a:pt x="10580" y="18000"/>
                  <a:pt x="10309" y="18000"/>
                </a:cubicBezTo>
                <a:lnTo>
                  <a:pt x="8345" y="18000"/>
                </a:lnTo>
                <a:cubicBezTo>
                  <a:pt x="8075" y="18000"/>
                  <a:pt x="7855" y="18269"/>
                  <a:pt x="7855" y="18600"/>
                </a:cubicBezTo>
                <a:cubicBezTo>
                  <a:pt x="7855" y="18932"/>
                  <a:pt x="8075" y="19200"/>
                  <a:pt x="8345" y="19200"/>
                </a:cubicBezTo>
                <a:lnTo>
                  <a:pt x="8836" y="19200"/>
                </a:lnTo>
                <a:lnTo>
                  <a:pt x="8836" y="20400"/>
                </a:lnTo>
                <a:lnTo>
                  <a:pt x="4909" y="20400"/>
                </a:lnTo>
                <a:lnTo>
                  <a:pt x="4909" y="6000"/>
                </a:lnTo>
                <a:lnTo>
                  <a:pt x="20618" y="6000"/>
                </a:lnTo>
                <a:cubicBezTo>
                  <a:pt x="20618" y="6000"/>
                  <a:pt x="20618" y="20400"/>
                  <a:pt x="20618" y="20400"/>
                </a:cubicBezTo>
                <a:close/>
                <a:moveTo>
                  <a:pt x="20618" y="4800"/>
                </a:moveTo>
                <a:lnTo>
                  <a:pt x="4909" y="4800"/>
                </a:lnTo>
                <a:cubicBezTo>
                  <a:pt x="4367" y="4800"/>
                  <a:pt x="3927" y="5338"/>
                  <a:pt x="3927" y="6000"/>
                </a:cubicBezTo>
                <a:lnTo>
                  <a:pt x="3927" y="20400"/>
                </a:lnTo>
                <a:cubicBezTo>
                  <a:pt x="3927" y="21062"/>
                  <a:pt x="4367" y="21600"/>
                  <a:pt x="4909" y="21600"/>
                </a:cubicBezTo>
                <a:lnTo>
                  <a:pt x="20618" y="21600"/>
                </a:lnTo>
                <a:cubicBezTo>
                  <a:pt x="21160" y="21600"/>
                  <a:pt x="21600" y="21062"/>
                  <a:pt x="21600" y="20400"/>
                </a:cubicBezTo>
                <a:lnTo>
                  <a:pt x="21600" y="6000"/>
                </a:lnTo>
                <a:cubicBezTo>
                  <a:pt x="21600" y="5338"/>
                  <a:pt x="21160" y="4800"/>
                  <a:pt x="20618" y="4800"/>
                </a:cubicBezTo>
                <a:moveTo>
                  <a:pt x="7364" y="14400"/>
                </a:moveTo>
                <a:lnTo>
                  <a:pt x="11291" y="14400"/>
                </a:lnTo>
                <a:cubicBezTo>
                  <a:pt x="11562" y="14400"/>
                  <a:pt x="11782" y="14132"/>
                  <a:pt x="11782" y="13800"/>
                </a:cubicBezTo>
                <a:cubicBezTo>
                  <a:pt x="11782" y="13469"/>
                  <a:pt x="11562" y="13200"/>
                  <a:pt x="11291" y="13200"/>
                </a:cubicBezTo>
                <a:lnTo>
                  <a:pt x="7364" y="13200"/>
                </a:lnTo>
                <a:cubicBezTo>
                  <a:pt x="7093" y="13200"/>
                  <a:pt x="6873" y="13469"/>
                  <a:pt x="6873" y="13800"/>
                </a:cubicBezTo>
                <a:cubicBezTo>
                  <a:pt x="6873" y="14132"/>
                  <a:pt x="7093" y="14400"/>
                  <a:pt x="7364" y="14400"/>
                </a:cubicBezTo>
                <a:moveTo>
                  <a:pt x="2455" y="15600"/>
                </a:moveTo>
                <a:lnTo>
                  <a:pt x="982" y="15600"/>
                </a:lnTo>
                <a:lnTo>
                  <a:pt x="982" y="1200"/>
                </a:lnTo>
                <a:lnTo>
                  <a:pt x="16691" y="1200"/>
                </a:lnTo>
                <a:lnTo>
                  <a:pt x="16691" y="3000"/>
                </a:lnTo>
                <a:cubicBezTo>
                  <a:pt x="16691" y="3332"/>
                  <a:pt x="16911" y="3600"/>
                  <a:pt x="17182" y="3600"/>
                </a:cubicBezTo>
                <a:cubicBezTo>
                  <a:pt x="17453" y="3600"/>
                  <a:pt x="17673" y="3332"/>
                  <a:pt x="17673" y="3000"/>
                </a:cubicBezTo>
                <a:lnTo>
                  <a:pt x="17673" y="1200"/>
                </a:lnTo>
                <a:cubicBezTo>
                  <a:pt x="17673" y="538"/>
                  <a:pt x="17233" y="0"/>
                  <a:pt x="16691" y="0"/>
                </a:cubicBezTo>
                <a:lnTo>
                  <a:pt x="982" y="0"/>
                </a:lnTo>
                <a:cubicBezTo>
                  <a:pt x="440" y="0"/>
                  <a:pt x="0" y="538"/>
                  <a:pt x="0" y="1200"/>
                </a:cubicBezTo>
                <a:lnTo>
                  <a:pt x="0" y="15600"/>
                </a:lnTo>
                <a:cubicBezTo>
                  <a:pt x="0" y="16262"/>
                  <a:pt x="440" y="16801"/>
                  <a:pt x="982" y="16801"/>
                </a:cubicBezTo>
                <a:lnTo>
                  <a:pt x="2455" y="16801"/>
                </a:lnTo>
                <a:cubicBezTo>
                  <a:pt x="2725" y="16801"/>
                  <a:pt x="2945" y="16532"/>
                  <a:pt x="2945" y="16200"/>
                </a:cubicBezTo>
                <a:cubicBezTo>
                  <a:pt x="2945" y="15869"/>
                  <a:pt x="2725" y="15600"/>
                  <a:pt x="2455" y="15600"/>
                </a:cubicBezTo>
                <a:moveTo>
                  <a:pt x="14236" y="14400"/>
                </a:moveTo>
                <a:lnTo>
                  <a:pt x="16200" y="14400"/>
                </a:lnTo>
                <a:cubicBezTo>
                  <a:pt x="16471" y="14400"/>
                  <a:pt x="16691" y="14132"/>
                  <a:pt x="16691" y="13800"/>
                </a:cubicBezTo>
                <a:cubicBezTo>
                  <a:pt x="16691" y="13469"/>
                  <a:pt x="16471" y="13200"/>
                  <a:pt x="16200" y="13200"/>
                </a:cubicBezTo>
                <a:lnTo>
                  <a:pt x="14236" y="13200"/>
                </a:lnTo>
                <a:cubicBezTo>
                  <a:pt x="13966" y="13200"/>
                  <a:pt x="13745" y="13469"/>
                  <a:pt x="13745" y="13800"/>
                </a:cubicBezTo>
                <a:cubicBezTo>
                  <a:pt x="13745" y="14132"/>
                  <a:pt x="13966" y="14400"/>
                  <a:pt x="14236" y="14400"/>
                </a:cubicBezTo>
                <a:moveTo>
                  <a:pt x="14236" y="9600"/>
                </a:moveTo>
                <a:lnTo>
                  <a:pt x="16200" y="9600"/>
                </a:lnTo>
                <a:cubicBezTo>
                  <a:pt x="16471" y="9600"/>
                  <a:pt x="16691" y="9332"/>
                  <a:pt x="16691" y="9000"/>
                </a:cubicBezTo>
                <a:cubicBezTo>
                  <a:pt x="16691" y="8669"/>
                  <a:pt x="16471" y="8400"/>
                  <a:pt x="16200" y="8400"/>
                </a:cubicBezTo>
                <a:lnTo>
                  <a:pt x="14236" y="8400"/>
                </a:lnTo>
                <a:cubicBezTo>
                  <a:pt x="13966" y="8400"/>
                  <a:pt x="13745" y="8669"/>
                  <a:pt x="13745" y="9000"/>
                </a:cubicBezTo>
                <a:cubicBezTo>
                  <a:pt x="13745" y="9332"/>
                  <a:pt x="13966" y="9600"/>
                  <a:pt x="14236" y="9600"/>
                </a:cubicBezTo>
                <a:moveTo>
                  <a:pt x="14236" y="12000"/>
                </a:moveTo>
                <a:lnTo>
                  <a:pt x="18164" y="12000"/>
                </a:lnTo>
                <a:cubicBezTo>
                  <a:pt x="18434" y="12000"/>
                  <a:pt x="18655" y="11732"/>
                  <a:pt x="18655" y="11400"/>
                </a:cubicBezTo>
                <a:cubicBezTo>
                  <a:pt x="18655" y="11069"/>
                  <a:pt x="18434" y="10800"/>
                  <a:pt x="18164" y="10800"/>
                </a:cubicBezTo>
                <a:lnTo>
                  <a:pt x="14236" y="10800"/>
                </a:lnTo>
                <a:cubicBezTo>
                  <a:pt x="13966" y="10800"/>
                  <a:pt x="13745" y="11069"/>
                  <a:pt x="13745" y="11400"/>
                </a:cubicBezTo>
                <a:cubicBezTo>
                  <a:pt x="13745" y="11732"/>
                  <a:pt x="13966" y="12000"/>
                  <a:pt x="14236" y="120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86" name="Shape 2598">
            <a:extLst>
              <a:ext uri="{FF2B5EF4-FFF2-40B4-BE49-F238E27FC236}">
                <a16:creationId xmlns:a16="http://schemas.microsoft.com/office/drawing/2014/main" id="{9F6B5BAF-19A4-50B8-3024-E603B2CD53DB}"/>
              </a:ext>
            </a:extLst>
          </p:cNvPr>
          <p:cNvSpPr/>
          <p:nvPr userDrawn="1"/>
        </p:nvSpPr>
        <p:spPr>
          <a:xfrm>
            <a:off x="7768143" y="1851413"/>
            <a:ext cx="280133" cy="2292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873" y="8400"/>
                </a:moveTo>
                <a:lnTo>
                  <a:pt x="10800" y="8400"/>
                </a:lnTo>
                <a:lnTo>
                  <a:pt x="10800" y="12001"/>
                </a:lnTo>
                <a:lnTo>
                  <a:pt x="6873" y="12001"/>
                </a:lnTo>
                <a:cubicBezTo>
                  <a:pt x="6873" y="12001"/>
                  <a:pt x="6873" y="8400"/>
                  <a:pt x="6873" y="8400"/>
                </a:cubicBezTo>
                <a:close/>
                <a:moveTo>
                  <a:pt x="6382" y="13200"/>
                </a:moveTo>
                <a:lnTo>
                  <a:pt x="11291" y="13200"/>
                </a:lnTo>
                <a:cubicBezTo>
                  <a:pt x="11562" y="13200"/>
                  <a:pt x="11782" y="12932"/>
                  <a:pt x="11782" y="12600"/>
                </a:cubicBezTo>
                <a:lnTo>
                  <a:pt x="11782" y="7800"/>
                </a:lnTo>
                <a:cubicBezTo>
                  <a:pt x="11782" y="7469"/>
                  <a:pt x="11562" y="7200"/>
                  <a:pt x="11291" y="7200"/>
                </a:cubicBezTo>
                <a:lnTo>
                  <a:pt x="6382" y="7200"/>
                </a:lnTo>
                <a:cubicBezTo>
                  <a:pt x="6111" y="7200"/>
                  <a:pt x="5891" y="7469"/>
                  <a:pt x="5891" y="7800"/>
                </a:cubicBezTo>
                <a:lnTo>
                  <a:pt x="5891" y="12600"/>
                </a:lnTo>
                <a:cubicBezTo>
                  <a:pt x="5891" y="12932"/>
                  <a:pt x="6111" y="13200"/>
                  <a:pt x="6382" y="13200"/>
                </a:cubicBezTo>
                <a:moveTo>
                  <a:pt x="6382" y="4800"/>
                </a:moveTo>
                <a:cubicBezTo>
                  <a:pt x="6653" y="4800"/>
                  <a:pt x="6873" y="4531"/>
                  <a:pt x="6873" y="4200"/>
                </a:cubicBezTo>
                <a:cubicBezTo>
                  <a:pt x="6873" y="3868"/>
                  <a:pt x="6653" y="3600"/>
                  <a:pt x="6382" y="3600"/>
                </a:cubicBezTo>
                <a:cubicBezTo>
                  <a:pt x="6111" y="3600"/>
                  <a:pt x="5891" y="3868"/>
                  <a:pt x="5891" y="4200"/>
                </a:cubicBezTo>
                <a:cubicBezTo>
                  <a:pt x="5891" y="4531"/>
                  <a:pt x="6111" y="4800"/>
                  <a:pt x="6382" y="4800"/>
                </a:cubicBezTo>
                <a:moveTo>
                  <a:pt x="20618" y="20400"/>
                </a:moveTo>
                <a:lnTo>
                  <a:pt x="2945" y="20400"/>
                </a:lnTo>
                <a:cubicBezTo>
                  <a:pt x="1861" y="20400"/>
                  <a:pt x="982" y="19325"/>
                  <a:pt x="982" y="18000"/>
                </a:cubicBezTo>
                <a:lnTo>
                  <a:pt x="982" y="4800"/>
                </a:lnTo>
                <a:lnTo>
                  <a:pt x="2945" y="4800"/>
                </a:lnTo>
                <a:lnTo>
                  <a:pt x="2945" y="17400"/>
                </a:lnTo>
                <a:cubicBezTo>
                  <a:pt x="2945" y="17732"/>
                  <a:pt x="3166" y="18000"/>
                  <a:pt x="3436" y="18000"/>
                </a:cubicBezTo>
                <a:cubicBezTo>
                  <a:pt x="3707" y="18000"/>
                  <a:pt x="3927" y="17732"/>
                  <a:pt x="3927" y="17400"/>
                </a:cubicBezTo>
                <a:lnTo>
                  <a:pt x="3927" y="1200"/>
                </a:lnTo>
                <a:lnTo>
                  <a:pt x="20618" y="1200"/>
                </a:lnTo>
                <a:cubicBezTo>
                  <a:pt x="20618" y="1200"/>
                  <a:pt x="20618" y="20400"/>
                  <a:pt x="20618" y="20400"/>
                </a:cubicBezTo>
                <a:close/>
                <a:moveTo>
                  <a:pt x="20618" y="0"/>
                </a:moveTo>
                <a:lnTo>
                  <a:pt x="3927" y="0"/>
                </a:lnTo>
                <a:cubicBezTo>
                  <a:pt x="3385" y="0"/>
                  <a:pt x="2945" y="538"/>
                  <a:pt x="2945" y="1200"/>
                </a:cubicBezTo>
                <a:lnTo>
                  <a:pt x="2945" y="3600"/>
                </a:lnTo>
                <a:lnTo>
                  <a:pt x="982" y="3600"/>
                </a:lnTo>
                <a:cubicBezTo>
                  <a:pt x="440" y="3600"/>
                  <a:pt x="0" y="4138"/>
                  <a:pt x="0" y="4800"/>
                </a:cubicBezTo>
                <a:lnTo>
                  <a:pt x="0" y="18000"/>
                </a:lnTo>
                <a:cubicBezTo>
                  <a:pt x="0" y="19988"/>
                  <a:pt x="1319" y="21600"/>
                  <a:pt x="2945" y="21600"/>
                </a:cubicBezTo>
                <a:lnTo>
                  <a:pt x="20618" y="21600"/>
                </a:lnTo>
                <a:cubicBezTo>
                  <a:pt x="21160" y="21600"/>
                  <a:pt x="21600" y="21062"/>
                  <a:pt x="21600" y="20400"/>
                </a:cubicBezTo>
                <a:lnTo>
                  <a:pt x="21600" y="1200"/>
                </a:lnTo>
                <a:cubicBezTo>
                  <a:pt x="21600" y="538"/>
                  <a:pt x="21160" y="0"/>
                  <a:pt x="20618" y="0"/>
                </a:cubicBezTo>
                <a:moveTo>
                  <a:pt x="6382" y="18000"/>
                </a:moveTo>
                <a:lnTo>
                  <a:pt x="18164" y="18000"/>
                </a:lnTo>
                <a:cubicBezTo>
                  <a:pt x="18434" y="18000"/>
                  <a:pt x="18655" y="17732"/>
                  <a:pt x="18655" y="17400"/>
                </a:cubicBezTo>
                <a:cubicBezTo>
                  <a:pt x="18655" y="17068"/>
                  <a:pt x="18434" y="16801"/>
                  <a:pt x="18164" y="16801"/>
                </a:cubicBezTo>
                <a:lnTo>
                  <a:pt x="6382" y="16801"/>
                </a:lnTo>
                <a:cubicBezTo>
                  <a:pt x="6111" y="16801"/>
                  <a:pt x="5891" y="17068"/>
                  <a:pt x="5891" y="17400"/>
                </a:cubicBezTo>
                <a:cubicBezTo>
                  <a:pt x="5891" y="17732"/>
                  <a:pt x="6111" y="18000"/>
                  <a:pt x="6382" y="18000"/>
                </a:cubicBezTo>
                <a:moveTo>
                  <a:pt x="6382" y="15600"/>
                </a:moveTo>
                <a:lnTo>
                  <a:pt x="18164" y="15600"/>
                </a:lnTo>
                <a:cubicBezTo>
                  <a:pt x="18434" y="15600"/>
                  <a:pt x="18655" y="15332"/>
                  <a:pt x="18655" y="15000"/>
                </a:cubicBezTo>
                <a:cubicBezTo>
                  <a:pt x="18655" y="14668"/>
                  <a:pt x="18434" y="14401"/>
                  <a:pt x="18164" y="14401"/>
                </a:cubicBezTo>
                <a:lnTo>
                  <a:pt x="6382" y="14401"/>
                </a:lnTo>
                <a:cubicBezTo>
                  <a:pt x="6111" y="14401"/>
                  <a:pt x="5891" y="14668"/>
                  <a:pt x="5891" y="15000"/>
                </a:cubicBezTo>
                <a:cubicBezTo>
                  <a:pt x="5891" y="15332"/>
                  <a:pt x="6111" y="15600"/>
                  <a:pt x="6382" y="15600"/>
                </a:cubicBezTo>
                <a:moveTo>
                  <a:pt x="8345" y="4800"/>
                </a:moveTo>
                <a:cubicBezTo>
                  <a:pt x="8616" y="4800"/>
                  <a:pt x="8836" y="4531"/>
                  <a:pt x="8836" y="4200"/>
                </a:cubicBezTo>
                <a:cubicBezTo>
                  <a:pt x="8836" y="3868"/>
                  <a:pt x="8616" y="3600"/>
                  <a:pt x="8345" y="3600"/>
                </a:cubicBezTo>
                <a:cubicBezTo>
                  <a:pt x="8075" y="3600"/>
                  <a:pt x="7855" y="3868"/>
                  <a:pt x="7855" y="4200"/>
                </a:cubicBezTo>
                <a:cubicBezTo>
                  <a:pt x="7855" y="4531"/>
                  <a:pt x="8075" y="4800"/>
                  <a:pt x="8345" y="4800"/>
                </a:cubicBezTo>
                <a:moveTo>
                  <a:pt x="18164" y="7200"/>
                </a:moveTo>
                <a:lnTo>
                  <a:pt x="14236" y="7200"/>
                </a:lnTo>
                <a:cubicBezTo>
                  <a:pt x="13966" y="7200"/>
                  <a:pt x="13745" y="7469"/>
                  <a:pt x="13745" y="7800"/>
                </a:cubicBezTo>
                <a:cubicBezTo>
                  <a:pt x="13745" y="8132"/>
                  <a:pt x="13966" y="8400"/>
                  <a:pt x="14236" y="8400"/>
                </a:cubicBezTo>
                <a:lnTo>
                  <a:pt x="18164" y="8400"/>
                </a:lnTo>
                <a:cubicBezTo>
                  <a:pt x="18434" y="8400"/>
                  <a:pt x="18655" y="8132"/>
                  <a:pt x="18655" y="7800"/>
                </a:cubicBezTo>
                <a:cubicBezTo>
                  <a:pt x="18655" y="7469"/>
                  <a:pt x="18434" y="7200"/>
                  <a:pt x="18164" y="7200"/>
                </a:cubicBezTo>
                <a:moveTo>
                  <a:pt x="18164" y="12001"/>
                </a:moveTo>
                <a:lnTo>
                  <a:pt x="14236" y="12001"/>
                </a:lnTo>
                <a:cubicBezTo>
                  <a:pt x="13966" y="12001"/>
                  <a:pt x="13745" y="12268"/>
                  <a:pt x="13745" y="12600"/>
                </a:cubicBezTo>
                <a:cubicBezTo>
                  <a:pt x="13745" y="12932"/>
                  <a:pt x="13966" y="13200"/>
                  <a:pt x="14236" y="13200"/>
                </a:cubicBezTo>
                <a:lnTo>
                  <a:pt x="18164" y="13200"/>
                </a:lnTo>
                <a:cubicBezTo>
                  <a:pt x="18434" y="13200"/>
                  <a:pt x="18655" y="12932"/>
                  <a:pt x="18655" y="12600"/>
                </a:cubicBezTo>
                <a:cubicBezTo>
                  <a:pt x="18655" y="12268"/>
                  <a:pt x="18434" y="12001"/>
                  <a:pt x="18164" y="12001"/>
                </a:cubicBezTo>
                <a:moveTo>
                  <a:pt x="18164" y="9600"/>
                </a:moveTo>
                <a:lnTo>
                  <a:pt x="14236" y="9600"/>
                </a:lnTo>
                <a:cubicBezTo>
                  <a:pt x="13966" y="9600"/>
                  <a:pt x="13745" y="9869"/>
                  <a:pt x="13745" y="10200"/>
                </a:cubicBezTo>
                <a:cubicBezTo>
                  <a:pt x="13745" y="10532"/>
                  <a:pt x="13966" y="10800"/>
                  <a:pt x="14236" y="10800"/>
                </a:cubicBezTo>
                <a:lnTo>
                  <a:pt x="18164" y="10800"/>
                </a:lnTo>
                <a:cubicBezTo>
                  <a:pt x="18434" y="10800"/>
                  <a:pt x="18655" y="10532"/>
                  <a:pt x="18655" y="10200"/>
                </a:cubicBezTo>
                <a:cubicBezTo>
                  <a:pt x="18655" y="9869"/>
                  <a:pt x="18434" y="9600"/>
                  <a:pt x="18164" y="9600"/>
                </a:cubicBezTo>
                <a:moveTo>
                  <a:pt x="18164" y="4800"/>
                </a:moveTo>
                <a:cubicBezTo>
                  <a:pt x="18434" y="4800"/>
                  <a:pt x="18655" y="4531"/>
                  <a:pt x="18655" y="4200"/>
                </a:cubicBezTo>
                <a:cubicBezTo>
                  <a:pt x="18655" y="3868"/>
                  <a:pt x="18434" y="3600"/>
                  <a:pt x="18164" y="3600"/>
                </a:cubicBezTo>
                <a:cubicBezTo>
                  <a:pt x="17893" y="3600"/>
                  <a:pt x="17673" y="3868"/>
                  <a:pt x="17673" y="4200"/>
                </a:cubicBezTo>
                <a:cubicBezTo>
                  <a:pt x="17673" y="4531"/>
                  <a:pt x="17893" y="4800"/>
                  <a:pt x="18164" y="4800"/>
                </a:cubicBezTo>
                <a:moveTo>
                  <a:pt x="16200" y="4800"/>
                </a:moveTo>
                <a:cubicBezTo>
                  <a:pt x="16471" y="4800"/>
                  <a:pt x="16691" y="4531"/>
                  <a:pt x="16691" y="4200"/>
                </a:cubicBezTo>
                <a:cubicBezTo>
                  <a:pt x="16691" y="3868"/>
                  <a:pt x="16471" y="3600"/>
                  <a:pt x="16200" y="3600"/>
                </a:cubicBezTo>
                <a:cubicBezTo>
                  <a:pt x="15929" y="3600"/>
                  <a:pt x="15709" y="3868"/>
                  <a:pt x="15709" y="4200"/>
                </a:cubicBezTo>
                <a:cubicBezTo>
                  <a:pt x="15709" y="4531"/>
                  <a:pt x="15929" y="4800"/>
                  <a:pt x="16200" y="4800"/>
                </a:cubicBezTo>
                <a:moveTo>
                  <a:pt x="10309" y="4800"/>
                </a:moveTo>
                <a:lnTo>
                  <a:pt x="14236" y="4800"/>
                </a:lnTo>
                <a:cubicBezTo>
                  <a:pt x="14507" y="4800"/>
                  <a:pt x="14727" y="4531"/>
                  <a:pt x="14727" y="4200"/>
                </a:cubicBezTo>
                <a:cubicBezTo>
                  <a:pt x="14727" y="3868"/>
                  <a:pt x="14507" y="3600"/>
                  <a:pt x="14236" y="3600"/>
                </a:cubicBezTo>
                <a:lnTo>
                  <a:pt x="10309" y="3600"/>
                </a:lnTo>
                <a:cubicBezTo>
                  <a:pt x="10038" y="3600"/>
                  <a:pt x="9818" y="3868"/>
                  <a:pt x="9818" y="4200"/>
                </a:cubicBezTo>
                <a:cubicBezTo>
                  <a:pt x="9818" y="4531"/>
                  <a:pt x="10038" y="4800"/>
                  <a:pt x="10309" y="48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87" name="Shape 2599">
            <a:extLst>
              <a:ext uri="{FF2B5EF4-FFF2-40B4-BE49-F238E27FC236}">
                <a16:creationId xmlns:a16="http://schemas.microsoft.com/office/drawing/2014/main" id="{1BCC88CE-600B-BE78-1984-2F5340D82F7D}"/>
              </a:ext>
            </a:extLst>
          </p:cNvPr>
          <p:cNvSpPr/>
          <p:nvPr userDrawn="1"/>
        </p:nvSpPr>
        <p:spPr>
          <a:xfrm>
            <a:off x="8302941" y="1825947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382" y="7855"/>
                </a:moveTo>
                <a:cubicBezTo>
                  <a:pt x="6653" y="7855"/>
                  <a:pt x="6873" y="7635"/>
                  <a:pt x="6873" y="7364"/>
                </a:cubicBezTo>
                <a:cubicBezTo>
                  <a:pt x="6873" y="7092"/>
                  <a:pt x="6653" y="6873"/>
                  <a:pt x="6382" y="6873"/>
                </a:cubicBezTo>
                <a:cubicBezTo>
                  <a:pt x="6111" y="6873"/>
                  <a:pt x="5891" y="7092"/>
                  <a:pt x="5891" y="7364"/>
                </a:cubicBezTo>
                <a:cubicBezTo>
                  <a:pt x="5891" y="7635"/>
                  <a:pt x="6111" y="7855"/>
                  <a:pt x="6382" y="7855"/>
                </a:cubicBezTo>
                <a:moveTo>
                  <a:pt x="6873" y="10800"/>
                </a:moveTo>
                <a:lnTo>
                  <a:pt x="10800" y="10800"/>
                </a:lnTo>
                <a:lnTo>
                  <a:pt x="10800" y="13746"/>
                </a:lnTo>
                <a:lnTo>
                  <a:pt x="6873" y="13746"/>
                </a:lnTo>
                <a:cubicBezTo>
                  <a:pt x="6873" y="13746"/>
                  <a:pt x="6873" y="10800"/>
                  <a:pt x="6873" y="10800"/>
                </a:cubicBezTo>
                <a:close/>
                <a:moveTo>
                  <a:pt x="6382" y="14727"/>
                </a:moveTo>
                <a:lnTo>
                  <a:pt x="11291" y="14727"/>
                </a:lnTo>
                <a:cubicBezTo>
                  <a:pt x="11562" y="14727"/>
                  <a:pt x="11782" y="14508"/>
                  <a:pt x="11782" y="14236"/>
                </a:cubicBezTo>
                <a:lnTo>
                  <a:pt x="11782" y="10309"/>
                </a:lnTo>
                <a:cubicBezTo>
                  <a:pt x="11782" y="10038"/>
                  <a:pt x="11562" y="9818"/>
                  <a:pt x="11291" y="9818"/>
                </a:cubicBezTo>
                <a:lnTo>
                  <a:pt x="6382" y="9818"/>
                </a:lnTo>
                <a:cubicBezTo>
                  <a:pt x="6111" y="9818"/>
                  <a:pt x="5891" y="10038"/>
                  <a:pt x="5891" y="10309"/>
                </a:cubicBezTo>
                <a:lnTo>
                  <a:pt x="5891" y="14236"/>
                </a:lnTo>
                <a:cubicBezTo>
                  <a:pt x="5891" y="14508"/>
                  <a:pt x="6111" y="14727"/>
                  <a:pt x="6382" y="14727"/>
                </a:cubicBezTo>
                <a:moveTo>
                  <a:pt x="8345" y="7855"/>
                </a:moveTo>
                <a:cubicBezTo>
                  <a:pt x="8616" y="7855"/>
                  <a:pt x="8836" y="7635"/>
                  <a:pt x="8836" y="7364"/>
                </a:cubicBezTo>
                <a:cubicBezTo>
                  <a:pt x="8836" y="7092"/>
                  <a:pt x="8616" y="6873"/>
                  <a:pt x="8345" y="6873"/>
                </a:cubicBezTo>
                <a:cubicBezTo>
                  <a:pt x="8075" y="6873"/>
                  <a:pt x="7855" y="7092"/>
                  <a:pt x="7855" y="7364"/>
                </a:cubicBezTo>
                <a:cubicBezTo>
                  <a:pt x="7855" y="7635"/>
                  <a:pt x="8075" y="7855"/>
                  <a:pt x="8345" y="7855"/>
                </a:cubicBezTo>
                <a:moveTo>
                  <a:pt x="20618" y="20618"/>
                </a:moveTo>
                <a:lnTo>
                  <a:pt x="2945" y="20618"/>
                </a:lnTo>
                <a:cubicBezTo>
                  <a:pt x="1861" y="20618"/>
                  <a:pt x="982" y="19739"/>
                  <a:pt x="982" y="18655"/>
                </a:cubicBezTo>
                <a:lnTo>
                  <a:pt x="982" y="7855"/>
                </a:lnTo>
                <a:lnTo>
                  <a:pt x="2945" y="7855"/>
                </a:lnTo>
                <a:lnTo>
                  <a:pt x="2945" y="18164"/>
                </a:lnTo>
                <a:cubicBezTo>
                  <a:pt x="2945" y="18435"/>
                  <a:pt x="3166" y="18655"/>
                  <a:pt x="3436" y="18655"/>
                </a:cubicBezTo>
                <a:cubicBezTo>
                  <a:pt x="3707" y="18655"/>
                  <a:pt x="3927" y="18435"/>
                  <a:pt x="3927" y="18164"/>
                </a:cubicBezTo>
                <a:lnTo>
                  <a:pt x="3927" y="4909"/>
                </a:lnTo>
                <a:lnTo>
                  <a:pt x="20618" y="4909"/>
                </a:lnTo>
                <a:cubicBezTo>
                  <a:pt x="20618" y="4909"/>
                  <a:pt x="20618" y="20618"/>
                  <a:pt x="20618" y="20618"/>
                </a:cubicBezTo>
                <a:close/>
                <a:moveTo>
                  <a:pt x="20618" y="3927"/>
                </a:moveTo>
                <a:lnTo>
                  <a:pt x="3927" y="3927"/>
                </a:lnTo>
                <a:cubicBezTo>
                  <a:pt x="3385" y="3927"/>
                  <a:pt x="2945" y="4367"/>
                  <a:pt x="2945" y="4909"/>
                </a:cubicBezTo>
                <a:lnTo>
                  <a:pt x="2945" y="6873"/>
                </a:lnTo>
                <a:lnTo>
                  <a:pt x="982" y="6873"/>
                </a:lnTo>
                <a:cubicBezTo>
                  <a:pt x="440" y="6873"/>
                  <a:pt x="0" y="7313"/>
                  <a:pt x="0" y="7855"/>
                </a:cubicBezTo>
                <a:lnTo>
                  <a:pt x="0" y="18655"/>
                </a:lnTo>
                <a:cubicBezTo>
                  <a:pt x="0" y="20282"/>
                  <a:pt x="1319" y="21600"/>
                  <a:pt x="2945" y="21600"/>
                </a:cubicBezTo>
                <a:lnTo>
                  <a:pt x="20618" y="21600"/>
                </a:lnTo>
                <a:cubicBezTo>
                  <a:pt x="21160" y="21600"/>
                  <a:pt x="21600" y="21160"/>
                  <a:pt x="21600" y="20618"/>
                </a:cubicBezTo>
                <a:lnTo>
                  <a:pt x="21600" y="4909"/>
                </a:lnTo>
                <a:cubicBezTo>
                  <a:pt x="21600" y="4367"/>
                  <a:pt x="21160" y="3927"/>
                  <a:pt x="20618" y="3927"/>
                </a:cubicBezTo>
                <a:moveTo>
                  <a:pt x="6382" y="16691"/>
                </a:moveTo>
                <a:lnTo>
                  <a:pt x="18164" y="16691"/>
                </a:lnTo>
                <a:cubicBezTo>
                  <a:pt x="18434" y="16691"/>
                  <a:pt x="18655" y="16472"/>
                  <a:pt x="18655" y="16200"/>
                </a:cubicBezTo>
                <a:cubicBezTo>
                  <a:pt x="18655" y="15929"/>
                  <a:pt x="18434" y="15710"/>
                  <a:pt x="18164" y="15710"/>
                </a:cubicBezTo>
                <a:lnTo>
                  <a:pt x="6382" y="15710"/>
                </a:lnTo>
                <a:cubicBezTo>
                  <a:pt x="6111" y="15710"/>
                  <a:pt x="5891" y="15929"/>
                  <a:pt x="5891" y="16200"/>
                </a:cubicBezTo>
                <a:cubicBezTo>
                  <a:pt x="5891" y="16472"/>
                  <a:pt x="6111" y="16691"/>
                  <a:pt x="6382" y="16691"/>
                </a:cubicBezTo>
                <a:moveTo>
                  <a:pt x="10309" y="7855"/>
                </a:moveTo>
                <a:lnTo>
                  <a:pt x="14236" y="7855"/>
                </a:lnTo>
                <a:cubicBezTo>
                  <a:pt x="14507" y="7855"/>
                  <a:pt x="14727" y="7635"/>
                  <a:pt x="14727" y="7364"/>
                </a:cubicBezTo>
                <a:cubicBezTo>
                  <a:pt x="14727" y="7092"/>
                  <a:pt x="14507" y="6873"/>
                  <a:pt x="14236" y="6873"/>
                </a:cubicBezTo>
                <a:lnTo>
                  <a:pt x="10309" y="6873"/>
                </a:lnTo>
                <a:cubicBezTo>
                  <a:pt x="10038" y="6873"/>
                  <a:pt x="9818" y="7092"/>
                  <a:pt x="9818" y="7364"/>
                </a:cubicBezTo>
                <a:cubicBezTo>
                  <a:pt x="9818" y="7635"/>
                  <a:pt x="10038" y="7855"/>
                  <a:pt x="10309" y="7855"/>
                </a:cubicBezTo>
                <a:moveTo>
                  <a:pt x="6382" y="18655"/>
                </a:moveTo>
                <a:lnTo>
                  <a:pt x="18164" y="18655"/>
                </a:lnTo>
                <a:cubicBezTo>
                  <a:pt x="18434" y="18655"/>
                  <a:pt x="18655" y="18435"/>
                  <a:pt x="18655" y="18164"/>
                </a:cubicBezTo>
                <a:cubicBezTo>
                  <a:pt x="18655" y="17893"/>
                  <a:pt x="18434" y="17673"/>
                  <a:pt x="18164" y="17673"/>
                </a:cubicBezTo>
                <a:lnTo>
                  <a:pt x="6382" y="17673"/>
                </a:lnTo>
                <a:cubicBezTo>
                  <a:pt x="6111" y="17673"/>
                  <a:pt x="5891" y="17893"/>
                  <a:pt x="5891" y="18164"/>
                </a:cubicBezTo>
                <a:cubicBezTo>
                  <a:pt x="5891" y="18435"/>
                  <a:pt x="6111" y="18655"/>
                  <a:pt x="6382" y="18655"/>
                </a:cubicBezTo>
                <a:moveTo>
                  <a:pt x="4909" y="2945"/>
                </a:moveTo>
                <a:lnTo>
                  <a:pt x="20127" y="2945"/>
                </a:lnTo>
                <a:cubicBezTo>
                  <a:pt x="20398" y="2945"/>
                  <a:pt x="20618" y="2726"/>
                  <a:pt x="20618" y="2455"/>
                </a:cubicBezTo>
                <a:cubicBezTo>
                  <a:pt x="20618" y="2184"/>
                  <a:pt x="20398" y="1964"/>
                  <a:pt x="20127" y="1964"/>
                </a:cubicBezTo>
                <a:lnTo>
                  <a:pt x="4909" y="1964"/>
                </a:lnTo>
                <a:cubicBezTo>
                  <a:pt x="4638" y="1964"/>
                  <a:pt x="4418" y="2184"/>
                  <a:pt x="4418" y="2455"/>
                </a:cubicBezTo>
                <a:cubicBezTo>
                  <a:pt x="4418" y="2726"/>
                  <a:pt x="4638" y="2945"/>
                  <a:pt x="4909" y="2945"/>
                </a:cubicBezTo>
                <a:moveTo>
                  <a:pt x="18164" y="11783"/>
                </a:moveTo>
                <a:lnTo>
                  <a:pt x="14236" y="11783"/>
                </a:lnTo>
                <a:cubicBezTo>
                  <a:pt x="13966" y="11783"/>
                  <a:pt x="13745" y="12001"/>
                  <a:pt x="13745" y="12273"/>
                </a:cubicBezTo>
                <a:cubicBezTo>
                  <a:pt x="13745" y="12544"/>
                  <a:pt x="13966" y="12764"/>
                  <a:pt x="14236" y="12764"/>
                </a:cubicBezTo>
                <a:lnTo>
                  <a:pt x="18164" y="12764"/>
                </a:lnTo>
                <a:cubicBezTo>
                  <a:pt x="18434" y="12764"/>
                  <a:pt x="18655" y="12544"/>
                  <a:pt x="18655" y="12273"/>
                </a:cubicBezTo>
                <a:cubicBezTo>
                  <a:pt x="18655" y="12001"/>
                  <a:pt x="18434" y="11783"/>
                  <a:pt x="18164" y="11783"/>
                </a:cubicBezTo>
                <a:moveTo>
                  <a:pt x="6382" y="982"/>
                </a:moveTo>
                <a:lnTo>
                  <a:pt x="19145" y="982"/>
                </a:lnTo>
                <a:cubicBezTo>
                  <a:pt x="19416" y="982"/>
                  <a:pt x="19636" y="762"/>
                  <a:pt x="19636" y="491"/>
                </a:cubicBezTo>
                <a:cubicBezTo>
                  <a:pt x="19636" y="220"/>
                  <a:pt x="19416" y="0"/>
                  <a:pt x="19145" y="0"/>
                </a:cubicBezTo>
                <a:lnTo>
                  <a:pt x="6382" y="0"/>
                </a:lnTo>
                <a:cubicBezTo>
                  <a:pt x="6111" y="0"/>
                  <a:pt x="5891" y="220"/>
                  <a:pt x="5891" y="491"/>
                </a:cubicBezTo>
                <a:cubicBezTo>
                  <a:pt x="5891" y="762"/>
                  <a:pt x="6111" y="982"/>
                  <a:pt x="6382" y="982"/>
                </a:cubicBezTo>
                <a:moveTo>
                  <a:pt x="18164" y="13746"/>
                </a:moveTo>
                <a:lnTo>
                  <a:pt x="14236" y="13746"/>
                </a:lnTo>
                <a:cubicBezTo>
                  <a:pt x="13966" y="13746"/>
                  <a:pt x="13745" y="13965"/>
                  <a:pt x="13745" y="14236"/>
                </a:cubicBezTo>
                <a:cubicBezTo>
                  <a:pt x="13745" y="14508"/>
                  <a:pt x="13966" y="14727"/>
                  <a:pt x="14236" y="14727"/>
                </a:cubicBezTo>
                <a:lnTo>
                  <a:pt x="18164" y="14727"/>
                </a:lnTo>
                <a:cubicBezTo>
                  <a:pt x="18434" y="14727"/>
                  <a:pt x="18655" y="14508"/>
                  <a:pt x="18655" y="14236"/>
                </a:cubicBezTo>
                <a:cubicBezTo>
                  <a:pt x="18655" y="13965"/>
                  <a:pt x="18434" y="13746"/>
                  <a:pt x="18164" y="13746"/>
                </a:cubicBezTo>
                <a:moveTo>
                  <a:pt x="16200" y="7855"/>
                </a:moveTo>
                <a:cubicBezTo>
                  <a:pt x="16471" y="7855"/>
                  <a:pt x="16691" y="7635"/>
                  <a:pt x="16691" y="7364"/>
                </a:cubicBezTo>
                <a:cubicBezTo>
                  <a:pt x="16691" y="7092"/>
                  <a:pt x="16471" y="6873"/>
                  <a:pt x="16200" y="6873"/>
                </a:cubicBezTo>
                <a:cubicBezTo>
                  <a:pt x="15929" y="6873"/>
                  <a:pt x="15709" y="7092"/>
                  <a:pt x="15709" y="7364"/>
                </a:cubicBezTo>
                <a:cubicBezTo>
                  <a:pt x="15709" y="7635"/>
                  <a:pt x="15929" y="7855"/>
                  <a:pt x="16200" y="7855"/>
                </a:cubicBezTo>
                <a:moveTo>
                  <a:pt x="18164" y="7855"/>
                </a:moveTo>
                <a:cubicBezTo>
                  <a:pt x="18434" y="7855"/>
                  <a:pt x="18655" y="7635"/>
                  <a:pt x="18655" y="7364"/>
                </a:cubicBezTo>
                <a:cubicBezTo>
                  <a:pt x="18655" y="7092"/>
                  <a:pt x="18434" y="6873"/>
                  <a:pt x="18164" y="6873"/>
                </a:cubicBezTo>
                <a:cubicBezTo>
                  <a:pt x="17893" y="6873"/>
                  <a:pt x="17673" y="7092"/>
                  <a:pt x="17673" y="7364"/>
                </a:cubicBezTo>
                <a:cubicBezTo>
                  <a:pt x="17673" y="7635"/>
                  <a:pt x="17893" y="7855"/>
                  <a:pt x="18164" y="7855"/>
                </a:cubicBezTo>
                <a:moveTo>
                  <a:pt x="18164" y="9818"/>
                </a:moveTo>
                <a:lnTo>
                  <a:pt x="14236" y="9818"/>
                </a:lnTo>
                <a:cubicBezTo>
                  <a:pt x="13966" y="9818"/>
                  <a:pt x="13745" y="10038"/>
                  <a:pt x="13745" y="10309"/>
                </a:cubicBezTo>
                <a:cubicBezTo>
                  <a:pt x="13745" y="10581"/>
                  <a:pt x="13966" y="10800"/>
                  <a:pt x="14236" y="10800"/>
                </a:cubicBezTo>
                <a:lnTo>
                  <a:pt x="18164" y="10800"/>
                </a:lnTo>
                <a:cubicBezTo>
                  <a:pt x="18434" y="10800"/>
                  <a:pt x="18655" y="10581"/>
                  <a:pt x="18655" y="10309"/>
                </a:cubicBezTo>
                <a:cubicBezTo>
                  <a:pt x="18655" y="10038"/>
                  <a:pt x="18434" y="9818"/>
                  <a:pt x="18164" y="9818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88" name="Shape 2600">
            <a:extLst>
              <a:ext uri="{FF2B5EF4-FFF2-40B4-BE49-F238E27FC236}">
                <a16:creationId xmlns:a16="http://schemas.microsoft.com/office/drawing/2014/main" id="{4B6F5A49-90D2-A4C8-E3E2-E7147CCDB236}"/>
              </a:ext>
            </a:extLst>
          </p:cNvPr>
          <p:cNvSpPr/>
          <p:nvPr userDrawn="1"/>
        </p:nvSpPr>
        <p:spPr>
          <a:xfrm>
            <a:off x="8837740" y="1825947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618"/>
                </a:moveTo>
                <a:cubicBezTo>
                  <a:pt x="5378" y="20618"/>
                  <a:pt x="982" y="16223"/>
                  <a:pt x="982" y="10800"/>
                </a:cubicBezTo>
                <a:cubicBezTo>
                  <a:pt x="982" y="5378"/>
                  <a:pt x="5378" y="982"/>
                  <a:pt x="10800" y="982"/>
                </a:cubicBezTo>
                <a:cubicBezTo>
                  <a:pt x="16223" y="982"/>
                  <a:pt x="20618" y="5378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6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6"/>
                  <a:pt x="16765" y="0"/>
                  <a:pt x="10800" y="0"/>
                </a:cubicBezTo>
                <a:moveTo>
                  <a:pt x="16200" y="10309"/>
                </a:moveTo>
                <a:lnTo>
                  <a:pt x="11291" y="10309"/>
                </a:lnTo>
                <a:lnTo>
                  <a:pt x="11291" y="5401"/>
                </a:lnTo>
                <a:cubicBezTo>
                  <a:pt x="11291" y="5129"/>
                  <a:pt x="11071" y="4909"/>
                  <a:pt x="10800" y="4909"/>
                </a:cubicBezTo>
                <a:cubicBezTo>
                  <a:pt x="10529" y="4909"/>
                  <a:pt x="10309" y="5129"/>
                  <a:pt x="10309" y="5401"/>
                </a:cubicBezTo>
                <a:lnTo>
                  <a:pt x="10309" y="10309"/>
                </a:lnTo>
                <a:lnTo>
                  <a:pt x="5400" y="10309"/>
                </a:lnTo>
                <a:cubicBezTo>
                  <a:pt x="5129" y="10309"/>
                  <a:pt x="4909" y="10529"/>
                  <a:pt x="4909" y="10800"/>
                </a:cubicBezTo>
                <a:cubicBezTo>
                  <a:pt x="4909" y="11072"/>
                  <a:pt x="5129" y="11292"/>
                  <a:pt x="5400" y="11292"/>
                </a:cubicBezTo>
                <a:lnTo>
                  <a:pt x="10309" y="11292"/>
                </a:lnTo>
                <a:lnTo>
                  <a:pt x="10309" y="16200"/>
                </a:lnTo>
                <a:cubicBezTo>
                  <a:pt x="10309" y="16472"/>
                  <a:pt x="10529" y="16691"/>
                  <a:pt x="10800" y="16691"/>
                </a:cubicBezTo>
                <a:cubicBezTo>
                  <a:pt x="11071" y="16691"/>
                  <a:pt x="11291" y="16472"/>
                  <a:pt x="11291" y="16200"/>
                </a:cubicBezTo>
                <a:lnTo>
                  <a:pt x="11291" y="11292"/>
                </a:lnTo>
                <a:lnTo>
                  <a:pt x="16200" y="11292"/>
                </a:lnTo>
                <a:cubicBezTo>
                  <a:pt x="16471" y="11292"/>
                  <a:pt x="16691" y="11072"/>
                  <a:pt x="16691" y="10800"/>
                </a:cubicBezTo>
                <a:cubicBezTo>
                  <a:pt x="16691" y="10529"/>
                  <a:pt x="16471" y="10309"/>
                  <a:pt x="16200" y="10309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89" name="Shape 2601">
            <a:extLst>
              <a:ext uri="{FF2B5EF4-FFF2-40B4-BE49-F238E27FC236}">
                <a16:creationId xmlns:a16="http://schemas.microsoft.com/office/drawing/2014/main" id="{C03EC4D2-FCBE-A255-64CD-076727B3F2DD}"/>
              </a:ext>
            </a:extLst>
          </p:cNvPr>
          <p:cNvSpPr/>
          <p:nvPr userDrawn="1"/>
        </p:nvSpPr>
        <p:spPr>
          <a:xfrm>
            <a:off x="9372538" y="1825947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618"/>
                </a:moveTo>
                <a:cubicBezTo>
                  <a:pt x="5378" y="20618"/>
                  <a:pt x="982" y="16223"/>
                  <a:pt x="982" y="10800"/>
                </a:cubicBezTo>
                <a:cubicBezTo>
                  <a:pt x="982" y="5378"/>
                  <a:pt x="5378" y="982"/>
                  <a:pt x="10800" y="982"/>
                </a:cubicBezTo>
                <a:cubicBezTo>
                  <a:pt x="16223" y="982"/>
                  <a:pt x="20618" y="5378"/>
                  <a:pt x="20618" y="10800"/>
                </a:cubicBezTo>
                <a:cubicBezTo>
                  <a:pt x="20618" y="16223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6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6"/>
                  <a:pt x="16765" y="0"/>
                  <a:pt x="10800" y="0"/>
                </a:cubicBezTo>
                <a:moveTo>
                  <a:pt x="16200" y="10309"/>
                </a:moveTo>
                <a:lnTo>
                  <a:pt x="5400" y="10309"/>
                </a:lnTo>
                <a:cubicBezTo>
                  <a:pt x="5129" y="10309"/>
                  <a:pt x="4909" y="10529"/>
                  <a:pt x="4909" y="10800"/>
                </a:cubicBezTo>
                <a:cubicBezTo>
                  <a:pt x="4909" y="11072"/>
                  <a:pt x="5129" y="11292"/>
                  <a:pt x="5400" y="11292"/>
                </a:cubicBezTo>
                <a:lnTo>
                  <a:pt x="16200" y="11292"/>
                </a:lnTo>
                <a:cubicBezTo>
                  <a:pt x="16471" y="11292"/>
                  <a:pt x="16691" y="11072"/>
                  <a:pt x="16691" y="10800"/>
                </a:cubicBezTo>
                <a:cubicBezTo>
                  <a:pt x="16691" y="10529"/>
                  <a:pt x="16471" y="10309"/>
                  <a:pt x="16200" y="10309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90" name="Shape 2602">
            <a:extLst>
              <a:ext uri="{FF2B5EF4-FFF2-40B4-BE49-F238E27FC236}">
                <a16:creationId xmlns:a16="http://schemas.microsoft.com/office/drawing/2014/main" id="{3ABFF16A-7CF4-78DE-13FA-F0BE9C3CBFA2}"/>
              </a:ext>
            </a:extLst>
          </p:cNvPr>
          <p:cNvSpPr/>
          <p:nvPr userDrawn="1"/>
        </p:nvSpPr>
        <p:spPr>
          <a:xfrm>
            <a:off x="9907337" y="1851413"/>
            <a:ext cx="280133" cy="2292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400" y="6001"/>
                </a:moveTo>
                <a:lnTo>
                  <a:pt x="8345" y="6001"/>
                </a:lnTo>
                <a:cubicBezTo>
                  <a:pt x="8617" y="6001"/>
                  <a:pt x="8836" y="5732"/>
                  <a:pt x="8836" y="5400"/>
                </a:cubicBezTo>
                <a:cubicBezTo>
                  <a:pt x="8836" y="5069"/>
                  <a:pt x="8617" y="4800"/>
                  <a:pt x="8345" y="4800"/>
                </a:cubicBezTo>
                <a:lnTo>
                  <a:pt x="5400" y="4800"/>
                </a:lnTo>
                <a:cubicBezTo>
                  <a:pt x="5129" y="4800"/>
                  <a:pt x="4909" y="5069"/>
                  <a:pt x="4909" y="5400"/>
                </a:cubicBezTo>
                <a:cubicBezTo>
                  <a:pt x="4909" y="5732"/>
                  <a:pt x="5129" y="6001"/>
                  <a:pt x="5400" y="6001"/>
                </a:cubicBezTo>
                <a:moveTo>
                  <a:pt x="20618" y="20400"/>
                </a:moveTo>
                <a:lnTo>
                  <a:pt x="18655" y="20400"/>
                </a:lnTo>
                <a:lnTo>
                  <a:pt x="18655" y="18000"/>
                </a:lnTo>
                <a:cubicBezTo>
                  <a:pt x="18926" y="18000"/>
                  <a:pt x="19145" y="17732"/>
                  <a:pt x="19145" y="17400"/>
                </a:cubicBezTo>
                <a:cubicBezTo>
                  <a:pt x="19145" y="17069"/>
                  <a:pt x="18926" y="16801"/>
                  <a:pt x="18655" y="16801"/>
                </a:cubicBezTo>
                <a:lnTo>
                  <a:pt x="18655" y="3601"/>
                </a:lnTo>
                <a:lnTo>
                  <a:pt x="20618" y="3601"/>
                </a:lnTo>
                <a:cubicBezTo>
                  <a:pt x="20618" y="3601"/>
                  <a:pt x="20618" y="20400"/>
                  <a:pt x="20618" y="20400"/>
                </a:cubicBezTo>
                <a:close/>
                <a:moveTo>
                  <a:pt x="17673" y="16801"/>
                </a:moveTo>
                <a:cubicBezTo>
                  <a:pt x="17401" y="16801"/>
                  <a:pt x="17182" y="17069"/>
                  <a:pt x="17182" y="17400"/>
                </a:cubicBezTo>
                <a:cubicBezTo>
                  <a:pt x="17182" y="17732"/>
                  <a:pt x="17401" y="18000"/>
                  <a:pt x="17673" y="18000"/>
                </a:cubicBezTo>
                <a:lnTo>
                  <a:pt x="17673" y="20400"/>
                </a:lnTo>
                <a:lnTo>
                  <a:pt x="3927" y="20400"/>
                </a:lnTo>
                <a:lnTo>
                  <a:pt x="3927" y="18000"/>
                </a:lnTo>
                <a:cubicBezTo>
                  <a:pt x="4199" y="18000"/>
                  <a:pt x="4418" y="17732"/>
                  <a:pt x="4418" y="17400"/>
                </a:cubicBezTo>
                <a:cubicBezTo>
                  <a:pt x="4418" y="17069"/>
                  <a:pt x="4199" y="16801"/>
                  <a:pt x="3927" y="16801"/>
                </a:cubicBezTo>
                <a:lnTo>
                  <a:pt x="3927" y="3601"/>
                </a:lnTo>
                <a:lnTo>
                  <a:pt x="17673" y="3601"/>
                </a:lnTo>
                <a:cubicBezTo>
                  <a:pt x="17673" y="3601"/>
                  <a:pt x="17673" y="16801"/>
                  <a:pt x="17673" y="16801"/>
                </a:cubicBezTo>
                <a:close/>
                <a:moveTo>
                  <a:pt x="2945" y="16801"/>
                </a:moveTo>
                <a:cubicBezTo>
                  <a:pt x="2674" y="16801"/>
                  <a:pt x="2455" y="17069"/>
                  <a:pt x="2455" y="17400"/>
                </a:cubicBezTo>
                <a:cubicBezTo>
                  <a:pt x="2455" y="17732"/>
                  <a:pt x="2674" y="18000"/>
                  <a:pt x="2945" y="18000"/>
                </a:cubicBezTo>
                <a:lnTo>
                  <a:pt x="2945" y="20400"/>
                </a:lnTo>
                <a:lnTo>
                  <a:pt x="982" y="20400"/>
                </a:lnTo>
                <a:lnTo>
                  <a:pt x="982" y="3601"/>
                </a:lnTo>
                <a:lnTo>
                  <a:pt x="2945" y="3601"/>
                </a:lnTo>
                <a:cubicBezTo>
                  <a:pt x="2945" y="3601"/>
                  <a:pt x="2945" y="16801"/>
                  <a:pt x="2945" y="16801"/>
                </a:cubicBezTo>
                <a:close/>
                <a:moveTo>
                  <a:pt x="8836" y="1200"/>
                </a:moveTo>
                <a:lnTo>
                  <a:pt x="12764" y="1200"/>
                </a:lnTo>
                <a:cubicBezTo>
                  <a:pt x="13305" y="1200"/>
                  <a:pt x="13745" y="1738"/>
                  <a:pt x="13745" y="2400"/>
                </a:cubicBezTo>
                <a:lnTo>
                  <a:pt x="7855" y="2400"/>
                </a:lnTo>
                <a:cubicBezTo>
                  <a:pt x="7855" y="1738"/>
                  <a:pt x="8295" y="1200"/>
                  <a:pt x="8836" y="1200"/>
                </a:cubicBezTo>
                <a:moveTo>
                  <a:pt x="20618" y="2400"/>
                </a:moveTo>
                <a:lnTo>
                  <a:pt x="14727" y="2400"/>
                </a:lnTo>
                <a:cubicBezTo>
                  <a:pt x="14727" y="1075"/>
                  <a:pt x="13848" y="0"/>
                  <a:pt x="12764" y="0"/>
                </a:cubicBezTo>
                <a:lnTo>
                  <a:pt x="8836" y="0"/>
                </a:lnTo>
                <a:cubicBezTo>
                  <a:pt x="7752" y="0"/>
                  <a:pt x="6873" y="1075"/>
                  <a:pt x="6873" y="2400"/>
                </a:cubicBezTo>
                <a:lnTo>
                  <a:pt x="982" y="2400"/>
                </a:lnTo>
                <a:cubicBezTo>
                  <a:pt x="439" y="2400"/>
                  <a:pt x="0" y="2938"/>
                  <a:pt x="0" y="3601"/>
                </a:cubicBezTo>
                <a:lnTo>
                  <a:pt x="0" y="20400"/>
                </a:lnTo>
                <a:cubicBezTo>
                  <a:pt x="0" y="21063"/>
                  <a:pt x="439" y="21600"/>
                  <a:pt x="982" y="21600"/>
                </a:cubicBezTo>
                <a:lnTo>
                  <a:pt x="20618" y="21600"/>
                </a:lnTo>
                <a:cubicBezTo>
                  <a:pt x="21160" y="21600"/>
                  <a:pt x="21600" y="21063"/>
                  <a:pt x="21600" y="20400"/>
                </a:cubicBezTo>
                <a:lnTo>
                  <a:pt x="21600" y="3601"/>
                </a:lnTo>
                <a:cubicBezTo>
                  <a:pt x="21600" y="2938"/>
                  <a:pt x="21160" y="2400"/>
                  <a:pt x="20618" y="2400"/>
                </a:cubicBezTo>
                <a:moveTo>
                  <a:pt x="5400" y="8400"/>
                </a:moveTo>
                <a:lnTo>
                  <a:pt x="6382" y="8400"/>
                </a:lnTo>
                <a:cubicBezTo>
                  <a:pt x="6653" y="8400"/>
                  <a:pt x="6873" y="8132"/>
                  <a:pt x="6873" y="7800"/>
                </a:cubicBezTo>
                <a:cubicBezTo>
                  <a:pt x="6873" y="7469"/>
                  <a:pt x="6653" y="7200"/>
                  <a:pt x="6382" y="7200"/>
                </a:cubicBezTo>
                <a:lnTo>
                  <a:pt x="5400" y="7200"/>
                </a:lnTo>
                <a:cubicBezTo>
                  <a:pt x="5129" y="7200"/>
                  <a:pt x="4909" y="7469"/>
                  <a:pt x="4909" y="7800"/>
                </a:cubicBezTo>
                <a:cubicBezTo>
                  <a:pt x="4909" y="8132"/>
                  <a:pt x="5129" y="8400"/>
                  <a:pt x="5400" y="84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91" name="Shape 2603">
            <a:extLst>
              <a:ext uri="{FF2B5EF4-FFF2-40B4-BE49-F238E27FC236}">
                <a16:creationId xmlns:a16="http://schemas.microsoft.com/office/drawing/2014/main" id="{D5053F96-CEF8-CB6C-BC23-B3FED3EFE280}"/>
              </a:ext>
            </a:extLst>
          </p:cNvPr>
          <p:cNvSpPr/>
          <p:nvPr userDrawn="1"/>
        </p:nvSpPr>
        <p:spPr>
          <a:xfrm>
            <a:off x="10442135" y="1838680"/>
            <a:ext cx="280133" cy="2546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691" y="20520"/>
                </a:moveTo>
                <a:lnTo>
                  <a:pt x="14727" y="20520"/>
                </a:lnTo>
                <a:lnTo>
                  <a:pt x="14727" y="18360"/>
                </a:lnTo>
                <a:cubicBezTo>
                  <a:pt x="14999" y="18360"/>
                  <a:pt x="15218" y="18119"/>
                  <a:pt x="15218" y="17820"/>
                </a:cubicBezTo>
                <a:cubicBezTo>
                  <a:pt x="15218" y="17522"/>
                  <a:pt x="14999" y="17280"/>
                  <a:pt x="14727" y="17280"/>
                </a:cubicBezTo>
                <a:lnTo>
                  <a:pt x="14727" y="7560"/>
                </a:lnTo>
                <a:lnTo>
                  <a:pt x="16691" y="7560"/>
                </a:lnTo>
                <a:cubicBezTo>
                  <a:pt x="16691" y="7560"/>
                  <a:pt x="16691" y="20520"/>
                  <a:pt x="16691" y="20520"/>
                </a:cubicBezTo>
                <a:close/>
                <a:moveTo>
                  <a:pt x="13745" y="17280"/>
                </a:moveTo>
                <a:cubicBezTo>
                  <a:pt x="13474" y="17280"/>
                  <a:pt x="13255" y="17522"/>
                  <a:pt x="13255" y="17820"/>
                </a:cubicBezTo>
                <a:cubicBezTo>
                  <a:pt x="13255" y="18119"/>
                  <a:pt x="13474" y="18360"/>
                  <a:pt x="13745" y="18360"/>
                </a:cubicBezTo>
                <a:lnTo>
                  <a:pt x="13745" y="20520"/>
                </a:lnTo>
                <a:lnTo>
                  <a:pt x="3927" y="20520"/>
                </a:lnTo>
                <a:lnTo>
                  <a:pt x="3927" y="18360"/>
                </a:lnTo>
                <a:cubicBezTo>
                  <a:pt x="4199" y="18360"/>
                  <a:pt x="4418" y="18119"/>
                  <a:pt x="4418" y="17820"/>
                </a:cubicBezTo>
                <a:cubicBezTo>
                  <a:pt x="4418" y="17522"/>
                  <a:pt x="4199" y="17280"/>
                  <a:pt x="3927" y="17280"/>
                </a:cubicBezTo>
                <a:lnTo>
                  <a:pt x="3927" y="7560"/>
                </a:lnTo>
                <a:lnTo>
                  <a:pt x="13745" y="7560"/>
                </a:lnTo>
                <a:cubicBezTo>
                  <a:pt x="13745" y="7560"/>
                  <a:pt x="13745" y="17280"/>
                  <a:pt x="13745" y="17280"/>
                </a:cubicBezTo>
                <a:close/>
                <a:moveTo>
                  <a:pt x="2945" y="17280"/>
                </a:moveTo>
                <a:cubicBezTo>
                  <a:pt x="2674" y="17280"/>
                  <a:pt x="2455" y="17522"/>
                  <a:pt x="2455" y="17820"/>
                </a:cubicBezTo>
                <a:cubicBezTo>
                  <a:pt x="2455" y="18119"/>
                  <a:pt x="2674" y="18360"/>
                  <a:pt x="2945" y="18360"/>
                </a:cubicBezTo>
                <a:lnTo>
                  <a:pt x="2945" y="20520"/>
                </a:lnTo>
                <a:lnTo>
                  <a:pt x="982" y="20520"/>
                </a:lnTo>
                <a:lnTo>
                  <a:pt x="982" y="7560"/>
                </a:lnTo>
                <a:lnTo>
                  <a:pt x="2945" y="7560"/>
                </a:lnTo>
                <a:cubicBezTo>
                  <a:pt x="2945" y="7560"/>
                  <a:pt x="2945" y="17280"/>
                  <a:pt x="2945" y="17280"/>
                </a:cubicBezTo>
                <a:close/>
                <a:moveTo>
                  <a:pt x="7855" y="5400"/>
                </a:moveTo>
                <a:lnTo>
                  <a:pt x="9818" y="5400"/>
                </a:lnTo>
                <a:cubicBezTo>
                  <a:pt x="10360" y="5400"/>
                  <a:pt x="10800" y="5884"/>
                  <a:pt x="10800" y="6481"/>
                </a:cubicBezTo>
                <a:lnTo>
                  <a:pt x="6873" y="6481"/>
                </a:lnTo>
                <a:cubicBezTo>
                  <a:pt x="6873" y="5884"/>
                  <a:pt x="7313" y="5400"/>
                  <a:pt x="7855" y="5400"/>
                </a:cubicBezTo>
                <a:moveTo>
                  <a:pt x="16691" y="6481"/>
                </a:moveTo>
                <a:lnTo>
                  <a:pt x="11782" y="6481"/>
                </a:lnTo>
                <a:cubicBezTo>
                  <a:pt x="11782" y="5287"/>
                  <a:pt x="10903" y="4321"/>
                  <a:pt x="9818" y="4321"/>
                </a:cubicBezTo>
                <a:lnTo>
                  <a:pt x="7855" y="4321"/>
                </a:lnTo>
                <a:cubicBezTo>
                  <a:pt x="6770" y="4321"/>
                  <a:pt x="5891" y="5287"/>
                  <a:pt x="5891" y="6481"/>
                </a:cubicBezTo>
                <a:lnTo>
                  <a:pt x="982" y="6481"/>
                </a:lnTo>
                <a:cubicBezTo>
                  <a:pt x="440" y="6481"/>
                  <a:pt x="0" y="6964"/>
                  <a:pt x="0" y="7560"/>
                </a:cubicBezTo>
                <a:lnTo>
                  <a:pt x="0" y="20520"/>
                </a:lnTo>
                <a:cubicBezTo>
                  <a:pt x="0" y="21116"/>
                  <a:pt x="440" y="21600"/>
                  <a:pt x="982" y="21600"/>
                </a:cubicBezTo>
                <a:lnTo>
                  <a:pt x="16691" y="21600"/>
                </a:lnTo>
                <a:cubicBezTo>
                  <a:pt x="17233" y="21600"/>
                  <a:pt x="17673" y="21116"/>
                  <a:pt x="17673" y="20520"/>
                </a:cubicBezTo>
                <a:lnTo>
                  <a:pt x="17673" y="7560"/>
                </a:lnTo>
                <a:cubicBezTo>
                  <a:pt x="17673" y="6964"/>
                  <a:pt x="17233" y="6481"/>
                  <a:pt x="16691" y="6481"/>
                </a:cubicBezTo>
                <a:moveTo>
                  <a:pt x="10800" y="2161"/>
                </a:moveTo>
                <a:cubicBezTo>
                  <a:pt x="10800" y="1564"/>
                  <a:pt x="11240" y="1080"/>
                  <a:pt x="11782" y="1080"/>
                </a:cubicBezTo>
                <a:lnTo>
                  <a:pt x="13745" y="1080"/>
                </a:lnTo>
                <a:cubicBezTo>
                  <a:pt x="14287" y="1080"/>
                  <a:pt x="14727" y="1564"/>
                  <a:pt x="14727" y="2161"/>
                </a:cubicBezTo>
                <a:cubicBezTo>
                  <a:pt x="14727" y="2161"/>
                  <a:pt x="10800" y="2161"/>
                  <a:pt x="10800" y="2161"/>
                </a:cubicBezTo>
                <a:close/>
                <a:moveTo>
                  <a:pt x="20618" y="2161"/>
                </a:moveTo>
                <a:lnTo>
                  <a:pt x="15709" y="2161"/>
                </a:lnTo>
                <a:cubicBezTo>
                  <a:pt x="15709" y="967"/>
                  <a:pt x="14830" y="0"/>
                  <a:pt x="13745" y="0"/>
                </a:cubicBezTo>
                <a:lnTo>
                  <a:pt x="11782" y="0"/>
                </a:lnTo>
                <a:cubicBezTo>
                  <a:pt x="10697" y="0"/>
                  <a:pt x="9818" y="967"/>
                  <a:pt x="9818" y="2161"/>
                </a:cubicBezTo>
                <a:lnTo>
                  <a:pt x="4909" y="2161"/>
                </a:lnTo>
                <a:cubicBezTo>
                  <a:pt x="4367" y="2161"/>
                  <a:pt x="3927" y="2644"/>
                  <a:pt x="3927" y="3240"/>
                </a:cubicBezTo>
                <a:lnTo>
                  <a:pt x="3927" y="4860"/>
                </a:lnTo>
                <a:cubicBezTo>
                  <a:pt x="3927" y="5159"/>
                  <a:pt x="4147" y="5400"/>
                  <a:pt x="4418" y="5400"/>
                </a:cubicBezTo>
                <a:cubicBezTo>
                  <a:pt x="4690" y="5400"/>
                  <a:pt x="4909" y="5159"/>
                  <a:pt x="4909" y="4860"/>
                </a:cubicBezTo>
                <a:lnTo>
                  <a:pt x="4909" y="3240"/>
                </a:lnTo>
                <a:lnTo>
                  <a:pt x="20618" y="3240"/>
                </a:lnTo>
                <a:lnTo>
                  <a:pt x="20618" y="16201"/>
                </a:lnTo>
                <a:lnTo>
                  <a:pt x="19145" y="16201"/>
                </a:lnTo>
                <a:cubicBezTo>
                  <a:pt x="18874" y="16201"/>
                  <a:pt x="18655" y="16442"/>
                  <a:pt x="18655" y="16740"/>
                </a:cubicBezTo>
                <a:cubicBezTo>
                  <a:pt x="18655" y="17039"/>
                  <a:pt x="18874" y="17280"/>
                  <a:pt x="19145" y="17280"/>
                </a:cubicBezTo>
                <a:lnTo>
                  <a:pt x="20618" y="17280"/>
                </a:lnTo>
                <a:cubicBezTo>
                  <a:pt x="21160" y="17280"/>
                  <a:pt x="21600" y="16796"/>
                  <a:pt x="21600" y="16201"/>
                </a:cubicBezTo>
                <a:lnTo>
                  <a:pt x="21600" y="3240"/>
                </a:lnTo>
                <a:cubicBezTo>
                  <a:pt x="21600" y="2644"/>
                  <a:pt x="21160" y="2161"/>
                  <a:pt x="20618" y="2161"/>
                </a:cubicBezTo>
                <a:moveTo>
                  <a:pt x="5400" y="11881"/>
                </a:moveTo>
                <a:lnTo>
                  <a:pt x="6382" y="11881"/>
                </a:lnTo>
                <a:cubicBezTo>
                  <a:pt x="6653" y="11881"/>
                  <a:pt x="6873" y="11639"/>
                  <a:pt x="6873" y="11341"/>
                </a:cubicBezTo>
                <a:cubicBezTo>
                  <a:pt x="6873" y="11042"/>
                  <a:pt x="6653" y="10800"/>
                  <a:pt x="6382" y="10800"/>
                </a:cubicBezTo>
                <a:lnTo>
                  <a:pt x="5400" y="10800"/>
                </a:lnTo>
                <a:cubicBezTo>
                  <a:pt x="5129" y="10800"/>
                  <a:pt x="4909" y="11042"/>
                  <a:pt x="4909" y="11341"/>
                </a:cubicBezTo>
                <a:cubicBezTo>
                  <a:pt x="4909" y="11639"/>
                  <a:pt x="5129" y="11881"/>
                  <a:pt x="5400" y="11881"/>
                </a:cubicBezTo>
                <a:moveTo>
                  <a:pt x="5400" y="9720"/>
                </a:moveTo>
                <a:lnTo>
                  <a:pt x="8345" y="9720"/>
                </a:lnTo>
                <a:cubicBezTo>
                  <a:pt x="8617" y="9720"/>
                  <a:pt x="8836" y="9479"/>
                  <a:pt x="8836" y="9181"/>
                </a:cubicBezTo>
                <a:cubicBezTo>
                  <a:pt x="8836" y="8882"/>
                  <a:pt x="8617" y="8640"/>
                  <a:pt x="8345" y="8640"/>
                </a:cubicBezTo>
                <a:lnTo>
                  <a:pt x="5400" y="8640"/>
                </a:lnTo>
                <a:cubicBezTo>
                  <a:pt x="5129" y="8640"/>
                  <a:pt x="4909" y="8882"/>
                  <a:pt x="4909" y="9181"/>
                </a:cubicBezTo>
                <a:cubicBezTo>
                  <a:pt x="4909" y="9479"/>
                  <a:pt x="5129" y="9720"/>
                  <a:pt x="5400" y="972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92" name="Shape 2604">
            <a:extLst>
              <a:ext uri="{FF2B5EF4-FFF2-40B4-BE49-F238E27FC236}">
                <a16:creationId xmlns:a16="http://schemas.microsoft.com/office/drawing/2014/main" id="{3C4154AB-8747-A3C2-D5BE-2CC1E983FC47}"/>
              </a:ext>
            </a:extLst>
          </p:cNvPr>
          <p:cNvSpPr/>
          <p:nvPr userDrawn="1"/>
        </p:nvSpPr>
        <p:spPr>
          <a:xfrm>
            <a:off x="10976933" y="1851413"/>
            <a:ext cx="280133" cy="2292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9600"/>
                </a:moveTo>
                <a:lnTo>
                  <a:pt x="17673" y="9600"/>
                </a:lnTo>
                <a:lnTo>
                  <a:pt x="17673" y="8400"/>
                </a:lnTo>
                <a:cubicBezTo>
                  <a:pt x="17673" y="7738"/>
                  <a:pt x="17233" y="7200"/>
                  <a:pt x="16691" y="7200"/>
                </a:cubicBezTo>
                <a:lnTo>
                  <a:pt x="14727" y="7200"/>
                </a:lnTo>
                <a:cubicBezTo>
                  <a:pt x="14186" y="7200"/>
                  <a:pt x="13745" y="7738"/>
                  <a:pt x="13745" y="8400"/>
                </a:cubicBezTo>
                <a:lnTo>
                  <a:pt x="13745" y="9600"/>
                </a:lnTo>
                <a:lnTo>
                  <a:pt x="7855" y="9600"/>
                </a:lnTo>
                <a:lnTo>
                  <a:pt x="7855" y="8400"/>
                </a:lnTo>
                <a:cubicBezTo>
                  <a:pt x="7855" y="7738"/>
                  <a:pt x="7414" y="7200"/>
                  <a:pt x="6873" y="7200"/>
                </a:cubicBezTo>
                <a:lnTo>
                  <a:pt x="4909" y="7200"/>
                </a:lnTo>
                <a:cubicBezTo>
                  <a:pt x="4367" y="7200"/>
                  <a:pt x="3927" y="7738"/>
                  <a:pt x="3927" y="8400"/>
                </a:cubicBezTo>
                <a:lnTo>
                  <a:pt x="3927" y="9600"/>
                </a:lnTo>
                <a:lnTo>
                  <a:pt x="982" y="9600"/>
                </a:lnTo>
                <a:lnTo>
                  <a:pt x="982" y="3601"/>
                </a:lnTo>
                <a:lnTo>
                  <a:pt x="20618" y="3601"/>
                </a:lnTo>
                <a:cubicBezTo>
                  <a:pt x="20618" y="3601"/>
                  <a:pt x="20618" y="9600"/>
                  <a:pt x="20618" y="9600"/>
                </a:cubicBezTo>
                <a:close/>
                <a:moveTo>
                  <a:pt x="14727" y="8400"/>
                </a:moveTo>
                <a:lnTo>
                  <a:pt x="16691" y="8400"/>
                </a:lnTo>
                <a:lnTo>
                  <a:pt x="16691" y="12001"/>
                </a:lnTo>
                <a:lnTo>
                  <a:pt x="14727" y="12001"/>
                </a:lnTo>
                <a:cubicBezTo>
                  <a:pt x="14727" y="12001"/>
                  <a:pt x="14727" y="8400"/>
                  <a:pt x="14727" y="8400"/>
                </a:cubicBezTo>
                <a:close/>
                <a:moveTo>
                  <a:pt x="4909" y="8400"/>
                </a:moveTo>
                <a:lnTo>
                  <a:pt x="6873" y="8400"/>
                </a:lnTo>
                <a:lnTo>
                  <a:pt x="6873" y="12001"/>
                </a:lnTo>
                <a:lnTo>
                  <a:pt x="4909" y="12001"/>
                </a:lnTo>
                <a:cubicBezTo>
                  <a:pt x="4909" y="12001"/>
                  <a:pt x="4909" y="8400"/>
                  <a:pt x="4909" y="8400"/>
                </a:cubicBezTo>
                <a:close/>
                <a:moveTo>
                  <a:pt x="19636" y="20400"/>
                </a:moveTo>
                <a:lnTo>
                  <a:pt x="1964" y="20400"/>
                </a:lnTo>
                <a:lnTo>
                  <a:pt x="1964" y="10800"/>
                </a:lnTo>
                <a:lnTo>
                  <a:pt x="3927" y="10800"/>
                </a:lnTo>
                <a:lnTo>
                  <a:pt x="3927" y="12001"/>
                </a:lnTo>
                <a:cubicBezTo>
                  <a:pt x="3927" y="12662"/>
                  <a:pt x="4367" y="13200"/>
                  <a:pt x="4909" y="13200"/>
                </a:cubicBezTo>
                <a:lnTo>
                  <a:pt x="6873" y="13200"/>
                </a:lnTo>
                <a:cubicBezTo>
                  <a:pt x="7414" y="13200"/>
                  <a:pt x="7855" y="12662"/>
                  <a:pt x="7855" y="12001"/>
                </a:cubicBezTo>
                <a:lnTo>
                  <a:pt x="7855" y="10800"/>
                </a:lnTo>
                <a:lnTo>
                  <a:pt x="13745" y="10800"/>
                </a:lnTo>
                <a:lnTo>
                  <a:pt x="13745" y="12001"/>
                </a:lnTo>
                <a:cubicBezTo>
                  <a:pt x="13745" y="12662"/>
                  <a:pt x="14186" y="13200"/>
                  <a:pt x="14727" y="13200"/>
                </a:cubicBezTo>
                <a:lnTo>
                  <a:pt x="16691" y="13200"/>
                </a:lnTo>
                <a:cubicBezTo>
                  <a:pt x="17233" y="13200"/>
                  <a:pt x="17673" y="12662"/>
                  <a:pt x="17673" y="12001"/>
                </a:cubicBezTo>
                <a:lnTo>
                  <a:pt x="17673" y="10800"/>
                </a:lnTo>
                <a:lnTo>
                  <a:pt x="19636" y="10800"/>
                </a:lnTo>
                <a:cubicBezTo>
                  <a:pt x="19636" y="10800"/>
                  <a:pt x="19636" y="20400"/>
                  <a:pt x="19636" y="20400"/>
                </a:cubicBezTo>
                <a:close/>
                <a:moveTo>
                  <a:pt x="8836" y="1200"/>
                </a:moveTo>
                <a:lnTo>
                  <a:pt x="12764" y="1200"/>
                </a:lnTo>
                <a:cubicBezTo>
                  <a:pt x="13305" y="1200"/>
                  <a:pt x="13745" y="1738"/>
                  <a:pt x="13745" y="2400"/>
                </a:cubicBezTo>
                <a:lnTo>
                  <a:pt x="7855" y="2400"/>
                </a:lnTo>
                <a:cubicBezTo>
                  <a:pt x="7855" y="1738"/>
                  <a:pt x="8295" y="1200"/>
                  <a:pt x="8836" y="1200"/>
                </a:cubicBezTo>
                <a:moveTo>
                  <a:pt x="20618" y="2400"/>
                </a:moveTo>
                <a:lnTo>
                  <a:pt x="14727" y="2400"/>
                </a:lnTo>
                <a:cubicBezTo>
                  <a:pt x="14727" y="1075"/>
                  <a:pt x="13848" y="0"/>
                  <a:pt x="12764" y="0"/>
                </a:cubicBezTo>
                <a:lnTo>
                  <a:pt x="8836" y="0"/>
                </a:lnTo>
                <a:cubicBezTo>
                  <a:pt x="7752" y="0"/>
                  <a:pt x="6873" y="1075"/>
                  <a:pt x="6873" y="2400"/>
                </a:cubicBezTo>
                <a:lnTo>
                  <a:pt x="982" y="2400"/>
                </a:lnTo>
                <a:cubicBezTo>
                  <a:pt x="440" y="2400"/>
                  <a:pt x="0" y="2938"/>
                  <a:pt x="0" y="3601"/>
                </a:cubicBezTo>
                <a:lnTo>
                  <a:pt x="0" y="9600"/>
                </a:lnTo>
                <a:cubicBezTo>
                  <a:pt x="0" y="10262"/>
                  <a:pt x="440" y="10800"/>
                  <a:pt x="982" y="10800"/>
                </a:cubicBezTo>
                <a:lnTo>
                  <a:pt x="982" y="20400"/>
                </a:lnTo>
                <a:cubicBezTo>
                  <a:pt x="982" y="21062"/>
                  <a:pt x="1422" y="21600"/>
                  <a:pt x="1964" y="21600"/>
                </a:cubicBezTo>
                <a:lnTo>
                  <a:pt x="19636" y="21600"/>
                </a:lnTo>
                <a:cubicBezTo>
                  <a:pt x="20178" y="21600"/>
                  <a:pt x="20618" y="21062"/>
                  <a:pt x="20618" y="20400"/>
                </a:cubicBezTo>
                <a:lnTo>
                  <a:pt x="20618" y="10800"/>
                </a:lnTo>
                <a:cubicBezTo>
                  <a:pt x="21160" y="10800"/>
                  <a:pt x="21600" y="10262"/>
                  <a:pt x="21600" y="9600"/>
                </a:cubicBezTo>
                <a:lnTo>
                  <a:pt x="21600" y="3601"/>
                </a:lnTo>
                <a:cubicBezTo>
                  <a:pt x="21600" y="2938"/>
                  <a:pt x="21160" y="2400"/>
                  <a:pt x="20618" y="24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93" name="Shape 2605">
            <a:extLst>
              <a:ext uri="{FF2B5EF4-FFF2-40B4-BE49-F238E27FC236}">
                <a16:creationId xmlns:a16="http://schemas.microsoft.com/office/drawing/2014/main" id="{89084E61-C97E-ED76-0875-0303BB57FDAC}"/>
              </a:ext>
            </a:extLst>
          </p:cNvPr>
          <p:cNvSpPr/>
          <p:nvPr userDrawn="1"/>
        </p:nvSpPr>
        <p:spPr>
          <a:xfrm>
            <a:off x="6163747" y="2360745"/>
            <a:ext cx="280266" cy="2802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10" h="21410" extrusionOk="0">
                <a:moveTo>
                  <a:pt x="20437" y="20437"/>
                </a:moveTo>
                <a:lnTo>
                  <a:pt x="17519" y="20437"/>
                </a:lnTo>
                <a:lnTo>
                  <a:pt x="17519" y="18978"/>
                </a:lnTo>
                <a:cubicBezTo>
                  <a:pt x="17519" y="18710"/>
                  <a:pt x="17301" y="18492"/>
                  <a:pt x="17033" y="18492"/>
                </a:cubicBezTo>
                <a:lnTo>
                  <a:pt x="15574" y="18492"/>
                </a:lnTo>
                <a:lnTo>
                  <a:pt x="15574" y="17033"/>
                </a:lnTo>
                <a:cubicBezTo>
                  <a:pt x="15574" y="16764"/>
                  <a:pt x="15356" y="16546"/>
                  <a:pt x="15087" y="16546"/>
                </a:cubicBezTo>
                <a:lnTo>
                  <a:pt x="13344" y="16546"/>
                </a:lnTo>
                <a:lnTo>
                  <a:pt x="10309" y="13497"/>
                </a:lnTo>
                <a:cubicBezTo>
                  <a:pt x="10221" y="13409"/>
                  <a:pt x="10100" y="13354"/>
                  <a:pt x="9965" y="13354"/>
                </a:cubicBezTo>
                <a:cubicBezTo>
                  <a:pt x="9819" y="13354"/>
                  <a:pt x="9693" y="13422"/>
                  <a:pt x="9604" y="13524"/>
                </a:cubicBezTo>
                <a:lnTo>
                  <a:pt x="8815" y="14312"/>
                </a:lnTo>
                <a:cubicBezTo>
                  <a:pt x="8435" y="14692"/>
                  <a:pt x="7820" y="14692"/>
                  <a:pt x="7441" y="14312"/>
                </a:cubicBezTo>
                <a:lnTo>
                  <a:pt x="1256" y="8128"/>
                </a:lnTo>
                <a:cubicBezTo>
                  <a:pt x="877" y="7748"/>
                  <a:pt x="877" y="7133"/>
                  <a:pt x="1256" y="6753"/>
                </a:cubicBezTo>
                <a:lnTo>
                  <a:pt x="6754" y="1255"/>
                </a:lnTo>
                <a:cubicBezTo>
                  <a:pt x="7133" y="876"/>
                  <a:pt x="7749" y="876"/>
                  <a:pt x="8128" y="1255"/>
                </a:cubicBezTo>
                <a:lnTo>
                  <a:pt x="14312" y="7440"/>
                </a:lnTo>
                <a:cubicBezTo>
                  <a:pt x="14691" y="7820"/>
                  <a:pt x="14691" y="8435"/>
                  <a:pt x="14312" y="8815"/>
                </a:cubicBezTo>
                <a:lnTo>
                  <a:pt x="13539" y="9588"/>
                </a:lnTo>
                <a:cubicBezTo>
                  <a:pt x="13437" y="9677"/>
                  <a:pt x="13370" y="9804"/>
                  <a:pt x="13370" y="9950"/>
                </a:cubicBezTo>
                <a:cubicBezTo>
                  <a:pt x="13370" y="10084"/>
                  <a:pt x="13424" y="10206"/>
                  <a:pt x="13513" y="10294"/>
                </a:cubicBezTo>
                <a:lnTo>
                  <a:pt x="20437" y="17234"/>
                </a:lnTo>
                <a:cubicBezTo>
                  <a:pt x="20437" y="17234"/>
                  <a:pt x="20437" y="20437"/>
                  <a:pt x="20437" y="20437"/>
                </a:cubicBezTo>
                <a:close/>
                <a:moveTo>
                  <a:pt x="21268" y="16689"/>
                </a:moveTo>
                <a:lnTo>
                  <a:pt x="14547" y="9954"/>
                </a:lnTo>
                <a:lnTo>
                  <a:pt x="14999" y="9502"/>
                </a:lnTo>
                <a:cubicBezTo>
                  <a:pt x="15758" y="8743"/>
                  <a:pt x="15758" y="7512"/>
                  <a:pt x="14999" y="6753"/>
                </a:cubicBezTo>
                <a:lnTo>
                  <a:pt x="8815" y="569"/>
                </a:lnTo>
                <a:cubicBezTo>
                  <a:pt x="8056" y="-190"/>
                  <a:pt x="6825" y="-190"/>
                  <a:pt x="6066" y="569"/>
                </a:cubicBezTo>
                <a:lnTo>
                  <a:pt x="569" y="6066"/>
                </a:lnTo>
                <a:cubicBezTo>
                  <a:pt x="-190" y="6825"/>
                  <a:pt x="-190" y="8056"/>
                  <a:pt x="569" y="8815"/>
                </a:cubicBezTo>
                <a:lnTo>
                  <a:pt x="6754" y="14999"/>
                </a:lnTo>
                <a:cubicBezTo>
                  <a:pt x="7513" y="15758"/>
                  <a:pt x="8743" y="15758"/>
                  <a:pt x="9502" y="14999"/>
                </a:cubicBezTo>
                <a:lnTo>
                  <a:pt x="9968" y="14533"/>
                </a:lnTo>
                <a:lnTo>
                  <a:pt x="12798" y="17376"/>
                </a:lnTo>
                <a:cubicBezTo>
                  <a:pt x="12886" y="17465"/>
                  <a:pt x="13008" y="17519"/>
                  <a:pt x="13142" y="17519"/>
                </a:cubicBezTo>
                <a:lnTo>
                  <a:pt x="14601" y="17519"/>
                </a:lnTo>
                <a:lnTo>
                  <a:pt x="14601" y="18978"/>
                </a:lnTo>
                <a:cubicBezTo>
                  <a:pt x="14601" y="19247"/>
                  <a:pt x="14819" y="19464"/>
                  <a:pt x="15087" y="19464"/>
                </a:cubicBezTo>
                <a:lnTo>
                  <a:pt x="16546" y="19464"/>
                </a:lnTo>
                <a:lnTo>
                  <a:pt x="16546" y="20924"/>
                </a:lnTo>
                <a:cubicBezTo>
                  <a:pt x="16546" y="21193"/>
                  <a:pt x="16764" y="21410"/>
                  <a:pt x="17033" y="21410"/>
                </a:cubicBezTo>
                <a:lnTo>
                  <a:pt x="20924" y="21410"/>
                </a:lnTo>
                <a:cubicBezTo>
                  <a:pt x="21192" y="21410"/>
                  <a:pt x="21410" y="21193"/>
                  <a:pt x="21410" y="20924"/>
                </a:cubicBezTo>
                <a:lnTo>
                  <a:pt x="21410" y="17033"/>
                </a:lnTo>
                <a:cubicBezTo>
                  <a:pt x="21410" y="16899"/>
                  <a:pt x="21356" y="16777"/>
                  <a:pt x="21268" y="16689"/>
                </a:cubicBezTo>
                <a:moveTo>
                  <a:pt x="6819" y="7791"/>
                </a:moveTo>
                <a:cubicBezTo>
                  <a:pt x="6282" y="7791"/>
                  <a:pt x="5846" y="7356"/>
                  <a:pt x="5846" y="6819"/>
                </a:cubicBezTo>
                <a:cubicBezTo>
                  <a:pt x="5846" y="6282"/>
                  <a:pt x="6282" y="5846"/>
                  <a:pt x="6819" y="5846"/>
                </a:cubicBezTo>
                <a:cubicBezTo>
                  <a:pt x="7356" y="5846"/>
                  <a:pt x="7792" y="6282"/>
                  <a:pt x="7792" y="6819"/>
                </a:cubicBezTo>
                <a:cubicBezTo>
                  <a:pt x="7792" y="7356"/>
                  <a:pt x="7356" y="7791"/>
                  <a:pt x="6819" y="7791"/>
                </a:cubicBezTo>
                <a:moveTo>
                  <a:pt x="6819" y="4873"/>
                </a:moveTo>
                <a:cubicBezTo>
                  <a:pt x="5745" y="4873"/>
                  <a:pt x="4874" y="5744"/>
                  <a:pt x="4874" y="6819"/>
                </a:cubicBezTo>
                <a:cubicBezTo>
                  <a:pt x="4874" y="7893"/>
                  <a:pt x="5745" y="8765"/>
                  <a:pt x="6819" y="8765"/>
                </a:cubicBezTo>
                <a:cubicBezTo>
                  <a:pt x="7893" y="8765"/>
                  <a:pt x="8765" y="7893"/>
                  <a:pt x="8765" y="6819"/>
                </a:cubicBezTo>
                <a:cubicBezTo>
                  <a:pt x="8765" y="5744"/>
                  <a:pt x="7893" y="4873"/>
                  <a:pt x="6819" y="4873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94" name="Shape 2606">
            <a:extLst>
              <a:ext uri="{FF2B5EF4-FFF2-40B4-BE49-F238E27FC236}">
                <a16:creationId xmlns:a16="http://schemas.microsoft.com/office/drawing/2014/main" id="{8CC4A1C9-7831-019B-F261-EA89FC577309}"/>
              </a:ext>
            </a:extLst>
          </p:cNvPr>
          <p:cNvSpPr/>
          <p:nvPr userDrawn="1"/>
        </p:nvSpPr>
        <p:spPr>
          <a:xfrm>
            <a:off x="6698547" y="2360746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10309"/>
                </a:moveTo>
                <a:cubicBezTo>
                  <a:pt x="10800" y="10581"/>
                  <a:pt x="10580" y="10800"/>
                  <a:pt x="10309" y="10800"/>
                </a:cubicBezTo>
                <a:cubicBezTo>
                  <a:pt x="10038" y="10800"/>
                  <a:pt x="9818" y="10581"/>
                  <a:pt x="9818" y="10309"/>
                </a:cubicBezTo>
                <a:cubicBezTo>
                  <a:pt x="9818" y="10038"/>
                  <a:pt x="10038" y="9818"/>
                  <a:pt x="10309" y="9818"/>
                </a:cubicBezTo>
                <a:cubicBezTo>
                  <a:pt x="10580" y="9818"/>
                  <a:pt x="10800" y="10038"/>
                  <a:pt x="10800" y="10309"/>
                </a:cubicBezTo>
                <a:moveTo>
                  <a:pt x="20618" y="20618"/>
                </a:moveTo>
                <a:lnTo>
                  <a:pt x="18655" y="20618"/>
                </a:lnTo>
                <a:lnTo>
                  <a:pt x="18655" y="19145"/>
                </a:lnTo>
                <a:cubicBezTo>
                  <a:pt x="18655" y="18875"/>
                  <a:pt x="18434" y="18655"/>
                  <a:pt x="18164" y="18655"/>
                </a:cubicBezTo>
                <a:lnTo>
                  <a:pt x="16691" y="18655"/>
                </a:lnTo>
                <a:lnTo>
                  <a:pt x="16691" y="17182"/>
                </a:lnTo>
                <a:cubicBezTo>
                  <a:pt x="16691" y="16911"/>
                  <a:pt x="16471" y="16691"/>
                  <a:pt x="16200" y="16691"/>
                </a:cubicBezTo>
                <a:lnTo>
                  <a:pt x="14441" y="16691"/>
                </a:lnTo>
                <a:lnTo>
                  <a:pt x="12850" y="15086"/>
                </a:lnTo>
                <a:cubicBezTo>
                  <a:pt x="12761" y="14997"/>
                  <a:pt x="12639" y="14943"/>
                  <a:pt x="12503" y="14943"/>
                </a:cubicBezTo>
                <a:cubicBezTo>
                  <a:pt x="12356" y="14943"/>
                  <a:pt x="12228" y="15010"/>
                  <a:pt x="12138" y="15113"/>
                </a:cubicBezTo>
                <a:lnTo>
                  <a:pt x="11833" y="15418"/>
                </a:lnTo>
                <a:cubicBezTo>
                  <a:pt x="11450" y="15801"/>
                  <a:pt x="10829" y="15801"/>
                  <a:pt x="10445" y="15418"/>
                </a:cubicBezTo>
                <a:lnTo>
                  <a:pt x="6167" y="11139"/>
                </a:lnTo>
                <a:cubicBezTo>
                  <a:pt x="5784" y="10756"/>
                  <a:pt x="5784" y="10136"/>
                  <a:pt x="6167" y="9752"/>
                </a:cubicBezTo>
                <a:lnTo>
                  <a:pt x="9752" y="6167"/>
                </a:lnTo>
                <a:cubicBezTo>
                  <a:pt x="10135" y="5784"/>
                  <a:pt x="10756" y="5784"/>
                  <a:pt x="11139" y="6167"/>
                </a:cubicBezTo>
                <a:lnTo>
                  <a:pt x="11761" y="6789"/>
                </a:lnTo>
                <a:cubicBezTo>
                  <a:pt x="11699" y="7609"/>
                  <a:pt x="11457" y="8377"/>
                  <a:pt x="11069" y="9054"/>
                </a:cubicBezTo>
                <a:cubicBezTo>
                  <a:pt x="10847" y="8919"/>
                  <a:pt x="10588" y="8837"/>
                  <a:pt x="10309" y="8837"/>
                </a:cubicBezTo>
                <a:cubicBezTo>
                  <a:pt x="9496" y="8837"/>
                  <a:pt x="8836" y="9496"/>
                  <a:pt x="8836" y="10309"/>
                </a:cubicBezTo>
                <a:cubicBezTo>
                  <a:pt x="8836" y="11123"/>
                  <a:pt x="9496" y="11782"/>
                  <a:pt x="10309" y="11782"/>
                </a:cubicBezTo>
                <a:cubicBezTo>
                  <a:pt x="11123" y="11782"/>
                  <a:pt x="11782" y="11123"/>
                  <a:pt x="11782" y="10309"/>
                </a:cubicBezTo>
                <a:cubicBezTo>
                  <a:pt x="11782" y="10156"/>
                  <a:pt x="11752" y="10012"/>
                  <a:pt x="11709" y="9873"/>
                </a:cubicBezTo>
                <a:cubicBezTo>
                  <a:pt x="12146" y="9210"/>
                  <a:pt x="12466" y="8463"/>
                  <a:pt x="12631" y="7659"/>
                </a:cubicBezTo>
                <a:lnTo>
                  <a:pt x="15417" y="10446"/>
                </a:lnTo>
                <a:cubicBezTo>
                  <a:pt x="15800" y="10829"/>
                  <a:pt x="15800" y="11450"/>
                  <a:pt x="15417" y="11833"/>
                </a:cubicBezTo>
                <a:lnTo>
                  <a:pt x="15128" y="12122"/>
                </a:lnTo>
                <a:cubicBezTo>
                  <a:pt x="15025" y="12213"/>
                  <a:pt x="14957" y="12341"/>
                  <a:pt x="14957" y="12487"/>
                </a:cubicBezTo>
                <a:cubicBezTo>
                  <a:pt x="14957" y="12623"/>
                  <a:pt x="15013" y="12746"/>
                  <a:pt x="15101" y="12835"/>
                </a:cubicBezTo>
                <a:lnTo>
                  <a:pt x="20618" y="18367"/>
                </a:lnTo>
                <a:cubicBezTo>
                  <a:pt x="20618" y="18367"/>
                  <a:pt x="20618" y="20618"/>
                  <a:pt x="20618" y="20618"/>
                </a:cubicBezTo>
                <a:close/>
                <a:moveTo>
                  <a:pt x="5343" y="11673"/>
                </a:moveTo>
                <a:cubicBezTo>
                  <a:pt x="2859" y="11190"/>
                  <a:pt x="982" y="9008"/>
                  <a:pt x="982" y="6383"/>
                </a:cubicBezTo>
                <a:cubicBezTo>
                  <a:pt x="982" y="3400"/>
                  <a:pt x="3399" y="982"/>
                  <a:pt x="6382" y="982"/>
                </a:cubicBezTo>
                <a:cubicBezTo>
                  <a:pt x="9011" y="982"/>
                  <a:pt x="11198" y="2862"/>
                  <a:pt x="11681" y="5349"/>
                </a:cubicBezTo>
                <a:cubicBezTo>
                  <a:pt x="10910" y="4719"/>
                  <a:pt x="9777" y="4755"/>
                  <a:pt x="9058" y="5473"/>
                </a:cubicBezTo>
                <a:lnTo>
                  <a:pt x="5474" y="9058"/>
                </a:lnTo>
                <a:cubicBezTo>
                  <a:pt x="4757" y="9775"/>
                  <a:pt x="4719" y="10904"/>
                  <a:pt x="5343" y="11673"/>
                </a:cubicBezTo>
                <a:moveTo>
                  <a:pt x="21456" y="17817"/>
                </a:moveTo>
                <a:lnTo>
                  <a:pt x="16142" y="12488"/>
                </a:lnTo>
                <a:cubicBezTo>
                  <a:pt x="16874" y="11720"/>
                  <a:pt x="16865" y="10507"/>
                  <a:pt x="16111" y="9752"/>
                </a:cubicBezTo>
                <a:lnTo>
                  <a:pt x="12763" y="6404"/>
                </a:lnTo>
                <a:cubicBezTo>
                  <a:pt x="12763" y="6396"/>
                  <a:pt x="12764" y="6389"/>
                  <a:pt x="12764" y="6383"/>
                </a:cubicBezTo>
                <a:cubicBezTo>
                  <a:pt x="12764" y="2857"/>
                  <a:pt x="9907" y="0"/>
                  <a:pt x="6382" y="0"/>
                </a:cubicBezTo>
                <a:cubicBezTo>
                  <a:pt x="2857" y="0"/>
                  <a:pt x="0" y="2857"/>
                  <a:pt x="0" y="6383"/>
                </a:cubicBezTo>
                <a:cubicBezTo>
                  <a:pt x="0" y="9907"/>
                  <a:pt x="2857" y="12764"/>
                  <a:pt x="6382" y="12764"/>
                </a:cubicBezTo>
                <a:cubicBezTo>
                  <a:pt x="6389" y="12764"/>
                  <a:pt x="6396" y="12763"/>
                  <a:pt x="6403" y="12763"/>
                </a:cubicBezTo>
                <a:lnTo>
                  <a:pt x="9752" y="16111"/>
                </a:lnTo>
                <a:cubicBezTo>
                  <a:pt x="10511" y="16870"/>
                  <a:pt x="11735" y="16875"/>
                  <a:pt x="12503" y="16130"/>
                </a:cubicBezTo>
                <a:lnTo>
                  <a:pt x="13889" y="17529"/>
                </a:lnTo>
                <a:cubicBezTo>
                  <a:pt x="13978" y="17618"/>
                  <a:pt x="14101" y="17673"/>
                  <a:pt x="14236" y="17673"/>
                </a:cubicBezTo>
                <a:lnTo>
                  <a:pt x="15709" y="17673"/>
                </a:lnTo>
                <a:lnTo>
                  <a:pt x="15709" y="19145"/>
                </a:lnTo>
                <a:cubicBezTo>
                  <a:pt x="15709" y="19417"/>
                  <a:pt x="15929" y="19636"/>
                  <a:pt x="16200" y="19636"/>
                </a:cubicBezTo>
                <a:lnTo>
                  <a:pt x="17673" y="19636"/>
                </a:lnTo>
                <a:lnTo>
                  <a:pt x="17673" y="21109"/>
                </a:lnTo>
                <a:cubicBezTo>
                  <a:pt x="17673" y="21381"/>
                  <a:pt x="17893" y="21600"/>
                  <a:pt x="18164" y="21600"/>
                </a:cubicBezTo>
                <a:lnTo>
                  <a:pt x="21109" y="21600"/>
                </a:lnTo>
                <a:cubicBezTo>
                  <a:pt x="21380" y="21600"/>
                  <a:pt x="21600" y="21381"/>
                  <a:pt x="21600" y="21109"/>
                </a:cubicBezTo>
                <a:lnTo>
                  <a:pt x="21600" y="18164"/>
                </a:lnTo>
                <a:cubicBezTo>
                  <a:pt x="21600" y="18029"/>
                  <a:pt x="21545" y="17906"/>
                  <a:pt x="21456" y="17817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95" name="Shape 2607">
            <a:extLst>
              <a:ext uri="{FF2B5EF4-FFF2-40B4-BE49-F238E27FC236}">
                <a16:creationId xmlns:a16="http://schemas.microsoft.com/office/drawing/2014/main" id="{C831C66E-BB89-8DBC-A3CB-FB02380ED844}"/>
              </a:ext>
            </a:extLst>
          </p:cNvPr>
          <p:cNvSpPr/>
          <p:nvPr userDrawn="1"/>
        </p:nvSpPr>
        <p:spPr>
          <a:xfrm>
            <a:off x="7233345" y="2386211"/>
            <a:ext cx="280133" cy="229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6" y="20400"/>
                </a:moveTo>
                <a:lnTo>
                  <a:pt x="1964" y="20400"/>
                </a:lnTo>
                <a:cubicBezTo>
                  <a:pt x="1422" y="20400"/>
                  <a:pt x="982" y="19862"/>
                  <a:pt x="982" y="19200"/>
                </a:cubicBezTo>
                <a:cubicBezTo>
                  <a:pt x="982" y="18538"/>
                  <a:pt x="1422" y="18000"/>
                  <a:pt x="1964" y="18000"/>
                </a:cubicBezTo>
                <a:lnTo>
                  <a:pt x="19636" y="18000"/>
                </a:lnTo>
                <a:cubicBezTo>
                  <a:pt x="20178" y="18000"/>
                  <a:pt x="20618" y="18538"/>
                  <a:pt x="20618" y="19200"/>
                </a:cubicBezTo>
                <a:cubicBezTo>
                  <a:pt x="20618" y="19862"/>
                  <a:pt x="20178" y="20400"/>
                  <a:pt x="19636" y="20400"/>
                </a:cubicBezTo>
                <a:moveTo>
                  <a:pt x="19636" y="16800"/>
                </a:moveTo>
                <a:lnTo>
                  <a:pt x="1964" y="16800"/>
                </a:lnTo>
                <a:cubicBezTo>
                  <a:pt x="879" y="16800"/>
                  <a:pt x="0" y="17874"/>
                  <a:pt x="0" y="19200"/>
                </a:cubicBezTo>
                <a:cubicBezTo>
                  <a:pt x="0" y="20526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526"/>
                  <a:pt x="21600" y="19200"/>
                </a:cubicBezTo>
                <a:cubicBezTo>
                  <a:pt x="21600" y="17874"/>
                  <a:pt x="20721" y="16800"/>
                  <a:pt x="19636" y="16800"/>
                </a:cubicBezTo>
                <a:moveTo>
                  <a:pt x="1964" y="1200"/>
                </a:moveTo>
                <a:lnTo>
                  <a:pt x="19636" y="1200"/>
                </a:lnTo>
                <a:cubicBezTo>
                  <a:pt x="20178" y="1200"/>
                  <a:pt x="20618" y="1737"/>
                  <a:pt x="20618" y="2399"/>
                </a:cubicBezTo>
                <a:cubicBezTo>
                  <a:pt x="20618" y="3063"/>
                  <a:pt x="20178" y="3599"/>
                  <a:pt x="19636" y="3599"/>
                </a:cubicBezTo>
                <a:lnTo>
                  <a:pt x="1964" y="3599"/>
                </a:lnTo>
                <a:cubicBezTo>
                  <a:pt x="1422" y="3599"/>
                  <a:pt x="982" y="3063"/>
                  <a:pt x="982" y="2399"/>
                </a:cubicBezTo>
                <a:cubicBezTo>
                  <a:pt x="982" y="1737"/>
                  <a:pt x="1422" y="1200"/>
                  <a:pt x="1964" y="1200"/>
                </a:cubicBezTo>
                <a:moveTo>
                  <a:pt x="1964" y="4799"/>
                </a:moveTo>
                <a:lnTo>
                  <a:pt x="19636" y="4799"/>
                </a:lnTo>
                <a:cubicBezTo>
                  <a:pt x="20721" y="4799"/>
                  <a:pt x="21600" y="3725"/>
                  <a:pt x="21600" y="2399"/>
                </a:cubicBezTo>
                <a:cubicBezTo>
                  <a:pt x="21600" y="1074"/>
                  <a:pt x="20721" y="0"/>
                  <a:pt x="19636" y="0"/>
                </a:cubicBezTo>
                <a:lnTo>
                  <a:pt x="1964" y="0"/>
                </a:lnTo>
                <a:cubicBezTo>
                  <a:pt x="879" y="0"/>
                  <a:pt x="0" y="1074"/>
                  <a:pt x="0" y="2399"/>
                </a:cubicBezTo>
                <a:cubicBezTo>
                  <a:pt x="0" y="3725"/>
                  <a:pt x="879" y="4799"/>
                  <a:pt x="1964" y="4799"/>
                </a:cubicBezTo>
                <a:moveTo>
                  <a:pt x="19636" y="12000"/>
                </a:moveTo>
                <a:lnTo>
                  <a:pt x="1964" y="12000"/>
                </a:lnTo>
                <a:cubicBezTo>
                  <a:pt x="1422" y="12000"/>
                  <a:pt x="982" y="11463"/>
                  <a:pt x="982" y="10800"/>
                </a:cubicBezTo>
                <a:cubicBezTo>
                  <a:pt x="982" y="10137"/>
                  <a:pt x="1422" y="9600"/>
                  <a:pt x="1964" y="9600"/>
                </a:cubicBezTo>
                <a:lnTo>
                  <a:pt x="19636" y="9600"/>
                </a:lnTo>
                <a:cubicBezTo>
                  <a:pt x="20178" y="9600"/>
                  <a:pt x="20618" y="10137"/>
                  <a:pt x="20618" y="10800"/>
                </a:cubicBezTo>
                <a:cubicBezTo>
                  <a:pt x="20618" y="11463"/>
                  <a:pt x="20178" y="12000"/>
                  <a:pt x="19636" y="12000"/>
                </a:cubicBezTo>
                <a:moveTo>
                  <a:pt x="19636" y="8400"/>
                </a:moveTo>
                <a:lnTo>
                  <a:pt x="1964" y="8400"/>
                </a:lnTo>
                <a:cubicBezTo>
                  <a:pt x="879" y="8400"/>
                  <a:pt x="0" y="9474"/>
                  <a:pt x="0" y="10800"/>
                </a:cubicBezTo>
                <a:cubicBezTo>
                  <a:pt x="0" y="12125"/>
                  <a:pt x="879" y="13200"/>
                  <a:pt x="1964" y="13200"/>
                </a:cubicBezTo>
                <a:lnTo>
                  <a:pt x="19636" y="13200"/>
                </a:lnTo>
                <a:cubicBezTo>
                  <a:pt x="20721" y="13200"/>
                  <a:pt x="21600" y="12125"/>
                  <a:pt x="21600" y="10800"/>
                </a:cubicBezTo>
                <a:cubicBezTo>
                  <a:pt x="21600" y="9474"/>
                  <a:pt x="20721" y="8400"/>
                  <a:pt x="19636" y="84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96" name="Shape 2608">
            <a:extLst>
              <a:ext uri="{FF2B5EF4-FFF2-40B4-BE49-F238E27FC236}">
                <a16:creationId xmlns:a16="http://schemas.microsoft.com/office/drawing/2014/main" id="{24A3959B-90E9-7D63-A27F-AF3B82F60FB4}"/>
              </a:ext>
            </a:extLst>
          </p:cNvPr>
          <p:cNvSpPr/>
          <p:nvPr userDrawn="1"/>
        </p:nvSpPr>
        <p:spPr>
          <a:xfrm>
            <a:off x="7768143" y="2386211"/>
            <a:ext cx="280133" cy="2292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4" y="3600"/>
                </a:moveTo>
                <a:cubicBezTo>
                  <a:pt x="1422" y="3600"/>
                  <a:pt x="982" y="3063"/>
                  <a:pt x="982" y="2400"/>
                </a:cubicBezTo>
                <a:cubicBezTo>
                  <a:pt x="982" y="1738"/>
                  <a:pt x="1422" y="1200"/>
                  <a:pt x="1964" y="1200"/>
                </a:cubicBezTo>
                <a:cubicBezTo>
                  <a:pt x="2506" y="1200"/>
                  <a:pt x="2945" y="1738"/>
                  <a:pt x="2945" y="2400"/>
                </a:cubicBezTo>
                <a:cubicBezTo>
                  <a:pt x="2945" y="3063"/>
                  <a:pt x="2506" y="3600"/>
                  <a:pt x="1964" y="3600"/>
                </a:cubicBezTo>
                <a:moveTo>
                  <a:pt x="1964" y="0"/>
                </a:moveTo>
                <a:cubicBezTo>
                  <a:pt x="879" y="0"/>
                  <a:pt x="0" y="1075"/>
                  <a:pt x="0" y="2400"/>
                </a:cubicBezTo>
                <a:cubicBezTo>
                  <a:pt x="0" y="3726"/>
                  <a:pt x="879" y="4800"/>
                  <a:pt x="1964" y="4800"/>
                </a:cubicBezTo>
                <a:cubicBezTo>
                  <a:pt x="3048" y="4800"/>
                  <a:pt x="3927" y="3726"/>
                  <a:pt x="3927" y="2400"/>
                </a:cubicBezTo>
                <a:cubicBezTo>
                  <a:pt x="3927" y="1075"/>
                  <a:pt x="3048" y="0"/>
                  <a:pt x="1964" y="0"/>
                </a:cubicBezTo>
                <a:moveTo>
                  <a:pt x="1964" y="12000"/>
                </a:moveTo>
                <a:cubicBezTo>
                  <a:pt x="1422" y="12000"/>
                  <a:pt x="982" y="11463"/>
                  <a:pt x="982" y="10800"/>
                </a:cubicBezTo>
                <a:cubicBezTo>
                  <a:pt x="982" y="10138"/>
                  <a:pt x="1422" y="9600"/>
                  <a:pt x="1964" y="9600"/>
                </a:cubicBezTo>
                <a:cubicBezTo>
                  <a:pt x="2506" y="9600"/>
                  <a:pt x="2945" y="10138"/>
                  <a:pt x="2945" y="10800"/>
                </a:cubicBezTo>
                <a:cubicBezTo>
                  <a:pt x="2945" y="11463"/>
                  <a:pt x="2506" y="12000"/>
                  <a:pt x="1964" y="12000"/>
                </a:cubicBezTo>
                <a:moveTo>
                  <a:pt x="1964" y="8401"/>
                </a:moveTo>
                <a:cubicBezTo>
                  <a:pt x="879" y="8401"/>
                  <a:pt x="0" y="9475"/>
                  <a:pt x="0" y="10800"/>
                </a:cubicBezTo>
                <a:cubicBezTo>
                  <a:pt x="0" y="12126"/>
                  <a:pt x="879" y="13200"/>
                  <a:pt x="1964" y="13200"/>
                </a:cubicBezTo>
                <a:cubicBezTo>
                  <a:pt x="3048" y="13200"/>
                  <a:pt x="3927" y="12126"/>
                  <a:pt x="3927" y="10800"/>
                </a:cubicBezTo>
                <a:cubicBezTo>
                  <a:pt x="3927" y="9475"/>
                  <a:pt x="3048" y="8401"/>
                  <a:pt x="1964" y="8401"/>
                </a:cubicBezTo>
                <a:moveTo>
                  <a:pt x="19636" y="12000"/>
                </a:moveTo>
                <a:lnTo>
                  <a:pt x="7855" y="12000"/>
                </a:lnTo>
                <a:cubicBezTo>
                  <a:pt x="7313" y="12000"/>
                  <a:pt x="6873" y="11463"/>
                  <a:pt x="6873" y="10801"/>
                </a:cubicBezTo>
                <a:cubicBezTo>
                  <a:pt x="6873" y="10138"/>
                  <a:pt x="7313" y="9600"/>
                  <a:pt x="7855" y="9600"/>
                </a:cubicBezTo>
                <a:lnTo>
                  <a:pt x="19636" y="9600"/>
                </a:lnTo>
                <a:cubicBezTo>
                  <a:pt x="20178" y="9600"/>
                  <a:pt x="20618" y="10138"/>
                  <a:pt x="20618" y="10801"/>
                </a:cubicBezTo>
                <a:cubicBezTo>
                  <a:pt x="20618" y="11463"/>
                  <a:pt x="20178" y="12000"/>
                  <a:pt x="19636" y="12000"/>
                </a:cubicBezTo>
                <a:moveTo>
                  <a:pt x="19636" y="8401"/>
                </a:moveTo>
                <a:lnTo>
                  <a:pt x="7855" y="8401"/>
                </a:lnTo>
                <a:cubicBezTo>
                  <a:pt x="6770" y="8401"/>
                  <a:pt x="5891" y="9475"/>
                  <a:pt x="5891" y="10801"/>
                </a:cubicBezTo>
                <a:cubicBezTo>
                  <a:pt x="5891" y="12126"/>
                  <a:pt x="6770" y="13200"/>
                  <a:pt x="7855" y="13200"/>
                </a:cubicBezTo>
                <a:lnTo>
                  <a:pt x="19636" y="13200"/>
                </a:lnTo>
                <a:cubicBezTo>
                  <a:pt x="20721" y="13200"/>
                  <a:pt x="21600" y="12126"/>
                  <a:pt x="21600" y="10801"/>
                </a:cubicBezTo>
                <a:cubicBezTo>
                  <a:pt x="21600" y="9475"/>
                  <a:pt x="20721" y="8401"/>
                  <a:pt x="19636" y="8401"/>
                </a:cubicBezTo>
                <a:moveTo>
                  <a:pt x="19636" y="20400"/>
                </a:moveTo>
                <a:lnTo>
                  <a:pt x="7855" y="20400"/>
                </a:lnTo>
                <a:cubicBezTo>
                  <a:pt x="7313" y="20400"/>
                  <a:pt x="6873" y="19862"/>
                  <a:pt x="6873" y="19200"/>
                </a:cubicBezTo>
                <a:cubicBezTo>
                  <a:pt x="6873" y="18538"/>
                  <a:pt x="7313" y="18000"/>
                  <a:pt x="7855" y="18000"/>
                </a:cubicBezTo>
                <a:lnTo>
                  <a:pt x="19636" y="18000"/>
                </a:lnTo>
                <a:cubicBezTo>
                  <a:pt x="20178" y="18000"/>
                  <a:pt x="20618" y="18538"/>
                  <a:pt x="20618" y="19200"/>
                </a:cubicBezTo>
                <a:cubicBezTo>
                  <a:pt x="20618" y="19862"/>
                  <a:pt x="20178" y="20400"/>
                  <a:pt x="19636" y="20400"/>
                </a:cubicBezTo>
                <a:moveTo>
                  <a:pt x="19636" y="16800"/>
                </a:moveTo>
                <a:lnTo>
                  <a:pt x="7855" y="16800"/>
                </a:lnTo>
                <a:cubicBezTo>
                  <a:pt x="6770" y="16800"/>
                  <a:pt x="5891" y="17875"/>
                  <a:pt x="5891" y="19200"/>
                </a:cubicBezTo>
                <a:cubicBezTo>
                  <a:pt x="5891" y="20526"/>
                  <a:pt x="6770" y="21600"/>
                  <a:pt x="7855" y="21600"/>
                </a:cubicBezTo>
                <a:lnTo>
                  <a:pt x="19636" y="21600"/>
                </a:lnTo>
                <a:cubicBezTo>
                  <a:pt x="20721" y="21600"/>
                  <a:pt x="21600" y="20526"/>
                  <a:pt x="21600" y="19200"/>
                </a:cubicBezTo>
                <a:cubicBezTo>
                  <a:pt x="21600" y="17875"/>
                  <a:pt x="20721" y="16800"/>
                  <a:pt x="19636" y="16800"/>
                </a:cubicBezTo>
                <a:moveTo>
                  <a:pt x="7855" y="1201"/>
                </a:moveTo>
                <a:lnTo>
                  <a:pt x="19636" y="1201"/>
                </a:lnTo>
                <a:cubicBezTo>
                  <a:pt x="20178" y="1201"/>
                  <a:pt x="20618" y="1738"/>
                  <a:pt x="20618" y="2400"/>
                </a:cubicBezTo>
                <a:cubicBezTo>
                  <a:pt x="20618" y="3063"/>
                  <a:pt x="20178" y="3600"/>
                  <a:pt x="19636" y="3600"/>
                </a:cubicBezTo>
                <a:lnTo>
                  <a:pt x="7855" y="3600"/>
                </a:lnTo>
                <a:cubicBezTo>
                  <a:pt x="7313" y="3600"/>
                  <a:pt x="6873" y="3063"/>
                  <a:pt x="6873" y="2400"/>
                </a:cubicBezTo>
                <a:cubicBezTo>
                  <a:pt x="6873" y="1738"/>
                  <a:pt x="7313" y="1201"/>
                  <a:pt x="7855" y="1201"/>
                </a:cubicBezTo>
                <a:moveTo>
                  <a:pt x="7855" y="4800"/>
                </a:moveTo>
                <a:lnTo>
                  <a:pt x="19636" y="4800"/>
                </a:lnTo>
                <a:cubicBezTo>
                  <a:pt x="20721" y="4800"/>
                  <a:pt x="21600" y="3726"/>
                  <a:pt x="21600" y="2400"/>
                </a:cubicBezTo>
                <a:cubicBezTo>
                  <a:pt x="21600" y="1075"/>
                  <a:pt x="20721" y="1"/>
                  <a:pt x="19636" y="1"/>
                </a:cubicBezTo>
                <a:lnTo>
                  <a:pt x="7855" y="1"/>
                </a:lnTo>
                <a:cubicBezTo>
                  <a:pt x="6770" y="1"/>
                  <a:pt x="5891" y="1075"/>
                  <a:pt x="5891" y="2400"/>
                </a:cubicBezTo>
                <a:cubicBezTo>
                  <a:pt x="5891" y="3726"/>
                  <a:pt x="6770" y="4800"/>
                  <a:pt x="7855" y="4800"/>
                </a:cubicBezTo>
                <a:moveTo>
                  <a:pt x="1964" y="20400"/>
                </a:moveTo>
                <a:cubicBezTo>
                  <a:pt x="1422" y="20400"/>
                  <a:pt x="982" y="19862"/>
                  <a:pt x="982" y="19200"/>
                </a:cubicBezTo>
                <a:cubicBezTo>
                  <a:pt x="982" y="18538"/>
                  <a:pt x="1422" y="18000"/>
                  <a:pt x="1964" y="18000"/>
                </a:cubicBezTo>
                <a:cubicBezTo>
                  <a:pt x="2506" y="18000"/>
                  <a:pt x="2945" y="18538"/>
                  <a:pt x="2945" y="19200"/>
                </a:cubicBezTo>
                <a:cubicBezTo>
                  <a:pt x="2945" y="19862"/>
                  <a:pt x="2506" y="20400"/>
                  <a:pt x="1964" y="20400"/>
                </a:cubicBezTo>
                <a:moveTo>
                  <a:pt x="1964" y="16800"/>
                </a:moveTo>
                <a:cubicBezTo>
                  <a:pt x="879" y="16800"/>
                  <a:pt x="0" y="17875"/>
                  <a:pt x="0" y="19200"/>
                </a:cubicBezTo>
                <a:cubicBezTo>
                  <a:pt x="0" y="20526"/>
                  <a:pt x="879" y="21600"/>
                  <a:pt x="1964" y="21600"/>
                </a:cubicBezTo>
                <a:cubicBezTo>
                  <a:pt x="3048" y="21600"/>
                  <a:pt x="3927" y="20526"/>
                  <a:pt x="3927" y="19200"/>
                </a:cubicBezTo>
                <a:cubicBezTo>
                  <a:pt x="3927" y="17875"/>
                  <a:pt x="3048" y="16800"/>
                  <a:pt x="1964" y="168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97" name="Shape 2609">
            <a:extLst>
              <a:ext uri="{FF2B5EF4-FFF2-40B4-BE49-F238E27FC236}">
                <a16:creationId xmlns:a16="http://schemas.microsoft.com/office/drawing/2014/main" id="{A7E86186-321F-7802-94F2-D28BE7177528}"/>
              </a:ext>
            </a:extLst>
          </p:cNvPr>
          <p:cNvSpPr/>
          <p:nvPr userDrawn="1"/>
        </p:nvSpPr>
        <p:spPr>
          <a:xfrm>
            <a:off x="8302941" y="2386211"/>
            <a:ext cx="280133" cy="2292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109" y="13200"/>
                </a:moveTo>
                <a:lnTo>
                  <a:pt x="5400" y="13200"/>
                </a:lnTo>
                <a:cubicBezTo>
                  <a:pt x="5129" y="13200"/>
                  <a:pt x="4909" y="13469"/>
                  <a:pt x="4909" y="13800"/>
                </a:cubicBezTo>
                <a:cubicBezTo>
                  <a:pt x="4909" y="14132"/>
                  <a:pt x="5129" y="14400"/>
                  <a:pt x="5400" y="14400"/>
                </a:cubicBezTo>
                <a:lnTo>
                  <a:pt x="21109" y="14400"/>
                </a:lnTo>
                <a:cubicBezTo>
                  <a:pt x="21380" y="14400"/>
                  <a:pt x="21600" y="14132"/>
                  <a:pt x="21600" y="13800"/>
                </a:cubicBezTo>
                <a:cubicBezTo>
                  <a:pt x="21600" y="13469"/>
                  <a:pt x="21380" y="13200"/>
                  <a:pt x="21109" y="13200"/>
                </a:cubicBezTo>
                <a:moveTo>
                  <a:pt x="21109" y="7200"/>
                </a:moveTo>
                <a:lnTo>
                  <a:pt x="5400" y="7200"/>
                </a:lnTo>
                <a:cubicBezTo>
                  <a:pt x="5129" y="7200"/>
                  <a:pt x="4909" y="7469"/>
                  <a:pt x="4909" y="7800"/>
                </a:cubicBezTo>
                <a:cubicBezTo>
                  <a:pt x="4909" y="8132"/>
                  <a:pt x="5129" y="8401"/>
                  <a:pt x="5400" y="8401"/>
                </a:cubicBezTo>
                <a:lnTo>
                  <a:pt x="21109" y="8401"/>
                </a:lnTo>
                <a:cubicBezTo>
                  <a:pt x="21380" y="8401"/>
                  <a:pt x="21600" y="8132"/>
                  <a:pt x="21600" y="7800"/>
                </a:cubicBezTo>
                <a:cubicBezTo>
                  <a:pt x="21600" y="7469"/>
                  <a:pt x="21380" y="7200"/>
                  <a:pt x="21109" y="7200"/>
                </a:cubicBezTo>
                <a:moveTo>
                  <a:pt x="1473" y="0"/>
                </a:moveTo>
                <a:cubicBezTo>
                  <a:pt x="659" y="0"/>
                  <a:pt x="0" y="807"/>
                  <a:pt x="0" y="1800"/>
                </a:cubicBezTo>
                <a:cubicBezTo>
                  <a:pt x="0" y="2794"/>
                  <a:pt x="659" y="3600"/>
                  <a:pt x="1473" y="3600"/>
                </a:cubicBezTo>
                <a:cubicBezTo>
                  <a:pt x="2286" y="3600"/>
                  <a:pt x="2945" y="2794"/>
                  <a:pt x="2945" y="1800"/>
                </a:cubicBezTo>
                <a:cubicBezTo>
                  <a:pt x="2945" y="807"/>
                  <a:pt x="2286" y="0"/>
                  <a:pt x="1473" y="0"/>
                </a:cubicBezTo>
                <a:moveTo>
                  <a:pt x="21109" y="19200"/>
                </a:moveTo>
                <a:lnTo>
                  <a:pt x="5400" y="19200"/>
                </a:lnTo>
                <a:cubicBezTo>
                  <a:pt x="5129" y="19200"/>
                  <a:pt x="4909" y="19469"/>
                  <a:pt x="4909" y="19800"/>
                </a:cubicBezTo>
                <a:cubicBezTo>
                  <a:pt x="4909" y="20132"/>
                  <a:pt x="5129" y="20400"/>
                  <a:pt x="5400" y="20400"/>
                </a:cubicBezTo>
                <a:lnTo>
                  <a:pt x="21109" y="20400"/>
                </a:lnTo>
                <a:cubicBezTo>
                  <a:pt x="21380" y="20400"/>
                  <a:pt x="21600" y="20132"/>
                  <a:pt x="21600" y="19800"/>
                </a:cubicBezTo>
                <a:cubicBezTo>
                  <a:pt x="21600" y="19469"/>
                  <a:pt x="21380" y="19200"/>
                  <a:pt x="21109" y="19200"/>
                </a:cubicBezTo>
                <a:moveTo>
                  <a:pt x="5400" y="2400"/>
                </a:moveTo>
                <a:lnTo>
                  <a:pt x="21109" y="2400"/>
                </a:lnTo>
                <a:cubicBezTo>
                  <a:pt x="21380" y="2400"/>
                  <a:pt x="21600" y="2132"/>
                  <a:pt x="21600" y="1800"/>
                </a:cubicBezTo>
                <a:cubicBezTo>
                  <a:pt x="21600" y="1469"/>
                  <a:pt x="21380" y="1200"/>
                  <a:pt x="21109" y="1200"/>
                </a:cubicBezTo>
                <a:lnTo>
                  <a:pt x="5400" y="1200"/>
                </a:lnTo>
                <a:cubicBezTo>
                  <a:pt x="5129" y="1200"/>
                  <a:pt x="4909" y="1469"/>
                  <a:pt x="4909" y="1800"/>
                </a:cubicBezTo>
                <a:cubicBezTo>
                  <a:pt x="4909" y="2132"/>
                  <a:pt x="5129" y="2400"/>
                  <a:pt x="5400" y="2400"/>
                </a:cubicBezTo>
                <a:moveTo>
                  <a:pt x="1473" y="18000"/>
                </a:moveTo>
                <a:cubicBezTo>
                  <a:pt x="659" y="18000"/>
                  <a:pt x="0" y="18806"/>
                  <a:pt x="0" y="19800"/>
                </a:cubicBezTo>
                <a:cubicBezTo>
                  <a:pt x="0" y="20794"/>
                  <a:pt x="659" y="21600"/>
                  <a:pt x="1473" y="21600"/>
                </a:cubicBezTo>
                <a:cubicBezTo>
                  <a:pt x="2286" y="21600"/>
                  <a:pt x="2945" y="20794"/>
                  <a:pt x="2945" y="19800"/>
                </a:cubicBezTo>
                <a:cubicBezTo>
                  <a:pt x="2945" y="18806"/>
                  <a:pt x="2286" y="18000"/>
                  <a:pt x="1473" y="18000"/>
                </a:cubicBezTo>
                <a:moveTo>
                  <a:pt x="1473" y="6000"/>
                </a:moveTo>
                <a:cubicBezTo>
                  <a:pt x="659" y="6000"/>
                  <a:pt x="0" y="6807"/>
                  <a:pt x="0" y="7800"/>
                </a:cubicBezTo>
                <a:cubicBezTo>
                  <a:pt x="0" y="8794"/>
                  <a:pt x="659" y="9600"/>
                  <a:pt x="1473" y="9600"/>
                </a:cubicBezTo>
                <a:cubicBezTo>
                  <a:pt x="2286" y="9600"/>
                  <a:pt x="2945" y="8794"/>
                  <a:pt x="2945" y="7800"/>
                </a:cubicBezTo>
                <a:cubicBezTo>
                  <a:pt x="2945" y="6807"/>
                  <a:pt x="2286" y="6000"/>
                  <a:pt x="1473" y="6000"/>
                </a:cubicBezTo>
                <a:moveTo>
                  <a:pt x="1473" y="12000"/>
                </a:moveTo>
                <a:cubicBezTo>
                  <a:pt x="659" y="12000"/>
                  <a:pt x="0" y="12807"/>
                  <a:pt x="0" y="13800"/>
                </a:cubicBezTo>
                <a:cubicBezTo>
                  <a:pt x="0" y="14794"/>
                  <a:pt x="659" y="15600"/>
                  <a:pt x="1473" y="15600"/>
                </a:cubicBezTo>
                <a:cubicBezTo>
                  <a:pt x="2286" y="15600"/>
                  <a:pt x="2945" y="14794"/>
                  <a:pt x="2945" y="13800"/>
                </a:cubicBezTo>
                <a:cubicBezTo>
                  <a:pt x="2945" y="12807"/>
                  <a:pt x="2286" y="12000"/>
                  <a:pt x="1473" y="120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98" name="Shape 2610">
            <a:extLst>
              <a:ext uri="{FF2B5EF4-FFF2-40B4-BE49-F238E27FC236}">
                <a16:creationId xmlns:a16="http://schemas.microsoft.com/office/drawing/2014/main" id="{3075D2DB-8718-E2A4-12C9-3CF233CE070B}"/>
              </a:ext>
            </a:extLst>
          </p:cNvPr>
          <p:cNvSpPr/>
          <p:nvPr userDrawn="1"/>
        </p:nvSpPr>
        <p:spPr>
          <a:xfrm>
            <a:off x="8837740" y="2386212"/>
            <a:ext cx="280133" cy="2291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6000"/>
                </a:moveTo>
                <a:lnTo>
                  <a:pt x="982" y="6000"/>
                </a:lnTo>
                <a:lnTo>
                  <a:pt x="982" y="2399"/>
                </a:lnTo>
                <a:cubicBezTo>
                  <a:pt x="982" y="1737"/>
                  <a:pt x="1422" y="1200"/>
                  <a:pt x="1964" y="1200"/>
                </a:cubicBezTo>
                <a:lnTo>
                  <a:pt x="6873" y="1200"/>
                </a:lnTo>
                <a:cubicBezTo>
                  <a:pt x="8345" y="1200"/>
                  <a:pt x="8345" y="3600"/>
                  <a:pt x="10800" y="3600"/>
                </a:cubicBezTo>
                <a:lnTo>
                  <a:pt x="19636" y="3600"/>
                </a:lnTo>
                <a:cubicBezTo>
                  <a:pt x="20178" y="3600"/>
                  <a:pt x="20618" y="4137"/>
                  <a:pt x="20618" y="4800"/>
                </a:cubicBezTo>
                <a:cubicBezTo>
                  <a:pt x="20618" y="4800"/>
                  <a:pt x="20618" y="6000"/>
                  <a:pt x="20618" y="6000"/>
                </a:cubicBezTo>
                <a:close/>
                <a:moveTo>
                  <a:pt x="20618" y="19200"/>
                </a:moveTo>
                <a:cubicBezTo>
                  <a:pt x="20618" y="19863"/>
                  <a:pt x="20178" y="20400"/>
                  <a:pt x="19636" y="20400"/>
                </a:cubicBezTo>
                <a:lnTo>
                  <a:pt x="1964" y="20400"/>
                </a:lnTo>
                <a:cubicBezTo>
                  <a:pt x="1422" y="20400"/>
                  <a:pt x="982" y="19863"/>
                  <a:pt x="982" y="19200"/>
                </a:cubicBezTo>
                <a:lnTo>
                  <a:pt x="982" y="7200"/>
                </a:lnTo>
                <a:lnTo>
                  <a:pt x="20618" y="7200"/>
                </a:lnTo>
                <a:cubicBezTo>
                  <a:pt x="20618" y="7200"/>
                  <a:pt x="20618" y="19200"/>
                  <a:pt x="20618" y="19200"/>
                </a:cubicBezTo>
                <a:close/>
                <a:moveTo>
                  <a:pt x="19636" y="2399"/>
                </a:moveTo>
                <a:lnTo>
                  <a:pt x="10800" y="2399"/>
                </a:lnTo>
                <a:cubicBezTo>
                  <a:pt x="8836" y="2399"/>
                  <a:pt x="8836" y="0"/>
                  <a:pt x="6873" y="0"/>
                </a:cubicBezTo>
                <a:lnTo>
                  <a:pt x="1964" y="0"/>
                </a:lnTo>
                <a:cubicBezTo>
                  <a:pt x="879" y="0"/>
                  <a:pt x="0" y="1074"/>
                  <a:pt x="0" y="2399"/>
                </a:cubicBezTo>
                <a:lnTo>
                  <a:pt x="0" y="19200"/>
                </a:lnTo>
                <a:cubicBezTo>
                  <a:pt x="0" y="20526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526"/>
                  <a:pt x="21600" y="19200"/>
                </a:cubicBezTo>
                <a:lnTo>
                  <a:pt x="21600" y="4800"/>
                </a:lnTo>
                <a:cubicBezTo>
                  <a:pt x="21600" y="3474"/>
                  <a:pt x="20721" y="2399"/>
                  <a:pt x="19636" y="2399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99" name="Shape 2611">
            <a:extLst>
              <a:ext uri="{FF2B5EF4-FFF2-40B4-BE49-F238E27FC236}">
                <a16:creationId xmlns:a16="http://schemas.microsoft.com/office/drawing/2014/main" id="{344A9B77-9E2F-5160-3F91-A634BE1A4035}"/>
              </a:ext>
            </a:extLst>
          </p:cNvPr>
          <p:cNvSpPr/>
          <p:nvPr userDrawn="1"/>
        </p:nvSpPr>
        <p:spPr>
          <a:xfrm>
            <a:off x="9372538" y="2373479"/>
            <a:ext cx="280133" cy="2546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6" y="2161"/>
                </a:moveTo>
                <a:lnTo>
                  <a:pt x="13745" y="2161"/>
                </a:lnTo>
                <a:cubicBezTo>
                  <a:pt x="11782" y="2160"/>
                  <a:pt x="11782" y="0"/>
                  <a:pt x="9818" y="0"/>
                </a:cubicBezTo>
                <a:lnTo>
                  <a:pt x="5891" y="0"/>
                </a:lnTo>
                <a:cubicBezTo>
                  <a:pt x="4806" y="0"/>
                  <a:pt x="3927" y="967"/>
                  <a:pt x="3927" y="2161"/>
                </a:cubicBezTo>
                <a:lnTo>
                  <a:pt x="3927" y="2700"/>
                </a:lnTo>
                <a:cubicBezTo>
                  <a:pt x="3927" y="2999"/>
                  <a:pt x="4147" y="3240"/>
                  <a:pt x="4418" y="3240"/>
                </a:cubicBezTo>
                <a:cubicBezTo>
                  <a:pt x="4690" y="3240"/>
                  <a:pt x="4909" y="2999"/>
                  <a:pt x="4909" y="2700"/>
                </a:cubicBezTo>
                <a:lnTo>
                  <a:pt x="4909" y="2161"/>
                </a:lnTo>
                <a:cubicBezTo>
                  <a:pt x="4909" y="1564"/>
                  <a:pt x="5348" y="1080"/>
                  <a:pt x="5891" y="1080"/>
                </a:cubicBezTo>
                <a:lnTo>
                  <a:pt x="9818" y="1080"/>
                </a:lnTo>
                <a:cubicBezTo>
                  <a:pt x="11291" y="1080"/>
                  <a:pt x="11291" y="3239"/>
                  <a:pt x="13744" y="3240"/>
                </a:cubicBezTo>
                <a:lnTo>
                  <a:pt x="19636" y="3240"/>
                </a:lnTo>
                <a:cubicBezTo>
                  <a:pt x="20178" y="3240"/>
                  <a:pt x="20618" y="3724"/>
                  <a:pt x="20618" y="4321"/>
                </a:cubicBezTo>
                <a:lnTo>
                  <a:pt x="20618" y="15120"/>
                </a:lnTo>
                <a:cubicBezTo>
                  <a:pt x="20618" y="15717"/>
                  <a:pt x="20178" y="16200"/>
                  <a:pt x="19636" y="16200"/>
                </a:cubicBezTo>
                <a:lnTo>
                  <a:pt x="19145" y="16200"/>
                </a:lnTo>
                <a:cubicBezTo>
                  <a:pt x="18874" y="16200"/>
                  <a:pt x="18655" y="16442"/>
                  <a:pt x="18655" y="16740"/>
                </a:cubicBezTo>
                <a:cubicBezTo>
                  <a:pt x="18655" y="17039"/>
                  <a:pt x="18874" y="17280"/>
                  <a:pt x="19145" y="17280"/>
                </a:cubicBezTo>
                <a:lnTo>
                  <a:pt x="19636" y="17280"/>
                </a:lnTo>
                <a:cubicBezTo>
                  <a:pt x="20721" y="17280"/>
                  <a:pt x="21600" y="16314"/>
                  <a:pt x="21600" y="15120"/>
                </a:cubicBezTo>
                <a:lnTo>
                  <a:pt x="21600" y="4321"/>
                </a:lnTo>
                <a:cubicBezTo>
                  <a:pt x="21600" y="3127"/>
                  <a:pt x="20721" y="2161"/>
                  <a:pt x="19636" y="2161"/>
                </a:cubicBezTo>
                <a:moveTo>
                  <a:pt x="16691" y="9720"/>
                </a:moveTo>
                <a:lnTo>
                  <a:pt x="982" y="9720"/>
                </a:lnTo>
                <a:lnTo>
                  <a:pt x="982" y="6481"/>
                </a:lnTo>
                <a:cubicBezTo>
                  <a:pt x="982" y="5884"/>
                  <a:pt x="1421" y="5400"/>
                  <a:pt x="1964" y="5400"/>
                </a:cubicBezTo>
                <a:lnTo>
                  <a:pt x="5891" y="5400"/>
                </a:lnTo>
                <a:cubicBezTo>
                  <a:pt x="7364" y="5400"/>
                  <a:pt x="7364" y="7560"/>
                  <a:pt x="9818" y="7560"/>
                </a:cubicBezTo>
                <a:lnTo>
                  <a:pt x="15709" y="7560"/>
                </a:lnTo>
                <a:cubicBezTo>
                  <a:pt x="16251" y="7560"/>
                  <a:pt x="16691" y="8044"/>
                  <a:pt x="16691" y="8641"/>
                </a:cubicBezTo>
                <a:cubicBezTo>
                  <a:pt x="16691" y="8641"/>
                  <a:pt x="16691" y="9720"/>
                  <a:pt x="16691" y="9720"/>
                </a:cubicBezTo>
                <a:close/>
                <a:moveTo>
                  <a:pt x="16691" y="19440"/>
                </a:moveTo>
                <a:cubicBezTo>
                  <a:pt x="16691" y="20037"/>
                  <a:pt x="16251" y="20520"/>
                  <a:pt x="15709" y="20520"/>
                </a:cubicBezTo>
                <a:lnTo>
                  <a:pt x="1964" y="20520"/>
                </a:lnTo>
                <a:cubicBezTo>
                  <a:pt x="1421" y="20520"/>
                  <a:pt x="982" y="20037"/>
                  <a:pt x="982" y="19440"/>
                </a:cubicBezTo>
                <a:lnTo>
                  <a:pt x="982" y="10801"/>
                </a:lnTo>
                <a:lnTo>
                  <a:pt x="16691" y="10801"/>
                </a:lnTo>
                <a:cubicBezTo>
                  <a:pt x="16691" y="10801"/>
                  <a:pt x="16691" y="19440"/>
                  <a:pt x="16691" y="19440"/>
                </a:cubicBezTo>
                <a:close/>
                <a:moveTo>
                  <a:pt x="15709" y="6481"/>
                </a:moveTo>
                <a:lnTo>
                  <a:pt x="9818" y="6481"/>
                </a:lnTo>
                <a:cubicBezTo>
                  <a:pt x="7855" y="6480"/>
                  <a:pt x="7855" y="4320"/>
                  <a:pt x="5891" y="4320"/>
                </a:cubicBezTo>
                <a:lnTo>
                  <a:pt x="1964" y="4320"/>
                </a:lnTo>
                <a:cubicBezTo>
                  <a:pt x="879" y="4320"/>
                  <a:pt x="0" y="5287"/>
                  <a:pt x="0" y="6481"/>
                </a:cubicBezTo>
                <a:lnTo>
                  <a:pt x="0" y="19440"/>
                </a:lnTo>
                <a:cubicBezTo>
                  <a:pt x="0" y="20634"/>
                  <a:pt x="879" y="21600"/>
                  <a:pt x="1964" y="21600"/>
                </a:cubicBezTo>
                <a:lnTo>
                  <a:pt x="15709" y="21600"/>
                </a:lnTo>
                <a:cubicBezTo>
                  <a:pt x="16794" y="21600"/>
                  <a:pt x="17673" y="20634"/>
                  <a:pt x="17673" y="19440"/>
                </a:cubicBezTo>
                <a:lnTo>
                  <a:pt x="17673" y="8641"/>
                </a:lnTo>
                <a:cubicBezTo>
                  <a:pt x="17673" y="7447"/>
                  <a:pt x="16794" y="6481"/>
                  <a:pt x="15709" y="6481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00" name="Shape 2612">
            <a:extLst>
              <a:ext uri="{FF2B5EF4-FFF2-40B4-BE49-F238E27FC236}">
                <a16:creationId xmlns:a16="http://schemas.microsoft.com/office/drawing/2014/main" id="{66615386-2010-87A9-38B3-89D65516C781}"/>
              </a:ext>
            </a:extLst>
          </p:cNvPr>
          <p:cNvSpPr/>
          <p:nvPr userDrawn="1"/>
        </p:nvSpPr>
        <p:spPr>
          <a:xfrm>
            <a:off x="9907337" y="2386211"/>
            <a:ext cx="280133" cy="229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13200"/>
                </a:moveTo>
                <a:cubicBezTo>
                  <a:pt x="11071" y="13200"/>
                  <a:pt x="11291" y="13469"/>
                  <a:pt x="11291" y="13800"/>
                </a:cubicBezTo>
                <a:cubicBezTo>
                  <a:pt x="11291" y="14132"/>
                  <a:pt x="11071" y="14400"/>
                  <a:pt x="10800" y="14400"/>
                </a:cubicBezTo>
                <a:cubicBezTo>
                  <a:pt x="10529" y="14400"/>
                  <a:pt x="10309" y="14132"/>
                  <a:pt x="10309" y="13800"/>
                </a:cubicBezTo>
                <a:cubicBezTo>
                  <a:pt x="10309" y="13469"/>
                  <a:pt x="10529" y="13200"/>
                  <a:pt x="10800" y="13200"/>
                </a:cubicBezTo>
                <a:moveTo>
                  <a:pt x="10800" y="15600"/>
                </a:moveTo>
                <a:cubicBezTo>
                  <a:pt x="11613" y="15600"/>
                  <a:pt x="12273" y="14794"/>
                  <a:pt x="12273" y="13800"/>
                </a:cubicBezTo>
                <a:cubicBezTo>
                  <a:pt x="12273" y="12806"/>
                  <a:pt x="11613" y="12000"/>
                  <a:pt x="10800" y="12000"/>
                </a:cubicBezTo>
                <a:cubicBezTo>
                  <a:pt x="9987" y="12000"/>
                  <a:pt x="9327" y="12806"/>
                  <a:pt x="9327" y="13800"/>
                </a:cubicBezTo>
                <a:cubicBezTo>
                  <a:pt x="9327" y="14794"/>
                  <a:pt x="9987" y="15600"/>
                  <a:pt x="10800" y="15600"/>
                </a:cubicBezTo>
                <a:moveTo>
                  <a:pt x="5400" y="13200"/>
                </a:moveTo>
                <a:cubicBezTo>
                  <a:pt x="5671" y="13200"/>
                  <a:pt x="5891" y="13469"/>
                  <a:pt x="5891" y="13800"/>
                </a:cubicBezTo>
                <a:cubicBezTo>
                  <a:pt x="5891" y="14132"/>
                  <a:pt x="5671" y="14400"/>
                  <a:pt x="5400" y="14400"/>
                </a:cubicBezTo>
                <a:cubicBezTo>
                  <a:pt x="5129" y="14400"/>
                  <a:pt x="4909" y="14132"/>
                  <a:pt x="4909" y="13800"/>
                </a:cubicBezTo>
                <a:cubicBezTo>
                  <a:pt x="4909" y="13469"/>
                  <a:pt x="5129" y="13200"/>
                  <a:pt x="5400" y="13200"/>
                </a:cubicBezTo>
                <a:moveTo>
                  <a:pt x="5400" y="15600"/>
                </a:moveTo>
                <a:cubicBezTo>
                  <a:pt x="6213" y="15600"/>
                  <a:pt x="6873" y="14794"/>
                  <a:pt x="6873" y="13800"/>
                </a:cubicBezTo>
                <a:cubicBezTo>
                  <a:pt x="6873" y="12806"/>
                  <a:pt x="6213" y="12000"/>
                  <a:pt x="5400" y="12000"/>
                </a:cubicBezTo>
                <a:cubicBezTo>
                  <a:pt x="4587" y="12000"/>
                  <a:pt x="3927" y="12806"/>
                  <a:pt x="3927" y="13800"/>
                </a:cubicBezTo>
                <a:cubicBezTo>
                  <a:pt x="3927" y="14794"/>
                  <a:pt x="4587" y="15600"/>
                  <a:pt x="5400" y="15600"/>
                </a:cubicBezTo>
                <a:moveTo>
                  <a:pt x="20618" y="6000"/>
                </a:moveTo>
                <a:lnTo>
                  <a:pt x="982" y="6000"/>
                </a:lnTo>
                <a:lnTo>
                  <a:pt x="982" y="2399"/>
                </a:lnTo>
                <a:cubicBezTo>
                  <a:pt x="982" y="1737"/>
                  <a:pt x="1421" y="1200"/>
                  <a:pt x="1964" y="1200"/>
                </a:cubicBezTo>
                <a:lnTo>
                  <a:pt x="6873" y="1200"/>
                </a:lnTo>
                <a:cubicBezTo>
                  <a:pt x="8345" y="1200"/>
                  <a:pt x="8345" y="3600"/>
                  <a:pt x="10800" y="3600"/>
                </a:cubicBezTo>
                <a:lnTo>
                  <a:pt x="19636" y="3600"/>
                </a:lnTo>
                <a:cubicBezTo>
                  <a:pt x="20178" y="3600"/>
                  <a:pt x="20618" y="4137"/>
                  <a:pt x="20618" y="4799"/>
                </a:cubicBezTo>
                <a:cubicBezTo>
                  <a:pt x="20618" y="4799"/>
                  <a:pt x="20618" y="6000"/>
                  <a:pt x="20618" y="6000"/>
                </a:cubicBezTo>
                <a:close/>
                <a:moveTo>
                  <a:pt x="20618" y="19200"/>
                </a:moveTo>
                <a:cubicBezTo>
                  <a:pt x="20618" y="19862"/>
                  <a:pt x="20178" y="20400"/>
                  <a:pt x="19636" y="20400"/>
                </a:cubicBezTo>
                <a:lnTo>
                  <a:pt x="1964" y="20400"/>
                </a:lnTo>
                <a:cubicBezTo>
                  <a:pt x="1421" y="20400"/>
                  <a:pt x="982" y="19862"/>
                  <a:pt x="982" y="19200"/>
                </a:cubicBezTo>
                <a:lnTo>
                  <a:pt x="982" y="7199"/>
                </a:lnTo>
                <a:lnTo>
                  <a:pt x="20618" y="7199"/>
                </a:lnTo>
                <a:cubicBezTo>
                  <a:pt x="20618" y="7199"/>
                  <a:pt x="20618" y="19200"/>
                  <a:pt x="20618" y="19200"/>
                </a:cubicBezTo>
                <a:close/>
                <a:moveTo>
                  <a:pt x="19636" y="2399"/>
                </a:moveTo>
                <a:lnTo>
                  <a:pt x="10800" y="2399"/>
                </a:lnTo>
                <a:cubicBezTo>
                  <a:pt x="8836" y="2399"/>
                  <a:pt x="8836" y="0"/>
                  <a:pt x="6873" y="0"/>
                </a:cubicBezTo>
                <a:lnTo>
                  <a:pt x="1964" y="0"/>
                </a:lnTo>
                <a:cubicBezTo>
                  <a:pt x="879" y="0"/>
                  <a:pt x="0" y="1074"/>
                  <a:pt x="0" y="2399"/>
                </a:cubicBezTo>
                <a:lnTo>
                  <a:pt x="0" y="19200"/>
                </a:lnTo>
                <a:cubicBezTo>
                  <a:pt x="0" y="20526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526"/>
                  <a:pt x="21600" y="19200"/>
                </a:cubicBezTo>
                <a:lnTo>
                  <a:pt x="21600" y="4799"/>
                </a:lnTo>
                <a:cubicBezTo>
                  <a:pt x="21600" y="3474"/>
                  <a:pt x="20721" y="2399"/>
                  <a:pt x="19636" y="2399"/>
                </a:cubicBezTo>
                <a:moveTo>
                  <a:pt x="16200" y="13200"/>
                </a:moveTo>
                <a:cubicBezTo>
                  <a:pt x="16471" y="13200"/>
                  <a:pt x="16691" y="13469"/>
                  <a:pt x="16691" y="13800"/>
                </a:cubicBezTo>
                <a:cubicBezTo>
                  <a:pt x="16691" y="14132"/>
                  <a:pt x="16471" y="14400"/>
                  <a:pt x="16200" y="14400"/>
                </a:cubicBezTo>
                <a:cubicBezTo>
                  <a:pt x="15929" y="14400"/>
                  <a:pt x="15709" y="14132"/>
                  <a:pt x="15709" y="13800"/>
                </a:cubicBezTo>
                <a:cubicBezTo>
                  <a:pt x="15709" y="13469"/>
                  <a:pt x="15929" y="13200"/>
                  <a:pt x="16200" y="13200"/>
                </a:cubicBezTo>
                <a:moveTo>
                  <a:pt x="16200" y="15600"/>
                </a:moveTo>
                <a:cubicBezTo>
                  <a:pt x="17013" y="15600"/>
                  <a:pt x="17673" y="14794"/>
                  <a:pt x="17673" y="13800"/>
                </a:cubicBezTo>
                <a:cubicBezTo>
                  <a:pt x="17673" y="12806"/>
                  <a:pt x="17013" y="12000"/>
                  <a:pt x="16200" y="12000"/>
                </a:cubicBezTo>
                <a:cubicBezTo>
                  <a:pt x="15387" y="12000"/>
                  <a:pt x="14727" y="12806"/>
                  <a:pt x="14727" y="13800"/>
                </a:cubicBezTo>
                <a:cubicBezTo>
                  <a:pt x="14727" y="14794"/>
                  <a:pt x="15387" y="15600"/>
                  <a:pt x="16200" y="156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01" name="Shape 2613">
            <a:extLst>
              <a:ext uri="{FF2B5EF4-FFF2-40B4-BE49-F238E27FC236}">
                <a16:creationId xmlns:a16="http://schemas.microsoft.com/office/drawing/2014/main" id="{26E47917-B20D-0B8C-1A32-875C978C6754}"/>
              </a:ext>
            </a:extLst>
          </p:cNvPr>
          <p:cNvSpPr/>
          <p:nvPr userDrawn="1"/>
        </p:nvSpPr>
        <p:spPr>
          <a:xfrm>
            <a:off x="10442135" y="2360746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6" y="1964"/>
                </a:moveTo>
                <a:lnTo>
                  <a:pt x="10800" y="1964"/>
                </a:lnTo>
                <a:cubicBezTo>
                  <a:pt x="8836" y="1964"/>
                  <a:pt x="8836" y="0"/>
                  <a:pt x="6873" y="0"/>
                </a:cubicBez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5709"/>
                </a:lnTo>
                <a:cubicBezTo>
                  <a:pt x="0" y="16794"/>
                  <a:pt x="879" y="17673"/>
                  <a:pt x="1964" y="17673"/>
                </a:cubicBezTo>
                <a:lnTo>
                  <a:pt x="6599" y="17673"/>
                </a:lnTo>
                <a:cubicBezTo>
                  <a:pt x="6257" y="17372"/>
                  <a:pt x="5941" y="17046"/>
                  <a:pt x="5656" y="16691"/>
                </a:cubicBezTo>
                <a:lnTo>
                  <a:pt x="1964" y="16691"/>
                </a:lnTo>
                <a:cubicBezTo>
                  <a:pt x="1422" y="16691"/>
                  <a:pt x="982" y="16252"/>
                  <a:pt x="982" y="15709"/>
                </a:cubicBezTo>
                <a:lnTo>
                  <a:pt x="982" y="5891"/>
                </a:lnTo>
                <a:lnTo>
                  <a:pt x="6599" y="5891"/>
                </a:lnTo>
                <a:cubicBezTo>
                  <a:pt x="7023" y="5517"/>
                  <a:pt x="7484" y="5185"/>
                  <a:pt x="7982" y="4909"/>
                </a:cubicBezTo>
                <a:lnTo>
                  <a:pt x="982" y="4909"/>
                </a:lnTo>
                <a:lnTo>
                  <a:pt x="982" y="1964"/>
                </a:lnTo>
                <a:cubicBezTo>
                  <a:pt x="982" y="1422"/>
                  <a:pt x="1422" y="982"/>
                  <a:pt x="1964" y="982"/>
                </a:cubicBezTo>
                <a:lnTo>
                  <a:pt x="6873" y="982"/>
                </a:lnTo>
                <a:cubicBezTo>
                  <a:pt x="8345" y="982"/>
                  <a:pt x="8345" y="2946"/>
                  <a:pt x="10800" y="2946"/>
                </a:cubicBezTo>
                <a:lnTo>
                  <a:pt x="19636" y="2946"/>
                </a:lnTo>
                <a:cubicBezTo>
                  <a:pt x="20178" y="2946"/>
                  <a:pt x="20618" y="3385"/>
                  <a:pt x="20618" y="3927"/>
                </a:cubicBezTo>
                <a:lnTo>
                  <a:pt x="20618" y="4909"/>
                </a:lnTo>
                <a:lnTo>
                  <a:pt x="15582" y="4909"/>
                </a:lnTo>
                <a:cubicBezTo>
                  <a:pt x="16080" y="5185"/>
                  <a:pt x="16541" y="5517"/>
                  <a:pt x="16965" y="5891"/>
                </a:cubicBezTo>
                <a:lnTo>
                  <a:pt x="20618" y="5891"/>
                </a:lnTo>
                <a:lnTo>
                  <a:pt x="20618" y="15709"/>
                </a:lnTo>
                <a:cubicBezTo>
                  <a:pt x="20618" y="16252"/>
                  <a:pt x="20178" y="16691"/>
                  <a:pt x="19636" y="16691"/>
                </a:cubicBezTo>
                <a:lnTo>
                  <a:pt x="18766" y="16691"/>
                </a:lnTo>
                <a:lnTo>
                  <a:pt x="19738" y="17663"/>
                </a:lnTo>
                <a:cubicBezTo>
                  <a:pt x="20774" y="17609"/>
                  <a:pt x="21600" y="16759"/>
                  <a:pt x="21600" y="15709"/>
                </a:cubicBezTo>
                <a:lnTo>
                  <a:pt x="21600" y="3927"/>
                </a:lnTo>
                <a:cubicBezTo>
                  <a:pt x="21600" y="2843"/>
                  <a:pt x="20721" y="1964"/>
                  <a:pt x="19636" y="1964"/>
                </a:cubicBezTo>
                <a:moveTo>
                  <a:pt x="11782" y="17673"/>
                </a:moveTo>
                <a:cubicBezTo>
                  <a:pt x="8529" y="17673"/>
                  <a:pt x="5891" y="15036"/>
                  <a:pt x="5891" y="11782"/>
                </a:cubicBezTo>
                <a:cubicBezTo>
                  <a:pt x="5891" y="8529"/>
                  <a:pt x="8529" y="5891"/>
                  <a:pt x="11782" y="5891"/>
                </a:cubicBezTo>
                <a:cubicBezTo>
                  <a:pt x="15035" y="5891"/>
                  <a:pt x="17673" y="8529"/>
                  <a:pt x="17673" y="11782"/>
                </a:cubicBezTo>
                <a:cubicBezTo>
                  <a:pt x="17673" y="15036"/>
                  <a:pt x="15035" y="17673"/>
                  <a:pt x="11782" y="17673"/>
                </a:cubicBezTo>
                <a:moveTo>
                  <a:pt x="16972" y="16278"/>
                </a:moveTo>
                <a:cubicBezTo>
                  <a:pt x="18018" y="15072"/>
                  <a:pt x="18655" y="13503"/>
                  <a:pt x="18655" y="11782"/>
                </a:cubicBezTo>
                <a:cubicBezTo>
                  <a:pt x="18655" y="7987"/>
                  <a:pt x="15578" y="4910"/>
                  <a:pt x="11782" y="4910"/>
                </a:cubicBezTo>
                <a:cubicBezTo>
                  <a:pt x="7986" y="4910"/>
                  <a:pt x="4909" y="7987"/>
                  <a:pt x="4909" y="11782"/>
                </a:cubicBezTo>
                <a:cubicBezTo>
                  <a:pt x="4909" y="15578"/>
                  <a:pt x="7986" y="18655"/>
                  <a:pt x="11782" y="18655"/>
                </a:cubicBezTo>
                <a:cubicBezTo>
                  <a:pt x="13503" y="18655"/>
                  <a:pt x="15072" y="18017"/>
                  <a:pt x="16278" y="16972"/>
                </a:cubicBezTo>
                <a:lnTo>
                  <a:pt x="16972" y="17666"/>
                </a:lnTo>
                <a:cubicBezTo>
                  <a:pt x="16969" y="17668"/>
                  <a:pt x="16967" y="17671"/>
                  <a:pt x="16965" y="17673"/>
                </a:cubicBezTo>
                <a:lnTo>
                  <a:pt x="16979" y="17673"/>
                </a:lnTo>
                <a:lnTo>
                  <a:pt x="20762" y="21457"/>
                </a:lnTo>
                <a:cubicBezTo>
                  <a:pt x="20851" y="21546"/>
                  <a:pt x="20974" y="21600"/>
                  <a:pt x="21109" y="21600"/>
                </a:cubicBezTo>
                <a:cubicBezTo>
                  <a:pt x="21380" y="21600"/>
                  <a:pt x="21600" y="21381"/>
                  <a:pt x="21600" y="21109"/>
                </a:cubicBezTo>
                <a:cubicBezTo>
                  <a:pt x="21600" y="20974"/>
                  <a:pt x="21545" y="20851"/>
                  <a:pt x="21456" y="20762"/>
                </a:cubicBezTo>
                <a:cubicBezTo>
                  <a:pt x="21456" y="20762"/>
                  <a:pt x="16972" y="16278"/>
                  <a:pt x="16972" y="16278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02" name="Shape 2614">
            <a:extLst>
              <a:ext uri="{FF2B5EF4-FFF2-40B4-BE49-F238E27FC236}">
                <a16:creationId xmlns:a16="http://schemas.microsoft.com/office/drawing/2014/main" id="{2C743A70-2711-EDA0-C2FA-8342486B11B7}"/>
              </a:ext>
            </a:extLst>
          </p:cNvPr>
          <p:cNvSpPr/>
          <p:nvPr userDrawn="1"/>
        </p:nvSpPr>
        <p:spPr>
          <a:xfrm>
            <a:off x="10976933" y="2360746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958" y="17505"/>
                </a:moveTo>
                <a:cubicBezTo>
                  <a:pt x="17372" y="16944"/>
                  <a:pt x="16242" y="15945"/>
                  <a:pt x="15117" y="15413"/>
                </a:cubicBezTo>
                <a:cubicBezTo>
                  <a:pt x="14189" y="14975"/>
                  <a:pt x="13657" y="14531"/>
                  <a:pt x="13491" y="14057"/>
                </a:cubicBezTo>
                <a:cubicBezTo>
                  <a:pt x="13377" y="13728"/>
                  <a:pt x="13428" y="13351"/>
                  <a:pt x="13649" y="12904"/>
                </a:cubicBezTo>
                <a:cubicBezTo>
                  <a:pt x="13815" y="12567"/>
                  <a:pt x="13972" y="12286"/>
                  <a:pt x="14117" y="12028"/>
                </a:cubicBezTo>
                <a:cubicBezTo>
                  <a:pt x="14730" y="10934"/>
                  <a:pt x="15203" y="10145"/>
                  <a:pt x="15203" y="7348"/>
                </a:cubicBezTo>
                <a:cubicBezTo>
                  <a:pt x="15203" y="3162"/>
                  <a:pt x="12787" y="2951"/>
                  <a:pt x="12309" y="2951"/>
                </a:cubicBezTo>
                <a:cubicBezTo>
                  <a:pt x="11917" y="2951"/>
                  <a:pt x="11672" y="3037"/>
                  <a:pt x="11435" y="3121"/>
                </a:cubicBezTo>
                <a:cubicBezTo>
                  <a:pt x="11175" y="3213"/>
                  <a:pt x="10907" y="3309"/>
                  <a:pt x="10296" y="3319"/>
                </a:cubicBezTo>
                <a:cubicBezTo>
                  <a:pt x="9190" y="3337"/>
                  <a:pt x="6873" y="3375"/>
                  <a:pt x="6873" y="7226"/>
                </a:cubicBezTo>
                <a:cubicBezTo>
                  <a:pt x="6873" y="9919"/>
                  <a:pt x="7574" y="11156"/>
                  <a:pt x="8125" y="12150"/>
                </a:cubicBezTo>
                <a:cubicBezTo>
                  <a:pt x="8266" y="12404"/>
                  <a:pt x="8399" y="12645"/>
                  <a:pt x="8505" y="12885"/>
                </a:cubicBezTo>
                <a:cubicBezTo>
                  <a:pt x="8973" y="13949"/>
                  <a:pt x="8631" y="14693"/>
                  <a:pt x="7426" y="15224"/>
                </a:cubicBezTo>
                <a:cubicBezTo>
                  <a:pt x="5905" y="15897"/>
                  <a:pt x="5188" y="16247"/>
                  <a:pt x="3693" y="17562"/>
                </a:cubicBezTo>
                <a:cubicBezTo>
                  <a:pt x="2017" y="15800"/>
                  <a:pt x="982" y="13423"/>
                  <a:pt x="982" y="10800"/>
                </a:cubicBezTo>
                <a:cubicBezTo>
                  <a:pt x="982" y="5377"/>
                  <a:pt x="5377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3395"/>
                  <a:pt x="19603" y="15749"/>
                  <a:pt x="17958" y="17505"/>
                </a:cubicBezTo>
                <a:moveTo>
                  <a:pt x="10800" y="20618"/>
                </a:moveTo>
                <a:cubicBezTo>
                  <a:pt x="8356" y="20618"/>
                  <a:pt x="6125" y="19720"/>
                  <a:pt x="4407" y="18242"/>
                </a:cubicBezTo>
                <a:cubicBezTo>
                  <a:pt x="5730" y="17084"/>
                  <a:pt x="6362" y="16767"/>
                  <a:pt x="7823" y="16122"/>
                </a:cubicBezTo>
                <a:cubicBezTo>
                  <a:pt x="9515" y="15375"/>
                  <a:pt x="10091" y="14051"/>
                  <a:pt x="9403" y="12489"/>
                </a:cubicBezTo>
                <a:cubicBezTo>
                  <a:pt x="9279" y="12208"/>
                  <a:pt x="9136" y="11949"/>
                  <a:pt x="8984" y="11674"/>
                </a:cubicBezTo>
                <a:cubicBezTo>
                  <a:pt x="8461" y="10732"/>
                  <a:pt x="7855" y="9665"/>
                  <a:pt x="7855" y="7226"/>
                </a:cubicBezTo>
                <a:cubicBezTo>
                  <a:pt x="7855" y="4341"/>
                  <a:pt x="9224" y="4318"/>
                  <a:pt x="10312" y="4300"/>
                </a:cubicBezTo>
                <a:cubicBezTo>
                  <a:pt x="11084" y="4287"/>
                  <a:pt x="11461" y="4154"/>
                  <a:pt x="11763" y="4047"/>
                </a:cubicBezTo>
                <a:cubicBezTo>
                  <a:pt x="11964" y="3975"/>
                  <a:pt x="12086" y="3933"/>
                  <a:pt x="12309" y="3933"/>
                </a:cubicBezTo>
                <a:cubicBezTo>
                  <a:pt x="13218" y="3933"/>
                  <a:pt x="14221" y="4830"/>
                  <a:pt x="14221" y="7348"/>
                </a:cubicBezTo>
                <a:cubicBezTo>
                  <a:pt x="14221" y="9888"/>
                  <a:pt x="13840" y="10513"/>
                  <a:pt x="13261" y="11548"/>
                </a:cubicBezTo>
                <a:cubicBezTo>
                  <a:pt x="13108" y="11820"/>
                  <a:pt x="12943" y="12115"/>
                  <a:pt x="12768" y="12470"/>
                </a:cubicBezTo>
                <a:cubicBezTo>
                  <a:pt x="12430" y="13155"/>
                  <a:pt x="12362" y="13798"/>
                  <a:pt x="12565" y="14380"/>
                </a:cubicBezTo>
                <a:cubicBezTo>
                  <a:pt x="12825" y="15126"/>
                  <a:pt x="13502" y="15737"/>
                  <a:pt x="14696" y="16302"/>
                </a:cubicBezTo>
                <a:cubicBezTo>
                  <a:pt x="15675" y="16764"/>
                  <a:pt x="16700" y="17667"/>
                  <a:pt x="17251" y="18189"/>
                </a:cubicBezTo>
                <a:cubicBezTo>
                  <a:pt x="15525" y="19697"/>
                  <a:pt x="13272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4"/>
                  <a:pt x="4835" y="21600"/>
                  <a:pt x="10800" y="21600"/>
                </a:cubicBezTo>
                <a:cubicBezTo>
                  <a:pt x="16765" y="21600"/>
                  <a:pt x="21600" y="16764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03" name="Shape 2615">
            <a:extLst>
              <a:ext uri="{FF2B5EF4-FFF2-40B4-BE49-F238E27FC236}">
                <a16:creationId xmlns:a16="http://schemas.microsoft.com/office/drawing/2014/main" id="{1667CECC-EBD1-CEE8-9AD3-C5E0C53D4EAE}"/>
              </a:ext>
            </a:extLst>
          </p:cNvPr>
          <p:cNvSpPr/>
          <p:nvPr userDrawn="1"/>
        </p:nvSpPr>
        <p:spPr>
          <a:xfrm>
            <a:off x="6163748" y="2895544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593" y="17878"/>
                </a:moveTo>
                <a:cubicBezTo>
                  <a:pt x="16514" y="16546"/>
                  <a:pt x="15177" y="15812"/>
                  <a:pt x="14084" y="15323"/>
                </a:cubicBezTo>
                <a:cubicBezTo>
                  <a:pt x="13842" y="15214"/>
                  <a:pt x="13687" y="15099"/>
                  <a:pt x="13598" y="14990"/>
                </a:cubicBezTo>
                <a:cubicBezTo>
                  <a:pt x="15238" y="14959"/>
                  <a:pt x="16521" y="14237"/>
                  <a:pt x="16581" y="14203"/>
                </a:cubicBezTo>
                <a:cubicBezTo>
                  <a:pt x="16751" y="14106"/>
                  <a:pt x="16846" y="13918"/>
                  <a:pt x="16826" y="13724"/>
                </a:cubicBezTo>
                <a:cubicBezTo>
                  <a:pt x="16807" y="13546"/>
                  <a:pt x="16693" y="13394"/>
                  <a:pt x="16530" y="13325"/>
                </a:cubicBezTo>
                <a:cubicBezTo>
                  <a:pt x="16461" y="13275"/>
                  <a:pt x="15663" y="12629"/>
                  <a:pt x="15663" y="9051"/>
                </a:cubicBezTo>
                <a:cubicBezTo>
                  <a:pt x="15663" y="5000"/>
                  <a:pt x="14115" y="2945"/>
                  <a:pt x="11061" y="2945"/>
                </a:cubicBezTo>
                <a:cubicBezTo>
                  <a:pt x="8481" y="2945"/>
                  <a:pt x="5845" y="3642"/>
                  <a:pt x="5845" y="8806"/>
                </a:cubicBezTo>
                <a:cubicBezTo>
                  <a:pt x="5845" y="12555"/>
                  <a:pt x="5219" y="13278"/>
                  <a:pt x="5122" y="13367"/>
                </a:cubicBezTo>
                <a:cubicBezTo>
                  <a:pt x="4957" y="13416"/>
                  <a:pt x="4826" y="13551"/>
                  <a:pt x="4784" y="13723"/>
                </a:cubicBezTo>
                <a:cubicBezTo>
                  <a:pt x="4734" y="13935"/>
                  <a:pt x="4828" y="14153"/>
                  <a:pt x="5015" y="14262"/>
                </a:cubicBezTo>
                <a:cubicBezTo>
                  <a:pt x="6396" y="15064"/>
                  <a:pt x="7482" y="15136"/>
                  <a:pt x="8065" y="15091"/>
                </a:cubicBezTo>
                <a:cubicBezTo>
                  <a:pt x="7994" y="15151"/>
                  <a:pt x="7850" y="15241"/>
                  <a:pt x="7564" y="15335"/>
                </a:cubicBezTo>
                <a:cubicBezTo>
                  <a:pt x="6211" y="15776"/>
                  <a:pt x="4766" y="16807"/>
                  <a:pt x="3958" y="17834"/>
                </a:cubicBezTo>
                <a:cubicBezTo>
                  <a:pt x="2125" y="16050"/>
                  <a:pt x="982" y="13560"/>
                  <a:pt x="982" y="10800"/>
                </a:cubicBezTo>
                <a:cubicBezTo>
                  <a:pt x="982" y="5377"/>
                  <a:pt x="5377" y="982"/>
                  <a:pt x="10800" y="982"/>
                </a:cubicBezTo>
                <a:cubicBezTo>
                  <a:pt x="16222" y="982"/>
                  <a:pt x="20618" y="5377"/>
                  <a:pt x="20618" y="10800"/>
                </a:cubicBezTo>
                <a:cubicBezTo>
                  <a:pt x="20618" y="13584"/>
                  <a:pt x="19454" y="16092"/>
                  <a:pt x="17593" y="17878"/>
                </a:cubicBezTo>
                <a:moveTo>
                  <a:pt x="10800" y="20618"/>
                </a:moveTo>
                <a:cubicBezTo>
                  <a:pt x="8489" y="20618"/>
                  <a:pt x="6370" y="19815"/>
                  <a:pt x="4693" y="18480"/>
                </a:cubicBezTo>
                <a:cubicBezTo>
                  <a:pt x="5360" y="17604"/>
                  <a:pt x="6693" y="16652"/>
                  <a:pt x="7869" y="16268"/>
                </a:cubicBezTo>
                <a:cubicBezTo>
                  <a:pt x="8578" y="16037"/>
                  <a:pt x="8988" y="15688"/>
                  <a:pt x="9087" y="15232"/>
                </a:cubicBezTo>
                <a:cubicBezTo>
                  <a:pt x="9214" y="14656"/>
                  <a:pt x="8775" y="14230"/>
                  <a:pt x="8725" y="14183"/>
                </a:cubicBezTo>
                <a:cubicBezTo>
                  <a:pt x="8597" y="14065"/>
                  <a:pt x="8412" y="14025"/>
                  <a:pt x="8246" y="14075"/>
                </a:cubicBezTo>
                <a:cubicBezTo>
                  <a:pt x="8208" y="14086"/>
                  <a:pt x="7406" y="14309"/>
                  <a:pt x="6089" y="13714"/>
                </a:cubicBezTo>
                <a:cubicBezTo>
                  <a:pt x="6486" y="13026"/>
                  <a:pt x="6826" y="11618"/>
                  <a:pt x="6826" y="8806"/>
                </a:cubicBezTo>
                <a:cubicBezTo>
                  <a:pt x="6826" y="4301"/>
                  <a:pt x="8829" y="3928"/>
                  <a:pt x="11061" y="3928"/>
                </a:cubicBezTo>
                <a:cubicBezTo>
                  <a:pt x="12615" y="3928"/>
                  <a:pt x="14681" y="4458"/>
                  <a:pt x="14681" y="9051"/>
                </a:cubicBezTo>
                <a:cubicBezTo>
                  <a:pt x="14681" y="11662"/>
                  <a:pt x="15092" y="12966"/>
                  <a:pt x="15499" y="13617"/>
                </a:cubicBezTo>
                <a:cubicBezTo>
                  <a:pt x="14943" y="13829"/>
                  <a:pt x="14058" y="14076"/>
                  <a:pt x="13097" y="13993"/>
                </a:cubicBezTo>
                <a:cubicBezTo>
                  <a:pt x="12883" y="13971"/>
                  <a:pt x="12690" y="14092"/>
                  <a:pt x="12605" y="14285"/>
                </a:cubicBezTo>
                <a:cubicBezTo>
                  <a:pt x="12420" y="14704"/>
                  <a:pt x="12408" y="15649"/>
                  <a:pt x="13683" y="16219"/>
                </a:cubicBezTo>
                <a:cubicBezTo>
                  <a:pt x="14677" y="16664"/>
                  <a:pt x="15893" y="17331"/>
                  <a:pt x="16850" y="18522"/>
                </a:cubicBezTo>
                <a:cubicBezTo>
                  <a:pt x="15182" y="19831"/>
                  <a:pt x="13085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6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04" name="Shape 2616">
            <a:extLst>
              <a:ext uri="{FF2B5EF4-FFF2-40B4-BE49-F238E27FC236}">
                <a16:creationId xmlns:a16="http://schemas.microsoft.com/office/drawing/2014/main" id="{4DE94265-F420-DAF1-C69C-E9B9F362B607}"/>
              </a:ext>
            </a:extLst>
          </p:cNvPr>
          <p:cNvSpPr/>
          <p:nvPr userDrawn="1"/>
        </p:nvSpPr>
        <p:spPr>
          <a:xfrm>
            <a:off x="6698547" y="2908277"/>
            <a:ext cx="280133" cy="2547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16" y="20520"/>
                </a:moveTo>
                <a:cubicBezTo>
                  <a:pt x="1258" y="18675"/>
                  <a:pt x="2752" y="17923"/>
                  <a:pt x="4191" y="17361"/>
                </a:cubicBezTo>
                <a:cubicBezTo>
                  <a:pt x="5156" y="17087"/>
                  <a:pt x="6884" y="15971"/>
                  <a:pt x="6884" y="13567"/>
                </a:cubicBezTo>
                <a:cubicBezTo>
                  <a:pt x="6884" y="11510"/>
                  <a:pt x="6113" y="10507"/>
                  <a:pt x="5698" y="9969"/>
                </a:cubicBezTo>
                <a:cubicBezTo>
                  <a:pt x="5646" y="9902"/>
                  <a:pt x="5599" y="9842"/>
                  <a:pt x="5562" y="9786"/>
                </a:cubicBezTo>
                <a:cubicBezTo>
                  <a:pt x="5550" y="9769"/>
                  <a:pt x="5538" y="9752"/>
                  <a:pt x="5526" y="9735"/>
                </a:cubicBezTo>
                <a:cubicBezTo>
                  <a:pt x="5491" y="9662"/>
                  <a:pt x="5297" y="9177"/>
                  <a:pt x="5553" y="8011"/>
                </a:cubicBezTo>
                <a:cubicBezTo>
                  <a:pt x="5604" y="7777"/>
                  <a:pt x="5583" y="7531"/>
                  <a:pt x="5493" y="7312"/>
                </a:cubicBezTo>
                <a:cubicBezTo>
                  <a:pt x="5249" y="6721"/>
                  <a:pt x="4603" y="5151"/>
                  <a:pt x="5035" y="3988"/>
                </a:cubicBezTo>
                <a:cubicBezTo>
                  <a:pt x="5619" y="2411"/>
                  <a:pt x="6140" y="2099"/>
                  <a:pt x="7085" y="1642"/>
                </a:cubicBezTo>
                <a:cubicBezTo>
                  <a:pt x="7132" y="1619"/>
                  <a:pt x="7177" y="1592"/>
                  <a:pt x="7220" y="1562"/>
                </a:cubicBezTo>
                <a:cubicBezTo>
                  <a:pt x="7458" y="1393"/>
                  <a:pt x="8233" y="1080"/>
                  <a:pt x="9029" y="1080"/>
                </a:cubicBezTo>
                <a:cubicBezTo>
                  <a:pt x="9467" y="1080"/>
                  <a:pt x="9840" y="1172"/>
                  <a:pt x="10137" y="1353"/>
                </a:cubicBezTo>
                <a:cubicBezTo>
                  <a:pt x="10491" y="1569"/>
                  <a:pt x="10825" y="1968"/>
                  <a:pt x="11308" y="3213"/>
                </a:cubicBezTo>
                <a:cubicBezTo>
                  <a:pt x="11991" y="4974"/>
                  <a:pt x="11820" y="6477"/>
                  <a:pt x="11347" y="7186"/>
                </a:cubicBezTo>
                <a:cubicBezTo>
                  <a:pt x="11175" y="7442"/>
                  <a:pt x="11116" y="7769"/>
                  <a:pt x="11184" y="8078"/>
                </a:cubicBezTo>
                <a:cubicBezTo>
                  <a:pt x="11422" y="9164"/>
                  <a:pt x="11247" y="9602"/>
                  <a:pt x="11210" y="9679"/>
                </a:cubicBezTo>
                <a:cubicBezTo>
                  <a:pt x="11181" y="9712"/>
                  <a:pt x="11153" y="9748"/>
                  <a:pt x="11129" y="9786"/>
                </a:cubicBezTo>
                <a:cubicBezTo>
                  <a:pt x="11091" y="9842"/>
                  <a:pt x="11044" y="9902"/>
                  <a:pt x="10992" y="9969"/>
                </a:cubicBezTo>
                <a:cubicBezTo>
                  <a:pt x="10578" y="10507"/>
                  <a:pt x="9806" y="11510"/>
                  <a:pt x="9806" y="13567"/>
                </a:cubicBezTo>
                <a:cubicBezTo>
                  <a:pt x="9806" y="15972"/>
                  <a:pt x="11535" y="17087"/>
                  <a:pt x="12500" y="17361"/>
                </a:cubicBezTo>
                <a:cubicBezTo>
                  <a:pt x="13925" y="17916"/>
                  <a:pt x="15432" y="18665"/>
                  <a:pt x="15675" y="20520"/>
                </a:cubicBezTo>
                <a:cubicBezTo>
                  <a:pt x="15675" y="20520"/>
                  <a:pt x="1016" y="20520"/>
                  <a:pt x="1016" y="20520"/>
                </a:cubicBezTo>
                <a:close/>
                <a:moveTo>
                  <a:pt x="12782" y="16326"/>
                </a:moveTo>
                <a:cubicBezTo>
                  <a:pt x="12782" y="16326"/>
                  <a:pt x="10788" y="15813"/>
                  <a:pt x="10788" y="13567"/>
                </a:cubicBezTo>
                <a:cubicBezTo>
                  <a:pt x="10788" y="11595"/>
                  <a:pt x="11607" y="10900"/>
                  <a:pt x="11923" y="10420"/>
                </a:cubicBezTo>
                <a:cubicBezTo>
                  <a:pt x="11923" y="10420"/>
                  <a:pt x="12573" y="9806"/>
                  <a:pt x="12138" y="7825"/>
                </a:cubicBezTo>
                <a:cubicBezTo>
                  <a:pt x="12863" y="6740"/>
                  <a:pt x="12999" y="4821"/>
                  <a:pt x="12211" y="2789"/>
                </a:cubicBezTo>
                <a:cubicBezTo>
                  <a:pt x="11716" y="1514"/>
                  <a:pt x="11279" y="815"/>
                  <a:pt x="10613" y="409"/>
                </a:cubicBezTo>
                <a:cubicBezTo>
                  <a:pt x="10124" y="111"/>
                  <a:pt x="9569" y="0"/>
                  <a:pt x="9029" y="0"/>
                </a:cubicBezTo>
                <a:cubicBezTo>
                  <a:pt x="8023" y="0"/>
                  <a:pt x="7070" y="384"/>
                  <a:pt x="6690" y="653"/>
                </a:cubicBezTo>
                <a:cubicBezTo>
                  <a:pt x="5576" y="1192"/>
                  <a:pt x="4828" y="1688"/>
                  <a:pt x="4126" y="3579"/>
                </a:cubicBezTo>
                <a:cubicBezTo>
                  <a:pt x="3556" y="5114"/>
                  <a:pt x="4241" y="6891"/>
                  <a:pt x="4598" y="7757"/>
                </a:cubicBezTo>
                <a:cubicBezTo>
                  <a:pt x="4163" y="9739"/>
                  <a:pt x="4767" y="10420"/>
                  <a:pt x="4767" y="10420"/>
                </a:cubicBezTo>
                <a:cubicBezTo>
                  <a:pt x="5083" y="10900"/>
                  <a:pt x="5903" y="11595"/>
                  <a:pt x="5903" y="13567"/>
                </a:cubicBezTo>
                <a:cubicBezTo>
                  <a:pt x="5903" y="15813"/>
                  <a:pt x="3909" y="16326"/>
                  <a:pt x="3909" y="16326"/>
                </a:cubicBezTo>
                <a:cubicBezTo>
                  <a:pt x="2642" y="16817"/>
                  <a:pt x="0" y="17821"/>
                  <a:pt x="0" y="21060"/>
                </a:cubicBezTo>
                <a:cubicBezTo>
                  <a:pt x="0" y="21060"/>
                  <a:pt x="0" y="21600"/>
                  <a:pt x="491" y="21600"/>
                </a:cubicBezTo>
                <a:lnTo>
                  <a:pt x="16200" y="21600"/>
                </a:lnTo>
                <a:cubicBezTo>
                  <a:pt x="16691" y="21600"/>
                  <a:pt x="16691" y="21060"/>
                  <a:pt x="16691" y="21060"/>
                </a:cubicBezTo>
                <a:cubicBezTo>
                  <a:pt x="16691" y="17821"/>
                  <a:pt x="14048" y="16817"/>
                  <a:pt x="12782" y="16326"/>
                </a:cubicBezTo>
                <a:moveTo>
                  <a:pt x="18035" y="15774"/>
                </a:moveTo>
                <a:cubicBezTo>
                  <a:pt x="18035" y="15774"/>
                  <a:pt x="16217" y="15312"/>
                  <a:pt x="16217" y="13291"/>
                </a:cubicBezTo>
                <a:cubicBezTo>
                  <a:pt x="16217" y="11515"/>
                  <a:pt x="17087" y="10890"/>
                  <a:pt x="17376" y="10458"/>
                </a:cubicBezTo>
                <a:cubicBezTo>
                  <a:pt x="17376" y="10458"/>
                  <a:pt x="17968" y="9906"/>
                  <a:pt x="17572" y="8122"/>
                </a:cubicBezTo>
                <a:cubicBezTo>
                  <a:pt x="18232" y="7146"/>
                  <a:pt x="18387" y="5419"/>
                  <a:pt x="17669" y="3590"/>
                </a:cubicBezTo>
                <a:cubicBezTo>
                  <a:pt x="17218" y="2442"/>
                  <a:pt x="16666" y="1814"/>
                  <a:pt x="16059" y="1449"/>
                </a:cubicBezTo>
                <a:cubicBezTo>
                  <a:pt x="15612" y="1180"/>
                  <a:pt x="15107" y="1081"/>
                  <a:pt x="14614" y="1081"/>
                </a:cubicBezTo>
                <a:cubicBezTo>
                  <a:pt x="13880" y="1081"/>
                  <a:pt x="13182" y="1301"/>
                  <a:pt x="12753" y="1514"/>
                </a:cubicBezTo>
                <a:cubicBezTo>
                  <a:pt x="12878" y="1781"/>
                  <a:pt x="12997" y="2064"/>
                  <a:pt x="13115" y="2366"/>
                </a:cubicBezTo>
                <a:cubicBezTo>
                  <a:pt x="13131" y="2409"/>
                  <a:pt x="13143" y="2453"/>
                  <a:pt x="13159" y="2496"/>
                </a:cubicBezTo>
                <a:cubicBezTo>
                  <a:pt x="13436" y="2360"/>
                  <a:pt x="13994" y="2160"/>
                  <a:pt x="14614" y="2160"/>
                </a:cubicBezTo>
                <a:cubicBezTo>
                  <a:pt x="15001" y="2160"/>
                  <a:pt x="15328" y="2239"/>
                  <a:pt x="15588" y="2396"/>
                </a:cubicBezTo>
                <a:cubicBezTo>
                  <a:pt x="15893" y="2579"/>
                  <a:pt x="16347" y="2947"/>
                  <a:pt x="16767" y="4019"/>
                </a:cubicBezTo>
                <a:cubicBezTo>
                  <a:pt x="17366" y="5541"/>
                  <a:pt x="17207" y="6853"/>
                  <a:pt x="16784" y="7478"/>
                </a:cubicBezTo>
                <a:cubicBezTo>
                  <a:pt x="16610" y="7736"/>
                  <a:pt x="16549" y="8067"/>
                  <a:pt x="16618" y="8379"/>
                </a:cubicBezTo>
                <a:cubicBezTo>
                  <a:pt x="16817" y="9273"/>
                  <a:pt x="16689" y="9648"/>
                  <a:pt x="16656" y="9723"/>
                </a:cubicBezTo>
                <a:cubicBezTo>
                  <a:pt x="16631" y="9754"/>
                  <a:pt x="16607" y="9786"/>
                  <a:pt x="16584" y="9820"/>
                </a:cubicBezTo>
                <a:cubicBezTo>
                  <a:pt x="16565" y="9848"/>
                  <a:pt x="16497" y="9929"/>
                  <a:pt x="16447" y="9988"/>
                </a:cubicBezTo>
                <a:cubicBezTo>
                  <a:pt x="16023" y="10488"/>
                  <a:pt x="15236" y="11419"/>
                  <a:pt x="15236" y="13291"/>
                </a:cubicBezTo>
                <a:cubicBezTo>
                  <a:pt x="15236" y="15520"/>
                  <a:pt x="16851" y="16555"/>
                  <a:pt x="17757" y="16810"/>
                </a:cubicBezTo>
                <a:cubicBezTo>
                  <a:pt x="19050" y="17307"/>
                  <a:pt x="20311" y="17926"/>
                  <a:pt x="20570" y="19440"/>
                </a:cubicBezTo>
                <a:lnTo>
                  <a:pt x="17464" y="19440"/>
                </a:lnTo>
                <a:cubicBezTo>
                  <a:pt x="17553" y="19773"/>
                  <a:pt x="17615" y="20132"/>
                  <a:pt x="17645" y="20520"/>
                </a:cubicBezTo>
                <a:lnTo>
                  <a:pt x="21152" y="20520"/>
                </a:lnTo>
                <a:cubicBezTo>
                  <a:pt x="21600" y="20520"/>
                  <a:pt x="21600" y="20034"/>
                  <a:pt x="21600" y="20034"/>
                </a:cubicBezTo>
                <a:cubicBezTo>
                  <a:pt x="21600" y="17119"/>
                  <a:pt x="19191" y="16215"/>
                  <a:pt x="18035" y="15774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05" name="Shape 2617">
            <a:extLst>
              <a:ext uri="{FF2B5EF4-FFF2-40B4-BE49-F238E27FC236}">
                <a16:creationId xmlns:a16="http://schemas.microsoft.com/office/drawing/2014/main" id="{E522A769-CC0B-3867-6F3E-C1765BA44296}"/>
              </a:ext>
            </a:extLst>
          </p:cNvPr>
          <p:cNvSpPr/>
          <p:nvPr userDrawn="1"/>
        </p:nvSpPr>
        <p:spPr>
          <a:xfrm>
            <a:off x="7233345" y="2921010"/>
            <a:ext cx="280133" cy="2292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457" y="20400"/>
                </a:moveTo>
                <a:cubicBezTo>
                  <a:pt x="4686" y="18711"/>
                  <a:pt x="5897" y="18036"/>
                  <a:pt x="7134" y="17493"/>
                </a:cubicBezTo>
                <a:lnTo>
                  <a:pt x="7173" y="17477"/>
                </a:lnTo>
                <a:cubicBezTo>
                  <a:pt x="8055" y="17190"/>
                  <a:pt x="9626" y="16039"/>
                  <a:pt x="9626" y="13569"/>
                </a:cubicBezTo>
                <a:cubicBezTo>
                  <a:pt x="9626" y="11474"/>
                  <a:pt x="8932" y="10452"/>
                  <a:pt x="8558" y="9902"/>
                </a:cubicBezTo>
                <a:cubicBezTo>
                  <a:pt x="8484" y="9791"/>
                  <a:pt x="8394" y="9649"/>
                  <a:pt x="8414" y="9680"/>
                </a:cubicBezTo>
                <a:cubicBezTo>
                  <a:pt x="8384" y="9599"/>
                  <a:pt x="8237" y="9129"/>
                  <a:pt x="8449" y="8035"/>
                </a:cubicBezTo>
                <a:cubicBezTo>
                  <a:pt x="8549" y="7522"/>
                  <a:pt x="8380" y="7241"/>
                  <a:pt x="8380" y="7241"/>
                </a:cubicBezTo>
                <a:cubicBezTo>
                  <a:pt x="8112" y="6505"/>
                  <a:pt x="7614" y="5133"/>
                  <a:pt x="7988" y="4025"/>
                </a:cubicBezTo>
                <a:cubicBezTo>
                  <a:pt x="8490" y="2492"/>
                  <a:pt x="8935" y="2190"/>
                  <a:pt x="9741" y="1747"/>
                </a:cubicBezTo>
                <a:cubicBezTo>
                  <a:pt x="9788" y="1721"/>
                  <a:pt x="9834" y="1691"/>
                  <a:pt x="9877" y="1657"/>
                </a:cubicBezTo>
                <a:cubicBezTo>
                  <a:pt x="10029" y="1535"/>
                  <a:pt x="10674" y="1200"/>
                  <a:pt x="11403" y="1200"/>
                </a:cubicBezTo>
                <a:cubicBezTo>
                  <a:pt x="11768" y="1200"/>
                  <a:pt x="12075" y="1285"/>
                  <a:pt x="12318" y="1454"/>
                </a:cubicBezTo>
                <a:cubicBezTo>
                  <a:pt x="12610" y="1655"/>
                  <a:pt x="12890" y="2039"/>
                  <a:pt x="13313" y="3271"/>
                </a:cubicBezTo>
                <a:cubicBezTo>
                  <a:pt x="14101" y="5469"/>
                  <a:pt x="13602" y="6698"/>
                  <a:pt x="13350" y="7124"/>
                </a:cubicBezTo>
                <a:cubicBezTo>
                  <a:pt x="13183" y="7407"/>
                  <a:pt x="13126" y="7764"/>
                  <a:pt x="13191" y="8102"/>
                </a:cubicBezTo>
                <a:cubicBezTo>
                  <a:pt x="13386" y="9109"/>
                  <a:pt x="13260" y="9534"/>
                  <a:pt x="13227" y="9619"/>
                </a:cubicBezTo>
                <a:cubicBezTo>
                  <a:pt x="13219" y="9631"/>
                  <a:pt x="13101" y="9814"/>
                  <a:pt x="13041" y="9902"/>
                </a:cubicBezTo>
                <a:cubicBezTo>
                  <a:pt x="12668" y="10452"/>
                  <a:pt x="11973" y="11474"/>
                  <a:pt x="11973" y="13569"/>
                </a:cubicBezTo>
                <a:cubicBezTo>
                  <a:pt x="11973" y="16039"/>
                  <a:pt x="13545" y="17190"/>
                  <a:pt x="14427" y="17477"/>
                </a:cubicBezTo>
                <a:lnTo>
                  <a:pt x="14466" y="17493"/>
                </a:lnTo>
                <a:cubicBezTo>
                  <a:pt x="15703" y="18036"/>
                  <a:pt x="16914" y="18711"/>
                  <a:pt x="17143" y="20400"/>
                </a:cubicBezTo>
                <a:cubicBezTo>
                  <a:pt x="17143" y="20400"/>
                  <a:pt x="4457" y="20400"/>
                  <a:pt x="4457" y="20400"/>
                </a:cubicBezTo>
                <a:close/>
                <a:moveTo>
                  <a:pt x="14715" y="16328"/>
                </a:moveTo>
                <a:cubicBezTo>
                  <a:pt x="14715" y="16328"/>
                  <a:pt x="12955" y="15815"/>
                  <a:pt x="12955" y="13569"/>
                </a:cubicBezTo>
                <a:cubicBezTo>
                  <a:pt x="12955" y="11596"/>
                  <a:pt x="13678" y="10901"/>
                  <a:pt x="13957" y="10421"/>
                </a:cubicBezTo>
                <a:cubicBezTo>
                  <a:pt x="13957" y="10421"/>
                  <a:pt x="14531" y="9807"/>
                  <a:pt x="14146" y="7826"/>
                </a:cubicBezTo>
                <a:cubicBezTo>
                  <a:pt x="14787" y="6740"/>
                  <a:pt x="14995" y="4972"/>
                  <a:pt x="14211" y="2789"/>
                </a:cubicBezTo>
                <a:cubicBezTo>
                  <a:pt x="13774" y="1514"/>
                  <a:pt x="13389" y="815"/>
                  <a:pt x="12801" y="409"/>
                </a:cubicBezTo>
                <a:cubicBezTo>
                  <a:pt x="12370" y="110"/>
                  <a:pt x="11880" y="0"/>
                  <a:pt x="11403" y="0"/>
                </a:cubicBezTo>
                <a:cubicBezTo>
                  <a:pt x="10516" y="0"/>
                  <a:pt x="9675" y="384"/>
                  <a:pt x="9339" y="653"/>
                </a:cubicBezTo>
                <a:cubicBezTo>
                  <a:pt x="8357" y="1192"/>
                  <a:pt x="7697" y="1688"/>
                  <a:pt x="7077" y="3579"/>
                </a:cubicBezTo>
                <a:cubicBezTo>
                  <a:pt x="6540" y="5168"/>
                  <a:pt x="7179" y="6892"/>
                  <a:pt x="7494" y="7758"/>
                </a:cubicBezTo>
                <a:cubicBezTo>
                  <a:pt x="7110" y="9740"/>
                  <a:pt x="7642" y="10421"/>
                  <a:pt x="7642" y="10421"/>
                </a:cubicBezTo>
                <a:cubicBezTo>
                  <a:pt x="7922" y="10901"/>
                  <a:pt x="8644" y="11596"/>
                  <a:pt x="8644" y="13569"/>
                </a:cubicBezTo>
                <a:cubicBezTo>
                  <a:pt x="8644" y="15815"/>
                  <a:pt x="6885" y="16328"/>
                  <a:pt x="6885" y="16328"/>
                </a:cubicBezTo>
                <a:cubicBezTo>
                  <a:pt x="5768" y="16819"/>
                  <a:pt x="3436" y="17760"/>
                  <a:pt x="3436" y="21000"/>
                </a:cubicBezTo>
                <a:cubicBezTo>
                  <a:pt x="3436" y="21000"/>
                  <a:pt x="3436" y="21600"/>
                  <a:pt x="3927" y="21600"/>
                </a:cubicBezTo>
                <a:lnTo>
                  <a:pt x="17673" y="21600"/>
                </a:lnTo>
                <a:cubicBezTo>
                  <a:pt x="18164" y="21600"/>
                  <a:pt x="18164" y="21000"/>
                  <a:pt x="18164" y="21000"/>
                </a:cubicBezTo>
                <a:cubicBezTo>
                  <a:pt x="18164" y="17760"/>
                  <a:pt x="15832" y="16819"/>
                  <a:pt x="14715" y="16328"/>
                </a:cubicBezTo>
                <a:moveTo>
                  <a:pt x="19516" y="15006"/>
                </a:moveTo>
                <a:cubicBezTo>
                  <a:pt x="19516" y="15006"/>
                  <a:pt x="18416" y="14701"/>
                  <a:pt x="18416" y="12954"/>
                </a:cubicBezTo>
                <a:cubicBezTo>
                  <a:pt x="18416" y="11419"/>
                  <a:pt x="18794" y="10879"/>
                  <a:pt x="19017" y="10506"/>
                </a:cubicBezTo>
                <a:cubicBezTo>
                  <a:pt x="19017" y="10506"/>
                  <a:pt x="19443" y="9975"/>
                  <a:pt x="19136" y="8435"/>
                </a:cubicBezTo>
                <a:cubicBezTo>
                  <a:pt x="19388" y="7760"/>
                  <a:pt x="19900" y="6419"/>
                  <a:pt x="19470" y="5184"/>
                </a:cubicBezTo>
                <a:cubicBezTo>
                  <a:pt x="18974" y="3714"/>
                  <a:pt x="18645" y="3327"/>
                  <a:pt x="17860" y="2908"/>
                </a:cubicBezTo>
                <a:cubicBezTo>
                  <a:pt x="17591" y="2699"/>
                  <a:pt x="16918" y="2400"/>
                  <a:pt x="16208" y="2400"/>
                </a:cubicBezTo>
                <a:cubicBezTo>
                  <a:pt x="15873" y="2400"/>
                  <a:pt x="15531" y="2473"/>
                  <a:pt x="15218" y="2647"/>
                </a:cubicBezTo>
                <a:cubicBezTo>
                  <a:pt x="15343" y="3035"/>
                  <a:pt x="15449" y="3420"/>
                  <a:pt x="15525" y="3799"/>
                </a:cubicBezTo>
                <a:cubicBezTo>
                  <a:pt x="15537" y="3790"/>
                  <a:pt x="15550" y="3779"/>
                  <a:pt x="15563" y="3770"/>
                </a:cubicBezTo>
                <a:cubicBezTo>
                  <a:pt x="15730" y="3657"/>
                  <a:pt x="15948" y="3600"/>
                  <a:pt x="16208" y="3600"/>
                </a:cubicBezTo>
                <a:cubicBezTo>
                  <a:pt x="16716" y="3600"/>
                  <a:pt x="17211" y="3825"/>
                  <a:pt x="17332" y="3919"/>
                </a:cubicBezTo>
                <a:cubicBezTo>
                  <a:pt x="17375" y="3953"/>
                  <a:pt x="17421" y="3983"/>
                  <a:pt x="17467" y="4008"/>
                </a:cubicBezTo>
                <a:cubicBezTo>
                  <a:pt x="17950" y="4265"/>
                  <a:pt x="18131" y="4362"/>
                  <a:pt x="18562" y="5641"/>
                </a:cubicBezTo>
                <a:cubicBezTo>
                  <a:pt x="18822" y="6387"/>
                  <a:pt x="18452" y="7378"/>
                  <a:pt x="18253" y="7911"/>
                </a:cubicBezTo>
                <a:cubicBezTo>
                  <a:pt x="18161" y="8156"/>
                  <a:pt x="18130" y="8457"/>
                  <a:pt x="18182" y="8718"/>
                </a:cubicBezTo>
                <a:cubicBezTo>
                  <a:pt x="18316" y="9392"/>
                  <a:pt x="18254" y="9706"/>
                  <a:pt x="18232" y="9784"/>
                </a:cubicBezTo>
                <a:cubicBezTo>
                  <a:pt x="18230" y="9788"/>
                  <a:pt x="18227" y="9793"/>
                  <a:pt x="18224" y="9798"/>
                </a:cubicBezTo>
                <a:lnTo>
                  <a:pt x="18191" y="9853"/>
                </a:lnTo>
                <a:cubicBezTo>
                  <a:pt x="17926" y="10290"/>
                  <a:pt x="17434" y="11106"/>
                  <a:pt x="17434" y="12954"/>
                </a:cubicBezTo>
                <a:cubicBezTo>
                  <a:pt x="17434" y="15019"/>
                  <a:pt x="18570" y="15933"/>
                  <a:pt x="19229" y="16155"/>
                </a:cubicBezTo>
                <a:cubicBezTo>
                  <a:pt x="19856" y="16429"/>
                  <a:pt x="20435" y="16859"/>
                  <a:pt x="20582" y="17999"/>
                </a:cubicBezTo>
                <a:lnTo>
                  <a:pt x="18459" y="18000"/>
                </a:lnTo>
                <a:cubicBezTo>
                  <a:pt x="18647" y="18353"/>
                  <a:pt x="18802" y="18755"/>
                  <a:pt x="18920" y="19200"/>
                </a:cubicBezTo>
                <a:lnTo>
                  <a:pt x="21109" y="19199"/>
                </a:lnTo>
                <a:cubicBezTo>
                  <a:pt x="21600" y="19199"/>
                  <a:pt x="21600" y="18599"/>
                  <a:pt x="21600" y="18599"/>
                </a:cubicBezTo>
                <a:cubicBezTo>
                  <a:pt x="21600" y="16199"/>
                  <a:pt x="20410" y="15388"/>
                  <a:pt x="19516" y="15006"/>
                </a:cubicBezTo>
                <a:moveTo>
                  <a:pt x="2371" y="16155"/>
                </a:moveTo>
                <a:cubicBezTo>
                  <a:pt x="3030" y="15933"/>
                  <a:pt x="4166" y="15019"/>
                  <a:pt x="4166" y="12954"/>
                </a:cubicBezTo>
                <a:cubicBezTo>
                  <a:pt x="4166" y="11106"/>
                  <a:pt x="3673" y="10290"/>
                  <a:pt x="3409" y="9853"/>
                </a:cubicBezTo>
                <a:lnTo>
                  <a:pt x="3376" y="9798"/>
                </a:lnTo>
                <a:cubicBezTo>
                  <a:pt x="3373" y="9793"/>
                  <a:pt x="3370" y="9788"/>
                  <a:pt x="3367" y="9784"/>
                </a:cubicBezTo>
                <a:cubicBezTo>
                  <a:pt x="3346" y="9706"/>
                  <a:pt x="3283" y="9392"/>
                  <a:pt x="3418" y="8718"/>
                </a:cubicBezTo>
                <a:cubicBezTo>
                  <a:pt x="3470" y="8457"/>
                  <a:pt x="3439" y="8156"/>
                  <a:pt x="3347" y="7911"/>
                </a:cubicBezTo>
                <a:cubicBezTo>
                  <a:pt x="3148" y="7378"/>
                  <a:pt x="2778" y="6387"/>
                  <a:pt x="3038" y="5641"/>
                </a:cubicBezTo>
                <a:cubicBezTo>
                  <a:pt x="3469" y="4362"/>
                  <a:pt x="3649" y="4265"/>
                  <a:pt x="4133" y="4008"/>
                </a:cubicBezTo>
                <a:cubicBezTo>
                  <a:pt x="4180" y="3983"/>
                  <a:pt x="4225" y="3953"/>
                  <a:pt x="4268" y="3919"/>
                </a:cubicBezTo>
                <a:cubicBezTo>
                  <a:pt x="4389" y="3825"/>
                  <a:pt x="4884" y="3600"/>
                  <a:pt x="5392" y="3600"/>
                </a:cubicBezTo>
                <a:cubicBezTo>
                  <a:pt x="5636" y="3600"/>
                  <a:pt x="5839" y="3655"/>
                  <a:pt x="6002" y="3755"/>
                </a:cubicBezTo>
                <a:cubicBezTo>
                  <a:pt x="6045" y="3548"/>
                  <a:pt x="6096" y="3341"/>
                  <a:pt x="6165" y="3134"/>
                </a:cubicBezTo>
                <a:cubicBezTo>
                  <a:pt x="6225" y="2950"/>
                  <a:pt x="6289" y="2793"/>
                  <a:pt x="6351" y="2630"/>
                </a:cubicBezTo>
                <a:cubicBezTo>
                  <a:pt x="6046" y="2468"/>
                  <a:pt x="5716" y="2400"/>
                  <a:pt x="5392" y="2400"/>
                </a:cubicBezTo>
                <a:cubicBezTo>
                  <a:pt x="4682" y="2400"/>
                  <a:pt x="4009" y="2699"/>
                  <a:pt x="3740" y="2908"/>
                </a:cubicBezTo>
                <a:cubicBezTo>
                  <a:pt x="2955" y="3327"/>
                  <a:pt x="2625" y="3714"/>
                  <a:pt x="2130" y="5184"/>
                </a:cubicBezTo>
                <a:cubicBezTo>
                  <a:pt x="1700" y="6419"/>
                  <a:pt x="2212" y="7760"/>
                  <a:pt x="2464" y="8435"/>
                </a:cubicBezTo>
                <a:cubicBezTo>
                  <a:pt x="2156" y="9975"/>
                  <a:pt x="2583" y="10506"/>
                  <a:pt x="2583" y="10506"/>
                </a:cubicBezTo>
                <a:cubicBezTo>
                  <a:pt x="2806" y="10879"/>
                  <a:pt x="3185" y="11419"/>
                  <a:pt x="3185" y="12954"/>
                </a:cubicBezTo>
                <a:cubicBezTo>
                  <a:pt x="3185" y="14701"/>
                  <a:pt x="2084" y="15006"/>
                  <a:pt x="2084" y="15006"/>
                </a:cubicBezTo>
                <a:cubicBezTo>
                  <a:pt x="1191" y="15388"/>
                  <a:pt x="0" y="16199"/>
                  <a:pt x="0" y="18599"/>
                </a:cubicBezTo>
                <a:cubicBezTo>
                  <a:pt x="0" y="18599"/>
                  <a:pt x="0" y="19199"/>
                  <a:pt x="491" y="19199"/>
                </a:cubicBezTo>
                <a:lnTo>
                  <a:pt x="2680" y="19200"/>
                </a:lnTo>
                <a:cubicBezTo>
                  <a:pt x="2798" y="18755"/>
                  <a:pt x="2952" y="18353"/>
                  <a:pt x="3141" y="18000"/>
                </a:cubicBezTo>
                <a:lnTo>
                  <a:pt x="1018" y="17999"/>
                </a:lnTo>
                <a:cubicBezTo>
                  <a:pt x="1165" y="16859"/>
                  <a:pt x="1744" y="16429"/>
                  <a:pt x="2371" y="16155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06" name="Shape 2618">
            <a:extLst>
              <a:ext uri="{FF2B5EF4-FFF2-40B4-BE49-F238E27FC236}">
                <a16:creationId xmlns:a16="http://schemas.microsoft.com/office/drawing/2014/main" id="{10337786-C45C-CF86-C755-5B21BF860E9A}"/>
              </a:ext>
            </a:extLst>
          </p:cNvPr>
          <p:cNvSpPr/>
          <p:nvPr userDrawn="1"/>
        </p:nvSpPr>
        <p:spPr>
          <a:xfrm>
            <a:off x="7768142" y="2895543"/>
            <a:ext cx="280106" cy="280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78" h="21600" extrusionOk="0">
                <a:moveTo>
                  <a:pt x="2560" y="18308"/>
                </a:moveTo>
                <a:cubicBezTo>
                  <a:pt x="2472" y="18397"/>
                  <a:pt x="2418" y="18520"/>
                  <a:pt x="2418" y="18655"/>
                </a:cubicBezTo>
                <a:cubicBezTo>
                  <a:pt x="2418" y="18926"/>
                  <a:pt x="2635" y="19146"/>
                  <a:pt x="2902" y="19146"/>
                </a:cubicBezTo>
                <a:cubicBezTo>
                  <a:pt x="3169" y="19146"/>
                  <a:pt x="3385" y="18926"/>
                  <a:pt x="3385" y="18655"/>
                </a:cubicBezTo>
                <a:cubicBezTo>
                  <a:pt x="3385" y="18384"/>
                  <a:pt x="3169" y="18164"/>
                  <a:pt x="2902" y="18164"/>
                </a:cubicBezTo>
                <a:cubicBezTo>
                  <a:pt x="2768" y="18164"/>
                  <a:pt x="2647" y="18219"/>
                  <a:pt x="2560" y="18308"/>
                </a:cubicBezTo>
                <a:moveTo>
                  <a:pt x="20499" y="4279"/>
                </a:moveTo>
                <a:lnTo>
                  <a:pt x="20091" y="4692"/>
                </a:lnTo>
                <a:lnTo>
                  <a:pt x="20088" y="4688"/>
                </a:lnTo>
                <a:lnTo>
                  <a:pt x="17670" y="7143"/>
                </a:lnTo>
                <a:lnTo>
                  <a:pt x="17664" y="7137"/>
                </a:lnTo>
                <a:cubicBezTo>
                  <a:pt x="17227" y="7580"/>
                  <a:pt x="16624" y="7853"/>
                  <a:pt x="15958" y="7853"/>
                </a:cubicBezTo>
                <a:cubicBezTo>
                  <a:pt x="14624" y="7853"/>
                  <a:pt x="13543" y="6755"/>
                  <a:pt x="13543" y="5401"/>
                </a:cubicBezTo>
                <a:cubicBezTo>
                  <a:pt x="13543" y="4725"/>
                  <a:pt x="13813" y="4113"/>
                  <a:pt x="14248" y="3670"/>
                </a:cubicBezTo>
                <a:lnTo>
                  <a:pt x="13563" y="2975"/>
                </a:lnTo>
                <a:cubicBezTo>
                  <a:pt x="12951" y="3596"/>
                  <a:pt x="12571" y="4452"/>
                  <a:pt x="12571" y="5401"/>
                </a:cubicBezTo>
                <a:cubicBezTo>
                  <a:pt x="12571" y="7300"/>
                  <a:pt x="14087" y="8840"/>
                  <a:pt x="15958" y="8840"/>
                </a:cubicBezTo>
                <a:cubicBezTo>
                  <a:pt x="16893" y="8840"/>
                  <a:pt x="17737" y="8454"/>
                  <a:pt x="18348" y="7832"/>
                </a:cubicBezTo>
                <a:lnTo>
                  <a:pt x="18353" y="7837"/>
                </a:lnTo>
                <a:lnTo>
                  <a:pt x="20152" y="6011"/>
                </a:lnTo>
                <a:cubicBezTo>
                  <a:pt x="20516" y="7368"/>
                  <a:pt x="20343" y="8670"/>
                  <a:pt x="19540" y="9505"/>
                </a:cubicBezTo>
                <a:lnTo>
                  <a:pt x="16947" y="12198"/>
                </a:lnTo>
                <a:cubicBezTo>
                  <a:pt x="16605" y="12553"/>
                  <a:pt x="16104" y="12766"/>
                  <a:pt x="15610" y="12766"/>
                </a:cubicBezTo>
                <a:cubicBezTo>
                  <a:pt x="15590" y="12765"/>
                  <a:pt x="13953" y="12652"/>
                  <a:pt x="12318" y="11611"/>
                </a:cubicBezTo>
                <a:lnTo>
                  <a:pt x="12314" y="11620"/>
                </a:lnTo>
                <a:cubicBezTo>
                  <a:pt x="12239" y="11572"/>
                  <a:pt x="12155" y="11537"/>
                  <a:pt x="12060" y="11537"/>
                </a:cubicBezTo>
                <a:cubicBezTo>
                  <a:pt x="11897" y="11537"/>
                  <a:pt x="11759" y="11625"/>
                  <a:pt x="11671" y="11753"/>
                </a:cubicBezTo>
                <a:lnTo>
                  <a:pt x="11654" y="11742"/>
                </a:lnTo>
                <a:lnTo>
                  <a:pt x="4270" y="20043"/>
                </a:lnTo>
                <a:cubicBezTo>
                  <a:pt x="3919" y="20399"/>
                  <a:pt x="3436" y="20618"/>
                  <a:pt x="2902" y="20618"/>
                </a:cubicBezTo>
                <a:cubicBezTo>
                  <a:pt x="1833" y="20618"/>
                  <a:pt x="967" y="19740"/>
                  <a:pt x="967" y="18655"/>
                </a:cubicBezTo>
                <a:cubicBezTo>
                  <a:pt x="967" y="18113"/>
                  <a:pt x="1184" y="17622"/>
                  <a:pt x="1534" y="17267"/>
                </a:cubicBezTo>
                <a:lnTo>
                  <a:pt x="9684" y="9801"/>
                </a:lnTo>
                <a:lnTo>
                  <a:pt x="9671" y="9786"/>
                </a:lnTo>
                <a:cubicBezTo>
                  <a:pt x="9796" y="9698"/>
                  <a:pt x="9884" y="9557"/>
                  <a:pt x="9884" y="9389"/>
                </a:cubicBezTo>
                <a:cubicBezTo>
                  <a:pt x="9884" y="9283"/>
                  <a:pt x="9844" y="9190"/>
                  <a:pt x="9787" y="9110"/>
                </a:cubicBezTo>
                <a:lnTo>
                  <a:pt x="9790" y="9107"/>
                </a:lnTo>
                <a:cubicBezTo>
                  <a:pt x="8390" y="7219"/>
                  <a:pt x="8340" y="5816"/>
                  <a:pt x="9546" y="4488"/>
                </a:cubicBezTo>
                <a:lnTo>
                  <a:pt x="12130" y="1805"/>
                </a:lnTo>
                <a:cubicBezTo>
                  <a:pt x="12785" y="1125"/>
                  <a:pt x="13641" y="982"/>
                  <a:pt x="14244" y="982"/>
                </a:cubicBezTo>
                <a:lnTo>
                  <a:pt x="14246" y="982"/>
                </a:lnTo>
                <a:cubicBezTo>
                  <a:pt x="14611" y="982"/>
                  <a:pt x="14988" y="1037"/>
                  <a:pt x="15366" y="1136"/>
                </a:cubicBezTo>
                <a:lnTo>
                  <a:pt x="13559" y="2970"/>
                </a:lnTo>
                <a:lnTo>
                  <a:pt x="14243" y="3664"/>
                </a:lnTo>
                <a:lnTo>
                  <a:pt x="16661" y="1210"/>
                </a:lnTo>
                <a:lnTo>
                  <a:pt x="16657" y="1206"/>
                </a:lnTo>
                <a:lnTo>
                  <a:pt x="17082" y="775"/>
                </a:lnTo>
                <a:cubicBezTo>
                  <a:pt x="16139" y="269"/>
                  <a:pt x="15160" y="0"/>
                  <a:pt x="14246" y="0"/>
                </a:cubicBezTo>
                <a:lnTo>
                  <a:pt x="14244" y="0"/>
                </a:lnTo>
                <a:cubicBezTo>
                  <a:pt x="13167" y="0"/>
                  <a:pt x="12182" y="361"/>
                  <a:pt x="11460" y="1111"/>
                </a:cubicBezTo>
                <a:lnTo>
                  <a:pt x="8867" y="3804"/>
                </a:lnTo>
                <a:cubicBezTo>
                  <a:pt x="7163" y="5672"/>
                  <a:pt x="7613" y="7584"/>
                  <a:pt x="8769" y="9315"/>
                </a:cubicBezTo>
                <a:lnTo>
                  <a:pt x="850" y="16572"/>
                </a:lnTo>
                <a:cubicBezTo>
                  <a:pt x="325" y="17106"/>
                  <a:pt x="0" y="17842"/>
                  <a:pt x="0" y="18655"/>
                </a:cubicBezTo>
                <a:cubicBezTo>
                  <a:pt x="0" y="20282"/>
                  <a:pt x="1299" y="21600"/>
                  <a:pt x="2902" y="21600"/>
                </a:cubicBezTo>
                <a:cubicBezTo>
                  <a:pt x="3703" y="21600"/>
                  <a:pt x="4429" y="21271"/>
                  <a:pt x="4954" y="20738"/>
                </a:cubicBezTo>
                <a:lnTo>
                  <a:pt x="12160" y="12652"/>
                </a:lnTo>
                <a:cubicBezTo>
                  <a:pt x="13800" y="13590"/>
                  <a:pt x="15363" y="13747"/>
                  <a:pt x="15606" y="13747"/>
                </a:cubicBezTo>
                <a:cubicBezTo>
                  <a:pt x="16313" y="13747"/>
                  <a:pt x="17067" y="13463"/>
                  <a:pt x="17617" y="12892"/>
                </a:cubicBezTo>
                <a:lnTo>
                  <a:pt x="20209" y="10198"/>
                </a:lnTo>
                <a:cubicBezTo>
                  <a:pt x="21560" y="8795"/>
                  <a:pt x="21600" y="6433"/>
                  <a:pt x="20499" y="4279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07" name="Shape 2619">
            <a:extLst>
              <a:ext uri="{FF2B5EF4-FFF2-40B4-BE49-F238E27FC236}">
                <a16:creationId xmlns:a16="http://schemas.microsoft.com/office/drawing/2014/main" id="{11BE9D2F-36ED-7FAA-18FE-557CE6D117A9}"/>
              </a:ext>
            </a:extLst>
          </p:cNvPr>
          <p:cNvSpPr/>
          <p:nvPr userDrawn="1"/>
        </p:nvSpPr>
        <p:spPr>
          <a:xfrm>
            <a:off x="8302941" y="2895544"/>
            <a:ext cx="280133" cy="2801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83" extrusionOk="0">
                <a:moveTo>
                  <a:pt x="12364" y="11941"/>
                </a:moveTo>
                <a:lnTo>
                  <a:pt x="13062" y="14033"/>
                </a:lnTo>
                <a:lnTo>
                  <a:pt x="11365" y="12790"/>
                </a:lnTo>
                <a:lnTo>
                  <a:pt x="10785" y="12365"/>
                </a:lnTo>
                <a:lnTo>
                  <a:pt x="10205" y="12790"/>
                </a:lnTo>
                <a:lnTo>
                  <a:pt x="8508" y="14033"/>
                </a:lnTo>
                <a:lnTo>
                  <a:pt x="9206" y="11941"/>
                </a:lnTo>
                <a:lnTo>
                  <a:pt x="9426" y="11282"/>
                </a:lnTo>
                <a:lnTo>
                  <a:pt x="8877" y="10856"/>
                </a:lnTo>
                <a:lnTo>
                  <a:pt x="7511" y="9794"/>
                </a:lnTo>
                <a:lnTo>
                  <a:pt x="9790" y="9794"/>
                </a:lnTo>
                <a:lnTo>
                  <a:pt x="10030" y="9160"/>
                </a:lnTo>
                <a:lnTo>
                  <a:pt x="10785" y="7162"/>
                </a:lnTo>
                <a:lnTo>
                  <a:pt x="11540" y="9160"/>
                </a:lnTo>
                <a:lnTo>
                  <a:pt x="11779" y="9794"/>
                </a:lnTo>
                <a:lnTo>
                  <a:pt x="14059" y="9794"/>
                </a:lnTo>
                <a:lnTo>
                  <a:pt x="12692" y="10856"/>
                </a:lnTo>
                <a:lnTo>
                  <a:pt x="12144" y="11282"/>
                </a:lnTo>
                <a:cubicBezTo>
                  <a:pt x="12144" y="11282"/>
                  <a:pt x="12364" y="11941"/>
                  <a:pt x="12364" y="11941"/>
                </a:cubicBezTo>
                <a:close/>
                <a:moveTo>
                  <a:pt x="12458" y="8813"/>
                </a:moveTo>
                <a:lnTo>
                  <a:pt x="10785" y="4384"/>
                </a:lnTo>
                <a:lnTo>
                  <a:pt x="9111" y="8813"/>
                </a:lnTo>
                <a:lnTo>
                  <a:pt x="4649" y="8813"/>
                </a:lnTo>
                <a:lnTo>
                  <a:pt x="8275" y="11631"/>
                </a:lnTo>
                <a:lnTo>
                  <a:pt x="6601" y="16647"/>
                </a:lnTo>
                <a:lnTo>
                  <a:pt x="10785" y="13582"/>
                </a:lnTo>
                <a:lnTo>
                  <a:pt x="14969" y="16647"/>
                </a:lnTo>
                <a:lnTo>
                  <a:pt x="13295" y="11631"/>
                </a:lnTo>
                <a:lnTo>
                  <a:pt x="16921" y="8813"/>
                </a:lnTo>
                <a:cubicBezTo>
                  <a:pt x="16921" y="8813"/>
                  <a:pt x="12458" y="8813"/>
                  <a:pt x="12458" y="8813"/>
                </a:cubicBezTo>
                <a:close/>
                <a:moveTo>
                  <a:pt x="10800" y="20592"/>
                </a:moveTo>
                <a:cubicBezTo>
                  <a:pt x="9796" y="20381"/>
                  <a:pt x="982" y="17399"/>
                  <a:pt x="982" y="12263"/>
                </a:cubicBezTo>
                <a:cubicBezTo>
                  <a:pt x="982" y="7469"/>
                  <a:pt x="2322" y="2919"/>
                  <a:pt x="2778" y="1179"/>
                </a:cubicBezTo>
                <a:cubicBezTo>
                  <a:pt x="4022" y="1719"/>
                  <a:pt x="7232" y="2943"/>
                  <a:pt x="10800" y="2943"/>
                </a:cubicBezTo>
                <a:cubicBezTo>
                  <a:pt x="14368" y="2943"/>
                  <a:pt x="17579" y="1719"/>
                  <a:pt x="18823" y="1179"/>
                </a:cubicBezTo>
                <a:cubicBezTo>
                  <a:pt x="19278" y="2918"/>
                  <a:pt x="20618" y="7466"/>
                  <a:pt x="20618" y="12263"/>
                </a:cubicBezTo>
                <a:cubicBezTo>
                  <a:pt x="20618" y="17393"/>
                  <a:pt x="11803" y="20381"/>
                  <a:pt x="10800" y="20592"/>
                </a:cubicBezTo>
                <a:moveTo>
                  <a:pt x="19618" y="356"/>
                </a:moveTo>
                <a:cubicBezTo>
                  <a:pt x="19577" y="216"/>
                  <a:pt x="19477" y="101"/>
                  <a:pt x="19343" y="42"/>
                </a:cubicBezTo>
                <a:cubicBezTo>
                  <a:pt x="19210" y="-17"/>
                  <a:pt x="19057" y="-13"/>
                  <a:pt x="18926" y="52"/>
                </a:cubicBezTo>
                <a:cubicBezTo>
                  <a:pt x="18888" y="71"/>
                  <a:pt x="15053" y="1962"/>
                  <a:pt x="10800" y="1962"/>
                </a:cubicBezTo>
                <a:cubicBezTo>
                  <a:pt x="6556" y="1962"/>
                  <a:pt x="2712" y="71"/>
                  <a:pt x="2674" y="52"/>
                </a:cubicBezTo>
                <a:cubicBezTo>
                  <a:pt x="2543" y="-13"/>
                  <a:pt x="2391" y="-17"/>
                  <a:pt x="2257" y="42"/>
                </a:cubicBezTo>
                <a:cubicBezTo>
                  <a:pt x="2124" y="101"/>
                  <a:pt x="2023" y="216"/>
                  <a:pt x="1983" y="356"/>
                </a:cubicBezTo>
                <a:cubicBezTo>
                  <a:pt x="1963" y="426"/>
                  <a:pt x="0" y="6376"/>
                  <a:pt x="0" y="12263"/>
                </a:cubicBezTo>
                <a:cubicBezTo>
                  <a:pt x="0" y="18484"/>
                  <a:pt x="10271" y="21491"/>
                  <a:pt x="10708" y="21575"/>
                </a:cubicBezTo>
                <a:cubicBezTo>
                  <a:pt x="10739" y="21580"/>
                  <a:pt x="10770" y="21583"/>
                  <a:pt x="10800" y="21583"/>
                </a:cubicBezTo>
                <a:cubicBezTo>
                  <a:pt x="10831" y="21583"/>
                  <a:pt x="10862" y="21580"/>
                  <a:pt x="10892" y="21575"/>
                </a:cubicBezTo>
                <a:cubicBezTo>
                  <a:pt x="11329" y="21491"/>
                  <a:pt x="21600" y="18484"/>
                  <a:pt x="21600" y="12263"/>
                </a:cubicBezTo>
                <a:cubicBezTo>
                  <a:pt x="21600" y="6376"/>
                  <a:pt x="19637" y="426"/>
                  <a:pt x="19618" y="35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08" name="Shape 2620">
            <a:extLst>
              <a:ext uri="{FF2B5EF4-FFF2-40B4-BE49-F238E27FC236}">
                <a16:creationId xmlns:a16="http://schemas.microsoft.com/office/drawing/2014/main" id="{1D7E1378-8B04-46C2-C849-CBC7D9848ADF}"/>
              </a:ext>
            </a:extLst>
          </p:cNvPr>
          <p:cNvSpPr/>
          <p:nvPr userDrawn="1"/>
        </p:nvSpPr>
        <p:spPr>
          <a:xfrm>
            <a:off x="8837740" y="2908277"/>
            <a:ext cx="280133" cy="2547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144" extrusionOk="0">
                <a:moveTo>
                  <a:pt x="20618" y="7406"/>
                </a:moveTo>
                <a:lnTo>
                  <a:pt x="13580" y="7406"/>
                </a:lnTo>
                <a:cubicBezTo>
                  <a:pt x="13156" y="6803"/>
                  <a:pt x="12718" y="6095"/>
                  <a:pt x="12319" y="5293"/>
                </a:cubicBezTo>
                <a:lnTo>
                  <a:pt x="20618" y="5293"/>
                </a:lnTo>
                <a:cubicBezTo>
                  <a:pt x="20618" y="5293"/>
                  <a:pt x="20618" y="7406"/>
                  <a:pt x="20618" y="7406"/>
                </a:cubicBezTo>
                <a:close/>
                <a:moveTo>
                  <a:pt x="19636" y="13747"/>
                </a:moveTo>
                <a:lnTo>
                  <a:pt x="11291" y="13747"/>
                </a:lnTo>
                <a:lnTo>
                  <a:pt x="11291" y="8463"/>
                </a:lnTo>
                <a:lnTo>
                  <a:pt x="13090" y="8463"/>
                </a:lnTo>
                <a:cubicBezTo>
                  <a:pt x="14022" y="9712"/>
                  <a:pt x="14815" y="10437"/>
                  <a:pt x="14882" y="10497"/>
                </a:cubicBezTo>
                <a:cubicBezTo>
                  <a:pt x="15009" y="10610"/>
                  <a:pt x="15174" y="10644"/>
                  <a:pt x="15323" y="10601"/>
                </a:cubicBezTo>
                <a:cubicBezTo>
                  <a:pt x="15418" y="10574"/>
                  <a:pt x="15505" y="10516"/>
                  <a:pt x="15573" y="10429"/>
                </a:cubicBezTo>
                <a:cubicBezTo>
                  <a:pt x="15746" y="10205"/>
                  <a:pt x="15718" y="9871"/>
                  <a:pt x="15510" y="9684"/>
                </a:cubicBezTo>
                <a:cubicBezTo>
                  <a:pt x="15498" y="9674"/>
                  <a:pt x="15023" y="9238"/>
                  <a:pt x="14383" y="8463"/>
                </a:cubicBezTo>
                <a:lnTo>
                  <a:pt x="19636" y="8463"/>
                </a:lnTo>
                <a:cubicBezTo>
                  <a:pt x="19636" y="8463"/>
                  <a:pt x="19636" y="13747"/>
                  <a:pt x="19636" y="13747"/>
                </a:cubicBezTo>
                <a:close/>
                <a:moveTo>
                  <a:pt x="19636" y="20087"/>
                </a:moveTo>
                <a:lnTo>
                  <a:pt x="11291" y="20087"/>
                </a:lnTo>
                <a:lnTo>
                  <a:pt x="11291" y="14803"/>
                </a:lnTo>
                <a:lnTo>
                  <a:pt x="19636" y="14803"/>
                </a:lnTo>
                <a:cubicBezTo>
                  <a:pt x="19636" y="14803"/>
                  <a:pt x="19636" y="20087"/>
                  <a:pt x="19636" y="20087"/>
                </a:cubicBezTo>
                <a:close/>
                <a:moveTo>
                  <a:pt x="11291" y="5461"/>
                </a:moveTo>
                <a:cubicBezTo>
                  <a:pt x="11626" y="6178"/>
                  <a:pt x="11991" y="6828"/>
                  <a:pt x="12360" y="7406"/>
                </a:cubicBezTo>
                <a:lnTo>
                  <a:pt x="11291" y="7406"/>
                </a:lnTo>
                <a:cubicBezTo>
                  <a:pt x="11291" y="7406"/>
                  <a:pt x="11291" y="5461"/>
                  <a:pt x="11291" y="5461"/>
                </a:cubicBezTo>
                <a:close/>
                <a:moveTo>
                  <a:pt x="12871" y="1481"/>
                </a:moveTo>
                <a:cubicBezTo>
                  <a:pt x="14045" y="751"/>
                  <a:pt x="15436" y="979"/>
                  <a:pt x="15979" y="1990"/>
                </a:cubicBezTo>
                <a:cubicBezTo>
                  <a:pt x="16343" y="2668"/>
                  <a:pt x="16223" y="3523"/>
                  <a:pt x="15755" y="4236"/>
                </a:cubicBezTo>
                <a:lnTo>
                  <a:pt x="11845" y="4236"/>
                </a:lnTo>
                <a:cubicBezTo>
                  <a:pt x="11740" y="3975"/>
                  <a:pt x="11641" y="3708"/>
                  <a:pt x="11550" y="3432"/>
                </a:cubicBezTo>
                <a:cubicBezTo>
                  <a:pt x="11653" y="2691"/>
                  <a:pt x="12120" y="1947"/>
                  <a:pt x="12871" y="1481"/>
                </a:cubicBezTo>
                <a:moveTo>
                  <a:pt x="10309" y="7406"/>
                </a:moveTo>
                <a:lnTo>
                  <a:pt x="9224" y="7406"/>
                </a:lnTo>
                <a:cubicBezTo>
                  <a:pt x="9600" y="6819"/>
                  <a:pt x="9970" y="6158"/>
                  <a:pt x="10309" y="5429"/>
                </a:cubicBezTo>
                <a:cubicBezTo>
                  <a:pt x="10309" y="5429"/>
                  <a:pt x="10309" y="7406"/>
                  <a:pt x="10309" y="7406"/>
                </a:cubicBezTo>
                <a:close/>
                <a:moveTo>
                  <a:pt x="10309" y="13747"/>
                </a:moveTo>
                <a:lnTo>
                  <a:pt x="1964" y="13747"/>
                </a:lnTo>
                <a:lnTo>
                  <a:pt x="1964" y="8463"/>
                </a:lnTo>
                <a:lnTo>
                  <a:pt x="7202" y="8463"/>
                </a:lnTo>
                <a:cubicBezTo>
                  <a:pt x="6563" y="9238"/>
                  <a:pt x="6087" y="9674"/>
                  <a:pt x="6075" y="9684"/>
                </a:cubicBezTo>
                <a:cubicBezTo>
                  <a:pt x="5867" y="9871"/>
                  <a:pt x="5839" y="10205"/>
                  <a:pt x="6012" y="10429"/>
                </a:cubicBezTo>
                <a:cubicBezTo>
                  <a:pt x="6080" y="10516"/>
                  <a:pt x="6167" y="10574"/>
                  <a:pt x="6261" y="10601"/>
                </a:cubicBezTo>
                <a:cubicBezTo>
                  <a:pt x="6411" y="10644"/>
                  <a:pt x="6575" y="10610"/>
                  <a:pt x="6703" y="10497"/>
                </a:cubicBezTo>
                <a:cubicBezTo>
                  <a:pt x="6770" y="10437"/>
                  <a:pt x="7563" y="9712"/>
                  <a:pt x="8495" y="8463"/>
                </a:cubicBezTo>
                <a:lnTo>
                  <a:pt x="10309" y="8463"/>
                </a:lnTo>
                <a:cubicBezTo>
                  <a:pt x="10309" y="8463"/>
                  <a:pt x="10309" y="13747"/>
                  <a:pt x="10309" y="13747"/>
                </a:cubicBezTo>
                <a:close/>
                <a:moveTo>
                  <a:pt x="10309" y="20087"/>
                </a:moveTo>
                <a:lnTo>
                  <a:pt x="1964" y="20087"/>
                </a:lnTo>
                <a:lnTo>
                  <a:pt x="1964" y="14803"/>
                </a:lnTo>
                <a:lnTo>
                  <a:pt x="10309" y="14803"/>
                </a:lnTo>
                <a:cubicBezTo>
                  <a:pt x="10309" y="14803"/>
                  <a:pt x="10309" y="20087"/>
                  <a:pt x="10309" y="20087"/>
                </a:cubicBezTo>
                <a:close/>
                <a:moveTo>
                  <a:pt x="982" y="7406"/>
                </a:moveTo>
                <a:lnTo>
                  <a:pt x="982" y="5293"/>
                </a:lnTo>
                <a:lnTo>
                  <a:pt x="9266" y="5293"/>
                </a:lnTo>
                <a:cubicBezTo>
                  <a:pt x="8867" y="6095"/>
                  <a:pt x="8429" y="6803"/>
                  <a:pt x="8005" y="7406"/>
                </a:cubicBezTo>
                <a:cubicBezTo>
                  <a:pt x="8005" y="7406"/>
                  <a:pt x="982" y="7406"/>
                  <a:pt x="982" y="7406"/>
                </a:cubicBezTo>
                <a:close/>
                <a:moveTo>
                  <a:pt x="5606" y="1990"/>
                </a:moveTo>
                <a:cubicBezTo>
                  <a:pt x="6148" y="980"/>
                  <a:pt x="7540" y="751"/>
                  <a:pt x="8714" y="1481"/>
                </a:cubicBezTo>
                <a:cubicBezTo>
                  <a:pt x="9465" y="1948"/>
                  <a:pt x="9931" y="2692"/>
                  <a:pt x="10035" y="3433"/>
                </a:cubicBezTo>
                <a:cubicBezTo>
                  <a:pt x="9944" y="3708"/>
                  <a:pt x="9845" y="3975"/>
                  <a:pt x="9740" y="4236"/>
                </a:cubicBezTo>
                <a:lnTo>
                  <a:pt x="5830" y="4236"/>
                </a:lnTo>
                <a:cubicBezTo>
                  <a:pt x="5362" y="3523"/>
                  <a:pt x="5242" y="2668"/>
                  <a:pt x="5606" y="1990"/>
                </a:cubicBezTo>
                <a:moveTo>
                  <a:pt x="20618" y="4236"/>
                </a:moveTo>
                <a:lnTo>
                  <a:pt x="16874" y="4236"/>
                </a:lnTo>
                <a:cubicBezTo>
                  <a:pt x="17259" y="3325"/>
                  <a:pt x="17284" y="2310"/>
                  <a:pt x="16829" y="1461"/>
                </a:cubicBezTo>
                <a:cubicBezTo>
                  <a:pt x="16015" y="-54"/>
                  <a:pt x="14024" y="-456"/>
                  <a:pt x="12380" y="565"/>
                </a:cubicBezTo>
                <a:cubicBezTo>
                  <a:pt x="11747" y="959"/>
                  <a:pt x="11277" y="1511"/>
                  <a:pt x="10965" y="2122"/>
                </a:cubicBezTo>
                <a:cubicBezTo>
                  <a:pt x="10949" y="2115"/>
                  <a:pt x="10937" y="2103"/>
                  <a:pt x="10920" y="2098"/>
                </a:cubicBezTo>
                <a:cubicBezTo>
                  <a:pt x="10909" y="2095"/>
                  <a:pt x="10899" y="2097"/>
                  <a:pt x="10888" y="2095"/>
                </a:cubicBezTo>
                <a:cubicBezTo>
                  <a:pt x="10861" y="2089"/>
                  <a:pt x="10834" y="2089"/>
                  <a:pt x="10806" y="2088"/>
                </a:cubicBezTo>
                <a:cubicBezTo>
                  <a:pt x="10782" y="2089"/>
                  <a:pt x="10759" y="2089"/>
                  <a:pt x="10735" y="2093"/>
                </a:cubicBezTo>
                <a:cubicBezTo>
                  <a:pt x="10712" y="2096"/>
                  <a:pt x="10689" y="2090"/>
                  <a:pt x="10665" y="2098"/>
                </a:cubicBezTo>
                <a:cubicBezTo>
                  <a:pt x="10648" y="2103"/>
                  <a:pt x="10636" y="2115"/>
                  <a:pt x="10620" y="2122"/>
                </a:cubicBezTo>
                <a:cubicBezTo>
                  <a:pt x="10307" y="1511"/>
                  <a:pt x="9837" y="959"/>
                  <a:pt x="9205" y="566"/>
                </a:cubicBezTo>
                <a:cubicBezTo>
                  <a:pt x="7561" y="-456"/>
                  <a:pt x="5569" y="-54"/>
                  <a:pt x="4755" y="1461"/>
                </a:cubicBezTo>
                <a:cubicBezTo>
                  <a:pt x="4301" y="2310"/>
                  <a:pt x="4325" y="3325"/>
                  <a:pt x="4711" y="4236"/>
                </a:cubicBezTo>
                <a:lnTo>
                  <a:pt x="982" y="4236"/>
                </a:lnTo>
                <a:cubicBezTo>
                  <a:pt x="440" y="4236"/>
                  <a:pt x="0" y="4709"/>
                  <a:pt x="0" y="5293"/>
                </a:cubicBezTo>
                <a:lnTo>
                  <a:pt x="0" y="7406"/>
                </a:lnTo>
                <a:cubicBezTo>
                  <a:pt x="0" y="7990"/>
                  <a:pt x="440" y="8463"/>
                  <a:pt x="982" y="8463"/>
                </a:cubicBezTo>
                <a:lnTo>
                  <a:pt x="982" y="20087"/>
                </a:lnTo>
                <a:cubicBezTo>
                  <a:pt x="982" y="20671"/>
                  <a:pt x="1422" y="21144"/>
                  <a:pt x="1964" y="21144"/>
                </a:cubicBezTo>
                <a:lnTo>
                  <a:pt x="19636" y="21144"/>
                </a:lnTo>
                <a:cubicBezTo>
                  <a:pt x="20178" y="21144"/>
                  <a:pt x="20618" y="20671"/>
                  <a:pt x="20618" y="20087"/>
                </a:cubicBezTo>
                <a:lnTo>
                  <a:pt x="20618" y="8463"/>
                </a:lnTo>
                <a:cubicBezTo>
                  <a:pt x="21160" y="8463"/>
                  <a:pt x="21600" y="7990"/>
                  <a:pt x="21600" y="7406"/>
                </a:cubicBezTo>
                <a:lnTo>
                  <a:pt x="21600" y="5293"/>
                </a:lnTo>
                <a:cubicBezTo>
                  <a:pt x="21600" y="4709"/>
                  <a:pt x="21160" y="4236"/>
                  <a:pt x="20618" y="423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09" name="Shape 2621">
            <a:extLst>
              <a:ext uri="{FF2B5EF4-FFF2-40B4-BE49-F238E27FC236}">
                <a16:creationId xmlns:a16="http://schemas.microsoft.com/office/drawing/2014/main" id="{018164CE-DF3B-3759-26F5-A65E0D3E84C0}"/>
              </a:ext>
            </a:extLst>
          </p:cNvPr>
          <p:cNvSpPr/>
          <p:nvPr userDrawn="1"/>
        </p:nvSpPr>
        <p:spPr>
          <a:xfrm>
            <a:off x="9372538" y="2946476"/>
            <a:ext cx="280133" cy="17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057"/>
                </a:moveTo>
                <a:cubicBezTo>
                  <a:pt x="5378" y="20057"/>
                  <a:pt x="982" y="13445"/>
                  <a:pt x="982" y="10800"/>
                </a:cubicBezTo>
                <a:cubicBezTo>
                  <a:pt x="982" y="8155"/>
                  <a:pt x="5378" y="1543"/>
                  <a:pt x="10800" y="1543"/>
                </a:cubicBezTo>
                <a:cubicBezTo>
                  <a:pt x="16223" y="1543"/>
                  <a:pt x="20618" y="8155"/>
                  <a:pt x="20618" y="10800"/>
                </a:cubicBezTo>
                <a:cubicBezTo>
                  <a:pt x="20618" y="13445"/>
                  <a:pt x="16223" y="20057"/>
                  <a:pt x="10800" y="20057"/>
                </a:cubicBezTo>
                <a:moveTo>
                  <a:pt x="10800" y="0"/>
                </a:moveTo>
                <a:cubicBezTo>
                  <a:pt x="4835" y="0"/>
                  <a:pt x="0" y="7714"/>
                  <a:pt x="0" y="10800"/>
                </a:cubicBezTo>
                <a:cubicBezTo>
                  <a:pt x="0" y="13886"/>
                  <a:pt x="4835" y="21600"/>
                  <a:pt x="10800" y="21600"/>
                </a:cubicBezTo>
                <a:cubicBezTo>
                  <a:pt x="16765" y="21600"/>
                  <a:pt x="21600" y="13886"/>
                  <a:pt x="21600" y="10800"/>
                </a:cubicBezTo>
                <a:cubicBezTo>
                  <a:pt x="21600" y="7714"/>
                  <a:pt x="16765" y="0"/>
                  <a:pt x="10800" y="0"/>
                </a:cubicBezTo>
                <a:moveTo>
                  <a:pt x="10800" y="16971"/>
                </a:moveTo>
                <a:cubicBezTo>
                  <a:pt x="8631" y="16971"/>
                  <a:pt x="6873" y="14209"/>
                  <a:pt x="6873" y="10800"/>
                </a:cubicBezTo>
                <a:cubicBezTo>
                  <a:pt x="6873" y="7392"/>
                  <a:pt x="8631" y="4629"/>
                  <a:pt x="10800" y="4629"/>
                </a:cubicBezTo>
                <a:cubicBezTo>
                  <a:pt x="12969" y="4629"/>
                  <a:pt x="14727" y="7392"/>
                  <a:pt x="14727" y="10800"/>
                </a:cubicBezTo>
                <a:cubicBezTo>
                  <a:pt x="14727" y="14209"/>
                  <a:pt x="12969" y="16971"/>
                  <a:pt x="10800" y="16971"/>
                </a:cubicBezTo>
                <a:moveTo>
                  <a:pt x="10800" y="3087"/>
                </a:moveTo>
                <a:cubicBezTo>
                  <a:pt x="8088" y="3087"/>
                  <a:pt x="5891" y="6540"/>
                  <a:pt x="5891" y="10800"/>
                </a:cubicBezTo>
                <a:cubicBezTo>
                  <a:pt x="5891" y="15061"/>
                  <a:pt x="8088" y="18514"/>
                  <a:pt x="10800" y="18514"/>
                </a:cubicBezTo>
                <a:cubicBezTo>
                  <a:pt x="13512" y="18514"/>
                  <a:pt x="15709" y="15061"/>
                  <a:pt x="15709" y="10800"/>
                </a:cubicBezTo>
                <a:cubicBezTo>
                  <a:pt x="15709" y="6540"/>
                  <a:pt x="13512" y="3087"/>
                  <a:pt x="10800" y="3087"/>
                </a:cubicBezTo>
                <a:moveTo>
                  <a:pt x="10800" y="8486"/>
                </a:moveTo>
                <a:cubicBezTo>
                  <a:pt x="9987" y="8486"/>
                  <a:pt x="9327" y="9523"/>
                  <a:pt x="9327" y="10800"/>
                </a:cubicBezTo>
                <a:cubicBezTo>
                  <a:pt x="9327" y="12078"/>
                  <a:pt x="9987" y="13114"/>
                  <a:pt x="10800" y="13114"/>
                </a:cubicBezTo>
                <a:cubicBezTo>
                  <a:pt x="11613" y="13114"/>
                  <a:pt x="12273" y="12078"/>
                  <a:pt x="12273" y="10800"/>
                </a:cubicBezTo>
                <a:cubicBezTo>
                  <a:pt x="12273" y="9523"/>
                  <a:pt x="11613" y="8486"/>
                  <a:pt x="10800" y="848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10" name="Shape 2622">
            <a:extLst>
              <a:ext uri="{FF2B5EF4-FFF2-40B4-BE49-F238E27FC236}">
                <a16:creationId xmlns:a16="http://schemas.microsoft.com/office/drawing/2014/main" id="{C3E51535-AFBA-2159-DAB9-A6796A9FFF8C}"/>
              </a:ext>
            </a:extLst>
          </p:cNvPr>
          <p:cNvSpPr/>
          <p:nvPr userDrawn="1"/>
        </p:nvSpPr>
        <p:spPr>
          <a:xfrm>
            <a:off x="9907337" y="2895544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579" y="17044"/>
                </a:moveTo>
                <a:cubicBezTo>
                  <a:pt x="9428" y="17174"/>
                  <a:pt x="9252" y="17274"/>
                  <a:pt x="9050" y="17344"/>
                </a:cubicBezTo>
                <a:cubicBezTo>
                  <a:pt x="8849" y="17415"/>
                  <a:pt x="8636" y="17450"/>
                  <a:pt x="8413" y="17450"/>
                </a:cubicBezTo>
                <a:cubicBezTo>
                  <a:pt x="7887" y="17450"/>
                  <a:pt x="7488" y="17288"/>
                  <a:pt x="7214" y="16966"/>
                </a:cubicBezTo>
                <a:cubicBezTo>
                  <a:pt x="6941" y="16644"/>
                  <a:pt x="6797" y="16226"/>
                  <a:pt x="6782" y="15715"/>
                </a:cubicBezTo>
                <a:lnTo>
                  <a:pt x="5864" y="15715"/>
                </a:lnTo>
                <a:cubicBezTo>
                  <a:pt x="5857" y="16122"/>
                  <a:pt x="5913" y="16486"/>
                  <a:pt x="6032" y="16805"/>
                </a:cubicBezTo>
                <a:cubicBezTo>
                  <a:pt x="6151" y="17123"/>
                  <a:pt x="6321" y="17393"/>
                  <a:pt x="6545" y="17611"/>
                </a:cubicBezTo>
                <a:cubicBezTo>
                  <a:pt x="6767" y="17830"/>
                  <a:pt x="7038" y="17995"/>
                  <a:pt x="7355" y="18106"/>
                </a:cubicBezTo>
                <a:cubicBezTo>
                  <a:pt x="7671" y="18218"/>
                  <a:pt x="8024" y="18273"/>
                  <a:pt x="8413" y="18273"/>
                </a:cubicBezTo>
                <a:cubicBezTo>
                  <a:pt x="8773" y="18273"/>
                  <a:pt x="9113" y="18223"/>
                  <a:pt x="9434" y="18123"/>
                </a:cubicBezTo>
                <a:cubicBezTo>
                  <a:pt x="9754" y="18023"/>
                  <a:pt x="10033" y="17873"/>
                  <a:pt x="10271" y="17672"/>
                </a:cubicBezTo>
                <a:cubicBezTo>
                  <a:pt x="10509" y="17472"/>
                  <a:pt x="10697" y="17222"/>
                  <a:pt x="10837" y="16922"/>
                </a:cubicBezTo>
                <a:cubicBezTo>
                  <a:pt x="10978" y="16621"/>
                  <a:pt x="11048" y="16275"/>
                  <a:pt x="11048" y="15881"/>
                </a:cubicBezTo>
                <a:cubicBezTo>
                  <a:pt x="11048" y="15407"/>
                  <a:pt x="10935" y="14995"/>
                  <a:pt x="10708" y="14646"/>
                </a:cubicBezTo>
                <a:cubicBezTo>
                  <a:pt x="10481" y="14298"/>
                  <a:pt x="10134" y="14072"/>
                  <a:pt x="9666" y="13968"/>
                </a:cubicBezTo>
                <a:lnTo>
                  <a:pt x="9666" y="13946"/>
                </a:lnTo>
                <a:cubicBezTo>
                  <a:pt x="9968" y="13805"/>
                  <a:pt x="10220" y="13597"/>
                  <a:pt x="10422" y="13323"/>
                </a:cubicBezTo>
                <a:cubicBezTo>
                  <a:pt x="10624" y="13048"/>
                  <a:pt x="10724" y="12734"/>
                  <a:pt x="10724" y="12377"/>
                </a:cubicBezTo>
                <a:cubicBezTo>
                  <a:pt x="10724" y="12014"/>
                  <a:pt x="10665" y="11698"/>
                  <a:pt x="10546" y="11432"/>
                </a:cubicBezTo>
                <a:cubicBezTo>
                  <a:pt x="10427" y="11165"/>
                  <a:pt x="10263" y="10946"/>
                  <a:pt x="10055" y="10776"/>
                </a:cubicBezTo>
                <a:cubicBezTo>
                  <a:pt x="9846" y="10605"/>
                  <a:pt x="9599" y="10477"/>
                  <a:pt x="9315" y="10392"/>
                </a:cubicBezTo>
                <a:cubicBezTo>
                  <a:pt x="9030" y="10306"/>
                  <a:pt x="8722" y="10264"/>
                  <a:pt x="8391" y="10264"/>
                </a:cubicBezTo>
                <a:cubicBezTo>
                  <a:pt x="8010" y="10264"/>
                  <a:pt x="7673" y="10326"/>
                  <a:pt x="7382" y="10453"/>
                </a:cubicBezTo>
                <a:cubicBezTo>
                  <a:pt x="7090" y="10579"/>
                  <a:pt x="6847" y="10753"/>
                  <a:pt x="6653" y="10976"/>
                </a:cubicBezTo>
                <a:cubicBezTo>
                  <a:pt x="6459" y="11198"/>
                  <a:pt x="6309" y="11466"/>
                  <a:pt x="6204" y="11777"/>
                </a:cubicBezTo>
                <a:cubicBezTo>
                  <a:pt x="6100" y="12088"/>
                  <a:pt x="6040" y="12433"/>
                  <a:pt x="6026" y="12811"/>
                </a:cubicBezTo>
                <a:lnTo>
                  <a:pt x="6944" y="12811"/>
                </a:lnTo>
                <a:cubicBezTo>
                  <a:pt x="6944" y="12581"/>
                  <a:pt x="6972" y="12363"/>
                  <a:pt x="7031" y="12155"/>
                </a:cubicBezTo>
                <a:cubicBezTo>
                  <a:pt x="7088" y="11947"/>
                  <a:pt x="7177" y="11766"/>
                  <a:pt x="7296" y="11610"/>
                </a:cubicBezTo>
                <a:cubicBezTo>
                  <a:pt x="7414" y="11454"/>
                  <a:pt x="7565" y="11330"/>
                  <a:pt x="7749" y="11237"/>
                </a:cubicBezTo>
                <a:cubicBezTo>
                  <a:pt x="7932" y="11144"/>
                  <a:pt x="8147" y="11098"/>
                  <a:pt x="8391" y="11098"/>
                </a:cubicBezTo>
                <a:cubicBezTo>
                  <a:pt x="8780" y="11098"/>
                  <a:pt x="9104" y="11204"/>
                  <a:pt x="9364" y="11415"/>
                </a:cubicBezTo>
                <a:cubicBezTo>
                  <a:pt x="9623" y="11627"/>
                  <a:pt x="9752" y="11943"/>
                  <a:pt x="9752" y="12366"/>
                </a:cubicBezTo>
                <a:cubicBezTo>
                  <a:pt x="9752" y="12574"/>
                  <a:pt x="9713" y="12759"/>
                  <a:pt x="9634" y="12922"/>
                </a:cubicBezTo>
                <a:cubicBezTo>
                  <a:pt x="9554" y="13086"/>
                  <a:pt x="9448" y="13221"/>
                  <a:pt x="9315" y="13329"/>
                </a:cubicBezTo>
                <a:cubicBezTo>
                  <a:pt x="9182" y="13436"/>
                  <a:pt x="9027" y="13517"/>
                  <a:pt x="8851" y="13574"/>
                </a:cubicBezTo>
                <a:cubicBezTo>
                  <a:pt x="8674" y="13629"/>
                  <a:pt x="8488" y="13657"/>
                  <a:pt x="8294" y="13657"/>
                </a:cubicBezTo>
                <a:lnTo>
                  <a:pt x="7992" y="13657"/>
                </a:lnTo>
                <a:cubicBezTo>
                  <a:pt x="7963" y="13657"/>
                  <a:pt x="7930" y="13653"/>
                  <a:pt x="7895" y="13645"/>
                </a:cubicBezTo>
                <a:lnTo>
                  <a:pt x="7895" y="14447"/>
                </a:lnTo>
                <a:cubicBezTo>
                  <a:pt x="8067" y="14424"/>
                  <a:pt x="8251" y="14413"/>
                  <a:pt x="8445" y="14413"/>
                </a:cubicBezTo>
                <a:cubicBezTo>
                  <a:pt x="8676" y="14413"/>
                  <a:pt x="8890" y="14444"/>
                  <a:pt x="9088" y="14507"/>
                </a:cubicBezTo>
                <a:cubicBezTo>
                  <a:pt x="9286" y="14571"/>
                  <a:pt x="9457" y="14667"/>
                  <a:pt x="9601" y="14797"/>
                </a:cubicBezTo>
                <a:cubicBezTo>
                  <a:pt x="9745" y="14927"/>
                  <a:pt x="9860" y="15086"/>
                  <a:pt x="9947" y="15275"/>
                </a:cubicBezTo>
                <a:cubicBezTo>
                  <a:pt x="10033" y="15464"/>
                  <a:pt x="10076" y="15682"/>
                  <a:pt x="10076" y="15926"/>
                </a:cubicBezTo>
                <a:cubicBezTo>
                  <a:pt x="10076" y="16163"/>
                  <a:pt x="10031" y="16377"/>
                  <a:pt x="9941" y="16565"/>
                </a:cubicBezTo>
                <a:cubicBezTo>
                  <a:pt x="9851" y="16754"/>
                  <a:pt x="9731" y="16914"/>
                  <a:pt x="9579" y="17044"/>
                </a:cubicBezTo>
                <a:moveTo>
                  <a:pt x="14257" y="18151"/>
                </a:moveTo>
                <a:lnTo>
                  <a:pt x="15175" y="18151"/>
                </a:lnTo>
                <a:lnTo>
                  <a:pt x="15175" y="10264"/>
                </a:lnTo>
                <a:lnTo>
                  <a:pt x="14473" y="10264"/>
                </a:lnTo>
                <a:cubicBezTo>
                  <a:pt x="14422" y="10561"/>
                  <a:pt x="14329" y="10805"/>
                  <a:pt x="14192" y="10998"/>
                </a:cubicBezTo>
                <a:cubicBezTo>
                  <a:pt x="14055" y="11191"/>
                  <a:pt x="13888" y="11343"/>
                  <a:pt x="13690" y="11454"/>
                </a:cubicBezTo>
                <a:cubicBezTo>
                  <a:pt x="13492" y="11565"/>
                  <a:pt x="13271" y="11641"/>
                  <a:pt x="13026" y="11682"/>
                </a:cubicBezTo>
                <a:cubicBezTo>
                  <a:pt x="12781" y="11723"/>
                  <a:pt x="12529" y="11743"/>
                  <a:pt x="12270" y="11743"/>
                </a:cubicBezTo>
                <a:lnTo>
                  <a:pt x="12270" y="12499"/>
                </a:lnTo>
                <a:lnTo>
                  <a:pt x="14257" y="12499"/>
                </a:lnTo>
                <a:cubicBezTo>
                  <a:pt x="14257" y="12499"/>
                  <a:pt x="14257" y="18151"/>
                  <a:pt x="14257" y="18151"/>
                </a:cubicBezTo>
                <a:close/>
                <a:moveTo>
                  <a:pt x="20618" y="6873"/>
                </a:moveTo>
                <a:lnTo>
                  <a:pt x="982" y="6873"/>
                </a:lnTo>
                <a:lnTo>
                  <a:pt x="982" y="3928"/>
                </a:lnTo>
                <a:cubicBezTo>
                  <a:pt x="982" y="3385"/>
                  <a:pt x="1421" y="2945"/>
                  <a:pt x="1964" y="2945"/>
                </a:cubicBezTo>
                <a:lnTo>
                  <a:pt x="3927" y="2945"/>
                </a:lnTo>
                <a:lnTo>
                  <a:pt x="3927" y="4418"/>
                </a:lnTo>
                <a:cubicBezTo>
                  <a:pt x="3927" y="4690"/>
                  <a:pt x="4147" y="4909"/>
                  <a:pt x="4418" y="4909"/>
                </a:cubicBezTo>
                <a:cubicBezTo>
                  <a:pt x="4690" y="4909"/>
                  <a:pt x="4909" y="4690"/>
                  <a:pt x="4909" y="4418"/>
                </a:cubicBezTo>
                <a:lnTo>
                  <a:pt x="4909" y="2945"/>
                </a:lnTo>
                <a:lnTo>
                  <a:pt x="16691" y="2945"/>
                </a:lnTo>
                <a:lnTo>
                  <a:pt x="16691" y="4418"/>
                </a:lnTo>
                <a:cubicBezTo>
                  <a:pt x="16691" y="4690"/>
                  <a:pt x="16910" y="4909"/>
                  <a:pt x="17182" y="4909"/>
                </a:cubicBezTo>
                <a:cubicBezTo>
                  <a:pt x="17453" y="4909"/>
                  <a:pt x="17673" y="4690"/>
                  <a:pt x="17673" y="4418"/>
                </a:cubicBezTo>
                <a:lnTo>
                  <a:pt x="17673" y="2945"/>
                </a:lnTo>
                <a:lnTo>
                  <a:pt x="19636" y="2945"/>
                </a:lnTo>
                <a:cubicBezTo>
                  <a:pt x="20179" y="2945"/>
                  <a:pt x="20618" y="3385"/>
                  <a:pt x="20618" y="3928"/>
                </a:cubicBezTo>
                <a:cubicBezTo>
                  <a:pt x="20618" y="3928"/>
                  <a:pt x="20618" y="6873"/>
                  <a:pt x="20618" y="6873"/>
                </a:cubicBezTo>
                <a:close/>
                <a:moveTo>
                  <a:pt x="20618" y="19636"/>
                </a:moveTo>
                <a:cubicBezTo>
                  <a:pt x="20618" y="20179"/>
                  <a:pt x="20179" y="20618"/>
                  <a:pt x="19636" y="20618"/>
                </a:cubicBezTo>
                <a:lnTo>
                  <a:pt x="1964" y="20618"/>
                </a:lnTo>
                <a:cubicBezTo>
                  <a:pt x="1421" y="20618"/>
                  <a:pt x="982" y="20179"/>
                  <a:pt x="982" y="19636"/>
                </a:cubicBezTo>
                <a:lnTo>
                  <a:pt x="982" y="7855"/>
                </a:lnTo>
                <a:lnTo>
                  <a:pt x="20618" y="7855"/>
                </a:lnTo>
                <a:cubicBezTo>
                  <a:pt x="20618" y="7855"/>
                  <a:pt x="20618" y="19636"/>
                  <a:pt x="20618" y="19636"/>
                </a:cubicBezTo>
                <a:close/>
                <a:moveTo>
                  <a:pt x="19636" y="1964"/>
                </a:moveTo>
                <a:lnTo>
                  <a:pt x="17673" y="1964"/>
                </a:lnTo>
                <a:lnTo>
                  <a:pt x="17673" y="491"/>
                </a:lnTo>
                <a:cubicBezTo>
                  <a:pt x="17673" y="220"/>
                  <a:pt x="17453" y="0"/>
                  <a:pt x="17182" y="0"/>
                </a:cubicBezTo>
                <a:cubicBezTo>
                  <a:pt x="16910" y="0"/>
                  <a:pt x="16691" y="220"/>
                  <a:pt x="16691" y="491"/>
                </a:cubicBezTo>
                <a:lnTo>
                  <a:pt x="16691" y="1964"/>
                </a:lnTo>
                <a:lnTo>
                  <a:pt x="4909" y="1964"/>
                </a:lnTo>
                <a:lnTo>
                  <a:pt x="4909" y="491"/>
                </a:lnTo>
                <a:cubicBezTo>
                  <a:pt x="4909" y="220"/>
                  <a:pt x="4690" y="0"/>
                  <a:pt x="4418" y="0"/>
                </a:cubicBezTo>
                <a:cubicBezTo>
                  <a:pt x="4147" y="0"/>
                  <a:pt x="3927" y="220"/>
                  <a:pt x="3927" y="491"/>
                </a:cubicBezTo>
                <a:lnTo>
                  <a:pt x="3927" y="1964"/>
                </a:lnTo>
                <a:lnTo>
                  <a:pt x="1964" y="1964"/>
                </a:lnTo>
                <a:cubicBezTo>
                  <a:pt x="879" y="1964"/>
                  <a:pt x="0" y="2843"/>
                  <a:pt x="0" y="3928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3928"/>
                </a:lnTo>
                <a:cubicBezTo>
                  <a:pt x="21600" y="2843"/>
                  <a:pt x="20721" y="1964"/>
                  <a:pt x="19636" y="1964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11" name="Shape 2623">
            <a:extLst>
              <a:ext uri="{FF2B5EF4-FFF2-40B4-BE49-F238E27FC236}">
                <a16:creationId xmlns:a16="http://schemas.microsoft.com/office/drawing/2014/main" id="{D6C43970-A721-D9BB-F4A8-31A35039080F}"/>
              </a:ext>
            </a:extLst>
          </p:cNvPr>
          <p:cNvSpPr/>
          <p:nvPr userDrawn="1"/>
        </p:nvSpPr>
        <p:spPr>
          <a:xfrm>
            <a:off x="10442135" y="2895544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7364" y="13255"/>
                </a:moveTo>
                <a:lnTo>
                  <a:pt x="5400" y="13255"/>
                </a:lnTo>
                <a:lnTo>
                  <a:pt x="5400" y="15218"/>
                </a:lnTo>
                <a:lnTo>
                  <a:pt x="7364" y="15218"/>
                </a:lnTo>
                <a:cubicBezTo>
                  <a:pt x="7364" y="15218"/>
                  <a:pt x="7364" y="13255"/>
                  <a:pt x="7364" y="13255"/>
                </a:cubicBezTo>
                <a:close/>
                <a:moveTo>
                  <a:pt x="7364" y="16691"/>
                </a:moveTo>
                <a:lnTo>
                  <a:pt x="5400" y="16691"/>
                </a:lnTo>
                <a:lnTo>
                  <a:pt x="5400" y="18655"/>
                </a:lnTo>
                <a:lnTo>
                  <a:pt x="7364" y="18655"/>
                </a:lnTo>
                <a:cubicBezTo>
                  <a:pt x="7364" y="18655"/>
                  <a:pt x="7364" y="16691"/>
                  <a:pt x="7364" y="16691"/>
                </a:cubicBezTo>
                <a:close/>
                <a:moveTo>
                  <a:pt x="7364" y="9818"/>
                </a:moveTo>
                <a:lnTo>
                  <a:pt x="5400" y="9818"/>
                </a:lnTo>
                <a:lnTo>
                  <a:pt x="5400" y="11782"/>
                </a:lnTo>
                <a:lnTo>
                  <a:pt x="7364" y="11782"/>
                </a:lnTo>
                <a:cubicBezTo>
                  <a:pt x="7364" y="11782"/>
                  <a:pt x="7364" y="9818"/>
                  <a:pt x="7364" y="9818"/>
                </a:cubicBezTo>
                <a:close/>
                <a:moveTo>
                  <a:pt x="4418" y="16691"/>
                </a:moveTo>
                <a:lnTo>
                  <a:pt x="2455" y="16691"/>
                </a:lnTo>
                <a:lnTo>
                  <a:pt x="2455" y="18655"/>
                </a:lnTo>
                <a:lnTo>
                  <a:pt x="4418" y="18655"/>
                </a:lnTo>
                <a:cubicBezTo>
                  <a:pt x="4418" y="18655"/>
                  <a:pt x="4418" y="16691"/>
                  <a:pt x="4418" y="16691"/>
                </a:cubicBezTo>
                <a:close/>
                <a:moveTo>
                  <a:pt x="20618" y="6873"/>
                </a:moveTo>
                <a:lnTo>
                  <a:pt x="982" y="6873"/>
                </a:lnTo>
                <a:lnTo>
                  <a:pt x="982" y="3928"/>
                </a:lnTo>
                <a:cubicBezTo>
                  <a:pt x="982" y="3385"/>
                  <a:pt x="1422" y="2945"/>
                  <a:pt x="1964" y="2945"/>
                </a:cubicBezTo>
                <a:lnTo>
                  <a:pt x="3927" y="2945"/>
                </a:lnTo>
                <a:lnTo>
                  <a:pt x="3927" y="4418"/>
                </a:lnTo>
                <a:cubicBezTo>
                  <a:pt x="3927" y="4690"/>
                  <a:pt x="4147" y="4909"/>
                  <a:pt x="4418" y="4909"/>
                </a:cubicBezTo>
                <a:cubicBezTo>
                  <a:pt x="4690" y="4909"/>
                  <a:pt x="4909" y="4690"/>
                  <a:pt x="4909" y="4418"/>
                </a:cubicBezTo>
                <a:lnTo>
                  <a:pt x="4909" y="2945"/>
                </a:lnTo>
                <a:lnTo>
                  <a:pt x="16691" y="2945"/>
                </a:lnTo>
                <a:lnTo>
                  <a:pt x="16691" y="4418"/>
                </a:lnTo>
                <a:cubicBezTo>
                  <a:pt x="16691" y="4690"/>
                  <a:pt x="16910" y="4909"/>
                  <a:pt x="17182" y="4909"/>
                </a:cubicBezTo>
                <a:cubicBezTo>
                  <a:pt x="17453" y="4909"/>
                  <a:pt x="17673" y="4690"/>
                  <a:pt x="17673" y="4418"/>
                </a:cubicBezTo>
                <a:lnTo>
                  <a:pt x="17673" y="2945"/>
                </a:lnTo>
                <a:lnTo>
                  <a:pt x="19636" y="2945"/>
                </a:lnTo>
                <a:cubicBezTo>
                  <a:pt x="20178" y="2945"/>
                  <a:pt x="20618" y="3385"/>
                  <a:pt x="20618" y="3928"/>
                </a:cubicBezTo>
                <a:cubicBezTo>
                  <a:pt x="20618" y="3928"/>
                  <a:pt x="20618" y="6873"/>
                  <a:pt x="20618" y="6873"/>
                </a:cubicBezTo>
                <a:close/>
                <a:moveTo>
                  <a:pt x="20618" y="19636"/>
                </a:moveTo>
                <a:cubicBezTo>
                  <a:pt x="20618" y="20178"/>
                  <a:pt x="20178" y="20618"/>
                  <a:pt x="19636" y="20618"/>
                </a:cubicBez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7855"/>
                </a:lnTo>
                <a:lnTo>
                  <a:pt x="20618" y="7855"/>
                </a:lnTo>
                <a:cubicBezTo>
                  <a:pt x="20618" y="7855"/>
                  <a:pt x="20618" y="19636"/>
                  <a:pt x="20618" y="19636"/>
                </a:cubicBezTo>
                <a:close/>
                <a:moveTo>
                  <a:pt x="19636" y="1964"/>
                </a:moveTo>
                <a:lnTo>
                  <a:pt x="17673" y="1964"/>
                </a:lnTo>
                <a:lnTo>
                  <a:pt x="17673" y="491"/>
                </a:lnTo>
                <a:cubicBezTo>
                  <a:pt x="17673" y="220"/>
                  <a:pt x="17453" y="0"/>
                  <a:pt x="17182" y="0"/>
                </a:cubicBezTo>
                <a:cubicBezTo>
                  <a:pt x="16910" y="0"/>
                  <a:pt x="16691" y="220"/>
                  <a:pt x="16691" y="491"/>
                </a:cubicBezTo>
                <a:lnTo>
                  <a:pt x="16691" y="1964"/>
                </a:lnTo>
                <a:lnTo>
                  <a:pt x="4909" y="1964"/>
                </a:lnTo>
                <a:lnTo>
                  <a:pt x="4909" y="491"/>
                </a:lnTo>
                <a:cubicBezTo>
                  <a:pt x="4909" y="220"/>
                  <a:pt x="4690" y="0"/>
                  <a:pt x="4418" y="0"/>
                </a:cubicBezTo>
                <a:cubicBezTo>
                  <a:pt x="4147" y="0"/>
                  <a:pt x="3927" y="220"/>
                  <a:pt x="3927" y="491"/>
                </a:cubicBezTo>
                <a:lnTo>
                  <a:pt x="3927" y="1964"/>
                </a:lnTo>
                <a:lnTo>
                  <a:pt x="1964" y="1964"/>
                </a:lnTo>
                <a:cubicBezTo>
                  <a:pt x="879" y="1964"/>
                  <a:pt x="0" y="2843"/>
                  <a:pt x="0" y="3928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3928"/>
                </a:lnTo>
                <a:cubicBezTo>
                  <a:pt x="21600" y="2843"/>
                  <a:pt x="20721" y="1964"/>
                  <a:pt x="19636" y="1964"/>
                </a:cubicBezTo>
                <a:moveTo>
                  <a:pt x="4418" y="9818"/>
                </a:moveTo>
                <a:lnTo>
                  <a:pt x="2455" y="9818"/>
                </a:lnTo>
                <a:lnTo>
                  <a:pt x="2455" y="11782"/>
                </a:lnTo>
                <a:lnTo>
                  <a:pt x="4418" y="11782"/>
                </a:lnTo>
                <a:cubicBezTo>
                  <a:pt x="4418" y="11782"/>
                  <a:pt x="4418" y="9818"/>
                  <a:pt x="4418" y="9818"/>
                </a:cubicBezTo>
                <a:close/>
                <a:moveTo>
                  <a:pt x="4418" y="13255"/>
                </a:moveTo>
                <a:lnTo>
                  <a:pt x="2455" y="13255"/>
                </a:lnTo>
                <a:lnTo>
                  <a:pt x="2455" y="15218"/>
                </a:lnTo>
                <a:lnTo>
                  <a:pt x="4418" y="15218"/>
                </a:lnTo>
                <a:cubicBezTo>
                  <a:pt x="4418" y="15218"/>
                  <a:pt x="4418" y="13255"/>
                  <a:pt x="4418" y="13255"/>
                </a:cubicBezTo>
                <a:close/>
                <a:moveTo>
                  <a:pt x="10309" y="16691"/>
                </a:moveTo>
                <a:lnTo>
                  <a:pt x="8345" y="16691"/>
                </a:lnTo>
                <a:lnTo>
                  <a:pt x="8345" y="18655"/>
                </a:lnTo>
                <a:lnTo>
                  <a:pt x="10309" y="18655"/>
                </a:lnTo>
                <a:cubicBezTo>
                  <a:pt x="10309" y="18655"/>
                  <a:pt x="10309" y="16691"/>
                  <a:pt x="10309" y="16691"/>
                </a:cubicBezTo>
                <a:close/>
                <a:moveTo>
                  <a:pt x="10309" y="9818"/>
                </a:moveTo>
                <a:lnTo>
                  <a:pt x="8345" y="9818"/>
                </a:lnTo>
                <a:lnTo>
                  <a:pt x="8345" y="11782"/>
                </a:lnTo>
                <a:lnTo>
                  <a:pt x="10309" y="11782"/>
                </a:lnTo>
                <a:cubicBezTo>
                  <a:pt x="10309" y="11782"/>
                  <a:pt x="10309" y="9818"/>
                  <a:pt x="10309" y="9818"/>
                </a:cubicBezTo>
                <a:close/>
                <a:moveTo>
                  <a:pt x="10309" y="13255"/>
                </a:moveTo>
                <a:lnTo>
                  <a:pt x="8345" y="13255"/>
                </a:lnTo>
                <a:lnTo>
                  <a:pt x="8345" y="15218"/>
                </a:lnTo>
                <a:lnTo>
                  <a:pt x="10309" y="15218"/>
                </a:lnTo>
                <a:cubicBezTo>
                  <a:pt x="10309" y="15218"/>
                  <a:pt x="10309" y="13255"/>
                  <a:pt x="10309" y="13255"/>
                </a:cubicBezTo>
                <a:close/>
                <a:moveTo>
                  <a:pt x="19145" y="13255"/>
                </a:moveTo>
                <a:lnTo>
                  <a:pt x="17182" y="13255"/>
                </a:lnTo>
                <a:lnTo>
                  <a:pt x="17182" y="15218"/>
                </a:lnTo>
                <a:lnTo>
                  <a:pt x="19145" y="15218"/>
                </a:lnTo>
                <a:cubicBezTo>
                  <a:pt x="19145" y="15218"/>
                  <a:pt x="19145" y="13255"/>
                  <a:pt x="19145" y="13255"/>
                </a:cubicBezTo>
                <a:close/>
                <a:moveTo>
                  <a:pt x="16200" y="13255"/>
                </a:moveTo>
                <a:lnTo>
                  <a:pt x="14236" y="13255"/>
                </a:lnTo>
                <a:lnTo>
                  <a:pt x="14236" y="15218"/>
                </a:lnTo>
                <a:lnTo>
                  <a:pt x="16200" y="15218"/>
                </a:lnTo>
                <a:cubicBezTo>
                  <a:pt x="16200" y="15218"/>
                  <a:pt x="16200" y="13255"/>
                  <a:pt x="16200" y="13255"/>
                </a:cubicBezTo>
                <a:close/>
                <a:moveTo>
                  <a:pt x="19145" y="9818"/>
                </a:moveTo>
                <a:lnTo>
                  <a:pt x="17182" y="9818"/>
                </a:lnTo>
                <a:lnTo>
                  <a:pt x="17182" y="11782"/>
                </a:lnTo>
                <a:lnTo>
                  <a:pt x="19145" y="11782"/>
                </a:lnTo>
                <a:cubicBezTo>
                  <a:pt x="19145" y="11782"/>
                  <a:pt x="19145" y="9818"/>
                  <a:pt x="19145" y="9818"/>
                </a:cubicBezTo>
                <a:close/>
                <a:moveTo>
                  <a:pt x="16200" y="9818"/>
                </a:moveTo>
                <a:lnTo>
                  <a:pt x="14236" y="9818"/>
                </a:lnTo>
                <a:lnTo>
                  <a:pt x="14236" y="11782"/>
                </a:lnTo>
                <a:lnTo>
                  <a:pt x="16200" y="11782"/>
                </a:lnTo>
                <a:cubicBezTo>
                  <a:pt x="16200" y="11782"/>
                  <a:pt x="16200" y="9818"/>
                  <a:pt x="16200" y="9818"/>
                </a:cubicBezTo>
                <a:close/>
                <a:moveTo>
                  <a:pt x="13255" y="16691"/>
                </a:moveTo>
                <a:lnTo>
                  <a:pt x="11291" y="16691"/>
                </a:lnTo>
                <a:lnTo>
                  <a:pt x="11291" y="18655"/>
                </a:lnTo>
                <a:lnTo>
                  <a:pt x="13255" y="18655"/>
                </a:lnTo>
                <a:cubicBezTo>
                  <a:pt x="13255" y="18655"/>
                  <a:pt x="13255" y="16691"/>
                  <a:pt x="13255" y="16691"/>
                </a:cubicBezTo>
                <a:close/>
                <a:moveTo>
                  <a:pt x="13255" y="9818"/>
                </a:moveTo>
                <a:lnTo>
                  <a:pt x="11291" y="9818"/>
                </a:lnTo>
                <a:lnTo>
                  <a:pt x="11291" y="11782"/>
                </a:lnTo>
                <a:lnTo>
                  <a:pt x="13255" y="11782"/>
                </a:lnTo>
                <a:cubicBezTo>
                  <a:pt x="13255" y="11782"/>
                  <a:pt x="13255" y="9818"/>
                  <a:pt x="13255" y="9818"/>
                </a:cubicBezTo>
                <a:close/>
                <a:moveTo>
                  <a:pt x="13255" y="13255"/>
                </a:moveTo>
                <a:lnTo>
                  <a:pt x="11291" y="13255"/>
                </a:lnTo>
                <a:lnTo>
                  <a:pt x="11291" y="15218"/>
                </a:lnTo>
                <a:lnTo>
                  <a:pt x="13255" y="15218"/>
                </a:lnTo>
                <a:cubicBezTo>
                  <a:pt x="13255" y="15218"/>
                  <a:pt x="13255" y="13255"/>
                  <a:pt x="13255" y="13255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12" name="Shape 2624">
            <a:extLst>
              <a:ext uri="{FF2B5EF4-FFF2-40B4-BE49-F238E27FC236}">
                <a16:creationId xmlns:a16="http://schemas.microsoft.com/office/drawing/2014/main" id="{49524549-A0A3-C79F-B038-D9DBD5F6EBEA}"/>
              </a:ext>
            </a:extLst>
          </p:cNvPr>
          <p:cNvSpPr/>
          <p:nvPr userDrawn="1"/>
        </p:nvSpPr>
        <p:spPr>
          <a:xfrm>
            <a:off x="10976933" y="2895544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82" y="6873"/>
                </a:moveTo>
                <a:lnTo>
                  <a:pt x="20618" y="6873"/>
                </a:lnTo>
                <a:lnTo>
                  <a:pt x="20618" y="7855"/>
                </a:lnTo>
                <a:lnTo>
                  <a:pt x="982" y="7855"/>
                </a:lnTo>
                <a:cubicBezTo>
                  <a:pt x="982" y="7855"/>
                  <a:pt x="982" y="6873"/>
                  <a:pt x="982" y="6873"/>
                </a:cubicBezTo>
                <a:close/>
                <a:moveTo>
                  <a:pt x="16691" y="8836"/>
                </a:moveTo>
                <a:lnTo>
                  <a:pt x="18655" y="8836"/>
                </a:lnTo>
                <a:lnTo>
                  <a:pt x="18655" y="17673"/>
                </a:lnTo>
                <a:lnTo>
                  <a:pt x="16691" y="17673"/>
                </a:lnTo>
                <a:cubicBezTo>
                  <a:pt x="16691" y="17673"/>
                  <a:pt x="16691" y="8836"/>
                  <a:pt x="16691" y="8836"/>
                </a:cubicBezTo>
                <a:close/>
                <a:moveTo>
                  <a:pt x="13745" y="8836"/>
                </a:moveTo>
                <a:lnTo>
                  <a:pt x="15709" y="8836"/>
                </a:lnTo>
                <a:lnTo>
                  <a:pt x="15709" y="17673"/>
                </a:lnTo>
                <a:lnTo>
                  <a:pt x="13745" y="17673"/>
                </a:lnTo>
                <a:cubicBezTo>
                  <a:pt x="13745" y="17673"/>
                  <a:pt x="13745" y="8836"/>
                  <a:pt x="13745" y="8836"/>
                </a:cubicBezTo>
                <a:close/>
                <a:moveTo>
                  <a:pt x="8836" y="8836"/>
                </a:moveTo>
                <a:lnTo>
                  <a:pt x="12764" y="8836"/>
                </a:lnTo>
                <a:lnTo>
                  <a:pt x="12764" y="17673"/>
                </a:lnTo>
                <a:lnTo>
                  <a:pt x="8836" y="17673"/>
                </a:lnTo>
                <a:cubicBezTo>
                  <a:pt x="8836" y="17673"/>
                  <a:pt x="8836" y="8836"/>
                  <a:pt x="8836" y="8836"/>
                </a:cubicBezTo>
                <a:close/>
                <a:moveTo>
                  <a:pt x="5891" y="8836"/>
                </a:moveTo>
                <a:lnTo>
                  <a:pt x="7855" y="8836"/>
                </a:lnTo>
                <a:lnTo>
                  <a:pt x="7855" y="17673"/>
                </a:lnTo>
                <a:lnTo>
                  <a:pt x="5891" y="17673"/>
                </a:lnTo>
                <a:cubicBezTo>
                  <a:pt x="5891" y="17673"/>
                  <a:pt x="5891" y="8836"/>
                  <a:pt x="5891" y="8836"/>
                </a:cubicBezTo>
                <a:close/>
                <a:moveTo>
                  <a:pt x="2945" y="8836"/>
                </a:moveTo>
                <a:lnTo>
                  <a:pt x="4909" y="8836"/>
                </a:lnTo>
                <a:lnTo>
                  <a:pt x="4909" y="17673"/>
                </a:lnTo>
                <a:lnTo>
                  <a:pt x="2945" y="17673"/>
                </a:lnTo>
                <a:cubicBezTo>
                  <a:pt x="2945" y="17673"/>
                  <a:pt x="2945" y="8836"/>
                  <a:pt x="2945" y="8836"/>
                </a:cubicBezTo>
                <a:close/>
                <a:moveTo>
                  <a:pt x="19773" y="18655"/>
                </a:moveTo>
                <a:lnTo>
                  <a:pt x="20428" y="20618"/>
                </a:lnTo>
                <a:lnTo>
                  <a:pt x="1172" y="20618"/>
                </a:lnTo>
                <a:lnTo>
                  <a:pt x="1827" y="18655"/>
                </a:lnTo>
                <a:cubicBezTo>
                  <a:pt x="1827" y="18655"/>
                  <a:pt x="19773" y="18655"/>
                  <a:pt x="19773" y="18655"/>
                </a:cubicBezTo>
                <a:close/>
                <a:moveTo>
                  <a:pt x="10800" y="1056"/>
                </a:moveTo>
                <a:lnTo>
                  <a:pt x="19261" y="5891"/>
                </a:lnTo>
                <a:lnTo>
                  <a:pt x="2339" y="5891"/>
                </a:lnTo>
                <a:cubicBezTo>
                  <a:pt x="2339" y="5891"/>
                  <a:pt x="10800" y="1056"/>
                  <a:pt x="10800" y="1056"/>
                </a:cubicBezTo>
                <a:close/>
                <a:moveTo>
                  <a:pt x="21109" y="8836"/>
                </a:moveTo>
                <a:cubicBezTo>
                  <a:pt x="21380" y="8836"/>
                  <a:pt x="21600" y="8617"/>
                  <a:pt x="21600" y="8345"/>
                </a:cubicBezTo>
                <a:lnTo>
                  <a:pt x="21600" y="6382"/>
                </a:lnTo>
                <a:cubicBezTo>
                  <a:pt x="21600" y="6200"/>
                  <a:pt x="21496" y="6047"/>
                  <a:pt x="21349" y="5963"/>
                </a:cubicBezTo>
                <a:lnTo>
                  <a:pt x="21353" y="5956"/>
                </a:lnTo>
                <a:lnTo>
                  <a:pt x="11044" y="65"/>
                </a:lnTo>
                <a:lnTo>
                  <a:pt x="11040" y="72"/>
                </a:lnTo>
                <a:cubicBezTo>
                  <a:pt x="10968" y="30"/>
                  <a:pt x="10889" y="0"/>
                  <a:pt x="10800" y="0"/>
                </a:cubicBezTo>
                <a:cubicBezTo>
                  <a:pt x="10711" y="0"/>
                  <a:pt x="10632" y="30"/>
                  <a:pt x="10560" y="72"/>
                </a:cubicBezTo>
                <a:lnTo>
                  <a:pt x="10556" y="65"/>
                </a:lnTo>
                <a:lnTo>
                  <a:pt x="247" y="5956"/>
                </a:lnTo>
                <a:lnTo>
                  <a:pt x="251" y="5963"/>
                </a:lnTo>
                <a:cubicBezTo>
                  <a:pt x="104" y="6047"/>
                  <a:pt x="0" y="6200"/>
                  <a:pt x="0" y="6382"/>
                </a:cubicBezTo>
                <a:lnTo>
                  <a:pt x="0" y="8345"/>
                </a:lnTo>
                <a:cubicBezTo>
                  <a:pt x="0" y="8617"/>
                  <a:pt x="220" y="8836"/>
                  <a:pt x="491" y="8836"/>
                </a:cubicBezTo>
                <a:lnTo>
                  <a:pt x="1964" y="8836"/>
                </a:lnTo>
                <a:lnTo>
                  <a:pt x="1964" y="17673"/>
                </a:lnTo>
                <a:lnTo>
                  <a:pt x="1473" y="17673"/>
                </a:lnTo>
                <a:cubicBezTo>
                  <a:pt x="1256" y="17673"/>
                  <a:pt x="1078" y="17816"/>
                  <a:pt x="1013" y="18010"/>
                </a:cubicBezTo>
                <a:lnTo>
                  <a:pt x="1007" y="18009"/>
                </a:lnTo>
                <a:lnTo>
                  <a:pt x="25" y="20954"/>
                </a:lnTo>
                <a:lnTo>
                  <a:pt x="31" y="20955"/>
                </a:lnTo>
                <a:cubicBezTo>
                  <a:pt x="14" y="21005"/>
                  <a:pt x="0" y="21055"/>
                  <a:pt x="0" y="21109"/>
                </a:cubicBezTo>
                <a:cubicBezTo>
                  <a:pt x="0" y="21381"/>
                  <a:pt x="220" y="21600"/>
                  <a:pt x="491" y="21600"/>
                </a:cubicBezTo>
                <a:lnTo>
                  <a:pt x="21109" y="21600"/>
                </a:lnTo>
                <a:cubicBezTo>
                  <a:pt x="21380" y="21600"/>
                  <a:pt x="21600" y="21381"/>
                  <a:pt x="21600" y="21109"/>
                </a:cubicBezTo>
                <a:cubicBezTo>
                  <a:pt x="21600" y="21055"/>
                  <a:pt x="21586" y="21005"/>
                  <a:pt x="21569" y="20955"/>
                </a:cubicBezTo>
                <a:lnTo>
                  <a:pt x="21575" y="20954"/>
                </a:lnTo>
                <a:lnTo>
                  <a:pt x="20593" y="18009"/>
                </a:lnTo>
                <a:lnTo>
                  <a:pt x="20587" y="18010"/>
                </a:lnTo>
                <a:cubicBezTo>
                  <a:pt x="20522" y="17816"/>
                  <a:pt x="20344" y="17673"/>
                  <a:pt x="20127" y="17673"/>
                </a:cubicBezTo>
                <a:lnTo>
                  <a:pt x="19636" y="17673"/>
                </a:lnTo>
                <a:lnTo>
                  <a:pt x="19636" y="8836"/>
                </a:lnTo>
                <a:cubicBezTo>
                  <a:pt x="19636" y="8836"/>
                  <a:pt x="21109" y="8836"/>
                  <a:pt x="21109" y="8836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13" name="Shape 2625">
            <a:extLst>
              <a:ext uri="{FF2B5EF4-FFF2-40B4-BE49-F238E27FC236}">
                <a16:creationId xmlns:a16="http://schemas.microsoft.com/office/drawing/2014/main" id="{A84536F3-F046-08C8-16F9-5E184B160650}"/>
              </a:ext>
            </a:extLst>
          </p:cNvPr>
          <p:cNvSpPr/>
          <p:nvPr userDrawn="1"/>
        </p:nvSpPr>
        <p:spPr>
          <a:xfrm>
            <a:off x="6163748" y="3455808"/>
            <a:ext cx="280133" cy="2292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6" y="20400"/>
                </a:moveTo>
                <a:lnTo>
                  <a:pt x="1964" y="20400"/>
                </a:lnTo>
                <a:cubicBezTo>
                  <a:pt x="1422" y="20400"/>
                  <a:pt x="982" y="19862"/>
                  <a:pt x="982" y="19200"/>
                </a:cubicBezTo>
                <a:cubicBezTo>
                  <a:pt x="982" y="18949"/>
                  <a:pt x="1025" y="18796"/>
                  <a:pt x="1048" y="18734"/>
                </a:cubicBezTo>
                <a:cubicBezTo>
                  <a:pt x="1065" y="18712"/>
                  <a:pt x="1048" y="18729"/>
                  <a:pt x="1078" y="18673"/>
                </a:cubicBezTo>
                <a:lnTo>
                  <a:pt x="9914" y="1873"/>
                </a:lnTo>
                <a:cubicBezTo>
                  <a:pt x="9930" y="1843"/>
                  <a:pt x="9944" y="1813"/>
                  <a:pt x="9957" y="1783"/>
                </a:cubicBezTo>
                <a:cubicBezTo>
                  <a:pt x="9960" y="1778"/>
                  <a:pt x="10234" y="1200"/>
                  <a:pt x="10800" y="1200"/>
                </a:cubicBezTo>
                <a:cubicBezTo>
                  <a:pt x="11366" y="1200"/>
                  <a:pt x="11588" y="1654"/>
                  <a:pt x="11617" y="1719"/>
                </a:cubicBezTo>
                <a:cubicBezTo>
                  <a:pt x="11641" y="1792"/>
                  <a:pt x="11650" y="1806"/>
                  <a:pt x="11686" y="1873"/>
                </a:cubicBezTo>
                <a:lnTo>
                  <a:pt x="20522" y="18673"/>
                </a:lnTo>
                <a:cubicBezTo>
                  <a:pt x="20535" y="18697"/>
                  <a:pt x="20548" y="18720"/>
                  <a:pt x="20562" y="18744"/>
                </a:cubicBezTo>
                <a:cubicBezTo>
                  <a:pt x="20576" y="18785"/>
                  <a:pt x="20618" y="18928"/>
                  <a:pt x="20618" y="19200"/>
                </a:cubicBezTo>
                <a:cubicBezTo>
                  <a:pt x="20618" y="19862"/>
                  <a:pt x="20177" y="20400"/>
                  <a:pt x="19636" y="20400"/>
                </a:cubicBezTo>
                <a:moveTo>
                  <a:pt x="21348" y="18023"/>
                </a:moveTo>
                <a:lnTo>
                  <a:pt x="12511" y="1223"/>
                </a:lnTo>
                <a:cubicBezTo>
                  <a:pt x="12511" y="1223"/>
                  <a:pt x="12058" y="0"/>
                  <a:pt x="10800" y="0"/>
                </a:cubicBezTo>
                <a:cubicBezTo>
                  <a:pt x="9616" y="0"/>
                  <a:pt x="9089" y="1223"/>
                  <a:pt x="9089" y="1223"/>
                </a:cubicBezTo>
                <a:lnTo>
                  <a:pt x="252" y="18023"/>
                </a:lnTo>
                <a:cubicBezTo>
                  <a:pt x="252" y="18023"/>
                  <a:pt x="0" y="18421"/>
                  <a:pt x="0" y="19200"/>
                </a:cubicBezTo>
                <a:cubicBezTo>
                  <a:pt x="0" y="20526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526"/>
                  <a:pt x="21600" y="19200"/>
                </a:cubicBezTo>
                <a:cubicBezTo>
                  <a:pt x="21600" y="18362"/>
                  <a:pt x="21348" y="18023"/>
                  <a:pt x="21348" y="18023"/>
                </a:cubicBezTo>
                <a:moveTo>
                  <a:pt x="10800" y="15600"/>
                </a:moveTo>
                <a:cubicBezTo>
                  <a:pt x="10258" y="15600"/>
                  <a:pt x="9818" y="16138"/>
                  <a:pt x="9818" y="16800"/>
                </a:cubicBezTo>
                <a:cubicBezTo>
                  <a:pt x="9818" y="17462"/>
                  <a:pt x="10258" y="18000"/>
                  <a:pt x="10800" y="18000"/>
                </a:cubicBezTo>
                <a:cubicBezTo>
                  <a:pt x="11342" y="18000"/>
                  <a:pt x="11782" y="17462"/>
                  <a:pt x="11782" y="16800"/>
                </a:cubicBezTo>
                <a:cubicBezTo>
                  <a:pt x="11782" y="16138"/>
                  <a:pt x="11342" y="15600"/>
                  <a:pt x="10800" y="15600"/>
                </a:cubicBezTo>
                <a:moveTo>
                  <a:pt x="10800" y="6000"/>
                </a:moveTo>
                <a:cubicBezTo>
                  <a:pt x="10258" y="6000"/>
                  <a:pt x="9818" y="6538"/>
                  <a:pt x="9818" y="7200"/>
                </a:cubicBezTo>
                <a:lnTo>
                  <a:pt x="10309" y="13800"/>
                </a:lnTo>
                <a:cubicBezTo>
                  <a:pt x="10309" y="14132"/>
                  <a:pt x="10529" y="14400"/>
                  <a:pt x="10800" y="14400"/>
                </a:cubicBezTo>
                <a:cubicBezTo>
                  <a:pt x="11071" y="14400"/>
                  <a:pt x="11291" y="14132"/>
                  <a:pt x="11291" y="13800"/>
                </a:cubicBezTo>
                <a:lnTo>
                  <a:pt x="11782" y="7200"/>
                </a:lnTo>
                <a:cubicBezTo>
                  <a:pt x="11782" y="6538"/>
                  <a:pt x="11342" y="6000"/>
                  <a:pt x="10800" y="60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14" name="Shape 2626">
            <a:extLst>
              <a:ext uri="{FF2B5EF4-FFF2-40B4-BE49-F238E27FC236}">
                <a16:creationId xmlns:a16="http://schemas.microsoft.com/office/drawing/2014/main" id="{E452D594-F95F-265B-302E-79E09A54F4CE}"/>
              </a:ext>
            </a:extLst>
          </p:cNvPr>
          <p:cNvSpPr/>
          <p:nvPr userDrawn="1"/>
        </p:nvSpPr>
        <p:spPr>
          <a:xfrm>
            <a:off x="6724012" y="3430343"/>
            <a:ext cx="229200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7222" y="18655"/>
                </a:moveTo>
                <a:cubicBezTo>
                  <a:pt x="7553" y="18644"/>
                  <a:pt x="7811" y="18417"/>
                  <a:pt x="7799" y="18146"/>
                </a:cubicBezTo>
                <a:lnTo>
                  <a:pt x="6916" y="6377"/>
                </a:lnTo>
                <a:cubicBezTo>
                  <a:pt x="6904" y="6106"/>
                  <a:pt x="6626" y="5895"/>
                  <a:pt x="6295" y="5904"/>
                </a:cubicBezTo>
                <a:cubicBezTo>
                  <a:pt x="5963" y="5915"/>
                  <a:pt x="5705" y="6142"/>
                  <a:pt x="5717" y="6413"/>
                </a:cubicBezTo>
                <a:lnTo>
                  <a:pt x="6601" y="18182"/>
                </a:lnTo>
                <a:cubicBezTo>
                  <a:pt x="6613" y="18453"/>
                  <a:pt x="6891" y="18664"/>
                  <a:pt x="7222" y="18655"/>
                </a:cubicBezTo>
                <a:moveTo>
                  <a:pt x="17400" y="19636"/>
                </a:moveTo>
                <a:cubicBezTo>
                  <a:pt x="17319" y="20154"/>
                  <a:pt x="16862" y="20618"/>
                  <a:pt x="16200" y="20618"/>
                </a:cubicBezTo>
                <a:lnTo>
                  <a:pt x="5400" y="20618"/>
                </a:lnTo>
                <a:cubicBezTo>
                  <a:pt x="4737" y="20618"/>
                  <a:pt x="4291" y="20160"/>
                  <a:pt x="4200" y="19636"/>
                </a:cubicBezTo>
                <a:lnTo>
                  <a:pt x="3000" y="3927"/>
                </a:lnTo>
                <a:lnTo>
                  <a:pt x="18600" y="3927"/>
                </a:lnTo>
                <a:cubicBezTo>
                  <a:pt x="18600" y="3927"/>
                  <a:pt x="17400" y="19636"/>
                  <a:pt x="17400" y="19636"/>
                </a:cubicBezTo>
                <a:close/>
                <a:moveTo>
                  <a:pt x="7800" y="983"/>
                </a:moveTo>
                <a:lnTo>
                  <a:pt x="13800" y="983"/>
                </a:lnTo>
                <a:lnTo>
                  <a:pt x="13800" y="2945"/>
                </a:lnTo>
                <a:lnTo>
                  <a:pt x="7800" y="2945"/>
                </a:lnTo>
                <a:cubicBezTo>
                  <a:pt x="7800" y="2945"/>
                  <a:pt x="7800" y="983"/>
                  <a:pt x="7800" y="983"/>
                </a:cubicBezTo>
                <a:close/>
                <a:moveTo>
                  <a:pt x="21000" y="2945"/>
                </a:moveTo>
                <a:lnTo>
                  <a:pt x="15000" y="2945"/>
                </a:lnTo>
                <a:lnTo>
                  <a:pt x="15000" y="983"/>
                </a:lnTo>
                <a:cubicBezTo>
                  <a:pt x="15000" y="440"/>
                  <a:pt x="14462" y="0"/>
                  <a:pt x="13800" y="0"/>
                </a:cubicBezTo>
                <a:lnTo>
                  <a:pt x="7800" y="0"/>
                </a:lnTo>
                <a:cubicBezTo>
                  <a:pt x="7137" y="0"/>
                  <a:pt x="6600" y="440"/>
                  <a:pt x="6600" y="983"/>
                </a:cubicBezTo>
                <a:lnTo>
                  <a:pt x="6600" y="2945"/>
                </a:lnTo>
                <a:lnTo>
                  <a:pt x="600" y="2945"/>
                </a:lnTo>
                <a:cubicBezTo>
                  <a:pt x="269" y="2945"/>
                  <a:pt x="0" y="3166"/>
                  <a:pt x="0" y="3437"/>
                </a:cubicBezTo>
                <a:cubicBezTo>
                  <a:pt x="0" y="3708"/>
                  <a:pt x="269" y="3927"/>
                  <a:pt x="600" y="3927"/>
                </a:cubicBezTo>
                <a:lnTo>
                  <a:pt x="1800" y="3927"/>
                </a:lnTo>
                <a:lnTo>
                  <a:pt x="3000" y="19636"/>
                </a:lnTo>
                <a:cubicBezTo>
                  <a:pt x="3193" y="20711"/>
                  <a:pt x="4075" y="21600"/>
                  <a:pt x="5400" y="21600"/>
                </a:cubicBezTo>
                <a:lnTo>
                  <a:pt x="16200" y="21600"/>
                </a:lnTo>
                <a:cubicBezTo>
                  <a:pt x="17525" y="21600"/>
                  <a:pt x="18374" y="20700"/>
                  <a:pt x="18600" y="19636"/>
                </a:cubicBezTo>
                <a:lnTo>
                  <a:pt x="19800" y="3927"/>
                </a:lnTo>
                <a:lnTo>
                  <a:pt x="21000" y="3927"/>
                </a:lnTo>
                <a:cubicBezTo>
                  <a:pt x="21331" y="3927"/>
                  <a:pt x="21600" y="3708"/>
                  <a:pt x="21600" y="3437"/>
                </a:cubicBezTo>
                <a:cubicBezTo>
                  <a:pt x="21600" y="3166"/>
                  <a:pt x="21331" y="2945"/>
                  <a:pt x="21000" y="2945"/>
                </a:cubicBezTo>
                <a:moveTo>
                  <a:pt x="14380" y="18654"/>
                </a:moveTo>
                <a:cubicBezTo>
                  <a:pt x="14711" y="18664"/>
                  <a:pt x="14989" y="18452"/>
                  <a:pt x="15001" y="18181"/>
                </a:cubicBezTo>
                <a:lnTo>
                  <a:pt x="15871" y="6413"/>
                </a:lnTo>
                <a:cubicBezTo>
                  <a:pt x="15883" y="6142"/>
                  <a:pt x="15625" y="5914"/>
                  <a:pt x="15294" y="5904"/>
                </a:cubicBezTo>
                <a:cubicBezTo>
                  <a:pt x="14962" y="5895"/>
                  <a:pt x="14684" y="6106"/>
                  <a:pt x="14672" y="6377"/>
                </a:cubicBezTo>
                <a:lnTo>
                  <a:pt x="13802" y="18146"/>
                </a:lnTo>
                <a:cubicBezTo>
                  <a:pt x="13790" y="18417"/>
                  <a:pt x="14049" y="18644"/>
                  <a:pt x="14380" y="18654"/>
                </a:cubicBezTo>
                <a:moveTo>
                  <a:pt x="10800" y="18655"/>
                </a:moveTo>
                <a:cubicBezTo>
                  <a:pt x="11131" y="18655"/>
                  <a:pt x="11400" y="18435"/>
                  <a:pt x="11400" y="18164"/>
                </a:cubicBezTo>
                <a:lnTo>
                  <a:pt x="11400" y="6382"/>
                </a:lnTo>
                <a:cubicBezTo>
                  <a:pt x="11400" y="6110"/>
                  <a:pt x="11131" y="5891"/>
                  <a:pt x="10800" y="5891"/>
                </a:cubicBezTo>
                <a:cubicBezTo>
                  <a:pt x="10469" y="5891"/>
                  <a:pt x="10200" y="6110"/>
                  <a:pt x="10200" y="6382"/>
                </a:cubicBezTo>
                <a:lnTo>
                  <a:pt x="10200" y="18164"/>
                </a:lnTo>
                <a:cubicBezTo>
                  <a:pt x="10200" y="18435"/>
                  <a:pt x="10469" y="18655"/>
                  <a:pt x="10800" y="18655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15" name="Shape 2627">
            <a:extLst>
              <a:ext uri="{FF2B5EF4-FFF2-40B4-BE49-F238E27FC236}">
                <a16:creationId xmlns:a16="http://schemas.microsoft.com/office/drawing/2014/main" id="{0E4AB768-803E-61AF-0A6F-795749A7D1E7}"/>
              </a:ext>
            </a:extLst>
          </p:cNvPr>
          <p:cNvSpPr/>
          <p:nvPr userDrawn="1"/>
        </p:nvSpPr>
        <p:spPr>
          <a:xfrm>
            <a:off x="7277911" y="3430343"/>
            <a:ext cx="191000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720" y="19636"/>
                </a:moveTo>
                <a:cubicBezTo>
                  <a:pt x="18623" y="20154"/>
                  <a:pt x="18075" y="20618"/>
                  <a:pt x="17280" y="20618"/>
                </a:cubicBezTo>
                <a:lnTo>
                  <a:pt x="4320" y="20618"/>
                </a:lnTo>
                <a:cubicBezTo>
                  <a:pt x="3525" y="20618"/>
                  <a:pt x="2989" y="20160"/>
                  <a:pt x="2880" y="19636"/>
                </a:cubicBezTo>
                <a:lnTo>
                  <a:pt x="1483" y="3927"/>
                </a:lnTo>
                <a:lnTo>
                  <a:pt x="20117" y="3927"/>
                </a:lnTo>
                <a:cubicBezTo>
                  <a:pt x="20117" y="3927"/>
                  <a:pt x="18720" y="19636"/>
                  <a:pt x="18720" y="19636"/>
                </a:cubicBezTo>
                <a:close/>
                <a:moveTo>
                  <a:pt x="4529" y="2227"/>
                </a:moveTo>
                <a:cubicBezTo>
                  <a:pt x="4971" y="2122"/>
                  <a:pt x="5311" y="1878"/>
                  <a:pt x="5440" y="1571"/>
                </a:cubicBezTo>
                <a:cubicBezTo>
                  <a:pt x="5563" y="1278"/>
                  <a:pt x="6084" y="982"/>
                  <a:pt x="6840" y="982"/>
                </a:cubicBezTo>
                <a:cubicBezTo>
                  <a:pt x="7596" y="982"/>
                  <a:pt x="8117" y="1094"/>
                  <a:pt x="8240" y="1387"/>
                </a:cubicBezTo>
                <a:cubicBezTo>
                  <a:pt x="8286" y="1495"/>
                  <a:pt x="8358" y="1598"/>
                  <a:pt x="8454" y="1688"/>
                </a:cubicBezTo>
                <a:cubicBezTo>
                  <a:pt x="8957" y="2167"/>
                  <a:pt x="9732" y="2442"/>
                  <a:pt x="10577" y="2442"/>
                </a:cubicBezTo>
                <a:cubicBezTo>
                  <a:pt x="11235" y="2442"/>
                  <a:pt x="11854" y="2268"/>
                  <a:pt x="12300" y="1947"/>
                </a:cubicBezTo>
                <a:cubicBezTo>
                  <a:pt x="12697" y="1647"/>
                  <a:pt x="13446" y="1473"/>
                  <a:pt x="14760" y="1473"/>
                </a:cubicBezTo>
                <a:cubicBezTo>
                  <a:pt x="16059" y="1473"/>
                  <a:pt x="16752" y="1940"/>
                  <a:pt x="16920" y="2209"/>
                </a:cubicBezTo>
                <a:cubicBezTo>
                  <a:pt x="17107" y="2509"/>
                  <a:pt x="17391" y="2750"/>
                  <a:pt x="17688" y="2945"/>
                </a:cubicBezTo>
                <a:lnTo>
                  <a:pt x="2830" y="2945"/>
                </a:lnTo>
                <a:cubicBezTo>
                  <a:pt x="3170" y="2668"/>
                  <a:pt x="3770" y="2408"/>
                  <a:pt x="4529" y="2227"/>
                </a:cubicBezTo>
                <a:moveTo>
                  <a:pt x="20880" y="2945"/>
                </a:moveTo>
                <a:lnTo>
                  <a:pt x="19676" y="2945"/>
                </a:lnTo>
                <a:cubicBezTo>
                  <a:pt x="19217" y="2693"/>
                  <a:pt x="18780" y="2403"/>
                  <a:pt x="18405" y="1964"/>
                </a:cubicBezTo>
                <a:cubicBezTo>
                  <a:pt x="17787" y="1241"/>
                  <a:pt x="16749" y="491"/>
                  <a:pt x="14760" y="491"/>
                </a:cubicBezTo>
                <a:cubicBezTo>
                  <a:pt x="13012" y="491"/>
                  <a:pt x="11880" y="798"/>
                  <a:pt x="11231" y="1289"/>
                </a:cubicBezTo>
                <a:cubicBezTo>
                  <a:pt x="11081" y="1397"/>
                  <a:pt x="10839" y="1461"/>
                  <a:pt x="10577" y="1461"/>
                </a:cubicBezTo>
                <a:cubicBezTo>
                  <a:pt x="10245" y="1461"/>
                  <a:pt x="9879" y="1359"/>
                  <a:pt x="9624" y="1116"/>
                </a:cubicBezTo>
                <a:cubicBezTo>
                  <a:pt x="9310" y="370"/>
                  <a:pt x="8188" y="0"/>
                  <a:pt x="6840" y="0"/>
                </a:cubicBezTo>
                <a:cubicBezTo>
                  <a:pt x="5492" y="0"/>
                  <a:pt x="4370" y="554"/>
                  <a:pt x="4056" y="1300"/>
                </a:cubicBezTo>
                <a:cubicBezTo>
                  <a:pt x="2613" y="1643"/>
                  <a:pt x="1555" y="2238"/>
                  <a:pt x="1211" y="2945"/>
                </a:cubicBezTo>
                <a:lnTo>
                  <a:pt x="720" y="2945"/>
                </a:lnTo>
                <a:cubicBezTo>
                  <a:pt x="323" y="2945"/>
                  <a:pt x="0" y="3165"/>
                  <a:pt x="0" y="3436"/>
                </a:cubicBezTo>
                <a:lnTo>
                  <a:pt x="0" y="3437"/>
                </a:lnTo>
                <a:lnTo>
                  <a:pt x="1440" y="19636"/>
                </a:lnTo>
                <a:cubicBezTo>
                  <a:pt x="1672" y="20711"/>
                  <a:pt x="2730" y="21600"/>
                  <a:pt x="4320" y="21600"/>
                </a:cubicBezTo>
                <a:lnTo>
                  <a:pt x="17280" y="21600"/>
                </a:lnTo>
                <a:cubicBezTo>
                  <a:pt x="18870" y="21600"/>
                  <a:pt x="19890" y="20700"/>
                  <a:pt x="20160" y="19636"/>
                </a:cubicBezTo>
                <a:lnTo>
                  <a:pt x="21600" y="3437"/>
                </a:lnTo>
                <a:lnTo>
                  <a:pt x="21600" y="3436"/>
                </a:lnTo>
                <a:cubicBezTo>
                  <a:pt x="21600" y="3165"/>
                  <a:pt x="21277" y="2945"/>
                  <a:pt x="20880" y="2945"/>
                </a:cubicBezTo>
                <a:moveTo>
                  <a:pt x="6507" y="18655"/>
                </a:moveTo>
                <a:cubicBezTo>
                  <a:pt x="6904" y="18644"/>
                  <a:pt x="7214" y="18417"/>
                  <a:pt x="7200" y="18146"/>
                </a:cubicBezTo>
                <a:lnTo>
                  <a:pt x="6139" y="6377"/>
                </a:lnTo>
                <a:cubicBezTo>
                  <a:pt x="6125" y="6106"/>
                  <a:pt x="5791" y="5895"/>
                  <a:pt x="5394" y="5904"/>
                </a:cubicBezTo>
                <a:cubicBezTo>
                  <a:pt x="4996" y="5915"/>
                  <a:pt x="4686" y="6142"/>
                  <a:pt x="4700" y="6413"/>
                </a:cubicBezTo>
                <a:lnTo>
                  <a:pt x="5761" y="18182"/>
                </a:lnTo>
                <a:cubicBezTo>
                  <a:pt x="5775" y="18453"/>
                  <a:pt x="6109" y="18664"/>
                  <a:pt x="6507" y="18655"/>
                </a:cubicBezTo>
                <a:moveTo>
                  <a:pt x="10800" y="18655"/>
                </a:moveTo>
                <a:cubicBezTo>
                  <a:pt x="11197" y="18655"/>
                  <a:pt x="11520" y="18435"/>
                  <a:pt x="11520" y="18164"/>
                </a:cubicBezTo>
                <a:lnTo>
                  <a:pt x="11520" y="6382"/>
                </a:lnTo>
                <a:cubicBezTo>
                  <a:pt x="11520" y="6110"/>
                  <a:pt x="11197" y="5891"/>
                  <a:pt x="10800" y="5891"/>
                </a:cubicBezTo>
                <a:cubicBezTo>
                  <a:pt x="10403" y="5891"/>
                  <a:pt x="10080" y="6110"/>
                  <a:pt x="10080" y="6382"/>
                </a:cubicBezTo>
                <a:lnTo>
                  <a:pt x="10080" y="18164"/>
                </a:lnTo>
                <a:cubicBezTo>
                  <a:pt x="10080" y="18435"/>
                  <a:pt x="10403" y="18655"/>
                  <a:pt x="10800" y="18655"/>
                </a:cubicBezTo>
                <a:moveTo>
                  <a:pt x="15095" y="18654"/>
                </a:moveTo>
                <a:cubicBezTo>
                  <a:pt x="15494" y="18664"/>
                  <a:pt x="15827" y="18452"/>
                  <a:pt x="15841" y="18181"/>
                </a:cubicBezTo>
                <a:lnTo>
                  <a:pt x="16886" y="6413"/>
                </a:lnTo>
                <a:cubicBezTo>
                  <a:pt x="16900" y="6142"/>
                  <a:pt x="16590" y="5914"/>
                  <a:pt x="16192" y="5904"/>
                </a:cubicBezTo>
                <a:cubicBezTo>
                  <a:pt x="15795" y="5895"/>
                  <a:pt x="15461" y="6106"/>
                  <a:pt x="15447" y="6377"/>
                </a:cubicBezTo>
                <a:lnTo>
                  <a:pt x="14402" y="18146"/>
                </a:lnTo>
                <a:cubicBezTo>
                  <a:pt x="14388" y="18417"/>
                  <a:pt x="14699" y="18644"/>
                  <a:pt x="15095" y="18654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16" name="Shape 2628">
            <a:extLst>
              <a:ext uri="{FF2B5EF4-FFF2-40B4-BE49-F238E27FC236}">
                <a16:creationId xmlns:a16="http://schemas.microsoft.com/office/drawing/2014/main" id="{2A6B42C7-ED8F-E146-6FE5-B13FAB0B715D}"/>
              </a:ext>
            </a:extLst>
          </p:cNvPr>
          <p:cNvSpPr/>
          <p:nvPr userDrawn="1"/>
        </p:nvSpPr>
        <p:spPr>
          <a:xfrm>
            <a:off x="7768143" y="3430343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445" y="20618"/>
                </a:moveTo>
                <a:cubicBezTo>
                  <a:pt x="15830" y="20618"/>
                  <a:pt x="15230" y="20482"/>
                  <a:pt x="14664" y="20214"/>
                </a:cubicBezTo>
                <a:cubicBezTo>
                  <a:pt x="14611" y="20189"/>
                  <a:pt x="14556" y="20170"/>
                  <a:pt x="14501" y="20155"/>
                </a:cubicBezTo>
                <a:cubicBezTo>
                  <a:pt x="8920" y="17308"/>
                  <a:pt x="4296" y="12685"/>
                  <a:pt x="1448" y="7105"/>
                </a:cubicBezTo>
                <a:cubicBezTo>
                  <a:pt x="1432" y="7048"/>
                  <a:pt x="1412" y="6991"/>
                  <a:pt x="1386" y="6936"/>
                </a:cubicBezTo>
                <a:cubicBezTo>
                  <a:pt x="1118" y="6369"/>
                  <a:pt x="982" y="5770"/>
                  <a:pt x="982" y="5155"/>
                </a:cubicBezTo>
                <a:cubicBezTo>
                  <a:pt x="982" y="2774"/>
                  <a:pt x="3067" y="982"/>
                  <a:pt x="4418" y="982"/>
                </a:cubicBezTo>
                <a:cubicBezTo>
                  <a:pt x="4595" y="982"/>
                  <a:pt x="4712" y="1072"/>
                  <a:pt x="4765" y="1126"/>
                </a:cubicBezTo>
                <a:cubicBezTo>
                  <a:pt x="4777" y="1139"/>
                  <a:pt x="4800" y="1164"/>
                  <a:pt x="4832" y="1216"/>
                </a:cubicBezTo>
                <a:cubicBezTo>
                  <a:pt x="4849" y="1244"/>
                  <a:pt x="4868" y="1271"/>
                  <a:pt x="4888" y="1297"/>
                </a:cubicBezTo>
                <a:lnTo>
                  <a:pt x="8121" y="5453"/>
                </a:lnTo>
                <a:cubicBezTo>
                  <a:pt x="8146" y="5485"/>
                  <a:pt x="8173" y="5515"/>
                  <a:pt x="8202" y="5544"/>
                </a:cubicBezTo>
                <a:cubicBezTo>
                  <a:pt x="8255" y="5598"/>
                  <a:pt x="8345" y="5715"/>
                  <a:pt x="8345" y="5891"/>
                </a:cubicBezTo>
                <a:cubicBezTo>
                  <a:pt x="8345" y="5978"/>
                  <a:pt x="8321" y="6060"/>
                  <a:pt x="8274" y="6135"/>
                </a:cubicBezTo>
                <a:lnTo>
                  <a:pt x="7180" y="7221"/>
                </a:lnTo>
                <a:cubicBezTo>
                  <a:pt x="7175" y="7226"/>
                  <a:pt x="7170" y="7231"/>
                  <a:pt x="7165" y="7236"/>
                </a:cubicBezTo>
                <a:cubicBezTo>
                  <a:pt x="6769" y="7609"/>
                  <a:pt x="6543" y="8126"/>
                  <a:pt x="6543" y="8668"/>
                </a:cubicBezTo>
                <a:cubicBezTo>
                  <a:pt x="6543" y="9175"/>
                  <a:pt x="6740" y="9658"/>
                  <a:pt x="7082" y="10020"/>
                </a:cubicBezTo>
                <a:cubicBezTo>
                  <a:pt x="7094" y="10040"/>
                  <a:pt x="7107" y="10059"/>
                  <a:pt x="7121" y="10078"/>
                </a:cubicBezTo>
                <a:cubicBezTo>
                  <a:pt x="8327" y="11745"/>
                  <a:pt x="9810" y="13222"/>
                  <a:pt x="11528" y="14469"/>
                </a:cubicBezTo>
                <a:cubicBezTo>
                  <a:pt x="11541" y="14478"/>
                  <a:pt x="11555" y="14487"/>
                  <a:pt x="11568" y="14496"/>
                </a:cubicBezTo>
                <a:cubicBezTo>
                  <a:pt x="11931" y="14844"/>
                  <a:pt x="12418" y="15045"/>
                  <a:pt x="12928" y="15045"/>
                </a:cubicBezTo>
                <a:cubicBezTo>
                  <a:pt x="13440" y="15045"/>
                  <a:pt x="13934" y="14840"/>
                  <a:pt x="14301" y="14479"/>
                </a:cubicBezTo>
                <a:cubicBezTo>
                  <a:pt x="14320" y="14463"/>
                  <a:pt x="14338" y="14446"/>
                  <a:pt x="14356" y="14427"/>
                </a:cubicBezTo>
                <a:lnTo>
                  <a:pt x="15456" y="13320"/>
                </a:lnTo>
                <a:cubicBezTo>
                  <a:pt x="15533" y="13271"/>
                  <a:pt x="15615" y="13247"/>
                  <a:pt x="15701" y="13247"/>
                </a:cubicBezTo>
                <a:cubicBezTo>
                  <a:pt x="15878" y="13247"/>
                  <a:pt x="15995" y="13337"/>
                  <a:pt x="16048" y="13391"/>
                </a:cubicBezTo>
                <a:cubicBezTo>
                  <a:pt x="16077" y="13420"/>
                  <a:pt x="16108" y="13447"/>
                  <a:pt x="16140" y="13472"/>
                </a:cubicBezTo>
                <a:lnTo>
                  <a:pt x="20296" y="16704"/>
                </a:lnTo>
                <a:cubicBezTo>
                  <a:pt x="20323" y="16725"/>
                  <a:pt x="20351" y="16744"/>
                  <a:pt x="20379" y="16762"/>
                </a:cubicBezTo>
                <a:cubicBezTo>
                  <a:pt x="20431" y="16795"/>
                  <a:pt x="20455" y="16816"/>
                  <a:pt x="20466" y="16827"/>
                </a:cubicBezTo>
                <a:cubicBezTo>
                  <a:pt x="20520" y="16881"/>
                  <a:pt x="20610" y="16997"/>
                  <a:pt x="20610" y="17174"/>
                </a:cubicBezTo>
                <a:cubicBezTo>
                  <a:pt x="20610" y="17207"/>
                  <a:pt x="20612" y="17240"/>
                  <a:pt x="20616" y="17273"/>
                </a:cubicBezTo>
                <a:cubicBezTo>
                  <a:pt x="20539" y="18625"/>
                  <a:pt x="18774" y="20618"/>
                  <a:pt x="16445" y="20618"/>
                </a:cubicBezTo>
                <a:moveTo>
                  <a:pt x="21600" y="17174"/>
                </a:moveTo>
                <a:lnTo>
                  <a:pt x="21592" y="17174"/>
                </a:lnTo>
                <a:cubicBezTo>
                  <a:pt x="21592" y="16768"/>
                  <a:pt x="21427" y="16399"/>
                  <a:pt x="21161" y="16133"/>
                </a:cubicBezTo>
                <a:cubicBezTo>
                  <a:pt x="21082" y="16054"/>
                  <a:pt x="20994" y="15988"/>
                  <a:pt x="20899" y="15929"/>
                </a:cubicBezTo>
                <a:lnTo>
                  <a:pt x="16743" y="12697"/>
                </a:lnTo>
                <a:cubicBezTo>
                  <a:pt x="16476" y="12430"/>
                  <a:pt x="16108" y="12265"/>
                  <a:pt x="15701" y="12265"/>
                </a:cubicBezTo>
                <a:cubicBezTo>
                  <a:pt x="15368" y="12265"/>
                  <a:pt x="15065" y="12380"/>
                  <a:pt x="14819" y="12567"/>
                </a:cubicBezTo>
                <a:lnTo>
                  <a:pt x="13659" y="13736"/>
                </a:lnTo>
                <a:lnTo>
                  <a:pt x="13656" y="13733"/>
                </a:lnTo>
                <a:cubicBezTo>
                  <a:pt x="13477" y="13934"/>
                  <a:pt x="13218" y="14063"/>
                  <a:pt x="12928" y="14063"/>
                </a:cubicBezTo>
                <a:cubicBezTo>
                  <a:pt x="12595" y="14063"/>
                  <a:pt x="12303" y="13897"/>
                  <a:pt x="12125" y="13645"/>
                </a:cubicBezTo>
                <a:cubicBezTo>
                  <a:pt x="12119" y="13654"/>
                  <a:pt x="12111" y="13663"/>
                  <a:pt x="12104" y="13674"/>
                </a:cubicBezTo>
                <a:cubicBezTo>
                  <a:pt x="10500" y="12510"/>
                  <a:pt x="9078" y="11108"/>
                  <a:pt x="7916" y="9502"/>
                </a:cubicBezTo>
                <a:cubicBezTo>
                  <a:pt x="7927" y="9495"/>
                  <a:pt x="7937" y="9486"/>
                  <a:pt x="7949" y="9479"/>
                </a:cubicBezTo>
                <a:cubicBezTo>
                  <a:pt x="7693" y="9299"/>
                  <a:pt x="7525" y="9004"/>
                  <a:pt x="7525" y="8668"/>
                </a:cubicBezTo>
                <a:cubicBezTo>
                  <a:pt x="7525" y="8367"/>
                  <a:pt x="7662" y="8101"/>
                  <a:pt x="7873" y="7920"/>
                </a:cubicBezTo>
                <a:lnTo>
                  <a:pt x="7872" y="7918"/>
                </a:lnTo>
                <a:lnTo>
                  <a:pt x="9026" y="6773"/>
                </a:lnTo>
                <a:cubicBezTo>
                  <a:pt x="9213" y="6528"/>
                  <a:pt x="9327" y="6224"/>
                  <a:pt x="9327" y="5891"/>
                </a:cubicBezTo>
                <a:cubicBezTo>
                  <a:pt x="9327" y="5485"/>
                  <a:pt x="9162" y="5116"/>
                  <a:pt x="8896" y="4850"/>
                </a:cubicBezTo>
                <a:lnTo>
                  <a:pt x="5663" y="693"/>
                </a:lnTo>
                <a:cubicBezTo>
                  <a:pt x="5604" y="599"/>
                  <a:pt x="5538" y="510"/>
                  <a:pt x="5459" y="432"/>
                </a:cubicBezTo>
                <a:cubicBezTo>
                  <a:pt x="5193" y="165"/>
                  <a:pt x="4825" y="0"/>
                  <a:pt x="4418" y="0"/>
                </a:cubicBezTo>
                <a:cubicBezTo>
                  <a:pt x="2455" y="0"/>
                  <a:pt x="0" y="2308"/>
                  <a:pt x="0" y="5155"/>
                </a:cubicBezTo>
                <a:cubicBezTo>
                  <a:pt x="0" y="5943"/>
                  <a:pt x="183" y="6688"/>
                  <a:pt x="499" y="7356"/>
                </a:cubicBezTo>
                <a:lnTo>
                  <a:pt x="483" y="7373"/>
                </a:lnTo>
                <a:cubicBezTo>
                  <a:pt x="3436" y="13255"/>
                  <a:pt x="8345" y="18164"/>
                  <a:pt x="14228" y="21117"/>
                </a:cubicBezTo>
                <a:lnTo>
                  <a:pt x="14244" y="21101"/>
                </a:lnTo>
                <a:cubicBezTo>
                  <a:pt x="14912" y="21418"/>
                  <a:pt x="15657" y="21600"/>
                  <a:pt x="16445" y="21600"/>
                </a:cubicBezTo>
                <a:cubicBezTo>
                  <a:pt x="19292" y="21600"/>
                  <a:pt x="21600" y="19145"/>
                  <a:pt x="21600" y="17182"/>
                </a:cubicBezTo>
                <a:cubicBezTo>
                  <a:pt x="21600" y="17179"/>
                  <a:pt x="21600" y="17177"/>
                  <a:pt x="21600" y="17174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17" name="Shape 2629">
            <a:extLst>
              <a:ext uri="{FF2B5EF4-FFF2-40B4-BE49-F238E27FC236}">
                <a16:creationId xmlns:a16="http://schemas.microsoft.com/office/drawing/2014/main" id="{4B78EC7F-3BEB-1393-4616-0E4FE437B1B5}"/>
              </a:ext>
            </a:extLst>
          </p:cNvPr>
          <p:cNvSpPr/>
          <p:nvPr userDrawn="1"/>
        </p:nvSpPr>
        <p:spPr>
          <a:xfrm>
            <a:off x="8302940" y="3430343"/>
            <a:ext cx="280210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441" y="20618"/>
                </a:moveTo>
                <a:cubicBezTo>
                  <a:pt x="15826" y="20618"/>
                  <a:pt x="15226" y="20482"/>
                  <a:pt x="14660" y="20214"/>
                </a:cubicBezTo>
                <a:cubicBezTo>
                  <a:pt x="14607" y="20189"/>
                  <a:pt x="14552" y="20170"/>
                  <a:pt x="14497" y="20155"/>
                </a:cubicBezTo>
                <a:cubicBezTo>
                  <a:pt x="8918" y="17308"/>
                  <a:pt x="4295" y="12685"/>
                  <a:pt x="1448" y="7105"/>
                </a:cubicBezTo>
                <a:cubicBezTo>
                  <a:pt x="1432" y="7048"/>
                  <a:pt x="1412" y="6991"/>
                  <a:pt x="1386" y="6936"/>
                </a:cubicBezTo>
                <a:cubicBezTo>
                  <a:pt x="1117" y="6369"/>
                  <a:pt x="982" y="5770"/>
                  <a:pt x="982" y="5155"/>
                </a:cubicBezTo>
                <a:cubicBezTo>
                  <a:pt x="982" y="2774"/>
                  <a:pt x="3066" y="982"/>
                  <a:pt x="4417" y="982"/>
                </a:cubicBezTo>
                <a:cubicBezTo>
                  <a:pt x="4594" y="982"/>
                  <a:pt x="4711" y="1072"/>
                  <a:pt x="4764" y="1126"/>
                </a:cubicBezTo>
                <a:cubicBezTo>
                  <a:pt x="4776" y="1139"/>
                  <a:pt x="4798" y="1164"/>
                  <a:pt x="4831" y="1216"/>
                </a:cubicBezTo>
                <a:cubicBezTo>
                  <a:pt x="4848" y="1244"/>
                  <a:pt x="4867" y="1271"/>
                  <a:pt x="4887" y="1297"/>
                </a:cubicBezTo>
                <a:lnTo>
                  <a:pt x="8118" y="5453"/>
                </a:lnTo>
                <a:cubicBezTo>
                  <a:pt x="8143" y="5485"/>
                  <a:pt x="8170" y="5515"/>
                  <a:pt x="8199" y="5544"/>
                </a:cubicBezTo>
                <a:cubicBezTo>
                  <a:pt x="8253" y="5598"/>
                  <a:pt x="8343" y="5715"/>
                  <a:pt x="8343" y="5891"/>
                </a:cubicBezTo>
                <a:cubicBezTo>
                  <a:pt x="8343" y="5978"/>
                  <a:pt x="8319" y="6060"/>
                  <a:pt x="8272" y="6135"/>
                </a:cubicBezTo>
                <a:lnTo>
                  <a:pt x="7178" y="7221"/>
                </a:lnTo>
                <a:cubicBezTo>
                  <a:pt x="7173" y="7226"/>
                  <a:pt x="7168" y="7231"/>
                  <a:pt x="7163" y="7236"/>
                </a:cubicBezTo>
                <a:cubicBezTo>
                  <a:pt x="6767" y="7609"/>
                  <a:pt x="6541" y="8126"/>
                  <a:pt x="6541" y="8668"/>
                </a:cubicBezTo>
                <a:cubicBezTo>
                  <a:pt x="6541" y="9175"/>
                  <a:pt x="6738" y="9658"/>
                  <a:pt x="7080" y="10020"/>
                </a:cubicBezTo>
                <a:cubicBezTo>
                  <a:pt x="7092" y="10040"/>
                  <a:pt x="7105" y="10059"/>
                  <a:pt x="7119" y="10078"/>
                </a:cubicBezTo>
                <a:cubicBezTo>
                  <a:pt x="8325" y="11745"/>
                  <a:pt x="9807" y="13222"/>
                  <a:pt x="11525" y="14469"/>
                </a:cubicBezTo>
                <a:cubicBezTo>
                  <a:pt x="11538" y="14478"/>
                  <a:pt x="11551" y="14487"/>
                  <a:pt x="11565" y="14496"/>
                </a:cubicBezTo>
                <a:cubicBezTo>
                  <a:pt x="11928" y="14844"/>
                  <a:pt x="12414" y="15045"/>
                  <a:pt x="12924" y="15045"/>
                </a:cubicBezTo>
                <a:cubicBezTo>
                  <a:pt x="13436" y="15045"/>
                  <a:pt x="13930" y="14840"/>
                  <a:pt x="14297" y="14479"/>
                </a:cubicBezTo>
                <a:cubicBezTo>
                  <a:pt x="14316" y="14463"/>
                  <a:pt x="14335" y="14446"/>
                  <a:pt x="14352" y="14427"/>
                </a:cubicBezTo>
                <a:lnTo>
                  <a:pt x="15451" y="13320"/>
                </a:lnTo>
                <a:cubicBezTo>
                  <a:pt x="15529" y="13271"/>
                  <a:pt x="15611" y="13247"/>
                  <a:pt x="15697" y="13247"/>
                </a:cubicBezTo>
                <a:cubicBezTo>
                  <a:pt x="15874" y="13247"/>
                  <a:pt x="15990" y="13337"/>
                  <a:pt x="16044" y="13391"/>
                </a:cubicBezTo>
                <a:cubicBezTo>
                  <a:pt x="16073" y="13420"/>
                  <a:pt x="16103" y="13447"/>
                  <a:pt x="16135" y="13472"/>
                </a:cubicBezTo>
                <a:lnTo>
                  <a:pt x="20291" y="16704"/>
                </a:lnTo>
                <a:cubicBezTo>
                  <a:pt x="20317" y="16725"/>
                  <a:pt x="20345" y="16744"/>
                  <a:pt x="20374" y="16762"/>
                </a:cubicBezTo>
                <a:cubicBezTo>
                  <a:pt x="20426" y="16795"/>
                  <a:pt x="20449" y="16816"/>
                  <a:pt x="20461" y="16827"/>
                </a:cubicBezTo>
                <a:cubicBezTo>
                  <a:pt x="20515" y="16881"/>
                  <a:pt x="20605" y="16997"/>
                  <a:pt x="20605" y="17174"/>
                </a:cubicBezTo>
                <a:cubicBezTo>
                  <a:pt x="20605" y="17207"/>
                  <a:pt x="20606" y="17240"/>
                  <a:pt x="20610" y="17273"/>
                </a:cubicBezTo>
                <a:cubicBezTo>
                  <a:pt x="20533" y="18625"/>
                  <a:pt x="18769" y="20618"/>
                  <a:pt x="16441" y="20618"/>
                </a:cubicBezTo>
                <a:moveTo>
                  <a:pt x="21586" y="17174"/>
                </a:moveTo>
                <a:cubicBezTo>
                  <a:pt x="21586" y="16768"/>
                  <a:pt x="21421" y="16399"/>
                  <a:pt x="21155" y="16133"/>
                </a:cubicBezTo>
                <a:cubicBezTo>
                  <a:pt x="21077" y="16054"/>
                  <a:pt x="20988" y="15988"/>
                  <a:pt x="20893" y="15929"/>
                </a:cubicBezTo>
                <a:lnTo>
                  <a:pt x="16738" y="12697"/>
                </a:lnTo>
                <a:cubicBezTo>
                  <a:pt x="16471" y="12430"/>
                  <a:pt x="16104" y="12265"/>
                  <a:pt x="15697" y="12265"/>
                </a:cubicBezTo>
                <a:cubicBezTo>
                  <a:pt x="15364" y="12265"/>
                  <a:pt x="15060" y="12380"/>
                  <a:pt x="14815" y="12567"/>
                </a:cubicBezTo>
                <a:lnTo>
                  <a:pt x="13655" y="13736"/>
                </a:lnTo>
                <a:lnTo>
                  <a:pt x="13652" y="13733"/>
                </a:lnTo>
                <a:cubicBezTo>
                  <a:pt x="13473" y="13934"/>
                  <a:pt x="13214" y="14063"/>
                  <a:pt x="12924" y="14063"/>
                </a:cubicBezTo>
                <a:cubicBezTo>
                  <a:pt x="12592" y="14063"/>
                  <a:pt x="12300" y="13897"/>
                  <a:pt x="12122" y="13645"/>
                </a:cubicBezTo>
                <a:cubicBezTo>
                  <a:pt x="12116" y="13654"/>
                  <a:pt x="12107" y="13663"/>
                  <a:pt x="12101" y="13674"/>
                </a:cubicBezTo>
                <a:cubicBezTo>
                  <a:pt x="10497" y="12510"/>
                  <a:pt x="9076" y="11108"/>
                  <a:pt x="7914" y="9502"/>
                </a:cubicBezTo>
                <a:cubicBezTo>
                  <a:pt x="7925" y="9495"/>
                  <a:pt x="7935" y="9486"/>
                  <a:pt x="7947" y="9479"/>
                </a:cubicBezTo>
                <a:cubicBezTo>
                  <a:pt x="7691" y="9299"/>
                  <a:pt x="7523" y="9004"/>
                  <a:pt x="7523" y="8668"/>
                </a:cubicBezTo>
                <a:cubicBezTo>
                  <a:pt x="7523" y="8367"/>
                  <a:pt x="7659" y="8101"/>
                  <a:pt x="7871" y="7920"/>
                </a:cubicBezTo>
                <a:lnTo>
                  <a:pt x="7870" y="7918"/>
                </a:lnTo>
                <a:lnTo>
                  <a:pt x="9023" y="6773"/>
                </a:lnTo>
                <a:cubicBezTo>
                  <a:pt x="9211" y="6528"/>
                  <a:pt x="9325" y="6224"/>
                  <a:pt x="9325" y="5891"/>
                </a:cubicBezTo>
                <a:cubicBezTo>
                  <a:pt x="9325" y="5485"/>
                  <a:pt x="9160" y="5116"/>
                  <a:pt x="8893" y="4850"/>
                </a:cubicBezTo>
                <a:lnTo>
                  <a:pt x="5662" y="693"/>
                </a:lnTo>
                <a:cubicBezTo>
                  <a:pt x="5603" y="599"/>
                  <a:pt x="5537" y="510"/>
                  <a:pt x="5458" y="432"/>
                </a:cubicBezTo>
                <a:cubicBezTo>
                  <a:pt x="5191" y="165"/>
                  <a:pt x="4823" y="0"/>
                  <a:pt x="4417" y="0"/>
                </a:cubicBezTo>
                <a:cubicBezTo>
                  <a:pt x="2454" y="0"/>
                  <a:pt x="0" y="2308"/>
                  <a:pt x="0" y="5155"/>
                </a:cubicBezTo>
                <a:cubicBezTo>
                  <a:pt x="0" y="5943"/>
                  <a:pt x="183" y="6688"/>
                  <a:pt x="499" y="7356"/>
                </a:cubicBezTo>
                <a:lnTo>
                  <a:pt x="482" y="7373"/>
                </a:lnTo>
                <a:cubicBezTo>
                  <a:pt x="3435" y="13255"/>
                  <a:pt x="8343" y="18164"/>
                  <a:pt x="14224" y="21117"/>
                </a:cubicBezTo>
                <a:lnTo>
                  <a:pt x="14240" y="21101"/>
                </a:lnTo>
                <a:cubicBezTo>
                  <a:pt x="14908" y="21418"/>
                  <a:pt x="15652" y="21600"/>
                  <a:pt x="16441" y="21600"/>
                </a:cubicBezTo>
                <a:cubicBezTo>
                  <a:pt x="19287" y="21600"/>
                  <a:pt x="21594" y="19145"/>
                  <a:pt x="21594" y="17182"/>
                </a:cubicBezTo>
                <a:cubicBezTo>
                  <a:pt x="21594" y="17179"/>
                  <a:pt x="21594" y="17177"/>
                  <a:pt x="21594" y="17174"/>
                </a:cubicBezTo>
                <a:cubicBezTo>
                  <a:pt x="21594" y="17174"/>
                  <a:pt x="21586" y="17174"/>
                  <a:pt x="21586" y="17174"/>
                </a:cubicBezTo>
                <a:close/>
                <a:moveTo>
                  <a:pt x="11785" y="10800"/>
                </a:moveTo>
                <a:cubicBezTo>
                  <a:pt x="12326" y="10800"/>
                  <a:pt x="12766" y="10360"/>
                  <a:pt x="12766" y="9819"/>
                </a:cubicBezTo>
                <a:cubicBezTo>
                  <a:pt x="12766" y="9276"/>
                  <a:pt x="12326" y="8836"/>
                  <a:pt x="11785" y="8836"/>
                </a:cubicBezTo>
                <a:cubicBezTo>
                  <a:pt x="11242" y="8836"/>
                  <a:pt x="10803" y="9276"/>
                  <a:pt x="10803" y="9819"/>
                </a:cubicBezTo>
                <a:cubicBezTo>
                  <a:pt x="10803" y="10360"/>
                  <a:pt x="11242" y="10800"/>
                  <a:pt x="11785" y="10800"/>
                </a:cubicBezTo>
                <a:moveTo>
                  <a:pt x="11785" y="5891"/>
                </a:moveTo>
                <a:cubicBezTo>
                  <a:pt x="13953" y="5891"/>
                  <a:pt x="15711" y="7649"/>
                  <a:pt x="15711" y="9819"/>
                </a:cubicBezTo>
                <a:cubicBezTo>
                  <a:pt x="15711" y="10090"/>
                  <a:pt x="15930" y="10309"/>
                  <a:pt x="16201" y="10309"/>
                </a:cubicBezTo>
                <a:cubicBezTo>
                  <a:pt x="16472" y="10309"/>
                  <a:pt x="16692" y="10090"/>
                  <a:pt x="16692" y="9819"/>
                </a:cubicBezTo>
                <a:cubicBezTo>
                  <a:pt x="16692" y="7107"/>
                  <a:pt x="14495" y="4909"/>
                  <a:pt x="11785" y="4909"/>
                </a:cubicBezTo>
                <a:cubicBezTo>
                  <a:pt x="11513" y="4909"/>
                  <a:pt x="11294" y="5129"/>
                  <a:pt x="11294" y="5400"/>
                </a:cubicBezTo>
                <a:cubicBezTo>
                  <a:pt x="11294" y="5672"/>
                  <a:pt x="11513" y="5891"/>
                  <a:pt x="11785" y="5891"/>
                </a:cubicBezTo>
                <a:moveTo>
                  <a:pt x="11785" y="982"/>
                </a:moveTo>
                <a:cubicBezTo>
                  <a:pt x="16663" y="982"/>
                  <a:pt x="20618" y="4939"/>
                  <a:pt x="20618" y="9819"/>
                </a:cubicBezTo>
                <a:cubicBezTo>
                  <a:pt x="20618" y="10090"/>
                  <a:pt x="20838" y="10309"/>
                  <a:pt x="21109" y="10309"/>
                </a:cubicBezTo>
                <a:cubicBezTo>
                  <a:pt x="21380" y="10309"/>
                  <a:pt x="21600" y="10090"/>
                  <a:pt x="21600" y="9819"/>
                </a:cubicBezTo>
                <a:cubicBezTo>
                  <a:pt x="21600" y="4396"/>
                  <a:pt x="17206" y="0"/>
                  <a:pt x="11785" y="0"/>
                </a:cubicBezTo>
                <a:cubicBezTo>
                  <a:pt x="11513" y="0"/>
                  <a:pt x="11294" y="220"/>
                  <a:pt x="11294" y="491"/>
                </a:cubicBezTo>
                <a:cubicBezTo>
                  <a:pt x="11294" y="762"/>
                  <a:pt x="11513" y="982"/>
                  <a:pt x="11785" y="982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18" name="Shape 2630">
            <a:extLst>
              <a:ext uri="{FF2B5EF4-FFF2-40B4-BE49-F238E27FC236}">
                <a16:creationId xmlns:a16="http://schemas.microsoft.com/office/drawing/2014/main" id="{2039F6B2-9C96-4746-C5A0-E6E09A3123CA}"/>
              </a:ext>
            </a:extLst>
          </p:cNvPr>
          <p:cNvSpPr/>
          <p:nvPr userDrawn="1"/>
        </p:nvSpPr>
        <p:spPr>
          <a:xfrm>
            <a:off x="8901406" y="3430343"/>
            <a:ext cx="152807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507" y="18651"/>
                </a:moveTo>
                <a:lnTo>
                  <a:pt x="10795" y="12327"/>
                </a:lnTo>
                <a:lnTo>
                  <a:pt x="10781" y="12326"/>
                </a:lnTo>
                <a:cubicBezTo>
                  <a:pt x="10785" y="12307"/>
                  <a:pt x="10800" y="12292"/>
                  <a:pt x="10800" y="12273"/>
                </a:cubicBezTo>
                <a:cubicBezTo>
                  <a:pt x="10800" y="12001"/>
                  <a:pt x="10398" y="11782"/>
                  <a:pt x="9900" y="11782"/>
                </a:cubicBezTo>
                <a:lnTo>
                  <a:pt x="2149" y="11782"/>
                </a:lnTo>
                <a:lnTo>
                  <a:pt x="8749" y="982"/>
                </a:lnTo>
                <a:lnTo>
                  <a:pt x="15850" y="982"/>
                </a:lnTo>
                <a:lnTo>
                  <a:pt x="11436" y="8190"/>
                </a:lnTo>
                <a:lnTo>
                  <a:pt x="11447" y="8192"/>
                </a:lnTo>
                <a:cubicBezTo>
                  <a:pt x="11417" y="8241"/>
                  <a:pt x="11391" y="8291"/>
                  <a:pt x="11391" y="8345"/>
                </a:cubicBezTo>
                <a:cubicBezTo>
                  <a:pt x="11391" y="8617"/>
                  <a:pt x="11794" y="8836"/>
                  <a:pt x="12291" y="8836"/>
                </a:cubicBezTo>
                <a:lnTo>
                  <a:pt x="19195" y="8836"/>
                </a:lnTo>
                <a:cubicBezTo>
                  <a:pt x="19195" y="8836"/>
                  <a:pt x="9507" y="18651"/>
                  <a:pt x="9507" y="18651"/>
                </a:cubicBezTo>
                <a:close/>
                <a:moveTo>
                  <a:pt x="21600" y="8345"/>
                </a:moveTo>
                <a:cubicBezTo>
                  <a:pt x="21600" y="8074"/>
                  <a:pt x="21197" y="7855"/>
                  <a:pt x="20700" y="7855"/>
                </a:cubicBezTo>
                <a:lnTo>
                  <a:pt x="13541" y="7855"/>
                </a:lnTo>
                <a:lnTo>
                  <a:pt x="17954" y="646"/>
                </a:lnTo>
                <a:lnTo>
                  <a:pt x="17944" y="644"/>
                </a:lnTo>
                <a:cubicBezTo>
                  <a:pt x="17974" y="595"/>
                  <a:pt x="18000" y="545"/>
                  <a:pt x="18000" y="491"/>
                </a:cubicBezTo>
                <a:cubicBezTo>
                  <a:pt x="18000" y="220"/>
                  <a:pt x="17598" y="0"/>
                  <a:pt x="17100" y="0"/>
                </a:cubicBezTo>
                <a:lnTo>
                  <a:pt x="8101" y="0"/>
                </a:lnTo>
                <a:cubicBezTo>
                  <a:pt x="7703" y="0"/>
                  <a:pt x="7376" y="143"/>
                  <a:pt x="7257" y="337"/>
                </a:cubicBezTo>
                <a:lnTo>
                  <a:pt x="7246" y="335"/>
                </a:lnTo>
                <a:lnTo>
                  <a:pt x="47" y="12117"/>
                </a:lnTo>
                <a:lnTo>
                  <a:pt x="57" y="12120"/>
                </a:lnTo>
                <a:cubicBezTo>
                  <a:pt x="27" y="12168"/>
                  <a:pt x="0" y="12218"/>
                  <a:pt x="0" y="12273"/>
                </a:cubicBezTo>
                <a:cubicBezTo>
                  <a:pt x="0" y="12544"/>
                  <a:pt x="403" y="12764"/>
                  <a:pt x="900" y="12764"/>
                </a:cubicBezTo>
                <a:lnTo>
                  <a:pt x="8895" y="12764"/>
                </a:lnTo>
                <a:lnTo>
                  <a:pt x="7206" y="21055"/>
                </a:lnTo>
                <a:lnTo>
                  <a:pt x="7220" y="21056"/>
                </a:lnTo>
                <a:cubicBezTo>
                  <a:pt x="7216" y="21074"/>
                  <a:pt x="7200" y="21090"/>
                  <a:pt x="7200" y="21109"/>
                </a:cubicBezTo>
                <a:cubicBezTo>
                  <a:pt x="7200" y="21380"/>
                  <a:pt x="7603" y="21600"/>
                  <a:pt x="8101" y="21600"/>
                </a:cubicBezTo>
                <a:cubicBezTo>
                  <a:pt x="8464" y="21600"/>
                  <a:pt x="8761" y="21480"/>
                  <a:pt x="8900" y="21310"/>
                </a:cubicBezTo>
                <a:lnTo>
                  <a:pt x="8918" y="21315"/>
                </a:lnTo>
                <a:lnTo>
                  <a:pt x="21517" y="8551"/>
                </a:lnTo>
                <a:lnTo>
                  <a:pt x="21513" y="8550"/>
                </a:lnTo>
                <a:cubicBezTo>
                  <a:pt x="21567" y="8487"/>
                  <a:pt x="21600" y="8419"/>
                  <a:pt x="21600" y="8345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19" name="Shape 2631">
            <a:extLst>
              <a:ext uri="{FF2B5EF4-FFF2-40B4-BE49-F238E27FC236}">
                <a16:creationId xmlns:a16="http://schemas.microsoft.com/office/drawing/2014/main" id="{0B154F9F-B30E-CDBC-985A-3297A352B533}"/>
              </a:ext>
            </a:extLst>
          </p:cNvPr>
          <p:cNvSpPr/>
          <p:nvPr userDrawn="1"/>
        </p:nvSpPr>
        <p:spPr>
          <a:xfrm>
            <a:off x="9372538" y="3455808"/>
            <a:ext cx="280133" cy="2292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6" y="3600"/>
                </a:moveTo>
                <a:lnTo>
                  <a:pt x="1964" y="3600"/>
                </a:lnTo>
                <a:lnTo>
                  <a:pt x="1964" y="1200"/>
                </a:lnTo>
                <a:lnTo>
                  <a:pt x="19636" y="1200"/>
                </a:lnTo>
                <a:cubicBezTo>
                  <a:pt x="19636" y="1200"/>
                  <a:pt x="19636" y="3600"/>
                  <a:pt x="19636" y="3600"/>
                </a:cubicBezTo>
                <a:close/>
                <a:moveTo>
                  <a:pt x="17182" y="6000"/>
                </a:moveTo>
                <a:lnTo>
                  <a:pt x="17182" y="4800"/>
                </a:lnTo>
                <a:lnTo>
                  <a:pt x="19145" y="4800"/>
                </a:lnTo>
                <a:lnTo>
                  <a:pt x="19145" y="6000"/>
                </a:lnTo>
                <a:cubicBezTo>
                  <a:pt x="19145" y="6662"/>
                  <a:pt x="18705" y="7200"/>
                  <a:pt x="18164" y="7200"/>
                </a:cubicBezTo>
                <a:cubicBezTo>
                  <a:pt x="17621" y="7200"/>
                  <a:pt x="17182" y="6662"/>
                  <a:pt x="17182" y="6000"/>
                </a:cubicBezTo>
                <a:moveTo>
                  <a:pt x="14236" y="6000"/>
                </a:moveTo>
                <a:lnTo>
                  <a:pt x="14236" y="4800"/>
                </a:lnTo>
                <a:lnTo>
                  <a:pt x="16200" y="4800"/>
                </a:lnTo>
                <a:lnTo>
                  <a:pt x="16200" y="6000"/>
                </a:lnTo>
                <a:cubicBezTo>
                  <a:pt x="16200" y="6662"/>
                  <a:pt x="15760" y="7200"/>
                  <a:pt x="15218" y="7200"/>
                </a:cubicBezTo>
                <a:cubicBezTo>
                  <a:pt x="14675" y="7200"/>
                  <a:pt x="14236" y="6662"/>
                  <a:pt x="14236" y="6000"/>
                </a:cubicBezTo>
                <a:moveTo>
                  <a:pt x="11291" y="6000"/>
                </a:moveTo>
                <a:lnTo>
                  <a:pt x="11291" y="4800"/>
                </a:lnTo>
                <a:lnTo>
                  <a:pt x="13255" y="4800"/>
                </a:lnTo>
                <a:lnTo>
                  <a:pt x="13255" y="6000"/>
                </a:lnTo>
                <a:cubicBezTo>
                  <a:pt x="13255" y="6662"/>
                  <a:pt x="12814" y="7200"/>
                  <a:pt x="12273" y="7200"/>
                </a:cubicBezTo>
                <a:cubicBezTo>
                  <a:pt x="11730" y="7200"/>
                  <a:pt x="11291" y="6662"/>
                  <a:pt x="11291" y="6000"/>
                </a:cubicBezTo>
                <a:moveTo>
                  <a:pt x="8345" y="6000"/>
                </a:moveTo>
                <a:lnTo>
                  <a:pt x="8345" y="4800"/>
                </a:lnTo>
                <a:lnTo>
                  <a:pt x="10309" y="4800"/>
                </a:lnTo>
                <a:lnTo>
                  <a:pt x="10309" y="6000"/>
                </a:lnTo>
                <a:cubicBezTo>
                  <a:pt x="10309" y="6662"/>
                  <a:pt x="9869" y="7200"/>
                  <a:pt x="9327" y="7200"/>
                </a:cubicBezTo>
                <a:cubicBezTo>
                  <a:pt x="8785" y="7200"/>
                  <a:pt x="8345" y="6662"/>
                  <a:pt x="8345" y="6000"/>
                </a:cubicBezTo>
                <a:moveTo>
                  <a:pt x="5400" y="6000"/>
                </a:moveTo>
                <a:lnTo>
                  <a:pt x="5400" y="4800"/>
                </a:lnTo>
                <a:lnTo>
                  <a:pt x="7364" y="4800"/>
                </a:lnTo>
                <a:lnTo>
                  <a:pt x="7364" y="6000"/>
                </a:lnTo>
                <a:cubicBezTo>
                  <a:pt x="7364" y="6662"/>
                  <a:pt x="6924" y="7200"/>
                  <a:pt x="6382" y="7200"/>
                </a:cubicBezTo>
                <a:cubicBezTo>
                  <a:pt x="5839" y="7200"/>
                  <a:pt x="5400" y="6662"/>
                  <a:pt x="5400" y="6000"/>
                </a:cubicBezTo>
                <a:moveTo>
                  <a:pt x="2455" y="6000"/>
                </a:moveTo>
                <a:lnTo>
                  <a:pt x="2455" y="4800"/>
                </a:lnTo>
                <a:lnTo>
                  <a:pt x="4418" y="4800"/>
                </a:lnTo>
                <a:lnTo>
                  <a:pt x="4418" y="6000"/>
                </a:lnTo>
                <a:cubicBezTo>
                  <a:pt x="4418" y="6662"/>
                  <a:pt x="3978" y="7200"/>
                  <a:pt x="3436" y="7200"/>
                </a:cubicBezTo>
                <a:cubicBezTo>
                  <a:pt x="2894" y="7200"/>
                  <a:pt x="2455" y="6662"/>
                  <a:pt x="2455" y="6000"/>
                </a:cubicBezTo>
                <a:moveTo>
                  <a:pt x="19636" y="20400"/>
                </a:moveTo>
                <a:lnTo>
                  <a:pt x="12764" y="20400"/>
                </a:lnTo>
                <a:lnTo>
                  <a:pt x="12764" y="13800"/>
                </a:lnTo>
                <a:cubicBezTo>
                  <a:pt x="12764" y="13469"/>
                  <a:pt x="12544" y="13200"/>
                  <a:pt x="12273" y="13200"/>
                </a:cubicBezTo>
                <a:lnTo>
                  <a:pt x="9327" y="13200"/>
                </a:lnTo>
                <a:cubicBezTo>
                  <a:pt x="9056" y="13200"/>
                  <a:pt x="8836" y="13469"/>
                  <a:pt x="8836" y="13800"/>
                </a:cubicBezTo>
                <a:lnTo>
                  <a:pt x="8836" y="20400"/>
                </a:lnTo>
                <a:lnTo>
                  <a:pt x="1964" y="20400"/>
                </a:lnTo>
                <a:lnTo>
                  <a:pt x="1964" y="7573"/>
                </a:lnTo>
                <a:cubicBezTo>
                  <a:pt x="2324" y="8076"/>
                  <a:pt x="2847" y="8400"/>
                  <a:pt x="3436" y="8400"/>
                </a:cubicBezTo>
                <a:cubicBezTo>
                  <a:pt x="4026" y="8400"/>
                  <a:pt x="4549" y="8076"/>
                  <a:pt x="4909" y="7573"/>
                </a:cubicBezTo>
                <a:cubicBezTo>
                  <a:pt x="5269" y="8076"/>
                  <a:pt x="5792" y="8400"/>
                  <a:pt x="6382" y="8400"/>
                </a:cubicBezTo>
                <a:cubicBezTo>
                  <a:pt x="6971" y="8400"/>
                  <a:pt x="7495" y="8076"/>
                  <a:pt x="7855" y="7573"/>
                </a:cubicBezTo>
                <a:cubicBezTo>
                  <a:pt x="8215" y="8076"/>
                  <a:pt x="8738" y="8400"/>
                  <a:pt x="9327" y="8400"/>
                </a:cubicBezTo>
                <a:cubicBezTo>
                  <a:pt x="9917" y="8400"/>
                  <a:pt x="10440" y="8076"/>
                  <a:pt x="10800" y="7573"/>
                </a:cubicBezTo>
                <a:cubicBezTo>
                  <a:pt x="11160" y="8076"/>
                  <a:pt x="11683" y="8400"/>
                  <a:pt x="12273" y="8400"/>
                </a:cubicBezTo>
                <a:cubicBezTo>
                  <a:pt x="12862" y="8400"/>
                  <a:pt x="13385" y="8076"/>
                  <a:pt x="13745" y="7573"/>
                </a:cubicBezTo>
                <a:cubicBezTo>
                  <a:pt x="14105" y="8076"/>
                  <a:pt x="14629" y="8400"/>
                  <a:pt x="15218" y="8400"/>
                </a:cubicBezTo>
                <a:cubicBezTo>
                  <a:pt x="15808" y="8400"/>
                  <a:pt x="16331" y="8076"/>
                  <a:pt x="16691" y="7573"/>
                </a:cubicBezTo>
                <a:cubicBezTo>
                  <a:pt x="17051" y="8076"/>
                  <a:pt x="17574" y="8400"/>
                  <a:pt x="18164" y="8400"/>
                </a:cubicBezTo>
                <a:cubicBezTo>
                  <a:pt x="18753" y="8400"/>
                  <a:pt x="19276" y="8076"/>
                  <a:pt x="19636" y="7573"/>
                </a:cubicBezTo>
                <a:cubicBezTo>
                  <a:pt x="19636" y="7573"/>
                  <a:pt x="19636" y="20400"/>
                  <a:pt x="19636" y="20400"/>
                </a:cubicBezTo>
                <a:close/>
                <a:moveTo>
                  <a:pt x="11782" y="20400"/>
                </a:moveTo>
                <a:lnTo>
                  <a:pt x="9818" y="20400"/>
                </a:lnTo>
                <a:lnTo>
                  <a:pt x="9818" y="14400"/>
                </a:lnTo>
                <a:lnTo>
                  <a:pt x="11782" y="14400"/>
                </a:lnTo>
                <a:cubicBezTo>
                  <a:pt x="11782" y="14400"/>
                  <a:pt x="11782" y="20400"/>
                  <a:pt x="11782" y="20400"/>
                </a:cubicBezTo>
                <a:close/>
                <a:moveTo>
                  <a:pt x="21109" y="20400"/>
                </a:moveTo>
                <a:lnTo>
                  <a:pt x="20618" y="20400"/>
                </a:lnTo>
                <a:lnTo>
                  <a:pt x="20618" y="4800"/>
                </a:lnTo>
                <a:lnTo>
                  <a:pt x="21109" y="4800"/>
                </a:lnTo>
                <a:cubicBezTo>
                  <a:pt x="21380" y="4800"/>
                  <a:pt x="21600" y="4532"/>
                  <a:pt x="21600" y="4200"/>
                </a:cubicBezTo>
                <a:cubicBezTo>
                  <a:pt x="21600" y="3868"/>
                  <a:pt x="21380" y="3600"/>
                  <a:pt x="21109" y="3600"/>
                </a:cubicBezTo>
                <a:lnTo>
                  <a:pt x="20618" y="3600"/>
                </a:lnTo>
                <a:lnTo>
                  <a:pt x="20618" y="1200"/>
                </a:lnTo>
                <a:cubicBezTo>
                  <a:pt x="20618" y="538"/>
                  <a:pt x="20178" y="0"/>
                  <a:pt x="19636" y="0"/>
                </a:cubicBezTo>
                <a:lnTo>
                  <a:pt x="1964" y="0"/>
                </a:lnTo>
                <a:cubicBezTo>
                  <a:pt x="1421" y="0"/>
                  <a:pt x="982" y="538"/>
                  <a:pt x="982" y="1200"/>
                </a:cubicBezTo>
                <a:lnTo>
                  <a:pt x="982" y="3600"/>
                </a:lnTo>
                <a:lnTo>
                  <a:pt x="491" y="3600"/>
                </a:lnTo>
                <a:cubicBezTo>
                  <a:pt x="220" y="3600"/>
                  <a:pt x="0" y="3868"/>
                  <a:pt x="0" y="4200"/>
                </a:cubicBezTo>
                <a:cubicBezTo>
                  <a:pt x="0" y="4532"/>
                  <a:pt x="220" y="4800"/>
                  <a:pt x="491" y="4800"/>
                </a:cubicBezTo>
                <a:lnTo>
                  <a:pt x="982" y="4800"/>
                </a:lnTo>
                <a:lnTo>
                  <a:pt x="982" y="20400"/>
                </a:lnTo>
                <a:lnTo>
                  <a:pt x="491" y="20400"/>
                </a:lnTo>
                <a:cubicBezTo>
                  <a:pt x="220" y="20400"/>
                  <a:pt x="0" y="20669"/>
                  <a:pt x="0" y="21000"/>
                </a:cubicBezTo>
                <a:cubicBezTo>
                  <a:pt x="0" y="21332"/>
                  <a:pt x="220" y="21600"/>
                  <a:pt x="491" y="21600"/>
                </a:cubicBezTo>
                <a:lnTo>
                  <a:pt x="21109" y="21600"/>
                </a:lnTo>
                <a:cubicBezTo>
                  <a:pt x="21380" y="21600"/>
                  <a:pt x="21600" y="21332"/>
                  <a:pt x="21600" y="21000"/>
                </a:cubicBezTo>
                <a:cubicBezTo>
                  <a:pt x="21600" y="20669"/>
                  <a:pt x="21380" y="20400"/>
                  <a:pt x="21109" y="20400"/>
                </a:cubicBezTo>
                <a:moveTo>
                  <a:pt x="16691" y="16800"/>
                </a:moveTo>
                <a:lnTo>
                  <a:pt x="14727" y="16800"/>
                </a:lnTo>
                <a:lnTo>
                  <a:pt x="14727" y="14400"/>
                </a:lnTo>
                <a:lnTo>
                  <a:pt x="16691" y="14400"/>
                </a:lnTo>
                <a:cubicBezTo>
                  <a:pt x="16691" y="14400"/>
                  <a:pt x="16691" y="16800"/>
                  <a:pt x="16691" y="16800"/>
                </a:cubicBezTo>
                <a:close/>
                <a:moveTo>
                  <a:pt x="17182" y="13200"/>
                </a:moveTo>
                <a:lnTo>
                  <a:pt x="14236" y="13200"/>
                </a:lnTo>
                <a:cubicBezTo>
                  <a:pt x="13965" y="13200"/>
                  <a:pt x="13745" y="13469"/>
                  <a:pt x="13745" y="13800"/>
                </a:cubicBezTo>
                <a:lnTo>
                  <a:pt x="13745" y="17400"/>
                </a:lnTo>
                <a:cubicBezTo>
                  <a:pt x="13745" y="17732"/>
                  <a:pt x="13965" y="18000"/>
                  <a:pt x="14236" y="18000"/>
                </a:cubicBezTo>
                <a:lnTo>
                  <a:pt x="17182" y="18000"/>
                </a:lnTo>
                <a:cubicBezTo>
                  <a:pt x="17453" y="18000"/>
                  <a:pt x="17673" y="17732"/>
                  <a:pt x="17673" y="17400"/>
                </a:cubicBezTo>
                <a:lnTo>
                  <a:pt x="17673" y="13800"/>
                </a:lnTo>
                <a:cubicBezTo>
                  <a:pt x="17673" y="13469"/>
                  <a:pt x="17453" y="13200"/>
                  <a:pt x="17182" y="13200"/>
                </a:cubicBezTo>
                <a:moveTo>
                  <a:pt x="6873" y="16800"/>
                </a:moveTo>
                <a:lnTo>
                  <a:pt x="4909" y="16800"/>
                </a:lnTo>
                <a:lnTo>
                  <a:pt x="4909" y="14400"/>
                </a:lnTo>
                <a:lnTo>
                  <a:pt x="6873" y="14400"/>
                </a:lnTo>
                <a:cubicBezTo>
                  <a:pt x="6873" y="14400"/>
                  <a:pt x="6873" y="16800"/>
                  <a:pt x="6873" y="16800"/>
                </a:cubicBezTo>
                <a:close/>
                <a:moveTo>
                  <a:pt x="7364" y="13200"/>
                </a:moveTo>
                <a:lnTo>
                  <a:pt x="4418" y="13200"/>
                </a:lnTo>
                <a:cubicBezTo>
                  <a:pt x="4147" y="13200"/>
                  <a:pt x="3927" y="13469"/>
                  <a:pt x="3927" y="13800"/>
                </a:cubicBezTo>
                <a:lnTo>
                  <a:pt x="3927" y="17400"/>
                </a:lnTo>
                <a:cubicBezTo>
                  <a:pt x="3927" y="17732"/>
                  <a:pt x="4147" y="18000"/>
                  <a:pt x="4418" y="18000"/>
                </a:cubicBezTo>
                <a:lnTo>
                  <a:pt x="7364" y="18000"/>
                </a:lnTo>
                <a:cubicBezTo>
                  <a:pt x="7635" y="18000"/>
                  <a:pt x="7855" y="17732"/>
                  <a:pt x="7855" y="17400"/>
                </a:cubicBezTo>
                <a:lnTo>
                  <a:pt x="7855" y="13800"/>
                </a:lnTo>
                <a:cubicBezTo>
                  <a:pt x="7855" y="13469"/>
                  <a:pt x="7635" y="13200"/>
                  <a:pt x="7364" y="132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20" name="Shape 2632">
            <a:extLst>
              <a:ext uri="{FF2B5EF4-FFF2-40B4-BE49-F238E27FC236}">
                <a16:creationId xmlns:a16="http://schemas.microsoft.com/office/drawing/2014/main" id="{2F41A083-7DF1-F86F-F10E-0CA9207121A3}"/>
              </a:ext>
            </a:extLst>
          </p:cNvPr>
          <p:cNvSpPr/>
          <p:nvPr userDrawn="1"/>
        </p:nvSpPr>
        <p:spPr>
          <a:xfrm>
            <a:off x="9932802" y="3430343"/>
            <a:ext cx="229200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17673"/>
                </a:moveTo>
                <a:cubicBezTo>
                  <a:pt x="4588" y="17673"/>
                  <a:pt x="1200" y="16051"/>
                  <a:pt x="1200" y="15218"/>
                </a:cubicBezTo>
                <a:cubicBezTo>
                  <a:pt x="1200" y="14690"/>
                  <a:pt x="1355" y="14275"/>
                  <a:pt x="1611" y="13896"/>
                </a:cubicBezTo>
                <a:cubicBezTo>
                  <a:pt x="3255" y="14967"/>
                  <a:pt x="6746" y="15709"/>
                  <a:pt x="10800" y="15709"/>
                </a:cubicBezTo>
                <a:cubicBezTo>
                  <a:pt x="14856" y="15709"/>
                  <a:pt x="18345" y="14966"/>
                  <a:pt x="19987" y="13894"/>
                </a:cubicBezTo>
                <a:cubicBezTo>
                  <a:pt x="20244" y="14273"/>
                  <a:pt x="20400" y="14689"/>
                  <a:pt x="20400" y="15218"/>
                </a:cubicBezTo>
                <a:cubicBezTo>
                  <a:pt x="20400" y="16051"/>
                  <a:pt x="17011" y="17673"/>
                  <a:pt x="10800" y="17673"/>
                </a:cubicBezTo>
                <a:moveTo>
                  <a:pt x="10800" y="20618"/>
                </a:moveTo>
                <a:cubicBezTo>
                  <a:pt x="9475" y="20618"/>
                  <a:pt x="8400" y="19739"/>
                  <a:pt x="8400" y="18655"/>
                </a:cubicBezTo>
                <a:cubicBezTo>
                  <a:pt x="8400" y="18625"/>
                  <a:pt x="8408" y="18597"/>
                  <a:pt x="8409" y="18567"/>
                </a:cubicBezTo>
                <a:cubicBezTo>
                  <a:pt x="9179" y="18623"/>
                  <a:pt x="9977" y="18655"/>
                  <a:pt x="10800" y="18655"/>
                </a:cubicBezTo>
                <a:cubicBezTo>
                  <a:pt x="11623" y="18655"/>
                  <a:pt x="12421" y="18623"/>
                  <a:pt x="13191" y="18567"/>
                </a:cubicBezTo>
                <a:cubicBezTo>
                  <a:pt x="13192" y="18597"/>
                  <a:pt x="13200" y="18625"/>
                  <a:pt x="13200" y="18655"/>
                </a:cubicBezTo>
                <a:cubicBezTo>
                  <a:pt x="13200" y="19739"/>
                  <a:pt x="12125" y="20618"/>
                  <a:pt x="10800" y="20618"/>
                </a:cubicBezTo>
                <a:moveTo>
                  <a:pt x="2948" y="12551"/>
                </a:moveTo>
                <a:cubicBezTo>
                  <a:pt x="4308" y="11388"/>
                  <a:pt x="6000" y="9939"/>
                  <a:pt x="6000" y="6873"/>
                </a:cubicBezTo>
                <a:cubicBezTo>
                  <a:pt x="6000" y="5232"/>
                  <a:pt x="7238" y="3825"/>
                  <a:pt x="8988" y="3239"/>
                </a:cubicBezTo>
                <a:cubicBezTo>
                  <a:pt x="9428" y="3657"/>
                  <a:pt x="10072" y="3927"/>
                  <a:pt x="10800" y="3927"/>
                </a:cubicBezTo>
                <a:cubicBezTo>
                  <a:pt x="11528" y="3927"/>
                  <a:pt x="12172" y="3657"/>
                  <a:pt x="12611" y="3239"/>
                </a:cubicBezTo>
                <a:cubicBezTo>
                  <a:pt x="14362" y="3825"/>
                  <a:pt x="15600" y="5232"/>
                  <a:pt x="15600" y="6873"/>
                </a:cubicBezTo>
                <a:cubicBezTo>
                  <a:pt x="15600" y="9939"/>
                  <a:pt x="17292" y="11388"/>
                  <a:pt x="18652" y="12551"/>
                </a:cubicBezTo>
                <a:cubicBezTo>
                  <a:pt x="18911" y="12773"/>
                  <a:pt x="19152" y="12979"/>
                  <a:pt x="19366" y="13183"/>
                </a:cubicBezTo>
                <a:cubicBezTo>
                  <a:pt x="18217" y="14077"/>
                  <a:pt x="14825" y="14727"/>
                  <a:pt x="10800" y="14727"/>
                </a:cubicBezTo>
                <a:cubicBezTo>
                  <a:pt x="6779" y="14727"/>
                  <a:pt x="3383" y="14079"/>
                  <a:pt x="2230" y="13186"/>
                </a:cubicBezTo>
                <a:cubicBezTo>
                  <a:pt x="2446" y="12981"/>
                  <a:pt x="2687" y="12774"/>
                  <a:pt x="2948" y="12551"/>
                </a:cubicBezTo>
                <a:moveTo>
                  <a:pt x="10800" y="982"/>
                </a:moveTo>
                <a:cubicBezTo>
                  <a:pt x="11462" y="982"/>
                  <a:pt x="12000" y="1422"/>
                  <a:pt x="12000" y="1964"/>
                </a:cubicBezTo>
                <a:cubicBezTo>
                  <a:pt x="12000" y="2506"/>
                  <a:pt x="11462" y="2945"/>
                  <a:pt x="10800" y="2945"/>
                </a:cubicBezTo>
                <a:cubicBezTo>
                  <a:pt x="10138" y="2945"/>
                  <a:pt x="9600" y="2506"/>
                  <a:pt x="9600" y="1964"/>
                </a:cubicBezTo>
                <a:cubicBezTo>
                  <a:pt x="9600" y="1422"/>
                  <a:pt x="10138" y="982"/>
                  <a:pt x="10800" y="982"/>
                </a:cubicBezTo>
                <a:moveTo>
                  <a:pt x="21600" y="15218"/>
                </a:moveTo>
                <a:cubicBezTo>
                  <a:pt x="21600" y="11782"/>
                  <a:pt x="16800" y="11782"/>
                  <a:pt x="16800" y="6873"/>
                </a:cubicBezTo>
                <a:cubicBezTo>
                  <a:pt x="16800" y="4845"/>
                  <a:pt x="15296" y="3105"/>
                  <a:pt x="13152" y="2356"/>
                </a:cubicBezTo>
                <a:cubicBezTo>
                  <a:pt x="13183" y="2229"/>
                  <a:pt x="13200" y="2098"/>
                  <a:pt x="13200" y="1964"/>
                </a:cubicBezTo>
                <a:cubicBezTo>
                  <a:pt x="13200" y="879"/>
                  <a:pt x="12125" y="0"/>
                  <a:pt x="10800" y="0"/>
                </a:cubicBezTo>
                <a:cubicBezTo>
                  <a:pt x="9475" y="0"/>
                  <a:pt x="8400" y="879"/>
                  <a:pt x="8400" y="1964"/>
                </a:cubicBezTo>
                <a:cubicBezTo>
                  <a:pt x="8400" y="2098"/>
                  <a:pt x="8417" y="2229"/>
                  <a:pt x="8448" y="2356"/>
                </a:cubicBezTo>
                <a:cubicBezTo>
                  <a:pt x="6304" y="3105"/>
                  <a:pt x="4800" y="4845"/>
                  <a:pt x="4800" y="6873"/>
                </a:cubicBezTo>
                <a:cubicBezTo>
                  <a:pt x="4800" y="11782"/>
                  <a:pt x="0" y="11782"/>
                  <a:pt x="0" y="15218"/>
                </a:cubicBezTo>
                <a:cubicBezTo>
                  <a:pt x="0" y="16716"/>
                  <a:pt x="3016" y="17986"/>
                  <a:pt x="7217" y="18457"/>
                </a:cubicBezTo>
                <a:cubicBezTo>
                  <a:pt x="7211" y="18523"/>
                  <a:pt x="7200" y="18587"/>
                  <a:pt x="7200" y="18655"/>
                </a:cubicBezTo>
                <a:cubicBezTo>
                  <a:pt x="7200" y="20282"/>
                  <a:pt x="8812" y="21600"/>
                  <a:pt x="10800" y="21600"/>
                </a:cubicBezTo>
                <a:cubicBezTo>
                  <a:pt x="12788" y="21600"/>
                  <a:pt x="14400" y="20282"/>
                  <a:pt x="14400" y="18655"/>
                </a:cubicBezTo>
                <a:cubicBezTo>
                  <a:pt x="14400" y="18587"/>
                  <a:pt x="14389" y="18523"/>
                  <a:pt x="14383" y="18457"/>
                </a:cubicBezTo>
                <a:cubicBezTo>
                  <a:pt x="18584" y="17986"/>
                  <a:pt x="21600" y="16716"/>
                  <a:pt x="21600" y="15218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21" name="Shape 2633">
            <a:extLst>
              <a:ext uri="{FF2B5EF4-FFF2-40B4-BE49-F238E27FC236}">
                <a16:creationId xmlns:a16="http://schemas.microsoft.com/office/drawing/2014/main" id="{1D78DC52-7F86-9BCE-4451-23107E42DF37}"/>
              </a:ext>
            </a:extLst>
          </p:cNvPr>
          <p:cNvSpPr/>
          <p:nvPr userDrawn="1"/>
        </p:nvSpPr>
        <p:spPr>
          <a:xfrm>
            <a:off x="10442135" y="3430343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144" y="18334"/>
                </a:moveTo>
                <a:lnTo>
                  <a:pt x="15583" y="6873"/>
                </a:lnTo>
                <a:lnTo>
                  <a:pt x="20168" y="6873"/>
                </a:lnTo>
                <a:cubicBezTo>
                  <a:pt x="20168" y="6873"/>
                  <a:pt x="12144" y="18334"/>
                  <a:pt x="12144" y="18334"/>
                </a:cubicBezTo>
                <a:close/>
                <a:moveTo>
                  <a:pt x="10800" y="19403"/>
                </a:moveTo>
                <a:lnTo>
                  <a:pt x="7041" y="6873"/>
                </a:lnTo>
                <a:lnTo>
                  <a:pt x="14559" y="6873"/>
                </a:lnTo>
                <a:cubicBezTo>
                  <a:pt x="14559" y="6873"/>
                  <a:pt x="10800" y="19403"/>
                  <a:pt x="10800" y="19403"/>
                </a:cubicBezTo>
                <a:close/>
                <a:moveTo>
                  <a:pt x="1432" y="6873"/>
                </a:moveTo>
                <a:lnTo>
                  <a:pt x="6017" y="6873"/>
                </a:lnTo>
                <a:lnTo>
                  <a:pt x="9456" y="18334"/>
                </a:lnTo>
                <a:cubicBezTo>
                  <a:pt x="9456" y="18334"/>
                  <a:pt x="1432" y="6873"/>
                  <a:pt x="1432" y="6873"/>
                </a:cubicBezTo>
                <a:close/>
                <a:moveTo>
                  <a:pt x="6578" y="982"/>
                </a:moveTo>
                <a:lnTo>
                  <a:pt x="8536" y="982"/>
                </a:lnTo>
                <a:lnTo>
                  <a:pt x="6082" y="5891"/>
                </a:lnTo>
                <a:lnTo>
                  <a:pt x="1669" y="5891"/>
                </a:lnTo>
                <a:cubicBezTo>
                  <a:pt x="1669" y="5891"/>
                  <a:pt x="6578" y="982"/>
                  <a:pt x="6578" y="982"/>
                </a:cubicBezTo>
                <a:close/>
                <a:moveTo>
                  <a:pt x="11973" y="982"/>
                </a:moveTo>
                <a:lnTo>
                  <a:pt x="14427" y="5891"/>
                </a:lnTo>
                <a:lnTo>
                  <a:pt x="7173" y="5891"/>
                </a:lnTo>
                <a:lnTo>
                  <a:pt x="9627" y="982"/>
                </a:lnTo>
                <a:cubicBezTo>
                  <a:pt x="9627" y="982"/>
                  <a:pt x="11973" y="982"/>
                  <a:pt x="11973" y="982"/>
                </a:cubicBezTo>
                <a:close/>
                <a:moveTo>
                  <a:pt x="15022" y="982"/>
                </a:moveTo>
                <a:lnTo>
                  <a:pt x="19931" y="5891"/>
                </a:lnTo>
                <a:lnTo>
                  <a:pt x="15518" y="5891"/>
                </a:lnTo>
                <a:lnTo>
                  <a:pt x="13064" y="982"/>
                </a:lnTo>
                <a:cubicBezTo>
                  <a:pt x="13064" y="982"/>
                  <a:pt x="15022" y="982"/>
                  <a:pt x="15022" y="982"/>
                </a:cubicBezTo>
                <a:close/>
                <a:moveTo>
                  <a:pt x="21600" y="6382"/>
                </a:moveTo>
                <a:cubicBezTo>
                  <a:pt x="21600" y="6272"/>
                  <a:pt x="21557" y="6175"/>
                  <a:pt x="21495" y="6093"/>
                </a:cubicBezTo>
                <a:lnTo>
                  <a:pt x="21502" y="6088"/>
                </a:lnTo>
                <a:lnTo>
                  <a:pt x="21471" y="6057"/>
                </a:lnTo>
                <a:cubicBezTo>
                  <a:pt x="21459" y="6044"/>
                  <a:pt x="21448" y="6032"/>
                  <a:pt x="21434" y="6020"/>
                </a:cubicBezTo>
                <a:lnTo>
                  <a:pt x="15611" y="197"/>
                </a:lnTo>
                <a:lnTo>
                  <a:pt x="15604" y="201"/>
                </a:lnTo>
                <a:cubicBezTo>
                  <a:pt x="15514" y="82"/>
                  <a:pt x="15379" y="0"/>
                  <a:pt x="15218" y="0"/>
                </a:cubicBezTo>
                <a:lnTo>
                  <a:pt x="6382" y="0"/>
                </a:lnTo>
                <a:cubicBezTo>
                  <a:pt x="6221" y="0"/>
                  <a:pt x="6086" y="82"/>
                  <a:pt x="5996" y="201"/>
                </a:cubicBezTo>
                <a:lnTo>
                  <a:pt x="5989" y="197"/>
                </a:lnTo>
                <a:lnTo>
                  <a:pt x="166" y="6020"/>
                </a:lnTo>
                <a:cubicBezTo>
                  <a:pt x="152" y="6032"/>
                  <a:pt x="141" y="6044"/>
                  <a:pt x="129" y="6057"/>
                </a:cubicBezTo>
                <a:lnTo>
                  <a:pt x="98" y="6088"/>
                </a:lnTo>
                <a:lnTo>
                  <a:pt x="105" y="6093"/>
                </a:lnTo>
                <a:cubicBezTo>
                  <a:pt x="43" y="6175"/>
                  <a:pt x="0" y="6272"/>
                  <a:pt x="0" y="6382"/>
                </a:cubicBezTo>
                <a:cubicBezTo>
                  <a:pt x="0" y="6499"/>
                  <a:pt x="46" y="6602"/>
                  <a:pt x="115" y="6686"/>
                </a:cubicBezTo>
                <a:lnTo>
                  <a:pt x="109" y="6690"/>
                </a:lnTo>
                <a:lnTo>
                  <a:pt x="10418" y="21418"/>
                </a:lnTo>
                <a:lnTo>
                  <a:pt x="10424" y="21413"/>
                </a:lnTo>
                <a:cubicBezTo>
                  <a:pt x="10514" y="21525"/>
                  <a:pt x="10646" y="21600"/>
                  <a:pt x="10800" y="21600"/>
                </a:cubicBezTo>
                <a:cubicBezTo>
                  <a:pt x="10954" y="21600"/>
                  <a:pt x="11086" y="21525"/>
                  <a:pt x="11176" y="21413"/>
                </a:cubicBezTo>
                <a:lnTo>
                  <a:pt x="11182" y="21418"/>
                </a:lnTo>
                <a:lnTo>
                  <a:pt x="21491" y="6690"/>
                </a:lnTo>
                <a:lnTo>
                  <a:pt x="21485" y="6686"/>
                </a:lnTo>
                <a:cubicBezTo>
                  <a:pt x="21553" y="6602"/>
                  <a:pt x="21600" y="6499"/>
                  <a:pt x="21600" y="6382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22" name="Shape 2634">
            <a:extLst>
              <a:ext uri="{FF2B5EF4-FFF2-40B4-BE49-F238E27FC236}">
                <a16:creationId xmlns:a16="http://schemas.microsoft.com/office/drawing/2014/main" id="{EDEC279C-12D3-B946-4BBA-B92753E41060}"/>
              </a:ext>
            </a:extLst>
          </p:cNvPr>
          <p:cNvSpPr/>
          <p:nvPr userDrawn="1"/>
        </p:nvSpPr>
        <p:spPr>
          <a:xfrm>
            <a:off x="10976933" y="3430343"/>
            <a:ext cx="280133" cy="28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79" y="7008"/>
                </a:moveTo>
                <a:cubicBezTo>
                  <a:pt x="20006" y="12260"/>
                  <a:pt x="12624" y="19436"/>
                  <a:pt x="10800" y="20538"/>
                </a:cubicBezTo>
                <a:cubicBezTo>
                  <a:pt x="8976" y="19436"/>
                  <a:pt x="1594" y="12260"/>
                  <a:pt x="1021" y="7001"/>
                </a:cubicBezTo>
                <a:cubicBezTo>
                  <a:pt x="1021" y="7001"/>
                  <a:pt x="982" y="6718"/>
                  <a:pt x="982" y="6382"/>
                </a:cubicBezTo>
                <a:cubicBezTo>
                  <a:pt x="982" y="3404"/>
                  <a:pt x="3404" y="982"/>
                  <a:pt x="6382" y="982"/>
                </a:cubicBezTo>
                <a:cubicBezTo>
                  <a:pt x="7780" y="982"/>
                  <a:pt x="9107" y="1518"/>
                  <a:pt x="10120" y="2491"/>
                </a:cubicBezTo>
                <a:lnTo>
                  <a:pt x="10800" y="3145"/>
                </a:lnTo>
                <a:lnTo>
                  <a:pt x="11480" y="2491"/>
                </a:lnTo>
                <a:cubicBezTo>
                  <a:pt x="12493" y="1518"/>
                  <a:pt x="13820" y="982"/>
                  <a:pt x="15218" y="982"/>
                </a:cubicBezTo>
                <a:cubicBezTo>
                  <a:pt x="18196" y="982"/>
                  <a:pt x="20618" y="3404"/>
                  <a:pt x="20618" y="6382"/>
                </a:cubicBezTo>
                <a:cubicBezTo>
                  <a:pt x="20618" y="6725"/>
                  <a:pt x="20579" y="7008"/>
                  <a:pt x="20579" y="7008"/>
                </a:cubicBezTo>
                <a:moveTo>
                  <a:pt x="21600" y="6382"/>
                </a:moveTo>
                <a:cubicBezTo>
                  <a:pt x="21600" y="2857"/>
                  <a:pt x="18743" y="0"/>
                  <a:pt x="15218" y="0"/>
                </a:cubicBezTo>
                <a:cubicBezTo>
                  <a:pt x="13502" y="0"/>
                  <a:pt x="11947" y="681"/>
                  <a:pt x="10800" y="1784"/>
                </a:cubicBezTo>
                <a:cubicBezTo>
                  <a:pt x="9653" y="681"/>
                  <a:pt x="8098" y="0"/>
                  <a:pt x="6382" y="0"/>
                </a:cubicBezTo>
                <a:cubicBezTo>
                  <a:pt x="2857" y="0"/>
                  <a:pt x="0" y="2857"/>
                  <a:pt x="0" y="6382"/>
                </a:cubicBezTo>
                <a:cubicBezTo>
                  <a:pt x="0" y="6792"/>
                  <a:pt x="65" y="7282"/>
                  <a:pt x="45" y="7115"/>
                </a:cubicBezTo>
                <a:cubicBezTo>
                  <a:pt x="733" y="13419"/>
                  <a:pt x="9855" y="21600"/>
                  <a:pt x="10800" y="21600"/>
                </a:cubicBezTo>
                <a:cubicBezTo>
                  <a:pt x="11745" y="21600"/>
                  <a:pt x="20867" y="13419"/>
                  <a:pt x="21555" y="7115"/>
                </a:cubicBezTo>
                <a:cubicBezTo>
                  <a:pt x="21536" y="7282"/>
                  <a:pt x="21600" y="6792"/>
                  <a:pt x="21600" y="6382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23" name="Shape 2637">
            <a:extLst>
              <a:ext uri="{FF2B5EF4-FFF2-40B4-BE49-F238E27FC236}">
                <a16:creationId xmlns:a16="http://schemas.microsoft.com/office/drawing/2014/main" id="{26E00152-04C9-E20F-430F-CF7C87CA7789}"/>
              </a:ext>
            </a:extLst>
          </p:cNvPr>
          <p:cNvSpPr/>
          <p:nvPr userDrawn="1"/>
        </p:nvSpPr>
        <p:spPr>
          <a:xfrm>
            <a:off x="806515" y="4544600"/>
            <a:ext cx="152160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400" y="8836"/>
                </a:moveTo>
                <a:lnTo>
                  <a:pt x="16200" y="8836"/>
                </a:lnTo>
                <a:lnTo>
                  <a:pt x="16200" y="11782"/>
                </a:lnTo>
                <a:cubicBezTo>
                  <a:pt x="16200" y="13409"/>
                  <a:pt x="13783" y="14727"/>
                  <a:pt x="10800" y="14727"/>
                </a:cubicBezTo>
                <a:cubicBezTo>
                  <a:pt x="7817" y="14727"/>
                  <a:pt x="5400" y="13409"/>
                  <a:pt x="5400" y="11782"/>
                </a:cubicBezTo>
                <a:cubicBezTo>
                  <a:pt x="5400" y="11782"/>
                  <a:pt x="5400" y="8836"/>
                  <a:pt x="5400" y="8836"/>
                </a:cubicBezTo>
                <a:close/>
                <a:moveTo>
                  <a:pt x="5400" y="3927"/>
                </a:moveTo>
                <a:cubicBezTo>
                  <a:pt x="5400" y="2301"/>
                  <a:pt x="7817" y="982"/>
                  <a:pt x="10800" y="982"/>
                </a:cubicBezTo>
                <a:cubicBezTo>
                  <a:pt x="13783" y="982"/>
                  <a:pt x="16200" y="2301"/>
                  <a:pt x="16200" y="3927"/>
                </a:cubicBezTo>
                <a:lnTo>
                  <a:pt x="16200" y="7855"/>
                </a:lnTo>
                <a:lnTo>
                  <a:pt x="5400" y="7855"/>
                </a:lnTo>
                <a:cubicBezTo>
                  <a:pt x="5400" y="7855"/>
                  <a:pt x="5400" y="3927"/>
                  <a:pt x="5400" y="3927"/>
                </a:cubicBezTo>
                <a:close/>
                <a:moveTo>
                  <a:pt x="10800" y="15709"/>
                </a:moveTo>
                <a:cubicBezTo>
                  <a:pt x="14777" y="15709"/>
                  <a:pt x="18000" y="13951"/>
                  <a:pt x="18000" y="11782"/>
                </a:cubicBezTo>
                <a:lnTo>
                  <a:pt x="18000" y="3927"/>
                </a:lnTo>
                <a:cubicBezTo>
                  <a:pt x="18000" y="1758"/>
                  <a:pt x="14777" y="0"/>
                  <a:pt x="10800" y="0"/>
                </a:cubicBezTo>
                <a:cubicBezTo>
                  <a:pt x="6823" y="0"/>
                  <a:pt x="3600" y="1758"/>
                  <a:pt x="3600" y="3927"/>
                </a:cubicBezTo>
                <a:lnTo>
                  <a:pt x="3600" y="11782"/>
                </a:lnTo>
                <a:cubicBezTo>
                  <a:pt x="3600" y="13951"/>
                  <a:pt x="6823" y="15709"/>
                  <a:pt x="10800" y="15709"/>
                </a:cubicBezTo>
                <a:moveTo>
                  <a:pt x="21600" y="11782"/>
                </a:moveTo>
                <a:lnTo>
                  <a:pt x="21600" y="10309"/>
                </a:lnTo>
                <a:cubicBezTo>
                  <a:pt x="21600" y="10038"/>
                  <a:pt x="21197" y="9818"/>
                  <a:pt x="20700" y="9818"/>
                </a:cubicBezTo>
                <a:cubicBezTo>
                  <a:pt x="20203" y="9818"/>
                  <a:pt x="19800" y="10038"/>
                  <a:pt x="19800" y="10309"/>
                </a:cubicBezTo>
                <a:lnTo>
                  <a:pt x="19800" y="11782"/>
                </a:lnTo>
                <a:cubicBezTo>
                  <a:pt x="19800" y="14493"/>
                  <a:pt x="15771" y="16691"/>
                  <a:pt x="10800" y="16691"/>
                </a:cubicBezTo>
                <a:cubicBezTo>
                  <a:pt x="5829" y="16691"/>
                  <a:pt x="1800" y="14493"/>
                  <a:pt x="1800" y="11782"/>
                </a:cubicBezTo>
                <a:lnTo>
                  <a:pt x="1800" y="10309"/>
                </a:lnTo>
                <a:cubicBezTo>
                  <a:pt x="1800" y="10038"/>
                  <a:pt x="1397" y="9818"/>
                  <a:pt x="900" y="9818"/>
                </a:cubicBezTo>
                <a:cubicBezTo>
                  <a:pt x="403" y="9818"/>
                  <a:pt x="0" y="10038"/>
                  <a:pt x="0" y="10309"/>
                </a:cubicBezTo>
                <a:lnTo>
                  <a:pt x="0" y="11782"/>
                </a:lnTo>
                <a:cubicBezTo>
                  <a:pt x="0" y="14870"/>
                  <a:pt x="4358" y="17398"/>
                  <a:pt x="9900" y="17648"/>
                </a:cubicBezTo>
                <a:lnTo>
                  <a:pt x="9900" y="20618"/>
                </a:lnTo>
                <a:lnTo>
                  <a:pt x="3600" y="20618"/>
                </a:lnTo>
                <a:cubicBezTo>
                  <a:pt x="3103" y="20618"/>
                  <a:pt x="2700" y="20838"/>
                  <a:pt x="2700" y="21110"/>
                </a:cubicBezTo>
                <a:cubicBezTo>
                  <a:pt x="2700" y="21381"/>
                  <a:pt x="3103" y="21600"/>
                  <a:pt x="3600" y="21600"/>
                </a:cubicBezTo>
                <a:lnTo>
                  <a:pt x="18000" y="21600"/>
                </a:lnTo>
                <a:cubicBezTo>
                  <a:pt x="18497" y="21600"/>
                  <a:pt x="18900" y="21381"/>
                  <a:pt x="18900" y="21110"/>
                </a:cubicBezTo>
                <a:cubicBezTo>
                  <a:pt x="18900" y="20838"/>
                  <a:pt x="18497" y="20618"/>
                  <a:pt x="18000" y="20618"/>
                </a:cubicBezTo>
                <a:lnTo>
                  <a:pt x="11700" y="20618"/>
                </a:lnTo>
                <a:lnTo>
                  <a:pt x="11700" y="17648"/>
                </a:lnTo>
                <a:cubicBezTo>
                  <a:pt x="17243" y="17398"/>
                  <a:pt x="21600" y="14870"/>
                  <a:pt x="21600" y="11782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24" name="Shape 2638">
            <a:extLst>
              <a:ext uri="{FF2B5EF4-FFF2-40B4-BE49-F238E27FC236}">
                <a16:creationId xmlns:a16="http://schemas.microsoft.com/office/drawing/2014/main" id="{BB374A09-AE06-1355-9EE6-2472765AED37}"/>
              </a:ext>
            </a:extLst>
          </p:cNvPr>
          <p:cNvSpPr/>
          <p:nvPr userDrawn="1"/>
        </p:nvSpPr>
        <p:spPr>
          <a:xfrm>
            <a:off x="1275672" y="4544600"/>
            <a:ext cx="278862" cy="2791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31" h="21132" extrusionOk="0">
                <a:moveTo>
                  <a:pt x="19045" y="7530"/>
                </a:moveTo>
                <a:cubicBezTo>
                  <a:pt x="17544" y="9030"/>
                  <a:pt x="15110" y="9030"/>
                  <a:pt x="13610" y="7530"/>
                </a:cubicBezTo>
                <a:cubicBezTo>
                  <a:pt x="12108" y="6031"/>
                  <a:pt x="12108" y="3600"/>
                  <a:pt x="13610" y="2100"/>
                </a:cubicBezTo>
                <a:cubicBezTo>
                  <a:pt x="15110" y="600"/>
                  <a:pt x="17544" y="600"/>
                  <a:pt x="19045" y="2100"/>
                </a:cubicBezTo>
                <a:cubicBezTo>
                  <a:pt x="20546" y="3600"/>
                  <a:pt x="20546" y="6031"/>
                  <a:pt x="19045" y="7530"/>
                </a:cubicBezTo>
                <a:moveTo>
                  <a:pt x="7605" y="16245"/>
                </a:moveTo>
                <a:cubicBezTo>
                  <a:pt x="7256" y="16593"/>
                  <a:pt x="6776" y="16807"/>
                  <a:pt x="6245" y="16807"/>
                </a:cubicBezTo>
                <a:cubicBezTo>
                  <a:pt x="5184" y="16807"/>
                  <a:pt x="4324" y="15948"/>
                  <a:pt x="4324" y="14888"/>
                </a:cubicBezTo>
                <a:cubicBezTo>
                  <a:pt x="4324" y="14358"/>
                  <a:pt x="4539" y="13878"/>
                  <a:pt x="4887" y="13530"/>
                </a:cubicBezTo>
                <a:lnTo>
                  <a:pt x="11678" y="5991"/>
                </a:lnTo>
                <a:cubicBezTo>
                  <a:pt x="11884" y="6798"/>
                  <a:pt x="12298" y="7563"/>
                  <a:pt x="12930" y="8194"/>
                </a:cubicBezTo>
                <a:cubicBezTo>
                  <a:pt x="13569" y="8832"/>
                  <a:pt x="14343" y="9248"/>
                  <a:pt x="15160" y="9451"/>
                </a:cubicBezTo>
                <a:cubicBezTo>
                  <a:pt x="15160" y="9451"/>
                  <a:pt x="7605" y="16245"/>
                  <a:pt x="7605" y="16245"/>
                </a:cubicBezTo>
                <a:close/>
                <a:moveTo>
                  <a:pt x="19724" y="1406"/>
                </a:moveTo>
                <a:cubicBezTo>
                  <a:pt x="17848" y="-468"/>
                  <a:pt x="14806" y="-468"/>
                  <a:pt x="12930" y="1406"/>
                </a:cubicBezTo>
                <a:cubicBezTo>
                  <a:pt x="12024" y="2312"/>
                  <a:pt x="11559" y="3489"/>
                  <a:pt x="11529" y="4676"/>
                </a:cubicBezTo>
                <a:lnTo>
                  <a:pt x="4207" y="12851"/>
                </a:lnTo>
                <a:cubicBezTo>
                  <a:pt x="3686" y="13373"/>
                  <a:pt x="3363" y="14093"/>
                  <a:pt x="3363" y="14888"/>
                </a:cubicBezTo>
                <a:cubicBezTo>
                  <a:pt x="3363" y="15420"/>
                  <a:pt x="3518" y="15912"/>
                  <a:pt x="3769" y="16340"/>
                </a:cubicBezTo>
                <a:cubicBezTo>
                  <a:pt x="2436" y="17104"/>
                  <a:pt x="1907" y="17813"/>
                  <a:pt x="2425" y="19364"/>
                </a:cubicBezTo>
                <a:cubicBezTo>
                  <a:pt x="2487" y="19550"/>
                  <a:pt x="2434" y="19622"/>
                  <a:pt x="2409" y="19658"/>
                </a:cubicBezTo>
                <a:cubicBezTo>
                  <a:pt x="2160" y="20003"/>
                  <a:pt x="1132" y="20167"/>
                  <a:pt x="500" y="20172"/>
                </a:cubicBezTo>
                <a:cubicBezTo>
                  <a:pt x="493" y="20171"/>
                  <a:pt x="487" y="20167"/>
                  <a:pt x="480" y="20167"/>
                </a:cubicBezTo>
                <a:cubicBezTo>
                  <a:pt x="215" y="20167"/>
                  <a:pt x="0" y="20383"/>
                  <a:pt x="0" y="20647"/>
                </a:cubicBezTo>
                <a:cubicBezTo>
                  <a:pt x="0" y="20912"/>
                  <a:pt x="214" y="21126"/>
                  <a:pt x="479" y="21127"/>
                </a:cubicBezTo>
                <a:lnTo>
                  <a:pt x="479" y="21132"/>
                </a:lnTo>
                <a:cubicBezTo>
                  <a:pt x="821" y="21132"/>
                  <a:pt x="2562" y="21088"/>
                  <a:pt x="3189" y="20219"/>
                </a:cubicBezTo>
                <a:cubicBezTo>
                  <a:pt x="3355" y="19988"/>
                  <a:pt x="3516" y="19599"/>
                  <a:pt x="3336" y="19060"/>
                </a:cubicBezTo>
                <a:cubicBezTo>
                  <a:pt x="3030" y="18141"/>
                  <a:pt x="3071" y="17806"/>
                  <a:pt x="4399" y="17082"/>
                </a:cubicBezTo>
                <a:cubicBezTo>
                  <a:pt x="4900" y="17504"/>
                  <a:pt x="5539" y="17767"/>
                  <a:pt x="6245" y="17767"/>
                </a:cubicBezTo>
                <a:cubicBezTo>
                  <a:pt x="7042" y="17767"/>
                  <a:pt x="7762" y="17445"/>
                  <a:pt x="8284" y="16924"/>
                </a:cubicBezTo>
                <a:lnTo>
                  <a:pt x="16485" y="9592"/>
                </a:lnTo>
                <a:cubicBezTo>
                  <a:pt x="17662" y="9554"/>
                  <a:pt x="18826" y="9091"/>
                  <a:pt x="19724" y="8194"/>
                </a:cubicBezTo>
                <a:cubicBezTo>
                  <a:pt x="21600" y="6320"/>
                  <a:pt x="21600" y="3281"/>
                  <a:pt x="19724" y="1406"/>
                </a:cubicBezTo>
                <a:moveTo>
                  <a:pt x="8953" y="11504"/>
                </a:moveTo>
                <a:lnTo>
                  <a:pt x="9633" y="12183"/>
                </a:lnTo>
                <a:lnTo>
                  <a:pt x="12690" y="9807"/>
                </a:lnTo>
                <a:lnTo>
                  <a:pt x="11331" y="8449"/>
                </a:lnTo>
                <a:cubicBezTo>
                  <a:pt x="11331" y="8449"/>
                  <a:pt x="8953" y="11504"/>
                  <a:pt x="8953" y="11504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25" name="Shape 2639">
            <a:extLst>
              <a:ext uri="{FF2B5EF4-FFF2-40B4-BE49-F238E27FC236}">
                <a16:creationId xmlns:a16="http://schemas.microsoft.com/office/drawing/2014/main" id="{004CBD77-E7BC-197E-4F07-814A63532C5F}"/>
              </a:ext>
            </a:extLst>
          </p:cNvPr>
          <p:cNvSpPr/>
          <p:nvPr userDrawn="1"/>
        </p:nvSpPr>
        <p:spPr>
          <a:xfrm>
            <a:off x="1808229" y="4595320"/>
            <a:ext cx="278958" cy="1775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255" y="3086"/>
                </a:moveTo>
                <a:cubicBezTo>
                  <a:pt x="12984" y="3086"/>
                  <a:pt x="12764" y="3432"/>
                  <a:pt x="12764" y="3857"/>
                </a:cubicBezTo>
                <a:cubicBezTo>
                  <a:pt x="12764" y="4284"/>
                  <a:pt x="12984" y="4629"/>
                  <a:pt x="13255" y="4629"/>
                </a:cubicBezTo>
                <a:cubicBezTo>
                  <a:pt x="13525" y="4629"/>
                  <a:pt x="13745" y="4284"/>
                  <a:pt x="13745" y="3857"/>
                </a:cubicBezTo>
                <a:cubicBezTo>
                  <a:pt x="13745" y="3432"/>
                  <a:pt x="13525" y="3086"/>
                  <a:pt x="13255" y="3086"/>
                </a:cubicBezTo>
                <a:moveTo>
                  <a:pt x="20618" y="16495"/>
                </a:moveTo>
                <a:lnTo>
                  <a:pt x="15709" y="12638"/>
                </a:lnTo>
                <a:lnTo>
                  <a:pt x="15709" y="8963"/>
                </a:lnTo>
                <a:lnTo>
                  <a:pt x="20618" y="5105"/>
                </a:lnTo>
                <a:cubicBezTo>
                  <a:pt x="20618" y="5105"/>
                  <a:pt x="20618" y="16495"/>
                  <a:pt x="20618" y="16495"/>
                </a:cubicBezTo>
                <a:close/>
                <a:moveTo>
                  <a:pt x="14727" y="16971"/>
                </a:moveTo>
                <a:lnTo>
                  <a:pt x="982" y="16971"/>
                </a:lnTo>
                <a:lnTo>
                  <a:pt x="982" y="3086"/>
                </a:lnTo>
                <a:cubicBezTo>
                  <a:pt x="982" y="2234"/>
                  <a:pt x="1422" y="1543"/>
                  <a:pt x="1964" y="1543"/>
                </a:cubicBezTo>
                <a:lnTo>
                  <a:pt x="13745" y="1543"/>
                </a:lnTo>
                <a:cubicBezTo>
                  <a:pt x="14287" y="1543"/>
                  <a:pt x="14727" y="2234"/>
                  <a:pt x="14727" y="3086"/>
                </a:cubicBezTo>
                <a:cubicBezTo>
                  <a:pt x="14727" y="3086"/>
                  <a:pt x="14727" y="16971"/>
                  <a:pt x="14727" y="16971"/>
                </a:cubicBezTo>
                <a:close/>
                <a:moveTo>
                  <a:pt x="13745" y="20057"/>
                </a:moveTo>
                <a:lnTo>
                  <a:pt x="1964" y="20057"/>
                </a:lnTo>
                <a:cubicBezTo>
                  <a:pt x="1422" y="20057"/>
                  <a:pt x="982" y="19367"/>
                  <a:pt x="982" y="18514"/>
                </a:cubicBezTo>
                <a:lnTo>
                  <a:pt x="14727" y="18514"/>
                </a:lnTo>
                <a:cubicBezTo>
                  <a:pt x="14727" y="19367"/>
                  <a:pt x="14287" y="20057"/>
                  <a:pt x="13745" y="20057"/>
                </a:cubicBezTo>
                <a:moveTo>
                  <a:pt x="21109" y="3086"/>
                </a:moveTo>
                <a:cubicBezTo>
                  <a:pt x="21030" y="3086"/>
                  <a:pt x="20958" y="3122"/>
                  <a:pt x="20892" y="3175"/>
                </a:cubicBezTo>
                <a:lnTo>
                  <a:pt x="20890" y="3167"/>
                </a:lnTo>
                <a:lnTo>
                  <a:pt x="15709" y="7237"/>
                </a:lnTo>
                <a:lnTo>
                  <a:pt x="15709" y="3086"/>
                </a:lnTo>
                <a:cubicBezTo>
                  <a:pt x="15709" y="1382"/>
                  <a:pt x="14830" y="0"/>
                  <a:pt x="13745" y="0"/>
                </a:cubicBezTo>
                <a:lnTo>
                  <a:pt x="1964" y="0"/>
                </a:lnTo>
                <a:cubicBezTo>
                  <a:pt x="879" y="0"/>
                  <a:pt x="0" y="1382"/>
                  <a:pt x="0" y="3086"/>
                </a:cubicBezTo>
                <a:lnTo>
                  <a:pt x="0" y="18514"/>
                </a:lnTo>
                <a:cubicBezTo>
                  <a:pt x="0" y="20219"/>
                  <a:pt x="879" y="21600"/>
                  <a:pt x="1964" y="21600"/>
                </a:cubicBezTo>
                <a:lnTo>
                  <a:pt x="13745" y="21600"/>
                </a:lnTo>
                <a:cubicBezTo>
                  <a:pt x="14830" y="21600"/>
                  <a:pt x="15709" y="20219"/>
                  <a:pt x="15709" y="18514"/>
                </a:cubicBezTo>
                <a:lnTo>
                  <a:pt x="15709" y="14363"/>
                </a:lnTo>
                <a:lnTo>
                  <a:pt x="20890" y="18433"/>
                </a:lnTo>
                <a:lnTo>
                  <a:pt x="20892" y="18427"/>
                </a:lnTo>
                <a:cubicBezTo>
                  <a:pt x="20958" y="18478"/>
                  <a:pt x="21030" y="18514"/>
                  <a:pt x="21109" y="18514"/>
                </a:cubicBezTo>
                <a:cubicBezTo>
                  <a:pt x="21380" y="18514"/>
                  <a:pt x="21600" y="18170"/>
                  <a:pt x="21600" y="17743"/>
                </a:cubicBezTo>
                <a:lnTo>
                  <a:pt x="21600" y="3857"/>
                </a:lnTo>
                <a:cubicBezTo>
                  <a:pt x="21600" y="3432"/>
                  <a:pt x="21380" y="3086"/>
                  <a:pt x="21109" y="3086"/>
                </a:cubicBezTo>
                <a:moveTo>
                  <a:pt x="10309" y="6171"/>
                </a:moveTo>
                <a:cubicBezTo>
                  <a:pt x="10038" y="6171"/>
                  <a:pt x="9818" y="5827"/>
                  <a:pt x="9818" y="5400"/>
                </a:cubicBezTo>
                <a:cubicBezTo>
                  <a:pt x="9818" y="4974"/>
                  <a:pt x="10038" y="4629"/>
                  <a:pt x="10309" y="4629"/>
                </a:cubicBezTo>
                <a:cubicBezTo>
                  <a:pt x="10580" y="4629"/>
                  <a:pt x="10800" y="4974"/>
                  <a:pt x="10800" y="5400"/>
                </a:cubicBezTo>
                <a:cubicBezTo>
                  <a:pt x="10800" y="5827"/>
                  <a:pt x="10580" y="6171"/>
                  <a:pt x="10309" y="6171"/>
                </a:cubicBezTo>
                <a:moveTo>
                  <a:pt x="10309" y="3086"/>
                </a:moveTo>
                <a:cubicBezTo>
                  <a:pt x="9496" y="3086"/>
                  <a:pt x="8836" y="4123"/>
                  <a:pt x="8836" y="5400"/>
                </a:cubicBezTo>
                <a:cubicBezTo>
                  <a:pt x="8836" y="6678"/>
                  <a:pt x="9496" y="7714"/>
                  <a:pt x="10309" y="7714"/>
                </a:cubicBezTo>
                <a:cubicBezTo>
                  <a:pt x="11123" y="7714"/>
                  <a:pt x="11782" y="6678"/>
                  <a:pt x="11782" y="5400"/>
                </a:cubicBezTo>
                <a:cubicBezTo>
                  <a:pt x="11782" y="4123"/>
                  <a:pt x="11123" y="3086"/>
                  <a:pt x="10309" y="308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26" name="Shape 2640">
            <a:extLst>
              <a:ext uri="{FF2B5EF4-FFF2-40B4-BE49-F238E27FC236}">
                <a16:creationId xmlns:a16="http://schemas.microsoft.com/office/drawing/2014/main" id="{5073A5CF-0384-4424-16E3-CB9B69E1B1B2}"/>
              </a:ext>
            </a:extLst>
          </p:cNvPr>
          <p:cNvSpPr/>
          <p:nvPr userDrawn="1"/>
        </p:nvSpPr>
        <p:spPr>
          <a:xfrm>
            <a:off x="2340785" y="4595320"/>
            <a:ext cx="278958" cy="1775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6495"/>
                </a:moveTo>
                <a:lnTo>
                  <a:pt x="19636" y="15723"/>
                </a:lnTo>
                <a:lnTo>
                  <a:pt x="19636" y="5877"/>
                </a:lnTo>
                <a:lnTo>
                  <a:pt x="20618" y="5105"/>
                </a:lnTo>
                <a:cubicBezTo>
                  <a:pt x="20618" y="5105"/>
                  <a:pt x="20618" y="16495"/>
                  <a:pt x="20618" y="16495"/>
                </a:cubicBezTo>
                <a:close/>
                <a:moveTo>
                  <a:pt x="18655" y="14952"/>
                </a:moveTo>
                <a:lnTo>
                  <a:pt x="16691" y="13409"/>
                </a:lnTo>
                <a:lnTo>
                  <a:pt x="16691" y="8191"/>
                </a:lnTo>
                <a:lnTo>
                  <a:pt x="18655" y="6648"/>
                </a:lnTo>
                <a:cubicBezTo>
                  <a:pt x="18655" y="6648"/>
                  <a:pt x="18655" y="14952"/>
                  <a:pt x="18655" y="14952"/>
                </a:cubicBezTo>
                <a:close/>
                <a:moveTo>
                  <a:pt x="15709" y="6171"/>
                </a:moveTo>
                <a:lnTo>
                  <a:pt x="982" y="6171"/>
                </a:lnTo>
                <a:lnTo>
                  <a:pt x="982" y="3086"/>
                </a:lnTo>
                <a:cubicBezTo>
                  <a:pt x="982" y="2234"/>
                  <a:pt x="1422" y="1543"/>
                  <a:pt x="1964" y="1543"/>
                </a:cubicBezTo>
                <a:lnTo>
                  <a:pt x="14727" y="1543"/>
                </a:lnTo>
                <a:cubicBezTo>
                  <a:pt x="15269" y="1543"/>
                  <a:pt x="15709" y="2234"/>
                  <a:pt x="15709" y="3086"/>
                </a:cubicBezTo>
                <a:cubicBezTo>
                  <a:pt x="15709" y="3086"/>
                  <a:pt x="15709" y="6171"/>
                  <a:pt x="15709" y="6171"/>
                </a:cubicBezTo>
                <a:close/>
                <a:moveTo>
                  <a:pt x="15709" y="18514"/>
                </a:moveTo>
                <a:cubicBezTo>
                  <a:pt x="15709" y="19367"/>
                  <a:pt x="15269" y="20057"/>
                  <a:pt x="14727" y="20057"/>
                </a:cubicBezTo>
                <a:lnTo>
                  <a:pt x="1964" y="20057"/>
                </a:lnTo>
                <a:cubicBezTo>
                  <a:pt x="1422" y="20057"/>
                  <a:pt x="982" y="19367"/>
                  <a:pt x="982" y="18514"/>
                </a:cubicBezTo>
                <a:lnTo>
                  <a:pt x="982" y="7714"/>
                </a:lnTo>
                <a:lnTo>
                  <a:pt x="15709" y="7714"/>
                </a:lnTo>
                <a:cubicBezTo>
                  <a:pt x="15709" y="7714"/>
                  <a:pt x="15709" y="18514"/>
                  <a:pt x="15709" y="18514"/>
                </a:cubicBezTo>
                <a:close/>
                <a:moveTo>
                  <a:pt x="21109" y="3086"/>
                </a:moveTo>
                <a:cubicBezTo>
                  <a:pt x="21030" y="3086"/>
                  <a:pt x="20958" y="3122"/>
                  <a:pt x="20892" y="3175"/>
                </a:cubicBezTo>
                <a:lnTo>
                  <a:pt x="20890" y="3167"/>
                </a:lnTo>
                <a:lnTo>
                  <a:pt x="16691" y="6467"/>
                </a:lnTo>
                <a:lnTo>
                  <a:pt x="16691" y="3086"/>
                </a:lnTo>
                <a:cubicBezTo>
                  <a:pt x="16691" y="1382"/>
                  <a:pt x="15812" y="0"/>
                  <a:pt x="14727" y="0"/>
                </a:cubicBezTo>
                <a:lnTo>
                  <a:pt x="1964" y="0"/>
                </a:lnTo>
                <a:cubicBezTo>
                  <a:pt x="879" y="0"/>
                  <a:pt x="0" y="1382"/>
                  <a:pt x="0" y="3086"/>
                </a:cubicBezTo>
                <a:lnTo>
                  <a:pt x="0" y="18514"/>
                </a:lnTo>
                <a:cubicBezTo>
                  <a:pt x="0" y="20219"/>
                  <a:pt x="879" y="21600"/>
                  <a:pt x="1964" y="21600"/>
                </a:cubicBezTo>
                <a:lnTo>
                  <a:pt x="14727" y="21600"/>
                </a:lnTo>
                <a:cubicBezTo>
                  <a:pt x="15812" y="21600"/>
                  <a:pt x="16691" y="20219"/>
                  <a:pt x="16691" y="18514"/>
                </a:cubicBezTo>
                <a:lnTo>
                  <a:pt x="16691" y="15134"/>
                </a:lnTo>
                <a:lnTo>
                  <a:pt x="20890" y="18433"/>
                </a:lnTo>
                <a:lnTo>
                  <a:pt x="20892" y="18426"/>
                </a:lnTo>
                <a:cubicBezTo>
                  <a:pt x="20958" y="18478"/>
                  <a:pt x="21030" y="18514"/>
                  <a:pt x="21109" y="18514"/>
                </a:cubicBezTo>
                <a:cubicBezTo>
                  <a:pt x="21380" y="18514"/>
                  <a:pt x="21600" y="18169"/>
                  <a:pt x="21600" y="17743"/>
                </a:cubicBezTo>
                <a:lnTo>
                  <a:pt x="21600" y="3857"/>
                </a:lnTo>
                <a:cubicBezTo>
                  <a:pt x="21600" y="3432"/>
                  <a:pt x="21380" y="3086"/>
                  <a:pt x="21109" y="3086"/>
                </a:cubicBezTo>
                <a:moveTo>
                  <a:pt x="12273" y="3086"/>
                </a:moveTo>
                <a:cubicBezTo>
                  <a:pt x="12002" y="3086"/>
                  <a:pt x="11782" y="3432"/>
                  <a:pt x="11782" y="3857"/>
                </a:cubicBezTo>
                <a:cubicBezTo>
                  <a:pt x="11782" y="4284"/>
                  <a:pt x="12002" y="4629"/>
                  <a:pt x="12273" y="4629"/>
                </a:cubicBezTo>
                <a:cubicBezTo>
                  <a:pt x="12544" y="4629"/>
                  <a:pt x="12764" y="4284"/>
                  <a:pt x="12764" y="3857"/>
                </a:cubicBezTo>
                <a:cubicBezTo>
                  <a:pt x="12764" y="3432"/>
                  <a:pt x="12544" y="3086"/>
                  <a:pt x="12273" y="3086"/>
                </a:cubicBezTo>
                <a:moveTo>
                  <a:pt x="14236" y="3086"/>
                </a:moveTo>
                <a:cubicBezTo>
                  <a:pt x="13966" y="3086"/>
                  <a:pt x="13745" y="3432"/>
                  <a:pt x="13745" y="3857"/>
                </a:cubicBezTo>
                <a:cubicBezTo>
                  <a:pt x="13745" y="4284"/>
                  <a:pt x="13966" y="4629"/>
                  <a:pt x="14236" y="4629"/>
                </a:cubicBezTo>
                <a:cubicBezTo>
                  <a:pt x="14507" y="4629"/>
                  <a:pt x="14727" y="4284"/>
                  <a:pt x="14727" y="3857"/>
                </a:cubicBezTo>
                <a:cubicBezTo>
                  <a:pt x="14727" y="3432"/>
                  <a:pt x="14507" y="3086"/>
                  <a:pt x="14236" y="3086"/>
                </a:cubicBezTo>
                <a:moveTo>
                  <a:pt x="5400" y="10800"/>
                </a:moveTo>
                <a:cubicBezTo>
                  <a:pt x="6214" y="10800"/>
                  <a:pt x="6873" y="11837"/>
                  <a:pt x="6873" y="13114"/>
                </a:cubicBezTo>
                <a:cubicBezTo>
                  <a:pt x="6873" y="14393"/>
                  <a:pt x="6214" y="15429"/>
                  <a:pt x="5400" y="15429"/>
                </a:cubicBezTo>
                <a:cubicBezTo>
                  <a:pt x="4586" y="15429"/>
                  <a:pt x="3927" y="14393"/>
                  <a:pt x="3927" y="13114"/>
                </a:cubicBezTo>
                <a:cubicBezTo>
                  <a:pt x="3927" y="11837"/>
                  <a:pt x="4586" y="10800"/>
                  <a:pt x="5400" y="10800"/>
                </a:cubicBezTo>
                <a:moveTo>
                  <a:pt x="11291" y="10800"/>
                </a:moveTo>
                <a:cubicBezTo>
                  <a:pt x="12104" y="10800"/>
                  <a:pt x="12764" y="11837"/>
                  <a:pt x="12764" y="13114"/>
                </a:cubicBezTo>
                <a:cubicBezTo>
                  <a:pt x="12764" y="14393"/>
                  <a:pt x="12104" y="15429"/>
                  <a:pt x="11291" y="15429"/>
                </a:cubicBezTo>
                <a:cubicBezTo>
                  <a:pt x="10477" y="15429"/>
                  <a:pt x="9818" y="14393"/>
                  <a:pt x="9818" y="13114"/>
                </a:cubicBezTo>
                <a:cubicBezTo>
                  <a:pt x="9818" y="11837"/>
                  <a:pt x="10477" y="10800"/>
                  <a:pt x="11291" y="10800"/>
                </a:cubicBezTo>
                <a:moveTo>
                  <a:pt x="5400" y="16971"/>
                </a:moveTo>
                <a:lnTo>
                  <a:pt x="11291" y="16971"/>
                </a:lnTo>
                <a:cubicBezTo>
                  <a:pt x="12647" y="16971"/>
                  <a:pt x="13745" y="15245"/>
                  <a:pt x="13745" y="13114"/>
                </a:cubicBezTo>
                <a:cubicBezTo>
                  <a:pt x="13745" y="10984"/>
                  <a:pt x="12647" y="9257"/>
                  <a:pt x="11291" y="9257"/>
                </a:cubicBezTo>
                <a:cubicBezTo>
                  <a:pt x="9935" y="9257"/>
                  <a:pt x="8836" y="10984"/>
                  <a:pt x="8836" y="13114"/>
                </a:cubicBezTo>
                <a:cubicBezTo>
                  <a:pt x="8836" y="13987"/>
                  <a:pt x="9028" y="14782"/>
                  <a:pt x="9338" y="15429"/>
                </a:cubicBezTo>
                <a:lnTo>
                  <a:pt x="7352" y="15429"/>
                </a:lnTo>
                <a:cubicBezTo>
                  <a:pt x="7663" y="14782"/>
                  <a:pt x="7855" y="13987"/>
                  <a:pt x="7855" y="13114"/>
                </a:cubicBezTo>
                <a:cubicBezTo>
                  <a:pt x="7855" y="10984"/>
                  <a:pt x="6755" y="9257"/>
                  <a:pt x="5400" y="9257"/>
                </a:cubicBezTo>
                <a:cubicBezTo>
                  <a:pt x="4044" y="9257"/>
                  <a:pt x="2945" y="10984"/>
                  <a:pt x="2945" y="13114"/>
                </a:cubicBezTo>
                <a:cubicBezTo>
                  <a:pt x="2945" y="15245"/>
                  <a:pt x="4044" y="16971"/>
                  <a:pt x="5400" y="16971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27" name="Shape 2641">
            <a:extLst>
              <a:ext uri="{FF2B5EF4-FFF2-40B4-BE49-F238E27FC236}">
                <a16:creationId xmlns:a16="http://schemas.microsoft.com/office/drawing/2014/main" id="{3746F5B5-4321-B513-9C08-87FA098830FC}"/>
              </a:ext>
            </a:extLst>
          </p:cNvPr>
          <p:cNvSpPr/>
          <p:nvPr userDrawn="1"/>
        </p:nvSpPr>
        <p:spPr>
          <a:xfrm>
            <a:off x="2873341" y="4595320"/>
            <a:ext cx="278958" cy="1775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6606"/>
                </a:moveTo>
                <a:lnTo>
                  <a:pt x="16691" y="14138"/>
                </a:lnTo>
                <a:lnTo>
                  <a:pt x="16691" y="7462"/>
                </a:lnTo>
                <a:lnTo>
                  <a:pt x="20618" y="4994"/>
                </a:lnTo>
                <a:cubicBezTo>
                  <a:pt x="20618" y="4994"/>
                  <a:pt x="20618" y="16606"/>
                  <a:pt x="20618" y="16606"/>
                </a:cubicBezTo>
                <a:close/>
                <a:moveTo>
                  <a:pt x="21109" y="3086"/>
                </a:moveTo>
                <a:cubicBezTo>
                  <a:pt x="21030" y="3086"/>
                  <a:pt x="20958" y="3122"/>
                  <a:pt x="20892" y="3174"/>
                </a:cubicBezTo>
                <a:lnTo>
                  <a:pt x="20890" y="3167"/>
                </a:lnTo>
                <a:lnTo>
                  <a:pt x="16018" y="6229"/>
                </a:lnTo>
                <a:cubicBezTo>
                  <a:pt x="16013" y="6233"/>
                  <a:pt x="16008" y="6235"/>
                  <a:pt x="16003" y="6239"/>
                </a:cubicBezTo>
                <a:lnTo>
                  <a:pt x="15980" y="6252"/>
                </a:lnTo>
                <a:lnTo>
                  <a:pt x="15983" y="6260"/>
                </a:lnTo>
                <a:cubicBezTo>
                  <a:pt x="15822" y="6387"/>
                  <a:pt x="15709" y="6641"/>
                  <a:pt x="15709" y="6943"/>
                </a:cubicBezTo>
                <a:lnTo>
                  <a:pt x="15709" y="14657"/>
                </a:lnTo>
                <a:cubicBezTo>
                  <a:pt x="15709" y="14959"/>
                  <a:pt x="15822" y="15213"/>
                  <a:pt x="15983" y="15340"/>
                </a:cubicBezTo>
                <a:lnTo>
                  <a:pt x="15980" y="15347"/>
                </a:lnTo>
                <a:lnTo>
                  <a:pt x="16002" y="15360"/>
                </a:lnTo>
                <a:cubicBezTo>
                  <a:pt x="16008" y="15365"/>
                  <a:pt x="16013" y="15368"/>
                  <a:pt x="16018" y="15371"/>
                </a:cubicBezTo>
                <a:lnTo>
                  <a:pt x="20890" y="18433"/>
                </a:lnTo>
                <a:lnTo>
                  <a:pt x="20892" y="18426"/>
                </a:lnTo>
                <a:cubicBezTo>
                  <a:pt x="20958" y="18478"/>
                  <a:pt x="21030" y="18514"/>
                  <a:pt x="21109" y="18514"/>
                </a:cubicBezTo>
                <a:cubicBezTo>
                  <a:pt x="21380" y="18514"/>
                  <a:pt x="21600" y="18169"/>
                  <a:pt x="21600" y="17743"/>
                </a:cubicBezTo>
                <a:lnTo>
                  <a:pt x="21600" y="3857"/>
                </a:lnTo>
                <a:cubicBezTo>
                  <a:pt x="21600" y="3431"/>
                  <a:pt x="21380" y="3086"/>
                  <a:pt x="21109" y="3086"/>
                </a:cubicBezTo>
                <a:moveTo>
                  <a:pt x="13745" y="18514"/>
                </a:moveTo>
                <a:cubicBezTo>
                  <a:pt x="13745" y="19367"/>
                  <a:pt x="13306" y="20057"/>
                  <a:pt x="12764" y="20057"/>
                </a:cubicBezTo>
                <a:lnTo>
                  <a:pt x="1964" y="20057"/>
                </a:lnTo>
                <a:cubicBezTo>
                  <a:pt x="1422" y="20057"/>
                  <a:pt x="982" y="19367"/>
                  <a:pt x="982" y="18514"/>
                </a:cubicBezTo>
                <a:lnTo>
                  <a:pt x="982" y="3086"/>
                </a:lnTo>
                <a:cubicBezTo>
                  <a:pt x="982" y="2233"/>
                  <a:pt x="1422" y="1543"/>
                  <a:pt x="1964" y="1543"/>
                </a:cubicBezTo>
                <a:lnTo>
                  <a:pt x="12764" y="1543"/>
                </a:lnTo>
                <a:cubicBezTo>
                  <a:pt x="13306" y="1543"/>
                  <a:pt x="13745" y="2233"/>
                  <a:pt x="13745" y="3086"/>
                </a:cubicBezTo>
                <a:cubicBezTo>
                  <a:pt x="13745" y="3086"/>
                  <a:pt x="13745" y="18514"/>
                  <a:pt x="13745" y="18514"/>
                </a:cubicBezTo>
                <a:close/>
                <a:moveTo>
                  <a:pt x="12764" y="0"/>
                </a:moveTo>
                <a:lnTo>
                  <a:pt x="1964" y="0"/>
                </a:lnTo>
                <a:cubicBezTo>
                  <a:pt x="879" y="0"/>
                  <a:pt x="0" y="1382"/>
                  <a:pt x="0" y="3086"/>
                </a:cubicBezTo>
                <a:lnTo>
                  <a:pt x="0" y="18514"/>
                </a:lnTo>
                <a:cubicBezTo>
                  <a:pt x="0" y="20219"/>
                  <a:pt x="879" y="21600"/>
                  <a:pt x="1964" y="21600"/>
                </a:cubicBezTo>
                <a:lnTo>
                  <a:pt x="12764" y="21600"/>
                </a:lnTo>
                <a:cubicBezTo>
                  <a:pt x="13848" y="21600"/>
                  <a:pt x="14727" y="20219"/>
                  <a:pt x="14727" y="18514"/>
                </a:cubicBezTo>
                <a:lnTo>
                  <a:pt x="14727" y="3086"/>
                </a:lnTo>
                <a:cubicBezTo>
                  <a:pt x="14727" y="1382"/>
                  <a:pt x="13848" y="0"/>
                  <a:pt x="12764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28" name="Shape 2642">
            <a:extLst>
              <a:ext uri="{FF2B5EF4-FFF2-40B4-BE49-F238E27FC236}">
                <a16:creationId xmlns:a16="http://schemas.microsoft.com/office/drawing/2014/main" id="{2D206EFA-1EDC-001A-BB94-ECA857EE5BFB}"/>
              </a:ext>
            </a:extLst>
          </p:cNvPr>
          <p:cNvSpPr/>
          <p:nvPr userDrawn="1"/>
        </p:nvSpPr>
        <p:spPr>
          <a:xfrm>
            <a:off x="3405898" y="4557281"/>
            <a:ext cx="278958" cy="2535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382" y="10800"/>
                </a:moveTo>
                <a:cubicBezTo>
                  <a:pt x="6653" y="10800"/>
                  <a:pt x="6873" y="10559"/>
                  <a:pt x="6873" y="10260"/>
                </a:cubicBezTo>
                <a:cubicBezTo>
                  <a:pt x="6873" y="9962"/>
                  <a:pt x="6653" y="9720"/>
                  <a:pt x="6382" y="9720"/>
                </a:cubicBezTo>
                <a:cubicBezTo>
                  <a:pt x="6110" y="9720"/>
                  <a:pt x="5891" y="9962"/>
                  <a:pt x="5891" y="10260"/>
                </a:cubicBezTo>
                <a:cubicBezTo>
                  <a:pt x="5891" y="10559"/>
                  <a:pt x="6110" y="10800"/>
                  <a:pt x="6382" y="10800"/>
                </a:cubicBezTo>
                <a:moveTo>
                  <a:pt x="3436" y="10800"/>
                </a:moveTo>
                <a:cubicBezTo>
                  <a:pt x="3708" y="10800"/>
                  <a:pt x="3927" y="11042"/>
                  <a:pt x="3927" y="11340"/>
                </a:cubicBezTo>
                <a:cubicBezTo>
                  <a:pt x="3927" y="11639"/>
                  <a:pt x="3708" y="11880"/>
                  <a:pt x="3436" y="11880"/>
                </a:cubicBezTo>
                <a:cubicBezTo>
                  <a:pt x="3165" y="11880"/>
                  <a:pt x="2945" y="11639"/>
                  <a:pt x="2945" y="11340"/>
                </a:cubicBezTo>
                <a:cubicBezTo>
                  <a:pt x="2945" y="11042"/>
                  <a:pt x="3165" y="10800"/>
                  <a:pt x="3436" y="10800"/>
                </a:cubicBezTo>
                <a:moveTo>
                  <a:pt x="3436" y="12960"/>
                </a:moveTo>
                <a:cubicBezTo>
                  <a:pt x="4249" y="12960"/>
                  <a:pt x="4909" y="12235"/>
                  <a:pt x="4909" y="11340"/>
                </a:cubicBezTo>
                <a:cubicBezTo>
                  <a:pt x="4909" y="10446"/>
                  <a:pt x="4249" y="9720"/>
                  <a:pt x="3436" y="9720"/>
                </a:cubicBezTo>
                <a:cubicBezTo>
                  <a:pt x="2623" y="9720"/>
                  <a:pt x="1964" y="10446"/>
                  <a:pt x="1964" y="11340"/>
                </a:cubicBezTo>
                <a:cubicBezTo>
                  <a:pt x="1964" y="12235"/>
                  <a:pt x="2623" y="12960"/>
                  <a:pt x="3436" y="12960"/>
                </a:cubicBezTo>
                <a:moveTo>
                  <a:pt x="14236" y="18360"/>
                </a:moveTo>
                <a:lnTo>
                  <a:pt x="2455" y="18360"/>
                </a:lnTo>
                <a:cubicBezTo>
                  <a:pt x="2183" y="18360"/>
                  <a:pt x="1964" y="18602"/>
                  <a:pt x="1964" y="18900"/>
                </a:cubicBezTo>
                <a:cubicBezTo>
                  <a:pt x="1964" y="19199"/>
                  <a:pt x="2183" y="19440"/>
                  <a:pt x="2455" y="19440"/>
                </a:cubicBezTo>
                <a:lnTo>
                  <a:pt x="14236" y="19440"/>
                </a:lnTo>
                <a:cubicBezTo>
                  <a:pt x="14508" y="19440"/>
                  <a:pt x="14727" y="19199"/>
                  <a:pt x="14727" y="18900"/>
                </a:cubicBezTo>
                <a:cubicBezTo>
                  <a:pt x="14727" y="18602"/>
                  <a:pt x="14508" y="18360"/>
                  <a:pt x="14236" y="18360"/>
                </a:cubicBezTo>
                <a:moveTo>
                  <a:pt x="20618" y="18105"/>
                </a:moveTo>
                <a:lnTo>
                  <a:pt x="16691" y="16377"/>
                </a:lnTo>
                <a:lnTo>
                  <a:pt x="16691" y="12784"/>
                </a:lnTo>
                <a:lnTo>
                  <a:pt x="20618" y="11056"/>
                </a:lnTo>
                <a:cubicBezTo>
                  <a:pt x="20618" y="11056"/>
                  <a:pt x="20618" y="18105"/>
                  <a:pt x="20618" y="18105"/>
                </a:cubicBezTo>
                <a:close/>
                <a:moveTo>
                  <a:pt x="15709" y="19440"/>
                </a:moveTo>
                <a:cubicBezTo>
                  <a:pt x="15709" y="20037"/>
                  <a:pt x="15269" y="20520"/>
                  <a:pt x="14727" y="20520"/>
                </a:cubicBezTo>
                <a:lnTo>
                  <a:pt x="1964" y="20520"/>
                </a:lnTo>
                <a:cubicBezTo>
                  <a:pt x="1422" y="20520"/>
                  <a:pt x="982" y="20037"/>
                  <a:pt x="982" y="19440"/>
                </a:cubicBezTo>
                <a:lnTo>
                  <a:pt x="982" y="9720"/>
                </a:lnTo>
                <a:cubicBezTo>
                  <a:pt x="982" y="9124"/>
                  <a:pt x="1422" y="8640"/>
                  <a:pt x="1964" y="8640"/>
                </a:cubicBezTo>
                <a:lnTo>
                  <a:pt x="14727" y="8640"/>
                </a:lnTo>
                <a:cubicBezTo>
                  <a:pt x="15269" y="8640"/>
                  <a:pt x="15709" y="9124"/>
                  <a:pt x="15709" y="9720"/>
                </a:cubicBezTo>
                <a:cubicBezTo>
                  <a:pt x="15709" y="9720"/>
                  <a:pt x="15709" y="19440"/>
                  <a:pt x="15709" y="19440"/>
                </a:cubicBezTo>
                <a:close/>
                <a:moveTo>
                  <a:pt x="1964" y="4320"/>
                </a:moveTo>
                <a:cubicBezTo>
                  <a:pt x="1964" y="2531"/>
                  <a:pt x="3282" y="1080"/>
                  <a:pt x="4909" y="1080"/>
                </a:cubicBezTo>
                <a:cubicBezTo>
                  <a:pt x="6536" y="1080"/>
                  <a:pt x="7855" y="2531"/>
                  <a:pt x="7855" y="4320"/>
                </a:cubicBezTo>
                <a:cubicBezTo>
                  <a:pt x="7855" y="6110"/>
                  <a:pt x="6536" y="7560"/>
                  <a:pt x="4909" y="7560"/>
                </a:cubicBezTo>
                <a:cubicBezTo>
                  <a:pt x="3282" y="7560"/>
                  <a:pt x="1964" y="6110"/>
                  <a:pt x="1964" y="4320"/>
                </a:cubicBezTo>
                <a:moveTo>
                  <a:pt x="9190" y="7560"/>
                </a:moveTo>
                <a:lnTo>
                  <a:pt x="7501" y="7560"/>
                </a:lnTo>
                <a:cubicBezTo>
                  <a:pt x="7839" y="7233"/>
                  <a:pt x="8122" y="6840"/>
                  <a:pt x="8342" y="6404"/>
                </a:cubicBezTo>
                <a:cubicBezTo>
                  <a:pt x="8562" y="6842"/>
                  <a:pt x="8851" y="7232"/>
                  <a:pt x="9190" y="7560"/>
                </a:cubicBezTo>
                <a:moveTo>
                  <a:pt x="11782" y="1080"/>
                </a:moveTo>
                <a:cubicBezTo>
                  <a:pt x="13409" y="1080"/>
                  <a:pt x="14727" y="2531"/>
                  <a:pt x="14727" y="4320"/>
                </a:cubicBezTo>
                <a:cubicBezTo>
                  <a:pt x="14727" y="6110"/>
                  <a:pt x="13409" y="7560"/>
                  <a:pt x="11782" y="7560"/>
                </a:cubicBezTo>
                <a:cubicBezTo>
                  <a:pt x="10155" y="7560"/>
                  <a:pt x="8836" y="6110"/>
                  <a:pt x="8836" y="4320"/>
                </a:cubicBezTo>
                <a:cubicBezTo>
                  <a:pt x="8836" y="2531"/>
                  <a:pt x="10155" y="1080"/>
                  <a:pt x="11782" y="1080"/>
                </a:cubicBezTo>
                <a:moveTo>
                  <a:pt x="21109" y="9720"/>
                </a:moveTo>
                <a:cubicBezTo>
                  <a:pt x="21030" y="9720"/>
                  <a:pt x="20958" y="9745"/>
                  <a:pt x="20892" y="9782"/>
                </a:cubicBezTo>
                <a:lnTo>
                  <a:pt x="20890" y="9777"/>
                </a:lnTo>
                <a:lnTo>
                  <a:pt x="16691" y="11625"/>
                </a:lnTo>
                <a:lnTo>
                  <a:pt x="16691" y="9720"/>
                </a:lnTo>
                <a:cubicBezTo>
                  <a:pt x="16691" y="8527"/>
                  <a:pt x="15812" y="7560"/>
                  <a:pt x="14727" y="7560"/>
                </a:cubicBezTo>
                <a:lnTo>
                  <a:pt x="14373" y="7560"/>
                </a:lnTo>
                <a:cubicBezTo>
                  <a:pt x="15191" y="6768"/>
                  <a:pt x="15709" y="5612"/>
                  <a:pt x="15709" y="4320"/>
                </a:cubicBezTo>
                <a:cubicBezTo>
                  <a:pt x="15709" y="1934"/>
                  <a:pt x="13951" y="0"/>
                  <a:pt x="11782" y="0"/>
                </a:cubicBezTo>
                <a:cubicBezTo>
                  <a:pt x="10302" y="0"/>
                  <a:pt x="9015" y="901"/>
                  <a:pt x="8345" y="2231"/>
                </a:cubicBezTo>
                <a:cubicBezTo>
                  <a:pt x="7676" y="901"/>
                  <a:pt x="6389" y="0"/>
                  <a:pt x="4909" y="0"/>
                </a:cubicBezTo>
                <a:cubicBezTo>
                  <a:pt x="2740" y="0"/>
                  <a:pt x="982" y="1934"/>
                  <a:pt x="982" y="4320"/>
                </a:cubicBezTo>
                <a:cubicBezTo>
                  <a:pt x="982" y="5612"/>
                  <a:pt x="1501" y="6768"/>
                  <a:pt x="2317" y="7560"/>
                </a:cubicBezTo>
                <a:lnTo>
                  <a:pt x="1964" y="7560"/>
                </a:lnTo>
                <a:cubicBezTo>
                  <a:pt x="879" y="7560"/>
                  <a:pt x="0" y="8527"/>
                  <a:pt x="0" y="9720"/>
                </a:cubicBezTo>
                <a:lnTo>
                  <a:pt x="0" y="19440"/>
                </a:lnTo>
                <a:cubicBezTo>
                  <a:pt x="0" y="20633"/>
                  <a:pt x="879" y="21600"/>
                  <a:pt x="1964" y="21600"/>
                </a:cubicBezTo>
                <a:lnTo>
                  <a:pt x="14727" y="21600"/>
                </a:lnTo>
                <a:cubicBezTo>
                  <a:pt x="15812" y="21600"/>
                  <a:pt x="16691" y="20633"/>
                  <a:pt x="16691" y="19440"/>
                </a:cubicBezTo>
                <a:lnTo>
                  <a:pt x="16691" y="17536"/>
                </a:lnTo>
                <a:lnTo>
                  <a:pt x="20890" y="19383"/>
                </a:lnTo>
                <a:lnTo>
                  <a:pt x="20891" y="19379"/>
                </a:lnTo>
                <a:cubicBezTo>
                  <a:pt x="20958" y="19415"/>
                  <a:pt x="21030" y="19440"/>
                  <a:pt x="21109" y="19440"/>
                </a:cubicBezTo>
                <a:cubicBezTo>
                  <a:pt x="21380" y="19440"/>
                  <a:pt x="21600" y="19199"/>
                  <a:pt x="21600" y="18900"/>
                </a:cubicBezTo>
                <a:lnTo>
                  <a:pt x="21600" y="10260"/>
                </a:lnTo>
                <a:cubicBezTo>
                  <a:pt x="21600" y="9962"/>
                  <a:pt x="21380" y="9720"/>
                  <a:pt x="21109" y="9720"/>
                </a:cubicBezTo>
                <a:moveTo>
                  <a:pt x="11782" y="5400"/>
                </a:moveTo>
                <a:cubicBezTo>
                  <a:pt x="12324" y="5400"/>
                  <a:pt x="12764" y="4916"/>
                  <a:pt x="12764" y="4320"/>
                </a:cubicBezTo>
                <a:cubicBezTo>
                  <a:pt x="12764" y="3724"/>
                  <a:pt x="12324" y="3240"/>
                  <a:pt x="11782" y="3240"/>
                </a:cubicBezTo>
                <a:cubicBezTo>
                  <a:pt x="11240" y="3240"/>
                  <a:pt x="10800" y="3724"/>
                  <a:pt x="10800" y="4320"/>
                </a:cubicBezTo>
                <a:cubicBezTo>
                  <a:pt x="10800" y="4916"/>
                  <a:pt x="11240" y="5400"/>
                  <a:pt x="11782" y="5400"/>
                </a:cubicBezTo>
                <a:moveTo>
                  <a:pt x="4909" y="5400"/>
                </a:moveTo>
                <a:cubicBezTo>
                  <a:pt x="5451" y="5400"/>
                  <a:pt x="5891" y="4916"/>
                  <a:pt x="5891" y="4320"/>
                </a:cubicBezTo>
                <a:cubicBezTo>
                  <a:pt x="5891" y="3724"/>
                  <a:pt x="5451" y="3240"/>
                  <a:pt x="4909" y="3240"/>
                </a:cubicBezTo>
                <a:cubicBezTo>
                  <a:pt x="4367" y="3240"/>
                  <a:pt x="3927" y="3724"/>
                  <a:pt x="3927" y="4320"/>
                </a:cubicBezTo>
                <a:cubicBezTo>
                  <a:pt x="3927" y="4916"/>
                  <a:pt x="4367" y="5400"/>
                  <a:pt x="4909" y="54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29" name="Shape 2643">
            <a:extLst>
              <a:ext uri="{FF2B5EF4-FFF2-40B4-BE49-F238E27FC236}">
                <a16:creationId xmlns:a16="http://schemas.microsoft.com/office/drawing/2014/main" id="{9279007D-EC11-632E-6BF9-004B4217B962}"/>
              </a:ext>
            </a:extLst>
          </p:cNvPr>
          <p:cNvSpPr/>
          <p:nvPr userDrawn="1"/>
        </p:nvSpPr>
        <p:spPr>
          <a:xfrm>
            <a:off x="4001853" y="4544600"/>
            <a:ext cx="152160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700" y="1473"/>
                </a:moveTo>
                <a:lnTo>
                  <a:pt x="9900" y="1473"/>
                </a:lnTo>
                <a:cubicBezTo>
                  <a:pt x="9403" y="1473"/>
                  <a:pt x="9000" y="1692"/>
                  <a:pt x="9000" y="1964"/>
                </a:cubicBezTo>
                <a:cubicBezTo>
                  <a:pt x="9000" y="2235"/>
                  <a:pt x="9403" y="2455"/>
                  <a:pt x="9900" y="2455"/>
                </a:cubicBezTo>
                <a:lnTo>
                  <a:pt x="11700" y="2455"/>
                </a:lnTo>
                <a:cubicBezTo>
                  <a:pt x="12197" y="2455"/>
                  <a:pt x="12600" y="2235"/>
                  <a:pt x="12600" y="1964"/>
                </a:cubicBezTo>
                <a:cubicBezTo>
                  <a:pt x="12600" y="1692"/>
                  <a:pt x="12197" y="1473"/>
                  <a:pt x="11700" y="1473"/>
                </a:cubicBezTo>
                <a:moveTo>
                  <a:pt x="19800" y="2945"/>
                </a:moveTo>
                <a:lnTo>
                  <a:pt x="1800" y="2945"/>
                </a:lnTo>
                <a:lnTo>
                  <a:pt x="1800" y="1964"/>
                </a:lnTo>
                <a:cubicBezTo>
                  <a:pt x="1800" y="1422"/>
                  <a:pt x="2605" y="982"/>
                  <a:pt x="3600" y="982"/>
                </a:cubicBezTo>
                <a:lnTo>
                  <a:pt x="18000" y="982"/>
                </a:lnTo>
                <a:cubicBezTo>
                  <a:pt x="18993" y="982"/>
                  <a:pt x="19800" y="1422"/>
                  <a:pt x="19800" y="1964"/>
                </a:cubicBezTo>
                <a:cubicBezTo>
                  <a:pt x="19800" y="1964"/>
                  <a:pt x="19800" y="2945"/>
                  <a:pt x="19800" y="2945"/>
                </a:cubicBezTo>
                <a:close/>
                <a:moveTo>
                  <a:pt x="19800" y="17673"/>
                </a:moveTo>
                <a:lnTo>
                  <a:pt x="1800" y="17673"/>
                </a:lnTo>
                <a:lnTo>
                  <a:pt x="1800" y="3927"/>
                </a:lnTo>
                <a:lnTo>
                  <a:pt x="19800" y="3927"/>
                </a:lnTo>
                <a:cubicBezTo>
                  <a:pt x="19800" y="3927"/>
                  <a:pt x="19800" y="17673"/>
                  <a:pt x="19800" y="17673"/>
                </a:cubicBezTo>
                <a:close/>
                <a:moveTo>
                  <a:pt x="19800" y="19636"/>
                </a:moveTo>
                <a:cubicBezTo>
                  <a:pt x="19800" y="20179"/>
                  <a:pt x="18993" y="20618"/>
                  <a:pt x="18000" y="20618"/>
                </a:cubicBezTo>
                <a:lnTo>
                  <a:pt x="3600" y="20618"/>
                </a:lnTo>
                <a:cubicBezTo>
                  <a:pt x="2605" y="20618"/>
                  <a:pt x="1800" y="20179"/>
                  <a:pt x="1800" y="19636"/>
                </a:cubicBezTo>
                <a:lnTo>
                  <a:pt x="1800" y="18655"/>
                </a:lnTo>
                <a:lnTo>
                  <a:pt x="19800" y="18655"/>
                </a:lnTo>
                <a:cubicBezTo>
                  <a:pt x="19800" y="18655"/>
                  <a:pt x="19800" y="19636"/>
                  <a:pt x="19800" y="19636"/>
                </a:cubicBezTo>
                <a:close/>
                <a:moveTo>
                  <a:pt x="18000" y="0"/>
                </a:moveTo>
                <a:lnTo>
                  <a:pt x="3600" y="0"/>
                </a:lnTo>
                <a:cubicBezTo>
                  <a:pt x="1612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1612" y="21600"/>
                  <a:pt x="3600" y="21600"/>
                </a:cubicBezTo>
                <a:lnTo>
                  <a:pt x="18000" y="21600"/>
                </a:lnTo>
                <a:cubicBezTo>
                  <a:pt x="19988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19988" y="0"/>
                  <a:pt x="18000" y="0"/>
                </a:cubicBezTo>
                <a:moveTo>
                  <a:pt x="10800" y="20127"/>
                </a:moveTo>
                <a:cubicBezTo>
                  <a:pt x="11297" y="20127"/>
                  <a:pt x="11700" y="19908"/>
                  <a:pt x="11700" y="19636"/>
                </a:cubicBezTo>
                <a:cubicBezTo>
                  <a:pt x="11700" y="19366"/>
                  <a:pt x="11297" y="19145"/>
                  <a:pt x="10800" y="19145"/>
                </a:cubicBezTo>
                <a:cubicBezTo>
                  <a:pt x="10303" y="19145"/>
                  <a:pt x="9900" y="19366"/>
                  <a:pt x="9900" y="19636"/>
                </a:cubicBezTo>
                <a:cubicBezTo>
                  <a:pt x="9900" y="19908"/>
                  <a:pt x="10303" y="20127"/>
                  <a:pt x="10800" y="20127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30" name="Shape 2644">
            <a:extLst>
              <a:ext uri="{FF2B5EF4-FFF2-40B4-BE49-F238E27FC236}">
                <a16:creationId xmlns:a16="http://schemas.microsoft.com/office/drawing/2014/main" id="{85B8186A-745F-044B-9604-C53EF42BB043}"/>
              </a:ext>
            </a:extLst>
          </p:cNvPr>
          <p:cNvSpPr/>
          <p:nvPr userDrawn="1"/>
        </p:nvSpPr>
        <p:spPr>
          <a:xfrm>
            <a:off x="4509051" y="4544600"/>
            <a:ext cx="202879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50" y="19636"/>
                </a:moveTo>
                <a:cubicBezTo>
                  <a:pt x="20250" y="20179"/>
                  <a:pt x="19645" y="20618"/>
                  <a:pt x="18900" y="20618"/>
                </a:cubicBezTo>
                <a:lnTo>
                  <a:pt x="2700" y="20618"/>
                </a:lnTo>
                <a:cubicBezTo>
                  <a:pt x="1954" y="20618"/>
                  <a:pt x="1350" y="20179"/>
                  <a:pt x="1350" y="19636"/>
                </a:cubicBezTo>
                <a:lnTo>
                  <a:pt x="1350" y="1964"/>
                </a:lnTo>
                <a:cubicBezTo>
                  <a:pt x="1350" y="1422"/>
                  <a:pt x="1954" y="982"/>
                  <a:pt x="2700" y="982"/>
                </a:cubicBezTo>
                <a:lnTo>
                  <a:pt x="18900" y="982"/>
                </a:lnTo>
                <a:cubicBezTo>
                  <a:pt x="19645" y="982"/>
                  <a:pt x="20250" y="1422"/>
                  <a:pt x="20250" y="1964"/>
                </a:cubicBezTo>
                <a:cubicBezTo>
                  <a:pt x="20250" y="1964"/>
                  <a:pt x="20250" y="19636"/>
                  <a:pt x="20250" y="19636"/>
                </a:cubicBezTo>
                <a:close/>
                <a:moveTo>
                  <a:pt x="18900" y="0"/>
                </a:moveTo>
                <a:lnTo>
                  <a:pt x="2700" y="0"/>
                </a:lnTo>
                <a:cubicBezTo>
                  <a:pt x="1209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1209" y="21600"/>
                  <a:pt x="2700" y="21600"/>
                </a:cubicBezTo>
                <a:lnTo>
                  <a:pt x="18900" y="21600"/>
                </a:lnTo>
                <a:cubicBezTo>
                  <a:pt x="20391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391" y="0"/>
                  <a:pt x="18900" y="0"/>
                </a:cubicBezTo>
                <a:moveTo>
                  <a:pt x="4050" y="3927"/>
                </a:moveTo>
                <a:lnTo>
                  <a:pt x="17550" y="3927"/>
                </a:lnTo>
                <a:lnTo>
                  <a:pt x="17550" y="17673"/>
                </a:lnTo>
                <a:lnTo>
                  <a:pt x="4050" y="17673"/>
                </a:lnTo>
                <a:cubicBezTo>
                  <a:pt x="4050" y="17673"/>
                  <a:pt x="4050" y="3927"/>
                  <a:pt x="4050" y="3927"/>
                </a:cubicBezTo>
                <a:close/>
                <a:moveTo>
                  <a:pt x="2700" y="18655"/>
                </a:moveTo>
                <a:lnTo>
                  <a:pt x="18900" y="18655"/>
                </a:lnTo>
                <a:lnTo>
                  <a:pt x="18900" y="2945"/>
                </a:lnTo>
                <a:lnTo>
                  <a:pt x="2700" y="2945"/>
                </a:lnTo>
                <a:cubicBezTo>
                  <a:pt x="2700" y="2945"/>
                  <a:pt x="2700" y="18655"/>
                  <a:pt x="2700" y="18655"/>
                </a:cubicBezTo>
                <a:close/>
                <a:moveTo>
                  <a:pt x="10125" y="2455"/>
                </a:moveTo>
                <a:lnTo>
                  <a:pt x="11475" y="2455"/>
                </a:lnTo>
                <a:cubicBezTo>
                  <a:pt x="11848" y="2455"/>
                  <a:pt x="12150" y="2235"/>
                  <a:pt x="12150" y="1964"/>
                </a:cubicBezTo>
                <a:cubicBezTo>
                  <a:pt x="12150" y="1692"/>
                  <a:pt x="11848" y="1473"/>
                  <a:pt x="11475" y="1473"/>
                </a:cubicBezTo>
                <a:lnTo>
                  <a:pt x="10125" y="1473"/>
                </a:lnTo>
                <a:cubicBezTo>
                  <a:pt x="9752" y="1473"/>
                  <a:pt x="9450" y="1692"/>
                  <a:pt x="9450" y="1964"/>
                </a:cubicBezTo>
                <a:cubicBezTo>
                  <a:pt x="9450" y="2235"/>
                  <a:pt x="9752" y="2455"/>
                  <a:pt x="10125" y="2455"/>
                </a:cubicBezTo>
                <a:moveTo>
                  <a:pt x="10800" y="19145"/>
                </a:moveTo>
                <a:cubicBezTo>
                  <a:pt x="10427" y="19145"/>
                  <a:pt x="10125" y="19366"/>
                  <a:pt x="10125" y="19636"/>
                </a:cubicBezTo>
                <a:cubicBezTo>
                  <a:pt x="10125" y="19908"/>
                  <a:pt x="10427" y="20127"/>
                  <a:pt x="10800" y="20127"/>
                </a:cubicBezTo>
                <a:cubicBezTo>
                  <a:pt x="11173" y="20127"/>
                  <a:pt x="11475" y="19908"/>
                  <a:pt x="11475" y="19636"/>
                </a:cubicBezTo>
                <a:cubicBezTo>
                  <a:pt x="11475" y="19366"/>
                  <a:pt x="11173" y="19145"/>
                  <a:pt x="10800" y="19145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31" name="Shape 2645">
            <a:extLst>
              <a:ext uri="{FF2B5EF4-FFF2-40B4-BE49-F238E27FC236}">
                <a16:creationId xmlns:a16="http://schemas.microsoft.com/office/drawing/2014/main" id="{41DA4A5B-7209-81D6-C964-BBF2F9248EA5}"/>
              </a:ext>
            </a:extLst>
          </p:cNvPr>
          <p:cNvSpPr/>
          <p:nvPr userDrawn="1"/>
        </p:nvSpPr>
        <p:spPr>
          <a:xfrm>
            <a:off x="5003567" y="4582641"/>
            <a:ext cx="278958" cy="2028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08" y="20250"/>
                </a:moveTo>
                <a:lnTo>
                  <a:pt x="2740" y="17504"/>
                </a:lnTo>
                <a:cubicBezTo>
                  <a:pt x="2807" y="17526"/>
                  <a:pt x="2874" y="17550"/>
                  <a:pt x="2945" y="17550"/>
                </a:cubicBezTo>
                <a:lnTo>
                  <a:pt x="18655" y="17550"/>
                </a:lnTo>
                <a:cubicBezTo>
                  <a:pt x="18726" y="17550"/>
                  <a:pt x="18793" y="17526"/>
                  <a:pt x="18860" y="17504"/>
                </a:cubicBezTo>
                <a:lnTo>
                  <a:pt x="20192" y="20250"/>
                </a:lnTo>
                <a:cubicBezTo>
                  <a:pt x="20192" y="20250"/>
                  <a:pt x="1408" y="20250"/>
                  <a:pt x="1408" y="20250"/>
                </a:cubicBezTo>
                <a:close/>
                <a:moveTo>
                  <a:pt x="2945" y="1350"/>
                </a:moveTo>
                <a:lnTo>
                  <a:pt x="18655" y="1350"/>
                </a:lnTo>
                <a:lnTo>
                  <a:pt x="18655" y="16200"/>
                </a:lnTo>
                <a:lnTo>
                  <a:pt x="2945" y="16200"/>
                </a:lnTo>
                <a:cubicBezTo>
                  <a:pt x="2945" y="16200"/>
                  <a:pt x="2945" y="1350"/>
                  <a:pt x="2945" y="1350"/>
                </a:cubicBezTo>
                <a:close/>
                <a:moveTo>
                  <a:pt x="21510" y="20558"/>
                </a:moveTo>
                <a:lnTo>
                  <a:pt x="21518" y="20551"/>
                </a:lnTo>
                <a:lnTo>
                  <a:pt x="19591" y="16577"/>
                </a:lnTo>
                <a:cubicBezTo>
                  <a:pt x="19617" y="16457"/>
                  <a:pt x="19636" y="16332"/>
                  <a:pt x="19636" y="16200"/>
                </a:cubicBezTo>
                <a:lnTo>
                  <a:pt x="19636" y="1350"/>
                </a:lnTo>
                <a:cubicBezTo>
                  <a:pt x="19636" y="605"/>
                  <a:pt x="19197" y="0"/>
                  <a:pt x="18655" y="0"/>
                </a:cubicBezTo>
                <a:lnTo>
                  <a:pt x="2945" y="0"/>
                </a:lnTo>
                <a:cubicBezTo>
                  <a:pt x="2403" y="0"/>
                  <a:pt x="1964" y="605"/>
                  <a:pt x="1964" y="1350"/>
                </a:cubicBezTo>
                <a:lnTo>
                  <a:pt x="1964" y="16200"/>
                </a:lnTo>
                <a:cubicBezTo>
                  <a:pt x="1964" y="16332"/>
                  <a:pt x="1983" y="16457"/>
                  <a:pt x="2009" y="16577"/>
                </a:cubicBezTo>
                <a:lnTo>
                  <a:pt x="82" y="20551"/>
                </a:lnTo>
                <a:lnTo>
                  <a:pt x="90" y="20558"/>
                </a:lnTo>
                <a:cubicBezTo>
                  <a:pt x="38" y="20665"/>
                  <a:pt x="0" y="20787"/>
                  <a:pt x="0" y="20925"/>
                </a:cubicBezTo>
                <a:cubicBezTo>
                  <a:pt x="0" y="21298"/>
                  <a:pt x="220" y="21600"/>
                  <a:pt x="491" y="21600"/>
                </a:cubicBezTo>
                <a:lnTo>
                  <a:pt x="21109" y="21600"/>
                </a:lnTo>
                <a:cubicBezTo>
                  <a:pt x="21380" y="21600"/>
                  <a:pt x="21600" y="21298"/>
                  <a:pt x="21600" y="20925"/>
                </a:cubicBezTo>
                <a:cubicBezTo>
                  <a:pt x="21600" y="20787"/>
                  <a:pt x="21562" y="20665"/>
                  <a:pt x="21510" y="20558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32" name="Shape 2646">
            <a:extLst>
              <a:ext uri="{FF2B5EF4-FFF2-40B4-BE49-F238E27FC236}">
                <a16:creationId xmlns:a16="http://schemas.microsoft.com/office/drawing/2014/main" id="{9D3F66E1-CC57-9D89-7F92-6267548A79D6}"/>
              </a:ext>
            </a:extLst>
          </p:cNvPr>
          <p:cNvSpPr/>
          <p:nvPr userDrawn="1"/>
        </p:nvSpPr>
        <p:spPr>
          <a:xfrm>
            <a:off x="5536123" y="4544600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4727"/>
                </a:moveTo>
                <a:lnTo>
                  <a:pt x="982" y="14727"/>
                </a:lnTo>
                <a:lnTo>
                  <a:pt x="982" y="1964"/>
                </a:lnTo>
                <a:cubicBezTo>
                  <a:pt x="982" y="1422"/>
                  <a:pt x="1422" y="982"/>
                  <a:pt x="1964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cubicBezTo>
                  <a:pt x="20618" y="1964"/>
                  <a:pt x="20618" y="14727"/>
                  <a:pt x="20618" y="14727"/>
                </a:cubicBezTo>
                <a:close/>
                <a:moveTo>
                  <a:pt x="20618" y="16691"/>
                </a:moveTo>
                <a:cubicBezTo>
                  <a:pt x="20618" y="17233"/>
                  <a:pt x="20178" y="17673"/>
                  <a:pt x="19636" y="17673"/>
                </a:cubicBezTo>
                <a:lnTo>
                  <a:pt x="1964" y="17673"/>
                </a:lnTo>
                <a:cubicBezTo>
                  <a:pt x="1422" y="17673"/>
                  <a:pt x="982" y="17233"/>
                  <a:pt x="982" y="16691"/>
                </a:cubicBezTo>
                <a:lnTo>
                  <a:pt x="982" y="15709"/>
                </a:lnTo>
                <a:lnTo>
                  <a:pt x="20618" y="15709"/>
                </a:lnTo>
                <a:cubicBezTo>
                  <a:pt x="20618" y="15709"/>
                  <a:pt x="20618" y="16691"/>
                  <a:pt x="20618" y="16691"/>
                </a:cubicBezTo>
                <a:close/>
                <a:moveTo>
                  <a:pt x="11782" y="20618"/>
                </a:moveTo>
                <a:lnTo>
                  <a:pt x="9818" y="20618"/>
                </a:lnTo>
                <a:lnTo>
                  <a:pt x="9818" y="18655"/>
                </a:lnTo>
                <a:lnTo>
                  <a:pt x="11782" y="18655"/>
                </a:lnTo>
                <a:cubicBezTo>
                  <a:pt x="11782" y="18655"/>
                  <a:pt x="11782" y="20618"/>
                  <a:pt x="11782" y="20618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6691"/>
                </a:lnTo>
                <a:cubicBezTo>
                  <a:pt x="0" y="17775"/>
                  <a:pt x="879" y="18655"/>
                  <a:pt x="1964" y="18655"/>
                </a:cubicBezTo>
                <a:lnTo>
                  <a:pt x="8836" y="18655"/>
                </a:lnTo>
                <a:lnTo>
                  <a:pt x="8836" y="20618"/>
                </a:lnTo>
                <a:lnTo>
                  <a:pt x="7364" y="20618"/>
                </a:lnTo>
                <a:cubicBezTo>
                  <a:pt x="7092" y="20618"/>
                  <a:pt x="6873" y="20838"/>
                  <a:pt x="6873" y="21109"/>
                </a:cubicBezTo>
                <a:cubicBezTo>
                  <a:pt x="6873" y="21381"/>
                  <a:pt x="7092" y="21600"/>
                  <a:pt x="7364" y="21600"/>
                </a:cubicBezTo>
                <a:lnTo>
                  <a:pt x="14236" y="21600"/>
                </a:lnTo>
                <a:cubicBezTo>
                  <a:pt x="14508" y="21600"/>
                  <a:pt x="14727" y="21381"/>
                  <a:pt x="14727" y="21109"/>
                </a:cubicBezTo>
                <a:cubicBezTo>
                  <a:pt x="14727" y="20838"/>
                  <a:pt x="14508" y="20618"/>
                  <a:pt x="14236" y="20618"/>
                </a:cubicBezTo>
                <a:lnTo>
                  <a:pt x="12764" y="20618"/>
                </a:lnTo>
                <a:lnTo>
                  <a:pt x="12764" y="18655"/>
                </a:lnTo>
                <a:lnTo>
                  <a:pt x="19636" y="18655"/>
                </a:lnTo>
                <a:cubicBezTo>
                  <a:pt x="20721" y="18655"/>
                  <a:pt x="21600" y="17775"/>
                  <a:pt x="21600" y="16691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33" name="Shape 2647">
            <a:extLst>
              <a:ext uri="{FF2B5EF4-FFF2-40B4-BE49-F238E27FC236}">
                <a16:creationId xmlns:a16="http://schemas.microsoft.com/office/drawing/2014/main" id="{0CA0F68F-591C-3262-6297-C1AD4A1D81F9}"/>
              </a:ext>
            </a:extLst>
          </p:cNvPr>
          <p:cNvSpPr/>
          <p:nvPr userDrawn="1"/>
        </p:nvSpPr>
        <p:spPr>
          <a:xfrm>
            <a:off x="743116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4727"/>
                </a:moveTo>
                <a:lnTo>
                  <a:pt x="982" y="14727"/>
                </a:lnTo>
                <a:lnTo>
                  <a:pt x="982" y="1964"/>
                </a:lnTo>
                <a:cubicBezTo>
                  <a:pt x="982" y="1422"/>
                  <a:pt x="1422" y="982"/>
                  <a:pt x="1964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cubicBezTo>
                  <a:pt x="20618" y="1964"/>
                  <a:pt x="20618" y="14727"/>
                  <a:pt x="20618" y="14727"/>
                </a:cubicBezTo>
                <a:close/>
                <a:moveTo>
                  <a:pt x="20618" y="16691"/>
                </a:moveTo>
                <a:cubicBezTo>
                  <a:pt x="20618" y="17233"/>
                  <a:pt x="20178" y="17673"/>
                  <a:pt x="19636" y="17673"/>
                </a:cubicBezTo>
                <a:lnTo>
                  <a:pt x="1964" y="17673"/>
                </a:lnTo>
                <a:cubicBezTo>
                  <a:pt x="1422" y="17673"/>
                  <a:pt x="982" y="17233"/>
                  <a:pt x="982" y="16691"/>
                </a:cubicBezTo>
                <a:lnTo>
                  <a:pt x="982" y="15709"/>
                </a:lnTo>
                <a:lnTo>
                  <a:pt x="20618" y="15709"/>
                </a:lnTo>
                <a:cubicBezTo>
                  <a:pt x="20618" y="15709"/>
                  <a:pt x="20618" y="16691"/>
                  <a:pt x="20618" y="16691"/>
                </a:cubicBezTo>
                <a:close/>
                <a:moveTo>
                  <a:pt x="11782" y="20618"/>
                </a:moveTo>
                <a:lnTo>
                  <a:pt x="9818" y="20618"/>
                </a:lnTo>
                <a:lnTo>
                  <a:pt x="9818" y="18655"/>
                </a:lnTo>
                <a:lnTo>
                  <a:pt x="11782" y="18655"/>
                </a:lnTo>
                <a:cubicBezTo>
                  <a:pt x="11782" y="18655"/>
                  <a:pt x="11782" y="20618"/>
                  <a:pt x="11782" y="20618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6691"/>
                </a:lnTo>
                <a:cubicBezTo>
                  <a:pt x="0" y="17775"/>
                  <a:pt x="879" y="18655"/>
                  <a:pt x="1964" y="18655"/>
                </a:cubicBezTo>
                <a:lnTo>
                  <a:pt x="8836" y="18655"/>
                </a:lnTo>
                <a:lnTo>
                  <a:pt x="8836" y="20618"/>
                </a:lnTo>
                <a:lnTo>
                  <a:pt x="7364" y="20618"/>
                </a:lnTo>
                <a:cubicBezTo>
                  <a:pt x="7093" y="20618"/>
                  <a:pt x="6873" y="20838"/>
                  <a:pt x="6873" y="21109"/>
                </a:cubicBezTo>
                <a:cubicBezTo>
                  <a:pt x="6873" y="21381"/>
                  <a:pt x="7093" y="21600"/>
                  <a:pt x="7364" y="21600"/>
                </a:cubicBezTo>
                <a:lnTo>
                  <a:pt x="14236" y="21600"/>
                </a:lnTo>
                <a:cubicBezTo>
                  <a:pt x="14507" y="21600"/>
                  <a:pt x="14727" y="21381"/>
                  <a:pt x="14727" y="21109"/>
                </a:cubicBezTo>
                <a:cubicBezTo>
                  <a:pt x="14727" y="20838"/>
                  <a:pt x="14507" y="20618"/>
                  <a:pt x="14236" y="20618"/>
                </a:cubicBezTo>
                <a:lnTo>
                  <a:pt x="12764" y="20618"/>
                </a:lnTo>
                <a:lnTo>
                  <a:pt x="12764" y="18655"/>
                </a:lnTo>
                <a:lnTo>
                  <a:pt x="19636" y="18655"/>
                </a:lnTo>
                <a:cubicBezTo>
                  <a:pt x="20721" y="18655"/>
                  <a:pt x="21600" y="17775"/>
                  <a:pt x="21600" y="16691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10773" y="5201"/>
                </a:moveTo>
                <a:cubicBezTo>
                  <a:pt x="10712" y="5093"/>
                  <a:pt x="10614" y="5023"/>
                  <a:pt x="10504" y="4986"/>
                </a:cubicBezTo>
                <a:lnTo>
                  <a:pt x="10517" y="4938"/>
                </a:lnTo>
                <a:cubicBezTo>
                  <a:pt x="10483" y="4941"/>
                  <a:pt x="10451" y="4949"/>
                  <a:pt x="10419" y="4957"/>
                </a:cubicBezTo>
                <a:lnTo>
                  <a:pt x="8464" y="4433"/>
                </a:lnTo>
                <a:cubicBezTo>
                  <a:pt x="8343" y="4400"/>
                  <a:pt x="8209" y="4414"/>
                  <a:pt x="8091" y="4482"/>
                </a:cubicBezTo>
                <a:cubicBezTo>
                  <a:pt x="7856" y="4618"/>
                  <a:pt x="7776" y="4918"/>
                  <a:pt x="7912" y="5153"/>
                </a:cubicBezTo>
                <a:cubicBezTo>
                  <a:pt x="7979" y="5270"/>
                  <a:pt x="8088" y="5349"/>
                  <a:pt x="8210" y="5381"/>
                </a:cubicBezTo>
                <a:lnTo>
                  <a:pt x="8965" y="5584"/>
                </a:lnTo>
                <a:cubicBezTo>
                  <a:pt x="8292" y="6116"/>
                  <a:pt x="7855" y="6927"/>
                  <a:pt x="7855" y="7855"/>
                </a:cubicBezTo>
                <a:cubicBezTo>
                  <a:pt x="7855" y="9081"/>
                  <a:pt x="8605" y="10131"/>
                  <a:pt x="9671" y="10574"/>
                </a:cubicBezTo>
                <a:lnTo>
                  <a:pt x="9934" y="9609"/>
                </a:lnTo>
                <a:cubicBezTo>
                  <a:pt x="9286" y="9288"/>
                  <a:pt x="8836" y="8627"/>
                  <a:pt x="8836" y="7855"/>
                </a:cubicBezTo>
                <a:cubicBezTo>
                  <a:pt x="8836" y="7221"/>
                  <a:pt x="9142" y="6665"/>
                  <a:pt x="9609" y="6309"/>
                </a:cubicBezTo>
                <a:lnTo>
                  <a:pt x="9336" y="7331"/>
                </a:lnTo>
                <a:cubicBezTo>
                  <a:pt x="9303" y="7453"/>
                  <a:pt x="9316" y="7586"/>
                  <a:pt x="9384" y="7704"/>
                </a:cubicBezTo>
                <a:cubicBezTo>
                  <a:pt x="9520" y="7938"/>
                  <a:pt x="9820" y="8019"/>
                  <a:pt x="10055" y="7884"/>
                </a:cubicBezTo>
                <a:cubicBezTo>
                  <a:pt x="10172" y="7815"/>
                  <a:pt x="10251" y="7706"/>
                  <a:pt x="10284" y="7585"/>
                </a:cubicBezTo>
                <a:lnTo>
                  <a:pt x="10823" y="5573"/>
                </a:lnTo>
                <a:cubicBezTo>
                  <a:pt x="10855" y="5452"/>
                  <a:pt x="10841" y="5318"/>
                  <a:pt x="10773" y="5201"/>
                </a:cubicBezTo>
                <a:moveTo>
                  <a:pt x="13421" y="10343"/>
                </a:moveTo>
                <a:lnTo>
                  <a:pt x="12630" y="10132"/>
                </a:lnTo>
                <a:cubicBezTo>
                  <a:pt x="13306" y="9598"/>
                  <a:pt x="13745" y="8785"/>
                  <a:pt x="13745" y="7855"/>
                </a:cubicBezTo>
                <a:cubicBezTo>
                  <a:pt x="13745" y="6643"/>
                  <a:pt x="13013" y="5604"/>
                  <a:pt x="11967" y="5152"/>
                </a:cubicBezTo>
                <a:lnTo>
                  <a:pt x="11702" y="6121"/>
                </a:lnTo>
                <a:cubicBezTo>
                  <a:pt x="12330" y="6448"/>
                  <a:pt x="12764" y="7098"/>
                  <a:pt x="12764" y="7855"/>
                </a:cubicBezTo>
                <a:cubicBezTo>
                  <a:pt x="12764" y="8468"/>
                  <a:pt x="12477" y="9008"/>
                  <a:pt x="12035" y="9366"/>
                </a:cubicBezTo>
                <a:lnTo>
                  <a:pt x="12295" y="8394"/>
                </a:lnTo>
                <a:cubicBezTo>
                  <a:pt x="12328" y="8273"/>
                  <a:pt x="12314" y="8139"/>
                  <a:pt x="12246" y="8021"/>
                </a:cubicBezTo>
                <a:cubicBezTo>
                  <a:pt x="12111" y="7786"/>
                  <a:pt x="11811" y="7706"/>
                  <a:pt x="11576" y="7842"/>
                </a:cubicBezTo>
                <a:cubicBezTo>
                  <a:pt x="11458" y="7910"/>
                  <a:pt x="11380" y="8019"/>
                  <a:pt x="11347" y="8140"/>
                </a:cubicBezTo>
                <a:lnTo>
                  <a:pt x="10808" y="10152"/>
                </a:lnTo>
                <a:lnTo>
                  <a:pt x="10808" y="10152"/>
                </a:lnTo>
                <a:cubicBezTo>
                  <a:pt x="10776" y="10273"/>
                  <a:pt x="10789" y="10407"/>
                  <a:pt x="10857" y="10524"/>
                </a:cubicBezTo>
                <a:cubicBezTo>
                  <a:pt x="10920" y="10634"/>
                  <a:pt x="11021" y="10706"/>
                  <a:pt x="11133" y="10742"/>
                </a:cubicBezTo>
                <a:lnTo>
                  <a:pt x="11126" y="10768"/>
                </a:lnTo>
                <a:cubicBezTo>
                  <a:pt x="11142" y="10766"/>
                  <a:pt x="11157" y="10761"/>
                  <a:pt x="11173" y="10758"/>
                </a:cubicBezTo>
                <a:lnTo>
                  <a:pt x="13167" y="11292"/>
                </a:lnTo>
                <a:cubicBezTo>
                  <a:pt x="13288" y="11324"/>
                  <a:pt x="13422" y="11311"/>
                  <a:pt x="13540" y="11243"/>
                </a:cubicBezTo>
                <a:cubicBezTo>
                  <a:pt x="13774" y="11107"/>
                  <a:pt x="13855" y="10807"/>
                  <a:pt x="13719" y="10572"/>
                </a:cubicBezTo>
                <a:cubicBezTo>
                  <a:pt x="13651" y="10455"/>
                  <a:pt x="13542" y="10376"/>
                  <a:pt x="13421" y="10343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34" name="Shape 2648">
            <a:extLst>
              <a:ext uri="{FF2B5EF4-FFF2-40B4-BE49-F238E27FC236}">
                <a16:creationId xmlns:a16="http://schemas.microsoft.com/office/drawing/2014/main" id="{2A21381F-4592-5554-6171-F97FA04183CA}"/>
              </a:ext>
            </a:extLst>
          </p:cNvPr>
          <p:cNvSpPr/>
          <p:nvPr userDrawn="1"/>
        </p:nvSpPr>
        <p:spPr>
          <a:xfrm>
            <a:off x="1275672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4727"/>
                </a:moveTo>
                <a:lnTo>
                  <a:pt x="982" y="14727"/>
                </a:lnTo>
                <a:lnTo>
                  <a:pt x="982" y="1964"/>
                </a:lnTo>
                <a:cubicBezTo>
                  <a:pt x="982" y="1422"/>
                  <a:pt x="1422" y="982"/>
                  <a:pt x="1964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cubicBezTo>
                  <a:pt x="20618" y="1964"/>
                  <a:pt x="20618" y="14727"/>
                  <a:pt x="20618" y="14727"/>
                </a:cubicBezTo>
                <a:close/>
                <a:moveTo>
                  <a:pt x="20618" y="16691"/>
                </a:moveTo>
                <a:cubicBezTo>
                  <a:pt x="20618" y="17233"/>
                  <a:pt x="20178" y="17673"/>
                  <a:pt x="19636" y="17673"/>
                </a:cubicBezTo>
                <a:lnTo>
                  <a:pt x="1964" y="17673"/>
                </a:lnTo>
                <a:cubicBezTo>
                  <a:pt x="1422" y="17673"/>
                  <a:pt x="982" y="17233"/>
                  <a:pt x="982" y="16691"/>
                </a:cubicBezTo>
                <a:lnTo>
                  <a:pt x="982" y="15709"/>
                </a:lnTo>
                <a:lnTo>
                  <a:pt x="20618" y="15709"/>
                </a:lnTo>
                <a:cubicBezTo>
                  <a:pt x="20618" y="15709"/>
                  <a:pt x="20618" y="16691"/>
                  <a:pt x="20618" y="16691"/>
                </a:cubicBezTo>
                <a:close/>
                <a:moveTo>
                  <a:pt x="11782" y="20618"/>
                </a:moveTo>
                <a:lnTo>
                  <a:pt x="9818" y="20618"/>
                </a:lnTo>
                <a:lnTo>
                  <a:pt x="9818" y="18655"/>
                </a:lnTo>
                <a:lnTo>
                  <a:pt x="11782" y="18655"/>
                </a:lnTo>
                <a:cubicBezTo>
                  <a:pt x="11782" y="18655"/>
                  <a:pt x="11782" y="20618"/>
                  <a:pt x="11782" y="20618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6691"/>
                </a:lnTo>
                <a:cubicBezTo>
                  <a:pt x="0" y="17775"/>
                  <a:pt x="879" y="18655"/>
                  <a:pt x="1964" y="18655"/>
                </a:cubicBezTo>
                <a:lnTo>
                  <a:pt x="8836" y="18655"/>
                </a:lnTo>
                <a:lnTo>
                  <a:pt x="8836" y="20618"/>
                </a:lnTo>
                <a:lnTo>
                  <a:pt x="7364" y="20618"/>
                </a:lnTo>
                <a:cubicBezTo>
                  <a:pt x="7093" y="20618"/>
                  <a:pt x="6873" y="20838"/>
                  <a:pt x="6873" y="21109"/>
                </a:cubicBezTo>
                <a:cubicBezTo>
                  <a:pt x="6873" y="21381"/>
                  <a:pt x="7093" y="21600"/>
                  <a:pt x="7364" y="21600"/>
                </a:cubicBezTo>
                <a:lnTo>
                  <a:pt x="14236" y="21600"/>
                </a:lnTo>
                <a:cubicBezTo>
                  <a:pt x="14507" y="21600"/>
                  <a:pt x="14727" y="21381"/>
                  <a:pt x="14727" y="21109"/>
                </a:cubicBezTo>
                <a:cubicBezTo>
                  <a:pt x="14727" y="20838"/>
                  <a:pt x="14507" y="20618"/>
                  <a:pt x="14236" y="20618"/>
                </a:cubicBezTo>
                <a:lnTo>
                  <a:pt x="12764" y="20618"/>
                </a:lnTo>
                <a:lnTo>
                  <a:pt x="12764" y="18655"/>
                </a:lnTo>
                <a:lnTo>
                  <a:pt x="19636" y="18655"/>
                </a:lnTo>
                <a:cubicBezTo>
                  <a:pt x="20721" y="18655"/>
                  <a:pt x="21600" y="17775"/>
                  <a:pt x="21600" y="16691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12764" y="8836"/>
                </a:moveTo>
                <a:cubicBezTo>
                  <a:pt x="12628" y="8836"/>
                  <a:pt x="12505" y="8891"/>
                  <a:pt x="12417" y="8980"/>
                </a:cubicBezTo>
                <a:lnTo>
                  <a:pt x="11291" y="10106"/>
                </a:lnTo>
                <a:lnTo>
                  <a:pt x="11291" y="4419"/>
                </a:lnTo>
                <a:lnTo>
                  <a:pt x="11291" y="4418"/>
                </a:lnTo>
                <a:cubicBezTo>
                  <a:pt x="11291" y="4147"/>
                  <a:pt x="11071" y="3927"/>
                  <a:pt x="10800" y="3927"/>
                </a:cubicBezTo>
                <a:cubicBezTo>
                  <a:pt x="10529" y="3927"/>
                  <a:pt x="10309" y="4147"/>
                  <a:pt x="10309" y="4418"/>
                </a:cubicBezTo>
                <a:lnTo>
                  <a:pt x="10309" y="10106"/>
                </a:lnTo>
                <a:lnTo>
                  <a:pt x="9183" y="8980"/>
                </a:lnTo>
                <a:cubicBezTo>
                  <a:pt x="9095" y="8891"/>
                  <a:pt x="8972" y="8836"/>
                  <a:pt x="8836" y="8836"/>
                </a:cubicBezTo>
                <a:cubicBezTo>
                  <a:pt x="8566" y="8836"/>
                  <a:pt x="8345" y="9056"/>
                  <a:pt x="8345" y="9327"/>
                </a:cubicBezTo>
                <a:cubicBezTo>
                  <a:pt x="8345" y="9463"/>
                  <a:pt x="8400" y="9586"/>
                  <a:pt x="8489" y="9674"/>
                </a:cubicBezTo>
                <a:lnTo>
                  <a:pt x="10453" y="11638"/>
                </a:lnTo>
                <a:cubicBezTo>
                  <a:pt x="10542" y="11727"/>
                  <a:pt x="10665" y="11782"/>
                  <a:pt x="10800" y="11782"/>
                </a:cubicBezTo>
                <a:cubicBezTo>
                  <a:pt x="10935" y="11782"/>
                  <a:pt x="11058" y="11727"/>
                  <a:pt x="11147" y="11638"/>
                </a:cubicBezTo>
                <a:lnTo>
                  <a:pt x="13111" y="9674"/>
                </a:lnTo>
                <a:cubicBezTo>
                  <a:pt x="13200" y="9586"/>
                  <a:pt x="13255" y="9463"/>
                  <a:pt x="13255" y="9327"/>
                </a:cubicBezTo>
                <a:cubicBezTo>
                  <a:pt x="13255" y="9056"/>
                  <a:pt x="13034" y="8836"/>
                  <a:pt x="12764" y="883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35" name="Shape 2649">
            <a:extLst>
              <a:ext uri="{FF2B5EF4-FFF2-40B4-BE49-F238E27FC236}">
                <a16:creationId xmlns:a16="http://schemas.microsoft.com/office/drawing/2014/main" id="{AE1C7B5A-A6E7-0554-E46F-ABEE5D337B97}"/>
              </a:ext>
            </a:extLst>
          </p:cNvPr>
          <p:cNvSpPr/>
          <p:nvPr userDrawn="1"/>
        </p:nvSpPr>
        <p:spPr>
          <a:xfrm>
            <a:off x="1808229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4727"/>
                </a:moveTo>
                <a:lnTo>
                  <a:pt x="982" y="14727"/>
                </a:lnTo>
                <a:lnTo>
                  <a:pt x="982" y="1964"/>
                </a:lnTo>
                <a:cubicBezTo>
                  <a:pt x="982" y="1422"/>
                  <a:pt x="1422" y="982"/>
                  <a:pt x="1964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cubicBezTo>
                  <a:pt x="20618" y="1964"/>
                  <a:pt x="20618" y="14727"/>
                  <a:pt x="20618" y="14727"/>
                </a:cubicBezTo>
                <a:close/>
                <a:moveTo>
                  <a:pt x="20618" y="16691"/>
                </a:moveTo>
                <a:cubicBezTo>
                  <a:pt x="20618" y="17233"/>
                  <a:pt x="20178" y="17673"/>
                  <a:pt x="19636" y="17673"/>
                </a:cubicBezTo>
                <a:lnTo>
                  <a:pt x="1964" y="17673"/>
                </a:lnTo>
                <a:cubicBezTo>
                  <a:pt x="1422" y="17673"/>
                  <a:pt x="982" y="17233"/>
                  <a:pt x="982" y="16691"/>
                </a:cubicBezTo>
                <a:lnTo>
                  <a:pt x="982" y="15709"/>
                </a:lnTo>
                <a:lnTo>
                  <a:pt x="20618" y="15709"/>
                </a:lnTo>
                <a:cubicBezTo>
                  <a:pt x="20618" y="15709"/>
                  <a:pt x="20618" y="16691"/>
                  <a:pt x="20618" y="16691"/>
                </a:cubicBezTo>
                <a:close/>
                <a:moveTo>
                  <a:pt x="11782" y="20618"/>
                </a:moveTo>
                <a:lnTo>
                  <a:pt x="9818" y="20618"/>
                </a:lnTo>
                <a:lnTo>
                  <a:pt x="9818" y="18655"/>
                </a:lnTo>
                <a:lnTo>
                  <a:pt x="11782" y="18655"/>
                </a:lnTo>
                <a:cubicBezTo>
                  <a:pt x="11782" y="18655"/>
                  <a:pt x="11782" y="20618"/>
                  <a:pt x="11782" y="20618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6691"/>
                </a:lnTo>
                <a:cubicBezTo>
                  <a:pt x="0" y="17775"/>
                  <a:pt x="879" y="18655"/>
                  <a:pt x="1964" y="18655"/>
                </a:cubicBezTo>
                <a:lnTo>
                  <a:pt x="8836" y="18655"/>
                </a:lnTo>
                <a:lnTo>
                  <a:pt x="8836" y="20618"/>
                </a:lnTo>
                <a:lnTo>
                  <a:pt x="7364" y="20618"/>
                </a:lnTo>
                <a:cubicBezTo>
                  <a:pt x="7093" y="20618"/>
                  <a:pt x="6873" y="20838"/>
                  <a:pt x="6873" y="21109"/>
                </a:cubicBezTo>
                <a:cubicBezTo>
                  <a:pt x="6873" y="21381"/>
                  <a:pt x="7093" y="21600"/>
                  <a:pt x="7364" y="21600"/>
                </a:cubicBezTo>
                <a:lnTo>
                  <a:pt x="14236" y="21600"/>
                </a:lnTo>
                <a:cubicBezTo>
                  <a:pt x="14507" y="21600"/>
                  <a:pt x="14727" y="21381"/>
                  <a:pt x="14727" y="21109"/>
                </a:cubicBezTo>
                <a:cubicBezTo>
                  <a:pt x="14727" y="20838"/>
                  <a:pt x="14507" y="20618"/>
                  <a:pt x="14236" y="20618"/>
                </a:cubicBezTo>
                <a:lnTo>
                  <a:pt x="12764" y="20618"/>
                </a:lnTo>
                <a:lnTo>
                  <a:pt x="12764" y="18655"/>
                </a:lnTo>
                <a:lnTo>
                  <a:pt x="19636" y="18655"/>
                </a:lnTo>
                <a:cubicBezTo>
                  <a:pt x="20721" y="18655"/>
                  <a:pt x="21600" y="17775"/>
                  <a:pt x="21600" y="16691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11147" y="4071"/>
                </a:moveTo>
                <a:cubicBezTo>
                  <a:pt x="11058" y="3982"/>
                  <a:pt x="10935" y="3927"/>
                  <a:pt x="10800" y="3927"/>
                </a:cubicBezTo>
                <a:cubicBezTo>
                  <a:pt x="10665" y="3927"/>
                  <a:pt x="10542" y="3982"/>
                  <a:pt x="10453" y="4071"/>
                </a:cubicBezTo>
                <a:lnTo>
                  <a:pt x="8489" y="6035"/>
                </a:lnTo>
                <a:cubicBezTo>
                  <a:pt x="8400" y="6124"/>
                  <a:pt x="8345" y="6247"/>
                  <a:pt x="8345" y="6382"/>
                </a:cubicBezTo>
                <a:cubicBezTo>
                  <a:pt x="8345" y="6653"/>
                  <a:pt x="8566" y="6873"/>
                  <a:pt x="8836" y="6873"/>
                </a:cubicBezTo>
                <a:cubicBezTo>
                  <a:pt x="8972" y="6873"/>
                  <a:pt x="9095" y="6818"/>
                  <a:pt x="9183" y="6729"/>
                </a:cubicBezTo>
                <a:lnTo>
                  <a:pt x="10309" y="5603"/>
                </a:lnTo>
                <a:lnTo>
                  <a:pt x="10309" y="11291"/>
                </a:lnTo>
                <a:cubicBezTo>
                  <a:pt x="10309" y="11562"/>
                  <a:pt x="10529" y="11782"/>
                  <a:pt x="10800" y="11782"/>
                </a:cubicBezTo>
                <a:cubicBezTo>
                  <a:pt x="11071" y="11782"/>
                  <a:pt x="11291" y="11562"/>
                  <a:pt x="11291" y="11291"/>
                </a:cubicBezTo>
                <a:lnTo>
                  <a:pt x="11291" y="5603"/>
                </a:lnTo>
                <a:lnTo>
                  <a:pt x="12417" y="6729"/>
                </a:lnTo>
                <a:cubicBezTo>
                  <a:pt x="12505" y="6818"/>
                  <a:pt x="12628" y="6873"/>
                  <a:pt x="12764" y="6873"/>
                </a:cubicBezTo>
                <a:cubicBezTo>
                  <a:pt x="13034" y="6873"/>
                  <a:pt x="13255" y="6653"/>
                  <a:pt x="13255" y="6382"/>
                </a:cubicBezTo>
                <a:cubicBezTo>
                  <a:pt x="13255" y="6247"/>
                  <a:pt x="13200" y="6124"/>
                  <a:pt x="13111" y="6035"/>
                </a:cubicBezTo>
                <a:cubicBezTo>
                  <a:pt x="13111" y="6035"/>
                  <a:pt x="11147" y="4071"/>
                  <a:pt x="11147" y="4071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36" name="Shape 2650">
            <a:extLst>
              <a:ext uri="{FF2B5EF4-FFF2-40B4-BE49-F238E27FC236}">
                <a16:creationId xmlns:a16="http://schemas.microsoft.com/office/drawing/2014/main" id="{45D8B39A-9913-1DB0-9C44-1EC21965D77F}"/>
              </a:ext>
            </a:extLst>
          </p:cNvPr>
          <p:cNvSpPr/>
          <p:nvPr userDrawn="1"/>
        </p:nvSpPr>
        <p:spPr>
          <a:xfrm>
            <a:off x="2340785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4727"/>
                </a:moveTo>
                <a:lnTo>
                  <a:pt x="982" y="14727"/>
                </a:lnTo>
                <a:lnTo>
                  <a:pt x="982" y="1964"/>
                </a:lnTo>
                <a:cubicBezTo>
                  <a:pt x="982" y="1422"/>
                  <a:pt x="1422" y="982"/>
                  <a:pt x="1964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cubicBezTo>
                  <a:pt x="20618" y="1964"/>
                  <a:pt x="20618" y="14727"/>
                  <a:pt x="20618" y="14727"/>
                </a:cubicBezTo>
                <a:close/>
                <a:moveTo>
                  <a:pt x="20618" y="16691"/>
                </a:moveTo>
                <a:cubicBezTo>
                  <a:pt x="20618" y="17233"/>
                  <a:pt x="20178" y="17673"/>
                  <a:pt x="19636" y="17673"/>
                </a:cubicBezTo>
                <a:lnTo>
                  <a:pt x="1964" y="17673"/>
                </a:lnTo>
                <a:cubicBezTo>
                  <a:pt x="1422" y="17673"/>
                  <a:pt x="982" y="17233"/>
                  <a:pt x="982" y="16691"/>
                </a:cubicBezTo>
                <a:lnTo>
                  <a:pt x="982" y="15709"/>
                </a:lnTo>
                <a:lnTo>
                  <a:pt x="20618" y="15709"/>
                </a:lnTo>
                <a:cubicBezTo>
                  <a:pt x="20618" y="15709"/>
                  <a:pt x="20618" y="16691"/>
                  <a:pt x="20618" y="16691"/>
                </a:cubicBezTo>
                <a:close/>
                <a:moveTo>
                  <a:pt x="11782" y="20618"/>
                </a:moveTo>
                <a:lnTo>
                  <a:pt x="9818" y="20618"/>
                </a:lnTo>
                <a:lnTo>
                  <a:pt x="9818" y="18655"/>
                </a:lnTo>
                <a:lnTo>
                  <a:pt x="11782" y="18655"/>
                </a:lnTo>
                <a:cubicBezTo>
                  <a:pt x="11782" y="18655"/>
                  <a:pt x="11782" y="20618"/>
                  <a:pt x="11782" y="20618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6691"/>
                </a:lnTo>
                <a:cubicBezTo>
                  <a:pt x="0" y="17775"/>
                  <a:pt x="879" y="18655"/>
                  <a:pt x="1964" y="18655"/>
                </a:cubicBezTo>
                <a:lnTo>
                  <a:pt x="8836" y="18655"/>
                </a:lnTo>
                <a:lnTo>
                  <a:pt x="8836" y="20618"/>
                </a:lnTo>
                <a:lnTo>
                  <a:pt x="7364" y="20618"/>
                </a:lnTo>
                <a:cubicBezTo>
                  <a:pt x="7093" y="20618"/>
                  <a:pt x="6873" y="20838"/>
                  <a:pt x="6873" y="21109"/>
                </a:cubicBezTo>
                <a:cubicBezTo>
                  <a:pt x="6873" y="21381"/>
                  <a:pt x="7093" y="21600"/>
                  <a:pt x="7364" y="21600"/>
                </a:cubicBezTo>
                <a:lnTo>
                  <a:pt x="14236" y="21600"/>
                </a:lnTo>
                <a:cubicBezTo>
                  <a:pt x="14507" y="21600"/>
                  <a:pt x="14727" y="21381"/>
                  <a:pt x="14727" y="21109"/>
                </a:cubicBezTo>
                <a:cubicBezTo>
                  <a:pt x="14727" y="20838"/>
                  <a:pt x="14507" y="20618"/>
                  <a:pt x="14236" y="20618"/>
                </a:cubicBezTo>
                <a:lnTo>
                  <a:pt x="12764" y="20618"/>
                </a:lnTo>
                <a:lnTo>
                  <a:pt x="12764" y="18655"/>
                </a:lnTo>
                <a:lnTo>
                  <a:pt x="19636" y="18655"/>
                </a:lnTo>
                <a:cubicBezTo>
                  <a:pt x="20721" y="18655"/>
                  <a:pt x="21600" y="17775"/>
                  <a:pt x="21600" y="16691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14236" y="7364"/>
                </a:moveTo>
                <a:lnTo>
                  <a:pt x="8549" y="7364"/>
                </a:lnTo>
                <a:lnTo>
                  <a:pt x="9674" y="6238"/>
                </a:lnTo>
                <a:cubicBezTo>
                  <a:pt x="9763" y="6149"/>
                  <a:pt x="9818" y="6027"/>
                  <a:pt x="9818" y="5891"/>
                </a:cubicBezTo>
                <a:cubicBezTo>
                  <a:pt x="9818" y="5620"/>
                  <a:pt x="9598" y="5400"/>
                  <a:pt x="9327" y="5400"/>
                </a:cubicBezTo>
                <a:cubicBezTo>
                  <a:pt x="9192" y="5400"/>
                  <a:pt x="9069" y="5455"/>
                  <a:pt x="8980" y="5544"/>
                </a:cubicBezTo>
                <a:lnTo>
                  <a:pt x="7017" y="7507"/>
                </a:lnTo>
                <a:cubicBezTo>
                  <a:pt x="6928" y="7597"/>
                  <a:pt x="6873" y="7720"/>
                  <a:pt x="6873" y="7855"/>
                </a:cubicBezTo>
                <a:cubicBezTo>
                  <a:pt x="6873" y="7990"/>
                  <a:pt x="6928" y="8113"/>
                  <a:pt x="7017" y="8202"/>
                </a:cubicBezTo>
                <a:lnTo>
                  <a:pt x="8980" y="10165"/>
                </a:lnTo>
                <a:cubicBezTo>
                  <a:pt x="9069" y="10255"/>
                  <a:pt x="9192" y="10309"/>
                  <a:pt x="9327" y="10309"/>
                </a:cubicBezTo>
                <a:cubicBezTo>
                  <a:pt x="9598" y="10309"/>
                  <a:pt x="9818" y="10090"/>
                  <a:pt x="9818" y="9818"/>
                </a:cubicBezTo>
                <a:cubicBezTo>
                  <a:pt x="9818" y="9683"/>
                  <a:pt x="9763" y="9560"/>
                  <a:pt x="9674" y="9471"/>
                </a:cubicBezTo>
                <a:lnTo>
                  <a:pt x="8549" y="8345"/>
                </a:lnTo>
                <a:lnTo>
                  <a:pt x="14236" y="8345"/>
                </a:lnTo>
                <a:cubicBezTo>
                  <a:pt x="14507" y="8345"/>
                  <a:pt x="14727" y="8126"/>
                  <a:pt x="14727" y="7855"/>
                </a:cubicBezTo>
                <a:cubicBezTo>
                  <a:pt x="14727" y="7584"/>
                  <a:pt x="14507" y="7364"/>
                  <a:pt x="14236" y="7364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37" name="Shape 2651">
            <a:extLst>
              <a:ext uri="{FF2B5EF4-FFF2-40B4-BE49-F238E27FC236}">
                <a16:creationId xmlns:a16="http://schemas.microsoft.com/office/drawing/2014/main" id="{F4BA05E9-67D0-53E4-A085-786114D8F1C7}"/>
              </a:ext>
            </a:extLst>
          </p:cNvPr>
          <p:cNvSpPr/>
          <p:nvPr userDrawn="1"/>
        </p:nvSpPr>
        <p:spPr>
          <a:xfrm>
            <a:off x="2873341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583" y="7507"/>
                </a:moveTo>
                <a:lnTo>
                  <a:pt x="12620" y="5544"/>
                </a:lnTo>
                <a:cubicBezTo>
                  <a:pt x="12531" y="5455"/>
                  <a:pt x="12408" y="5400"/>
                  <a:pt x="12273" y="5400"/>
                </a:cubicBezTo>
                <a:cubicBezTo>
                  <a:pt x="12001" y="5400"/>
                  <a:pt x="11782" y="5620"/>
                  <a:pt x="11782" y="5891"/>
                </a:cubicBezTo>
                <a:cubicBezTo>
                  <a:pt x="11782" y="6027"/>
                  <a:pt x="11837" y="6149"/>
                  <a:pt x="11926" y="6238"/>
                </a:cubicBezTo>
                <a:lnTo>
                  <a:pt x="13051" y="7364"/>
                </a:lnTo>
                <a:lnTo>
                  <a:pt x="7364" y="7364"/>
                </a:lnTo>
                <a:cubicBezTo>
                  <a:pt x="7092" y="7364"/>
                  <a:pt x="6873" y="7584"/>
                  <a:pt x="6873" y="7855"/>
                </a:cubicBezTo>
                <a:cubicBezTo>
                  <a:pt x="6873" y="8126"/>
                  <a:pt x="7092" y="8345"/>
                  <a:pt x="7364" y="8345"/>
                </a:cubicBezTo>
                <a:lnTo>
                  <a:pt x="13051" y="8345"/>
                </a:lnTo>
                <a:lnTo>
                  <a:pt x="11926" y="9471"/>
                </a:lnTo>
                <a:cubicBezTo>
                  <a:pt x="11837" y="9560"/>
                  <a:pt x="11782" y="9683"/>
                  <a:pt x="11782" y="9818"/>
                </a:cubicBezTo>
                <a:cubicBezTo>
                  <a:pt x="11782" y="10090"/>
                  <a:pt x="12001" y="10309"/>
                  <a:pt x="12273" y="10309"/>
                </a:cubicBezTo>
                <a:cubicBezTo>
                  <a:pt x="12408" y="10309"/>
                  <a:pt x="12531" y="10255"/>
                  <a:pt x="12620" y="10165"/>
                </a:cubicBezTo>
                <a:lnTo>
                  <a:pt x="14583" y="8202"/>
                </a:lnTo>
                <a:cubicBezTo>
                  <a:pt x="14672" y="8113"/>
                  <a:pt x="14727" y="7990"/>
                  <a:pt x="14727" y="7855"/>
                </a:cubicBezTo>
                <a:cubicBezTo>
                  <a:pt x="14727" y="7720"/>
                  <a:pt x="14672" y="7597"/>
                  <a:pt x="14583" y="7507"/>
                </a:cubicBezTo>
                <a:close/>
                <a:moveTo>
                  <a:pt x="20618" y="14727"/>
                </a:moveTo>
                <a:lnTo>
                  <a:pt x="982" y="14727"/>
                </a:lnTo>
                <a:lnTo>
                  <a:pt x="982" y="1964"/>
                </a:lnTo>
                <a:cubicBezTo>
                  <a:pt x="982" y="1422"/>
                  <a:pt x="1421" y="982"/>
                  <a:pt x="1964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cubicBezTo>
                  <a:pt x="20618" y="1964"/>
                  <a:pt x="20618" y="14727"/>
                  <a:pt x="20618" y="14727"/>
                </a:cubicBezTo>
                <a:close/>
                <a:moveTo>
                  <a:pt x="20618" y="16691"/>
                </a:moveTo>
                <a:cubicBezTo>
                  <a:pt x="20618" y="17233"/>
                  <a:pt x="20178" y="17673"/>
                  <a:pt x="19636" y="17673"/>
                </a:cubicBezTo>
                <a:lnTo>
                  <a:pt x="1964" y="17673"/>
                </a:lnTo>
                <a:cubicBezTo>
                  <a:pt x="1421" y="17673"/>
                  <a:pt x="982" y="17233"/>
                  <a:pt x="982" y="16691"/>
                </a:cubicBezTo>
                <a:lnTo>
                  <a:pt x="982" y="15709"/>
                </a:lnTo>
                <a:lnTo>
                  <a:pt x="20618" y="15709"/>
                </a:lnTo>
                <a:cubicBezTo>
                  <a:pt x="20618" y="15709"/>
                  <a:pt x="20618" y="16691"/>
                  <a:pt x="20618" y="16691"/>
                </a:cubicBezTo>
                <a:close/>
                <a:moveTo>
                  <a:pt x="11782" y="20618"/>
                </a:moveTo>
                <a:lnTo>
                  <a:pt x="9818" y="20618"/>
                </a:lnTo>
                <a:lnTo>
                  <a:pt x="9818" y="18655"/>
                </a:lnTo>
                <a:lnTo>
                  <a:pt x="11782" y="18655"/>
                </a:lnTo>
                <a:cubicBezTo>
                  <a:pt x="11782" y="18655"/>
                  <a:pt x="11782" y="20618"/>
                  <a:pt x="11782" y="20618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6691"/>
                </a:lnTo>
                <a:cubicBezTo>
                  <a:pt x="0" y="17775"/>
                  <a:pt x="879" y="18655"/>
                  <a:pt x="1964" y="18655"/>
                </a:cubicBezTo>
                <a:lnTo>
                  <a:pt x="8836" y="18655"/>
                </a:lnTo>
                <a:lnTo>
                  <a:pt x="8836" y="20618"/>
                </a:lnTo>
                <a:lnTo>
                  <a:pt x="7364" y="20618"/>
                </a:lnTo>
                <a:cubicBezTo>
                  <a:pt x="7092" y="20618"/>
                  <a:pt x="6873" y="20838"/>
                  <a:pt x="6873" y="21109"/>
                </a:cubicBezTo>
                <a:cubicBezTo>
                  <a:pt x="6873" y="21380"/>
                  <a:pt x="7092" y="21600"/>
                  <a:pt x="7364" y="21600"/>
                </a:cubicBezTo>
                <a:lnTo>
                  <a:pt x="14236" y="21600"/>
                </a:lnTo>
                <a:cubicBezTo>
                  <a:pt x="14507" y="21600"/>
                  <a:pt x="14727" y="21380"/>
                  <a:pt x="14727" y="21109"/>
                </a:cubicBezTo>
                <a:cubicBezTo>
                  <a:pt x="14727" y="20838"/>
                  <a:pt x="14507" y="20618"/>
                  <a:pt x="14236" y="20618"/>
                </a:cubicBezTo>
                <a:lnTo>
                  <a:pt x="12764" y="20618"/>
                </a:lnTo>
                <a:lnTo>
                  <a:pt x="12764" y="18655"/>
                </a:lnTo>
                <a:lnTo>
                  <a:pt x="19636" y="18655"/>
                </a:lnTo>
                <a:cubicBezTo>
                  <a:pt x="20721" y="18655"/>
                  <a:pt x="21600" y="17775"/>
                  <a:pt x="21600" y="16691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38" name="Shape 2652">
            <a:extLst>
              <a:ext uri="{FF2B5EF4-FFF2-40B4-BE49-F238E27FC236}">
                <a16:creationId xmlns:a16="http://schemas.microsoft.com/office/drawing/2014/main" id="{4F0BEF3E-36EE-3D0B-1E92-38908EEFE314}"/>
              </a:ext>
            </a:extLst>
          </p:cNvPr>
          <p:cNvSpPr/>
          <p:nvPr userDrawn="1"/>
        </p:nvSpPr>
        <p:spPr>
          <a:xfrm>
            <a:off x="3405898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14727"/>
                </a:moveTo>
                <a:cubicBezTo>
                  <a:pt x="7547" y="14727"/>
                  <a:pt x="4909" y="12969"/>
                  <a:pt x="4909" y="10800"/>
                </a:cubicBezTo>
                <a:cubicBezTo>
                  <a:pt x="4909" y="8631"/>
                  <a:pt x="7547" y="6873"/>
                  <a:pt x="10800" y="6873"/>
                </a:cubicBezTo>
                <a:cubicBezTo>
                  <a:pt x="11895" y="6873"/>
                  <a:pt x="12917" y="7076"/>
                  <a:pt x="13795" y="7423"/>
                </a:cubicBezTo>
                <a:lnTo>
                  <a:pt x="15709" y="5073"/>
                </a:lnTo>
                <a:lnTo>
                  <a:pt x="15709" y="8631"/>
                </a:lnTo>
                <a:cubicBezTo>
                  <a:pt x="16328" y="9253"/>
                  <a:pt x="16691" y="9998"/>
                  <a:pt x="16691" y="10800"/>
                </a:cubicBezTo>
                <a:cubicBezTo>
                  <a:pt x="16691" y="12969"/>
                  <a:pt x="14053" y="14727"/>
                  <a:pt x="10800" y="14727"/>
                </a:cubicBezTo>
                <a:moveTo>
                  <a:pt x="16691" y="1964"/>
                </a:moveTo>
                <a:lnTo>
                  <a:pt x="13360" y="6247"/>
                </a:lnTo>
                <a:cubicBezTo>
                  <a:pt x="12568" y="6020"/>
                  <a:pt x="11706" y="5891"/>
                  <a:pt x="10800" y="5891"/>
                </a:cubicBezTo>
                <a:cubicBezTo>
                  <a:pt x="7004" y="5891"/>
                  <a:pt x="3927" y="8089"/>
                  <a:pt x="3927" y="10800"/>
                </a:cubicBezTo>
                <a:cubicBezTo>
                  <a:pt x="3927" y="13511"/>
                  <a:pt x="7004" y="15709"/>
                  <a:pt x="10800" y="15709"/>
                </a:cubicBezTo>
                <a:cubicBezTo>
                  <a:pt x="14596" y="15709"/>
                  <a:pt x="17673" y="13511"/>
                  <a:pt x="17673" y="10800"/>
                </a:cubicBezTo>
                <a:cubicBezTo>
                  <a:pt x="17673" y="9878"/>
                  <a:pt x="17310" y="9018"/>
                  <a:pt x="16691" y="8281"/>
                </a:cubicBezTo>
                <a:cubicBezTo>
                  <a:pt x="16691" y="8281"/>
                  <a:pt x="16691" y="1964"/>
                  <a:pt x="16691" y="1964"/>
                </a:cubicBezTo>
                <a:close/>
                <a:moveTo>
                  <a:pt x="19145" y="1964"/>
                </a:moveTo>
                <a:cubicBezTo>
                  <a:pt x="18874" y="1964"/>
                  <a:pt x="18655" y="2184"/>
                  <a:pt x="18655" y="2455"/>
                </a:cubicBezTo>
                <a:cubicBezTo>
                  <a:pt x="18655" y="2726"/>
                  <a:pt x="18874" y="2945"/>
                  <a:pt x="19145" y="2945"/>
                </a:cubicBezTo>
                <a:cubicBezTo>
                  <a:pt x="19417" y="2945"/>
                  <a:pt x="19636" y="2726"/>
                  <a:pt x="19636" y="2455"/>
                </a:cubicBezTo>
                <a:cubicBezTo>
                  <a:pt x="19636" y="2184"/>
                  <a:pt x="19417" y="1964"/>
                  <a:pt x="19145" y="1964"/>
                </a:cubicBezTo>
                <a:moveTo>
                  <a:pt x="20618" y="16691"/>
                </a:moveTo>
                <a:cubicBezTo>
                  <a:pt x="20618" y="17233"/>
                  <a:pt x="20178" y="17673"/>
                  <a:pt x="19636" y="17673"/>
                </a:cubicBezTo>
                <a:lnTo>
                  <a:pt x="1964" y="17673"/>
                </a:lnTo>
                <a:cubicBezTo>
                  <a:pt x="1422" y="17673"/>
                  <a:pt x="982" y="17233"/>
                  <a:pt x="982" y="16691"/>
                </a:cubicBezTo>
                <a:lnTo>
                  <a:pt x="982" y="1964"/>
                </a:lnTo>
                <a:cubicBezTo>
                  <a:pt x="982" y="1422"/>
                  <a:pt x="1422" y="982"/>
                  <a:pt x="1964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cubicBezTo>
                  <a:pt x="20618" y="1964"/>
                  <a:pt x="20618" y="16691"/>
                  <a:pt x="20618" y="16691"/>
                </a:cubicBezTo>
                <a:close/>
                <a:moveTo>
                  <a:pt x="20618" y="19636"/>
                </a:moveTo>
                <a:cubicBezTo>
                  <a:pt x="20618" y="20178"/>
                  <a:pt x="20178" y="20618"/>
                  <a:pt x="19636" y="20618"/>
                </a:cubicBez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8382"/>
                </a:lnTo>
                <a:cubicBezTo>
                  <a:pt x="1271" y="18551"/>
                  <a:pt x="1604" y="18655"/>
                  <a:pt x="1964" y="18655"/>
                </a:cubicBezTo>
                <a:lnTo>
                  <a:pt x="19636" y="18655"/>
                </a:lnTo>
                <a:cubicBezTo>
                  <a:pt x="19996" y="18655"/>
                  <a:pt x="20329" y="18551"/>
                  <a:pt x="20618" y="18382"/>
                </a:cubicBezTo>
                <a:cubicBezTo>
                  <a:pt x="20618" y="18382"/>
                  <a:pt x="20618" y="19636"/>
                  <a:pt x="20618" y="19636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10800" y="11291"/>
                </a:moveTo>
                <a:cubicBezTo>
                  <a:pt x="10258" y="11291"/>
                  <a:pt x="9818" y="11072"/>
                  <a:pt x="9818" y="10800"/>
                </a:cubicBezTo>
                <a:cubicBezTo>
                  <a:pt x="9818" y="10529"/>
                  <a:pt x="10258" y="10309"/>
                  <a:pt x="10800" y="10309"/>
                </a:cubicBezTo>
                <a:cubicBezTo>
                  <a:pt x="11342" y="10309"/>
                  <a:pt x="11782" y="10529"/>
                  <a:pt x="11782" y="10800"/>
                </a:cubicBezTo>
                <a:cubicBezTo>
                  <a:pt x="11782" y="11072"/>
                  <a:pt x="11342" y="11291"/>
                  <a:pt x="10800" y="11291"/>
                </a:cubicBezTo>
                <a:moveTo>
                  <a:pt x="10800" y="9327"/>
                </a:moveTo>
                <a:cubicBezTo>
                  <a:pt x="9716" y="9327"/>
                  <a:pt x="8836" y="9986"/>
                  <a:pt x="8836" y="10800"/>
                </a:cubicBezTo>
                <a:cubicBezTo>
                  <a:pt x="8836" y="11614"/>
                  <a:pt x="9716" y="12273"/>
                  <a:pt x="10800" y="12273"/>
                </a:cubicBezTo>
                <a:cubicBezTo>
                  <a:pt x="11884" y="12273"/>
                  <a:pt x="12764" y="11614"/>
                  <a:pt x="12764" y="10800"/>
                </a:cubicBezTo>
                <a:cubicBezTo>
                  <a:pt x="12764" y="9986"/>
                  <a:pt x="11884" y="9327"/>
                  <a:pt x="10800" y="9327"/>
                </a:cubicBezTo>
                <a:moveTo>
                  <a:pt x="19145" y="15709"/>
                </a:moveTo>
                <a:cubicBezTo>
                  <a:pt x="18874" y="15709"/>
                  <a:pt x="18655" y="15929"/>
                  <a:pt x="18655" y="16200"/>
                </a:cubicBezTo>
                <a:cubicBezTo>
                  <a:pt x="18655" y="16472"/>
                  <a:pt x="18874" y="16691"/>
                  <a:pt x="19145" y="16691"/>
                </a:cubicBezTo>
                <a:cubicBezTo>
                  <a:pt x="19417" y="16691"/>
                  <a:pt x="19636" y="16472"/>
                  <a:pt x="19636" y="16200"/>
                </a:cubicBezTo>
                <a:cubicBezTo>
                  <a:pt x="19636" y="15929"/>
                  <a:pt x="19417" y="15709"/>
                  <a:pt x="19145" y="15709"/>
                </a:cubicBezTo>
                <a:moveTo>
                  <a:pt x="2455" y="15709"/>
                </a:moveTo>
                <a:cubicBezTo>
                  <a:pt x="2183" y="15709"/>
                  <a:pt x="1964" y="15929"/>
                  <a:pt x="1964" y="16200"/>
                </a:cubicBezTo>
                <a:cubicBezTo>
                  <a:pt x="1964" y="16472"/>
                  <a:pt x="2183" y="16691"/>
                  <a:pt x="2455" y="16691"/>
                </a:cubicBezTo>
                <a:cubicBezTo>
                  <a:pt x="2726" y="16691"/>
                  <a:pt x="2945" y="16472"/>
                  <a:pt x="2945" y="16200"/>
                </a:cubicBezTo>
                <a:cubicBezTo>
                  <a:pt x="2945" y="15929"/>
                  <a:pt x="2726" y="15709"/>
                  <a:pt x="2455" y="15709"/>
                </a:cubicBezTo>
                <a:moveTo>
                  <a:pt x="5645" y="4418"/>
                </a:moveTo>
                <a:lnTo>
                  <a:pt x="12027" y="4418"/>
                </a:lnTo>
                <a:cubicBezTo>
                  <a:pt x="12434" y="4418"/>
                  <a:pt x="12764" y="4088"/>
                  <a:pt x="12764" y="3682"/>
                </a:cubicBezTo>
                <a:cubicBezTo>
                  <a:pt x="12764" y="3275"/>
                  <a:pt x="12434" y="2945"/>
                  <a:pt x="12027" y="2945"/>
                </a:cubicBezTo>
                <a:lnTo>
                  <a:pt x="5645" y="2945"/>
                </a:lnTo>
                <a:cubicBezTo>
                  <a:pt x="5239" y="2945"/>
                  <a:pt x="4909" y="3275"/>
                  <a:pt x="4909" y="3682"/>
                </a:cubicBezTo>
                <a:cubicBezTo>
                  <a:pt x="4909" y="4088"/>
                  <a:pt x="5239" y="4418"/>
                  <a:pt x="5645" y="4418"/>
                </a:cubicBezTo>
                <a:moveTo>
                  <a:pt x="2455" y="1964"/>
                </a:moveTo>
                <a:cubicBezTo>
                  <a:pt x="2183" y="1964"/>
                  <a:pt x="1964" y="2184"/>
                  <a:pt x="1964" y="2455"/>
                </a:cubicBezTo>
                <a:cubicBezTo>
                  <a:pt x="1964" y="2726"/>
                  <a:pt x="2183" y="2945"/>
                  <a:pt x="2455" y="2945"/>
                </a:cubicBezTo>
                <a:cubicBezTo>
                  <a:pt x="2726" y="2945"/>
                  <a:pt x="2945" y="2726"/>
                  <a:pt x="2945" y="2455"/>
                </a:cubicBezTo>
                <a:cubicBezTo>
                  <a:pt x="2945" y="2184"/>
                  <a:pt x="2726" y="1964"/>
                  <a:pt x="2455" y="1964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39" name="Shape 2653">
            <a:extLst>
              <a:ext uri="{FF2B5EF4-FFF2-40B4-BE49-F238E27FC236}">
                <a16:creationId xmlns:a16="http://schemas.microsoft.com/office/drawing/2014/main" id="{3F29ED61-0C03-533A-53C7-08240C29E1BB}"/>
              </a:ext>
            </a:extLst>
          </p:cNvPr>
          <p:cNvSpPr/>
          <p:nvPr userDrawn="1"/>
        </p:nvSpPr>
        <p:spPr>
          <a:xfrm>
            <a:off x="3938454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764" y="5891"/>
                </a:moveTo>
                <a:lnTo>
                  <a:pt x="14727" y="5891"/>
                </a:lnTo>
                <a:lnTo>
                  <a:pt x="14727" y="1964"/>
                </a:lnTo>
                <a:lnTo>
                  <a:pt x="12764" y="1964"/>
                </a:lnTo>
                <a:cubicBezTo>
                  <a:pt x="12764" y="1964"/>
                  <a:pt x="12764" y="5891"/>
                  <a:pt x="12764" y="5891"/>
                </a:cubicBezTo>
                <a:close/>
                <a:moveTo>
                  <a:pt x="6873" y="2945"/>
                </a:moveTo>
                <a:lnTo>
                  <a:pt x="10800" y="2945"/>
                </a:lnTo>
                <a:lnTo>
                  <a:pt x="10800" y="1964"/>
                </a:lnTo>
                <a:lnTo>
                  <a:pt x="6873" y="1964"/>
                </a:lnTo>
                <a:cubicBezTo>
                  <a:pt x="6873" y="1964"/>
                  <a:pt x="6873" y="2945"/>
                  <a:pt x="6873" y="2945"/>
                </a:cubicBezTo>
                <a:close/>
                <a:moveTo>
                  <a:pt x="20618" y="19636"/>
                </a:moveTo>
                <a:cubicBezTo>
                  <a:pt x="20618" y="20178"/>
                  <a:pt x="20178" y="20618"/>
                  <a:pt x="19636" y="20618"/>
                </a:cubicBezTo>
                <a:lnTo>
                  <a:pt x="18655" y="20618"/>
                </a:lnTo>
                <a:lnTo>
                  <a:pt x="18655" y="11782"/>
                </a:lnTo>
                <a:cubicBezTo>
                  <a:pt x="18655" y="11240"/>
                  <a:pt x="18214" y="10800"/>
                  <a:pt x="17673" y="10800"/>
                </a:cubicBezTo>
                <a:lnTo>
                  <a:pt x="3927" y="10800"/>
                </a:lnTo>
                <a:cubicBezTo>
                  <a:pt x="3385" y="10800"/>
                  <a:pt x="2945" y="11240"/>
                  <a:pt x="2945" y="11782"/>
                </a:cubicBezTo>
                <a:lnTo>
                  <a:pt x="2945" y="20618"/>
                </a:lnTo>
                <a:lnTo>
                  <a:pt x="1964" y="20618"/>
                </a:lnTo>
                <a:cubicBezTo>
                  <a:pt x="1421" y="20618"/>
                  <a:pt x="982" y="20178"/>
                  <a:pt x="982" y="19636"/>
                </a:cubicBezTo>
                <a:lnTo>
                  <a:pt x="982" y="1964"/>
                </a:lnTo>
                <a:cubicBezTo>
                  <a:pt x="982" y="1422"/>
                  <a:pt x="1421" y="982"/>
                  <a:pt x="1964" y="982"/>
                </a:cubicBezTo>
                <a:lnTo>
                  <a:pt x="4909" y="982"/>
                </a:lnTo>
                <a:lnTo>
                  <a:pt x="4909" y="6873"/>
                </a:lnTo>
                <a:cubicBezTo>
                  <a:pt x="4909" y="7415"/>
                  <a:pt x="5348" y="7855"/>
                  <a:pt x="5891" y="7855"/>
                </a:cubicBezTo>
                <a:lnTo>
                  <a:pt x="15709" y="7855"/>
                </a:lnTo>
                <a:cubicBezTo>
                  <a:pt x="16251" y="7855"/>
                  <a:pt x="16691" y="7415"/>
                  <a:pt x="16691" y="6873"/>
                </a:cubicBezTo>
                <a:lnTo>
                  <a:pt x="16691" y="982"/>
                </a:lnTo>
                <a:lnTo>
                  <a:pt x="17182" y="982"/>
                </a:lnTo>
                <a:lnTo>
                  <a:pt x="20618" y="4418"/>
                </a:lnTo>
                <a:cubicBezTo>
                  <a:pt x="20618" y="4418"/>
                  <a:pt x="20618" y="19636"/>
                  <a:pt x="20618" y="19636"/>
                </a:cubicBezTo>
                <a:close/>
                <a:moveTo>
                  <a:pt x="17673" y="20618"/>
                </a:moveTo>
                <a:lnTo>
                  <a:pt x="3927" y="20618"/>
                </a:lnTo>
                <a:lnTo>
                  <a:pt x="3927" y="11782"/>
                </a:lnTo>
                <a:lnTo>
                  <a:pt x="17673" y="11782"/>
                </a:lnTo>
                <a:cubicBezTo>
                  <a:pt x="17673" y="11782"/>
                  <a:pt x="17673" y="20618"/>
                  <a:pt x="17673" y="20618"/>
                </a:cubicBezTo>
                <a:close/>
                <a:moveTo>
                  <a:pt x="5891" y="982"/>
                </a:moveTo>
                <a:lnTo>
                  <a:pt x="15709" y="982"/>
                </a:lnTo>
                <a:lnTo>
                  <a:pt x="15709" y="6873"/>
                </a:lnTo>
                <a:lnTo>
                  <a:pt x="5891" y="6873"/>
                </a:lnTo>
                <a:cubicBezTo>
                  <a:pt x="5891" y="6873"/>
                  <a:pt x="5891" y="982"/>
                  <a:pt x="5891" y="982"/>
                </a:cubicBezTo>
                <a:close/>
                <a:moveTo>
                  <a:pt x="17673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3927"/>
                </a:lnTo>
                <a:cubicBezTo>
                  <a:pt x="21600" y="3927"/>
                  <a:pt x="17673" y="0"/>
                  <a:pt x="17673" y="0"/>
                </a:cubicBezTo>
                <a:close/>
                <a:moveTo>
                  <a:pt x="6873" y="4909"/>
                </a:moveTo>
                <a:lnTo>
                  <a:pt x="9818" y="4909"/>
                </a:lnTo>
                <a:lnTo>
                  <a:pt x="9818" y="3927"/>
                </a:lnTo>
                <a:lnTo>
                  <a:pt x="6873" y="3927"/>
                </a:lnTo>
                <a:cubicBezTo>
                  <a:pt x="6873" y="3927"/>
                  <a:pt x="6873" y="4909"/>
                  <a:pt x="6873" y="4909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40" name="Shape 2654">
            <a:extLst>
              <a:ext uri="{FF2B5EF4-FFF2-40B4-BE49-F238E27FC236}">
                <a16:creationId xmlns:a16="http://schemas.microsoft.com/office/drawing/2014/main" id="{A417B65F-4489-437E-993A-71F9E359D86D}"/>
              </a:ext>
            </a:extLst>
          </p:cNvPr>
          <p:cNvSpPr/>
          <p:nvPr userDrawn="1"/>
        </p:nvSpPr>
        <p:spPr>
          <a:xfrm>
            <a:off x="4471011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709" y="15709"/>
                </a:moveTo>
                <a:lnTo>
                  <a:pt x="5891" y="15709"/>
                </a:lnTo>
                <a:lnTo>
                  <a:pt x="5891" y="16691"/>
                </a:lnTo>
                <a:lnTo>
                  <a:pt x="15709" y="16691"/>
                </a:lnTo>
                <a:cubicBezTo>
                  <a:pt x="15709" y="16691"/>
                  <a:pt x="15709" y="15709"/>
                  <a:pt x="15709" y="15709"/>
                </a:cubicBezTo>
                <a:close/>
                <a:moveTo>
                  <a:pt x="15709" y="17673"/>
                </a:moveTo>
                <a:lnTo>
                  <a:pt x="5891" y="17673"/>
                </a:lnTo>
                <a:lnTo>
                  <a:pt x="5891" y="18655"/>
                </a:lnTo>
                <a:lnTo>
                  <a:pt x="15709" y="18655"/>
                </a:lnTo>
                <a:cubicBezTo>
                  <a:pt x="15709" y="18655"/>
                  <a:pt x="15709" y="17673"/>
                  <a:pt x="15709" y="17673"/>
                </a:cubicBezTo>
                <a:close/>
                <a:moveTo>
                  <a:pt x="11782" y="13745"/>
                </a:moveTo>
                <a:lnTo>
                  <a:pt x="5891" y="13745"/>
                </a:lnTo>
                <a:lnTo>
                  <a:pt x="5891" y="14727"/>
                </a:lnTo>
                <a:lnTo>
                  <a:pt x="11782" y="14727"/>
                </a:lnTo>
                <a:cubicBezTo>
                  <a:pt x="11782" y="14727"/>
                  <a:pt x="11782" y="13745"/>
                  <a:pt x="11782" y="13745"/>
                </a:cubicBezTo>
                <a:close/>
                <a:moveTo>
                  <a:pt x="20618" y="19636"/>
                </a:moveTo>
                <a:cubicBezTo>
                  <a:pt x="20618" y="20178"/>
                  <a:pt x="20178" y="20618"/>
                  <a:pt x="19636" y="20618"/>
                </a:cubicBezTo>
                <a:lnTo>
                  <a:pt x="18655" y="20618"/>
                </a:lnTo>
                <a:lnTo>
                  <a:pt x="18655" y="11782"/>
                </a:lnTo>
                <a:cubicBezTo>
                  <a:pt x="18655" y="11240"/>
                  <a:pt x="18214" y="10800"/>
                  <a:pt x="17673" y="10800"/>
                </a:cubicBezTo>
                <a:lnTo>
                  <a:pt x="3927" y="10800"/>
                </a:lnTo>
                <a:cubicBezTo>
                  <a:pt x="3385" y="10800"/>
                  <a:pt x="2945" y="11240"/>
                  <a:pt x="2945" y="11782"/>
                </a:cubicBezTo>
                <a:lnTo>
                  <a:pt x="2945" y="20618"/>
                </a:lnTo>
                <a:lnTo>
                  <a:pt x="1964" y="20618"/>
                </a:lnTo>
                <a:cubicBezTo>
                  <a:pt x="1421" y="20618"/>
                  <a:pt x="982" y="20178"/>
                  <a:pt x="982" y="19636"/>
                </a:cubicBezTo>
                <a:lnTo>
                  <a:pt x="982" y="1964"/>
                </a:lnTo>
                <a:cubicBezTo>
                  <a:pt x="982" y="1422"/>
                  <a:pt x="1421" y="982"/>
                  <a:pt x="1964" y="982"/>
                </a:cubicBezTo>
                <a:lnTo>
                  <a:pt x="4909" y="982"/>
                </a:lnTo>
                <a:lnTo>
                  <a:pt x="4909" y="6873"/>
                </a:lnTo>
                <a:cubicBezTo>
                  <a:pt x="4909" y="7415"/>
                  <a:pt x="5348" y="7855"/>
                  <a:pt x="5891" y="7855"/>
                </a:cubicBezTo>
                <a:lnTo>
                  <a:pt x="15709" y="7855"/>
                </a:lnTo>
                <a:cubicBezTo>
                  <a:pt x="16251" y="7855"/>
                  <a:pt x="16691" y="7415"/>
                  <a:pt x="16691" y="6873"/>
                </a:cubicBezTo>
                <a:lnTo>
                  <a:pt x="16691" y="982"/>
                </a:lnTo>
                <a:lnTo>
                  <a:pt x="17182" y="982"/>
                </a:lnTo>
                <a:lnTo>
                  <a:pt x="20618" y="4418"/>
                </a:lnTo>
                <a:cubicBezTo>
                  <a:pt x="20618" y="4418"/>
                  <a:pt x="20618" y="19636"/>
                  <a:pt x="20618" y="19636"/>
                </a:cubicBezTo>
                <a:close/>
                <a:moveTo>
                  <a:pt x="17673" y="20618"/>
                </a:moveTo>
                <a:lnTo>
                  <a:pt x="3927" y="20618"/>
                </a:lnTo>
                <a:lnTo>
                  <a:pt x="3927" y="11782"/>
                </a:lnTo>
                <a:lnTo>
                  <a:pt x="17673" y="11782"/>
                </a:lnTo>
                <a:cubicBezTo>
                  <a:pt x="17673" y="11782"/>
                  <a:pt x="17673" y="20618"/>
                  <a:pt x="17673" y="20618"/>
                </a:cubicBezTo>
                <a:close/>
                <a:moveTo>
                  <a:pt x="5891" y="982"/>
                </a:moveTo>
                <a:lnTo>
                  <a:pt x="15709" y="982"/>
                </a:lnTo>
                <a:lnTo>
                  <a:pt x="15709" y="6873"/>
                </a:lnTo>
                <a:lnTo>
                  <a:pt x="5891" y="6873"/>
                </a:lnTo>
                <a:cubicBezTo>
                  <a:pt x="5891" y="6873"/>
                  <a:pt x="5891" y="982"/>
                  <a:pt x="5891" y="982"/>
                </a:cubicBezTo>
                <a:close/>
                <a:moveTo>
                  <a:pt x="17673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3927"/>
                </a:lnTo>
                <a:cubicBezTo>
                  <a:pt x="21600" y="3927"/>
                  <a:pt x="17673" y="0"/>
                  <a:pt x="17673" y="0"/>
                </a:cubicBezTo>
                <a:close/>
                <a:moveTo>
                  <a:pt x="12764" y="5891"/>
                </a:moveTo>
                <a:lnTo>
                  <a:pt x="14727" y="5891"/>
                </a:lnTo>
                <a:lnTo>
                  <a:pt x="14727" y="1964"/>
                </a:lnTo>
                <a:lnTo>
                  <a:pt x="12764" y="1964"/>
                </a:lnTo>
                <a:cubicBezTo>
                  <a:pt x="12764" y="1964"/>
                  <a:pt x="12764" y="5891"/>
                  <a:pt x="12764" y="5891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41" name="Shape 2655">
            <a:extLst>
              <a:ext uri="{FF2B5EF4-FFF2-40B4-BE49-F238E27FC236}">
                <a16:creationId xmlns:a16="http://schemas.microsoft.com/office/drawing/2014/main" id="{2056022A-FC74-2FA2-F239-FB216428492F}"/>
              </a:ext>
            </a:extLst>
          </p:cNvPr>
          <p:cNvSpPr/>
          <p:nvPr userDrawn="1"/>
        </p:nvSpPr>
        <p:spPr>
          <a:xfrm>
            <a:off x="5003567" y="5102517"/>
            <a:ext cx="278958" cy="2282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4400"/>
                </a:moveTo>
                <a:lnTo>
                  <a:pt x="16349" y="14400"/>
                </a:lnTo>
                <a:cubicBezTo>
                  <a:pt x="16227" y="14820"/>
                  <a:pt x="16076" y="15221"/>
                  <a:pt x="15897" y="15600"/>
                </a:cubicBezTo>
                <a:lnTo>
                  <a:pt x="20618" y="15600"/>
                </a:lnTo>
                <a:lnTo>
                  <a:pt x="20618" y="19200"/>
                </a:lnTo>
                <a:cubicBezTo>
                  <a:pt x="20618" y="19862"/>
                  <a:pt x="20178" y="20400"/>
                  <a:pt x="19636" y="20400"/>
                </a:cubicBezTo>
                <a:lnTo>
                  <a:pt x="1964" y="20400"/>
                </a:lnTo>
                <a:cubicBezTo>
                  <a:pt x="1422" y="20400"/>
                  <a:pt x="982" y="19862"/>
                  <a:pt x="982" y="19200"/>
                </a:cubicBezTo>
                <a:lnTo>
                  <a:pt x="982" y="15600"/>
                </a:lnTo>
                <a:lnTo>
                  <a:pt x="5704" y="15600"/>
                </a:lnTo>
                <a:cubicBezTo>
                  <a:pt x="5524" y="15221"/>
                  <a:pt x="5373" y="14820"/>
                  <a:pt x="5251" y="14400"/>
                </a:cubicBezTo>
                <a:lnTo>
                  <a:pt x="982" y="14400"/>
                </a:lnTo>
                <a:lnTo>
                  <a:pt x="982" y="4800"/>
                </a:lnTo>
                <a:cubicBezTo>
                  <a:pt x="982" y="4138"/>
                  <a:pt x="1422" y="3600"/>
                  <a:pt x="1964" y="3600"/>
                </a:cubicBezTo>
                <a:lnTo>
                  <a:pt x="3927" y="3600"/>
                </a:lnTo>
                <a:cubicBezTo>
                  <a:pt x="5891" y="3600"/>
                  <a:pt x="5891" y="1200"/>
                  <a:pt x="7364" y="1200"/>
                </a:cubicBezTo>
                <a:lnTo>
                  <a:pt x="10800" y="1200"/>
                </a:lnTo>
                <a:lnTo>
                  <a:pt x="14236" y="1200"/>
                </a:lnTo>
                <a:cubicBezTo>
                  <a:pt x="15709" y="1200"/>
                  <a:pt x="15709" y="3600"/>
                  <a:pt x="17673" y="3600"/>
                </a:cubicBezTo>
                <a:lnTo>
                  <a:pt x="19636" y="3600"/>
                </a:lnTo>
                <a:cubicBezTo>
                  <a:pt x="20178" y="3600"/>
                  <a:pt x="20618" y="4138"/>
                  <a:pt x="20618" y="4800"/>
                </a:cubicBezTo>
                <a:cubicBezTo>
                  <a:pt x="20618" y="4800"/>
                  <a:pt x="20618" y="14400"/>
                  <a:pt x="20618" y="14400"/>
                </a:cubicBezTo>
                <a:close/>
                <a:moveTo>
                  <a:pt x="19636" y="2400"/>
                </a:moveTo>
                <a:lnTo>
                  <a:pt x="17673" y="2400"/>
                </a:lnTo>
                <a:cubicBezTo>
                  <a:pt x="16200" y="2400"/>
                  <a:pt x="16200" y="0"/>
                  <a:pt x="14236" y="0"/>
                </a:cubicBezTo>
                <a:lnTo>
                  <a:pt x="10800" y="0"/>
                </a:lnTo>
                <a:lnTo>
                  <a:pt x="7364" y="0"/>
                </a:lnTo>
                <a:cubicBezTo>
                  <a:pt x="5400" y="0"/>
                  <a:pt x="5400" y="2400"/>
                  <a:pt x="3927" y="2400"/>
                </a:cubicBezTo>
                <a:lnTo>
                  <a:pt x="1964" y="2400"/>
                </a:lnTo>
                <a:cubicBezTo>
                  <a:pt x="879" y="2400"/>
                  <a:pt x="0" y="3475"/>
                  <a:pt x="0" y="4800"/>
                </a:cubicBezTo>
                <a:lnTo>
                  <a:pt x="0" y="19200"/>
                </a:lnTo>
                <a:cubicBezTo>
                  <a:pt x="0" y="20525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525"/>
                  <a:pt x="21600" y="19200"/>
                </a:cubicBezTo>
                <a:lnTo>
                  <a:pt x="21600" y="4800"/>
                </a:lnTo>
                <a:cubicBezTo>
                  <a:pt x="21600" y="3475"/>
                  <a:pt x="20721" y="2400"/>
                  <a:pt x="19636" y="2400"/>
                </a:cubicBezTo>
                <a:moveTo>
                  <a:pt x="18164" y="7200"/>
                </a:moveTo>
                <a:cubicBezTo>
                  <a:pt x="17892" y="7200"/>
                  <a:pt x="17673" y="6932"/>
                  <a:pt x="17673" y="6600"/>
                </a:cubicBezTo>
                <a:cubicBezTo>
                  <a:pt x="17673" y="6269"/>
                  <a:pt x="17892" y="6000"/>
                  <a:pt x="18164" y="6000"/>
                </a:cubicBezTo>
                <a:cubicBezTo>
                  <a:pt x="18435" y="6000"/>
                  <a:pt x="18655" y="6269"/>
                  <a:pt x="18655" y="6600"/>
                </a:cubicBezTo>
                <a:cubicBezTo>
                  <a:pt x="18655" y="6932"/>
                  <a:pt x="18435" y="7200"/>
                  <a:pt x="18164" y="7200"/>
                </a:cubicBezTo>
                <a:moveTo>
                  <a:pt x="18164" y="4800"/>
                </a:moveTo>
                <a:cubicBezTo>
                  <a:pt x="17351" y="4800"/>
                  <a:pt x="16691" y="5607"/>
                  <a:pt x="16691" y="6600"/>
                </a:cubicBezTo>
                <a:cubicBezTo>
                  <a:pt x="16691" y="7594"/>
                  <a:pt x="17351" y="8400"/>
                  <a:pt x="18164" y="8400"/>
                </a:cubicBezTo>
                <a:cubicBezTo>
                  <a:pt x="18977" y="8400"/>
                  <a:pt x="19636" y="7594"/>
                  <a:pt x="19636" y="6600"/>
                </a:cubicBezTo>
                <a:cubicBezTo>
                  <a:pt x="19636" y="5607"/>
                  <a:pt x="18977" y="4800"/>
                  <a:pt x="18164" y="4800"/>
                </a:cubicBezTo>
                <a:moveTo>
                  <a:pt x="18164" y="9600"/>
                </a:moveTo>
                <a:cubicBezTo>
                  <a:pt x="17892" y="9600"/>
                  <a:pt x="17673" y="9869"/>
                  <a:pt x="17673" y="10200"/>
                </a:cubicBezTo>
                <a:cubicBezTo>
                  <a:pt x="17673" y="10532"/>
                  <a:pt x="17892" y="10800"/>
                  <a:pt x="18164" y="10800"/>
                </a:cubicBezTo>
                <a:cubicBezTo>
                  <a:pt x="18435" y="10800"/>
                  <a:pt x="18655" y="10532"/>
                  <a:pt x="18655" y="10200"/>
                </a:cubicBezTo>
                <a:cubicBezTo>
                  <a:pt x="18655" y="9869"/>
                  <a:pt x="18435" y="9600"/>
                  <a:pt x="18164" y="9600"/>
                </a:cubicBezTo>
                <a:moveTo>
                  <a:pt x="10800" y="16800"/>
                </a:moveTo>
                <a:cubicBezTo>
                  <a:pt x="8631" y="16800"/>
                  <a:pt x="6873" y="14651"/>
                  <a:pt x="6873" y="12000"/>
                </a:cubicBezTo>
                <a:cubicBezTo>
                  <a:pt x="6873" y="9349"/>
                  <a:pt x="8631" y="7200"/>
                  <a:pt x="10800" y="7200"/>
                </a:cubicBezTo>
                <a:cubicBezTo>
                  <a:pt x="12969" y="7200"/>
                  <a:pt x="14727" y="9349"/>
                  <a:pt x="14727" y="12000"/>
                </a:cubicBezTo>
                <a:cubicBezTo>
                  <a:pt x="14727" y="14651"/>
                  <a:pt x="12969" y="16800"/>
                  <a:pt x="10800" y="16800"/>
                </a:cubicBezTo>
                <a:moveTo>
                  <a:pt x="10800" y="6000"/>
                </a:moveTo>
                <a:cubicBezTo>
                  <a:pt x="8088" y="6000"/>
                  <a:pt x="5891" y="8687"/>
                  <a:pt x="5891" y="12000"/>
                </a:cubicBezTo>
                <a:cubicBezTo>
                  <a:pt x="5891" y="15314"/>
                  <a:pt x="8088" y="18000"/>
                  <a:pt x="10800" y="18000"/>
                </a:cubicBezTo>
                <a:cubicBezTo>
                  <a:pt x="13512" y="18000"/>
                  <a:pt x="15709" y="15314"/>
                  <a:pt x="15709" y="12000"/>
                </a:cubicBezTo>
                <a:cubicBezTo>
                  <a:pt x="15709" y="8687"/>
                  <a:pt x="13512" y="6000"/>
                  <a:pt x="10800" y="6000"/>
                </a:cubicBezTo>
                <a:moveTo>
                  <a:pt x="10800" y="14400"/>
                </a:moveTo>
                <a:cubicBezTo>
                  <a:pt x="9716" y="14400"/>
                  <a:pt x="8836" y="13325"/>
                  <a:pt x="8836" y="12000"/>
                </a:cubicBezTo>
                <a:cubicBezTo>
                  <a:pt x="8836" y="10675"/>
                  <a:pt x="9716" y="9600"/>
                  <a:pt x="10800" y="9600"/>
                </a:cubicBezTo>
                <a:cubicBezTo>
                  <a:pt x="11884" y="9600"/>
                  <a:pt x="12764" y="10675"/>
                  <a:pt x="12764" y="12000"/>
                </a:cubicBezTo>
                <a:cubicBezTo>
                  <a:pt x="12764" y="13325"/>
                  <a:pt x="11884" y="14400"/>
                  <a:pt x="10800" y="14400"/>
                </a:cubicBezTo>
                <a:moveTo>
                  <a:pt x="10800" y="8400"/>
                </a:moveTo>
                <a:cubicBezTo>
                  <a:pt x="9173" y="8400"/>
                  <a:pt x="7855" y="10012"/>
                  <a:pt x="7855" y="12000"/>
                </a:cubicBezTo>
                <a:cubicBezTo>
                  <a:pt x="7855" y="13988"/>
                  <a:pt x="9173" y="15600"/>
                  <a:pt x="10800" y="15600"/>
                </a:cubicBezTo>
                <a:cubicBezTo>
                  <a:pt x="12426" y="15600"/>
                  <a:pt x="13745" y="13988"/>
                  <a:pt x="13745" y="12000"/>
                </a:cubicBezTo>
                <a:cubicBezTo>
                  <a:pt x="13745" y="10012"/>
                  <a:pt x="12426" y="8400"/>
                  <a:pt x="10800" y="8400"/>
                </a:cubicBezTo>
                <a:moveTo>
                  <a:pt x="8345" y="3600"/>
                </a:moveTo>
                <a:lnTo>
                  <a:pt x="13255" y="3600"/>
                </a:lnTo>
                <a:cubicBezTo>
                  <a:pt x="13526" y="3600"/>
                  <a:pt x="13745" y="3332"/>
                  <a:pt x="13745" y="3000"/>
                </a:cubicBezTo>
                <a:cubicBezTo>
                  <a:pt x="13745" y="2669"/>
                  <a:pt x="13526" y="2400"/>
                  <a:pt x="13255" y="2400"/>
                </a:cubicBezTo>
                <a:lnTo>
                  <a:pt x="8345" y="2400"/>
                </a:lnTo>
                <a:cubicBezTo>
                  <a:pt x="8074" y="2400"/>
                  <a:pt x="7855" y="2669"/>
                  <a:pt x="7855" y="3000"/>
                </a:cubicBezTo>
                <a:cubicBezTo>
                  <a:pt x="7855" y="3332"/>
                  <a:pt x="8074" y="3600"/>
                  <a:pt x="8345" y="36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42" name="Shape 2656">
            <a:extLst>
              <a:ext uri="{FF2B5EF4-FFF2-40B4-BE49-F238E27FC236}">
                <a16:creationId xmlns:a16="http://schemas.microsoft.com/office/drawing/2014/main" id="{D692EDC5-2E28-58D5-443B-EB2BD74889D4}"/>
              </a:ext>
            </a:extLst>
          </p:cNvPr>
          <p:cNvSpPr/>
          <p:nvPr userDrawn="1"/>
        </p:nvSpPr>
        <p:spPr>
          <a:xfrm>
            <a:off x="5536123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727" y="10800"/>
                </a:moveTo>
                <a:cubicBezTo>
                  <a:pt x="14186" y="10800"/>
                  <a:pt x="13745" y="11240"/>
                  <a:pt x="13745" y="11782"/>
                </a:cubicBezTo>
                <a:cubicBezTo>
                  <a:pt x="13745" y="12324"/>
                  <a:pt x="14186" y="12764"/>
                  <a:pt x="14727" y="12764"/>
                </a:cubicBezTo>
                <a:cubicBezTo>
                  <a:pt x="15269" y="12764"/>
                  <a:pt x="15709" y="12324"/>
                  <a:pt x="15709" y="11782"/>
                </a:cubicBezTo>
                <a:cubicBezTo>
                  <a:pt x="15709" y="11240"/>
                  <a:pt x="15269" y="10800"/>
                  <a:pt x="14727" y="10800"/>
                </a:cubicBezTo>
                <a:moveTo>
                  <a:pt x="20618" y="0"/>
                </a:moveTo>
                <a:lnTo>
                  <a:pt x="4909" y="0"/>
                </a:lnTo>
                <a:cubicBezTo>
                  <a:pt x="4367" y="0"/>
                  <a:pt x="3927" y="440"/>
                  <a:pt x="3927" y="982"/>
                </a:cubicBezTo>
                <a:lnTo>
                  <a:pt x="3927" y="5891"/>
                </a:lnTo>
                <a:cubicBezTo>
                  <a:pt x="3927" y="6162"/>
                  <a:pt x="4147" y="6382"/>
                  <a:pt x="4418" y="6382"/>
                </a:cubicBezTo>
                <a:cubicBezTo>
                  <a:pt x="4690" y="6382"/>
                  <a:pt x="4909" y="6162"/>
                  <a:pt x="4909" y="5891"/>
                </a:cubicBezTo>
                <a:lnTo>
                  <a:pt x="4909" y="982"/>
                </a:lnTo>
                <a:lnTo>
                  <a:pt x="20618" y="982"/>
                </a:lnTo>
                <a:lnTo>
                  <a:pt x="20618" y="12764"/>
                </a:lnTo>
                <a:lnTo>
                  <a:pt x="19145" y="12764"/>
                </a:lnTo>
                <a:cubicBezTo>
                  <a:pt x="18874" y="12764"/>
                  <a:pt x="18655" y="12984"/>
                  <a:pt x="18655" y="13255"/>
                </a:cubicBezTo>
                <a:cubicBezTo>
                  <a:pt x="18655" y="13526"/>
                  <a:pt x="18874" y="13745"/>
                  <a:pt x="19145" y="13745"/>
                </a:cubicBezTo>
                <a:lnTo>
                  <a:pt x="20618" y="13745"/>
                </a:lnTo>
                <a:lnTo>
                  <a:pt x="20618" y="16691"/>
                </a:lnTo>
                <a:lnTo>
                  <a:pt x="19145" y="16691"/>
                </a:lnTo>
                <a:cubicBezTo>
                  <a:pt x="18874" y="16691"/>
                  <a:pt x="18655" y="16911"/>
                  <a:pt x="18655" y="17182"/>
                </a:cubicBezTo>
                <a:cubicBezTo>
                  <a:pt x="18655" y="17453"/>
                  <a:pt x="18874" y="17673"/>
                  <a:pt x="19145" y="17673"/>
                </a:cubicBezTo>
                <a:lnTo>
                  <a:pt x="20618" y="17673"/>
                </a:lnTo>
                <a:cubicBezTo>
                  <a:pt x="21160" y="17673"/>
                  <a:pt x="21600" y="17234"/>
                  <a:pt x="21600" y="16691"/>
                </a:cubicBezTo>
                <a:lnTo>
                  <a:pt x="21600" y="982"/>
                </a:lnTo>
                <a:cubicBezTo>
                  <a:pt x="21600" y="440"/>
                  <a:pt x="21160" y="0"/>
                  <a:pt x="20618" y="0"/>
                </a:cubicBezTo>
                <a:moveTo>
                  <a:pt x="14727" y="13745"/>
                </a:moveTo>
                <a:cubicBezTo>
                  <a:pt x="14456" y="13745"/>
                  <a:pt x="14236" y="13966"/>
                  <a:pt x="14236" y="14236"/>
                </a:cubicBezTo>
                <a:cubicBezTo>
                  <a:pt x="14236" y="14508"/>
                  <a:pt x="14456" y="14727"/>
                  <a:pt x="14727" y="14727"/>
                </a:cubicBezTo>
                <a:cubicBezTo>
                  <a:pt x="14999" y="14727"/>
                  <a:pt x="15218" y="14508"/>
                  <a:pt x="15218" y="14236"/>
                </a:cubicBezTo>
                <a:cubicBezTo>
                  <a:pt x="15218" y="13966"/>
                  <a:pt x="14999" y="13745"/>
                  <a:pt x="14727" y="13745"/>
                </a:cubicBezTo>
                <a:moveTo>
                  <a:pt x="16691" y="19636"/>
                </a:moveTo>
                <a:cubicBezTo>
                  <a:pt x="16691" y="20178"/>
                  <a:pt x="16251" y="20618"/>
                  <a:pt x="15709" y="20618"/>
                </a:cubicBez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0800"/>
                </a:lnTo>
                <a:cubicBezTo>
                  <a:pt x="982" y="10258"/>
                  <a:pt x="1422" y="9818"/>
                  <a:pt x="1964" y="9818"/>
                </a:cubicBezTo>
                <a:lnTo>
                  <a:pt x="3927" y="9818"/>
                </a:lnTo>
                <a:cubicBezTo>
                  <a:pt x="5891" y="9818"/>
                  <a:pt x="5891" y="7855"/>
                  <a:pt x="7364" y="7855"/>
                </a:cubicBezTo>
                <a:lnTo>
                  <a:pt x="8836" y="7855"/>
                </a:lnTo>
                <a:lnTo>
                  <a:pt x="10309" y="7855"/>
                </a:lnTo>
                <a:cubicBezTo>
                  <a:pt x="11782" y="7855"/>
                  <a:pt x="11782" y="9818"/>
                  <a:pt x="13745" y="9818"/>
                </a:cubicBezTo>
                <a:lnTo>
                  <a:pt x="15709" y="9818"/>
                </a:lnTo>
                <a:cubicBezTo>
                  <a:pt x="16251" y="9818"/>
                  <a:pt x="16691" y="10258"/>
                  <a:pt x="16691" y="10800"/>
                </a:cubicBezTo>
                <a:cubicBezTo>
                  <a:pt x="16691" y="10800"/>
                  <a:pt x="16691" y="19636"/>
                  <a:pt x="16691" y="19636"/>
                </a:cubicBezTo>
                <a:close/>
                <a:moveTo>
                  <a:pt x="15709" y="8836"/>
                </a:moveTo>
                <a:lnTo>
                  <a:pt x="13745" y="8836"/>
                </a:lnTo>
                <a:cubicBezTo>
                  <a:pt x="12273" y="8836"/>
                  <a:pt x="12273" y="6873"/>
                  <a:pt x="10309" y="6873"/>
                </a:cubicBezTo>
                <a:lnTo>
                  <a:pt x="7364" y="6873"/>
                </a:lnTo>
                <a:cubicBezTo>
                  <a:pt x="5400" y="6873"/>
                  <a:pt x="5400" y="8836"/>
                  <a:pt x="3927" y="8836"/>
                </a:cubicBezTo>
                <a:lnTo>
                  <a:pt x="1964" y="8836"/>
                </a:lnTo>
                <a:cubicBezTo>
                  <a:pt x="879" y="8836"/>
                  <a:pt x="0" y="9716"/>
                  <a:pt x="0" y="10800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5709" y="21600"/>
                </a:lnTo>
                <a:cubicBezTo>
                  <a:pt x="16794" y="21600"/>
                  <a:pt x="17673" y="20721"/>
                  <a:pt x="17673" y="19636"/>
                </a:cubicBezTo>
                <a:lnTo>
                  <a:pt x="17673" y="10800"/>
                </a:lnTo>
                <a:cubicBezTo>
                  <a:pt x="17673" y="9716"/>
                  <a:pt x="16794" y="8836"/>
                  <a:pt x="15709" y="8836"/>
                </a:cubicBezTo>
                <a:moveTo>
                  <a:pt x="8836" y="17673"/>
                </a:moveTo>
                <a:cubicBezTo>
                  <a:pt x="7210" y="17673"/>
                  <a:pt x="5891" y="16354"/>
                  <a:pt x="5891" y="14727"/>
                </a:cubicBezTo>
                <a:cubicBezTo>
                  <a:pt x="5891" y="13101"/>
                  <a:pt x="7210" y="11782"/>
                  <a:pt x="8836" y="11782"/>
                </a:cubicBezTo>
                <a:cubicBezTo>
                  <a:pt x="10463" y="11782"/>
                  <a:pt x="11782" y="13101"/>
                  <a:pt x="11782" y="14727"/>
                </a:cubicBezTo>
                <a:cubicBezTo>
                  <a:pt x="11782" y="16354"/>
                  <a:pt x="10463" y="17673"/>
                  <a:pt x="8836" y="17673"/>
                </a:cubicBezTo>
                <a:moveTo>
                  <a:pt x="8836" y="10800"/>
                </a:moveTo>
                <a:cubicBezTo>
                  <a:pt x="6668" y="10800"/>
                  <a:pt x="4909" y="12558"/>
                  <a:pt x="4909" y="14727"/>
                </a:cubicBezTo>
                <a:cubicBezTo>
                  <a:pt x="4909" y="16896"/>
                  <a:pt x="6668" y="18655"/>
                  <a:pt x="8836" y="18655"/>
                </a:cubicBezTo>
                <a:cubicBezTo>
                  <a:pt x="11005" y="18655"/>
                  <a:pt x="12764" y="16896"/>
                  <a:pt x="12764" y="14727"/>
                </a:cubicBezTo>
                <a:cubicBezTo>
                  <a:pt x="12764" y="12558"/>
                  <a:pt x="11005" y="10800"/>
                  <a:pt x="8836" y="10800"/>
                </a:cubicBezTo>
                <a:moveTo>
                  <a:pt x="8836" y="15709"/>
                </a:moveTo>
                <a:cubicBezTo>
                  <a:pt x="8295" y="15709"/>
                  <a:pt x="7855" y="15269"/>
                  <a:pt x="7855" y="14727"/>
                </a:cubicBezTo>
                <a:cubicBezTo>
                  <a:pt x="7855" y="14186"/>
                  <a:pt x="8295" y="13745"/>
                  <a:pt x="8836" y="13745"/>
                </a:cubicBezTo>
                <a:cubicBezTo>
                  <a:pt x="9378" y="13745"/>
                  <a:pt x="9818" y="14186"/>
                  <a:pt x="9818" y="14727"/>
                </a:cubicBezTo>
                <a:cubicBezTo>
                  <a:pt x="9818" y="15269"/>
                  <a:pt x="9378" y="15709"/>
                  <a:pt x="8836" y="15709"/>
                </a:cubicBezTo>
                <a:moveTo>
                  <a:pt x="8836" y="12764"/>
                </a:moveTo>
                <a:cubicBezTo>
                  <a:pt x="7752" y="12764"/>
                  <a:pt x="6873" y="13643"/>
                  <a:pt x="6873" y="14727"/>
                </a:cubicBezTo>
                <a:cubicBezTo>
                  <a:pt x="6873" y="15812"/>
                  <a:pt x="7752" y="16691"/>
                  <a:pt x="8836" y="16691"/>
                </a:cubicBezTo>
                <a:cubicBezTo>
                  <a:pt x="9921" y="16691"/>
                  <a:pt x="10800" y="15812"/>
                  <a:pt x="10800" y="14727"/>
                </a:cubicBezTo>
                <a:cubicBezTo>
                  <a:pt x="10800" y="13643"/>
                  <a:pt x="9921" y="12764"/>
                  <a:pt x="8836" y="12764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43" name="Shape 2657">
            <a:extLst>
              <a:ext uri="{FF2B5EF4-FFF2-40B4-BE49-F238E27FC236}">
                <a16:creationId xmlns:a16="http://schemas.microsoft.com/office/drawing/2014/main" id="{3018B8ED-0425-68D8-E4D6-99FE497FBBBC}"/>
              </a:ext>
            </a:extLst>
          </p:cNvPr>
          <p:cNvSpPr/>
          <p:nvPr userDrawn="1"/>
        </p:nvSpPr>
        <p:spPr>
          <a:xfrm>
            <a:off x="743116" y="5609713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891" y="4909"/>
                </a:moveTo>
                <a:lnTo>
                  <a:pt x="6873" y="4909"/>
                </a:lnTo>
                <a:lnTo>
                  <a:pt x="6873" y="3927"/>
                </a:lnTo>
                <a:lnTo>
                  <a:pt x="5891" y="3927"/>
                </a:lnTo>
                <a:cubicBezTo>
                  <a:pt x="5891" y="3927"/>
                  <a:pt x="5891" y="4909"/>
                  <a:pt x="5891" y="4909"/>
                </a:cubicBezTo>
                <a:close/>
                <a:moveTo>
                  <a:pt x="18655" y="13745"/>
                </a:moveTo>
                <a:lnTo>
                  <a:pt x="19636" y="13745"/>
                </a:lnTo>
                <a:lnTo>
                  <a:pt x="19636" y="12764"/>
                </a:lnTo>
                <a:lnTo>
                  <a:pt x="18655" y="12764"/>
                </a:lnTo>
                <a:cubicBezTo>
                  <a:pt x="18655" y="12764"/>
                  <a:pt x="18655" y="13745"/>
                  <a:pt x="18655" y="13745"/>
                </a:cubicBezTo>
                <a:close/>
                <a:moveTo>
                  <a:pt x="6873" y="1964"/>
                </a:moveTo>
                <a:lnTo>
                  <a:pt x="5891" y="1964"/>
                </a:lnTo>
                <a:lnTo>
                  <a:pt x="5891" y="2945"/>
                </a:lnTo>
                <a:lnTo>
                  <a:pt x="6873" y="2945"/>
                </a:lnTo>
                <a:cubicBezTo>
                  <a:pt x="6873" y="2945"/>
                  <a:pt x="6873" y="1964"/>
                  <a:pt x="6873" y="1964"/>
                </a:cubicBezTo>
                <a:close/>
                <a:moveTo>
                  <a:pt x="20618" y="0"/>
                </a:moveTo>
                <a:lnTo>
                  <a:pt x="4909" y="0"/>
                </a:lnTo>
                <a:cubicBezTo>
                  <a:pt x="4367" y="0"/>
                  <a:pt x="3927" y="440"/>
                  <a:pt x="3927" y="982"/>
                </a:cubicBezTo>
                <a:lnTo>
                  <a:pt x="3927" y="5891"/>
                </a:lnTo>
                <a:cubicBezTo>
                  <a:pt x="3927" y="6162"/>
                  <a:pt x="4147" y="6382"/>
                  <a:pt x="4418" y="6382"/>
                </a:cubicBezTo>
                <a:cubicBezTo>
                  <a:pt x="4689" y="6382"/>
                  <a:pt x="4909" y="6162"/>
                  <a:pt x="4909" y="5891"/>
                </a:cubicBezTo>
                <a:lnTo>
                  <a:pt x="4909" y="1964"/>
                </a:lnTo>
                <a:cubicBezTo>
                  <a:pt x="4909" y="1422"/>
                  <a:pt x="5349" y="982"/>
                  <a:pt x="5891" y="982"/>
                </a:cubicBezTo>
                <a:lnTo>
                  <a:pt x="7855" y="982"/>
                </a:lnTo>
                <a:lnTo>
                  <a:pt x="7855" y="5400"/>
                </a:lnTo>
                <a:cubicBezTo>
                  <a:pt x="7855" y="5671"/>
                  <a:pt x="8075" y="5891"/>
                  <a:pt x="8345" y="5891"/>
                </a:cubicBezTo>
                <a:cubicBezTo>
                  <a:pt x="8616" y="5891"/>
                  <a:pt x="8836" y="5671"/>
                  <a:pt x="8836" y="5400"/>
                </a:cubicBezTo>
                <a:lnTo>
                  <a:pt x="8836" y="982"/>
                </a:lnTo>
                <a:lnTo>
                  <a:pt x="16691" y="982"/>
                </a:lnTo>
                <a:lnTo>
                  <a:pt x="16691" y="7364"/>
                </a:lnTo>
                <a:cubicBezTo>
                  <a:pt x="16691" y="7635"/>
                  <a:pt x="16911" y="7855"/>
                  <a:pt x="17182" y="7855"/>
                </a:cubicBezTo>
                <a:cubicBezTo>
                  <a:pt x="17453" y="7855"/>
                  <a:pt x="17673" y="7635"/>
                  <a:pt x="17673" y="7364"/>
                </a:cubicBezTo>
                <a:lnTo>
                  <a:pt x="17673" y="982"/>
                </a:ln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lnTo>
                  <a:pt x="20618" y="8345"/>
                </a:lnTo>
                <a:lnTo>
                  <a:pt x="19145" y="8345"/>
                </a:lnTo>
                <a:cubicBezTo>
                  <a:pt x="18875" y="8345"/>
                  <a:pt x="18655" y="8566"/>
                  <a:pt x="18655" y="8836"/>
                </a:cubicBezTo>
                <a:cubicBezTo>
                  <a:pt x="18655" y="9108"/>
                  <a:pt x="18875" y="9327"/>
                  <a:pt x="19145" y="9327"/>
                </a:cubicBezTo>
                <a:lnTo>
                  <a:pt x="20618" y="9327"/>
                </a:lnTo>
                <a:lnTo>
                  <a:pt x="20618" y="15709"/>
                </a:lnTo>
                <a:cubicBezTo>
                  <a:pt x="20618" y="16252"/>
                  <a:pt x="20179" y="16691"/>
                  <a:pt x="19636" y="16691"/>
                </a:cubicBezTo>
                <a:lnTo>
                  <a:pt x="19145" y="16691"/>
                </a:lnTo>
                <a:cubicBezTo>
                  <a:pt x="18875" y="16691"/>
                  <a:pt x="18655" y="16911"/>
                  <a:pt x="18655" y="17182"/>
                </a:cubicBezTo>
                <a:cubicBezTo>
                  <a:pt x="18655" y="17453"/>
                  <a:pt x="18875" y="17673"/>
                  <a:pt x="19145" y="17673"/>
                </a:cubicBezTo>
                <a:lnTo>
                  <a:pt x="19145" y="17673"/>
                </a:lnTo>
                <a:lnTo>
                  <a:pt x="19636" y="17673"/>
                </a:lnTo>
                <a:lnTo>
                  <a:pt x="19636" y="17673"/>
                </a:lnTo>
                <a:lnTo>
                  <a:pt x="20618" y="17673"/>
                </a:lnTo>
                <a:cubicBezTo>
                  <a:pt x="21160" y="17673"/>
                  <a:pt x="21600" y="17233"/>
                  <a:pt x="21600" y="16691"/>
                </a:cubicBezTo>
                <a:lnTo>
                  <a:pt x="21600" y="982"/>
                </a:lnTo>
                <a:cubicBezTo>
                  <a:pt x="21600" y="440"/>
                  <a:pt x="21160" y="0"/>
                  <a:pt x="20618" y="0"/>
                </a:cubicBezTo>
                <a:moveTo>
                  <a:pt x="19636" y="10800"/>
                </a:moveTo>
                <a:lnTo>
                  <a:pt x="18655" y="10800"/>
                </a:lnTo>
                <a:lnTo>
                  <a:pt x="18655" y="11782"/>
                </a:lnTo>
                <a:lnTo>
                  <a:pt x="19636" y="11782"/>
                </a:lnTo>
                <a:cubicBezTo>
                  <a:pt x="19636" y="11782"/>
                  <a:pt x="19636" y="10800"/>
                  <a:pt x="19636" y="10800"/>
                </a:cubicBezTo>
                <a:close/>
                <a:moveTo>
                  <a:pt x="18655" y="6873"/>
                </a:moveTo>
                <a:lnTo>
                  <a:pt x="19636" y="6873"/>
                </a:lnTo>
                <a:lnTo>
                  <a:pt x="19636" y="5891"/>
                </a:lnTo>
                <a:lnTo>
                  <a:pt x="18655" y="5891"/>
                </a:lnTo>
                <a:cubicBezTo>
                  <a:pt x="18655" y="5891"/>
                  <a:pt x="18655" y="6873"/>
                  <a:pt x="18655" y="6873"/>
                </a:cubicBezTo>
                <a:close/>
                <a:moveTo>
                  <a:pt x="18655" y="15709"/>
                </a:moveTo>
                <a:lnTo>
                  <a:pt x="19636" y="15709"/>
                </a:lnTo>
                <a:lnTo>
                  <a:pt x="19636" y="14727"/>
                </a:lnTo>
                <a:lnTo>
                  <a:pt x="18655" y="14727"/>
                </a:lnTo>
                <a:cubicBezTo>
                  <a:pt x="18655" y="14727"/>
                  <a:pt x="18655" y="15709"/>
                  <a:pt x="18655" y="15709"/>
                </a:cubicBezTo>
                <a:close/>
                <a:moveTo>
                  <a:pt x="19636" y="1964"/>
                </a:moveTo>
                <a:lnTo>
                  <a:pt x="18655" y="1964"/>
                </a:lnTo>
                <a:lnTo>
                  <a:pt x="18655" y="2945"/>
                </a:lnTo>
                <a:lnTo>
                  <a:pt x="19636" y="2945"/>
                </a:lnTo>
                <a:cubicBezTo>
                  <a:pt x="19636" y="2945"/>
                  <a:pt x="19636" y="1964"/>
                  <a:pt x="19636" y="1964"/>
                </a:cubicBezTo>
                <a:close/>
                <a:moveTo>
                  <a:pt x="18655" y="4909"/>
                </a:moveTo>
                <a:lnTo>
                  <a:pt x="19636" y="4909"/>
                </a:lnTo>
                <a:lnTo>
                  <a:pt x="19636" y="3927"/>
                </a:lnTo>
                <a:lnTo>
                  <a:pt x="18655" y="3927"/>
                </a:lnTo>
                <a:cubicBezTo>
                  <a:pt x="18655" y="3927"/>
                  <a:pt x="18655" y="4909"/>
                  <a:pt x="18655" y="4909"/>
                </a:cubicBezTo>
                <a:close/>
                <a:moveTo>
                  <a:pt x="8836" y="17673"/>
                </a:moveTo>
                <a:cubicBezTo>
                  <a:pt x="7210" y="17673"/>
                  <a:pt x="5891" y="16354"/>
                  <a:pt x="5891" y="14727"/>
                </a:cubicBezTo>
                <a:cubicBezTo>
                  <a:pt x="5891" y="13101"/>
                  <a:pt x="7210" y="11782"/>
                  <a:pt x="8836" y="11782"/>
                </a:cubicBezTo>
                <a:cubicBezTo>
                  <a:pt x="10463" y="11782"/>
                  <a:pt x="11782" y="13101"/>
                  <a:pt x="11782" y="14727"/>
                </a:cubicBezTo>
                <a:cubicBezTo>
                  <a:pt x="11782" y="16354"/>
                  <a:pt x="10463" y="17673"/>
                  <a:pt x="8836" y="17673"/>
                </a:cubicBezTo>
                <a:moveTo>
                  <a:pt x="8836" y="10800"/>
                </a:moveTo>
                <a:cubicBezTo>
                  <a:pt x="6667" y="10800"/>
                  <a:pt x="4909" y="12558"/>
                  <a:pt x="4909" y="14727"/>
                </a:cubicBezTo>
                <a:cubicBezTo>
                  <a:pt x="4909" y="16897"/>
                  <a:pt x="6667" y="18655"/>
                  <a:pt x="8836" y="18655"/>
                </a:cubicBezTo>
                <a:cubicBezTo>
                  <a:pt x="11006" y="18655"/>
                  <a:pt x="12764" y="16897"/>
                  <a:pt x="12764" y="14727"/>
                </a:cubicBezTo>
                <a:cubicBezTo>
                  <a:pt x="12764" y="12558"/>
                  <a:pt x="11006" y="10800"/>
                  <a:pt x="8836" y="10800"/>
                </a:cubicBezTo>
                <a:moveTo>
                  <a:pt x="8836" y="15709"/>
                </a:moveTo>
                <a:cubicBezTo>
                  <a:pt x="8294" y="15709"/>
                  <a:pt x="7855" y="15269"/>
                  <a:pt x="7855" y="14727"/>
                </a:cubicBezTo>
                <a:cubicBezTo>
                  <a:pt x="7855" y="14185"/>
                  <a:pt x="8294" y="13745"/>
                  <a:pt x="8836" y="13745"/>
                </a:cubicBezTo>
                <a:cubicBezTo>
                  <a:pt x="9378" y="13745"/>
                  <a:pt x="9818" y="14185"/>
                  <a:pt x="9818" y="14727"/>
                </a:cubicBezTo>
                <a:cubicBezTo>
                  <a:pt x="9818" y="15269"/>
                  <a:pt x="9378" y="15709"/>
                  <a:pt x="8836" y="15709"/>
                </a:cubicBezTo>
                <a:moveTo>
                  <a:pt x="8836" y="12764"/>
                </a:moveTo>
                <a:cubicBezTo>
                  <a:pt x="7752" y="12764"/>
                  <a:pt x="6873" y="13643"/>
                  <a:pt x="6873" y="14727"/>
                </a:cubicBezTo>
                <a:cubicBezTo>
                  <a:pt x="6873" y="15812"/>
                  <a:pt x="7752" y="16691"/>
                  <a:pt x="8836" y="16691"/>
                </a:cubicBezTo>
                <a:cubicBezTo>
                  <a:pt x="9921" y="16691"/>
                  <a:pt x="10800" y="15812"/>
                  <a:pt x="10800" y="14727"/>
                </a:cubicBezTo>
                <a:cubicBezTo>
                  <a:pt x="10800" y="13643"/>
                  <a:pt x="9921" y="12764"/>
                  <a:pt x="8836" y="12764"/>
                </a:cubicBezTo>
                <a:moveTo>
                  <a:pt x="16691" y="19636"/>
                </a:moveTo>
                <a:cubicBezTo>
                  <a:pt x="16691" y="20178"/>
                  <a:pt x="16251" y="20618"/>
                  <a:pt x="15709" y="20618"/>
                </a:cubicBez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0800"/>
                </a:lnTo>
                <a:cubicBezTo>
                  <a:pt x="982" y="10258"/>
                  <a:pt x="1422" y="9818"/>
                  <a:pt x="1964" y="9818"/>
                </a:cubicBezTo>
                <a:lnTo>
                  <a:pt x="3927" y="9818"/>
                </a:lnTo>
                <a:cubicBezTo>
                  <a:pt x="5891" y="9818"/>
                  <a:pt x="5891" y="7855"/>
                  <a:pt x="7364" y="7855"/>
                </a:cubicBezTo>
                <a:lnTo>
                  <a:pt x="8836" y="7855"/>
                </a:lnTo>
                <a:lnTo>
                  <a:pt x="10309" y="7855"/>
                </a:lnTo>
                <a:cubicBezTo>
                  <a:pt x="11782" y="7855"/>
                  <a:pt x="11782" y="9818"/>
                  <a:pt x="13745" y="9818"/>
                </a:cubicBezTo>
                <a:lnTo>
                  <a:pt x="15709" y="9818"/>
                </a:lnTo>
                <a:cubicBezTo>
                  <a:pt x="16251" y="9818"/>
                  <a:pt x="16691" y="10258"/>
                  <a:pt x="16691" y="10800"/>
                </a:cubicBezTo>
                <a:cubicBezTo>
                  <a:pt x="16691" y="10800"/>
                  <a:pt x="16691" y="19636"/>
                  <a:pt x="16691" y="19636"/>
                </a:cubicBezTo>
                <a:close/>
                <a:moveTo>
                  <a:pt x="15709" y="8836"/>
                </a:moveTo>
                <a:lnTo>
                  <a:pt x="13745" y="8836"/>
                </a:lnTo>
                <a:cubicBezTo>
                  <a:pt x="12273" y="8836"/>
                  <a:pt x="12273" y="6873"/>
                  <a:pt x="10309" y="6873"/>
                </a:cubicBezTo>
                <a:lnTo>
                  <a:pt x="7364" y="6873"/>
                </a:lnTo>
                <a:cubicBezTo>
                  <a:pt x="5400" y="6873"/>
                  <a:pt x="5400" y="8836"/>
                  <a:pt x="3927" y="8836"/>
                </a:cubicBezTo>
                <a:lnTo>
                  <a:pt x="1964" y="8836"/>
                </a:lnTo>
                <a:cubicBezTo>
                  <a:pt x="879" y="8836"/>
                  <a:pt x="0" y="9716"/>
                  <a:pt x="0" y="10800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5709" y="21600"/>
                </a:lnTo>
                <a:cubicBezTo>
                  <a:pt x="16794" y="21600"/>
                  <a:pt x="17673" y="20721"/>
                  <a:pt x="17673" y="19636"/>
                </a:cubicBezTo>
                <a:lnTo>
                  <a:pt x="17673" y="10800"/>
                </a:lnTo>
                <a:cubicBezTo>
                  <a:pt x="17673" y="9716"/>
                  <a:pt x="16794" y="8836"/>
                  <a:pt x="15709" y="8836"/>
                </a:cubicBezTo>
                <a:moveTo>
                  <a:pt x="14727" y="10800"/>
                </a:moveTo>
                <a:cubicBezTo>
                  <a:pt x="14185" y="10800"/>
                  <a:pt x="13745" y="11240"/>
                  <a:pt x="13745" y="11782"/>
                </a:cubicBezTo>
                <a:cubicBezTo>
                  <a:pt x="13745" y="12324"/>
                  <a:pt x="14185" y="12764"/>
                  <a:pt x="14727" y="12764"/>
                </a:cubicBezTo>
                <a:cubicBezTo>
                  <a:pt x="15269" y="12764"/>
                  <a:pt x="15709" y="12324"/>
                  <a:pt x="15709" y="11782"/>
                </a:cubicBezTo>
                <a:cubicBezTo>
                  <a:pt x="15709" y="11240"/>
                  <a:pt x="15269" y="10800"/>
                  <a:pt x="14727" y="10800"/>
                </a:cubicBezTo>
                <a:moveTo>
                  <a:pt x="14727" y="13745"/>
                </a:moveTo>
                <a:cubicBezTo>
                  <a:pt x="14456" y="13745"/>
                  <a:pt x="14236" y="13966"/>
                  <a:pt x="14236" y="14236"/>
                </a:cubicBezTo>
                <a:cubicBezTo>
                  <a:pt x="14236" y="14508"/>
                  <a:pt x="14456" y="14727"/>
                  <a:pt x="14727" y="14727"/>
                </a:cubicBezTo>
                <a:cubicBezTo>
                  <a:pt x="14998" y="14727"/>
                  <a:pt x="15218" y="14508"/>
                  <a:pt x="15218" y="14236"/>
                </a:cubicBezTo>
                <a:cubicBezTo>
                  <a:pt x="15218" y="13966"/>
                  <a:pt x="14998" y="13745"/>
                  <a:pt x="14727" y="13745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44" name="Shape 2658">
            <a:extLst>
              <a:ext uri="{FF2B5EF4-FFF2-40B4-BE49-F238E27FC236}">
                <a16:creationId xmlns:a16="http://schemas.microsoft.com/office/drawing/2014/main" id="{2675A08D-B368-539C-B267-F26FC5E551EF}"/>
              </a:ext>
            </a:extLst>
          </p:cNvPr>
          <p:cNvSpPr/>
          <p:nvPr userDrawn="1"/>
        </p:nvSpPr>
        <p:spPr>
          <a:xfrm>
            <a:off x="1275672" y="5609713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691" y="13745"/>
                </a:moveTo>
                <a:cubicBezTo>
                  <a:pt x="16420" y="13745"/>
                  <a:pt x="16200" y="13966"/>
                  <a:pt x="16200" y="14236"/>
                </a:cubicBezTo>
                <a:cubicBezTo>
                  <a:pt x="16200" y="14508"/>
                  <a:pt x="16420" y="14727"/>
                  <a:pt x="16691" y="14727"/>
                </a:cubicBezTo>
                <a:cubicBezTo>
                  <a:pt x="16962" y="14727"/>
                  <a:pt x="17182" y="14508"/>
                  <a:pt x="17182" y="14236"/>
                </a:cubicBezTo>
                <a:cubicBezTo>
                  <a:pt x="17182" y="13966"/>
                  <a:pt x="16962" y="13745"/>
                  <a:pt x="16691" y="13745"/>
                </a:cubicBezTo>
                <a:moveTo>
                  <a:pt x="16691" y="10800"/>
                </a:moveTo>
                <a:cubicBezTo>
                  <a:pt x="16149" y="10800"/>
                  <a:pt x="15709" y="11240"/>
                  <a:pt x="15709" y="11782"/>
                </a:cubicBezTo>
                <a:cubicBezTo>
                  <a:pt x="15709" y="12325"/>
                  <a:pt x="16149" y="12764"/>
                  <a:pt x="16691" y="12764"/>
                </a:cubicBezTo>
                <a:cubicBezTo>
                  <a:pt x="17233" y="12764"/>
                  <a:pt x="17673" y="12325"/>
                  <a:pt x="17673" y="11782"/>
                </a:cubicBezTo>
                <a:cubicBezTo>
                  <a:pt x="17673" y="11240"/>
                  <a:pt x="17233" y="10800"/>
                  <a:pt x="16691" y="10800"/>
                </a:cubicBezTo>
                <a:moveTo>
                  <a:pt x="14236" y="5891"/>
                </a:moveTo>
                <a:lnTo>
                  <a:pt x="17960" y="5891"/>
                </a:lnTo>
                <a:lnTo>
                  <a:pt x="16835" y="7017"/>
                </a:lnTo>
                <a:cubicBezTo>
                  <a:pt x="16746" y="7106"/>
                  <a:pt x="16691" y="7229"/>
                  <a:pt x="16691" y="7364"/>
                </a:cubicBezTo>
                <a:cubicBezTo>
                  <a:pt x="16691" y="7635"/>
                  <a:pt x="16911" y="7855"/>
                  <a:pt x="17182" y="7855"/>
                </a:cubicBezTo>
                <a:cubicBezTo>
                  <a:pt x="17317" y="7855"/>
                  <a:pt x="17440" y="7800"/>
                  <a:pt x="17529" y="7711"/>
                </a:cubicBezTo>
                <a:lnTo>
                  <a:pt x="19493" y="5748"/>
                </a:lnTo>
                <a:cubicBezTo>
                  <a:pt x="19581" y="5658"/>
                  <a:pt x="19636" y="5536"/>
                  <a:pt x="19636" y="5400"/>
                </a:cubicBezTo>
                <a:cubicBezTo>
                  <a:pt x="19636" y="5265"/>
                  <a:pt x="19581" y="5142"/>
                  <a:pt x="19493" y="5053"/>
                </a:cubicBezTo>
                <a:lnTo>
                  <a:pt x="17529" y="3089"/>
                </a:lnTo>
                <a:cubicBezTo>
                  <a:pt x="17440" y="3001"/>
                  <a:pt x="17317" y="2945"/>
                  <a:pt x="17182" y="2945"/>
                </a:cubicBezTo>
                <a:cubicBezTo>
                  <a:pt x="16911" y="2945"/>
                  <a:pt x="16691" y="3166"/>
                  <a:pt x="16691" y="3436"/>
                </a:cubicBezTo>
                <a:cubicBezTo>
                  <a:pt x="16691" y="3572"/>
                  <a:pt x="16746" y="3695"/>
                  <a:pt x="16835" y="3784"/>
                </a:cubicBezTo>
                <a:lnTo>
                  <a:pt x="17960" y="4909"/>
                </a:lnTo>
                <a:lnTo>
                  <a:pt x="14236" y="4909"/>
                </a:lnTo>
                <a:cubicBezTo>
                  <a:pt x="13966" y="4909"/>
                  <a:pt x="13745" y="5129"/>
                  <a:pt x="13745" y="5400"/>
                </a:cubicBezTo>
                <a:cubicBezTo>
                  <a:pt x="13745" y="5672"/>
                  <a:pt x="13966" y="5891"/>
                  <a:pt x="14236" y="5891"/>
                </a:cubicBezTo>
                <a:moveTo>
                  <a:pt x="10800" y="15709"/>
                </a:moveTo>
                <a:cubicBezTo>
                  <a:pt x="10258" y="15709"/>
                  <a:pt x="9818" y="15269"/>
                  <a:pt x="9818" y="14727"/>
                </a:cubicBezTo>
                <a:cubicBezTo>
                  <a:pt x="9818" y="14186"/>
                  <a:pt x="10258" y="13745"/>
                  <a:pt x="10800" y="13745"/>
                </a:cubicBezTo>
                <a:cubicBezTo>
                  <a:pt x="11342" y="13745"/>
                  <a:pt x="11782" y="14186"/>
                  <a:pt x="11782" y="14727"/>
                </a:cubicBezTo>
                <a:cubicBezTo>
                  <a:pt x="11782" y="15269"/>
                  <a:pt x="11342" y="15709"/>
                  <a:pt x="10800" y="15709"/>
                </a:cubicBezTo>
                <a:moveTo>
                  <a:pt x="10800" y="12764"/>
                </a:moveTo>
                <a:cubicBezTo>
                  <a:pt x="9716" y="12764"/>
                  <a:pt x="8836" y="13643"/>
                  <a:pt x="8836" y="14727"/>
                </a:cubicBezTo>
                <a:cubicBezTo>
                  <a:pt x="8836" y="15812"/>
                  <a:pt x="9716" y="16691"/>
                  <a:pt x="10800" y="16691"/>
                </a:cubicBezTo>
                <a:cubicBezTo>
                  <a:pt x="11884" y="16691"/>
                  <a:pt x="12764" y="15812"/>
                  <a:pt x="12764" y="14727"/>
                </a:cubicBezTo>
                <a:cubicBezTo>
                  <a:pt x="12764" y="13643"/>
                  <a:pt x="11884" y="12764"/>
                  <a:pt x="10800" y="12764"/>
                </a:cubicBezTo>
                <a:moveTo>
                  <a:pt x="4071" y="7711"/>
                </a:moveTo>
                <a:cubicBezTo>
                  <a:pt x="4160" y="7800"/>
                  <a:pt x="4283" y="7855"/>
                  <a:pt x="4418" y="7855"/>
                </a:cubicBezTo>
                <a:cubicBezTo>
                  <a:pt x="4689" y="7855"/>
                  <a:pt x="4909" y="7635"/>
                  <a:pt x="4909" y="7364"/>
                </a:cubicBezTo>
                <a:cubicBezTo>
                  <a:pt x="4909" y="7229"/>
                  <a:pt x="4854" y="7106"/>
                  <a:pt x="4765" y="7017"/>
                </a:cubicBezTo>
                <a:lnTo>
                  <a:pt x="3640" y="5891"/>
                </a:lnTo>
                <a:lnTo>
                  <a:pt x="7364" y="5891"/>
                </a:lnTo>
                <a:cubicBezTo>
                  <a:pt x="7634" y="5891"/>
                  <a:pt x="7855" y="5672"/>
                  <a:pt x="7855" y="5400"/>
                </a:cubicBezTo>
                <a:cubicBezTo>
                  <a:pt x="7855" y="5129"/>
                  <a:pt x="7634" y="4909"/>
                  <a:pt x="7364" y="4909"/>
                </a:cubicBezTo>
                <a:lnTo>
                  <a:pt x="3640" y="4909"/>
                </a:lnTo>
                <a:lnTo>
                  <a:pt x="4765" y="3784"/>
                </a:lnTo>
                <a:cubicBezTo>
                  <a:pt x="4854" y="3695"/>
                  <a:pt x="4909" y="3572"/>
                  <a:pt x="4909" y="3436"/>
                </a:cubicBezTo>
                <a:cubicBezTo>
                  <a:pt x="4909" y="3166"/>
                  <a:pt x="4689" y="2945"/>
                  <a:pt x="4418" y="2945"/>
                </a:cubicBezTo>
                <a:cubicBezTo>
                  <a:pt x="4283" y="2945"/>
                  <a:pt x="4160" y="3001"/>
                  <a:pt x="4071" y="3089"/>
                </a:cubicBezTo>
                <a:lnTo>
                  <a:pt x="2107" y="5053"/>
                </a:lnTo>
                <a:cubicBezTo>
                  <a:pt x="2019" y="5142"/>
                  <a:pt x="1964" y="5265"/>
                  <a:pt x="1964" y="5400"/>
                </a:cubicBezTo>
                <a:cubicBezTo>
                  <a:pt x="1964" y="5536"/>
                  <a:pt x="2019" y="5658"/>
                  <a:pt x="2107" y="5748"/>
                </a:cubicBezTo>
                <a:cubicBezTo>
                  <a:pt x="2107" y="5748"/>
                  <a:pt x="4071" y="7711"/>
                  <a:pt x="4071" y="7711"/>
                </a:cubicBezTo>
                <a:close/>
                <a:moveTo>
                  <a:pt x="20618" y="15709"/>
                </a:moveTo>
                <a:lnTo>
                  <a:pt x="19636" y="15709"/>
                </a:lnTo>
                <a:lnTo>
                  <a:pt x="19636" y="10800"/>
                </a:lnTo>
                <a:cubicBezTo>
                  <a:pt x="19636" y="9716"/>
                  <a:pt x="18757" y="8836"/>
                  <a:pt x="17673" y="8836"/>
                </a:cubicBezTo>
                <a:lnTo>
                  <a:pt x="15709" y="8836"/>
                </a:lnTo>
                <a:cubicBezTo>
                  <a:pt x="14236" y="8836"/>
                  <a:pt x="14236" y="6873"/>
                  <a:pt x="12273" y="6873"/>
                </a:cubicBezTo>
                <a:lnTo>
                  <a:pt x="9327" y="6873"/>
                </a:lnTo>
                <a:cubicBezTo>
                  <a:pt x="7364" y="6873"/>
                  <a:pt x="7364" y="8836"/>
                  <a:pt x="5891" y="8836"/>
                </a:cubicBezTo>
                <a:lnTo>
                  <a:pt x="3927" y="8836"/>
                </a:lnTo>
                <a:cubicBezTo>
                  <a:pt x="2843" y="8836"/>
                  <a:pt x="1964" y="9716"/>
                  <a:pt x="1964" y="10800"/>
                </a:cubicBezTo>
                <a:lnTo>
                  <a:pt x="1964" y="15709"/>
                </a:lnTo>
                <a:lnTo>
                  <a:pt x="982" y="15709"/>
                </a:lnTo>
                <a:lnTo>
                  <a:pt x="982" y="982"/>
                </a:lnTo>
                <a:lnTo>
                  <a:pt x="20618" y="982"/>
                </a:lnTo>
                <a:cubicBezTo>
                  <a:pt x="20618" y="982"/>
                  <a:pt x="20618" y="15709"/>
                  <a:pt x="20618" y="15709"/>
                </a:cubicBezTo>
                <a:close/>
                <a:moveTo>
                  <a:pt x="18655" y="19636"/>
                </a:moveTo>
                <a:cubicBezTo>
                  <a:pt x="18655" y="20178"/>
                  <a:pt x="18215" y="20618"/>
                  <a:pt x="17673" y="20618"/>
                </a:cubicBezTo>
                <a:lnTo>
                  <a:pt x="3927" y="20618"/>
                </a:lnTo>
                <a:cubicBezTo>
                  <a:pt x="3385" y="20618"/>
                  <a:pt x="2945" y="20178"/>
                  <a:pt x="2945" y="19636"/>
                </a:cubicBezTo>
                <a:lnTo>
                  <a:pt x="2945" y="10800"/>
                </a:lnTo>
                <a:cubicBezTo>
                  <a:pt x="2945" y="10258"/>
                  <a:pt x="3385" y="9818"/>
                  <a:pt x="3927" y="9818"/>
                </a:cubicBezTo>
                <a:lnTo>
                  <a:pt x="5891" y="9818"/>
                </a:lnTo>
                <a:cubicBezTo>
                  <a:pt x="7855" y="9818"/>
                  <a:pt x="7855" y="7855"/>
                  <a:pt x="9327" y="7855"/>
                </a:cubicBezTo>
                <a:lnTo>
                  <a:pt x="10800" y="7855"/>
                </a:lnTo>
                <a:lnTo>
                  <a:pt x="12273" y="7855"/>
                </a:lnTo>
                <a:cubicBezTo>
                  <a:pt x="13745" y="7855"/>
                  <a:pt x="13745" y="9818"/>
                  <a:pt x="15709" y="9818"/>
                </a:cubicBezTo>
                <a:lnTo>
                  <a:pt x="17673" y="9818"/>
                </a:lnTo>
                <a:cubicBezTo>
                  <a:pt x="18215" y="9818"/>
                  <a:pt x="18655" y="10258"/>
                  <a:pt x="18655" y="10800"/>
                </a:cubicBezTo>
                <a:cubicBezTo>
                  <a:pt x="18655" y="10800"/>
                  <a:pt x="18655" y="19636"/>
                  <a:pt x="18655" y="19636"/>
                </a:cubicBezTo>
                <a:close/>
                <a:moveTo>
                  <a:pt x="20618" y="0"/>
                </a:moveTo>
                <a:lnTo>
                  <a:pt x="982" y="0"/>
                </a:lnTo>
                <a:cubicBezTo>
                  <a:pt x="440" y="0"/>
                  <a:pt x="0" y="440"/>
                  <a:pt x="0" y="982"/>
                </a:cubicBezTo>
                <a:lnTo>
                  <a:pt x="0" y="15709"/>
                </a:lnTo>
                <a:cubicBezTo>
                  <a:pt x="0" y="16252"/>
                  <a:pt x="440" y="16691"/>
                  <a:pt x="982" y="16691"/>
                </a:cubicBezTo>
                <a:lnTo>
                  <a:pt x="1964" y="16691"/>
                </a:lnTo>
                <a:lnTo>
                  <a:pt x="1964" y="19636"/>
                </a:lnTo>
                <a:cubicBezTo>
                  <a:pt x="1964" y="20721"/>
                  <a:pt x="2843" y="21600"/>
                  <a:pt x="3927" y="21600"/>
                </a:cubicBezTo>
                <a:lnTo>
                  <a:pt x="17673" y="21600"/>
                </a:lnTo>
                <a:cubicBezTo>
                  <a:pt x="18757" y="21600"/>
                  <a:pt x="19636" y="20721"/>
                  <a:pt x="19636" y="19636"/>
                </a:cubicBezTo>
                <a:lnTo>
                  <a:pt x="19636" y="16691"/>
                </a:lnTo>
                <a:lnTo>
                  <a:pt x="20618" y="16691"/>
                </a:lnTo>
                <a:cubicBezTo>
                  <a:pt x="21160" y="16691"/>
                  <a:pt x="21600" y="16252"/>
                  <a:pt x="21600" y="15709"/>
                </a:cubicBezTo>
                <a:lnTo>
                  <a:pt x="21600" y="982"/>
                </a:lnTo>
                <a:cubicBezTo>
                  <a:pt x="21600" y="440"/>
                  <a:pt x="21160" y="0"/>
                  <a:pt x="20618" y="0"/>
                </a:cubicBezTo>
                <a:moveTo>
                  <a:pt x="10800" y="17673"/>
                </a:moveTo>
                <a:cubicBezTo>
                  <a:pt x="9173" y="17673"/>
                  <a:pt x="7855" y="16354"/>
                  <a:pt x="7855" y="14727"/>
                </a:cubicBezTo>
                <a:cubicBezTo>
                  <a:pt x="7855" y="13101"/>
                  <a:pt x="9173" y="11782"/>
                  <a:pt x="10800" y="11782"/>
                </a:cubicBezTo>
                <a:cubicBezTo>
                  <a:pt x="12427" y="11782"/>
                  <a:pt x="13745" y="13101"/>
                  <a:pt x="13745" y="14727"/>
                </a:cubicBezTo>
                <a:cubicBezTo>
                  <a:pt x="13745" y="16354"/>
                  <a:pt x="12427" y="17673"/>
                  <a:pt x="10800" y="17673"/>
                </a:cubicBezTo>
                <a:moveTo>
                  <a:pt x="10800" y="10800"/>
                </a:moveTo>
                <a:cubicBezTo>
                  <a:pt x="8631" y="10800"/>
                  <a:pt x="6873" y="12558"/>
                  <a:pt x="6873" y="14727"/>
                </a:cubicBezTo>
                <a:cubicBezTo>
                  <a:pt x="6873" y="16897"/>
                  <a:pt x="8631" y="18655"/>
                  <a:pt x="10800" y="18655"/>
                </a:cubicBezTo>
                <a:cubicBezTo>
                  <a:pt x="12969" y="18655"/>
                  <a:pt x="14727" y="16897"/>
                  <a:pt x="14727" y="14727"/>
                </a:cubicBezTo>
                <a:cubicBezTo>
                  <a:pt x="14727" y="12558"/>
                  <a:pt x="12969" y="10800"/>
                  <a:pt x="10800" y="108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45" name="Shape 2659">
            <a:extLst>
              <a:ext uri="{FF2B5EF4-FFF2-40B4-BE49-F238E27FC236}">
                <a16:creationId xmlns:a16="http://schemas.microsoft.com/office/drawing/2014/main" id="{8FEA0265-0661-841C-47AB-751870A91270}"/>
              </a:ext>
            </a:extLst>
          </p:cNvPr>
          <p:cNvSpPr/>
          <p:nvPr userDrawn="1"/>
        </p:nvSpPr>
        <p:spPr>
          <a:xfrm>
            <a:off x="1808229" y="5609713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709" y="7855"/>
                </a:moveTo>
                <a:cubicBezTo>
                  <a:pt x="16052" y="7855"/>
                  <a:pt x="16376" y="7925"/>
                  <a:pt x="16682" y="8033"/>
                </a:cubicBezTo>
                <a:cubicBezTo>
                  <a:pt x="16684" y="7973"/>
                  <a:pt x="16691" y="7915"/>
                  <a:pt x="16691" y="7855"/>
                </a:cubicBezTo>
                <a:cubicBezTo>
                  <a:pt x="16691" y="5686"/>
                  <a:pt x="14932" y="3927"/>
                  <a:pt x="12764" y="3927"/>
                </a:cubicBezTo>
                <a:cubicBezTo>
                  <a:pt x="11311" y="3927"/>
                  <a:pt x="10045" y="4718"/>
                  <a:pt x="9366" y="5891"/>
                </a:cubicBezTo>
                <a:lnTo>
                  <a:pt x="10309" y="5891"/>
                </a:lnTo>
                <a:cubicBezTo>
                  <a:pt x="10401" y="5891"/>
                  <a:pt x="10481" y="5904"/>
                  <a:pt x="10567" y="5910"/>
                </a:cubicBezTo>
                <a:cubicBezTo>
                  <a:pt x="11107" y="5301"/>
                  <a:pt x="11886" y="4909"/>
                  <a:pt x="12764" y="4909"/>
                </a:cubicBezTo>
                <a:cubicBezTo>
                  <a:pt x="14390" y="4909"/>
                  <a:pt x="15709" y="6228"/>
                  <a:pt x="15709" y="7855"/>
                </a:cubicBezTo>
                <a:moveTo>
                  <a:pt x="11716" y="6199"/>
                </a:moveTo>
                <a:cubicBezTo>
                  <a:pt x="12102" y="6387"/>
                  <a:pt x="12403" y="6637"/>
                  <a:pt x="12649" y="6884"/>
                </a:cubicBezTo>
                <a:cubicBezTo>
                  <a:pt x="12687" y="6880"/>
                  <a:pt x="12724" y="6873"/>
                  <a:pt x="12764" y="6873"/>
                </a:cubicBezTo>
                <a:cubicBezTo>
                  <a:pt x="13306" y="6873"/>
                  <a:pt x="13745" y="7313"/>
                  <a:pt x="13745" y="7855"/>
                </a:cubicBezTo>
                <a:lnTo>
                  <a:pt x="14727" y="7855"/>
                </a:lnTo>
                <a:cubicBezTo>
                  <a:pt x="14727" y="6770"/>
                  <a:pt x="13848" y="5891"/>
                  <a:pt x="12764" y="5891"/>
                </a:cubicBezTo>
                <a:cubicBezTo>
                  <a:pt x="12377" y="5891"/>
                  <a:pt x="12020" y="6006"/>
                  <a:pt x="11716" y="6199"/>
                </a:cubicBezTo>
                <a:moveTo>
                  <a:pt x="19636" y="1964"/>
                </a:moveTo>
                <a:lnTo>
                  <a:pt x="17673" y="1964"/>
                </a:lnTo>
                <a:cubicBezTo>
                  <a:pt x="16200" y="1964"/>
                  <a:pt x="16200" y="0"/>
                  <a:pt x="14236" y="0"/>
                </a:cubicBezTo>
                <a:lnTo>
                  <a:pt x="11291" y="0"/>
                </a:lnTo>
                <a:cubicBezTo>
                  <a:pt x="9327" y="0"/>
                  <a:pt x="9327" y="1964"/>
                  <a:pt x="7855" y="1964"/>
                </a:cubicBezTo>
                <a:lnTo>
                  <a:pt x="5891" y="1964"/>
                </a:lnTo>
                <a:cubicBezTo>
                  <a:pt x="4806" y="1964"/>
                  <a:pt x="3927" y="2843"/>
                  <a:pt x="3927" y="3927"/>
                </a:cubicBezTo>
                <a:lnTo>
                  <a:pt x="3927" y="7855"/>
                </a:lnTo>
                <a:cubicBezTo>
                  <a:pt x="4125" y="7855"/>
                  <a:pt x="4236" y="7769"/>
                  <a:pt x="4627" y="7318"/>
                </a:cubicBezTo>
                <a:cubicBezTo>
                  <a:pt x="4712" y="7220"/>
                  <a:pt x="4807" y="7113"/>
                  <a:pt x="4909" y="7005"/>
                </a:cubicBezTo>
                <a:lnTo>
                  <a:pt x="4909" y="3927"/>
                </a:lnTo>
                <a:cubicBezTo>
                  <a:pt x="4909" y="3386"/>
                  <a:pt x="5349" y="2945"/>
                  <a:pt x="5891" y="2945"/>
                </a:cubicBezTo>
                <a:lnTo>
                  <a:pt x="7855" y="2945"/>
                </a:lnTo>
                <a:cubicBezTo>
                  <a:pt x="9818" y="2945"/>
                  <a:pt x="9818" y="982"/>
                  <a:pt x="11291" y="982"/>
                </a:cubicBezTo>
                <a:lnTo>
                  <a:pt x="12764" y="982"/>
                </a:lnTo>
                <a:lnTo>
                  <a:pt x="14236" y="982"/>
                </a:lnTo>
                <a:cubicBezTo>
                  <a:pt x="15709" y="982"/>
                  <a:pt x="15709" y="2945"/>
                  <a:pt x="17673" y="2945"/>
                </a:cubicBezTo>
                <a:lnTo>
                  <a:pt x="19636" y="2945"/>
                </a:lnTo>
                <a:cubicBezTo>
                  <a:pt x="20178" y="2945"/>
                  <a:pt x="20618" y="3386"/>
                  <a:pt x="20618" y="3927"/>
                </a:cubicBezTo>
                <a:lnTo>
                  <a:pt x="20618" y="12764"/>
                </a:lnTo>
                <a:cubicBezTo>
                  <a:pt x="20618" y="13306"/>
                  <a:pt x="20178" y="13745"/>
                  <a:pt x="19636" y="13745"/>
                </a:cubicBezTo>
                <a:lnTo>
                  <a:pt x="18655" y="13745"/>
                </a:lnTo>
                <a:lnTo>
                  <a:pt x="18655" y="14727"/>
                </a:lnTo>
                <a:lnTo>
                  <a:pt x="19636" y="14727"/>
                </a:lnTo>
                <a:cubicBezTo>
                  <a:pt x="20721" y="14727"/>
                  <a:pt x="21600" y="13849"/>
                  <a:pt x="21600" y="12764"/>
                </a:cubicBezTo>
                <a:lnTo>
                  <a:pt x="21600" y="3927"/>
                </a:lnTo>
                <a:cubicBezTo>
                  <a:pt x="21600" y="2843"/>
                  <a:pt x="20721" y="1964"/>
                  <a:pt x="19636" y="1964"/>
                </a:cubicBezTo>
                <a:moveTo>
                  <a:pt x="16691" y="19636"/>
                </a:moveTo>
                <a:cubicBezTo>
                  <a:pt x="16691" y="20178"/>
                  <a:pt x="16251" y="20618"/>
                  <a:pt x="15709" y="20618"/>
                </a:cubicBez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0800"/>
                </a:lnTo>
                <a:cubicBezTo>
                  <a:pt x="982" y="10258"/>
                  <a:pt x="1422" y="9818"/>
                  <a:pt x="1964" y="9818"/>
                </a:cubicBezTo>
                <a:lnTo>
                  <a:pt x="3927" y="9818"/>
                </a:lnTo>
                <a:cubicBezTo>
                  <a:pt x="5891" y="9818"/>
                  <a:pt x="5891" y="7855"/>
                  <a:pt x="7364" y="7855"/>
                </a:cubicBezTo>
                <a:lnTo>
                  <a:pt x="8836" y="7855"/>
                </a:lnTo>
                <a:lnTo>
                  <a:pt x="10309" y="7855"/>
                </a:lnTo>
                <a:cubicBezTo>
                  <a:pt x="11782" y="7855"/>
                  <a:pt x="11782" y="9818"/>
                  <a:pt x="13745" y="9818"/>
                </a:cubicBezTo>
                <a:lnTo>
                  <a:pt x="15709" y="9818"/>
                </a:lnTo>
                <a:cubicBezTo>
                  <a:pt x="16251" y="9818"/>
                  <a:pt x="16691" y="10258"/>
                  <a:pt x="16691" y="10800"/>
                </a:cubicBezTo>
                <a:cubicBezTo>
                  <a:pt x="16691" y="10800"/>
                  <a:pt x="16691" y="19636"/>
                  <a:pt x="16691" y="19636"/>
                </a:cubicBezTo>
                <a:close/>
                <a:moveTo>
                  <a:pt x="15709" y="8836"/>
                </a:moveTo>
                <a:lnTo>
                  <a:pt x="13745" y="8836"/>
                </a:lnTo>
                <a:cubicBezTo>
                  <a:pt x="12273" y="8836"/>
                  <a:pt x="12273" y="6873"/>
                  <a:pt x="10309" y="6873"/>
                </a:cubicBezTo>
                <a:lnTo>
                  <a:pt x="7364" y="6873"/>
                </a:lnTo>
                <a:cubicBezTo>
                  <a:pt x="5400" y="6873"/>
                  <a:pt x="5400" y="8836"/>
                  <a:pt x="3927" y="8836"/>
                </a:cubicBezTo>
                <a:lnTo>
                  <a:pt x="1964" y="8836"/>
                </a:lnTo>
                <a:cubicBezTo>
                  <a:pt x="879" y="8836"/>
                  <a:pt x="0" y="9716"/>
                  <a:pt x="0" y="10800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5709" y="21600"/>
                </a:lnTo>
                <a:cubicBezTo>
                  <a:pt x="16794" y="21600"/>
                  <a:pt x="17673" y="20721"/>
                  <a:pt x="17673" y="19636"/>
                </a:cubicBezTo>
                <a:lnTo>
                  <a:pt x="17673" y="10800"/>
                </a:lnTo>
                <a:cubicBezTo>
                  <a:pt x="17673" y="9716"/>
                  <a:pt x="16794" y="8836"/>
                  <a:pt x="15709" y="8836"/>
                </a:cubicBezTo>
                <a:moveTo>
                  <a:pt x="19636" y="4909"/>
                </a:moveTo>
                <a:cubicBezTo>
                  <a:pt x="19636" y="4367"/>
                  <a:pt x="19197" y="3927"/>
                  <a:pt x="18655" y="3927"/>
                </a:cubicBezTo>
                <a:cubicBezTo>
                  <a:pt x="18113" y="3927"/>
                  <a:pt x="17673" y="4367"/>
                  <a:pt x="17673" y="4909"/>
                </a:cubicBezTo>
                <a:cubicBezTo>
                  <a:pt x="17673" y="5451"/>
                  <a:pt x="18113" y="5891"/>
                  <a:pt x="18655" y="5891"/>
                </a:cubicBezTo>
                <a:cubicBezTo>
                  <a:pt x="19197" y="5891"/>
                  <a:pt x="19636" y="5451"/>
                  <a:pt x="19636" y="4909"/>
                </a:cubicBezTo>
                <a:moveTo>
                  <a:pt x="19145" y="7364"/>
                </a:moveTo>
                <a:cubicBezTo>
                  <a:pt x="19145" y="7093"/>
                  <a:pt x="18925" y="6873"/>
                  <a:pt x="18655" y="6873"/>
                </a:cubicBezTo>
                <a:cubicBezTo>
                  <a:pt x="18384" y="6873"/>
                  <a:pt x="18164" y="7093"/>
                  <a:pt x="18164" y="7364"/>
                </a:cubicBezTo>
                <a:cubicBezTo>
                  <a:pt x="18164" y="7635"/>
                  <a:pt x="18384" y="7855"/>
                  <a:pt x="18655" y="7855"/>
                </a:cubicBezTo>
                <a:cubicBezTo>
                  <a:pt x="18925" y="7855"/>
                  <a:pt x="19145" y="7635"/>
                  <a:pt x="19145" y="7364"/>
                </a:cubicBezTo>
                <a:moveTo>
                  <a:pt x="8836" y="15709"/>
                </a:moveTo>
                <a:cubicBezTo>
                  <a:pt x="8294" y="15709"/>
                  <a:pt x="7855" y="15269"/>
                  <a:pt x="7855" y="14727"/>
                </a:cubicBezTo>
                <a:cubicBezTo>
                  <a:pt x="7855" y="14186"/>
                  <a:pt x="8294" y="13745"/>
                  <a:pt x="8836" y="13745"/>
                </a:cubicBezTo>
                <a:cubicBezTo>
                  <a:pt x="9378" y="13745"/>
                  <a:pt x="9818" y="14186"/>
                  <a:pt x="9818" y="14727"/>
                </a:cubicBezTo>
                <a:cubicBezTo>
                  <a:pt x="9818" y="15269"/>
                  <a:pt x="9378" y="15709"/>
                  <a:pt x="8836" y="15709"/>
                </a:cubicBezTo>
                <a:moveTo>
                  <a:pt x="8836" y="12764"/>
                </a:moveTo>
                <a:cubicBezTo>
                  <a:pt x="7752" y="12764"/>
                  <a:pt x="6873" y="13643"/>
                  <a:pt x="6873" y="14727"/>
                </a:cubicBezTo>
                <a:cubicBezTo>
                  <a:pt x="6873" y="15812"/>
                  <a:pt x="7752" y="16691"/>
                  <a:pt x="8836" y="16691"/>
                </a:cubicBezTo>
                <a:cubicBezTo>
                  <a:pt x="9921" y="16691"/>
                  <a:pt x="10800" y="15812"/>
                  <a:pt x="10800" y="14727"/>
                </a:cubicBezTo>
                <a:cubicBezTo>
                  <a:pt x="10800" y="13643"/>
                  <a:pt x="9921" y="12764"/>
                  <a:pt x="8836" y="12764"/>
                </a:cubicBezTo>
                <a:moveTo>
                  <a:pt x="14727" y="10800"/>
                </a:moveTo>
                <a:cubicBezTo>
                  <a:pt x="14185" y="10800"/>
                  <a:pt x="13745" y="11240"/>
                  <a:pt x="13745" y="11782"/>
                </a:cubicBezTo>
                <a:cubicBezTo>
                  <a:pt x="13745" y="12325"/>
                  <a:pt x="14185" y="12764"/>
                  <a:pt x="14727" y="12764"/>
                </a:cubicBezTo>
                <a:cubicBezTo>
                  <a:pt x="15269" y="12764"/>
                  <a:pt x="15709" y="12325"/>
                  <a:pt x="15709" y="11782"/>
                </a:cubicBezTo>
                <a:cubicBezTo>
                  <a:pt x="15709" y="11240"/>
                  <a:pt x="15269" y="10800"/>
                  <a:pt x="14727" y="10800"/>
                </a:cubicBezTo>
                <a:moveTo>
                  <a:pt x="14727" y="13745"/>
                </a:moveTo>
                <a:cubicBezTo>
                  <a:pt x="14456" y="13745"/>
                  <a:pt x="14236" y="13966"/>
                  <a:pt x="14236" y="14236"/>
                </a:cubicBezTo>
                <a:cubicBezTo>
                  <a:pt x="14236" y="14508"/>
                  <a:pt x="14456" y="14727"/>
                  <a:pt x="14727" y="14727"/>
                </a:cubicBezTo>
                <a:cubicBezTo>
                  <a:pt x="14998" y="14727"/>
                  <a:pt x="15218" y="14508"/>
                  <a:pt x="15218" y="14236"/>
                </a:cubicBezTo>
                <a:cubicBezTo>
                  <a:pt x="15218" y="13966"/>
                  <a:pt x="14998" y="13745"/>
                  <a:pt x="14727" y="13745"/>
                </a:cubicBezTo>
                <a:moveTo>
                  <a:pt x="8836" y="17673"/>
                </a:moveTo>
                <a:cubicBezTo>
                  <a:pt x="7210" y="17673"/>
                  <a:pt x="5891" y="16354"/>
                  <a:pt x="5891" y="14727"/>
                </a:cubicBezTo>
                <a:cubicBezTo>
                  <a:pt x="5891" y="13101"/>
                  <a:pt x="7210" y="11782"/>
                  <a:pt x="8836" y="11782"/>
                </a:cubicBezTo>
                <a:cubicBezTo>
                  <a:pt x="10463" y="11782"/>
                  <a:pt x="11782" y="13101"/>
                  <a:pt x="11782" y="14727"/>
                </a:cubicBezTo>
                <a:cubicBezTo>
                  <a:pt x="11782" y="16354"/>
                  <a:pt x="10463" y="17673"/>
                  <a:pt x="8836" y="17673"/>
                </a:cubicBezTo>
                <a:moveTo>
                  <a:pt x="8836" y="10800"/>
                </a:moveTo>
                <a:cubicBezTo>
                  <a:pt x="6668" y="10800"/>
                  <a:pt x="4909" y="12558"/>
                  <a:pt x="4909" y="14727"/>
                </a:cubicBezTo>
                <a:cubicBezTo>
                  <a:pt x="4909" y="16897"/>
                  <a:pt x="6668" y="18655"/>
                  <a:pt x="8836" y="18655"/>
                </a:cubicBezTo>
                <a:cubicBezTo>
                  <a:pt x="11005" y="18655"/>
                  <a:pt x="12764" y="16897"/>
                  <a:pt x="12764" y="14727"/>
                </a:cubicBezTo>
                <a:cubicBezTo>
                  <a:pt x="12764" y="12558"/>
                  <a:pt x="11005" y="10800"/>
                  <a:pt x="8836" y="108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46" name="Shape 2660">
            <a:extLst>
              <a:ext uri="{FF2B5EF4-FFF2-40B4-BE49-F238E27FC236}">
                <a16:creationId xmlns:a16="http://schemas.microsoft.com/office/drawing/2014/main" id="{074914DC-53BB-BB50-172F-26D38ACA483E}"/>
              </a:ext>
            </a:extLst>
          </p:cNvPr>
          <p:cNvSpPr/>
          <p:nvPr userDrawn="1"/>
        </p:nvSpPr>
        <p:spPr>
          <a:xfrm>
            <a:off x="2340785" y="5609713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7673"/>
                </a:moveTo>
                <a:cubicBezTo>
                  <a:pt x="20618" y="18215"/>
                  <a:pt x="20178" y="18655"/>
                  <a:pt x="19636" y="18655"/>
                </a:cubicBezTo>
                <a:lnTo>
                  <a:pt x="1964" y="18655"/>
                </a:lnTo>
                <a:cubicBezTo>
                  <a:pt x="1422" y="18655"/>
                  <a:pt x="982" y="18215"/>
                  <a:pt x="982" y="17673"/>
                </a:cubicBezTo>
                <a:lnTo>
                  <a:pt x="982" y="5891"/>
                </a:lnTo>
                <a:cubicBezTo>
                  <a:pt x="982" y="5349"/>
                  <a:pt x="1422" y="4909"/>
                  <a:pt x="1964" y="4909"/>
                </a:cubicBezTo>
                <a:lnTo>
                  <a:pt x="19636" y="4909"/>
                </a:lnTo>
                <a:cubicBezTo>
                  <a:pt x="20178" y="4909"/>
                  <a:pt x="20618" y="5349"/>
                  <a:pt x="20618" y="5891"/>
                </a:cubicBezTo>
                <a:cubicBezTo>
                  <a:pt x="20618" y="5891"/>
                  <a:pt x="20618" y="17673"/>
                  <a:pt x="20618" y="17673"/>
                </a:cubicBezTo>
                <a:close/>
                <a:moveTo>
                  <a:pt x="19636" y="3927"/>
                </a:moveTo>
                <a:lnTo>
                  <a:pt x="12476" y="3927"/>
                </a:lnTo>
                <a:lnTo>
                  <a:pt x="14476" y="1927"/>
                </a:lnTo>
                <a:cubicBezTo>
                  <a:pt x="14557" y="1949"/>
                  <a:pt x="14640" y="1964"/>
                  <a:pt x="14727" y="1964"/>
                </a:cubicBezTo>
                <a:cubicBezTo>
                  <a:pt x="15269" y="1964"/>
                  <a:pt x="15709" y="1524"/>
                  <a:pt x="15709" y="982"/>
                </a:cubicBezTo>
                <a:cubicBezTo>
                  <a:pt x="15709" y="440"/>
                  <a:pt x="15269" y="0"/>
                  <a:pt x="14727" y="0"/>
                </a:cubicBezTo>
                <a:cubicBezTo>
                  <a:pt x="14185" y="0"/>
                  <a:pt x="13745" y="440"/>
                  <a:pt x="13745" y="982"/>
                </a:cubicBezTo>
                <a:cubicBezTo>
                  <a:pt x="13745" y="1069"/>
                  <a:pt x="13761" y="1153"/>
                  <a:pt x="13782" y="1233"/>
                </a:cubicBezTo>
                <a:lnTo>
                  <a:pt x="11088" y="3927"/>
                </a:lnTo>
                <a:lnTo>
                  <a:pt x="10513" y="3927"/>
                </a:lnTo>
                <a:lnTo>
                  <a:pt x="7818" y="1233"/>
                </a:lnTo>
                <a:cubicBezTo>
                  <a:pt x="7839" y="1153"/>
                  <a:pt x="7855" y="1069"/>
                  <a:pt x="7855" y="982"/>
                </a:cubicBezTo>
                <a:cubicBezTo>
                  <a:pt x="7855" y="440"/>
                  <a:pt x="7415" y="0"/>
                  <a:pt x="6873" y="0"/>
                </a:cubicBezTo>
                <a:cubicBezTo>
                  <a:pt x="6331" y="0"/>
                  <a:pt x="5891" y="440"/>
                  <a:pt x="5891" y="982"/>
                </a:cubicBezTo>
                <a:cubicBezTo>
                  <a:pt x="5891" y="1524"/>
                  <a:pt x="6331" y="1964"/>
                  <a:pt x="6873" y="1964"/>
                </a:cubicBezTo>
                <a:cubicBezTo>
                  <a:pt x="6960" y="1964"/>
                  <a:pt x="7043" y="1949"/>
                  <a:pt x="7124" y="1927"/>
                </a:cubicBezTo>
                <a:lnTo>
                  <a:pt x="9124" y="3927"/>
                </a:lnTo>
                <a:lnTo>
                  <a:pt x="1964" y="3927"/>
                </a:lnTo>
                <a:cubicBezTo>
                  <a:pt x="879" y="3927"/>
                  <a:pt x="0" y="4806"/>
                  <a:pt x="0" y="5891"/>
                </a:cubicBezTo>
                <a:lnTo>
                  <a:pt x="0" y="17673"/>
                </a:lnTo>
                <a:cubicBezTo>
                  <a:pt x="0" y="18757"/>
                  <a:pt x="879" y="19637"/>
                  <a:pt x="1964" y="19637"/>
                </a:cubicBezTo>
                <a:lnTo>
                  <a:pt x="3927" y="19637"/>
                </a:lnTo>
                <a:lnTo>
                  <a:pt x="3927" y="21109"/>
                </a:lnTo>
                <a:cubicBezTo>
                  <a:pt x="3927" y="21381"/>
                  <a:pt x="4147" y="21600"/>
                  <a:pt x="4418" y="21600"/>
                </a:cubicBezTo>
                <a:cubicBezTo>
                  <a:pt x="4689" y="21600"/>
                  <a:pt x="4909" y="21381"/>
                  <a:pt x="4909" y="21109"/>
                </a:cubicBezTo>
                <a:lnTo>
                  <a:pt x="4909" y="20618"/>
                </a:lnTo>
                <a:lnTo>
                  <a:pt x="16691" y="20618"/>
                </a:lnTo>
                <a:lnTo>
                  <a:pt x="16691" y="21109"/>
                </a:lnTo>
                <a:cubicBezTo>
                  <a:pt x="16691" y="21381"/>
                  <a:pt x="16911" y="21600"/>
                  <a:pt x="17182" y="21600"/>
                </a:cubicBezTo>
                <a:cubicBezTo>
                  <a:pt x="17453" y="21600"/>
                  <a:pt x="17673" y="21381"/>
                  <a:pt x="17673" y="21109"/>
                </a:cubicBezTo>
                <a:lnTo>
                  <a:pt x="17673" y="19637"/>
                </a:lnTo>
                <a:lnTo>
                  <a:pt x="19636" y="19637"/>
                </a:lnTo>
                <a:cubicBezTo>
                  <a:pt x="20721" y="19637"/>
                  <a:pt x="21600" y="18757"/>
                  <a:pt x="21600" y="17673"/>
                </a:cubicBezTo>
                <a:lnTo>
                  <a:pt x="21600" y="5891"/>
                </a:lnTo>
                <a:cubicBezTo>
                  <a:pt x="21600" y="4806"/>
                  <a:pt x="20721" y="3927"/>
                  <a:pt x="19636" y="3927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47" name="Shape 2661">
            <a:extLst>
              <a:ext uri="{FF2B5EF4-FFF2-40B4-BE49-F238E27FC236}">
                <a16:creationId xmlns:a16="http://schemas.microsoft.com/office/drawing/2014/main" id="{7480B463-F414-BF11-F8C5-D42CB6C3AAE5}"/>
              </a:ext>
            </a:extLst>
          </p:cNvPr>
          <p:cNvSpPr/>
          <p:nvPr userDrawn="1"/>
        </p:nvSpPr>
        <p:spPr>
          <a:xfrm>
            <a:off x="2873341" y="5609713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818" y="7855"/>
                </a:moveTo>
                <a:lnTo>
                  <a:pt x="7855" y="7855"/>
                </a:lnTo>
                <a:lnTo>
                  <a:pt x="7855" y="9818"/>
                </a:lnTo>
                <a:lnTo>
                  <a:pt x="9818" y="9818"/>
                </a:lnTo>
                <a:cubicBezTo>
                  <a:pt x="9818" y="9818"/>
                  <a:pt x="9818" y="7855"/>
                  <a:pt x="9818" y="7855"/>
                </a:cubicBezTo>
                <a:close/>
                <a:moveTo>
                  <a:pt x="5891" y="7855"/>
                </a:moveTo>
                <a:lnTo>
                  <a:pt x="3927" y="7855"/>
                </a:lnTo>
                <a:lnTo>
                  <a:pt x="3927" y="9818"/>
                </a:lnTo>
                <a:lnTo>
                  <a:pt x="5891" y="9818"/>
                </a:lnTo>
                <a:cubicBezTo>
                  <a:pt x="5891" y="9818"/>
                  <a:pt x="5891" y="7855"/>
                  <a:pt x="5891" y="7855"/>
                </a:cubicBezTo>
                <a:close/>
                <a:moveTo>
                  <a:pt x="13745" y="7855"/>
                </a:moveTo>
                <a:lnTo>
                  <a:pt x="11782" y="7855"/>
                </a:lnTo>
                <a:lnTo>
                  <a:pt x="11782" y="9818"/>
                </a:lnTo>
                <a:lnTo>
                  <a:pt x="13745" y="9818"/>
                </a:lnTo>
                <a:cubicBezTo>
                  <a:pt x="13745" y="9818"/>
                  <a:pt x="13745" y="7855"/>
                  <a:pt x="13745" y="7855"/>
                </a:cubicBezTo>
                <a:close/>
                <a:moveTo>
                  <a:pt x="7855" y="13745"/>
                </a:moveTo>
                <a:lnTo>
                  <a:pt x="9818" y="13745"/>
                </a:lnTo>
                <a:lnTo>
                  <a:pt x="9818" y="11782"/>
                </a:lnTo>
                <a:lnTo>
                  <a:pt x="7855" y="11782"/>
                </a:lnTo>
                <a:cubicBezTo>
                  <a:pt x="7855" y="11782"/>
                  <a:pt x="7855" y="13745"/>
                  <a:pt x="7855" y="13745"/>
                </a:cubicBezTo>
                <a:close/>
                <a:moveTo>
                  <a:pt x="13745" y="11782"/>
                </a:moveTo>
                <a:lnTo>
                  <a:pt x="15709" y="11782"/>
                </a:lnTo>
                <a:lnTo>
                  <a:pt x="15709" y="9818"/>
                </a:lnTo>
                <a:lnTo>
                  <a:pt x="13745" y="9818"/>
                </a:lnTo>
                <a:cubicBezTo>
                  <a:pt x="13745" y="9818"/>
                  <a:pt x="13745" y="11782"/>
                  <a:pt x="13745" y="11782"/>
                </a:cubicBezTo>
                <a:close/>
                <a:moveTo>
                  <a:pt x="5891" y="11782"/>
                </a:moveTo>
                <a:lnTo>
                  <a:pt x="3927" y="11782"/>
                </a:lnTo>
                <a:lnTo>
                  <a:pt x="3927" y="13745"/>
                </a:lnTo>
                <a:lnTo>
                  <a:pt x="5891" y="13745"/>
                </a:lnTo>
                <a:cubicBezTo>
                  <a:pt x="5891" y="13745"/>
                  <a:pt x="5891" y="11782"/>
                  <a:pt x="5891" y="11782"/>
                </a:cubicBezTo>
                <a:close/>
                <a:moveTo>
                  <a:pt x="11782" y="13745"/>
                </a:moveTo>
                <a:lnTo>
                  <a:pt x="13745" y="13745"/>
                </a:lnTo>
                <a:lnTo>
                  <a:pt x="13745" y="11782"/>
                </a:lnTo>
                <a:lnTo>
                  <a:pt x="11782" y="11782"/>
                </a:lnTo>
                <a:cubicBezTo>
                  <a:pt x="11782" y="11782"/>
                  <a:pt x="11782" y="13745"/>
                  <a:pt x="11782" y="13745"/>
                </a:cubicBezTo>
                <a:close/>
                <a:moveTo>
                  <a:pt x="13745" y="15709"/>
                </a:moveTo>
                <a:lnTo>
                  <a:pt x="15709" y="15709"/>
                </a:lnTo>
                <a:lnTo>
                  <a:pt x="15709" y="13745"/>
                </a:lnTo>
                <a:lnTo>
                  <a:pt x="13745" y="13745"/>
                </a:lnTo>
                <a:cubicBezTo>
                  <a:pt x="13745" y="13745"/>
                  <a:pt x="13745" y="15709"/>
                  <a:pt x="13745" y="15709"/>
                </a:cubicBezTo>
                <a:close/>
                <a:moveTo>
                  <a:pt x="17673" y="7855"/>
                </a:moveTo>
                <a:lnTo>
                  <a:pt x="19636" y="7855"/>
                </a:lnTo>
                <a:lnTo>
                  <a:pt x="19636" y="5891"/>
                </a:lnTo>
                <a:lnTo>
                  <a:pt x="17673" y="5891"/>
                </a:lnTo>
                <a:cubicBezTo>
                  <a:pt x="17673" y="5891"/>
                  <a:pt x="17673" y="7855"/>
                  <a:pt x="17673" y="7855"/>
                </a:cubicBezTo>
                <a:close/>
                <a:moveTo>
                  <a:pt x="15709" y="9818"/>
                </a:moveTo>
                <a:lnTo>
                  <a:pt x="17673" y="9818"/>
                </a:lnTo>
                <a:lnTo>
                  <a:pt x="17673" y="7855"/>
                </a:lnTo>
                <a:lnTo>
                  <a:pt x="15709" y="7855"/>
                </a:lnTo>
                <a:cubicBezTo>
                  <a:pt x="15709" y="7855"/>
                  <a:pt x="15709" y="9818"/>
                  <a:pt x="15709" y="9818"/>
                </a:cubicBezTo>
                <a:close/>
                <a:moveTo>
                  <a:pt x="20618" y="17673"/>
                </a:moveTo>
                <a:cubicBezTo>
                  <a:pt x="20618" y="18215"/>
                  <a:pt x="20178" y="18655"/>
                  <a:pt x="19636" y="18655"/>
                </a:cubicBezTo>
                <a:lnTo>
                  <a:pt x="1964" y="18655"/>
                </a:lnTo>
                <a:cubicBezTo>
                  <a:pt x="1422" y="18655"/>
                  <a:pt x="982" y="18215"/>
                  <a:pt x="982" y="17673"/>
                </a:cubicBezTo>
                <a:lnTo>
                  <a:pt x="982" y="5891"/>
                </a:lnTo>
                <a:cubicBezTo>
                  <a:pt x="982" y="5349"/>
                  <a:pt x="1422" y="4909"/>
                  <a:pt x="1964" y="4909"/>
                </a:cubicBezTo>
                <a:lnTo>
                  <a:pt x="19636" y="4909"/>
                </a:lnTo>
                <a:cubicBezTo>
                  <a:pt x="20178" y="4909"/>
                  <a:pt x="20618" y="5349"/>
                  <a:pt x="20618" y="5891"/>
                </a:cubicBezTo>
                <a:cubicBezTo>
                  <a:pt x="20618" y="5891"/>
                  <a:pt x="20618" y="17673"/>
                  <a:pt x="20618" y="17673"/>
                </a:cubicBezTo>
                <a:close/>
                <a:moveTo>
                  <a:pt x="19636" y="3927"/>
                </a:moveTo>
                <a:lnTo>
                  <a:pt x="12476" y="3927"/>
                </a:lnTo>
                <a:lnTo>
                  <a:pt x="14476" y="1927"/>
                </a:lnTo>
                <a:cubicBezTo>
                  <a:pt x="14557" y="1949"/>
                  <a:pt x="14640" y="1964"/>
                  <a:pt x="14727" y="1964"/>
                </a:cubicBezTo>
                <a:cubicBezTo>
                  <a:pt x="15269" y="1964"/>
                  <a:pt x="15709" y="1524"/>
                  <a:pt x="15709" y="982"/>
                </a:cubicBezTo>
                <a:cubicBezTo>
                  <a:pt x="15709" y="440"/>
                  <a:pt x="15269" y="0"/>
                  <a:pt x="14727" y="0"/>
                </a:cubicBezTo>
                <a:cubicBezTo>
                  <a:pt x="14185" y="0"/>
                  <a:pt x="13745" y="440"/>
                  <a:pt x="13745" y="982"/>
                </a:cubicBezTo>
                <a:cubicBezTo>
                  <a:pt x="13745" y="1069"/>
                  <a:pt x="13761" y="1152"/>
                  <a:pt x="13782" y="1233"/>
                </a:cubicBezTo>
                <a:lnTo>
                  <a:pt x="11088" y="3927"/>
                </a:lnTo>
                <a:lnTo>
                  <a:pt x="10513" y="3927"/>
                </a:lnTo>
                <a:lnTo>
                  <a:pt x="7818" y="1233"/>
                </a:lnTo>
                <a:cubicBezTo>
                  <a:pt x="7839" y="1152"/>
                  <a:pt x="7855" y="1069"/>
                  <a:pt x="7855" y="982"/>
                </a:cubicBezTo>
                <a:cubicBezTo>
                  <a:pt x="7855" y="440"/>
                  <a:pt x="7415" y="0"/>
                  <a:pt x="6873" y="0"/>
                </a:cubicBezTo>
                <a:cubicBezTo>
                  <a:pt x="6331" y="0"/>
                  <a:pt x="5891" y="440"/>
                  <a:pt x="5891" y="982"/>
                </a:cubicBezTo>
                <a:cubicBezTo>
                  <a:pt x="5891" y="1524"/>
                  <a:pt x="6331" y="1964"/>
                  <a:pt x="6873" y="1964"/>
                </a:cubicBezTo>
                <a:cubicBezTo>
                  <a:pt x="6960" y="1964"/>
                  <a:pt x="7043" y="1949"/>
                  <a:pt x="7124" y="1927"/>
                </a:cubicBezTo>
                <a:lnTo>
                  <a:pt x="9124" y="3927"/>
                </a:lnTo>
                <a:lnTo>
                  <a:pt x="1964" y="3927"/>
                </a:lnTo>
                <a:cubicBezTo>
                  <a:pt x="879" y="3927"/>
                  <a:pt x="0" y="4806"/>
                  <a:pt x="0" y="5891"/>
                </a:cubicBezTo>
                <a:lnTo>
                  <a:pt x="0" y="17673"/>
                </a:lnTo>
                <a:cubicBezTo>
                  <a:pt x="0" y="18757"/>
                  <a:pt x="879" y="19637"/>
                  <a:pt x="1964" y="19637"/>
                </a:cubicBezTo>
                <a:lnTo>
                  <a:pt x="3927" y="19637"/>
                </a:lnTo>
                <a:lnTo>
                  <a:pt x="3927" y="21109"/>
                </a:lnTo>
                <a:cubicBezTo>
                  <a:pt x="3927" y="21380"/>
                  <a:pt x="4147" y="21600"/>
                  <a:pt x="4418" y="21600"/>
                </a:cubicBezTo>
                <a:cubicBezTo>
                  <a:pt x="4689" y="21600"/>
                  <a:pt x="4909" y="21380"/>
                  <a:pt x="4909" y="21109"/>
                </a:cubicBezTo>
                <a:lnTo>
                  <a:pt x="4909" y="20618"/>
                </a:lnTo>
                <a:lnTo>
                  <a:pt x="16691" y="20618"/>
                </a:lnTo>
                <a:lnTo>
                  <a:pt x="16691" y="21109"/>
                </a:lnTo>
                <a:cubicBezTo>
                  <a:pt x="16691" y="21380"/>
                  <a:pt x="16911" y="21600"/>
                  <a:pt x="17182" y="21600"/>
                </a:cubicBezTo>
                <a:cubicBezTo>
                  <a:pt x="17453" y="21600"/>
                  <a:pt x="17673" y="21380"/>
                  <a:pt x="17673" y="21109"/>
                </a:cubicBezTo>
                <a:lnTo>
                  <a:pt x="17673" y="19637"/>
                </a:lnTo>
                <a:lnTo>
                  <a:pt x="19636" y="19637"/>
                </a:lnTo>
                <a:cubicBezTo>
                  <a:pt x="20721" y="19637"/>
                  <a:pt x="21600" y="18757"/>
                  <a:pt x="21600" y="17673"/>
                </a:cubicBezTo>
                <a:lnTo>
                  <a:pt x="21600" y="5891"/>
                </a:lnTo>
                <a:cubicBezTo>
                  <a:pt x="21600" y="4806"/>
                  <a:pt x="20721" y="3927"/>
                  <a:pt x="19636" y="3927"/>
                </a:cubicBezTo>
                <a:moveTo>
                  <a:pt x="5891" y="15709"/>
                </a:moveTo>
                <a:lnTo>
                  <a:pt x="7855" y="15709"/>
                </a:lnTo>
                <a:lnTo>
                  <a:pt x="7855" y="13745"/>
                </a:lnTo>
                <a:lnTo>
                  <a:pt x="5891" y="13745"/>
                </a:lnTo>
                <a:cubicBezTo>
                  <a:pt x="5891" y="13745"/>
                  <a:pt x="5891" y="15709"/>
                  <a:pt x="5891" y="15709"/>
                </a:cubicBezTo>
                <a:close/>
                <a:moveTo>
                  <a:pt x="9818" y="15709"/>
                </a:moveTo>
                <a:lnTo>
                  <a:pt x="11782" y="15709"/>
                </a:lnTo>
                <a:lnTo>
                  <a:pt x="11782" y="13745"/>
                </a:lnTo>
                <a:lnTo>
                  <a:pt x="9818" y="13745"/>
                </a:lnTo>
                <a:cubicBezTo>
                  <a:pt x="9818" y="13745"/>
                  <a:pt x="9818" y="15709"/>
                  <a:pt x="9818" y="15709"/>
                </a:cubicBezTo>
                <a:close/>
                <a:moveTo>
                  <a:pt x="7855" y="9818"/>
                </a:moveTo>
                <a:lnTo>
                  <a:pt x="5891" y="9818"/>
                </a:lnTo>
                <a:lnTo>
                  <a:pt x="5891" y="11782"/>
                </a:lnTo>
                <a:lnTo>
                  <a:pt x="7855" y="11782"/>
                </a:lnTo>
                <a:cubicBezTo>
                  <a:pt x="7855" y="11782"/>
                  <a:pt x="7855" y="9818"/>
                  <a:pt x="7855" y="9818"/>
                </a:cubicBezTo>
                <a:close/>
                <a:moveTo>
                  <a:pt x="15709" y="13745"/>
                </a:moveTo>
                <a:lnTo>
                  <a:pt x="17673" y="13745"/>
                </a:lnTo>
                <a:lnTo>
                  <a:pt x="17673" y="11782"/>
                </a:lnTo>
                <a:lnTo>
                  <a:pt x="15709" y="11782"/>
                </a:lnTo>
                <a:cubicBezTo>
                  <a:pt x="15709" y="11782"/>
                  <a:pt x="15709" y="13745"/>
                  <a:pt x="15709" y="13745"/>
                </a:cubicBezTo>
                <a:close/>
                <a:moveTo>
                  <a:pt x="1964" y="7855"/>
                </a:moveTo>
                <a:lnTo>
                  <a:pt x="3927" y="7855"/>
                </a:lnTo>
                <a:lnTo>
                  <a:pt x="3927" y="5891"/>
                </a:lnTo>
                <a:lnTo>
                  <a:pt x="1964" y="5891"/>
                </a:lnTo>
                <a:cubicBezTo>
                  <a:pt x="1964" y="5891"/>
                  <a:pt x="1964" y="7855"/>
                  <a:pt x="1964" y="7855"/>
                </a:cubicBezTo>
                <a:close/>
                <a:moveTo>
                  <a:pt x="3927" y="17673"/>
                </a:moveTo>
                <a:lnTo>
                  <a:pt x="5891" y="17673"/>
                </a:lnTo>
                <a:lnTo>
                  <a:pt x="5891" y="15709"/>
                </a:lnTo>
                <a:lnTo>
                  <a:pt x="3927" y="15709"/>
                </a:lnTo>
                <a:cubicBezTo>
                  <a:pt x="3927" y="15709"/>
                  <a:pt x="3927" y="17673"/>
                  <a:pt x="3927" y="17673"/>
                </a:cubicBezTo>
                <a:close/>
                <a:moveTo>
                  <a:pt x="11782" y="5891"/>
                </a:moveTo>
                <a:lnTo>
                  <a:pt x="9818" y="5891"/>
                </a:lnTo>
                <a:lnTo>
                  <a:pt x="9818" y="7855"/>
                </a:lnTo>
                <a:lnTo>
                  <a:pt x="11782" y="7855"/>
                </a:lnTo>
                <a:cubicBezTo>
                  <a:pt x="11782" y="7855"/>
                  <a:pt x="11782" y="5891"/>
                  <a:pt x="11782" y="5891"/>
                </a:cubicBezTo>
                <a:close/>
                <a:moveTo>
                  <a:pt x="7855" y="5891"/>
                </a:moveTo>
                <a:lnTo>
                  <a:pt x="5891" y="5891"/>
                </a:lnTo>
                <a:lnTo>
                  <a:pt x="5891" y="7855"/>
                </a:lnTo>
                <a:lnTo>
                  <a:pt x="7855" y="7855"/>
                </a:lnTo>
                <a:cubicBezTo>
                  <a:pt x="7855" y="7855"/>
                  <a:pt x="7855" y="5891"/>
                  <a:pt x="7855" y="5891"/>
                </a:cubicBezTo>
                <a:close/>
                <a:moveTo>
                  <a:pt x="1964" y="15709"/>
                </a:moveTo>
                <a:lnTo>
                  <a:pt x="3927" y="15709"/>
                </a:lnTo>
                <a:lnTo>
                  <a:pt x="3927" y="13745"/>
                </a:lnTo>
                <a:lnTo>
                  <a:pt x="1964" y="13745"/>
                </a:lnTo>
                <a:cubicBezTo>
                  <a:pt x="1964" y="13745"/>
                  <a:pt x="1964" y="15709"/>
                  <a:pt x="1964" y="15709"/>
                </a:cubicBezTo>
                <a:close/>
                <a:moveTo>
                  <a:pt x="1964" y="11782"/>
                </a:moveTo>
                <a:lnTo>
                  <a:pt x="3927" y="11782"/>
                </a:lnTo>
                <a:lnTo>
                  <a:pt x="3927" y="9818"/>
                </a:lnTo>
                <a:lnTo>
                  <a:pt x="1964" y="9818"/>
                </a:lnTo>
                <a:cubicBezTo>
                  <a:pt x="1964" y="9818"/>
                  <a:pt x="1964" y="11782"/>
                  <a:pt x="1964" y="11782"/>
                </a:cubicBezTo>
                <a:close/>
                <a:moveTo>
                  <a:pt x="7855" y="17673"/>
                </a:moveTo>
                <a:lnTo>
                  <a:pt x="9818" y="17673"/>
                </a:lnTo>
                <a:lnTo>
                  <a:pt x="9818" y="15709"/>
                </a:lnTo>
                <a:lnTo>
                  <a:pt x="7855" y="15709"/>
                </a:lnTo>
                <a:cubicBezTo>
                  <a:pt x="7855" y="15709"/>
                  <a:pt x="7855" y="17673"/>
                  <a:pt x="7855" y="17673"/>
                </a:cubicBezTo>
                <a:close/>
                <a:moveTo>
                  <a:pt x="11782" y="17673"/>
                </a:moveTo>
                <a:lnTo>
                  <a:pt x="13745" y="17673"/>
                </a:lnTo>
                <a:lnTo>
                  <a:pt x="13745" y="15709"/>
                </a:lnTo>
                <a:lnTo>
                  <a:pt x="11782" y="15709"/>
                </a:lnTo>
                <a:cubicBezTo>
                  <a:pt x="11782" y="15709"/>
                  <a:pt x="11782" y="17673"/>
                  <a:pt x="11782" y="17673"/>
                </a:cubicBezTo>
                <a:close/>
                <a:moveTo>
                  <a:pt x="15709" y="17673"/>
                </a:moveTo>
                <a:lnTo>
                  <a:pt x="17673" y="17673"/>
                </a:lnTo>
                <a:lnTo>
                  <a:pt x="17673" y="15709"/>
                </a:lnTo>
                <a:lnTo>
                  <a:pt x="15709" y="15709"/>
                </a:lnTo>
                <a:cubicBezTo>
                  <a:pt x="15709" y="15709"/>
                  <a:pt x="15709" y="17673"/>
                  <a:pt x="15709" y="17673"/>
                </a:cubicBezTo>
                <a:close/>
                <a:moveTo>
                  <a:pt x="11782" y="9818"/>
                </a:moveTo>
                <a:lnTo>
                  <a:pt x="9818" y="9818"/>
                </a:lnTo>
                <a:lnTo>
                  <a:pt x="9818" y="11782"/>
                </a:lnTo>
                <a:lnTo>
                  <a:pt x="11782" y="11782"/>
                </a:lnTo>
                <a:cubicBezTo>
                  <a:pt x="11782" y="11782"/>
                  <a:pt x="11782" y="9818"/>
                  <a:pt x="11782" y="9818"/>
                </a:cubicBezTo>
                <a:close/>
                <a:moveTo>
                  <a:pt x="19636" y="9818"/>
                </a:moveTo>
                <a:lnTo>
                  <a:pt x="17673" y="9818"/>
                </a:lnTo>
                <a:lnTo>
                  <a:pt x="17673" y="11782"/>
                </a:lnTo>
                <a:lnTo>
                  <a:pt x="19636" y="11782"/>
                </a:lnTo>
                <a:cubicBezTo>
                  <a:pt x="19636" y="11782"/>
                  <a:pt x="19636" y="9818"/>
                  <a:pt x="19636" y="9818"/>
                </a:cubicBezTo>
                <a:close/>
                <a:moveTo>
                  <a:pt x="19636" y="13745"/>
                </a:moveTo>
                <a:lnTo>
                  <a:pt x="17673" y="13745"/>
                </a:lnTo>
                <a:lnTo>
                  <a:pt x="17673" y="15709"/>
                </a:lnTo>
                <a:lnTo>
                  <a:pt x="19636" y="15709"/>
                </a:lnTo>
                <a:cubicBezTo>
                  <a:pt x="19636" y="15709"/>
                  <a:pt x="19636" y="13745"/>
                  <a:pt x="19636" y="13745"/>
                </a:cubicBezTo>
                <a:close/>
                <a:moveTo>
                  <a:pt x="15709" y="5891"/>
                </a:moveTo>
                <a:lnTo>
                  <a:pt x="13745" y="5891"/>
                </a:lnTo>
                <a:lnTo>
                  <a:pt x="13745" y="7855"/>
                </a:lnTo>
                <a:lnTo>
                  <a:pt x="15709" y="7855"/>
                </a:lnTo>
                <a:cubicBezTo>
                  <a:pt x="15709" y="7855"/>
                  <a:pt x="15709" y="5891"/>
                  <a:pt x="15709" y="5891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48" name="Shape 2662">
            <a:extLst>
              <a:ext uri="{FF2B5EF4-FFF2-40B4-BE49-F238E27FC236}">
                <a16:creationId xmlns:a16="http://schemas.microsoft.com/office/drawing/2014/main" id="{429CB01D-850B-0652-3FC2-DFF6AD42E2E5}"/>
              </a:ext>
            </a:extLst>
          </p:cNvPr>
          <p:cNvSpPr/>
          <p:nvPr userDrawn="1"/>
        </p:nvSpPr>
        <p:spPr>
          <a:xfrm>
            <a:off x="3405898" y="5609713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655" y="11782"/>
                </a:moveTo>
                <a:cubicBezTo>
                  <a:pt x="18383" y="11782"/>
                  <a:pt x="18164" y="12002"/>
                  <a:pt x="18164" y="12273"/>
                </a:cubicBezTo>
                <a:cubicBezTo>
                  <a:pt x="18164" y="12544"/>
                  <a:pt x="18383" y="12764"/>
                  <a:pt x="18655" y="12764"/>
                </a:cubicBezTo>
                <a:cubicBezTo>
                  <a:pt x="18926" y="12764"/>
                  <a:pt x="19145" y="12544"/>
                  <a:pt x="19145" y="12273"/>
                </a:cubicBezTo>
                <a:cubicBezTo>
                  <a:pt x="19145" y="12002"/>
                  <a:pt x="18926" y="11782"/>
                  <a:pt x="18655" y="11782"/>
                </a:cubicBezTo>
                <a:moveTo>
                  <a:pt x="18655" y="13745"/>
                </a:moveTo>
                <a:cubicBezTo>
                  <a:pt x="18383" y="13745"/>
                  <a:pt x="18164" y="13966"/>
                  <a:pt x="18164" y="14236"/>
                </a:cubicBezTo>
                <a:cubicBezTo>
                  <a:pt x="18164" y="14508"/>
                  <a:pt x="18383" y="14727"/>
                  <a:pt x="18655" y="14727"/>
                </a:cubicBezTo>
                <a:cubicBezTo>
                  <a:pt x="18926" y="14727"/>
                  <a:pt x="19145" y="14508"/>
                  <a:pt x="19145" y="14236"/>
                </a:cubicBezTo>
                <a:cubicBezTo>
                  <a:pt x="19145" y="13966"/>
                  <a:pt x="18926" y="13745"/>
                  <a:pt x="18655" y="13745"/>
                </a:cubicBezTo>
                <a:moveTo>
                  <a:pt x="20618" y="19636"/>
                </a:moveTo>
                <a:cubicBezTo>
                  <a:pt x="20618" y="20178"/>
                  <a:pt x="20178" y="20618"/>
                  <a:pt x="19636" y="20618"/>
                </a:cubicBezTo>
                <a:lnTo>
                  <a:pt x="16691" y="20618"/>
                </a:lnTo>
                <a:lnTo>
                  <a:pt x="16691" y="6873"/>
                </a:lnTo>
                <a:lnTo>
                  <a:pt x="19636" y="6873"/>
                </a:lnTo>
                <a:cubicBezTo>
                  <a:pt x="20178" y="6873"/>
                  <a:pt x="20618" y="7313"/>
                  <a:pt x="20618" y="7855"/>
                </a:cubicBezTo>
                <a:cubicBezTo>
                  <a:pt x="20618" y="7855"/>
                  <a:pt x="20618" y="19636"/>
                  <a:pt x="20618" y="19636"/>
                </a:cubicBezTo>
                <a:close/>
                <a:moveTo>
                  <a:pt x="15709" y="20618"/>
                </a:move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7855"/>
                </a:lnTo>
                <a:cubicBezTo>
                  <a:pt x="982" y="7313"/>
                  <a:pt x="1422" y="6873"/>
                  <a:pt x="1964" y="6873"/>
                </a:cubicBezTo>
                <a:lnTo>
                  <a:pt x="15709" y="6873"/>
                </a:lnTo>
                <a:cubicBezTo>
                  <a:pt x="15709" y="6873"/>
                  <a:pt x="15709" y="20618"/>
                  <a:pt x="15709" y="20618"/>
                </a:cubicBezTo>
                <a:close/>
                <a:moveTo>
                  <a:pt x="19636" y="5891"/>
                </a:moveTo>
                <a:lnTo>
                  <a:pt x="13205" y="5891"/>
                </a:lnTo>
                <a:cubicBezTo>
                  <a:pt x="13069" y="5222"/>
                  <a:pt x="12657" y="4657"/>
                  <a:pt x="12097" y="4306"/>
                </a:cubicBezTo>
                <a:lnTo>
                  <a:pt x="14476" y="1927"/>
                </a:lnTo>
                <a:cubicBezTo>
                  <a:pt x="14557" y="1949"/>
                  <a:pt x="14640" y="1964"/>
                  <a:pt x="14727" y="1964"/>
                </a:cubicBezTo>
                <a:cubicBezTo>
                  <a:pt x="15269" y="1964"/>
                  <a:pt x="15709" y="1524"/>
                  <a:pt x="15709" y="982"/>
                </a:cubicBezTo>
                <a:cubicBezTo>
                  <a:pt x="15709" y="440"/>
                  <a:pt x="15269" y="0"/>
                  <a:pt x="14727" y="0"/>
                </a:cubicBezTo>
                <a:cubicBezTo>
                  <a:pt x="14186" y="0"/>
                  <a:pt x="13745" y="440"/>
                  <a:pt x="13745" y="982"/>
                </a:cubicBezTo>
                <a:cubicBezTo>
                  <a:pt x="13745" y="1070"/>
                  <a:pt x="13761" y="1153"/>
                  <a:pt x="13782" y="1233"/>
                </a:cubicBezTo>
                <a:lnTo>
                  <a:pt x="11061" y="3954"/>
                </a:lnTo>
                <a:cubicBezTo>
                  <a:pt x="10975" y="3945"/>
                  <a:pt x="10889" y="3927"/>
                  <a:pt x="10800" y="3927"/>
                </a:cubicBezTo>
                <a:cubicBezTo>
                  <a:pt x="10711" y="3927"/>
                  <a:pt x="10625" y="3945"/>
                  <a:pt x="10539" y="3954"/>
                </a:cubicBezTo>
                <a:lnTo>
                  <a:pt x="7818" y="1233"/>
                </a:lnTo>
                <a:cubicBezTo>
                  <a:pt x="7839" y="1153"/>
                  <a:pt x="7855" y="1070"/>
                  <a:pt x="7855" y="982"/>
                </a:cubicBezTo>
                <a:cubicBezTo>
                  <a:pt x="7855" y="440"/>
                  <a:pt x="7414" y="0"/>
                  <a:pt x="6873" y="0"/>
                </a:cubicBezTo>
                <a:cubicBezTo>
                  <a:pt x="6331" y="0"/>
                  <a:pt x="5891" y="440"/>
                  <a:pt x="5891" y="982"/>
                </a:cubicBezTo>
                <a:cubicBezTo>
                  <a:pt x="5891" y="1524"/>
                  <a:pt x="6331" y="1964"/>
                  <a:pt x="6873" y="1964"/>
                </a:cubicBezTo>
                <a:cubicBezTo>
                  <a:pt x="6960" y="1964"/>
                  <a:pt x="7043" y="1949"/>
                  <a:pt x="7124" y="1927"/>
                </a:cubicBezTo>
                <a:lnTo>
                  <a:pt x="9503" y="4306"/>
                </a:lnTo>
                <a:cubicBezTo>
                  <a:pt x="8943" y="4657"/>
                  <a:pt x="8531" y="5222"/>
                  <a:pt x="8395" y="5891"/>
                </a:cubicBezTo>
                <a:lnTo>
                  <a:pt x="1964" y="5891"/>
                </a:lnTo>
                <a:cubicBezTo>
                  <a:pt x="879" y="5891"/>
                  <a:pt x="0" y="6770"/>
                  <a:pt x="0" y="7855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7855"/>
                </a:lnTo>
                <a:cubicBezTo>
                  <a:pt x="21600" y="6770"/>
                  <a:pt x="20721" y="5891"/>
                  <a:pt x="19636" y="5891"/>
                </a:cubicBezTo>
                <a:moveTo>
                  <a:pt x="12764" y="17673"/>
                </a:moveTo>
                <a:lnTo>
                  <a:pt x="3927" y="17673"/>
                </a:lnTo>
                <a:lnTo>
                  <a:pt x="3927" y="9818"/>
                </a:lnTo>
                <a:lnTo>
                  <a:pt x="12764" y="9818"/>
                </a:lnTo>
                <a:cubicBezTo>
                  <a:pt x="12764" y="9818"/>
                  <a:pt x="12764" y="17673"/>
                  <a:pt x="12764" y="17673"/>
                </a:cubicBezTo>
                <a:close/>
                <a:moveTo>
                  <a:pt x="13745" y="8836"/>
                </a:moveTo>
                <a:lnTo>
                  <a:pt x="2945" y="8836"/>
                </a:lnTo>
                <a:lnTo>
                  <a:pt x="2945" y="18655"/>
                </a:lnTo>
                <a:lnTo>
                  <a:pt x="13745" y="18655"/>
                </a:lnTo>
                <a:cubicBezTo>
                  <a:pt x="13745" y="18655"/>
                  <a:pt x="13745" y="8836"/>
                  <a:pt x="13745" y="8836"/>
                </a:cubicBezTo>
                <a:close/>
                <a:moveTo>
                  <a:pt x="18655" y="8836"/>
                </a:moveTo>
                <a:cubicBezTo>
                  <a:pt x="18113" y="8836"/>
                  <a:pt x="17673" y="9276"/>
                  <a:pt x="17673" y="9818"/>
                </a:cubicBezTo>
                <a:cubicBezTo>
                  <a:pt x="17673" y="10360"/>
                  <a:pt x="18113" y="10800"/>
                  <a:pt x="18655" y="10800"/>
                </a:cubicBezTo>
                <a:cubicBezTo>
                  <a:pt x="19196" y="10800"/>
                  <a:pt x="19636" y="10360"/>
                  <a:pt x="19636" y="9818"/>
                </a:cubicBezTo>
                <a:cubicBezTo>
                  <a:pt x="19636" y="9276"/>
                  <a:pt x="19196" y="8836"/>
                  <a:pt x="18655" y="883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49" name="Shape 2663">
            <a:extLst>
              <a:ext uri="{FF2B5EF4-FFF2-40B4-BE49-F238E27FC236}">
                <a16:creationId xmlns:a16="http://schemas.microsoft.com/office/drawing/2014/main" id="{FA92651B-67E6-BC50-FD98-7EF776A610F3}"/>
              </a:ext>
            </a:extLst>
          </p:cNvPr>
          <p:cNvSpPr/>
          <p:nvPr userDrawn="1"/>
        </p:nvSpPr>
        <p:spPr>
          <a:xfrm>
            <a:off x="3938454" y="5673112"/>
            <a:ext cx="278958" cy="152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6" y="18000"/>
                </a:moveTo>
                <a:cubicBezTo>
                  <a:pt x="19636" y="18995"/>
                  <a:pt x="19196" y="19800"/>
                  <a:pt x="18655" y="19800"/>
                </a:cubicBezTo>
                <a:lnTo>
                  <a:pt x="1964" y="19800"/>
                </a:lnTo>
                <a:cubicBezTo>
                  <a:pt x="1421" y="19800"/>
                  <a:pt x="982" y="18995"/>
                  <a:pt x="982" y="18000"/>
                </a:cubicBezTo>
                <a:lnTo>
                  <a:pt x="982" y="3600"/>
                </a:lnTo>
                <a:cubicBezTo>
                  <a:pt x="982" y="2607"/>
                  <a:pt x="1421" y="1800"/>
                  <a:pt x="1964" y="1800"/>
                </a:cubicBezTo>
                <a:lnTo>
                  <a:pt x="18655" y="1800"/>
                </a:lnTo>
                <a:cubicBezTo>
                  <a:pt x="19196" y="1800"/>
                  <a:pt x="19636" y="2607"/>
                  <a:pt x="19636" y="3600"/>
                </a:cubicBezTo>
                <a:cubicBezTo>
                  <a:pt x="19636" y="3600"/>
                  <a:pt x="19636" y="18000"/>
                  <a:pt x="19636" y="18000"/>
                </a:cubicBezTo>
                <a:close/>
                <a:moveTo>
                  <a:pt x="20618" y="7200"/>
                </a:moveTo>
                <a:lnTo>
                  <a:pt x="20618" y="3600"/>
                </a:lnTo>
                <a:cubicBezTo>
                  <a:pt x="20618" y="1612"/>
                  <a:pt x="19739" y="0"/>
                  <a:pt x="18655" y="0"/>
                </a:cubicBezTo>
                <a:lnTo>
                  <a:pt x="1964" y="0"/>
                </a:lnTo>
                <a:cubicBezTo>
                  <a:pt x="879" y="0"/>
                  <a:pt x="0" y="1612"/>
                  <a:pt x="0" y="3600"/>
                </a:cubicBezTo>
                <a:lnTo>
                  <a:pt x="0" y="18000"/>
                </a:lnTo>
                <a:cubicBezTo>
                  <a:pt x="0" y="19989"/>
                  <a:pt x="879" y="21600"/>
                  <a:pt x="1964" y="21600"/>
                </a:cubicBezTo>
                <a:lnTo>
                  <a:pt x="18655" y="21600"/>
                </a:lnTo>
                <a:cubicBezTo>
                  <a:pt x="19739" y="21600"/>
                  <a:pt x="20618" y="19989"/>
                  <a:pt x="20618" y="18000"/>
                </a:cubicBezTo>
                <a:lnTo>
                  <a:pt x="20618" y="14400"/>
                </a:lnTo>
                <a:cubicBezTo>
                  <a:pt x="21160" y="14400"/>
                  <a:pt x="21600" y="13595"/>
                  <a:pt x="21600" y="12600"/>
                </a:cubicBezTo>
                <a:lnTo>
                  <a:pt x="21600" y="9000"/>
                </a:lnTo>
                <a:cubicBezTo>
                  <a:pt x="21600" y="8007"/>
                  <a:pt x="21160" y="7200"/>
                  <a:pt x="20618" y="7200"/>
                </a:cubicBezTo>
                <a:moveTo>
                  <a:pt x="10800" y="5400"/>
                </a:moveTo>
                <a:lnTo>
                  <a:pt x="3927" y="10800"/>
                </a:lnTo>
                <a:lnTo>
                  <a:pt x="8836" y="10800"/>
                </a:lnTo>
                <a:lnTo>
                  <a:pt x="9818" y="16200"/>
                </a:lnTo>
                <a:lnTo>
                  <a:pt x="16691" y="10800"/>
                </a:lnTo>
                <a:lnTo>
                  <a:pt x="11782" y="10800"/>
                </a:lnTo>
                <a:cubicBezTo>
                  <a:pt x="11782" y="10800"/>
                  <a:pt x="10800" y="5400"/>
                  <a:pt x="10800" y="5400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50" name="Shape 2664">
            <a:extLst>
              <a:ext uri="{FF2B5EF4-FFF2-40B4-BE49-F238E27FC236}">
                <a16:creationId xmlns:a16="http://schemas.microsoft.com/office/drawing/2014/main" id="{50F7BD1B-1763-64E7-307F-BF940124C54D}"/>
              </a:ext>
            </a:extLst>
          </p:cNvPr>
          <p:cNvSpPr/>
          <p:nvPr userDrawn="1"/>
        </p:nvSpPr>
        <p:spPr>
          <a:xfrm>
            <a:off x="4471011" y="5673112"/>
            <a:ext cx="278958" cy="152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6" y="18000"/>
                </a:moveTo>
                <a:cubicBezTo>
                  <a:pt x="19636" y="18995"/>
                  <a:pt x="19196" y="19800"/>
                  <a:pt x="18655" y="19800"/>
                </a:cubicBezTo>
                <a:lnTo>
                  <a:pt x="1964" y="19800"/>
                </a:lnTo>
                <a:cubicBezTo>
                  <a:pt x="1421" y="19800"/>
                  <a:pt x="982" y="18995"/>
                  <a:pt x="982" y="18000"/>
                </a:cubicBezTo>
                <a:lnTo>
                  <a:pt x="982" y="3600"/>
                </a:lnTo>
                <a:cubicBezTo>
                  <a:pt x="982" y="2607"/>
                  <a:pt x="1421" y="1800"/>
                  <a:pt x="1964" y="1800"/>
                </a:cubicBezTo>
                <a:lnTo>
                  <a:pt x="18655" y="1800"/>
                </a:lnTo>
                <a:cubicBezTo>
                  <a:pt x="19196" y="1800"/>
                  <a:pt x="19636" y="2607"/>
                  <a:pt x="19636" y="3600"/>
                </a:cubicBezTo>
                <a:cubicBezTo>
                  <a:pt x="19636" y="3600"/>
                  <a:pt x="19636" y="18000"/>
                  <a:pt x="19636" y="18000"/>
                </a:cubicBezTo>
                <a:close/>
                <a:moveTo>
                  <a:pt x="20618" y="7200"/>
                </a:moveTo>
                <a:lnTo>
                  <a:pt x="20618" y="3600"/>
                </a:lnTo>
                <a:cubicBezTo>
                  <a:pt x="20618" y="1612"/>
                  <a:pt x="19739" y="0"/>
                  <a:pt x="18655" y="0"/>
                </a:cubicBezTo>
                <a:lnTo>
                  <a:pt x="1964" y="0"/>
                </a:lnTo>
                <a:cubicBezTo>
                  <a:pt x="879" y="0"/>
                  <a:pt x="0" y="1612"/>
                  <a:pt x="0" y="3600"/>
                </a:cubicBezTo>
                <a:lnTo>
                  <a:pt x="0" y="18000"/>
                </a:lnTo>
                <a:cubicBezTo>
                  <a:pt x="0" y="19989"/>
                  <a:pt x="879" y="21600"/>
                  <a:pt x="1964" y="21600"/>
                </a:cubicBezTo>
                <a:lnTo>
                  <a:pt x="18655" y="21600"/>
                </a:lnTo>
                <a:cubicBezTo>
                  <a:pt x="19739" y="21600"/>
                  <a:pt x="20618" y="19989"/>
                  <a:pt x="20618" y="18000"/>
                </a:cubicBezTo>
                <a:lnTo>
                  <a:pt x="20618" y="14400"/>
                </a:lnTo>
                <a:cubicBezTo>
                  <a:pt x="21160" y="14400"/>
                  <a:pt x="21600" y="13595"/>
                  <a:pt x="21600" y="12600"/>
                </a:cubicBezTo>
                <a:lnTo>
                  <a:pt x="21600" y="9000"/>
                </a:lnTo>
                <a:cubicBezTo>
                  <a:pt x="21600" y="8007"/>
                  <a:pt x="21160" y="7200"/>
                  <a:pt x="20618" y="72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51" name="Shape 2665">
            <a:extLst>
              <a:ext uri="{FF2B5EF4-FFF2-40B4-BE49-F238E27FC236}">
                <a16:creationId xmlns:a16="http://schemas.microsoft.com/office/drawing/2014/main" id="{836DC6AC-05F7-1F18-DD0A-07C625ADDE06}"/>
              </a:ext>
            </a:extLst>
          </p:cNvPr>
          <p:cNvSpPr/>
          <p:nvPr userDrawn="1"/>
        </p:nvSpPr>
        <p:spPr>
          <a:xfrm>
            <a:off x="5003567" y="5673112"/>
            <a:ext cx="278958" cy="152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6" y="18000"/>
                </a:moveTo>
                <a:cubicBezTo>
                  <a:pt x="19636" y="18995"/>
                  <a:pt x="19196" y="19800"/>
                  <a:pt x="18655" y="19800"/>
                </a:cubicBezTo>
                <a:lnTo>
                  <a:pt x="1964" y="19800"/>
                </a:lnTo>
                <a:cubicBezTo>
                  <a:pt x="1422" y="19800"/>
                  <a:pt x="982" y="18995"/>
                  <a:pt x="982" y="18000"/>
                </a:cubicBezTo>
                <a:lnTo>
                  <a:pt x="982" y="3600"/>
                </a:lnTo>
                <a:cubicBezTo>
                  <a:pt x="982" y="2607"/>
                  <a:pt x="1422" y="1800"/>
                  <a:pt x="1964" y="1800"/>
                </a:cubicBezTo>
                <a:lnTo>
                  <a:pt x="18655" y="1800"/>
                </a:lnTo>
                <a:cubicBezTo>
                  <a:pt x="19196" y="1800"/>
                  <a:pt x="19636" y="2607"/>
                  <a:pt x="19636" y="3600"/>
                </a:cubicBezTo>
                <a:cubicBezTo>
                  <a:pt x="19636" y="3600"/>
                  <a:pt x="19636" y="18000"/>
                  <a:pt x="19636" y="18000"/>
                </a:cubicBezTo>
                <a:close/>
                <a:moveTo>
                  <a:pt x="20618" y="7200"/>
                </a:moveTo>
                <a:lnTo>
                  <a:pt x="20618" y="3600"/>
                </a:lnTo>
                <a:cubicBezTo>
                  <a:pt x="20618" y="1612"/>
                  <a:pt x="19739" y="0"/>
                  <a:pt x="18655" y="0"/>
                </a:cubicBezTo>
                <a:lnTo>
                  <a:pt x="1964" y="0"/>
                </a:lnTo>
                <a:cubicBezTo>
                  <a:pt x="879" y="0"/>
                  <a:pt x="0" y="1612"/>
                  <a:pt x="0" y="3600"/>
                </a:cubicBezTo>
                <a:lnTo>
                  <a:pt x="0" y="18000"/>
                </a:lnTo>
                <a:cubicBezTo>
                  <a:pt x="0" y="19989"/>
                  <a:pt x="879" y="21600"/>
                  <a:pt x="1964" y="21600"/>
                </a:cubicBezTo>
                <a:lnTo>
                  <a:pt x="18655" y="21600"/>
                </a:lnTo>
                <a:cubicBezTo>
                  <a:pt x="19739" y="21600"/>
                  <a:pt x="20618" y="19989"/>
                  <a:pt x="20618" y="18000"/>
                </a:cubicBezTo>
                <a:lnTo>
                  <a:pt x="20618" y="14400"/>
                </a:lnTo>
                <a:cubicBezTo>
                  <a:pt x="21160" y="14400"/>
                  <a:pt x="21600" y="13595"/>
                  <a:pt x="21600" y="12600"/>
                </a:cubicBezTo>
                <a:lnTo>
                  <a:pt x="21600" y="9000"/>
                </a:lnTo>
                <a:cubicBezTo>
                  <a:pt x="21600" y="8007"/>
                  <a:pt x="21160" y="7200"/>
                  <a:pt x="20618" y="7200"/>
                </a:cubicBezTo>
                <a:moveTo>
                  <a:pt x="1964" y="18000"/>
                </a:moveTo>
                <a:lnTo>
                  <a:pt x="6873" y="18000"/>
                </a:lnTo>
                <a:lnTo>
                  <a:pt x="6873" y="3600"/>
                </a:lnTo>
                <a:lnTo>
                  <a:pt x="1964" y="3600"/>
                </a:lnTo>
                <a:cubicBezTo>
                  <a:pt x="1964" y="3600"/>
                  <a:pt x="1964" y="18000"/>
                  <a:pt x="1964" y="18000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52" name="Shape 2666">
            <a:extLst>
              <a:ext uri="{FF2B5EF4-FFF2-40B4-BE49-F238E27FC236}">
                <a16:creationId xmlns:a16="http://schemas.microsoft.com/office/drawing/2014/main" id="{4898D1FB-CD4B-A71C-7112-C3AE76487004}"/>
              </a:ext>
            </a:extLst>
          </p:cNvPr>
          <p:cNvSpPr/>
          <p:nvPr userDrawn="1"/>
        </p:nvSpPr>
        <p:spPr>
          <a:xfrm>
            <a:off x="5536123" y="5673112"/>
            <a:ext cx="278958" cy="152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6" y="18000"/>
                </a:moveTo>
                <a:cubicBezTo>
                  <a:pt x="19636" y="18995"/>
                  <a:pt x="19196" y="19800"/>
                  <a:pt x="18655" y="19800"/>
                </a:cubicBezTo>
                <a:lnTo>
                  <a:pt x="1964" y="19800"/>
                </a:lnTo>
                <a:cubicBezTo>
                  <a:pt x="1422" y="19800"/>
                  <a:pt x="982" y="18995"/>
                  <a:pt x="982" y="18000"/>
                </a:cubicBezTo>
                <a:lnTo>
                  <a:pt x="982" y="3600"/>
                </a:lnTo>
                <a:cubicBezTo>
                  <a:pt x="982" y="2607"/>
                  <a:pt x="1422" y="1800"/>
                  <a:pt x="1964" y="1800"/>
                </a:cubicBezTo>
                <a:lnTo>
                  <a:pt x="18655" y="1800"/>
                </a:lnTo>
                <a:cubicBezTo>
                  <a:pt x="19196" y="1800"/>
                  <a:pt x="19636" y="2607"/>
                  <a:pt x="19636" y="3600"/>
                </a:cubicBezTo>
                <a:cubicBezTo>
                  <a:pt x="19636" y="3600"/>
                  <a:pt x="19636" y="18000"/>
                  <a:pt x="19636" y="18000"/>
                </a:cubicBezTo>
                <a:close/>
                <a:moveTo>
                  <a:pt x="20618" y="7200"/>
                </a:moveTo>
                <a:lnTo>
                  <a:pt x="20618" y="3600"/>
                </a:lnTo>
                <a:cubicBezTo>
                  <a:pt x="20618" y="1612"/>
                  <a:pt x="19739" y="0"/>
                  <a:pt x="18655" y="0"/>
                </a:cubicBezTo>
                <a:lnTo>
                  <a:pt x="1964" y="0"/>
                </a:lnTo>
                <a:cubicBezTo>
                  <a:pt x="879" y="0"/>
                  <a:pt x="0" y="1612"/>
                  <a:pt x="0" y="3600"/>
                </a:cubicBezTo>
                <a:lnTo>
                  <a:pt x="0" y="18000"/>
                </a:lnTo>
                <a:cubicBezTo>
                  <a:pt x="0" y="19989"/>
                  <a:pt x="879" y="21600"/>
                  <a:pt x="1964" y="21600"/>
                </a:cubicBezTo>
                <a:lnTo>
                  <a:pt x="18655" y="21600"/>
                </a:lnTo>
                <a:cubicBezTo>
                  <a:pt x="19739" y="21600"/>
                  <a:pt x="20618" y="19989"/>
                  <a:pt x="20618" y="18000"/>
                </a:cubicBezTo>
                <a:lnTo>
                  <a:pt x="20618" y="14400"/>
                </a:lnTo>
                <a:cubicBezTo>
                  <a:pt x="21160" y="14400"/>
                  <a:pt x="21600" y="13595"/>
                  <a:pt x="21600" y="12600"/>
                </a:cubicBezTo>
                <a:lnTo>
                  <a:pt x="21600" y="9000"/>
                </a:lnTo>
                <a:cubicBezTo>
                  <a:pt x="21600" y="8007"/>
                  <a:pt x="21160" y="7200"/>
                  <a:pt x="20618" y="7200"/>
                </a:cubicBezTo>
                <a:moveTo>
                  <a:pt x="1964" y="18000"/>
                </a:moveTo>
                <a:lnTo>
                  <a:pt x="10800" y="18000"/>
                </a:lnTo>
                <a:lnTo>
                  <a:pt x="10800" y="3600"/>
                </a:lnTo>
                <a:lnTo>
                  <a:pt x="1964" y="3600"/>
                </a:lnTo>
                <a:cubicBezTo>
                  <a:pt x="1964" y="3600"/>
                  <a:pt x="1964" y="18000"/>
                  <a:pt x="1964" y="18000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53" name="Shape 2667">
            <a:extLst>
              <a:ext uri="{FF2B5EF4-FFF2-40B4-BE49-F238E27FC236}">
                <a16:creationId xmlns:a16="http://schemas.microsoft.com/office/drawing/2014/main" id="{757C0587-A7E3-0D6A-CE1D-01F4237FABFD}"/>
              </a:ext>
            </a:extLst>
          </p:cNvPr>
          <p:cNvSpPr/>
          <p:nvPr userDrawn="1"/>
        </p:nvSpPr>
        <p:spPr>
          <a:xfrm>
            <a:off x="6191092" y="4078905"/>
            <a:ext cx="278958" cy="152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4" y="18000"/>
                </a:moveTo>
                <a:lnTo>
                  <a:pt x="14727" y="18000"/>
                </a:lnTo>
                <a:lnTo>
                  <a:pt x="14727" y="3600"/>
                </a:lnTo>
                <a:lnTo>
                  <a:pt x="1964" y="3600"/>
                </a:lnTo>
                <a:cubicBezTo>
                  <a:pt x="1964" y="3600"/>
                  <a:pt x="1964" y="18000"/>
                  <a:pt x="1964" y="18000"/>
                </a:cubicBezTo>
                <a:close/>
                <a:moveTo>
                  <a:pt x="19636" y="18000"/>
                </a:moveTo>
                <a:cubicBezTo>
                  <a:pt x="19636" y="18994"/>
                  <a:pt x="19197" y="19800"/>
                  <a:pt x="18655" y="19800"/>
                </a:cubicBezTo>
                <a:lnTo>
                  <a:pt x="1964" y="19800"/>
                </a:lnTo>
                <a:cubicBezTo>
                  <a:pt x="1422" y="19800"/>
                  <a:pt x="982" y="18994"/>
                  <a:pt x="982" y="18000"/>
                </a:cubicBezTo>
                <a:lnTo>
                  <a:pt x="982" y="3600"/>
                </a:lnTo>
                <a:cubicBezTo>
                  <a:pt x="982" y="2606"/>
                  <a:pt x="1422" y="1800"/>
                  <a:pt x="1964" y="1800"/>
                </a:cubicBezTo>
                <a:lnTo>
                  <a:pt x="18655" y="1800"/>
                </a:lnTo>
                <a:cubicBezTo>
                  <a:pt x="19197" y="1800"/>
                  <a:pt x="19636" y="2606"/>
                  <a:pt x="19636" y="3600"/>
                </a:cubicBezTo>
                <a:cubicBezTo>
                  <a:pt x="19636" y="3600"/>
                  <a:pt x="19636" y="18000"/>
                  <a:pt x="19636" y="18000"/>
                </a:cubicBezTo>
                <a:close/>
                <a:moveTo>
                  <a:pt x="20618" y="7200"/>
                </a:moveTo>
                <a:lnTo>
                  <a:pt x="20618" y="3600"/>
                </a:lnTo>
                <a:cubicBezTo>
                  <a:pt x="20618" y="1612"/>
                  <a:pt x="19739" y="0"/>
                  <a:pt x="18655" y="0"/>
                </a:cubicBezTo>
                <a:lnTo>
                  <a:pt x="1964" y="0"/>
                </a:lnTo>
                <a:cubicBezTo>
                  <a:pt x="879" y="0"/>
                  <a:pt x="0" y="1612"/>
                  <a:pt x="0" y="3600"/>
                </a:cubicBezTo>
                <a:lnTo>
                  <a:pt x="0" y="18000"/>
                </a:lnTo>
                <a:cubicBezTo>
                  <a:pt x="0" y="19988"/>
                  <a:pt x="879" y="21600"/>
                  <a:pt x="1964" y="21600"/>
                </a:cubicBezTo>
                <a:lnTo>
                  <a:pt x="18655" y="21600"/>
                </a:lnTo>
                <a:cubicBezTo>
                  <a:pt x="19739" y="21600"/>
                  <a:pt x="20618" y="19988"/>
                  <a:pt x="20618" y="18000"/>
                </a:cubicBezTo>
                <a:lnTo>
                  <a:pt x="20618" y="14401"/>
                </a:lnTo>
                <a:cubicBezTo>
                  <a:pt x="21160" y="14401"/>
                  <a:pt x="21600" y="13594"/>
                  <a:pt x="21600" y="12600"/>
                </a:cubicBezTo>
                <a:lnTo>
                  <a:pt x="21600" y="9000"/>
                </a:lnTo>
                <a:cubicBezTo>
                  <a:pt x="21600" y="8006"/>
                  <a:pt x="21160" y="7200"/>
                  <a:pt x="20618" y="72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54" name="Shape 2668">
            <a:extLst>
              <a:ext uri="{FF2B5EF4-FFF2-40B4-BE49-F238E27FC236}">
                <a16:creationId xmlns:a16="http://schemas.microsoft.com/office/drawing/2014/main" id="{D21EE562-EB53-ADAF-D6E2-F06E9C9C2155}"/>
              </a:ext>
            </a:extLst>
          </p:cNvPr>
          <p:cNvSpPr/>
          <p:nvPr userDrawn="1"/>
        </p:nvSpPr>
        <p:spPr>
          <a:xfrm>
            <a:off x="6723648" y="4078905"/>
            <a:ext cx="278958" cy="152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4" y="18000"/>
                </a:moveTo>
                <a:lnTo>
                  <a:pt x="18655" y="18000"/>
                </a:lnTo>
                <a:lnTo>
                  <a:pt x="18655" y="3600"/>
                </a:lnTo>
                <a:lnTo>
                  <a:pt x="1964" y="3600"/>
                </a:lnTo>
                <a:cubicBezTo>
                  <a:pt x="1964" y="3600"/>
                  <a:pt x="1964" y="18000"/>
                  <a:pt x="1964" y="18000"/>
                </a:cubicBezTo>
                <a:close/>
                <a:moveTo>
                  <a:pt x="19636" y="18000"/>
                </a:moveTo>
                <a:cubicBezTo>
                  <a:pt x="19636" y="18994"/>
                  <a:pt x="19197" y="19800"/>
                  <a:pt x="18655" y="19800"/>
                </a:cubicBezTo>
                <a:lnTo>
                  <a:pt x="1964" y="19800"/>
                </a:lnTo>
                <a:cubicBezTo>
                  <a:pt x="1422" y="19800"/>
                  <a:pt x="982" y="18994"/>
                  <a:pt x="982" y="18000"/>
                </a:cubicBezTo>
                <a:lnTo>
                  <a:pt x="982" y="3600"/>
                </a:lnTo>
                <a:cubicBezTo>
                  <a:pt x="982" y="2606"/>
                  <a:pt x="1422" y="1800"/>
                  <a:pt x="1964" y="1800"/>
                </a:cubicBezTo>
                <a:lnTo>
                  <a:pt x="18655" y="1800"/>
                </a:lnTo>
                <a:cubicBezTo>
                  <a:pt x="19197" y="1800"/>
                  <a:pt x="19636" y="2606"/>
                  <a:pt x="19636" y="3600"/>
                </a:cubicBezTo>
                <a:cubicBezTo>
                  <a:pt x="19636" y="3600"/>
                  <a:pt x="19636" y="18000"/>
                  <a:pt x="19636" y="18000"/>
                </a:cubicBezTo>
                <a:close/>
                <a:moveTo>
                  <a:pt x="20618" y="7200"/>
                </a:moveTo>
                <a:lnTo>
                  <a:pt x="20618" y="3600"/>
                </a:lnTo>
                <a:cubicBezTo>
                  <a:pt x="20618" y="1612"/>
                  <a:pt x="19739" y="0"/>
                  <a:pt x="18655" y="0"/>
                </a:cubicBezTo>
                <a:lnTo>
                  <a:pt x="1964" y="0"/>
                </a:lnTo>
                <a:cubicBezTo>
                  <a:pt x="879" y="0"/>
                  <a:pt x="0" y="1612"/>
                  <a:pt x="0" y="3600"/>
                </a:cubicBezTo>
                <a:lnTo>
                  <a:pt x="0" y="18000"/>
                </a:lnTo>
                <a:cubicBezTo>
                  <a:pt x="0" y="19988"/>
                  <a:pt x="879" y="21600"/>
                  <a:pt x="1964" y="21600"/>
                </a:cubicBezTo>
                <a:lnTo>
                  <a:pt x="18655" y="21600"/>
                </a:lnTo>
                <a:cubicBezTo>
                  <a:pt x="19739" y="21600"/>
                  <a:pt x="20618" y="19988"/>
                  <a:pt x="20618" y="18000"/>
                </a:cubicBezTo>
                <a:lnTo>
                  <a:pt x="20618" y="14401"/>
                </a:lnTo>
                <a:cubicBezTo>
                  <a:pt x="21160" y="14401"/>
                  <a:pt x="21600" y="13594"/>
                  <a:pt x="21600" y="12600"/>
                </a:cubicBezTo>
                <a:lnTo>
                  <a:pt x="21600" y="9000"/>
                </a:lnTo>
                <a:cubicBezTo>
                  <a:pt x="21600" y="8006"/>
                  <a:pt x="21160" y="7200"/>
                  <a:pt x="20618" y="72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55" name="Shape 2669">
            <a:extLst>
              <a:ext uri="{FF2B5EF4-FFF2-40B4-BE49-F238E27FC236}">
                <a16:creationId xmlns:a16="http://schemas.microsoft.com/office/drawing/2014/main" id="{5ABF4FFC-42F7-E9FE-E4C8-B3BD17E21489}"/>
              </a:ext>
            </a:extLst>
          </p:cNvPr>
          <p:cNvSpPr/>
          <p:nvPr userDrawn="1"/>
        </p:nvSpPr>
        <p:spPr>
          <a:xfrm>
            <a:off x="7268885" y="4015506"/>
            <a:ext cx="253599" cy="2789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960" y="2161"/>
                </a:moveTo>
                <a:lnTo>
                  <a:pt x="12960" y="2178"/>
                </a:lnTo>
                <a:cubicBezTo>
                  <a:pt x="12662" y="2178"/>
                  <a:pt x="12420" y="2398"/>
                  <a:pt x="12420" y="2669"/>
                </a:cubicBezTo>
                <a:cubicBezTo>
                  <a:pt x="12420" y="2940"/>
                  <a:pt x="12662" y="3160"/>
                  <a:pt x="12960" y="3160"/>
                </a:cubicBezTo>
                <a:lnTo>
                  <a:pt x="12960" y="3172"/>
                </a:lnTo>
                <a:cubicBezTo>
                  <a:pt x="17287" y="4066"/>
                  <a:pt x="20520" y="7577"/>
                  <a:pt x="20520" y="11782"/>
                </a:cubicBezTo>
                <a:cubicBezTo>
                  <a:pt x="20520" y="16662"/>
                  <a:pt x="16168" y="20618"/>
                  <a:pt x="10800" y="20618"/>
                </a:cubicBezTo>
                <a:cubicBezTo>
                  <a:pt x="5432" y="20618"/>
                  <a:pt x="1080" y="16662"/>
                  <a:pt x="1080" y="11782"/>
                </a:cubicBezTo>
                <a:cubicBezTo>
                  <a:pt x="1080" y="7577"/>
                  <a:pt x="4313" y="4066"/>
                  <a:pt x="8640" y="3172"/>
                </a:cubicBezTo>
                <a:lnTo>
                  <a:pt x="8640" y="3160"/>
                </a:lnTo>
                <a:cubicBezTo>
                  <a:pt x="8938" y="3160"/>
                  <a:pt x="9180" y="2940"/>
                  <a:pt x="9180" y="2669"/>
                </a:cubicBezTo>
                <a:cubicBezTo>
                  <a:pt x="9180" y="2398"/>
                  <a:pt x="8938" y="2178"/>
                  <a:pt x="8640" y="2178"/>
                </a:cubicBezTo>
                <a:lnTo>
                  <a:pt x="8640" y="2161"/>
                </a:lnTo>
                <a:cubicBezTo>
                  <a:pt x="3710" y="3071"/>
                  <a:pt x="0" y="7031"/>
                  <a:pt x="0" y="11782"/>
                </a:cubicBezTo>
                <a:cubicBezTo>
                  <a:pt x="0" y="17204"/>
                  <a:pt x="4835" y="21600"/>
                  <a:pt x="10800" y="21600"/>
                </a:cubicBezTo>
                <a:cubicBezTo>
                  <a:pt x="16765" y="21600"/>
                  <a:pt x="21600" y="17204"/>
                  <a:pt x="21600" y="11782"/>
                </a:cubicBezTo>
                <a:cubicBezTo>
                  <a:pt x="21600" y="7031"/>
                  <a:pt x="17890" y="3071"/>
                  <a:pt x="12960" y="2161"/>
                </a:cubicBezTo>
                <a:moveTo>
                  <a:pt x="10800" y="12763"/>
                </a:moveTo>
                <a:cubicBezTo>
                  <a:pt x="11098" y="12763"/>
                  <a:pt x="11340" y="12544"/>
                  <a:pt x="11340" y="12272"/>
                </a:cubicBezTo>
                <a:lnTo>
                  <a:pt x="11340" y="491"/>
                </a:lnTo>
                <a:cubicBezTo>
                  <a:pt x="11340" y="220"/>
                  <a:pt x="11098" y="0"/>
                  <a:pt x="10800" y="0"/>
                </a:cubicBezTo>
                <a:cubicBezTo>
                  <a:pt x="10502" y="0"/>
                  <a:pt x="10260" y="220"/>
                  <a:pt x="10260" y="491"/>
                </a:cubicBezTo>
                <a:lnTo>
                  <a:pt x="10260" y="12272"/>
                </a:lnTo>
                <a:cubicBezTo>
                  <a:pt x="10260" y="12544"/>
                  <a:pt x="10502" y="12763"/>
                  <a:pt x="10800" y="12763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56" name="Shape 2670">
            <a:extLst>
              <a:ext uri="{FF2B5EF4-FFF2-40B4-BE49-F238E27FC236}">
                <a16:creationId xmlns:a16="http://schemas.microsoft.com/office/drawing/2014/main" id="{568504E2-D859-DD12-B80F-A5A4ECEC311F}"/>
              </a:ext>
            </a:extLst>
          </p:cNvPr>
          <p:cNvSpPr/>
          <p:nvPr userDrawn="1"/>
        </p:nvSpPr>
        <p:spPr>
          <a:xfrm>
            <a:off x="7788761" y="4053546"/>
            <a:ext cx="278958" cy="2028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273" y="21600"/>
                </a:moveTo>
                <a:lnTo>
                  <a:pt x="13255" y="21600"/>
                </a:lnTo>
                <a:lnTo>
                  <a:pt x="13255" y="0"/>
                </a:lnTo>
                <a:lnTo>
                  <a:pt x="12273" y="0"/>
                </a:lnTo>
                <a:cubicBezTo>
                  <a:pt x="12273" y="0"/>
                  <a:pt x="12273" y="21600"/>
                  <a:pt x="12273" y="21600"/>
                </a:cubicBezTo>
                <a:close/>
                <a:moveTo>
                  <a:pt x="14236" y="21600"/>
                </a:moveTo>
                <a:lnTo>
                  <a:pt x="16691" y="21600"/>
                </a:lnTo>
                <a:lnTo>
                  <a:pt x="16691" y="0"/>
                </a:lnTo>
                <a:lnTo>
                  <a:pt x="14236" y="0"/>
                </a:lnTo>
                <a:cubicBezTo>
                  <a:pt x="14236" y="0"/>
                  <a:pt x="14236" y="21600"/>
                  <a:pt x="14236" y="21600"/>
                </a:cubicBezTo>
                <a:close/>
                <a:moveTo>
                  <a:pt x="17673" y="21600"/>
                </a:moveTo>
                <a:lnTo>
                  <a:pt x="18655" y="21600"/>
                </a:lnTo>
                <a:lnTo>
                  <a:pt x="18655" y="0"/>
                </a:lnTo>
                <a:lnTo>
                  <a:pt x="17673" y="0"/>
                </a:lnTo>
                <a:cubicBezTo>
                  <a:pt x="17673" y="0"/>
                  <a:pt x="17673" y="21600"/>
                  <a:pt x="17673" y="21600"/>
                </a:cubicBezTo>
                <a:close/>
                <a:moveTo>
                  <a:pt x="20618" y="0"/>
                </a:moveTo>
                <a:lnTo>
                  <a:pt x="19636" y="0"/>
                </a:lnTo>
                <a:lnTo>
                  <a:pt x="19636" y="21600"/>
                </a:lnTo>
                <a:lnTo>
                  <a:pt x="20618" y="21600"/>
                </a:lnTo>
                <a:cubicBezTo>
                  <a:pt x="21160" y="21600"/>
                  <a:pt x="21600" y="20996"/>
                  <a:pt x="21600" y="20250"/>
                </a:cubicBezTo>
                <a:lnTo>
                  <a:pt x="21600" y="1350"/>
                </a:lnTo>
                <a:cubicBezTo>
                  <a:pt x="21600" y="605"/>
                  <a:pt x="21160" y="0"/>
                  <a:pt x="20618" y="0"/>
                </a:cubicBezTo>
                <a:moveTo>
                  <a:pt x="4909" y="21600"/>
                </a:moveTo>
                <a:lnTo>
                  <a:pt x="5891" y="21600"/>
                </a:lnTo>
                <a:lnTo>
                  <a:pt x="5891" y="0"/>
                </a:lnTo>
                <a:lnTo>
                  <a:pt x="4909" y="0"/>
                </a:lnTo>
                <a:cubicBezTo>
                  <a:pt x="4909" y="0"/>
                  <a:pt x="4909" y="21600"/>
                  <a:pt x="4909" y="21600"/>
                </a:cubicBezTo>
                <a:close/>
                <a:moveTo>
                  <a:pt x="0" y="1350"/>
                </a:moveTo>
                <a:lnTo>
                  <a:pt x="0" y="20250"/>
                </a:lnTo>
                <a:cubicBezTo>
                  <a:pt x="0" y="20996"/>
                  <a:pt x="440" y="21600"/>
                  <a:pt x="982" y="21600"/>
                </a:cubicBezTo>
                <a:lnTo>
                  <a:pt x="982" y="0"/>
                </a:lnTo>
                <a:cubicBezTo>
                  <a:pt x="440" y="0"/>
                  <a:pt x="0" y="605"/>
                  <a:pt x="0" y="1350"/>
                </a:cubicBezTo>
                <a:moveTo>
                  <a:pt x="1964" y="21600"/>
                </a:moveTo>
                <a:lnTo>
                  <a:pt x="3927" y="21600"/>
                </a:lnTo>
                <a:lnTo>
                  <a:pt x="3927" y="0"/>
                </a:lnTo>
                <a:lnTo>
                  <a:pt x="1964" y="0"/>
                </a:lnTo>
                <a:cubicBezTo>
                  <a:pt x="1964" y="0"/>
                  <a:pt x="1964" y="21600"/>
                  <a:pt x="1964" y="21600"/>
                </a:cubicBezTo>
                <a:close/>
                <a:moveTo>
                  <a:pt x="6873" y="21600"/>
                </a:moveTo>
                <a:lnTo>
                  <a:pt x="9327" y="21600"/>
                </a:lnTo>
                <a:lnTo>
                  <a:pt x="9327" y="0"/>
                </a:lnTo>
                <a:lnTo>
                  <a:pt x="6873" y="0"/>
                </a:lnTo>
                <a:cubicBezTo>
                  <a:pt x="6873" y="0"/>
                  <a:pt x="6873" y="21600"/>
                  <a:pt x="6873" y="21600"/>
                </a:cubicBezTo>
                <a:close/>
                <a:moveTo>
                  <a:pt x="10309" y="21600"/>
                </a:moveTo>
                <a:lnTo>
                  <a:pt x="11291" y="21600"/>
                </a:lnTo>
                <a:lnTo>
                  <a:pt x="11291" y="0"/>
                </a:lnTo>
                <a:lnTo>
                  <a:pt x="10309" y="0"/>
                </a:lnTo>
                <a:cubicBezTo>
                  <a:pt x="10309" y="0"/>
                  <a:pt x="10309" y="21600"/>
                  <a:pt x="10309" y="21600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57" name="Shape 2671">
            <a:extLst>
              <a:ext uri="{FF2B5EF4-FFF2-40B4-BE49-F238E27FC236}">
                <a16:creationId xmlns:a16="http://schemas.microsoft.com/office/drawing/2014/main" id="{4E1E56D7-0382-E5D2-B2C1-6F74C8DCE1B0}"/>
              </a:ext>
            </a:extLst>
          </p:cNvPr>
          <p:cNvSpPr/>
          <p:nvPr userDrawn="1"/>
        </p:nvSpPr>
        <p:spPr>
          <a:xfrm>
            <a:off x="8321317" y="4015506"/>
            <a:ext cx="278958" cy="2789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309" y="15421"/>
                </a:moveTo>
                <a:cubicBezTo>
                  <a:pt x="10666" y="15276"/>
                  <a:pt x="10995" y="15082"/>
                  <a:pt x="11291" y="14845"/>
                </a:cubicBezTo>
                <a:lnTo>
                  <a:pt x="11291" y="8719"/>
                </a:lnTo>
                <a:cubicBezTo>
                  <a:pt x="10995" y="8482"/>
                  <a:pt x="10666" y="8287"/>
                  <a:pt x="10309" y="8143"/>
                </a:cubicBezTo>
                <a:cubicBezTo>
                  <a:pt x="10309" y="8143"/>
                  <a:pt x="10309" y="15421"/>
                  <a:pt x="10309" y="15421"/>
                </a:cubicBezTo>
                <a:close/>
                <a:moveTo>
                  <a:pt x="12273" y="13681"/>
                </a:moveTo>
                <a:cubicBezTo>
                  <a:pt x="12585" y="13118"/>
                  <a:pt x="12764" y="12471"/>
                  <a:pt x="12764" y="11782"/>
                </a:cubicBezTo>
                <a:cubicBezTo>
                  <a:pt x="12764" y="11092"/>
                  <a:pt x="12585" y="10445"/>
                  <a:pt x="12273" y="9882"/>
                </a:cubicBezTo>
                <a:cubicBezTo>
                  <a:pt x="12273" y="9882"/>
                  <a:pt x="12273" y="13681"/>
                  <a:pt x="12273" y="13681"/>
                </a:cubicBezTo>
                <a:close/>
                <a:moveTo>
                  <a:pt x="5891" y="14373"/>
                </a:moveTo>
                <a:lnTo>
                  <a:pt x="5891" y="9190"/>
                </a:lnTo>
                <a:cubicBezTo>
                  <a:pt x="5282" y="9882"/>
                  <a:pt x="4909" y="10788"/>
                  <a:pt x="4909" y="11782"/>
                </a:cubicBezTo>
                <a:cubicBezTo>
                  <a:pt x="4909" y="12776"/>
                  <a:pt x="5282" y="13681"/>
                  <a:pt x="5891" y="14373"/>
                </a:cubicBezTo>
                <a:moveTo>
                  <a:pt x="6873" y="8384"/>
                </a:moveTo>
                <a:lnTo>
                  <a:pt x="6873" y="15179"/>
                </a:lnTo>
                <a:cubicBezTo>
                  <a:pt x="7451" y="15514"/>
                  <a:pt x="8120" y="15709"/>
                  <a:pt x="8836" y="15709"/>
                </a:cubicBezTo>
                <a:cubicBezTo>
                  <a:pt x="9003" y="15709"/>
                  <a:pt x="9166" y="15696"/>
                  <a:pt x="9327" y="15675"/>
                </a:cubicBezTo>
                <a:lnTo>
                  <a:pt x="9327" y="7888"/>
                </a:lnTo>
                <a:cubicBezTo>
                  <a:pt x="9166" y="7868"/>
                  <a:pt x="9003" y="7854"/>
                  <a:pt x="8836" y="7854"/>
                </a:cubicBezTo>
                <a:cubicBezTo>
                  <a:pt x="8120" y="7854"/>
                  <a:pt x="7451" y="8049"/>
                  <a:pt x="6873" y="8384"/>
                </a:cubicBezTo>
                <a:moveTo>
                  <a:pt x="20618" y="0"/>
                </a:moveTo>
                <a:lnTo>
                  <a:pt x="19636" y="0"/>
                </a:lnTo>
                <a:lnTo>
                  <a:pt x="19636" y="15709"/>
                </a:lnTo>
                <a:lnTo>
                  <a:pt x="20618" y="15709"/>
                </a:lnTo>
                <a:cubicBezTo>
                  <a:pt x="21160" y="15709"/>
                  <a:pt x="21600" y="15270"/>
                  <a:pt x="21600" y="14727"/>
                </a:cubicBezTo>
                <a:lnTo>
                  <a:pt x="21600" y="982"/>
                </a:lnTo>
                <a:cubicBezTo>
                  <a:pt x="21600" y="440"/>
                  <a:pt x="21160" y="0"/>
                  <a:pt x="20618" y="0"/>
                </a:cubicBezTo>
                <a:moveTo>
                  <a:pt x="8836" y="17672"/>
                </a:moveTo>
                <a:cubicBezTo>
                  <a:pt x="5583" y="17672"/>
                  <a:pt x="2945" y="15035"/>
                  <a:pt x="2945" y="11782"/>
                </a:cubicBezTo>
                <a:cubicBezTo>
                  <a:pt x="2945" y="8528"/>
                  <a:pt x="5583" y="5891"/>
                  <a:pt x="8836" y="5891"/>
                </a:cubicBezTo>
                <a:cubicBezTo>
                  <a:pt x="12090" y="5891"/>
                  <a:pt x="14727" y="8528"/>
                  <a:pt x="14727" y="11782"/>
                </a:cubicBezTo>
                <a:cubicBezTo>
                  <a:pt x="14727" y="15035"/>
                  <a:pt x="12090" y="17672"/>
                  <a:pt x="8836" y="17672"/>
                </a:cubicBezTo>
                <a:moveTo>
                  <a:pt x="14027" y="16277"/>
                </a:moveTo>
                <a:cubicBezTo>
                  <a:pt x="15072" y="15072"/>
                  <a:pt x="15709" y="13503"/>
                  <a:pt x="15709" y="11782"/>
                </a:cubicBezTo>
                <a:cubicBezTo>
                  <a:pt x="15709" y="7986"/>
                  <a:pt x="12632" y="4909"/>
                  <a:pt x="8836" y="4909"/>
                </a:cubicBezTo>
                <a:cubicBezTo>
                  <a:pt x="5041" y="4909"/>
                  <a:pt x="1964" y="7986"/>
                  <a:pt x="1964" y="11782"/>
                </a:cubicBezTo>
                <a:cubicBezTo>
                  <a:pt x="1964" y="15577"/>
                  <a:pt x="5041" y="18654"/>
                  <a:pt x="8836" y="18654"/>
                </a:cubicBezTo>
                <a:cubicBezTo>
                  <a:pt x="10557" y="18654"/>
                  <a:pt x="12127" y="18017"/>
                  <a:pt x="13333" y="16972"/>
                </a:cubicBezTo>
                <a:lnTo>
                  <a:pt x="17817" y="21456"/>
                </a:lnTo>
                <a:cubicBezTo>
                  <a:pt x="17905" y="21545"/>
                  <a:pt x="18028" y="21600"/>
                  <a:pt x="18164" y="21600"/>
                </a:cubicBezTo>
                <a:cubicBezTo>
                  <a:pt x="18434" y="21600"/>
                  <a:pt x="18655" y="21380"/>
                  <a:pt x="18655" y="21109"/>
                </a:cubicBezTo>
                <a:cubicBezTo>
                  <a:pt x="18655" y="20974"/>
                  <a:pt x="18600" y="20851"/>
                  <a:pt x="18511" y="20762"/>
                </a:cubicBezTo>
                <a:cubicBezTo>
                  <a:pt x="18511" y="20762"/>
                  <a:pt x="14027" y="16277"/>
                  <a:pt x="14027" y="16277"/>
                </a:cubicBezTo>
                <a:close/>
                <a:moveTo>
                  <a:pt x="17673" y="15709"/>
                </a:moveTo>
                <a:lnTo>
                  <a:pt x="18655" y="15709"/>
                </a:lnTo>
                <a:lnTo>
                  <a:pt x="18655" y="0"/>
                </a:lnTo>
                <a:lnTo>
                  <a:pt x="17673" y="0"/>
                </a:lnTo>
                <a:cubicBezTo>
                  <a:pt x="17673" y="0"/>
                  <a:pt x="17673" y="15709"/>
                  <a:pt x="17673" y="15709"/>
                </a:cubicBezTo>
                <a:close/>
                <a:moveTo>
                  <a:pt x="16691" y="15709"/>
                </a:moveTo>
                <a:lnTo>
                  <a:pt x="16691" y="11783"/>
                </a:lnTo>
                <a:cubicBezTo>
                  <a:pt x="16691" y="13214"/>
                  <a:pt x="16301" y="14553"/>
                  <a:pt x="15631" y="15709"/>
                </a:cubicBezTo>
                <a:cubicBezTo>
                  <a:pt x="15631" y="15709"/>
                  <a:pt x="16691" y="15709"/>
                  <a:pt x="16691" y="15709"/>
                </a:cubicBezTo>
                <a:close/>
                <a:moveTo>
                  <a:pt x="16691" y="0"/>
                </a:moveTo>
                <a:lnTo>
                  <a:pt x="14236" y="0"/>
                </a:lnTo>
                <a:lnTo>
                  <a:pt x="14236" y="6088"/>
                </a:lnTo>
                <a:cubicBezTo>
                  <a:pt x="15745" y="7519"/>
                  <a:pt x="16691" y="9538"/>
                  <a:pt x="16691" y="11781"/>
                </a:cubicBezTo>
                <a:cubicBezTo>
                  <a:pt x="16691" y="11781"/>
                  <a:pt x="16691" y="0"/>
                  <a:pt x="16691" y="0"/>
                </a:cubicBezTo>
                <a:close/>
                <a:moveTo>
                  <a:pt x="11291" y="0"/>
                </a:moveTo>
                <a:lnTo>
                  <a:pt x="10309" y="0"/>
                </a:lnTo>
                <a:lnTo>
                  <a:pt x="10309" y="4070"/>
                </a:lnTo>
                <a:cubicBezTo>
                  <a:pt x="10645" y="4134"/>
                  <a:pt x="10972" y="4219"/>
                  <a:pt x="11291" y="4324"/>
                </a:cubicBezTo>
                <a:cubicBezTo>
                  <a:pt x="11291" y="4324"/>
                  <a:pt x="11291" y="0"/>
                  <a:pt x="11291" y="0"/>
                </a:cubicBezTo>
                <a:close/>
                <a:moveTo>
                  <a:pt x="1964" y="15709"/>
                </a:moveTo>
                <a:lnTo>
                  <a:pt x="2041" y="15709"/>
                </a:lnTo>
                <a:cubicBezTo>
                  <a:pt x="2016" y="15666"/>
                  <a:pt x="1988" y="15625"/>
                  <a:pt x="1964" y="15581"/>
                </a:cubicBezTo>
                <a:cubicBezTo>
                  <a:pt x="1964" y="15581"/>
                  <a:pt x="1964" y="15709"/>
                  <a:pt x="1964" y="15709"/>
                </a:cubicBezTo>
                <a:close/>
                <a:moveTo>
                  <a:pt x="13255" y="0"/>
                </a:moveTo>
                <a:lnTo>
                  <a:pt x="12273" y="0"/>
                </a:lnTo>
                <a:lnTo>
                  <a:pt x="12273" y="4727"/>
                </a:lnTo>
                <a:cubicBezTo>
                  <a:pt x="12613" y="4894"/>
                  <a:pt x="12944" y="5077"/>
                  <a:pt x="13255" y="5289"/>
                </a:cubicBezTo>
                <a:cubicBezTo>
                  <a:pt x="13255" y="5289"/>
                  <a:pt x="13255" y="0"/>
                  <a:pt x="13255" y="0"/>
                </a:cubicBezTo>
                <a:close/>
                <a:moveTo>
                  <a:pt x="9327" y="3952"/>
                </a:moveTo>
                <a:lnTo>
                  <a:pt x="9327" y="0"/>
                </a:lnTo>
                <a:lnTo>
                  <a:pt x="6873" y="0"/>
                </a:lnTo>
                <a:lnTo>
                  <a:pt x="6873" y="4185"/>
                </a:lnTo>
                <a:cubicBezTo>
                  <a:pt x="7501" y="4023"/>
                  <a:pt x="8157" y="3927"/>
                  <a:pt x="8836" y="3927"/>
                </a:cubicBezTo>
                <a:cubicBezTo>
                  <a:pt x="9002" y="3927"/>
                  <a:pt x="9164" y="3942"/>
                  <a:pt x="9327" y="3952"/>
                </a:cubicBezTo>
                <a:moveTo>
                  <a:pt x="5891" y="0"/>
                </a:moveTo>
                <a:lnTo>
                  <a:pt x="4909" y="0"/>
                </a:lnTo>
                <a:lnTo>
                  <a:pt x="4909" y="4987"/>
                </a:lnTo>
                <a:cubicBezTo>
                  <a:pt x="5224" y="4804"/>
                  <a:pt x="5551" y="4641"/>
                  <a:pt x="5891" y="4504"/>
                </a:cubicBezTo>
                <a:cubicBezTo>
                  <a:pt x="5891" y="4504"/>
                  <a:pt x="5891" y="0"/>
                  <a:pt x="5891" y="0"/>
                </a:cubicBezTo>
                <a:close/>
                <a:moveTo>
                  <a:pt x="0" y="982"/>
                </a:moveTo>
                <a:lnTo>
                  <a:pt x="0" y="14727"/>
                </a:lnTo>
                <a:cubicBezTo>
                  <a:pt x="0" y="15270"/>
                  <a:pt x="440" y="15709"/>
                  <a:pt x="982" y="15709"/>
                </a:cubicBezTo>
                <a:lnTo>
                  <a:pt x="982" y="0"/>
                </a:lnTo>
                <a:cubicBezTo>
                  <a:pt x="440" y="0"/>
                  <a:pt x="0" y="440"/>
                  <a:pt x="0" y="982"/>
                </a:cubicBezTo>
                <a:moveTo>
                  <a:pt x="3927" y="5656"/>
                </a:moveTo>
                <a:lnTo>
                  <a:pt x="3927" y="0"/>
                </a:lnTo>
                <a:lnTo>
                  <a:pt x="1964" y="0"/>
                </a:lnTo>
                <a:lnTo>
                  <a:pt x="1964" y="7982"/>
                </a:lnTo>
                <a:cubicBezTo>
                  <a:pt x="2462" y="7084"/>
                  <a:pt x="3131" y="6294"/>
                  <a:pt x="3927" y="565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58" name="Shape 2672">
            <a:extLst>
              <a:ext uri="{FF2B5EF4-FFF2-40B4-BE49-F238E27FC236}">
                <a16:creationId xmlns:a16="http://schemas.microsoft.com/office/drawing/2014/main" id="{71CB536D-A434-57C6-653C-A13900576403}"/>
              </a:ext>
            </a:extLst>
          </p:cNvPr>
          <p:cNvSpPr/>
          <p:nvPr userDrawn="1"/>
        </p:nvSpPr>
        <p:spPr>
          <a:xfrm>
            <a:off x="8853874" y="4053546"/>
            <a:ext cx="278958" cy="2028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818" y="21600"/>
                </a:moveTo>
                <a:lnTo>
                  <a:pt x="11782" y="21600"/>
                </a:lnTo>
                <a:lnTo>
                  <a:pt x="11782" y="17550"/>
                </a:lnTo>
                <a:lnTo>
                  <a:pt x="9818" y="17550"/>
                </a:lnTo>
                <a:cubicBezTo>
                  <a:pt x="9818" y="17550"/>
                  <a:pt x="9818" y="21600"/>
                  <a:pt x="9818" y="21600"/>
                </a:cubicBezTo>
                <a:close/>
                <a:moveTo>
                  <a:pt x="7855" y="21600"/>
                </a:moveTo>
                <a:lnTo>
                  <a:pt x="8836" y="21600"/>
                </a:lnTo>
                <a:lnTo>
                  <a:pt x="8836" y="17550"/>
                </a:lnTo>
                <a:lnTo>
                  <a:pt x="7855" y="17550"/>
                </a:lnTo>
                <a:cubicBezTo>
                  <a:pt x="7855" y="17550"/>
                  <a:pt x="7855" y="21600"/>
                  <a:pt x="7855" y="21600"/>
                </a:cubicBezTo>
                <a:close/>
                <a:moveTo>
                  <a:pt x="2945" y="21600"/>
                </a:moveTo>
                <a:lnTo>
                  <a:pt x="3927" y="21600"/>
                </a:lnTo>
                <a:lnTo>
                  <a:pt x="3927" y="17550"/>
                </a:lnTo>
                <a:lnTo>
                  <a:pt x="2945" y="17550"/>
                </a:lnTo>
                <a:cubicBezTo>
                  <a:pt x="2945" y="17550"/>
                  <a:pt x="2945" y="21600"/>
                  <a:pt x="2945" y="21600"/>
                </a:cubicBezTo>
                <a:close/>
                <a:moveTo>
                  <a:pt x="4909" y="21600"/>
                </a:moveTo>
                <a:lnTo>
                  <a:pt x="6873" y="21600"/>
                </a:lnTo>
                <a:lnTo>
                  <a:pt x="6873" y="17550"/>
                </a:lnTo>
                <a:lnTo>
                  <a:pt x="4909" y="17550"/>
                </a:lnTo>
                <a:cubicBezTo>
                  <a:pt x="4909" y="17550"/>
                  <a:pt x="4909" y="21600"/>
                  <a:pt x="4909" y="21600"/>
                </a:cubicBezTo>
                <a:close/>
                <a:moveTo>
                  <a:pt x="12764" y="21600"/>
                </a:moveTo>
                <a:lnTo>
                  <a:pt x="13745" y="21600"/>
                </a:lnTo>
                <a:lnTo>
                  <a:pt x="13745" y="17550"/>
                </a:lnTo>
                <a:lnTo>
                  <a:pt x="12764" y="17550"/>
                </a:lnTo>
                <a:cubicBezTo>
                  <a:pt x="12764" y="17550"/>
                  <a:pt x="12764" y="21600"/>
                  <a:pt x="12764" y="21600"/>
                </a:cubicBezTo>
                <a:close/>
                <a:moveTo>
                  <a:pt x="20618" y="14850"/>
                </a:moveTo>
                <a:lnTo>
                  <a:pt x="982" y="14850"/>
                </a:lnTo>
                <a:lnTo>
                  <a:pt x="982" y="13500"/>
                </a:lnTo>
                <a:lnTo>
                  <a:pt x="20618" y="13500"/>
                </a:lnTo>
                <a:cubicBezTo>
                  <a:pt x="20618" y="13500"/>
                  <a:pt x="20618" y="14850"/>
                  <a:pt x="20618" y="14850"/>
                </a:cubicBezTo>
                <a:close/>
                <a:moveTo>
                  <a:pt x="20618" y="12150"/>
                </a:moveTo>
                <a:lnTo>
                  <a:pt x="982" y="12150"/>
                </a:lnTo>
                <a:cubicBezTo>
                  <a:pt x="440" y="12150"/>
                  <a:pt x="0" y="12755"/>
                  <a:pt x="0" y="13500"/>
                </a:cubicBezTo>
                <a:lnTo>
                  <a:pt x="0" y="14850"/>
                </a:lnTo>
                <a:cubicBezTo>
                  <a:pt x="0" y="15595"/>
                  <a:pt x="440" y="16200"/>
                  <a:pt x="982" y="16200"/>
                </a:cubicBezTo>
                <a:lnTo>
                  <a:pt x="20618" y="16200"/>
                </a:lnTo>
                <a:cubicBezTo>
                  <a:pt x="21160" y="16200"/>
                  <a:pt x="21600" y="15595"/>
                  <a:pt x="21600" y="14850"/>
                </a:cubicBezTo>
                <a:lnTo>
                  <a:pt x="21600" y="13500"/>
                </a:lnTo>
                <a:cubicBezTo>
                  <a:pt x="21600" y="12755"/>
                  <a:pt x="21160" y="12150"/>
                  <a:pt x="20618" y="12150"/>
                </a:cubicBezTo>
                <a:moveTo>
                  <a:pt x="982" y="20250"/>
                </a:moveTo>
                <a:cubicBezTo>
                  <a:pt x="982" y="20996"/>
                  <a:pt x="1422" y="21600"/>
                  <a:pt x="1964" y="21600"/>
                </a:cubicBezTo>
                <a:lnTo>
                  <a:pt x="1964" y="17550"/>
                </a:lnTo>
                <a:lnTo>
                  <a:pt x="982" y="17550"/>
                </a:lnTo>
                <a:cubicBezTo>
                  <a:pt x="982" y="17550"/>
                  <a:pt x="982" y="20250"/>
                  <a:pt x="982" y="20250"/>
                </a:cubicBezTo>
                <a:close/>
                <a:moveTo>
                  <a:pt x="16691" y="21600"/>
                </a:moveTo>
                <a:lnTo>
                  <a:pt x="17673" y="21600"/>
                </a:lnTo>
                <a:lnTo>
                  <a:pt x="17673" y="17550"/>
                </a:lnTo>
                <a:lnTo>
                  <a:pt x="16691" y="17550"/>
                </a:lnTo>
                <a:cubicBezTo>
                  <a:pt x="16691" y="17550"/>
                  <a:pt x="16691" y="21600"/>
                  <a:pt x="16691" y="21600"/>
                </a:cubicBezTo>
                <a:close/>
                <a:moveTo>
                  <a:pt x="14727" y="21600"/>
                </a:moveTo>
                <a:lnTo>
                  <a:pt x="15709" y="21600"/>
                </a:lnTo>
                <a:lnTo>
                  <a:pt x="15709" y="17550"/>
                </a:lnTo>
                <a:lnTo>
                  <a:pt x="14727" y="17550"/>
                </a:lnTo>
                <a:cubicBezTo>
                  <a:pt x="14727" y="17550"/>
                  <a:pt x="14727" y="21600"/>
                  <a:pt x="14727" y="21600"/>
                </a:cubicBezTo>
                <a:close/>
                <a:moveTo>
                  <a:pt x="18655" y="21600"/>
                </a:moveTo>
                <a:lnTo>
                  <a:pt x="19636" y="21600"/>
                </a:lnTo>
                <a:cubicBezTo>
                  <a:pt x="20178" y="21600"/>
                  <a:pt x="20618" y="20996"/>
                  <a:pt x="20618" y="20250"/>
                </a:cubicBezTo>
                <a:lnTo>
                  <a:pt x="20618" y="17550"/>
                </a:lnTo>
                <a:lnTo>
                  <a:pt x="18655" y="17550"/>
                </a:lnTo>
                <a:cubicBezTo>
                  <a:pt x="18655" y="17550"/>
                  <a:pt x="18655" y="21600"/>
                  <a:pt x="18655" y="21600"/>
                </a:cubicBezTo>
                <a:close/>
                <a:moveTo>
                  <a:pt x="15709" y="0"/>
                </a:moveTo>
                <a:lnTo>
                  <a:pt x="14727" y="0"/>
                </a:lnTo>
                <a:lnTo>
                  <a:pt x="14727" y="10800"/>
                </a:lnTo>
                <a:lnTo>
                  <a:pt x="15709" y="10800"/>
                </a:lnTo>
                <a:cubicBezTo>
                  <a:pt x="15709" y="10800"/>
                  <a:pt x="15709" y="0"/>
                  <a:pt x="15709" y="0"/>
                </a:cubicBezTo>
                <a:close/>
                <a:moveTo>
                  <a:pt x="20618" y="1350"/>
                </a:moveTo>
                <a:cubicBezTo>
                  <a:pt x="20618" y="605"/>
                  <a:pt x="20178" y="0"/>
                  <a:pt x="19636" y="0"/>
                </a:cubicBezTo>
                <a:lnTo>
                  <a:pt x="18655" y="0"/>
                </a:lnTo>
                <a:lnTo>
                  <a:pt x="18655" y="10800"/>
                </a:lnTo>
                <a:lnTo>
                  <a:pt x="20618" y="10800"/>
                </a:lnTo>
                <a:cubicBezTo>
                  <a:pt x="20618" y="10800"/>
                  <a:pt x="20618" y="1350"/>
                  <a:pt x="20618" y="1350"/>
                </a:cubicBezTo>
                <a:close/>
                <a:moveTo>
                  <a:pt x="13745" y="0"/>
                </a:moveTo>
                <a:lnTo>
                  <a:pt x="12764" y="0"/>
                </a:lnTo>
                <a:lnTo>
                  <a:pt x="12764" y="10800"/>
                </a:lnTo>
                <a:lnTo>
                  <a:pt x="13745" y="10800"/>
                </a:lnTo>
                <a:cubicBezTo>
                  <a:pt x="13745" y="10800"/>
                  <a:pt x="13745" y="0"/>
                  <a:pt x="13745" y="0"/>
                </a:cubicBezTo>
                <a:close/>
                <a:moveTo>
                  <a:pt x="17673" y="0"/>
                </a:moveTo>
                <a:lnTo>
                  <a:pt x="16691" y="0"/>
                </a:lnTo>
                <a:lnTo>
                  <a:pt x="16691" y="10800"/>
                </a:lnTo>
                <a:lnTo>
                  <a:pt x="17673" y="10800"/>
                </a:lnTo>
                <a:cubicBezTo>
                  <a:pt x="17673" y="10800"/>
                  <a:pt x="17673" y="0"/>
                  <a:pt x="17673" y="0"/>
                </a:cubicBezTo>
                <a:close/>
                <a:moveTo>
                  <a:pt x="1964" y="0"/>
                </a:moveTo>
                <a:cubicBezTo>
                  <a:pt x="1422" y="0"/>
                  <a:pt x="982" y="605"/>
                  <a:pt x="982" y="1350"/>
                </a:cubicBezTo>
                <a:lnTo>
                  <a:pt x="982" y="10800"/>
                </a:lnTo>
                <a:lnTo>
                  <a:pt x="1964" y="10800"/>
                </a:lnTo>
                <a:cubicBezTo>
                  <a:pt x="1964" y="10800"/>
                  <a:pt x="1964" y="0"/>
                  <a:pt x="1964" y="0"/>
                </a:cubicBezTo>
                <a:close/>
                <a:moveTo>
                  <a:pt x="3927" y="0"/>
                </a:moveTo>
                <a:lnTo>
                  <a:pt x="2945" y="0"/>
                </a:lnTo>
                <a:lnTo>
                  <a:pt x="2945" y="10800"/>
                </a:lnTo>
                <a:lnTo>
                  <a:pt x="3927" y="10800"/>
                </a:lnTo>
                <a:cubicBezTo>
                  <a:pt x="3927" y="10800"/>
                  <a:pt x="3927" y="0"/>
                  <a:pt x="3927" y="0"/>
                </a:cubicBezTo>
                <a:close/>
                <a:moveTo>
                  <a:pt x="6873" y="0"/>
                </a:moveTo>
                <a:lnTo>
                  <a:pt x="4909" y="0"/>
                </a:lnTo>
                <a:lnTo>
                  <a:pt x="4909" y="10800"/>
                </a:lnTo>
                <a:lnTo>
                  <a:pt x="6873" y="10800"/>
                </a:lnTo>
                <a:cubicBezTo>
                  <a:pt x="6873" y="10800"/>
                  <a:pt x="6873" y="0"/>
                  <a:pt x="6873" y="0"/>
                </a:cubicBezTo>
                <a:close/>
                <a:moveTo>
                  <a:pt x="8836" y="0"/>
                </a:moveTo>
                <a:lnTo>
                  <a:pt x="7855" y="0"/>
                </a:lnTo>
                <a:lnTo>
                  <a:pt x="7855" y="10800"/>
                </a:lnTo>
                <a:lnTo>
                  <a:pt x="8836" y="10800"/>
                </a:lnTo>
                <a:cubicBezTo>
                  <a:pt x="8836" y="10800"/>
                  <a:pt x="8836" y="0"/>
                  <a:pt x="8836" y="0"/>
                </a:cubicBezTo>
                <a:close/>
                <a:moveTo>
                  <a:pt x="11782" y="0"/>
                </a:moveTo>
                <a:lnTo>
                  <a:pt x="9818" y="0"/>
                </a:lnTo>
                <a:lnTo>
                  <a:pt x="9818" y="10800"/>
                </a:lnTo>
                <a:lnTo>
                  <a:pt x="11782" y="10800"/>
                </a:lnTo>
                <a:cubicBezTo>
                  <a:pt x="11782" y="10800"/>
                  <a:pt x="11782" y="0"/>
                  <a:pt x="11782" y="0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59" name="Shape 2673">
            <a:extLst>
              <a:ext uri="{FF2B5EF4-FFF2-40B4-BE49-F238E27FC236}">
                <a16:creationId xmlns:a16="http://schemas.microsoft.com/office/drawing/2014/main" id="{752A8BD2-9389-38BB-6E0F-1B6C681E1063}"/>
              </a:ext>
            </a:extLst>
          </p:cNvPr>
          <p:cNvSpPr/>
          <p:nvPr userDrawn="1"/>
        </p:nvSpPr>
        <p:spPr>
          <a:xfrm>
            <a:off x="9386430" y="4015505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455" y="10309"/>
                </a:moveTo>
                <a:cubicBezTo>
                  <a:pt x="2726" y="10309"/>
                  <a:pt x="2945" y="10090"/>
                  <a:pt x="2945" y="9818"/>
                </a:cubicBezTo>
                <a:cubicBezTo>
                  <a:pt x="2945" y="9547"/>
                  <a:pt x="2726" y="9327"/>
                  <a:pt x="2455" y="9327"/>
                </a:cubicBezTo>
                <a:cubicBezTo>
                  <a:pt x="2183" y="9327"/>
                  <a:pt x="1964" y="9547"/>
                  <a:pt x="1964" y="9818"/>
                </a:cubicBezTo>
                <a:cubicBezTo>
                  <a:pt x="1964" y="10090"/>
                  <a:pt x="2183" y="10309"/>
                  <a:pt x="2455" y="10309"/>
                </a:cubicBezTo>
                <a:moveTo>
                  <a:pt x="20618" y="11782"/>
                </a:moveTo>
                <a:lnTo>
                  <a:pt x="982" y="11782"/>
                </a:lnTo>
                <a:lnTo>
                  <a:pt x="982" y="7855"/>
                </a:lnTo>
                <a:lnTo>
                  <a:pt x="20618" y="7855"/>
                </a:lnTo>
                <a:cubicBezTo>
                  <a:pt x="20618" y="7855"/>
                  <a:pt x="20618" y="11782"/>
                  <a:pt x="20618" y="11782"/>
                </a:cubicBezTo>
                <a:close/>
                <a:moveTo>
                  <a:pt x="2945" y="982"/>
                </a:moveTo>
                <a:lnTo>
                  <a:pt x="14727" y="982"/>
                </a:lnTo>
                <a:lnTo>
                  <a:pt x="14727" y="4418"/>
                </a:lnTo>
                <a:cubicBezTo>
                  <a:pt x="14727" y="4690"/>
                  <a:pt x="14947" y="4909"/>
                  <a:pt x="15218" y="4909"/>
                </a:cubicBezTo>
                <a:lnTo>
                  <a:pt x="18655" y="4909"/>
                </a:lnTo>
                <a:lnTo>
                  <a:pt x="18655" y="6873"/>
                </a:lnTo>
                <a:lnTo>
                  <a:pt x="2945" y="6873"/>
                </a:lnTo>
                <a:cubicBezTo>
                  <a:pt x="2945" y="6873"/>
                  <a:pt x="2945" y="982"/>
                  <a:pt x="2945" y="982"/>
                </a:cubicBezTo>
                <a:close/>
                <a:moveTo>
                  <a:pt x="15709" y="1473"/>
                </a:moveTo>
                <a:lnTo>
                  <a:pt x="18164" y="3927"/>
                </a:lnTo>
                <a:lnTo>
                  <a:pt x="15709" y="3927"/>
                </a:lnTo>
                <a:cubicBezTo>
                  <a:pt x="15709" y="3927"/>
                  <a:pt x="15709" y="1473"/>
                  <a:pt x="15709" y="1473"/>
                </a:cubicBezTo>
                <a:close/>
                <a:moveTo>
                  <a:pt x="20618" y="6873"/>
                </a:moveTo>
                <a:lnTo>
                  <a:pt x="19636" y="6873"/>
                </a:lnTo>
                <a:lnTo>
                  <a:pt x="19636" y="3927"/>
                </a:lnTo>
                <a:lnTo>
                  <a:pt x="15709" y="0"/>
                </a:lnTo>
                <a:lnTo>
                  <a:pt x="2945" y="0"/>
                </a:lnTo>
                <a:cubicBezTo>
                  <a:pt x="2403" y="0"/>
                  <a:pt x="1964" y="440"/>
                  <a:pt x="1964" y="982"/>
                </a:cubicBezTo>
                <a:lnTo>
                  <a:pt x="1964" y="6873"/>
                </a:lnTo>
                <a:lnTo>
                  <a:pt x="982" y="6873"/>
                </a:lnTo>
                <a:cubicBezTo>
                  <a:pt x="439" y="6873"/>
                  <a:pt x="0" y="7313"/>
                  <a:pt x="0" y="7855"/>
                </a:cubicBezTo>
                <a:lnTo>
                  <a:pt x="0" y="11782"/>
                </a:lnTo>
                <a:cubicBezTo>
                  <a:pt x="0" y="12324"/>
                  <a:pt x="439" y="12764"/>
                  <a:pt x="982" y="12764"/>
                </a:cubicBezTo>
                <a:lnTo>
                  <a:pt x="1964" y="12764"/>
                </a:lnTo>
                <a:lnTo>
                  <a:pt x="1964" y="21109"/>
                </a:lnTo>
                <a:cubicBezTo>
                  <a:pt x="1964" y="21381"/>
                  <a:pt x="2183" y="21600"/>
                  <a:pt x="2455" y="21600"/>
                </a:cubicBezTo>
                <a:cubicBezTo>
                  <a:pt x="2726" y="21600"/>
                  <a:pt x="2945" y="21381"/>
                  <a:pt x="2945" y="21109"/>
                </a:cubicBezTo>
                <a:lnTo>
                  <a:pt x="2945" y="12764"/>
                </a:lnTo>
                <a:lnTo>
                  <a:pt x="3927" y="12764"/>
                </a:lnTo>
                <a:lnTo>
                  <a:pt x="3927" y="18164"/>
                </a:lnTo>
                <a:cubicBezTo>
                  <a:pt x="3927" y="18435"/>
                  <a:pt x="4147" y="18655"/>
                  <a:pt x="4418" y="18655"/>
                </a:cubicBezTo>
                <a:cubicBezTo>
                  <a:pt x="4690" y="18655"/>
                  <a:pt x="4909" y="18435"/>
                  <a:pt x="4909" y="18164"/>
                </a:cubicBezTo>
                <a:lnTo>
                  <a:pt x="4909" y="12764"/>
                </a:lnTo>
                <a:lnTo>
                  <a:pt x="5891" y="12764"/>
                </a:lnTo>
                <a:lnTo>
                  <a:pt x="5891" y="15218"/>
                </a:lnTo>
                <a:cubicBezTo>
                  <a:pt x="5891" y="15490"/>
                  <a:pt x="6110" y="15709"/>
                  <a:pt x="6382" y="15709"/>
                </a:cubicBezTo>
                <a:cubicBezTo>
                  <a:pt x="6653" y="15709"/>
                  <a:pt x="6873" y="15490"/>
                  <a:pt x="6873" y="15218"/>
                </a:cubicBezTo>
                <a:lnTo>
                  <a:pt x="6873" y="12764"/>
                </a:lnTo>
                <a:lnTo>
                  <a:pt x="7855" y="12764"/>
                </a:lnTo>
                <a:lnTo>
                  <a:pt x="7855" y="20127"/>
                </a:lnTo>
                <a:cubicBezTo>
                  <a:pt x="7855" y="20399"/>
                  <a:pt x="8074" y="20618"/>
                  <a:pt x="8345" y="20618"/>
                </a:cubicBezTo>
                <a:cubicBezTo>
                  <a:pt x="8617" y="20618"/>
                  <a:pt x="8836" y="20399"/>
                  <a:pt x="8836" y="20127"/>
                </a:cubicBezTo>
                <a:lnTo>
                  <a:pt x="8836" y="12764"/>
                </a:lnTo>
                <a:lnTo>
                  <a:pt x="10309" y="12764"/>
                </a:lnTo>
                <a:lnTo>
                  <a:pt x="10309" y="19145"/>
                </a:lnTo>
                <a:cubicBezTo>
                  <a:pt x="10309" y="19417"/>
                  <a:pt x="10529" y="19636"/>
                  <a:pt x="10800" y="19636"/>
                </a:cubicBezTo>
                <a:cubicBezTo>
                  <a:pt x="11071" y="19636"/>
                  <a:pt x="11291" y="19417"/>
                  <a:pt x="11291" y="19145"/>
                </a:cubicBezTo>
                <a:lnTo>
                  <a:pt x="11291" y="12764"/>
                </a:lnTo>
                <a:lnTo>
                  <a:pt x="12764" y="12764"/>
                </a:lnTo>
                <a:lnTo>
                  <a:pt x="12764" y="16200"/>
                </a:lnTo>
                <a:cubicBezTo>
                  <a:pt x="12764" y="16472"/>
                  <a:pt x="12983" y="16691"/>
                  <a:pt x="13255" y="16691"/>
                </a:cubicBezTo>
                <a:cubicBezTo>
                  <a:pt x="13526" y="16691"/>
                  <a:pt x="13745" y="16472"/>
                  <a:pt x="13745" y="16200"/>
                </a:cubicBezTo>
                <a:lnTo>
                  <a:pt x="13745" y="12764"/>
                </a:lnTo>
                <a:lnTo>
                  <a:pt x="14727" y="12764"/>
                </a:lnTo>
                <a:lnTo>
                  <a:pt x="14727" y="17182"/>
                </a:lnTo>
                <a:cubicBezTo>
                  <a:pt x="14727" y="17453"/>
                  <a:pt x="14947" y="17673"/>
                  <a:pt x="15218" y="17673"/>
                </a:cubicBezTo>
                <a:cubicBezTo>
                  <a:pt x="15490" y="17673"/>
                  <a:pt x="15709" y="17453"/>
                  <a:pt x="15709" y="17182"/>
                </a:cubicBezTo>
                <a:lnTo>
                  <a:pt x="15709" y="12764"/>
                </a:lnTo>
                <a:lnTo>
                  <a:pt x="16691" y="12764"/>
                </a:lnTo>
                <a:lnTo>
                  <a:pt x="16691" y="20127"/>
                </a:lnTo>
                <a:cubicBezTo>
                  <a:pt x="16691" y="20399"/>
                  <a:pt x="16910" y="20618"/>
                  <a:pt x="17182" y="20618"/>
                </a:cubicBezTo>
                <a:cubicBezTo>
                  <a:pt x="17453" y="20618"/>
                  <a:pt x="17673" y="20399"/>
                  <a:pt x="17673" y="20127"/>
                </a:cubicBezTo>
                <a:lnTo>
                  <a:pt x="17673" y="12764"/>
                </a:lnTo>
                <a:lnTo>
                  <a:pt x="18655" y="12764"/>
                </a:lnTo>
                <a:lnTo>
                  <a:pt x="18655" y="19145"/>
                </a:lnTo>
                <a:cubicBezTo>
                  <a:pt x="18655" y="19417"/>
                  <a:pt x="18874" y="19636"/>
                  <a:pt x="19145" y="19636"/>
                </a:cubicBezTo>
                <a:cubicBezTo>
                  <a:pt x="19417" y="19636"/>
                  <a:pt x="19636" y="19417"/>
                  <a:pt x="19636" y="19145"/>
                </a:cubicBezTo>
                <a:lnTo>
                  <a:pt x="19636" y="12764"/>
                </a:lnTo>
                <a:lnTo>
                  <a:pt x="20618" y="12764"/>
                </a:lnTo>
                <a:cubicBezTo>
                  <a:pt x="21160" y="12764"/>
                  <a:pt x="21600" y="12324"/>
                  <a:pt x="21600" y="11782"/>
                </a:cubicBezTo>
                <a:lnTo>
                  <a:pt x="21600" y="7855"/>
                </a:lnTo>
                <a:cubicBezTo>
                  <a:pt x="21600" y="7313"/>
                  <a:pt x="21160" y="6873"/>
                  <a:pt x="20618" y="6873"/>
                </a:cubicBezTo>
                <a:moveTo>
                  <a:pt x="4418" y="10309"/>
                </a:moveTo>
                <a:cubicBezTo>
                  <a:pt x="4690" y="10309"/>
                  <a:pt x="4909" y="10090"/>
                  <a:pt x="4909" y="9818"/>
                </a:cubicBezTo>
                <a:cubicBezTo>
                  <a:pt x="4909" y="9547"/>
                  <a:pt x="4690" y="9327"/>
                  <a:pt x="4418" y="9327"/>
                </a:cubicBezTo>
                <a:cubicBezTo>
                  <a:pt x="4147" y="9327"/>
                  <a:pt x="3927" y="9547"/>
                  <a:pt x="3927" y="9818"/>
                </a:cubicBezTo>
                <a:cubicBezTo>
                  <a:pt x="3927" y="10090"/>
                  <a:pt x="4147" y="10309"/>
                  <a:pt x="4418" y="10309"/>
                </a:cubicBezTo>
                <a:moveTo>
                  <a:pt x="12273" y="3927"/>
                </a:moveTo>
                <a:lnTo>
                  <a:pt x="5400" y="3927"/>
                </a:lnTo>
                <a:cubicBezTo>
                  <a:pt x="5129" y="3927"/>
                  <a:pt x="4909" y="4147"/>
                  <a:pt x="4909" y="4418"/>
                </a:cubicBezTo>
                <a:cubicBezTo>
                  <a:pt x="4909" y="4690"/>
                  <a:pt x="5129" y="4909"/>
                  <a:pt x="5400" y="4909"/>
                </a:cubicBezTo>
                <a:lnTo>
                  <a:pt x="12273" y="4909"/>
                </a:lnTo>
                <a:cubicBezTo>
                  <a:pt x="12544" y="4909"/>
                  <a:pt x="12764" y="4690"/>
                  <a:pt x="12764" y="4418"/>
                </a:cubicBezTo>
                <a:cubicBezTo>
                  <a:pt x="12764" y="4147"/>
                  <a:pt x="12544" y="3927"/>
                  <a:pt x="12273" y="3927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60" name="Shape 2674">
            <a:extLst>
              <a:ext uri="{FF2B5EF4-FFF2-40B4-BE49-F238E27FC236}">
                <a16:creationId xmlns:a16="http://schemas.microsoft.com/office/drawing/2014/main" id="{4098B132-4DFE-F648-F730-BBBCCA4DF320}"/>
              </a:ext>
            </a:extLst>
          </p:cNvPr>
          <p:cNvSpPr/>
          <p:nvPr userDrawn="1"/>
        </p:nvSpPr>
        <p:spPr>
          <a:xfrm>
            <a:off x="9931667" y="4015505"/>
            <a:ext cx="253599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880" y="20121"/>
                </a:moveTo>
                <a:cubicBezTo>
                  <a:pt x="11880" y="20393"/>
                  <a:pt x="11637" y="20612"/>
                  <a:pt x="11337" y="20612"/>
                </a:cubicBezTo>
                <a:cubicBezTo>
                  <a:pt x="11181" y="20612"/>
                  <a:pt x="11043" y="20552"/>
                  <a:pt x="10944" y="20457"/>
                </a:cubicBezTo>
                <a:lnTo>
                  <a:pt x="10941" y="20459"/>
                </a:lnTo>
                <a:lnTo>
                  <a:pt x="10800" y="20342"/>
                </a:lnTo>
                <a:lnTo>
                  <a:pt x="10800" y="1256"/>
                </a:lnTo>
                <a:lnTo>
                  <a:pt x="10958" y="1126"/>
                </a:lnTo>
                <a:lnTo>
                  <a:pt x="10960" y="1127"/>
                </a:lnTo>
                <a:cubicBezTo>
                  <a:pt x="11057" y="1042"/>
                  <a:pt x="11190" y="987"/>
                  <a:pt x="11337" y="987"/>
                </a:cubicBezTo>
                <a:cubicBezTo>
                  <a:pt x="11637" y="987"/>
                  <a:pt x="11880" y="1208"/>
                  <a:pt x="11880" y="1479"/>
                </a:cubicBezTo>
                <a:cubicBezTo>
                  <a:pt x="11880" y="1479"/>
                  <a:pt x="11880" y="20121"/>
                  <a:pt x="11880" y="20121"/>
                </a:cubicBezTo>
                <a:close/>
                <a:moveTo>
                  <a:pt x="9720" y="19448"/>
                </a:moveTo>
                <a:lnTo>
                  <a:pt x="4320" y="14979"/>
                </a:lnTo>
                <a:lnTo>
                  <a:pt x="4320" y="6606"/>
                </a:lnTo>
                <a:lnTo>
                  <a:pt x="4562" y="6407"/>
                </a:lnTo>
                <a:lnTo>
                  <a:pt x="4559" y="6406"/>
                </a:lnTo>
                <a:lnTo>
                  <a:pt x="9720" y="2147"/>
                </a:lnTo>
                <a:cubicBezTo>
                  <a:pt x="9720" y="2147"/>
                  <a:pt x="9720" y="19448"/>
                  <a:pt x="9720" y="19448"/>
                </a:cubicBezTo>
                <a:close/>
                <a:moveTo>
                  <a:pt x="3240" y="14649"/>
                </a:moveTo>
                <a:cubicBezTo>
                  <a:pt x="2008" y="14285"/>
                  <a:pt x="1080" y="12700"/>
                  <a:pt x="1080" y="10800"/>
                </a:cubicBezTo>
                <a:cubicBezTo>
                  <a:pt x="1080" y="8900"/>
                  <a:pt x="2008" y="7315"/>
                  <a:pt x="3240" y="6952"/>
                </a:cubicBezTo>
                <a:cubicBezTo>
                  <a:pt x="3240" y="6952"/>
                  <a:pt x="3240" y="14649"/>
                  <a:pt x="3240" y="14649"/>
                </a:cubicBezTo>
                <a:close/>
                <a:moveTo>
                  <a:pt x="12966" y="1472"/>
                </a:moveTo>
                <a:cubicBezTo>
                  <a:pt x="12966" y="658"/>
                  <a:pt x="12238" y="0"/>
                  <a:pt x="11339" y="0"/>
                </a:cubicBezTo>
                <a:cubicBezTo>
                  <a:pt x="10880" y="0"/>
                  <a:pt x="10467" y="174"/>
                  <a:pt x="10170" y="451"/>
                </a:cubicBezTo>
                <a:lnTo>
                  <a:pt x="3565" y="5905"/>
                </a:lnTo>
                <a:cubicBezTo>
                  <a:pt x="1578" y="6050"/>
                  <a:pt x="0" y="8183"/>
                  <a:pt x="0" y="10800"/>
                </a:cubicBezTo>
                <a:cubicBezTo>
                  <a:pt x="0" y="13425"/>
                  <a:pt x="1588" y="15563"/>
                  <a:pt x="3585" y="15696"/>
                </a:cubicBezTo>
                <a:lnTo>
                  <a:pt x="10170" y="21149"/>
                </a:lnTo>
                <a:cubicBezTo>
                  <a:pt x="10466" y="21426"/>
                  <a:pt x="10879" y="21600"/>
                  <a:pt x="11339" y="21600"/>
                </a:cubicBezTo>
                <a:cubicBezTo>
                  <a:pt x="12238" y="21600"/>
                  <a:pt x="12966" y="20941"/>
                  <a:pt x="12966" y="20129"/>
                </a:cubicBezTo>
                <a:cubicBezTo>
                  <a:pt x="12966" y="20110"/>
                  <a:pt x="12961" y="20092"/>
                  <a:pt x="12960" y="20073"/>
                </a:cubicBezTo>
                <a:lnTo>
                  <a:pt x="12960" y="1527"/>
                </a:lnTo>
                <a:cubicBezTo>
                  <a:pt x="12961" y="1508"/>
                  <a:pt x="12966" y="1490"/>
                  <a:pt x="12966" y="1472"/>
                </a:cubicBezTo>
                <a:moveTo>
                  <a:pt x="19124" y="10800"/>
                </a:moveTo>
                <a:lnTo>
                  <a:pt x="21442" y="8693"/>
                </a:lnTo>
                <a:cubicBezTo>
                  <a:pt x="21540" y="8604"/>
                  <a:pt x="21600" y="8481"/>
                  <a:pt x="21600" y="8345"/>
                </a:cubicBezTo>
                <a:cubicBezTo>
                  <a:pt x="21600" y="8074"/>
                  <a:pt x="21358" y="7855"/>
                  <a:pt x="21060" y="7855"/>
                </a:cubicBezTo>
                <a:cubicBezTo>
                  <a:pt x="20911" y="7855"/>
                  <a:pt x="20776" y="7909"/>
                  <a:pt x="20678" y="7998"/>
                </a:cubicBezTo>
                <a:lnTo>
                  <a:pt x="18360" y="10106"/>
                </a:lnTo>
                <a:lnTo>
                  <a:pt x="16042" y="7998"/>
                </a:lnTo>
                <a:cubicBezTo>
                  <a:pt x="15944" y="7909"/>
                  <a:pt x="15809" y="7855"/>
                  <a:pt x="15660" y="7855"/>
                </a:cubicBezTo>
                <a:cubicBezTo>
                  <a:pt x="15362" y="7855"/>
                  <a:pt x="15120" y="8074"/>
                  <a:pt x="15120" y="8345"/>
                </a:cubicBezTo>
                <a:cubicBezTo>
                  <a:pt x="15120" y="8481"/>
                  <a:pt x="15180" y="8604"/>
                  <a:pt x="15278" y="8693"/>
                </a:cubicBezTo>
                <a:lnTo>
                  <a:pt x="17596" y="10800"/>
                </a:lnTo>
                <a:lnTo>
                  <a:pt x="15278" y="12907"/>
                </a:lnTo>
                <a:cubicBezTo>
                  <a:pt x="15180" y="12996"/>
                  <a:pt x="15120" y="13119"/>
                  <a:pt x="15120" y="13255"/>
                </a:cubicBezTo>
                <a:cubicBezTo>
                  <a:pt x="15120" y="13526"/>
                  <a:pt x="15362" y="13745"/>
                  <a:pt x="15660" y="13745"/>
                </a:cubicBezTo>
                <a:cubicBezTo>
                  <a:pt x="15809" y="13745"/>
                  <a:pt x="15944" y="13691"/>
                  <a:pt x="16042" y="13602"/>
                </a:cubicBezTo>
                <a:lnTo>
                  <a:pt x="18360" y="11494"/>
                </a:lnTo>
                <a:lnTo>
                  <a:pt x="20678" y="13602"/>
                </a:lnTo>
                <a:cubicBezTo>
                  <a:pt x="20776" y="13691"/>
                  <a:pt x="20911" y="13745"/>
                  <a:pt x="21060" y="13745"/>
                </a:cubicBezTo>
                <a:cubicBezTo>
                  <a:pt x="21358" y="13745"/>
                  <a:pt x="21600" y="13526"/>
                  <a:pt x="21600" y="13255"/>
                </a:cubicBezTo>
                <a:cubicBezTo>
                  <a:pt x="21600" y="13119"/>
                  <a:pt x="21540" y="12996"/>
                  <a:pt x="21442" y="12907"/>
                </a:cubicBezTo>
                <a:cubicBezTo>
                  <a:pt x="21442" y="12907"/>
                  <a:pt x="19124" y="10800"/>
                  <a:pt x="19124" y="10800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61" name="Shape 2675">
            <a:extLst>
              <a:ext uri="{FF2B5EF4-FFF2-40B4-BE49-F238E27FC236}">
                <a16:creationId xmlns:a16="http://schemas.microsoft.com/office/drawing/2014/main" id="{4427F1DE-0177-6270-4C01-F78167BC2D86}"/>
              </a:ext>
            </a:extLst>
          </p:cNvPr>
          <p:cNvSpPr/>
          <p:nvPr userDrawn="1"/>
        </p:nvSpPr>
        <p:spPr>
          <a:xfrm>
            <a:off x="10514942" y="4015505"/>
            <a:ext cx="152234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90" y="20121"/>
                </a:moveTo>
                <a:cubicBezTo>
                  <a:pt x="19790" y="20393"/>
                  <a:pt x="19385" y="20612"/>
                  <a:pt x="18886" y="20612"/>
                </a:cubicBezTo>
                <a:cubicBezTo>
                  <a:pt x="18626" y="20612"/>
                  <a:pt x="18396" y="20552"/>
                  <a:pt x="18231" y="20457"/>
                </a:cubicBezTo>
                <a:lnTo>
                  <a:pt x="18227" y="20459"/>
                </a:lnTo>
                <a:lnTo>
                  <a:pt x="17991" y="20342"/>
                </a:lnTo>
                <a:lnTo>
                  <a:pt x="17991" y="1256"/>
                </a:lnTo>
                <a:lnTo>
                  <a:pt x="18255" y="1126"/>
                </a:lnTo>
                <a:lnTo>
                  <a:pt x="18258" y="1127"/>
                </a:lnTo>
                <a:cubicBezTo>
                  <a:pt x="18421" y="1042"/>
                  <a:pt x="18641" y="987"/>
                  <a:pt x="18886" y="987"/>
                </a:cubicBezTo>
                <a:cubicBezTo>
                  <a:pt x="19385" y="987"/>
                  <a:pt x="19790" y="1208"/>
                  <a:pt x="19790" y="1479"/>
                </a:cubicBezTo>
                <a:cubicBezTo>
                  <a:pt x="19790" y="1479"/>
                  <a:pt x="19790" y="20121"/>
                  <a:pt x="19790" y="20121"/>
                </a:cubicBezTo>
                <a:close/>
                <a:moveTo>
                  <a:pt x="16192" y="19448"/>
                </a:moveTo>
                <a:lnTo>
                  <a:pt x="7196" y="14978"/>
                </a:lnTo>
                <a:lnTo>
                  <a:pt x="7196" y="6607"/>
                </a:lnTo>
                <a:lnTo>
                  <a:pt x="7599" y="6407"/>
                </a:lnTo>
                <a:lnTo>
                  <a:pt x="7595" y="6406"/>
                </a:lnTo>
                <a:lnTo>
                  <a:pt x="16192" y="2147"/>
                </a:lnTo>
                <a:cubicBezTo>
                  <a:pt x="16192" y="2147"/>
                  <a:pt x="16192" y="19448"/>
                  <a:pt x="16192" y="19448"/>
                </a:cubicBezTo>
                <a:close/>
                <a:moveTo>
                  <a:pt x="5397" y="14648"/>
                </a:moveTo>
                <a:cubicBezTo>
                  <a:pt x="3344" y="14284"/>
                  <a:pt x="1799" y="12700"/>
                  <a:pt x="1799" y="10800"/>
                </a:cubicBezTo>
                <a:cubicBezTo>
                  <a:pt x="1799" y="8900"/>
                  <a:pt x="3344" y="7315"/>
                  <a:pt x="5397" y="6952"/>
                </a:cubicBezTo>
                <a:cubicBezTo>
                  <a:pt x="5397" y="6952"/>
                  <a:pt x="5397" y="14648"/>
                  <a:pt x="5397" y="14648"/>
                </a:cubicBezTo>
                <a:close/>
                <a:moveTo>
                  <a:pt x="21589" y="1527"/>
                </a:moveTo>
                <a:cubicBezTo>
                  <a:pt x="21591" y="1508"/>
                  <a:pt x="21600" y="1490"/>
                  <a:pt x="21600" y="1472"/>
                </a:cubicBezTo>
                <a:cubicBezTo>
                  <a:pt x="21600" y="658"/>
                  <a:pt x="20386" y="0"/>
                  <a:pt x="18889" y="0"/>
                </a:cubicBezTo>
                <a:cubicBezTo>
                  <a:pt x="18123" y="0"/>
                  <a:pt x="17435" y="174"/>
                  <a:pt x="16942" y="451"/>
                </a:cubicBezTo>
                <a:lnTo>
                  <a:pt x="5939" y="5905"/>
                </a:lnTo>
                <a:cubicBezTo>
                  <a:pt x="2628" y="6050"/>
                  <a:pt x="0" y="8183"/>
                  <a:pt x="0" y="10800"/>
                </a:cubicBezTo>
                <a:cubicBezTo>
                  <a:pt x="0" y="13425"/>
                  <a:pt x="2646" y="15563"/>
                  <a:pt x="5972" y="15696"/>
                </a:cubicBezTo>
                <a:lnTo>
                  <a:pt x="16942" y="21148"/>
                </a:lnTo>
                <a:cubicBezTo>
                  <a:pt x="17434" y="21426"/>
                  <a:pt x="18123" y="21600"/>
                  <a:pt x="18889" y="21600"/>
                </a:cubicBezTo>
                <a:cubicBezTo>
                  <a:pt x="20386" y="21600"/>
                  <a:pt x="21600" y="20941"/>
                  <a:pt x="21600" y="20129"/>
                </a:cubicBezTo>
                <a:cubicBezTo>
                  <a:pt x="21600" y="20110"/>
                  <a:pt x="21591" y="20092"/>
                  <a:pt x="21589" y="20073"/>
                </a:cubicBezTo>
                <a:cubicBezTo>
                  <a:pt x="21589" y="20073"/>
                  <a:pt x="21589" y="1527"/>
                  <a:pt x="21589" y="1527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62" name="Shape 2676">
            <a:extLst>
              <a:ext uri="{FF2B5EF4-FFF2-40B4-BE49-F238E27FC236}">
                <a16:creationId xmlns:a16="http://schemas.microsoft.com/office/drawing/2014/main" id="{893E9DA0-F629-8436-5849-AD2ABCBE5C5C}"/>
              </a:ext>
            </a:extLst>
          </p:cNvPr>
          <p:cNvSpPr/>
          <p:nvPr userDrawn="1"/>
        </p:nvSpPr>
        <p:spPr>
          <a:xfrm>
            <a:off x="11022140" y="4015505"/>
            <a:ext cx="202879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850" y="20121"/>
                </a:moveTo>
                <a:cubicBezTo>
                  <a:pt x="14850" y="20393"/>
                  <a:pt x="14546" y="20612"/>
                  <a:pt x="14171" y="20612"/>
                </a:cubicBezTo>
                <a:cubicBezTo>
                  <a:pt x="13977" y="20612"/>
                  <a:pt x="13804" y="20552"/>
                  <a:pt x="13680" y="20457"/>
                </a:cubicBezTo>
                <a:lnTo>
                  <a:pt x="13677" y="20459"/>
                </a:lnTo>
                <a:lnTo>
                  <a:pt x="13500" y="20342"/>
                </a:lnTo>
                <a:lnTo>
                  <a:pt x="13500" y="1256"/>
                </a:lnTo>
                <a:lnTo>
                  <a:pt x="13698" y="1126"/>
                </a:lnTo>
                <a:lnTo>
                  <a:pt x="13700" y="1127"/>
                </a:lnTo>
                <a:cubicBezTo>
                  <a:pt x="13822" y="1042"/>
                  <a:pt x="13988" y="987"/>
                  <a:pt x="14171" y="987"/>
                </a:cubicBezTo>
                <a:cubicBezTo>
                  <a:pt x="14546" y="987"/>
                  <a:pt x="14850" y="1208"/>
                  <a:pt x="14850" y="1479"/>
                </a:cubicBezTo>
                <a:cubicBezTo>
                  <a:pt x="14850" y="1479"/>
                  <a:pt x="14850" y="20121"/>
                  <a:pt x="14850" y="20121"/>
                </a:cubicBezTo>
                <a:close/>
                <a:moveTo>
                  <a:pt x="12150" y="19448"/>
                </a:moveTo>
                <a:lnTo>
                  <a:pt x="5400" y="14978"/>
                </a:lnTo>
                <a:lnTo>
                  <a:pt x="5400" y="6607"/>
                </a:lnTo>
                <a:lnTo>
                  <a:pt x="5702" y="6407"/>
                </a:lnTo>
                <a:lnTo>
                  <a:pt x="5699" y="6406"/>
                </a:lnTo>
                <a:lnTo>
                  <a:pt x="12150" y="2147"/>
                </a:lnTo>
                <a:cubicBezTo>
                  <a:pt x="12150" y="2147"/>
                  <a:pt x="12150" y="19448"/>
                  <a:pt x="12150" y="19448"/>
                </a:cubicBezTo>
                <a:close/>
                <a:moveTo>
                  <a:pt x="4050" y="14648"/>
                </a:moveTo>
                <a:cubicBezTo>
                  <a:pt x="2509" y="14284"/>
                  <a:pt x="1350" y="12700"/>
                  <a:pt x="1350" y="10800"/>
                </a:cubicBezTo>
                <a:cubicBezTo>
                  <a:pt x="1350" y="8900"/>
                  <a:pt x="2509" y="7315"/>
                  <a:pt x="4050" y="6952"/>
                </a:cubicBezTo>
                <a:cubicBezTo>
                  <a:pt x="4050" y="6952"/>
                  <a:pt x="4050" y="14648"/>
                  <a:pt x="4050" y="14648"/>
                </a:cubicBezTo>
                <a:close/>
                <a:moveTo>
                  <a:pt x="16208" y="1472"/>
                </a:moveTo>
                <a:cubicBezTo>
                  <a:pt x="16208" y="658"/>
                  <a:pt x="15297" y="0"/>
                  <a:pt x="14174" y="0"/>
                </a:cubicBezTo>
                <a:cubicBezTo>
                  <a:pt x="13599" y="0"/>
                  <a:pt x="13083" y="174"/>
                  <a:pt x="12713" y="451"/>
                </a:cubicBezTo>
                <a:lnTo>
                  <a:pt x="4456" y="5905"/>
                </a:lnTo>
                <a:cubicBezTo>
                  <a:pt x="1972" y="6050"/>
                  <a:pt x="0" y="8183"/>
                  <a:pt x="0" y="10800"/>
                </a:cubicBezTo>
                <a:cubicBezTo>
                  <a:pt x="0" y="13425"/>
                  <a:pt x="1985" y="15563"/>
                  <a:pt x="4481" y="15696"/>
                </a:cubicBezTo>
                <a:lnTo>
                  <a:pt x="12713" y="21148"/>
                </a:lnTo>
                <a:cubicBezTo>
                  <a:pt x="13083" y="21426"/>
                  <a:pt x="13599" y="21600"/>
                  <a:pt x="14174" y="21600"/>
                </a:cubicBezTo>
                <a:cubicBezTo>
                  <a:pt x="15297" y="21600"/>
                  <a:pt x="16208" y="20941"/>
                  <a:pt x="16208" y="20129"/>
                </a:cubicBezTo>
                <a:cubicBezTo>
                  <a:pt x="16208" y="20110"/>
                  <a:pt x="16201" y="20092"/>
                  <a:pt x="16200" y="20073"/>
                </a:cubicBezTo>
                <a:lnTo>
                  <a:pt x="16200" y="1527"/>
                </a:lnTo>
                <a:cubicBezTo>
                  <a:pt x="16201" y="1508"/>
                  <a:pt x="16208" y="1490"/>
                  <a:pt x="16208" y="1472"/>
                </a:cubicBezTo>
                <a:moveTo>
                  <a:pt x="18225" y="7855"/>
                </a:moveTo>
                <a:cubicBezTo>
                  <a:pt x="17852" y="7855"/>
                  <a:pt x="17550" y="8074"/>
                  <a:pt x="17550" y="8345"/>
                </a:cubicBezTo>
                <a:cubicBezTo>
                  <a:pt x="17550" y="8617"/>
                  <a:pt x="17852" y="8836"/>
                  <a:pt x="18225" y="8836"/>
                </a:cubicBezTo>
                <a:cubicBezTo>
                  <a:pt x="19344" y="8836"/>
                  <a:pt x="20250" y="9716"/>
                  <a:pt x="20250" y="10800"/>
                </a:cubicBezTo>
                <a:cubicBezTo>
                  <a:pt x="20250" y="11884"/>
                  <a:pt x="19344" y="12764"/>
                  <a:pt x="18225" y="12764"/>
                </a:cubicBezTo>
                <a:cubicBezTo>
                  <a:pt x="17852" y="12764"/>
                  <a:pt x="17550" y="12983"/>
                  <a:pt x="17550" y="13255"/>
                </a:cubicBezTo>
                <a:cubicBezTo>
                  <a:pt x="17550" y="13526"/>
                  <a:pt x="17852" y="13745"/>
                  <a:pt x="18225" y="13745"/>
                </a:cubicBezTo>
                <a:cubicBezTo>
                  <a:pt x="20089" y="13745"/>
                  <a:pt x="21600" y="12426"/>
                  <a:pt x="21600" y="10800"/>
                </a:cubicBezTo>
                <a:cubicBezTo>
                  <a:pt x="21600" y="9173"/>
                  <a:pt x="20089" y="7855"/>
                  <a:pt x="18225" y="7855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63" name="Shape 2677">
            <a:extLst>
              <a:ext uri="{FF2B5EF4-FFF2-40B4-BE49-F238E27FC236}">
                <a16:creationId xmlns:a16="http://schemas.microsoft.com/office/drawing/2014/main" id="{20A93DED-0419-146A-B58C-2735BEA88B39}"/>
              </a:ext>
            </a:extLst>
          </p:cNvPr>
          <p:cNvSpPr/>
          <p:nvPr userDrawn="1"/>
        </p:nvSpPr>
        <p:spPr>
          <a:xfrm>
            <a:off x="6144856" y="4544600"/>
            <a:ext cx="253599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60" y="7855"/>
                </a:moveTo>
                <a:cubicBezTo>
                  <a:pt x="15362" y="7855"/>
                  <a:pt x="15120" y="8075"/>
                  <a:pt x="15120" y="8345"/>
                </a:cubicBezTo>
                <a:cubicBezTo>
                  <a:pt x="15120" y="8617"/>
                  <a:pt x="15362" y="8836"/>
                  <a:pt x="15660" y="8836"/>
                </a:cubicBezTo>
                <a:cubicBezTo>
                  <a:pt x="16555" y="8836"/>
                  <a:pt x="17280" y="9716"/>
                  <a:pt x="17280" y="10800"/>
                </a:cubicBezTo>
                <a:cubicBezTo>
                  <a:pt x="17280" y="11884"/>
                  <a:pt x="16555" y="12764"/>
                  <a:pt x="15660" y="12764"/>
                </a:cubicBezTo>
                <a:cubicBezTo>
                  <a:pt x="15362" y="12764"/>
                  <a:pt x="15120" y="12984"/>
                  <a:pt x="15120" y="13255"/>
                </a:cubicBezTo>
                <a:cubicBezTo>
                  <a:pt x="15120" y="13526"/>
                  <a:pt x="15362" y="13745"/>
                  <a:pt x="15660" y="13745"/>
                </a:cubicBezTo>
                <a:cubicBezTo>
                  <a:pt x="17151" y="13745"/>
                  <a:pt x="18360" y="12427"/>
                  <a:pt x="18360" y="10800"/>
                </a:cubicBezTo>
                <a:cubicBezTo>
                  <a:pt x="18360" y="9174"/>
                  <a:pt x="17151" y="7855"/>
                  <a:pt x="15660" y="7855"/>
                </a:cubicBezTo>
                <a:moveTo>
                  <a:pt x="18472" y="5611"/>
                </a:moveTo>
                <a:lnTo>
                  <a:pt x="18463" y="5625"/>
                </a:lnTo>
                <a:cubicBezTo>
                  <a:pt x="18383" y="5584"/>
                  <a:pt x="18296" y="5554"/>
                  <a:pt x="18198" y="5554"/>
                </a:cubicBezTo>
                <a:cubicBezTo>
                  <a:pt x="17900" y="5554"/>
                  <a:pt x="17660" y="5774"/>
                  <a:pt x="17660" y="6044"/>
                </a:cubicBezTo>
                <a:cubicBezTo>
                  <a:pt x="17660" y="6216"/>
                  <a:pt x="17763" y="6361"/>
                  <a:pt x="17910" y="6449"/>
                </a:cubicBezTo>
                <a:lnTo>
                  <a:pt x="17909" y="6451"/>
                </a:lnTo>
                <a:cubicBezTo>
                  <a:pt x="19460" y="7271"/>
                  <a:pt x="20520" y="8909"/>
                  <a:pt x="20520" y="10800"/>
                </a:cubicBezTo>
                <a:cubicBezTo>
                  <a:pt x="20520" y="12689"/>
                  <a:pt x="19463" y="14325"/>
                  <a:pt x="17915" y="15147"/>
                </a:cubicBezTo>
                <a:lnTo>
                  <a:pt x="17919" y="15152"/>
                </a:lnTo>
                <a:cubicBezTo>
                  <a:pt x="17771" y="15239"/>
                  <a:pt x="17668" y="15384"/>
                  <a:pt x="17668" y="15556"/>
                </a:cubicBezTo>
                <a:cubicBezTo>
                  <a:pt x="17668" y="15827"/>
                  <a:pt x="17910" y="16046"/>
                  <a:pt x="18208" y="16046"/>
                </a:cubicBezTo>
                <a:cubicBezTo>
                  <a:pt x="18306" y="16046"/>
                  <a:pt x="18393" y="16016"/>
                  <a:pt x="18473" y="15975"/>
                </a:cubicBezTo>
                <a:lnTo>
                  <a:pt x="18480" y="15985"/>
                </a:lnTo>
                <a:cubicBezTo>
                  <a:pt x="20338" y="14990"/>
                  <a:pt x="21600" y="13041"/>
                  <a:pt x="21600" y="10800"/>
                </a:cubicBezTo>
                <a:cubicBezTo>
                  <a:pt x="21600" y="8556"/>
                  <a:pt x="20334" y="6606"/>
                  <a:pt x="18472" y="5611"/>
                </a:cubicBezTo>
                <a:moveTo>
                  <a:pt x="11880" y="20121"/>
                </a:moveTo>
                <a:cubicBezTo>
                  <a:pt x="11880" y="20393"/>
                  <a:pt x="11637" y="20612"/>
                  <a:pt x="11337" y="20612"/>
                </a:cubicBezTo>
                <a:cubicBezTo>
                  <a:pt x="11181" y="20612"/>
                  <a:pt x="11043" y="20552"/>
                  <a:pt x="10944" y="20457"/>
                </a:cubicBezTo>
                <a:lnTo>
                  <a:pt x="10942" y="20459"/>
                </a:lnTo>
                <a:lnTo>
                  <a:pt x="10800" y="20342"/>
                </a:lnTo>
                <a:lnTo>
                  <a:pt x="10800" y="1256"/>
                </a:lnTo>
                <a:lnTo>
                  <a:pt x="10958" y="1126"/>
                </a:lnTo>
                <a:lnTo>
                  <a:pt x="10960" y="1127"/>
                </a:lnTo>
                <a:cubicBezTo>
                  <a:pt x="11058" y="1042"/>
                  <a:pt x="11190" y="988"/>
                  <a:pt x="11337" y="988"/>
                </a:cubicBezTo>
                <a:cubicBezTo>
                  <a:pt x="11637" y="988"/>
                  <a:pt x="11880" y="1208"/>
                  <a:pt x="11880" y="1480"/>
                </a:cubicBezTo>
                <a:cubicBezTo>
                  <a:pt x="11880" y="1480"/>
                  <a:pt x="11880" y="20121"/>
                  <a:pt x="11880" y="20121"/>
                </a:cubicBezTo>
                <a:close/>
                <a:moveTo>
                  <a:pt x="9720" y="19448"/>
                </a:moveTo>
                <a:lnTo>
                  <a:pt x="4320" y="14979"/>
                </a:lnTo>
                <a:lnTo>
                  <a:pt x="4320" y="6607"/>
                </a:lnTo>
                <a:lnTo>
                  <a:pt x="4561" y="6407"/>
                </a:lnTo>
                <a:lnTo>
                  <a:pt x="4560" y="6406"/>
                </a:lnTo>
                <a:lnTo>
                  <a:pt x="9720" y="2147"/>
                </a:lnTo>
                <a:cubicBezTo>
                  <a:pt x="9720" y="2147"/>
                  <a:pt x="9720" y="19448"/>
                  <a:pt x="9720" y="19448"/>
                </a:cubicBezTo>
                <a:close/>
                <a:moveTo>
                  <a:pt x="3240" y="14649"/>
                </a:moveTo>
                <a:cubicBezTo>
                  <a:pt x="2008" y="14285"/>
                  <a:pt x="1080" y="12700"/>
                  <a:pt x="1080" y="10800"/>
                </a:cubicBezTo>
                <a:cubicBezTo>
                  <a:pt x="1080" y="8900"/>
                  <a:pt x="2008" y="7316"/>
                  <a:pt x="3240" y="6952"/>
                </a:cubicBezTo>
                <a:cubicBezTo>
                  <a:pt x="3240" y="6952"/>
                  <a:pt x="3240" y="14649"/>
                  <a:pt x="3240" y="14649"/>
                </a:cubicBezTo>
                <a:close/>
                <a:moveTo>
                  <a:pt x="12966" y="1472"/>
                </a:moveTo>
                <a:cubicBezTo>
                  <a:pt x="12966" y="659"/>
                  <a:pt x="12238" y="0"/>
                  <a:pt x="11339" y="0"/>
                </a:cubicBezTo>
                <a:cubicBezTo>
                  <a:pt x="10879" y="0"/>
                  <a:pt x="10466" y="175"/>
                  <a:pt x="10170" y="451"/>
                </a:cubicBezTo>
                <a:lnTo>
                  <a:pt x="3565" y="5905"/>
                </a:lnTo>
                <a:cubicBezTo>
                  <a:pt x="1578" y="6051"/>
                  <a:pt x="0" y="8183"/>
                  <a:pt x="0" y="10800"/>
                </a:cubicBezTo>
                <a:cubicBezTo>
                  <a:pt x="0" y="13426"/>
                  <a:pt x="1588" y="15564"/>
                  <a:pt x="3585" y="15697"/>
                </a:cubicBezTo>
                <a:lnTo>
                  <a:pt x="10170" y="21148"/>
                </a:lnTo>
                <a:cubicBezTo>
                  <a:pt x="10466" y="21426"/>
                  <a:pt x="10879" y="21600"/>
                  <a:pt x="11339" y="21600"/>
                </a:cubicBezTo>
                <a:cubicBezTo>
                  <a:pt x="12238" y="21600"/>
                  <a:pt x="12966" y="20941"/>
                  <a:pt x="12966" y="20129"/>
                </a:cubicBezTo>
                <a:cubicBezTo>
                  <a:pt x="12966" y="20110"/>
                  <a:pt x="12961" y="20093"/>
                  <a:pt x="12960" y="20074"/>
                </a:cubicBezTo>
                <a:lnTo>
                  <a:pt x="12960" y="1527"/>
                </a:lnTo>
                <a:cubicBezTo>
                  <a:pt x="12961" y="1508"/>
                  <a:pt x="12966" y="1490"/>
                  <a:pt x="12966" y="1472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64" name="Shape 2678">
            <a:extLst>
              <a:ext uri="{FF2B5EF4-FFF2-40B4-BE49-F238E27FC236}">
                <a16:creationId xmlns:a16="http://schemas.microsoft.com/office/drawing/2014/main" id="{D6C6FCFC-9C4C-B200-90B3-1B0CF0997944}"/>
              </a:ext>
            </a:extLst>
          </p:cNvPr>
          <p:cNvSpPr/>
          <p:nvPr userDrawn="1"/>
        </p:nvSpPr>
        <p:spPr>
          <a:xfrm>
            <a:off x="6664733" y="4544600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121"/>
                </a:moveTo>
                <a:cubicBezTo>
                  <a:pt x="10800" y="20393"/>
                  <a:pt x="10579" y="20612"/>
                  <a:pt x="10306" y="20612"/>
                </a:cubicBezTo>
                <a:cubicBezTo>
                  <a:pt x="10165" y="20612"/>
                  <a:pt x="10039" y="20552"/>
                  <a:pt x="9949" y="20457"/>
                </a:cubicBezTo>
                <a:lnTo>
                  <a:pt x="9947" y="20459"/>
                </a:lnTo>
                <a:lnTo>
                  <a:pt x="9818" y="20342"/>
                </a:lnTo>
                <a:lnTo>
                  <a:pt x="9818" y="1256"/>
                </a:lnTo>
                <a:lnTo>
                  <a:pt x="9962" y="1126"/>
                </a:lnTo>
                <a:lnTo>
                  <a:pt x="9963" y="1127"/>
                </a:lnTo>
                <a:cubicBezTo>
                  <a:pt x="10052" y="1042"/>
                  <a:pt x="10173" y="987"/>
                  <a:pt x="10306" y="987"/>
                </a:cubicBezTo>
                <a:cubicBezTo>
                  <a:pt x="10579" y="987"/>
                  <a:pt x="10800" y="1208"/>
                  <a:pt x="10800" y="1479"/>
                </a:cubicBezTo>
                <a:cubicBezTo>
                  <a:pt x="10800" y="1479"/>
                  <a:pt x="10800" y="20121"/>
                  <a:pt x="10800" y="20121"/>
                </a:cubicBezTo>
                <a:close/>
                <a:moveTo>
                  <a:pt x="8836" y="19448"/>
                </a:moveTo>
                <a:lnTo>
                  <a:pt x="3927" y="14979"/>
                </a:lnTo>
                <a:lnTo>
                  <a:pt x="3927" y="6607"/>
                </a:lnTo>
                <a:lnTo>
                  <a:pt x="4147" y="6407"/>
                </a:lnTo>
                <a:lnTo>
                  <a:pt x="4145" y="6406"/>
                </a:lnTo>
                <a:lnTo>
                  <a:pt x="8836" y="2147"/>
                </a:lnTo>
                <a:cubicBezTo>
                  <a:pt x="8836" y="2147"/>
                  <a:pt x="8836" y="19448"/>
                  <a:pt x="8836" y="19448"/>
                </a:cubicBezTo>
                <a:close/>
                <a:moveTo>
                  <a:pt x="2945" y="14649"/>
                </a:moveTo>
                <a:cubicBezTo>
                  <a:pt x="1825" y="14285"/>
                  <a:pt x="982" y="12700"/>
                  <a:pt x="982" y="10800"/>
                </a:cubicBezTo>
                <a:cubicBezTo>
                  <a:pt x="982" y="8900"/>
                  <a:pt x="1825" y="7315"/>
                  <a:pt x="2945" y="6952"/>
                </a:cubicBezTo>
                <a:cubicBezTo>
                  <a:pt x="2945" y="6952"/>
                  <a:pt x="2945" y="14649"/>
                  <a:pt x="2945" y="14649"/>
                </a:cubicBezTo>
                <a:close/>
                <a:moveTo>
                  <a:pt x="11787" y="1472"/>
                </a:moveTo>
                <a:cubicBezTo>
                  <a:pt x="11787" y="658"/>
                  <a:pt x="11126" y="0"/>
                  <a:pt x="10308" y="0"/>
                </a:cubicBezTo>
                <a:cubicBezTo>
                  <a:pt x="9890" y="0"/>
                  <a:pt x="9515" y="174"/>
                  <a:pt x="9246" y="451"/>
                </a:cubicBezTo>
                <a:lnTo>
                  <a:pt x="3241" y="5905"/>
                </a:lnTo>
                <a:cubicBezTo>
                  <a:pt x="1434" y="6051"/>
                  <a:pt x="0" y="8183"/>
                  <a:pt x="0" y="10800"/>
                </a:cubicBezTo>
                <a:cubicBezTo>
                  <a:pt x="0" y="13425"/>
                  <a:pt x="1444" y="15563"/>
                  <a:pt x="3259" y="15696"/>
                </a:cubicBezTo>
                <a:lnTo>
                  <a:pt x="9245" y="21148"/>
                </a:lnTo>
                <a:cubicBezTo>
                  <a:pt x="9514" y="21426"/>
                  <a:pt x="9890" y="21600"/>
                  <a:pt x="10308" y="21600"/>
                </a:cubicBezTo>
                <a:cubicBezTo>
                  <a:pt x="11126" y="21600"/>
                  <a:pt x="11787" y="20941"/>
                  <a:pt x="11787" y="20129"/>
                </a:cubicBezTo>
                <a:cubicBezTo>
                  <a:pt x="11787" y="20110"/>
                  <a:pt x="11782" y="20092"/>
                  <a:pt x="11782" y="20073"/>
                </a:cubicBezTo>
                <a:lnTo>
                  <a:pt x="11782" y="1527"/>
                </a:lnTo>
                <a:cubicBezTo>
                  <a:pt x="11782" y="1508"/>
                  <a:pt x="11787" y="1490"/>
                  <a:pt x="11787" y="1472"/>
                </a:cubicBezTo>
                <a:moveTo>
                  <a:pt x="13255" y="7855"/>
                </a:moveTo>
                <a:cubicBezTo>
                  <a:pt x="12984" y="7855"/>
                  <a:pt x="12764" y="8074"/>
                  <a:pt x="12764" y="8345"/>
                </a:cubicBezTo>
                <a:cubicBezTo>
                  <a:pt x="12764" y="8617"/>
                  <a:pt x="12984" y="8836"/>
                  <a:pt x="13255" y="8836"/>
                </a:cubicBezTo>
                <a:cubicBezTo>
                  <a:pt x="14068" y="8836"/>
                  <a:pt x="14727" y="9716"/>
                  <a:pt x="14727" y="10800"/>
                </a:cubicBezTo>
                <a:cubicBezTo>
                  <a:pt x="14727" y="11884"/>
                  <a:pt x="14068" y="12764"/>
                  <a:pt x="13255" y="12764"/>
                </a:cubicBezTo>
                <a:cubicBezTo>
                  <a:pt x="12984" y="12764"/>
                  <a:pt x="12764" y="12983"/>
                  <a:pt x="12764" y="13255"/>
                </a:cubicBezTo>
                <a:cubicBezTo>
                  <a:pt x="12764" y="13526"/>
                  <a:pt x="12984" y="13745"/>
                  <a:pt x="13255" y="13745"/>
                </a:cubicBezTo>
                <a:cubicBezTo>
                  <a:pt x="14610" y="13745"/>
                  <a:pt x="15709" y="12427"/>
                  <a:pt x="15709" y="10800"/>
                </a:cubicBezTo>
                <a:cubicBezTo>
                  <a:pt x="15709" y="9173"/>
                  <a:pt x="14610" y="7855"/>
                  <a:pt x="13255" y="7855"/>
                </a:cubicBezTo>
                <a:moveTo>
                  <a:pt x="17948" y="3495"/>
                </a:moveTo>
                <a:lnTo>
                  <a:pt x="17938" y="3509"/>
                </a:lnTo>
                <a:cubicBezTo>
                  <a:pt x="17860" y="3458"/>
                  <a:pt x="17773" y="3421"/>
                  <a:pt x="17674" y="3421"/>
                </a:cubicBezTo>
                <a:cubicBezTo>
                  <a:pt x="17403" y="3421"/>
                  <a:pt x="17184" y="3641"/>
                  <a:pt x="17184" y="3912"/>
                </a:cubicBezTo>
                <a:cubicBezTo>
                  <a:pt x="17184" y="4073"/>
                  <a:pt x="17266" y="4209"/>
                  <a:pt x="17386" y="4298"/>
                </a:cubicBezTo>
                <a:cubicBezTo>
                  <a:pt x="19336" y="5711"/>
                  <a:pt x="20618" y="8095"/>
                  <a:pt x="20618" y="10800"/>
                </a:cubicBezTo>
                <a:cubicBezTo>
                  <a:pt x="20618" y="13505"/>
                  <a:pt x="19336" y="15889"/>
                  <a:pt x="17385" y="17302"/>
                </a:cubicBezTo>
                <a:lnTo>
                  <a:pt x="17389" y="17309"/>
                </a:lnTo>
                <a:cubicBezTo>
                  <a:pt x="17275" y="17398"/>
                  <a:pt x="17197" y="17531"/>
                  <a:pt x="17197" y="17688"/>
                </a:cubicBezTo>
                <a:cubicBezTo>
                  <a:pt x="17197" y="17959"/>
                  <a:pt x="17417" y="18179"/>
                  <a:pt x="17688" y="18179"/>
                </a:cubicBezTo>
                <a:cubicBezTo>
                  <a:pt x="17788" y="18179"/>
                  <a:pt x="17875" y="18142"/>
                  <a:pt x="17952" y="18091"/>
                </a:cubicBezTo>
                <a:lnTo>
                  <a:pt x="17957" y="18098"/>
                </a:lnTo>
                <a:cubicBezTo>
                  <a:pt x="17982" y="18080"/>
                  <a:pt x="18004" y="18057"/>
                  <a:pt x="18029" y="18039"/>
                </a:cubicBezTo>
                <a:cubicBezTo>
                  <a:pt x="18031" y="18037"/>
                  <a:pt x="18034" y="18035"/>
                  <a:pt x="18037" y="18033"/>
                </a:cubicBezTo>
                <a:cubicBezTo>
                  <a:pt x="20189" y="16435"/>
                  <a:pt x="21600" y="13794"/>
                  <a:pt x="21600" y="10800"/>
                </a:cubicBezTo>
                <a:cubicBezTo>
                  <a:pt x="21600" y="7763"/>
                  <a:pt x="20152" y="5085"/>
                  <a:pt x="17948" y="3495"/>
                </a:cubicBezTo>
                <a:moveTo>
                  <a:pt x="15811" y="5611"/>
                </a:moveTo>
                <a:lnTo>
                  <a:pt x="15802" y="5625"/>
                </a:lnTo>
                <a:cubicBezTo>
                  <a:pt x="15730" y="5584"/>
                  <a:pt x="15651" y="5553"/>
                  <a:pt x="15562" y="5553"/>
                </a:cubicBezTo>
                <a:cubicBezTo>
                  <a:pt x="15291" y="5553"/>
                  <a:pt x="15072" y="5773"/>
                  <a:pt x="15072" y="6044"/>
                </a:cubicBezTo>
                <a:cubicBezTo>
                  <a:pt x="15072" y="6216"/>
                  <a:pt x="15166" y="6361"/>
                  <a:pt x="15300" y="6448"/>
                </a:cubicBezTo>
                <a:lnTo>
                  <a:pt x="15299" y="6450"/>
                </a:lnTo>
                <a:cubicBezTo>
                  <a:pt x="16709" y="7270"/>
                  <a:pt x="17673" y="8909"/>
                  <a:pt x="17673" y="10800"/>
                </a:cubicBezTo>
                <a:cubicBezTo>
                  <a:pt x="17673" y="12688"/>
                  <a:pt x="16712" y="14325"/>
                  <a:pt x="15305" y="15146"/>
                </a:cubicBezTo>
                <a:lnTo>
                  <a:pt x="15309" y="15151"/>
                </a:lnTo>
                <a:cubicBezTo>
                  <a:pt x="15174" y="15239"/>
                  <a:pt x="15080" y="15384"/>
                  <a:pt x="15080" y="15555"/>
                </a:cubicBezTo>
                <a:cubicBezTo>
                  <a:pt x="15080" y="15827"/>
                  <a:pt x="15300" y="16046"/>
                  <a:pt x="15571" y="16046"/>
                </a:cubicBezTo>
                <a:cubicBezTo>
                  <a:pt x="15660" y="16046"/>
                  <a:pt x="15740" y="16016"/>
                  <a:pt x="15812" y="15975"/>
                </a:cubicBezTo>
                <a:lnTo>
                  <a:pt x="15819" y="15985"/>
                </a:lnTo>
                <a:cubicBezTo>
                  <a:pt x="17507" y="14989"/>
                  <a:pt x="18655" y="13041"/>
                  <a:pt x="18655" y="10800"/>
                </a:cubicBezTo>
                <a:cubicBezTo>
                  <a:pt x="18655" y="8556"/>
                  <a:pt x="17504" y="6606"/>
                  <a:pt x="15811" y="5611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65" name="Shape 2679">
            <a:extLst>
              <a:ext uri="{FF2B5EF4-FFF2-40B4-BE49-F238E27FC236}">
                <a16:creationId xmlns:a16="http://schemas.microsoft.com/office/drawing/2014/main" id="{60DBAF37-08D6-61B3-1D85-9375EC6B3CF6}"/>
              </a:ext>
            </a:extLst>
          </p:cNvPr>
          <p:cNvSpPr/>
          <p:nvPr userDrawn="1"/>
        </p:nvSpPr>
        <p:spPr>
          <a:xfrm>
            <a:off x="7197289" y="4557281"/>
            <a:ext cx="278958" cy="2535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24" extrusionOk="0">
                <a:moveTo>
                  <a:pt x="17182" y="13452"/>
                </a:moveTo>
                <a:cubicBezTo>
                  <a:pt x="16640" y="13452"/>
                  <a:pt x="16200" y="13935"/>
                  <a:pt x="16200" y="14529"/>
                </a:cubicBezTo>
                <a:cubicBezTo>
                  <a:pt x="16200" y="15123"/>
                  <a:pt x="16640" y="15605"/>
                  <a:pt x="17182" y="15605"/>
                </a:cubicBezTo>
                <a:cubicBezTo>
                  <a:pt x="17724" y="15605"/>
                  <a:pt x="18164" y="15123"/>
                  <a:pt x="18164" y="14529"/>
                </a:cubicBezTo>
                <a:cubicBezTo>
                  <a:pt x="18164" y="13935"/>
                  <a:pt x="17724" y="13452"/>
                  <a:pt x="17182" y="13452"/>
                </a:cubicBezTo>
                <a:moveTo>
                  <a:pt x="15218" y="15605"/>
                </a:moveTo>
                <a:cubicBezTo>
                  <a:pt x="14676" y="15605"/>
                  <a:pt x="14236" y="16087"/>
                  <a:pt x="14236" y="16681"/>
                </a:cubicBezTo>
                <a:cubicBezTo>
                  <a:pt x="14236" y="17276"/>
                  <a:pt x="14676" y="17757"/>
                  <a:pt x="15218" y="17757"/>
                </a:cubicBezTo>
                <a:cubicBezTo>
                  <a:pt x="15760" y="17757"/>
                  <a:pt x="16200" y="17276"/>
                  <a:pt x="16200" y="16681"/>
                </a:cubicBezTo>
                <a:cubicBezTo>
                  <a:pt x="16200" y="16087"/>
                  <a:pt x="15760" y="15605"/>
                  <a:pt x="15218" y="15605"/>
                </a:cubicBezTo>
                <a:moveTo>
                  <a:pt x="16200" y="20448"/>
                </a:moveTo>
                <a:cubicBezTo>
                  <a:pt x="14668" y="20448"/>
                  <a:pt x="13319" y="19593"/>
                  <a:pt x="12527" y="18295"/>
                </a:cubicBezTo>
                <a:lnTo>
                  <a:pt x="9073" y="18295"/>
                </a:lnTo>
                <a:cubicBezTo>
                  <a:pt x="8281" y="19593"/>
                  <a:pt x="6932" y="20448"/>
                  <a:pt x="5400" y="20448"/>
                </a:cubicBezTo>
                <a:cubicBezTo>
                  <a:pt x="2960" y="20448"/>
                  <a:pt x="982" y="18280"/>
                  <a:pt x="982" y="15605"/>
                </a:cubicBezTo>
                <a:cubicBezTo>
                  <a:pt x="982" y="12930"/>
                  <a:pt x="2960" y="10762"/>
                  <a:pt x="5400" y="10762"/>
                </a:cubicBezTo>
                <a:lnTo>
                  <a:pt x="16200" y="10762"/>
                </a:lnTo>
                <a:cubicBezTo>
                  <a:pt x="18640" y="10762"/>
                  <a:pt x="20618" y="12930"/>
                  <a:pt x="20618" y="15605"/>
                </a:cubicBezTo>
                <a:cubicBezTo>
                  <a:pt x="20618" y="18280"/>
                  <a:pt x="18640" y="20448"/>
                  <a:pt x="16200" y="20448"/>
                </a:cubicBezTo>
                <a:moveTo>
                  <a:pt x="16200" y="9686"/>
                </a:moveTo>
                <a:lnTo>
                  <a:pt x="11319" y="9686"/>
                </a:lnTo>
                <a:cubicBezTo>
                  <a:pt x="10837" y="8713"/>
                  <a:pt x="11227" y="8217"/>
                  <a:pt x="11943" y="7448"/>
                </a:cubicBezTo>
                <a:cubicBezTo>
                  <a:pt x="12528" y="6820"/>
                  <a:pt x="13255" y="6038"/>
                  <a:pt x="13255" y="4843"/>
                </a:cubicBezTo>
                <a:cubicBezTo>
                  <a:pt x="13255" y="1854"/>
                  <a:pt x="10169" y="128"/>
                  <a:pt x="10038" y="56"/>
                </a:cubicBezTo>
                <a:cubicBezTo>
                  <a:pt x="9796" y="-76"/>
                  <a:pt x="9501" y="32"/>
                  <a:pt x="9379" y="297"/>
                </a:cubicBezTo>
                <a:cubicBezTo>
                  <a:pt x="9258" y="562"/>
                  <a:pt x="9356" y="886"/>
                  <a:pt x="9598" y="1019"/>
                </a:cubicBezTo>
                <a:cubicBezTo>
                  <a:pt x="9625" y="1034"/>
                  <a:pt x="12273" y="2523"/>
                  <a:pt x="12273" y="4843"/>
                </a:cubicBezTo>
                <a:cubicBezTo>
                  <a:pt x="12273" y="5586"/>
                  <a:pt x="11779" y="6117"/>
                  <a:pt x="11255" y="6679"/>
                </a:cubicBezTo>
                <a:cubicBezTo>
                  <a:pt x="10584" y="7401"/>
                  <a:pt x="9775" y="8296"/>
                  <a:pt x="10277" y="9686"/>
                </a:cubicBezTo>
                <a:lnTo>
                  <a:pt x="5400" y="9686"/>
                </a:lnTo>
                <a:cubicBezTo>
                  <a:pt x="2418" y="9686"/>
                  <a:pt x="0" y="12336"/>
                  <a:pt x="0" y="15605"/>
                </a:cubicBezTo>
                <a:cubicBezTo>
                  <a:pt x="0" y="18874"/>
                  <a:pt x="2418" y="21524"/>
                  <a:pt x="5400" y="21524"/>
                </a:cubicBezTo>
                <a:cubicBezTo>
                  <a:pt x="7077" y="21524"/>
                  <a:pt x="8575" y="20686"/>
                  <a:pt x="9565" y="19372"/>
                </a:cubicBezTo>
                <a:lnTo>
                  <a:pt x="12035" y="19372"/>
                </a:lnTo>
                <a:cubicBezTo>
                  <a:pt x="13025" y="20686"/>
                  <a:pt x="14523" y="21524"/>
                  <a:pt x="16200" y="21524"/>
                </a:cubicBezTo>
                <a:cubicBezTo>
                  <a:pt x="19182" y="21524"/>
                  <a:pt x="21600" y="18874"/>
                  <a:pt x="21600" y="15605"/>
                </a:cubicBezTo>
                <a:cubicBezTo>
                  <a:pt x="21600" y="12336"/>
                  <a:pt x="19182" y="9686"/>
                  <a:pt x="16200" y="9686"/>
                </a:cubicBezTo>
                <a:moveTo>
                  <a:pt x="6873" y="15067"/>
                </a:moveTo>
                <a:lnTo>
                  <a:pt x="5891" y="15067"/>
                </a:lnTo>
                <a:lnTo>
                  <a:pt x="5891" y="13990"/>
                </a:lnTo>
                <a:cubicBezTo>
                  <a:pt x="5891" y="13694"/>
                  <a:pt x="5671" y="13452"/>
                  <a:pt x="5400" y="13452"/>
                </a:cubicBezTo>
                <a:cubicBezTo>
                  <a:pt x="5129" y="13452"/>
                  <a:pt x="4909" y="13694"/>
                  <a:pt x="4909" y="13990"/>
                </a:cubicBezTo>
                <a:lnTo>
                  <a:pt x="4909" y="15067"/>
                </a:lnTo>
                <a:lnTo>
                  <a:pt x="3927" y="15067"/>
                </a:lnTo>
                <a:cubicBezTo>
                  <a:pt x="3656" y="15067"/>
                  <a:pt x="3436" y="15307"/>
                  <a:pt x="3436" y="15605"/>
                </a:cubicBezTo>
                <a:cubicBezTo>
                  <a:pt x="3436" y="15903"/>
                  <a:pt x="3656" y="16143"/>
                  <a:pt x="3927" y="16143"/>
                </a:cubicBezTo>
                <a:lnTo>
                  <a:pt x="4909" y="16143"/>
                </a:lnTo>
                <a:lnTo>
                  <a:pt x="4909" y="17219"/>
                </a:lnTo>
                <a:cubicBezTo>
                  <a:pt x="4909" y="17517"/>
                  <a:pt x="5129" y="17757"/>
                  <a:pt x="5400" y="17757"/>
                </a:cubicBezTo>
                <a:cubicBezTo>
                  <a:pt x="5671" y="17757"/>
                  <a:pt x="5891" y="17517"/>
                  <a:pt x="5891" y="17219"/>
                </a:cubicBezTo>
                <a:lnTo>
                  <a:pt x="5891" y="16143"/>
                </a:lnTo>
                <a:lnTo>
                  <a:pt x="6873" y="16143"/>
                </a:lnTo>
                <a:cubicBezTo>
                  <a:pt x="7144" y="16143"/>
                  <a:pt x="7364" y="15903"/>
                  <a:pt x="7364" y="15605"/>
                </a:cubicBezTo>
                <a:cubicBezTo>
                  <a:pt x="7364" y="15307"/>
                  <a:pt x="7144" y="15067"/>
                  <a:pt x="6873" y="15067"/>
                </a:cubicBezTo>
                <a:moveTo>
                  <a:pt x="12273" y="12376"/>
                </a:moveTo>
                <a:cubicBezTo>
                  <a:pt x="12002" y="12376"/>
                  <a:pt x="11782" y="12617"/>
                  <a:pt x="11782" y="12914"/>
                </a:cubicBezTo>
                <a:cubicBezTo>
                  <a:pt x="11782" y="13212"/>
                  <a:pt x="12002" y="13452"/>
                  <a:pt x="12273" y="13452"/>
                </a:cubicBezTo>
                <a:cubicBezTo>
                  <a:pt x="12544" y="13452"/>
                  <a:pt x="12764" y="13212"/>
                  <a:pt x="12764" y="12914"/>
                </a:cubicBezTo>
                <a:cubicBezTo>
                  <a:pt x="12764" y="12617"/>
                  <a:pt x="12544" y="12376"/>
                  <a:pt x="12273" y="12376"/>
                </a:cubicBezTo>
                <a:moveTo>
                  <a:pt x="9327" y="12376"/>
                </a:moveTo>
                <a:cubicBezTo>
                  <a:pt x="9056" y="12376"/>
                  <a:pt x="8836" y="12617"/>
                  <a:pt x="8836" y="12914"/>
                </a:cubicBezTo>
                <a:cubicBezTo>
                  <a:pt x="8836" y="13212"/>
                  <a:pt x="9056" y="13452"/>
                  <a:pt x="9327" y="13452"/>
                </a:cubicBezTo>
                <a:cubicBezTo>
                  <a:pt x="9598" y="13452"/>
                  <a:pt x="9818" y="13212"/>
                  <a:pt x="9818" y="12914"/>
                </a:cubicBezTo>
                <a:cubicBezTo>
                  <a:pt x="9818" y="12617"/>
                  <a:pt x="9598" y="12376"/>
                  <a:pt x="9327" y="1237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66" name="Shape 2680">
            <a:extLst>
              <a:ext uri="{FF2B5EF4-FFF2-40B4-BE49-F238E27FC236}">
                <a16:creationId xmlns:a16="http://schemas.microsoft.com/office/drawing/2014/main" id="{1F6882A4-F421-0C2A-37B3-C2F75D26D868}"/>
              </a:ext>
            </a:extLst>
          </p:cNvPr>
          <p:cNvSpPr/>
          <p:nvPr userDrawn="1"/>
        </p:nvSpPr>
        <p:spPr>
          <a:xfrm>
            <a:off x="7729845" y="4544600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255" y="15709"/>
                </a:moveTo>
                <a:lnTo>
                  <a:pt x="10309" y="15709"/>
                </a:lnTo>
                <a:cubicBezTo>
                  <a:pt x="10038" y="15709"/>
                  <a:pt x="9818" y="15929"/>
                  <a:pt x="9818" y="16200"/>
                </a:cubicBezTo>
                <a:cubicBezTo>
                  <a:pt x="9818" y="16472"/>
                  <a:pt x="10038" y="16691"/>
                  <a:pt x="10309" y="16691"/>
                </a:cubicBezTo>
                <a:lnTo>
                  <a:pt x="13255" y="16691"/>
                </a:lnTo>
                <a:cubicBezTo>
                  <a:pt x="13525" y="16691"/>
                  <a:pt x="13745" y="16472"/>
                  <a:pt x="13745" y="16200"/>
                </a:cubicBezTo>
                <a:cubicBezTo>
                  <a:pt x="13745" y="15929"/>
                  <a:pt x="13525" y="15709"/>
                  <a:pt x="13255" y="15709"/>
                </a:cubicBezTo>
                <a:moveTo>
                  <a:pt x="9818" y="12273"/>
                </a:moveTo>
                <a:cubicBezTo>
                  <a:pt x="9818" y="12112"/>
                  <a:pt x="9736" y="11976"/>
                  <a:pt x="9617" y="11887"/>
                </a:cubicBezTo>
                <a:lnTo>
                  <a:pt x="9622" y="11880"/>
                </a:lnTo>
                <a:lnTo>
                  <a:pt x="5695" y="8935"/>
                </a:lnTo>
                <a:lnTo>
                  <a:pt x="5690" y="8941"/>
                </a:lnTo>
                <a:cubicBezTo>
                  <a:pt x="5608" y="8880"/>
                  <a:pt x="5511" y="8836"/>
                  <a:pt x="5400" y="8836"/>
                </a:cubicBezTo>
                <a:cubicBezTo>
                  <a:pt x="5129" y="8836"/>
                  <a:pt x="4909" y="9056"/>
                  <a:pt x="4909" y="9327"/>
                </a:cubicBezTo>
                <a:cubicBezTo>
                  <a:pt x="4909" y="9488"/>
                  <a:pt x="4991" y="9624"/>
                  <a:pt x="5110" y="9713"/>
                </a:cubicBezTo>
                <a:lnTo>
                  <a:pt x="5105" y="9720"/>
                </a:lnTo>
                <a:lnTo>
                  <a:pt x="8509" y="12273"/>
                </a:lnTo>
                <a:lnTo>
                  <a:pt x="5105" y="14826"/>
                </a:lnTo>
                <a:lnTo>
                  <a:pt x="5110" y="14832"/>
                </a:lnTo>
                <a:cubicBezTo>
                  <a:pt x="4991" y="14922"/>
                  <a:pt x="4909" y="15058"/>
                  <a:pt x="4909" y="15218"/>
                </a:cubicBezTo>
                <a:cubicBezTo>
                  <a:pt x="4909" y="15490"/>
                  <a:pt x="5129" y="15709"/>
                  <a:pt x="5400" y="15709"/>
                </a:cubicBezTo>
                <a:cubicBezTo>
                  <a:pt x="5511" y="15709"/>
                  <a:pt x="5607" y="15666"/>
                  <a:pt x="5690" y="15604"/>
                </a:cubicBezTo>
                <a:lnTo>
                  <a:pt x="5695" y="15611"/>
                </a:lnTo>
                <a:lnTo>
                  <a:pt x="9622" y="12666"/>
                </a:lnTo>
                <a:lnTo>
                  <a:pt x="9617" y="12659"/>
                </a:lnTo>
                <a:cubicBezTo>
                  <a:pt x="9736" y="12569"/>
                  <a:pt x="9818" y="12433"/>
                  <a:pt x="9818" y="12273"/>
                </a:cubicBezTo>
                <a:moveTo>
                  <a:pt x="20618" y="19636"/>
                </a:moveTo>
                <a:cubicBezTo>
                  <a:pt x="20618" y="20178"/>
                  <a:pt x="20178" y="20618"/>
                  <a:pt x="19636" y="20618"/>
                </a:cubicBez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964"/>
                </a:lnTo>
                <a:cubicBezTo>
                  <a:pt x="982" y="1422"/>
                  <a:pt x="1422" y="982"/>
                  <a:pt x="1964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cubicBezTo>
                  <a:pt x="20618" y="1964"/>
                  <a:pt x="20618" y="19636"/>
                  <a:pt x="20618" y="19636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67" name="Shape 2681">
            <a:extLst>
              <a:ext uri="{FF2B5EF4-FFF2-40B4-BE49-F238E27FC236}">
                <a16:creationId xmlns:a16="http://schemas.microsoft.com/office/drawing/2014/main" id="{D993BEAB-2DA4-E753-1987-AFB8F3C99BA3}"/>
              </a:ext>
            </a:extLst>
          </p:cNvPr>
          <p:cNvSpPr/>
          <p:nvPr userDrawn="1"/>
        </p:nvSpPr>
        <p:spPr>
          <a:xfrm>
            <a:off x="8262402" y="4544600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382" y="19636"/>
                </a:moveTo>
                <a:lnTo>
                  <a:pt x="11291" y="19636"/>
                </a:lnTo>
                <a:cubicBezTo>
                  <a:pt x="11562" y="19636"/>
                  <a:pt x="11782" y="19416"/>
                  <a:pt x="11782" y="19146"/>
                </a:cubicBezTo>
                <a:cubicBezTo>
                  <a:pt x="11782" y="18874"/>
                  <a:pt x="11562" y="18655"/>
                  <a:pt x="11291" y="18655"/>
                </a:cubicBezTo>
                <a:lnTo>
                  <a:pt x="6382" y="18655"/>
                </a:lnTo>
                <a:cubicBezTo>
                  <a:pt x="6111" y="18655"/>
                  <a:pt x="5891" y="18874"/>
                  <a:pt x="5891" y="19146"/>
                </a:cubicBezTo>
                <a:cubicBezTo>
                  <a:pt x="5891" y="19416"/>
                  <a:pt x="6111" y="19636"/>
                  <a:pt x="6382" y="19636"/>
                </a:cubicBezTo>
                <a:moveTo>
                  <a:pt x="20618" y="19636"/>
                </a:moveTo>
                <a:cubicBezTo>
                  <a:pt x="20618" y="20178"/>
                  <a:pt x="20178" y="20618"/>
                  <a:pt x="19636" y="20618"/>
                </a:cubicBez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7673"/>
                </a:lnTo>
                <a:lnTo>
                  <a:pt x="20618" y="17673"/>
                </a:lnTo>
                <a:cubicBezTo>
                  <a:pt x="20618" y="17673"/>
                  <a:pt x="20618" y="19636"/>
                  <a:pt x="20618" y="19636"/>
                </a:cubicBezTo>
                <a:close/>
                <a:moveTo>
                  <a:pt x="2822" y="10800"/>
                </a:moveTo>
                <a:lnTo>
                  <a:pt x="18778" y="10800"/>
                </a:lnTo>
                <a:lnTo>
                  <a:pt x="20461" y="16691"/>
                </a:lnTo>
                <a:lnTo>
                  <a:pt x="1139" y="16691"/>
                </a:lnTo>
                <a:cubicBezTo>
                  <a:pt x="1139" y="16691"/>
                  <a:pt x="2822" y="10800"/>
                  <a:pt x="2822" y="10800"/>
                </a:cubicBezTo>
                <a:close/>
                <a:moveTo>
                  <a:pt x="21600" y="17182"/>
                </a:moveTo>
                <a:cubicBezTo>
                  <a:pt x="21600" y="17118"/>
                  <a:pt x="21586" y="17057"/>
                  <a:pt x="21563" y="17000"/>
                </a:cubicBezTo>
                <a:lnTo>
                  <a:pt x="21565" y="17000"/>
                </a:lnTo>
                <a:lnTo>
                  <a:pt x="19602" y="10127"/>
                </a:lnTo>
                <a:lnTo>
                  <a:pt x="19599" y="10128"/>
                </a:lnTo>
                <a:cubicBezTo>
                  <a:pt x="19527" y="9947"/>
                  <a:pt x="19352" y="9818"/>
                  <a:pt x="19145" y="9818"/>
                </a:cubicBezTo>
                <a:lnTo>
                  <a:pt x="18164" y="9818"/>
                </a:lnTo>
                <a:lnTo>
                  <a:pt x="18164" y="3927"/>
                </a:lnTo>
                <a:cubicBezTo>
                  <a:pt x="18164" y="3656"/>
                  <a:pt x="17944" y="3436"/>
                  <a:pt x="17673" y="3436"/>
                </a:cubicBezTo>
                <a:cubicBezTo>
                  <a:pt x="17402" y="3436"/>
                  <a:pt x="17182" y="3656"/>
                  <a:pt x="17182" y="3927"/>
                </a:cubicBezTo>
                <a:lnTo>
                  <a:pt x="17182" y="9818"/>
                </a:lnTo>
                <a:lnTo>
                  <a:pt x="4418" y="9818"/>
                </a:lnTo>
                <a:lnTo>
                  <a:pt x="4418" y="3927"/>
                </a:lnTo>
                <a:cubicBezTo>
                  <a:pt x="4418" y="3656"/>
                  <a:pt x="4198" y="3436"/>
                  <a:pt x="3927" y="3436"/>
                </a:cubicBezTo>
                <a:cubicBezTo>
                  <a:pt x="3656" y="3436"/>
                  <a:pt x="3436" y="3656"/>
                  <a:pt x="3436" y="3927"/>
                </a:cubicBezTo>
                <a:lnTo>
                  <a:pt x="3436" y="9818"/>
                </a:lnTo>
                <a:lnTo>
                  <a:pt x="2455" y="9818"/>
                </a:lnTo>
                <a:cubicBezTo>
                  <a:pt x="2248" y="9818"/>
                  <a:pt x="2073" y="9947"/>
                  <a:pt x="2001" y="10128"/>
                </a:cubicBezTo>
                <a:lnTo>
                  <a:pt x="1998" y="10127"/>
                </a:lnTo>
                <a:lnTo>
                  <a:pt x="35" y="17000"/>
                </a:lnTo>
                <a:lnTo>
                  <a:pt x="37" y="17001"/>
                </a:lnTo>
                <a:cubicBezTo>
                  <a:pt x="14" y="17057"/>
                  <a:pt x="0" y="17118"/>
                  <a:pt x="0" y="17182"/>
                </a:cubicBezTo>
                <a:lnTo>
                  <a:pt x="0" y="18164"/>
                </a:lnTo>
                <a:lnTo>
                  <a:pt x="68" y="18164"/>
                </a:lnTo>
                <a:cubicBezTo>
                  <a:pt x="25" y="18320"/>
                  <a:pt x="0" y="18484"/>
                  <a:pt x="0" y="18655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18655"/>
                </a:lnTo>
                <a:cubicBezTo>
                  <a:pt x="21600" y="18484"/>
                  <a:pt x="21575" y="18320"/>
                  <a:pt x="21532" y="18164"/>
                </a:cubicBezTo>
                <a:lnTo>
                  <a:pt x="21600" y="18164"/>
                </a:lnTo>
                <a:cubicBezTo>
                  <a:pt x="21600" y="18164"/>
                  <a:pt x="21600" y="17182"/>
                  <a:pt x="21600" y="17182"/>
                </a:cubicBezTo>
                <a:close/>
                <a:moveTo>
                  <a:pt x="4418" y="19636"/>
                </a:moveTo>
                <a:cubicBezTo>
                  <a:pt x="4689" y="19636"/>
                  <a:pt x="4909" y="19416"/>
                  <a:pt x="4909" y="19146"/>
                </a:cubicBezTo>
                <a:cubicBezTo>
                  <a:pt x="4909" y="18874"/>
                  <a:pt x="4689" y="18655"/>
                  <a:pt x="4418" y="18655"/>
                </a:cubicBezTo>
                <a:cubicBezTo>
                  <a:pt x="4147" y="18655"/>
                  <a:pt x="3927" y="18874"/>
                  <a:pt x="3927" y="19146"/>
                </a:cubicBezTo>
                <a:cubicBezTo>
                  <a:pt x="3927" y="19416"/>
                  <a:pt x="4147" y="19636"/>
                  <a:pt x="4418" y="19636"/>
                </a:cubicBezTo>
                <a:moveTo>
                  <a:pt x="2455" y="19636"/>
                </a:moveTo>
                <a:cubicBezTo>
                  <a:pt x="2725" y="19636"/>
                  <a:pt x="2945" y="19416"/>
                  <a:pt x="2945" y="19146"/>
                </a:cubicBezTo>
                <a:cubicBezTo>
                  <a:pt x="2945" y="18874"/>
                  <a:pt x="2725" y="18655"/>
                  <a:pt x="2455" y="18655"/>
                </a:cubicBezTo>
                <a:cubicBezTo>
                  <a:pt x="2184" y="18655"/>
                  <a:pt x="1964" y="18874"/>
                  <a:pt x="1964" y="19146"/>
                </a:cubicBezTo>
                <a:cubicBezTo>
                  <a:pt x="1964" y="19416"/>
                  <a:pt x="2184" y="19636"/>
                  <a:pt x="2455" y="19636"/>
                </a:cubicBezTo>
                <a:moveTo>
                  <a:pt x="12003" y="3573"/>
                </a:moveTo>
                <a:lnTo>
                  <a:pt x="12664" y="2838"/>
                </a:lnTo>
                <a:cubicBezTo>
                  <a:pt x="12214" y="2308"/>
                  <a:pt x="11550" y="1964"/>
                  <a:pt x="10800" y="1964"/>
                </a:cubicBezTo>
                <a:cubicBezTo>
                  <a:pt x="9997" y="1964"/>
                  <a:pt x="9290" y="2355"/>
                  <a:pt x="8842" y="2952"/>
                </a:cubicBezTo>
                <a:lnTo>
                  <a:pt x="9546" y="3655"/>
                </a:lnTo>
                <a:cubicBezTo>
                  <a:pt x="9805" y="3231"/>
                  <a:pt x="10267" y="2945"/>
                  <a:pt x="10800" y="2945"/>
                </a:cubicBezTo>
                <a:cubicBezTo>
                  <a:pt x="11298" y="2945"/>
                  <a:pt x="11736" y="3194"/>
                  <a:pt x="12003" y="3573"/>
                </a:cubicBezTo>
                <a:moveTo>
                  <a:pt x="10309" y="4418"/>
                </a:moveTo>
                <a:cubicBezTo>
                  <a:pt x="10309" y="4690"/>
                  <a:pt x="10529" y="4909"/>
                  <a:pt x="10800" y="4909"/>
                </a:cubicBezTo>
                <a:cubicBezTo>
                  <a:pt x="11071" y="4909"/>
                  <a:pt x="11291" y="4690"/>
                  <a:pt x="11291" y="4418"/>
                </a:cubicBezTo>
                <a:cubicBezTo>
                  <a:pt x="11291" y="4147"/>
                  <a:pt x="11071" y="3927"/>
                  <a:pt x="10800" y="3927"/>
                </a:cubicBezTo>
                <a:cubicBezTo>
                  <a:pt x="10529" y="3927"/>
                  <a:pt x="10309" y="4147"/>
                  <a:pt x="10309" y="4418"/>
                </a:cubicBezTo>
                <a:moveTo>
                  <a:pt x="10800" y="982"/>
                </a:moveTo>
                <a:cubicBezTo>
                  <a:pt x="11802" y="982"/>
                  <a:pt x="12701" y="1414"/>
                  <a:pt x="13330" y="2098"/>
                </a:cubicBezTo>
                <a:lnTo>
                  <a:pt x="13989" y="1366"/>
                </a:lnTo>
                <a:cubicBezTo>
                  <a:pt x="13185" y="525"/>
                  <a:pt x="12055" y="0"/>
                  <a:pt x="10800" y="0"/>
                </a:cubicBezTo>
                <a:cubicBezTo>
                  <a:pt x="9455" y="0"/>
                  <a:pt x="8252" y="603"/>
                  <a:pt x="7442" y="1551"/>
                </a:cubicBezTo>
                <a:lnTo>
                  <a:pt x="8138" y="2246"/>
                </a:lnTo>
                <a:cubicBezTo>
                  <a:pt x="8768" y="1475"/>
                  <a:pt x="9726" y="982"/>
                  <a:pt x="10800" y="982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68" name="Shape 2682">
            <a:extLst>
              <a:ext uri="{FF2B5EF4-FFF2-40B4-BE49-F238E27FC236}">
                <a16:creationId xmlns:a16="http://schemas.microsoft.com/office/drawing/2014/main" id="{07488577-99A3-9181-A9F2-1885506D7DB4}"/>
              </a:ext>
            </a:extLst>
          </p:cNvPr>
          <p:cNvSpPr/>
          <p:nvPr userDrawn="1"/>
        </p:nvSpPr>
        <p:spPr>
          <a:xfrm>
            <a:off x="8794958" y="4544600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6691"/>
                </a:moveTo>
                <a:cubicBezTo>
                  <a:pt x="20618" y="17775"/>
                  <a:pt x="19739" y="18655"/>
                  <a:pt x="18655" y="18655"/>
                </a:cubicBezTo>
                <a:lnTo>
                  <a:pt x="17673" y="18655"/>
                </a:lnTo>
                <a:lnTo>
                  <a:pt x="17673" y="14727"/>
                </a:lnTo>
                <a:cubicBezTo>
                  <a:pt x="17673" y="14186"/>
                  <a:pt x="17233" y="13745"/>
                  <a:pt x="16691" y="13745"/>
                </a:cubicBezTo>
                <a:lnTo>
                  <a:pt x="4909" y="13745"/>
                </a:lnTo>
                <a:cubicBezTo>
                  <a:pt x="4367" y="13745"/>
                  <a:pt x="3927" y="14186"/>
                  <a:pt x="3927" y="14727"/>
                </a:cubicBezTo>
                <a:lnTo>
                  <a:pt x="3927" y="18655"/>
                </a:lnTo>
                <a:lnTo>
                  <a:pt x="2945" y="18655"/>
                </a:lnTo>
                <a:cubicBezTo>
                  <a:pt x="1861" y="18655"/>
                  <a:pt x="982" y="17775"/>
                  <a:pt x="982" y="16691"/>
                </a:cubicBezTo>
                <a:lnTo>
                  <a:pt x="982" y="8836"/>
                </a:lnTo>
                <a:cubicBezTo>
                  <a:pt x="982" y="7752"/>
                  <a:pt x="1861" y="6873"/>
                  <a:pt x="2945" y="6873"/>
                </a:cubicBezTo>
                <a:lnTo>
                  <a:pt x="18655" y="6873"/>
                </a:lnTo>
                <a:cubicBezTo>
                  <a:pt x="19739" y="6873"/>
                  <a:pt x="20618" y="7752"/>
                  <a:pt x="20618" y="8836"/>
                </a:cubicBezTo>
                <a:cubicBezTo>
                  <a:pt x="20618" y="8836"/>
                  <a:pt x="20618" y="16691"/>
                  <a:pt x="20618" y="16691"/>
                </a:cubicBezTo>
                <a:close/>
                <a:moveTo>
                  <a:pt x="16691" y="20618"/>
                </a:moveTo>
                <a:lnTo>
                  <a:pt x="4909" y="20618"/>
                </a:lnTo>
                <a:lnTo>
                  <a:pt x="4909" y="14727"/>
                </a:lnTo>
                <a:lnTo>
                  <a:pt x="16691" y="14727"/>
                </a:lnTo>
                <a:cubicBezTo>
                  <a:pt x="16691" y="14727"/>
                  <a:pt x="16691" y="20618"/>
                  <a:pt x="16691" y="20618"/>
                </a:cubicBezTo>
                <a:close/>
                <a:moveTo>
                  <a:pt x="4909" y="982"/>
                </a:moveTo>
                <a:lnTo>
                  <a:pt x="16691" y="982"/>
                </a:lnTo>
                <a:lnTo>
                  <a:pt x="16691" y="5891"/>
                </a:lnTo>
                <a:lnTo>
                  <a:pt x="4909" y="5891"/>
                </a:lnTo>
                <a:cubicBezTo>
                  <a:pt x="4909" y="5891"/>
                  <a:pt x="4909" y="982"/>
                  <a:pt x="4909" y="982"/>
                </a:cubicBezTo>
                <a:close/>
                <a:moveTo>
                  <a:pt x="18655" y="5891"/>
                </a:moveTo>
                <a:lnTo>
                  <a:pt x="17673" y="5891"/>
                </a:lnTo>
                <a:lnTo>
                  <a:pt x="17673" y="982"/>
                </a:lnTo>
                <a:cubicBezTo>
                  <a:pt x="17673" y="440"/>
                  <a:pt x="17233" y="0"/>
                  <a:pt x="16691" y="0"/>
                </a:cubicBezTo>
                <a:lnTo>
                  <a:pt x="4909" y="0"/>
                </a:lnTo>
                <a:cubicBezTo>
                  <a:pt x="4367" y="0"/>
                  <a:pt x="3927" y="440"/>
                  <a:pt x="3927" y="982"/>
                </a:cubicBezTo>
                <a:lnTo>
                  <a:pt x="3927" y="5891"/>
                </a:lnTo>
                <a:lnTo>
                  <a:pt x="2945" y="5891"/>
                </a:lnTo>
                <a:cubicBezTo>
                  <a:pt x="1318" y="5891"/>
                  <a:pt x="0" y="7210"/>
                  <a:pt x="0" y="8836"/>
                </a:cubicBezTo>
                <a:lnTo>
                  <a:pt x="0" y="16691"/>
                </a:lnTo>
                <a:cubicBezTo>
                  <a:pt x="0" y="18318"/>
                  <a:pt x="1318" y="19636"/>
                  <a:pt x="2945" y="19636"/>
                </a:cubicBezTo>
                <a:lnTo>
                  <a:pt x="3927" y="19636"/>
                </a:lnTo>
                <a:lnTo>
                  <a:pt x="3927" y="20618"/>
                </a:lnTo>
                <a:cubicBezTo>
                  <a:pt x="3927" y="21161"/>
                  <a:pt x="4367" y="21600"/>
                  <a:pt x="4909" y="21600"/>
                </a:cubicBezTo>
                <a:lnTo>
                  <a:pt x="16691" y="21600"/>
                </a:lnTo>
                <a:cubicBezTo>
                  <a:pt x="17233" y="21600"/>
                  <a:pt x="17673" y="21161"/>
                  <a:pt x="17673" y="20618"/>
                </a:cubicBezTo>
                <a:lnTo>
                  <a:pt x="17673" y="19636"/>
                </a:lnTo>
                <a:lnTo>
                  <a:pt x="18655" y="19636"/>
                </a:lnTo>
                <a:cubicBezTo>
                  <a:pt x="20282" y="19636"/>
                  <a:pt x="21600" y="18318"/>
                  <a:pt x="21600" y="16691"/>
                </a:cubicBezTo>
                <a:lnTo>
                  <a:pt x="21600" y="8836"/>
                </a:lnTo>
                <a:cubicBezTo>
                  <a:pt x="21600" y="7210"/>
                  <a:pt x="20282" y="5891"/>
                  <a:pt x="18655" y="5891"/>
                </a:cubicBezTo>
                <a:moveTo>
                  <a:pt x="17673" y="8836"/>
                </a:moveTo>
                <a:cubicBezTo>
                  <a:pt x="17131" y="8836"/>
                  <a:pt x="16691" y="9276"/>
                  <a:pt x="16691" y="9818"/>
                </a:cubicBezTo>
                <a:cubicBezTo>
                  <a:pt x="16691" y="10360"/>
                  <a:pt x="17131" y="10800"/>
                  <a:pt x="17673" y="10800"/>
                </a:cubicBezTo>
                <a:cubicBezTo>
                  <a:pt x="18214" y="10800"/>
                  <a:pt x="18655" y="10360"/>
                  <a:pt x="18655" y="9818"/>
                </a:cubicBezTo>
                <a:cubicBezTo>
                  <a:pt x="18655" y="9276"/>
                  <a:pt x="18214" y="8836"/>
                  <a:pt x="17673" y="8836"/>
                </a:cubicBezTo>
                <a:moveTo>
                  <a:pt x="14727" y="8836"/>
                </a:moveTo>
                <a:cubicBezTo>
                  <a:pt x="14186" y="8836"/>
                  <a:pt x="13745" y="9276"/>
                  <a:pt x="13745" y="9818"/>
                </a:cubicBezTo>
                <a:cubicBezTo>
                  <a:pt x="13745" y="10360"/>
                  <a:pt x="14186" y="10800"/>
                  <a:pt x="14727" y="10800"/>
                </a:cubicBezTo>
                <a:cubicBezTo>
                  <a:pt x="15269" y="10800"/>
                  <a:pt x="15709" y="10360"/>
                  <a:pt x="15709" y="9818"/>
                </a:cubicBezTo>
                <a:cubicBezTo>
                  <a:pt x="15709" y="9276"/>
                  <a:pt x="15269" y="8836"/>
                  <a:pt x="14727" y="8836"/>
                </a:cubicBezTo>
                <a:moveTo>
                  <a:pt x="7364" y="16691"/>
                </a:moveTo>
                <a:lnTo>
                  <a:pt x="12273" y="16691"/>
                </a:lnTo>
                <a:cubicBezTo>
                  <a:pt x="12544" y="16691"/>
                  <a:pt x="12764" y="16472"/>
                  <a:pt x="12764" y="16200"/>
                </a:cubicBezTo>
                <a:cubicBezTo>
                  <a:pt x="12764" y="15929"/>
                  <a:pt x="12544" y="15709"/>
                  <a:pt x="12273" y="15709"/>
                </a:cubicBezTo>
                <a:lnTo>
                  <a:pt x="7364" y="15709"/>
                </a:lnTo>
                <a:cubicBezTo>
                  <a:pt x="7092" y="15709"/>
                  <a:pt x="6873" y="15929"/>
                  <a:pt x="6873" y="16200"/>
                </a:cubicBezTo>
                <a:cubicBezTo>
                  <a:pt x="6873" y="16472"/>
                  <a:pt x="7092" y="16691"/>
                  <a:pt x="7364" y="16691"/>
                </a:cubicBezTo>
                <a:moveTo>
                  <a:pt x="7364" y="18655"/>
                </a:moveTo>
                <a:lnTo>
                  <a:pt x="14236" y="18655"/>
                </a:lnTo>
                <a:cubicBezTo>
                  <a:pt x="14508" y="18655"/>
                  <a:pt x="14727" y="18435"/>
                  <a:pt x="14727" y="18164"/>
                </a:cubicBezTo>
                <a:cubicBezTo>
                  <a:pt x="14727" y="17893"/>
                  <a:pt x="14508" y="17673"/>
                  <a:pt x="14236" y="17673"/>
                </a:cubicBezTo>
                <a:lnTo>
                  <a:pt x="7364" y="17673"/>
                </a:lnTo>
                <a:cubicBezTo>
                  <a:pt x="7092" y="17673"/>
                  <a:pt x="6873" y="17893"/>
                  <a:pt x="6873" y="18164"/>
                </a:cubicBezTo>
                <a:cubicBezTo>
                  <a:pt x="6873" y="18435"/>
                  <a:pt x="7092" y="18655"/>
                  <a:pt x="7364" y="18655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69" name="Shape 2683">
            <a:extLst>
              <a:ext uri="{FF2B5EF4-FFF2-40B4-BE49-F238E27FC236}">
                <a16:creationId xmlns:a16="http://schemas.microsoft.com/office/drawing/2014/main" id="{39BE370D-6DCD-F154-1B25-5A52C9523B57}"/>
              </a:ext>
            </a:extLst>
          </p:cNvPr>
          <p:cNvSpPr/>
          <p:nvPr userDrawn="1"/>
        </p:nvSpPr>
        <p:spPr>
          <a:xfrm>
            <a:off x="9365555" y="4544600"/>
            <a:ext cx="202877" cy="2789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5" h="21528" extrusionOk="0">
                <a:moveTo>
                  <a:pt x="13441" y="9294"/>
                </a:moveTo>
                <a:lnTo>
                  <a:pt x="13441" y="9784"/>
                </a:lnTo>
                <a:lnTo>
                  <a:pt x="1344" y="9784"/>
                </a:lnTo>
                <a:lnTo>
                  <a:pt x="1344" y="9294"/>
                </a:lnTo>
                <a:cubicBezTo>
                  <a:pt x="1344" y="7028"/>
                  <a:pt x="3696" y="5163"/>
                  <a:pt x="6720" y="4919"/>
                </a:cubicBezTo>
                <a:lnTo>
                  <a:pt x="6720" y="9784"/>
                </a:lnTo>
                <a:lnTo>
                  <a:pt x="8065" y="9784"/>
                </a:lnTo>
                <a:lnTo>
                  <a:pt x="8065" y="4919"/>
                </a:lnTo>
                <a:cubicBezTo>
                  <a:pt x="11089" y="5163"/>
                  <a:pt x="13441" y="7028"/>
                  <a:pt x="13441" y="9294"/>
                </a:cubicBezTo>
                <a:moveTo>
                  <a:pt x="13441" y="16145"/>
                </a:moveTo>
                <a:cubicBezTo>
                  <a:pt x="13441" y="18578"/>
                  <a:pt x="10733" y="20549"/>
                  <a:pt x="7393" y="20549"/>
                </a:cubicBezTo>
                <a:cubicBezTo>
                  <a:pt x="4052" y="20549"/>
                  <a:pt x="1344" y="18578"/>
                  <a:pt x="1344" y="16145"/>
                </a:cubicBezTo>
                <a:lnTo>
                  <a:pt x="1344" y="10762"/>
                </a:lnTo>
                <a:lnTo>
                  <a:pt x="13441" y="10762"/>
                </a:lnTo>
                <a:cubicBezTo>
                  <a:pt x="13441" y="10762"/>
                  <a:pt x="13441" y="16145"/>
                  <a:pt x="13441" y="16145"/>
                </a:cubicBezTo>
                <a:close/>
                <a:moveTo>
                  <a:pt x="21134" y="48"/>
                </a:moveTo>
                <a:cubicBezTo>
                  <a:pt x="20801" y="-72"/>
                  <a:pt x="20436" y="41"/>
                  <a:pt x="20232" y="268"/>
                </a:cubicBezTo>
                <a:cubicBezTo>
                  <a:pt x="18723" y="1944"/>
                  <a:pt x="16716" y="3504"/>
                  <a:pt x="13069" y="2006"/>
                </a:cubicBezTo>
                <a:cubicBezTo>
                  <a:pt x="10993" y="1153"/>
                  <a:pt x="9603" y="1431"/>
                  <a:pt x="8642" y="1862"/>
                </a:cubicBezTo>
                <a:cubicBezTo>
                  <a:pt x="7655" y="2307"/>
                  <a:pt x="6969" y="3089"/>
                  <a:pt x="6778" y="3935"/>
                </a:cubicBezTo>
                <a:cubicBezTo>
                  <a:pt x="2984" y="4162"/>
                  <a:pt x="0" y="6473"/>
                  <a:pt x="0" y="9294"/>
                </a:cubicBezTo>
                <a:lnTo>
                  <a:pt x="0" y="16145"/>
                </a:lnTo>
                <a:cubicBezTo>
                  <a:pt x="0" y="19118"/>
                  <a:pt x="3310" y="21528"/>
                  <a:pt x="7393" y="21528"/>
                </a:cubicBezTo>
                <a:cubicBezTo>
                  <a:pt x="11475" y="21528"/>
                  <a:pt x="14785" y="19118"/>
                  <a:pt x="14785" y="16145"/>
                </a:cubicBezTo>
                <a:lnTo>
                  <a:pt x="14785" y="9294"/>
                </a:lnTo>
                <a:cubicBezTo>
                  <a:pt x="14785" y="6507"/>
                  <a:pt x="11875" y="4215"/>
                  <a:pt x="8146" y="3940"/>
                </a:cubicBezTo>
                <a:cubicBezTo>
                  <a:pt x="8301" y="3479"/>
                  <a:pt x="8690" y="2991"/>
                  <a:pt x="9348" y="2695"/>
                </a:cubicBezTo>
                <a:cubicBezTo>
                  <a:pt x="10308" y="2263"/>
                  <a:pt x="10946" y="2328"/>
                  <a:pt x="12468" y="2882"/>
                </a:cubicBezTo>
                <a:cubicBezTo>
                  <a:pt x="15022" y="3811"/>
                  <a:pt x="16657" y="3572"/>
                  <a:pt x="17947" y="3206"/>
                </a:cubicBezTo>
                <a:cubicBezTo>
                  <a:pt x="19526" y="2759"/>
                  <a:pt x="20650" y="1847"/>
                  <a:pt x="21434" y="705"/>
                </a:cubicBezTo>
                <a:cubicBezTo>
                  <a:pt x="21600" y="463"/>
                  <a:pt x="21466" y="170"/>
                  <a:pt x="21134" y="48"/>
                </a:cubicBezTo>
                <a:moveTo>
                  <a:pt x="7393" y="18592"/>
                </a:moveTo>
                <a:cubicBezTo>
                  <a:pt x="8134" y="18592"/>
                  <a:pt x="8737" y="18153"/>
                  <a:pt x="8737" y="17613"/>
                </a:cubicBezTo>
                <a:cubicBezTo>
                  <a:pt x="8737" y="17073"/>
                  <a:pt x="8134" y="16635"/>
                  <a:pt x="7393" y="16635"/>
                </a:cubicBezTo>
                <a:cubicBezTo>
                  <a:pt x="6650" y="16635"/>
                  <a:pt x="6048" y="17073"/>
                  <a:pt x="6048" y="17613"/>
                </a:cubicBezTo>
                <a:cubicBezTo>
                  <a:pt x="6048" y="18153"/>
                  <a:pt x="6650" y="18592"/>
                  <a:pt x="7393" y="18592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70" name="Shape 2684">
            <a:extLst>
              <a:ext uri="{FF2B5EF4-FFF2-40B4-BE49-F238E27FC236}">
                <a16:creationId xmlns:a16="http://schemas.microsoft.com/office/drawing/2014/main" id="{DAEEBAFF-CE30-9C24-B5F7-B91875666060}"/>
              </a:ext>
            </a:extLst>
          </p:cNvPr>
          <p:cNvSpPr/>
          <p:nvPr userDrawn="1"/>
        </p:nvSpPr>
        <p:spPr>
          <a:xfrm>
            <a:off x="9860071" y="4544600"/>
            <a:ext cx="278958" cy="2792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40" extrusionOk="0">
                <a:moveTo>
                  <a:pt x="4418" y="19095"/>
                </a:moveTo>
                <a:lnTo>
                  <a:pt x="5400" y="19095"/>
                </a:lnTo>
                <a:lnTo>
                  <a:pt x="5400" y="18117"/>
                </a:lnTo>
                <a:lnTo>
                  <a:pt x="4418" y="18117"/>
                </a:lnTo>
                <a:cubicBezTo>
                  <a:pt x="4418" y="18117"/>
                  <a:pt x="4418" y="19095"/>
                  <a:pt x="4418" y="19095"/>
                </a:cubicBezTo>
                <a:close/>
                <a:moveTo>
                  <a:pt x="6382" y="16160"/>
                </a:moveTo>
                <a:lnTo>
                  <a:pt x="5400" y="16160"/>
                </a:lnTo>
                <a:lnTo>
                  <a:pt x="5400" y="17139"/>
                </a:lnTo>
                <a:lnTo>
                  <a:pt x="6382" y="17139"/>
                </a:lnTo>
                <a:cubicBezTo>
                  <a:pt x="6382" y="17139"/>
                  <a:pt x="6382" y="16160"/>
                  <a:pt x="6382" y="16160"/>
                </a:cubicBezTo>
                <a:close/>
                <a:moveTo>
                  <a:pt x="2455" y="19095"/>
                </a:moveTo>
                <a:lnTo>
                  <a:pt x="3436" y="19095"/>
                </a:lnTo>
                <a:lnTo>
                  <a:pt x="3436" y="18117"/>
                </a:lnTo>
                <a:lnTo>
                  <a:pt x="2455" y="18117"/>
                </a:lnTo>
                <a:cubicBezTo>
                  <a:pt x="2455" y="18117"/>
                  <a:pt x="2455" y="19095"/>
                  <a:pt x="2455" y="19095"/>
                </a:cubicBezTo>
                <a:close/>
                <a:moveTo>
                  <a:pt x="4418" y="16160"/>
                </a:moveTo>
                <a:lnTo>
                  <a:pt x="2455" y="16160"/>
                </a:lnTo>
                <a:lnTo>
                  <a:pt x="2455" y="17139"/>
                </a:lnTo>
                <a:lnTo>
                  <a:pt x="4418" y="17139"/>
                </a:lnTo>
                <a:cubicBezTo>
                  <a:pt x="4418" y="17139"/>
                  <a:pt x="4418" y="16160"/>
                  <a:pt x="4418" y="16160"/>
                </a:cubicBezTo>
                <a:close/>
                <a:moveTo>
                  <a:pt x="3436" y="12248"/>
                </a:moveTo>
                <a:lnTo>
                  <a:pt x="2455" y="12248"/>
                </a:lnTo>
                <a:lnTo>
                  <a:pt x="2455" y="13226"/>
                </a:lnTo>
                <a:lnTo>
                  <a:pt x="3436" y="13226"/>
                </a:lnTo>
                <a:cubicBezTo>
                  <a:pt x="3436" y="13226"/>
                  <a:pt x="3436" y="12248"/>
                  <a:pt x="3436" y="12248"/>
                </a:cubicBezTo>
                <a:close/>
                <a:moveTo>
                  <a:pt x="3436" y="14204"/>
                </a:moveTo>
                <a:lnTo>
                  <a:pt x="2455" y="14204"/>
                </a:lnTo>
                <a:lnTo>
                  <a:pt x="2455" y="15182"/>
                </a:lnTo>
                <a:lnTo>
                  <a:pt x="3436" y="15182"/>
                </a:lnTo>
                <a:cubicBezTo>
                  <a:pt x="3436" y="15182"/>
                  <a:pt x="3436" y="14204"/>
                  <a:pt x="3436" y="14204"/>
                </a:cubicBezTo>
                <a:close/>
                <a:moveTo>
                  <a:pt x="6382" y="19095"/>
                </a:moveTo>
                <a:lnTo>
                  <a:pt x="13255" y="19095"/>
                </a:lnTo>
                <a:lnTo>
                  <a:pt x="13255" y="18117"/>
                </a:lnTo>
                <a:lnTo>
                  <a:pt x="6382" y="18117"/>
                </a:lnTo>
                <a:cubicBezTo>
                  <a:pt x="6382" y="18117"/>
                  <a:pt x="6382" y="19095"/>
                  <a:pt x="6382" y="19095"/>
                </a:cubicBezTo>
                <a:close/>
                <a:moveTo>
                  <a:pt x="18164" y="15182"/>
                </a:moveTo>
                <a:lnTo>
                  <a:pt x="19145" y="15182"/>
                </a:lnTo>
                <a:lnTo>
                  <a:pt x="19145" y="14204"/>
                </a:lnTo>
                <a:lnTo>
                  <a:pt x="18164" y="14204"/>
                </a:lnTo>
                <a:cubicBezTo>
                  <a:pt x="18164" y="14204"/>
                  <a:pt x="18164" y="15182"/>
                  <a:pt x="18164" y="15182"/>
                </a:cubicBezTo>
                <a:close/>
                <a:moveTo>
                  <a:pt x="5400" y="14204"/>
                </a:moveTo>
                <a:lnTo>
                  <a:pt x="4418" y="14204"/>
                </a:lnTo>
                <a:lnTo>
                  <a:pt x="4418" y="15182"/>
                </a:lnTo>
                <a:lnTo>
                  <a:pt x="5400" y="15182"/>
                </a:lnTo>
                <a:cubicBezTo>
                  <a:pt x="5400" y="15182"/>
                  <a:pt x="5400" y="14204"/>
                  <a:pt x="5400" y="14204"/>
                </a:cubicBezTo>
                <a:close/>
                <a:moveTo>
                  <a:pt x="14236" y="16160"/>
                </a:moveTo>
                <a:lnTo>
                  <a:pt x="13255" y="16160"/>
                </a:lnTo>
                <a:lnTo>
                  <a:pt x="13255" y="17139"/>
                </a:lnTo>
                <a:lnTo>
                  <a:pt x="14236" y="17139"/>
                </a:lnTo>
                <a:cubicBezTo>
                  <a:pt x="14236" y="17139"/>
                  <a:pt x="14236" y="16160"/>
                  <a:pt x="14236" y="16160"/>
                </a:cubicBezTo>
                <a:close/>
                <a:moveTo>
                  <a:pt x="20618" y="19584"/>
                </a:moveTo>
                <a:cubicBezTo>
                  <a:pt x="20618" y="20124"/>
                  <a:pt x="20178" y="20562"/>
                  <a:pt x="19636" y="20562"/>
                </a:cubicBezTo>
                <a:lnTo>
                  <a:pt x="1964" y="20562"/>
                </a:lnTo>
                <a:cubicBezTo>
                  <a:pt x="1421" y="20562"/>
                  <a:pt x="982" y="20124"/>
                  <a:pt x="982" y="19584"/>
                </a:cubicBezTo>
                <a:lnTo>
                  <a:pt x="982" y="11759"/>
                </a:lnTo>
                <a:cubicBezTo>
                  <a:pt x="982" y="11219"/>
                  <a:pt x="1421" y="10781"/>
                  <a:pt x="1964" y="10781"/>
                </a:cubicBezTo>
                <a:lnTo>
                  <a:pt x="19636" y="10781"/>
                </a:lnTo>
                <a:cubicBezTo>
                  <a:pt x="20178" y="10781"/>
                  <a:pt x="20618" y="11219"/>
                  <a:pt x="20618" y="11759"/>
                </a:cubicBezTo>
                <a:cubicBezTo>
                  <a:pt x="20618" y="11759"/>
                  <a:pt x="20618" y="19584"/>
                  <a:pt x="20618" y="19584"/>
                </a:cubicBezTo>
                <a:close/>
                <a:moveTo>
                  <a:pt x="19636" y="9803"/>
                </a:moveTo>
                <a:lnTo>
                  <a:pt x="10965" y="9803"/>
                </a:lnTo>
                <a:cubicBezTo>
                  <a:pt x="10831" y="9456"/>
                  <a:pt x="10774" y="9056"/>
                  <a:pt x="10870" y="8651"/>
                </a:cubicBezTo>
                <a:cubicBezTo>
                  <a:pt x="11059" y="7853"/>
                  <a:pt x="11782" y="7224"/>
                  <a:pt x="12961" y="6833"/>
                </a:cubicBezTo>
                <a:cubicBezTo>
                  <a:pt x="14940" y="6175"/>
                  <a:pt x="15841" y="4938"/>
                  <a:pt x="16249" y="4015"/>
                </a:cubicBezTo>
                <a:cubicBezTo>
                  <a:pt x="16747" y="2886"/>
                  <a:pt x="16801" y="1546"/>
                  <a:pt x="16396" y="335"/>
                </a:cubicBezTo>
                <a:cubicBezTo>
                  <a:pt x="16310" y="79"/>
                  <a:pt x="16032" y="-60"/>
                  <a:pt x="15774" y="25"/>
                </a:cubicBezTo>
                <a:cubicBezTo>
                  <a:pt x="15517" y="112"/>
                  <a:pt x="15378" y="388"/>
                  <a:pt x="15464" y="644"/>
                </a:cubicBezTo>
                <a:cubicBezTo>
                  <a:pt x="16091" y="2519"/>
                  <a:pt x="15480" y="4964"/>
                  <a:pt x="12650" y="5904"/>
                </a:cubicBezTo>
                <a:cubicBezTo>
                  <a:pt x="10733" y="6542"/>
                  <a:pt x="10105" y="7627"/>
                  <a:pt x="9915" y="8427"/>
                </a:cubicBezTo>
                <a:cubicBezTo>
                  <a:pt x="9809" y="8876"/>
                  <a:pt x="9824" y="9351"/>
                  <a:pt x="9937" y="9803"/>
                </a:cubicBezTo>
                <a:lnTo>
                  <a:pt x="1964" y="9803"/>
                </a:lnTo>
                <a:cubicBezTo>
                  <a:pt x="879" y="9803"/>
                  <a:pt x="0" y="10679"/>
                  <a:pt x="0" y="11759"/>
                </a:cubicBezTo>
                <a:lnTo>
                  <a:pt x="0" y="19584"/>
                </a:lnTo>
                <a:cubicBezTo>
                  <a:pt x="0" y="20664"/>
                  <a:pt x="879" y="21540"/>
                  <a:pt x="1964" y="21540"/>
                </a:cubicBezTo>
                <a:lnTo>
                  <a:pt x="19636" y="21540"/>
                </a:lnTo>
                <a:cubicBezTo>
                  <a:pt x="20721" y="21540"/>
                  <a:pt x="21600" y="20664"/>
                  <a:pt x="21600" y="19584"/>
                </a:cubicBezTo>
                <a:lnTo>
                  <a:pt x="21600" y="11759"/>
                </a:lnTo>
                <a:cubicBezTo>
                  <a:pt x="21600" y="10679"/>
                  <a:pt x="20721" y="9803"/>
                  <a:pt x="19636" y="9803"/>
                </a:cubicBezTo>
                <a:moveTo>
                  <a:pt x="17182" y="17139"/>
                </a:moveTo>
                <a:lnTo>
                  <a:pt x="19145" y="17139"/>
                </a:lnTo>
                <a:lnTo>
                  <a:pt x="19145" y="16160"/>
                </a:lnTo>
                <a:lnTo>
                  <a:pt x="17182" y="16160"/>
                </a:lnTo>
                <a:cubicBezTo>
                  <a:pt x="17182" y="16160"/>
                  <a:pt x="17182" y="17139"/>
                  <a:pt x="17182" y="17139"/>
                </a:cubicBezTo>
                <a:close/>
                <a:moveTo>
                  <a:pt x="14236" y="19095"/>
                </a:moveTo>
                <a:lnTo>
                  <a:pt x="15218" y="19095"/>
                </a:lnTo>
                <a:lnTo>
                  <a:pt x="15218" y="18117"/>
                </a:lnTo>
                <a:lnTo>
                  <a:pt x="14236" y="18117"/>
                </a:lnTo>
                <a:cubicBezTo>
                  <a:pt x="14236" y="18117"/>
                  <a:pt x="14236" y="19095"/>
                  <a:pt x="14236" y="19095"/>
                </a:cubicBezTo>
                <a:close/>
                <a:moveTo>
                  <a:pt x="16200" y="19095"/>
                </a:moveTo>
                <a:lnTo>
                  <a:pt x="17182" y="19095"/>
                </a:lnTo>
                <a:lnTo>
                  <a:pt x="17182" y="18117"/>
                </a:lnTo>
                <a:lnTo>
                  <a:pt x="16200" y="18117"/>
                </a:lnTo>
                <a:cubicBezTo>
                  <a:pt x="16200" y="18117"/>
                  <a:pt x="16200" y="19095"/>
                  <a:pt x="16200" y="19095"/>
                </a:cubicBezTo>
                <a:close/>
                <a:moveTo>
                  <a:pt x="18164" y="19095"/>
                </a:moveTo>
                <a:lnTo>
                  <a:pt x="19145" y="19095"/>
                </a:lnTo>
                <a:lnTo>
                  <a:pt x="19145" y="18117"/>
                </a:lnTo>
                <a:lnTo>
                  <a:pt x="18164" y="18117"/>
                </a:lnTo>
                <a:cubicBezTo>
                  <a:pt x="18164" y="18117"/>
                  <a:pt x="18164" y="19095"/>
                  <a:pt x="18164" y="19095"/>
                </a:cubicBezTo>
                <a:close/>
                <a:moveTo>
                  <a:pt x="16200" y="16160"/>
                </a:moveTo>
                <a:lnTo>
                  <a:pt x="15218" y="16160"/>
                </a:lnTo>
                <a:lnTo>
                  <a:pt x="15218" y="17139"/>
                </a:lnTo>
                <a:lnTo>
                  <a:pt x="16200" y="17139"/>
                </a:lnTo>
                <a:cubicBezTo>
                  <a:pt x="16200" y="17139"/>
                  <a:pt x="16200" y="16160"/>
                  <a:pt x="16200" y="16160"/>
                </a:cubicBezTo>
                <a:close/>
                <a:moveTo>
                  <a:pt x="18164" y="13226"/>
                </a:moveTo>
                <a:lnTo>
                  <a:pt x="19145" y="13226"/>
                </a:lnTo>
                <a:lnTo>
                  <a:pt x="19145" y="12248"/>
                </a:lnTo>
                <a:lnTo>
                  <a:pt x="18164" y="12248"/>
                </a:lnTo>
                <a:cubicBezTo>
                  <a:pt x="18164" y="12248"/>
                  <a:pt x="18164" y="13226"/>
                  <a:pt x="18164" y="13226"/>
                </a:cubicBezTo>
                <a:close/>
                <a:moveTo>
                  <a:pt x="13255" y="12248"/>
                </a:moveTo>
                <a:lnTo>
                  <a:pt x="12273" y="12248"/>
                </a:lnTo>
                <a:lnTo>
                  <a:pt x="12273" y="13226"/>
                </a:lnTo>
                <a:lnTo>
                  <a:pt x="13255" y="13226"/>
                </a:lnTo>
                <a:cubicBezTo>
                  <a:pt x="13255" y="13226"/>
                  <a:pt x="13255" y="12248"/>
                  <a:pt x="13255" y="12248"/>
                </a:cubicBezTo>
                <a:close/>
                <a:moveTo>
                  <a:pt x="13255" y="14204"/>
                </a:moveTo>
                <a:lnTo>
                  <a:pt x="12273" y="14204"/>
                </a:lnTo>
                <a:lnTo>
                  <a:pt x="12273" y="15182"/>
                </a:lnTo>
                <a:lnTo>
                  <a:pt x="13255" y="15182"/>
                </a:lnTo>
                <a:cubicBezTo>
                  <a:pt x="13255" y="15182"/>
                  <a:pt x="13255" y="14204"/>
                  <a:pt x="13255" y="14204"/>
                </a:cubicBezTo>
                <a:close/>
                <a:moveTo>
                  <a:pt x="15218" y="14204"/>
                </a:moveTo>
                <a:lnTo>
                  <a:pt x="14236" y="14204"/>
                </a:lnTo>
                <a:lnTo>
                  <a:pt x="14236" y="15182"/>
                </a:lnTo>
                <a:lnTo>
                  <a:pt x="15218" y="15182"/>
                </a:lnTo>
                <a:cubicBezTo>
                  <a:pt x="15218" y="15182"/>
                  <a:pt x="15218" y="14204"/>
                  <a:pt x="15218" y="14204"/>
                </a:cubicBezTo>
                <a:close/>
                <a:moveTo>
                  <a:pt x="17182" y="14204"/>
                </a:moveTo>
                <a:lnTo>
                  <a:pt x="16200" y="14204"/>
                </a:lnTo>
                <a:lnTo>
                  <a:pt x="16200" y="15182"/>
                </a:lnTo>
                <a:lnTo>
                  <a:pt x="17182" y="15182"/>
                </a:lnTo>
                <a:cubicBezTo>
                  <a:pt x="17182" y="15182"/>
                  <a:pt x="17182" y="14204"/>
                  <a:pt x="17182" y="14204"/>
                </a:cubicBezTo>
                <a:close/>
                <a:moveTo>
                  <a:pt x="15218" y="12248"/>
                </a:moveTo>
                <a:lnTo>
                  <a:pt x="14236" y="12248"/>
                </a:lnTo>
                <a:lnTo>
                  <a:pt x="14236" y="13226"/>
                </a:lnTo>
                <a:lnTo>
                  <a:pt x="15218" y="13226"/>
                </a:lnTo>
                <a:cubicBezTo>
                  <a:pt x="15218" y="13226"/>
                  <a:pt x="15218" y="12248"/>
                  <a:pt x="15218" y="12248"/>
                </a:cubicBezTo>
                <a:close/>
                <a:moveTo>
                  <a:pt x="17182" y="12248"/>
                </a:moveTo>
                <a:lnTo>
                  <a:pt x="16200" y="12248"/>
                </a:lnTo>
                <a:lnTo>
                  <a:pt x="16200" y="13226"/>
                </a:lnTo>
                <a:lnTo>
                  <a:pt x="17182" y="13226"/>
                </a:lnTo>
                <a:cubicBezTo>
                  <a:pt x="17182" y="13226"/>
                  <a:pt x="17182" y="12248"/>
                  <a:pt x="17182" y="12248"/>
                </a:cubicBezTo>
                <a:close/>
                <a:moveTo>
                  <a:pt x="11291" y="12248"/>
                </a:moveTo>
                <a:lnTo>
                  <a:pt x="10309" y="12248"/>
                </a:lnTo>
                <a:lnTo>
                  <a:pt x="10309" y="13226"/>
                </a:lnTo>
                <a:lnTo>
                  <a:pt x="11291" y="13226"/>
                </a:lnTo>
                <a:cubicBezTo>
                  <a:pt x="11291" y="13226"/>
                  <a:pt x="11291" y="12248"/>
                  <a:pt x="11291" y="12248"/>
                </a:cubicBezTo>
                <a:close/>
                <a:moveTo>
                  <a:pt x="5400" y="12248"/>
                </a:moveTo>
                <a:lnTo>
                  <a:pt x="4418" y="12248"/>
                </a:lnTo>
                <a:lnTo>
                  <a:pt x="4418" y="13226"/>
                </a:lnTo>
                <a:lnTo>
                  <a:pt x="5400" y="13226"/>
                </a:lnTo>
                <a:cubicBezTo>
                  <a:pt x="5400" y="13226"/>
                  <a:pt x="5400" y="12248"/>
                  <a:pt x="5400" y="12248"/>
                </a:cubicBezTo>
                <a:close/>
                <a:moveTo>
                  <a:pt x="7364" y="17139"/>
                </a:moveTo>
                <a:lnTo>
                  <a:pt x="8345" y="17139"/>
                </a:lnTo>
                <a:lnTo>
                  <a:pt x="8345" y="16160"/>
                </a:lnTo>
                <a:lnTo>
                  <a:pt x="7364" y="16160"/>
                </a:lnTo>
                <a:cubicBezTo>
                  <a:pt x="7364" y="16160"/>
                  <a:pt x="7364" y="17139"/>
                  <a:pt x="7364" y="17139"/>
                </a:cubicBezTo>
                <a:close/>
                <a:moveTo>
                  <a:pt x="7364" y="14204"/>
                </a:moveTo>
                <a:lnTo>
                  <a:pt x="6382" y="14204"/>
                </a:lnTo>
                <a:lnTo>
                  <a:pt x="6382" y="15182"/>
                </a:lnTo>
                <a:lnTo>
                  <a:pt x="7364" y="15182"/>
                </a:lnTo>
                <a:cubicBezTo>
                  <a:pt x="7364" y="15182"/>
                  <a:pt x="7364" y="14204"/>
                  <a:pt x="7364" y="14204"/>
                </a:cubicBezTo>
                <a:close/>
                <a:moveTo>
                  <a:pt x="7364" y="12248"/>
                </a:moveTo>
                <a:lnTo>
                  <a:pt x="6382" y="12248"/>
                </a:lnTo>
                <a:lnTo>
                  <a:pt x="6382" y="13226"/>
                </a:lnTo>
                <a:lnTo>
                  <a:pt x="7364" y="13226"/>
                </a:lnTo>
                <a:cubicBezTo>
                  <a:pt x="7364" y="13226"/>
                  <a:pt x="7364" y="12248"/>
                  <a:pt x="7364" y="12248"/>
                </a:cubicBezTo>
                <a:close/>
                <a:moveTo>
                  <a:pt x="9327" y="14204"/>
                </a:moveTo>
                <a:lnTo>
                  <a:pt x="8345" y="14204"/>
                </a:lnTo>
                <a:lnTo>
                  <a:pt x="8345" y="15182"/>
                </a:lnTo>
                <a:lnTo>
                  <a:pt x="9327" y="15182"/>
                </a:lnTo>
                <a:cubicBezTo>
                  <a:pt x="9327" y="15182"/>
                  <a:pt x="9327" y="14204"/>
                  <a:pt x="9327" y="14204"/>
                </a:cubicBezTo>
                <a:close/>
                <a:moveTo>
                  <a:pt x="11291" y="14204"/>
                </a:moveTo>
                <a:lnTo>
                  <a:pt x="10309" y="14204"/>
                </a:lnTo>
                <a:lnTo>
                  <a:pt x="10309" y="15182"/>
                </a:lnTo>
                <a:lnTo>
                  <a:pt x="11291" y="15182"/>
                </a:lnTo>
                <a:cubicBezTo>
                  <a:pt x="11291" y="15182"/>
                  <a:pt x="11291" y="14204"/>
                  <a:pt x="11291" y="14204"/>
                </a:cubicBezTo>
                <a:close/>
                <a:moveTo>
                  <a:pt x="9327" y="12248"/>
                </a:moveTo>
                <a:lnTo>
                  <a:pt x="8345" y="12248"/>
                </a:lnTo>
                <a:lnTo>
                  <a:pt x="8345" y="13226"/>
                </a:lnTo>
                <a:lnTo>
                  <a:pt x="9327" y="13226"/>
                </a:lnTo>
                <a:cubicBezTo>
                  <a:pt x="9327" y="13226"/>
                  <a:pt x="9327" y="12248"/>
                  <a:pt x="9327" y="12248"/>
                </a:cubicBezTo>
                <a:close/>
                <a:moveTo>
                  <a:pt x="11291" y="17139"/>
                </a:moveTo>
                <a:lnTo>
                  <a:pt x="12273" y="17139"/>
                </a:lnTo>
                <a:lnTo>
                  <a:pt x="12273" y="16160"/>
                </a:lnTo>
                <a:lnTo>
                  <a:pt x="11291" y="16160"/>
                </a:lnTo>
                <a:cubicBezTo>
                  <a:pt x="11291" y="16160"/>
                  <a:pt x="11291" y="17139"/>
                  <a:pt x="11291" y="17139"/>
                </a:cubicBezTo>
                <a:close/>
                <a:moveTo>
                  <a:pt x="9327" y="17139"/>
                </a:moveTo>
                <a:lnTo>
                  <a:pt x="10309" y="17139"/>
                </a:lnTo>
                <a:lnTo>
                  <a:pt x="10309" y="16160"/>
                </a:lnTo>
                <a:lnTo>
                  <a:pt x="9327" y="16160"/>
                </a:lnTo>
                <a:cubicBezTo>
                  <a:pt x="9327" y="16160"/>
                  <a:pt x="9327" y="17139"/>
                  <a:pt x="9327" y="17139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71" name="Shape 2685">
            <a:extLst>
              <a:ext uri="{FF2B5EF4-FFF2-40B4-BE49-F238E27FC236}">
                <a16:creationId xmlns:a16="http://schemas.microsoft.com/office/drawing/2014/main" id="{56622244-60BB-F8F6-82B2-5F4E443E9F36}"/>
              </a:ext>
            </a:extLst>
          </p:cNvPr>
          <p:cNvSpPr/>
          <p:nvPr userDrawn="1"/>
        </p:nvSpPr>
        <p:spPr>
          <a:xfrm>
            <a:off x="10392627" y="4544600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9145"/>
                </a:moveTo>
                <a:cubicBezTo>
                  <a:pt x="20618" y="19959"/>
                  <a:pt x="19959" y="20618"/>
                  <a:pt x="19145" y="20618"/>
                </a:cubicBezTo>
                <a:cubicBezTo>
                  <a:pt x="18332" y="20618"/>
                  <a:pt x="17673" y="19959"/>
                  <a:pt x="17673" y="19145"/>
                </a:cubicBezTo>
                <a:lnTo>
                  <a:pt x="17673" y="14236"/>
                </a:lnTo>
                <a:cubicBezTo>
                  <a:pt x="17673" y="13424"/>
                  <a:pt x="18332" y="12764"/>
                  <a:pt x="19145" y="12764"/>
                </a:cubicBezTo>
                <a:cubicBezTo>
                  <a:pt x="19959" y="12764"/>
                  <a:pt x="20618" y="13424"/>
                  <a:pt x="20618" y="14236"/>
                </a:cubicBezTo>
                <a:cubicBezTo>
                  <a:pt x="20618" y="14236"/>
                  <a:pt x="20618" y="19145"/>
                  <a:pt x="20618" y="19145"/>
                </a:cubicBezTo>
                <a:close/>
                <a:moveTo>
                  <a:pt x="3927" y="14236"/>
                </a:moveTo>
                <a:lnTo>
                  <a:pt x="3927" y="19145"/>
                </a:lnTo>
                <a:cubicBezTo>
                  <a:pt x="3927" y="19959"/>
                  <a:pt x="3268" y="20618"/>
                  <a:pt x="2455" y="20618"/>
                </a:cubicBezTo>
                <a:cubicBezTo>
                  <a:pt x="1641" y="20618"/>
                  <a:pt x="982" y="19959"/>
                  <a:pt x="982" y="19145"/>
                </a:cubicBezTo>
                <a:lnTo>
                  <a:pt x="982" y="14236"/>
                </a:lnTo>
                <a:cubicBezTo>
                  <a:pt x="982" y="13424"/>
                  <a:pt x="1641" y="12764"/>
                  <a:pt x="2455" y="12764"/>
                </a:cubicBezTo>
                <a:cubicBezTo>
                  <a:pt x="3268" y="12764"/>
                  <a:pt x="3927" y="13424"/>
                  <a:pt x="3927" y="14236"/>
                </a:cubicBezTo>
                <a:moveTo>
                  <a:pt x="19636" y="11831"/>
                </a:moveTo>
                <a:lnTo>
                  <a:pt x="19636" y="5891"/>
                </a:lnTo>
                <a:cubicBezTo>
                  <a:pt x="19636" y="2638"/>
                  <a:pt x="16999" y="0"/>
                  <a:pt x="13745" y="0"/>
                </a:cubicBezTo>
                <a:lnTo>
                  <a:pt x="7855" y="0"/>
                </a:lnTo>
                <a:cubicBezTo>
                  <a:pt x="4601" y="0"/>
                  <a:pt x="1964" y="2638"/>
                  <a:pt x="1964" y="5891"/>
                </a:cubicBezTo>
                <a:lnTo>
                  <a:pt x="1964" y="11831"/>
                </a:lnTo>
                <a:cubicBezTo>
                  <a:pt x="843" y="12059"/>
                  <a:pt x="0" y="13049"/>
                  <a:pt x="0" y="14236"/>
                </a:cubicBezTo>
                <a:lnTo>
                  <a:pt x="0" y="19145"/>
                </a:lnTo>
                <a:cubicBezTo>
                  <a:pt x="0" y="20501"/>
                  <a:pt x="1099" y="21600"/>
                  <a:pt x="2455" y="21600"/>
                </a:cubicBezTo>
                <a:cubicBezTo>
                  <a:pt x="3810" y="21600"/>
                  <a:pt x="4909" y="20501"/>
                  <a:pt x="4909" y="19145"/>
                </a:cubicBezTo>
                <a:lnTo>
                  <a:pt x="4909" y="14236"/>
                </a:lnTo>
                <a:cubicBezTo>
                  <a:pt x="4909" y="13049"/>
                  <a:pt x="4066" y="12059"/>
                  <a:pt x="2945" y="11831"/>
                </a:cubicBezTo>
                <a:lnTo>
                  <a:pt x="2945" y="5891"/>
                </a:lnTo>
                <a:cubicBezTo>
                  <a:pt x="2945" y="3180"/>
                  <a:pt x="5144" y="982"/>
                  <a:pt x="7855" y="982"/>
                </a:cubicBezTo>
                <a:lnTo>
                  <a:pt x="13745" y="982"/>
                </a:lnTo>
                <a:cubicBezTo>
                  <a:pt x="16457" y="982"/>
                  <a:pt x="18655" y="3180"/>
                  <a:pt x="18655" y="5891"/>
                </a:cubicBezTo>
                <a:lnTo>
                  <a:pt x="18655" y="11831"/>
                </a:lnTo>
                <a:cubicBezTo>
                  <a:pt x="17534" y="12059"/>
                  <a:pt x="16691" y="13049"/>
                  <a:pt x="16691" y="14236"/>
                </a:cubicBezTo>
                <a:lnTo>
                  <a:pt x="16691" y="19145"/>
                </a:lnTo>
                <a:cubicBezTo>
                  <a:pt x="16691" y="20501"/>
                  <a:pt x="17790" y="21600"/>
                  <a:pt x="19145" y="21600"/>
                </a:cubicBezTo>
                <a:cubicBezTo>
                  <a:pt x="20501" y="21600"/>
                  <a:pt x="21600" y="20501"/>
                  <a:pt x="21600" y="19145"/>
                </a:cubicBezTo>
                <a:lnTo>
                  <a:pt x="21600" y="14236"/>
                </a:lnTo>
                <a:cubicBezTo>
                  <a:pt x="21600" y="13049"/>
                  <a:pt x="20757" y="12059"/>
                  <a:pt x="19636" y="11831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72" name="Shape 2686">
            <a:extLst>
              <a:ext uri="{FF2B5EF4-FFF2-40B4-BE49-F238E27FC236}">
                <a16:creationId xmlns:a16="http://schemas.microsoft.com/office/drawing/2014/main" id="{6EF0A24A-FA59-A2B6-3C48-C3EF0259D626}"/>
              </a:ext>
            </a:extLst>
          </p:cNvPr>
          <p:cNvSpPr/>
          <p:nvPr userDrawn="1"/>
        </p:nvSpPr>
        <p:spPr>
          <a:xfrm>
            <a:off x="10925184" y="4544600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7673"/>
                </a:moveTo>
                <a:cubicBezTo>
                  <a:pt x="20618" y="18215"/>
                  <a:pt x="20178" y="18655"/>
                  <a:pt x="19636" y="18655"/>
                </a:cubicBezTo>
                <a:lnTo>
                  <a:pt x="19636" y="14727"/>
                </a:lnTo>
                <a:cubicBezTo>
                  <a:pt x="20178" y="14727"/>
                  <a:pt x="20618" y="15167"/>
                  <a:pt x="20618" y="15709"/>
                </a:cubicBezTo>
                <a:cubicBezTo>
                  <a:pt x="20618" y="15709"/>
                  <a:pt x="20618" y="17673"/>
                  <a:pt x="20618" y="17673"/>
                </a:cubicBezTo>
                <a:close/>
                <a:moveTo>
                  <a:pt x="18655" y="19145"/>
                </a:moveTo>
                <a:cubicBezTo>
                  <a:pt x="18655" y="19959"/>
                  <a:pt x="17995" y="20618"/>
                  <a:pt x="17182" y="20618"/>
                </a:cubicBezTo>
                <a:cubicBezTo>
                  <a:pt x="16368" y="20618"/>
                  <a:pt x="15709" y="19959"/>
                  <a:pt x="15709" y="19145"/>
                </a:cubicBezTo>
                <a:lnTo>
                  <a:pt x="15709" y="14236"/>
                </a:lnTo>
                <a:cubicBezTo>
                  <a:pt x="15709" y="13424"/>
                  <a:pt x="16368" y="12764"/>
                  <a:pt x="17182" y="12764"/>
                </a:cubicBezTo>
                <a:cubicBezTo>
                  <a:pt x="17995" y="12764"/>
                  <a:pt x="18655" y="13424"/>
                  <a:pt x="18655" y="14236"/>
                </a:cubicBezTo>
                <a:cubicBezTo>
                  <a:pt x="18655" y="14236"/>
                  <a:pt x="18655" y="19145"/>
                  <a:pt x="18655" y="19145"/>
                </a:cubicBezTo>
                <a:close/>
                <a:moveTo>
                  <a:pt x="4418" y="12764"/>
                </a:moveTo>
                <a:cubicBezTo>
                  <a:pt x="5231" y="12764"/>
                  <a:pt x="5891" y="13424"/>
                  <a:pt x="5891" y="14236"/>
                </a:cubicBezTo>
                <a:lnTo>
                  <a:pt x="5891" y="19145"/>
                </a:lnTo>
                <a:cubicBezTo>
                  <a:pt x="5891" y="19959"/>
                  <a:pt x="5231" y="20618"/>
                  <a:pt x="4418" y="20618"/>
                </a:cubicBezTo>
                <a:cubicBezTo>
                  <a:pt x="3605" y="20618"/>
                  <a:pt x="2945" y="19959"/>
                  <a:pt x="2945" y="19145"/>
                </a:cubicBezTo>
                <a:lnTo>
                  <a:pt x="2945" y="14236"/>
                </a:lnTo>
                <a:cubicBezTo>
                  <a:pt x="2945" y="13424"/>
                  <a:pt x="3605" y="12764"/>
                  <a:pt x="4418" y="12764"/>
                </a:cubicBezTo>
                <a:moveTo>
                  <a:pt x="1964" y="18655"/>
                </a:moveTo>
                <a:cubicBezTo>
                  <a:pt x="1422" y="18655"/>
                  <a:pt x="982" y="18215"/>
                  <a:pt x="982" y="17673"/>
                </a:cubicBezTo>
                <a:lnTo>
                  <a:pt x="982" y="15709"/>
                </a:lnTo>
                <a:cubicBezTo>
                  <a:pt x="982" y="15167"/>
                  <a:pt x="1422" y="14727"/>
                  <a:pt x="1964" y="14727"/>
                </a:cubicBezTo>
                <a:cubicBezTo>
                  <a:pt x="1964" y="14727"/>
                  <a:pt x="1964" y="18655"/>
                  <a:pt x="1964" y="18655"/>
                </a:cubicBezTo>
                <a:close/>
                <a:moveTo>
                  <a:pt x="19636" y="13745"/>
                </a:moveTo>
                <a:lnTo>
                  <a:pt x="19636" y="5891"/>
                </a:lnTo>
                <a:cubicBezTo>
                  <a:pt x="19636" y="2638"/>
                  <a:pt x="16999" y="0"/>
                  <a:pt x="13745" y="0"/>
                </a:cubicBezTo>
                <a:lnTo>
                  <a:pt x="7855" y="0"/>
                </a:lnTo>
                <a:cubicBezTo>
                  <a:pt x="4601" y="0"/>
                  <a:pt x="1964" y="2638"/>
                  <a:pt x="1964" y="5891"/>
                </a:cubicBezTo>
                <a:lnTo>
                  <a:pt x="1964" y="13745"/>
                </a:lnTo>
                <a:cubicBezTo>
                  <a:pt x="879" y="13745"/>
                  <a:pt x="0" y="14625"/>
                  <a:pt x="0" y="15709"/>
                </a:cubicBezTo>
                <a:lnTo>
                  <a:pt x="0" y="17673"/>
                </a:lnTo>
                <a:cubicBezTo>
                  <a:pt x="0" y="18757"/>
                  <a:pt x="879" y="19636"/>
                  <a:pt x="1964" y="19636"/>
                </a:cubicBezTo>
                <a:lnTo>
                  <a:pt x="2013" y="19636"/>
                </a:lnTo>
                <a:cubicBezTo>
                  <a:pt x="2241" y="20757"/>
                  <a:pt x="3231" y="21600"/>
                  <a:pt x="4418" y="21600"/>
                </a:cubicBezTo>
                <a:cubicBezTo>
                  <a:pt x="5774" y="21600"/>
                  <a:pt x="6873" y="20501"/>
                  <a:pt x="6873" y="19145"/>
                </a:cubicBezTo>
                <a:lnTo>
                  <a:pt x="6873" y="14236"/>
                </a:lnTo>
                <a:cubicBezTo>
                  <a:pt x="6873" y="12881"/>
                  <a:pt x="5774" y="11782"/>
                  <a:pt x="4418" y="11782"/>
                </a:cubicBezTo>
                <a:cubicBezTo>
                  <a:pt x="3863" y="11782"/>
                  <a:pt x="3357" y="11973"/>
                  <a:pt x="2945" y="12284"/>
                </a:cubicBezTo>
                <a:lnTo>
                  <a:pt x="2945" y="5891"/>
                </a:lnTo>
                <a:cubicBezTo>
                  <a:pt x="2945" y="3180"/>
                  <a:pt x="5144" y="982"/>
                  <a:pt x="7855" y="982"/>
                </a:cubicBezTo>
                <a:lnTo>
                  <a:pt x="13745" y="982"/>
                </a:lnTo>
                <a:cubicBezTo>
                  <a:pt x="16456" y="982"/>
                  <a:pt x="18655" y="3180"/>
                  <a:pt x="18655" y="5891"/>
                </a:cubicBezTo>
                <a:lnTo>
                  <a:pt x="18655" y="12284"/>
                </a:lnTo>
                <a:cubicBezTo>
                  <a:pt x="18243" y="11973"/>
                  <a:pt x="17737" y="11782"/>
                  <a:pt x="17182" y="11782"/>
                </a:cubicBezTo>
                <a:cubicBezTo>
                  <a:pt x="15826" y="11782"/>
                  <a:pt x="14727" y="12881"/>
                  <a:pt x="14727" y="14236"/>
                </a:cubicBezTo>
                <a:lnTo>
                  <a:pt x="14727" y="19145"/>
                </a:lnTo>
                <a:cubicBezTo>
                  <a:pt x="14727" y="20501"/>
                  <a:pt x="15826" y="21600"/>
                  <a:pt x="17182" y="21600"/>
                </a:cubicBezTo>
                <a:cubicBezTo>
                  <a:pt x="18369" y="21600"/>
                  <a:pt x="19359" y="20757"/>
                  <a:pt x="19587" y="19636"/>
                </a:cubicBezTo>
                <a:lnTo>
                  <a:pt x="19636" y="19636"/>
                </a:lnTo>
                <a:cubicBezTo>
                  <a:pt x="20721" y="19636"/>
                  <a:pt x="21600" y="18757"/>
                  <a:pt x="21600" y="17673"/>
                </a:cubicBezTo>
                <a:lnTo>
                  <a:pt x="21600" y="15709"/>
                </a:lnTo>
                <a:cubicBezTo>
                  <a:pt x="21600" y="14625"/>
                  <a:pt x="20721" y="13745"/>
                  <a:pt x="19636" y="13745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73" name="Shape 2687">
            <a:extLst>
              <a:ext uri="{FF2B5EF4-FFF2-40B4-BE49-F238E27FC236}">
                <a16:creationId xmlns:a16="http://schemas.microsoft.com/office/drawing/2014/main" id="{5B4B8FF7-1DF6-1B35-067A-ADECBAF4C6B0}"/>
              </a:ext>
            </a:extLst>
          </p:cNvPr>
          <p:cNvSpPr/>
          <p:nvPr userDrawn="1"/>
        </p:nvSpPr>
        <p:spPr>
          <a:xfrm>
            <a:off x="6132175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655" y="16200"/>
                </a:moveTo>
                <a:lnTo>
                  <a:pt x="15709" y="16200"/>
                </a:lnTo>
                <a:lnTo>
                  <a:pt x="15709" y="14727"/>
                </a:lnTo>
                <a:lnTo>
                  <a:pt x="18655" y="14727"/>
                </a:lnTo>
                <a:cubicBezTo>
                  <a:pt x="18655" y="14727"/>
                  <a:pt x="18655" y="16200"/>
                  <a:pt x="18655" y="16200"/>
                </a:cubicBezTo>
                <a:close/>
                <a:moveTo>
                  <a:pt x="18655" y="18655"/>
                </a:moveTo>
                <a:lnTo>
                  <a:pt x="15709" y="18655"/>
                </a:lnTo>
                <a:lnTo>
                  <a:pt x="15709" y="17182"/>
                </a:lnTo>
                <a:lnTo>
                  <a:pt x="18655" y="17182"/>
                </a:lnTo>
                <a:cubicBezTo>
                  <a:pt x="18655" y="17182"/>
                  <a:pt x="18655" y="18655"/>
                  <a:pt x="18655" y="18655"/>
                </a:cubicBezTo>
                <a:close/>
                <a:moveTo>
                  <a:pt x="17182" y="20618"/>
                </a:moveTo>
                <a:cubicBezTo>
                  <a:pt x="16542" y="20618"/>
                  <a:pt x="16002" y="20207"/>
                  <a:pt x="15799" y="19636"/>
                </a:cubicBezTo>
                <a:lnTo>
                  <a:pt x="18564" y="19636"/>
                </a:lnTo>
                <a:cubicBezTo>
                  <a:pt x="18361" y="20207"/>
                  <a:pt x="17822" y="20618"/>
                  <a:pt x="17182" y="20618"/>
                </a:cubicBezTo>
                <a:moveTo>
                  <a:pt x="17182" y="12764"/>
                </a:moveTo>
                <a:cubicBezTo>
                  <a:pt x="17822" y="12764"/>
                  <a:pt x="18361" y="13175"/>
                  <a:pt x="18564" y="13745"/>
                </a:cubicBezTo>
                <a:lnTo>
                  <a:pt x="15799" y="13745"/>
                </a:lnTo>
                <a:cubicBezTo>
                  <a:pt x="16002" y="13175"/>
                  <a:pt x="16542" y="12764"/>
                  <a:pt x="17182" y="12764"/>
                </a:cubicBezTo>
                <a:moveTo>
                  <a:pt x="5891" y="16200"/>
                </a:moveTo>
                <a:lnTo>
                  <a:pt x="2945" y="16200"/>
                </a:lnTo>
                <a:lnTo>
                  <a:pt x="2945" y="14727"/>
                </a:lnTo>
                <a:lnTo>
                  <a:pt x="5891" y="14727"/>
                </a:lnTo>
                <a:cubicBezTo>
                  <a:pt x="5891" y="14727"/>
                  <a:pt x="5891" y="16200"/>
                  <a:pt x="5891" y="16200"/>
                </a:cubicBezTo>
                <a:close/>
                <a:moveTo>
                  <a:pt x="4418" y="12764"/>
                </a:moveTo>
                <a:cubicBezTo>
                  <a:pt x="5058" y="12764"/>
                  <a:pt x="5598" y="13175"/>
                  <a:pt x="5801" y="13745"/>
                </a:cubicBezTo>
                <a:lnTo>
                  <a:pt x="3036" y="13745"/>
                </a:lnTo>
                <a:cubicBezTo>
                  <a:pt x="3239" y="13175"/>
                  <a:pt x="3778" y="12764"/>
                  <a:pt x="4418" y="12764"/>
                </a:cubicBezTo>
                <a:moveTo>
                  <a:pt x="5891" y="18655"/>
                </a:moveTo>
                <a:lnTo>
                  <a:pt x="2945" y="18655"/>
                </a:lnTo>
                <a:lnTo>
                  <a:pt x="2945" y="17182"/>
                </a:lnTo>
                <a:lnTo>
                  <a:pt x="5891" y="17182"/>
                </a:lnTo>
                <a:cubicBezTo>
                  <a:pt x="5891" y="17182"/>
                  <a:pt x="5891" y="18655"/>
                  <a:pt x="5891" y="18655"/>
                </a:cubicBezTo>
                <a:close/>
                <a:moveTo>
                  <a:pt x="4418" y="20618"/>
                </a:moveTo>
                <a:cubicBezTo>
                  <a:pt x="3778" y="20618"/>
                  <a:pt x="3239" y="20207"/>
                  <a:pt x="3036" y="19636"/>
                </a:cubicBezTo>
                <a:lnTo>
                  <a:pt x="5801" y="19636"/>
                </a:lnTo>
                <a:cubicBezTo>
                  <a:pt x="5598" y="20207"/>
                  <a:pt x="5058" y="20618"/>
                  <a:pt x="4418" y="20618"/>
                </a:cubicBezTo>
                <a:moveTo>
                  <a:pt x="19636" y="13745"/>
                </a:moveTo>
                <a:lnTo>
                  <a:pt x="19636" y="8836"/>
                </a:lnTo>
                <a:cubicBezTo>
                  <a:pt x="19636" y="3956"/>
                  <a:pt x="15680" y="0"/>
                  <a:pt x="10800" y="0"/>
                </a:cubicBezTo>
                <a:cubicBezTo>
                  <a:pt x="5920" y="0"/>
                  <a:pt x="1964" y="3956"/>
                  <a:pt x="1964" y="8836"/>
                </a:cubicBezTo>
                <a:lnTo>
                  <a:pt x="1964" y="13745"/>
                </a:lnTo>
                <a:cubicBezTo>
                  <a:pt x="879" y="13745"/>
                  <a:pt x="0" y="14625"/>
                  <a:pt x="0" y="15709"/>
                </a:cubicBezTo>
                <a:lnTo>
                  <a:pt x="0" y="17673"/>
                </a:lnTo>
                <a:cubicBezTo>
                  <a:pt x="0" y="18757"/>
                  <a:pt x="879" y="19636"/>
                  <a:pt x="1964" y="19636"/>
                </a:cubicBezTo>
                <a:lnTo>
                  <a:pt x="2013" y="19636"/>
                </a:lnTo>
                <a:cubicBezTo>
                  <a:pt x="2241" y="20757"/>
                  <a:pt x="3231" y="21600"/>
                  <a:pt x="4418" y="21600"/>
                </a:cubicBezTo>
                <a:cubicBezTo>
                  <a:pt x="5774" y="21600"/>
                  <a:pt x="6873" y="20501"/>
                  <a:pt x="6873" y="19145"/>
                </a:cubicBezTo>
                <a:lnTo>
                  <a:pt x="6873" y="14236"/>
                </a:lnTo>
                <a:cubicBezTo>
                  <a:pt x="6873" y="12881"/>
                  <a:pt x="5774" y="11782"/>
                  <a:pt x="4418" y="11782"/>
                </a:cubicBezTo>
                <a:cubicBezTo>
                  <a:pt x="3864" y="11782"/>
                  <a:pt x="3356" y="11971"/>
                  <a:pt x="2945" y="12282"/>
                </a:cubicBezTo>
                <a:lnTo>
                  <a:pt x="2945" y="8836"/>
                </a:lnTo>
                <a:cubicBezTo>
                  <a:pt x="2945" y="4499"/>
                  <a:pt x="6462" y="982"/>
                  <a:pt x="10800" y="982"/>
                </a:cubicBezTo>
                <a:cubicBezTo>
                  <a:pt x="15138" y="982"/>
                  <a:pt x="18655" y="4499"/>
                  <a:pt x="18655" y="8836"/>
                </a:cubicBezTo>
                <a:lnTo>
                  <a:pt x="18655" y="12282"/>
                </a:lnTo>
                <a:cubicBezTo>
                  <a:pt x="18244" y="11971"/>
                  <a:pt x="17736" y="11782"/>
                  <a:pt x="17182" y="11782"/>
                </a:cubicBezTo>
                <a:cubicBezTo>
                  <a:pt x="15826" y="11782"/>
                  <a:pt x="14727" y="12881"/>
                  <a:pt x="14727" y="14236"/>
                </a:cubicBezTo>
                <a:lnTo>
                  <a:pt x="14727" y="19145"/>
                </a:lnTo>
                <a:cubicBezTo>
                  <a:pt x="14727" y="20501"/>
                  <a:pt x="15826" y="21600"/>
                  <a:pt x="17182" y="21600"/>
                </a:cubicBezTo>
                <a:cubicBezTo>
                  <a:pt x="18369" y="21600"/>
                  <a:pt x="19360" y="20757"/>
                  <a:pt x="19587" y="19636"/>
                </a:cubicBezTo>
                <a:lnTo>
                  <a:pt x="19636" y="19636"/>
                </a:lnTo>
                <a:cubicBezTo>
                  <a:pt x="20721" y="19636"/>
                  <a:pt x="21600" y="18757"/>
                  <a:pt x="21600" y="17673"/>
                </a:cubicBezTo>
                <a:lnTo>
                  <a:pt x="21600" y="15709"/>
                </a:lnTo>
                <a:cubicBezTo>
                  <a:pt x="21600" y="14625"/>
                  <a:pt x="20721" y="13745"/>
                  <a:pt x="19636" y="13745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74" name="Shape 2688">
            <a:extLst>
              <a:ext uri="{FF2B5EF4-FFF2-40B4-BE49-F238E27FC236}">
                <a16:creationId xmlns:a16="http://schemas.microsoft.com/office/drawing/2014/main" id="{06C575A5-EA71-049E-D8F3-EFB8BC0BB57C}"/>
              </a:ext>
            </a:extLst>
          </p:cNvPr>
          <p:cNvSpPr/>
          <p:nvPr userDrawn="1"/>
        </p:nvSpPr>
        <p:spPr>
          <a:xfrm>
            <a:off x="6664733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0309"/>
                </a:moveTo>
                <a:cubicBezTo>
                  <a:pt x="20618" y="10851"/>
                  <a:pt x="20178" y="11291"/>
                  <a:pt x="19636" y="11291"/>
                </a:cubicBezTo>
                <a:lnTo>
                  <a:pt x="19636" y="7364"/>
                </a:lnTo>
                <a:cubicBezTo>
                  <a:pt x="20178" y="7364"/>
                  <a:pt x="20618" y="7804"/>
                  <a:pt x="20618" y="8345"/>
                </a:cubicBezTo>
                <a:cubicBezTo>
                  <a:pt x="20618" y="8345"/>
                  <a:pt x="20618" y="10309"/>
                  <a:pt x="20618" y="10309"/>
                </a:cubicBezTo>
                <a:close/>
                <a:moveTo>
                  <a:pt x="18655" y="17182"/>
                </a:moveTo>
                <a:cubicBezTo>
                  <a:pt x="18655" y="17453"/>
                  <a:pt x="18434" y="17673"/>
                  <a:pt x="18164" y="17673"/>
                </a:cubicBezTo>
                <a:cubicBezTo>
                  <a:pt x="17893" y="17673"/>
                  <a:pt x="17673" y="17453"/>
                  <a:pt x="17673" y="17182"/>
                </a:cubicBezTo>
                <a:lnTo>
                  <a:pt x="17673" y="1473"/>
                </a:lnTo>
                <a:cubicBezTo>
                  <a:pt x="17673" y="1202"/>
                  <a:pt x="17893" y="982"/>
                  <a:pt x="18164" y="982"/>
                </a:cubicBezTo>
                <a:cubicBezTo>
                  <a:pt x="18434" y="982"/>
                  <a:pt x="18655" y="1202"/>
                  <a:pt x="18655" y="1473"/>
                </a:cubicBezTo>
                <a:cubicBezTo>
                  <a:pt x="18655" y="1473"/>
                  <a:pt x="18655" y="17182"/>
                  <a:pt x="18655" y="17182"/>
                </a:cubicBezTo>
                <a:close/>
                <a:moveTo>
                  <a:pt x="16691" y="15788"/>
                </a:moveTo>
                <a:lnTo>
                  <a:pt x="2945" y="11745"/>
                </a:lnTo>
                <a:lnTo>
                  <a:pt x="2945" y="6910"/>
                </a:lnTo>
                <a:lnTo>
                  <a:pt x="16691" y="2867"/>
                </a:lnTo>
                <a:cubicBezTo>
                  <a:pt x="16691" y="2867"/>
                  <a:pt x="16691" y="15788"/>
                  <a:pt x="16691" y="15788"/>
                </a:cubicBezTo>
                <a:close/>
                <a:moveTo>
                  <a:pt x="8251" y="18655"/>
                </a:moveTo>
                <a:lnTo>
                  <a:pt x="5357" y="18655"/>
                </a:lnTo>
                <a:lnTo>
                  <a:pt x="4126" y="13116"/>
                </a:lnTo>
                <a:lnTo>
                  <a:pt x="7167" y="14010"/>
                </a:lnTo>
                <a:cubicBezTo>
                  <a:pt x="7167" y="14010"/>
                  <a:pt x="8251" y="18655"/>
                  <a:pt x="8251" y="18655"/>
                </a:cubicBezTo>
                <a:close/>
                <a:moveTo>
                  <a:pt x="8709" y="20618"/>
                </a:moveTo>
                <a:lnTo>
                  <a:pt x="5794" y="20618"/>
                </a:lnTo>
                <a:lnTo>
                  <a:pt x="5576" y="19636"/>
                </a:lnTo>
                <a:lnTo>
                  <a:pt x="8479" y="19636"/>
                </a:lnTo>
                <a:cubicBezTo>
                  <a:pt x="8479" y="19636"/>
                  <a:pt x="8709" y="20618"/>
                  <a:pt x="8709" y="20618"/>
                </a:cubicBezTo>
                <a:close/>
                <a:moveTo>
                  <a:pt x="1964" y="11782"/>
                </a:moveTo>
                <a:lnTo>
                  <a:pt x="982" y="11782"/>
                </a:lnTo>
                <a:lnTo>
                  <a:pt x="982" y="6873"/>
                </a:lnTo>
                <a:lnTo>
                  <a:pt x="1964" y="6873"/>
                </a:lnTo>
                <a:cubicBezTo>
                  <a:pt x="1964" y="6873"/>
                  <a:pt x="1964" y="11782"/>
                  <a:pt x="1964" y="11782"/>
                </a:cubicBezTo>
                <a:close/>
                <a:moveTo>
                  <a:pt x="19636" y="6382"/>
                </a:moveTo>
                <a:lnTo>
                  <a:pt x="19636" y="1473"/>
                </a:lnTo>
                <a:cubicBezTo>
                  <a:pt x="19636" y="659"/>
                  <a:pt x="18977" y="0"/>
                  <a:pt x="18164" y="0"/>
                </a:cubicBezTo>
                <a:cubicBezTo>
                  <a:pt x="17350" y="0"/>
                  <a:pt x="16691" y="659"/>
                  <a:pt x="16691" y="1473"/>
                </a:cubicBezTo>
                <a:lnTo>
                  <a:pt x="16691" y="1844"/>
                </a:lnTo>
                <a:lnTo>
                  <a:pt x="2459" y="6029"/>
                </a:lnTo>
                <a:cubicBezTo>
                  <a:pt x="2313" y="5944"/>
                  <a:pt x="2145" y="5891"/>
                  <a:pt x="1964" y="5891"/>
                </a:cubicBezTo>
                <a:lnTo>
                  <a:pt x="982" y="5891"/>
                </a:lnTo>
                <a:cubicBezTo>
                  <a:pt x="440" y="5891"/>
                  <a:pt x="0" y="6331"/>
                  <a:pt x="0" y="6873"/>
                </a:cubicBezTo>
                <a:lnTo>
                  <a:pt x="0" y="11782"/>
                </a:lnTo>
                <a:cubicBezTo>
                  <a:pt x="0" y="12324"/>
                  <a:pt x="440" y="12764"/>
                  <a:pt x="982" y="12764"/>
                </a:cubicBezTo>
                <a:lnTo>
                  <a:pt x="1964" y="12764"/>
                </a:lnTo>
                <a:cubicBezTo>
                  <a:pt x="2145" y="12764"/>
                  <a:pt x="2313" y="12711"/>
                  <a:pt x="2458" y="12626"/>
                </a:cubicBezTo>
                <a:lnTo>
                  <a:pt x="3050" y="12799"/>
                </a:lnTo>
                <a:lnTo>
                  <a:pt x="4921" y="21216"/>
                </a:lnTo>
                <a:lnTo>
                  <a:pt x="4930" y="21214"/>
                </a:lnTo>
                <a:cubicBezTo>
                  <a:pt x="4979" y="21433"/>
                  <a:pt x="5166" y="21600"/>
                  <a:pt x="5400" y="21600"/>
                </a:cubicBezTo>
                <a:lnTo>
                  <a:pt x="9327" y="21600"/>
                </a:lnTo>
                <a:cubicBezTo>
                  <a:pt x="9598" y="21600"/>
                  <a:pt x="9818" y="21381"/>
                  <a:pt x="9818" y="21109"/>
                </a:cubicBezTo>
                <a:cubicBezTo>
                  <a:pt x="9818" y="21072"/>
                  <a:pt x="9805" y="21039"/>
                  <a:pt x="9797" y="21005"/>
                </a:cubicBezTo>
                <a:lnTo>
                  <a:pt x="9806" y="21003"/>
                </a:lnTo>
                <a:lnTo>
                  <a:pt x="8249" y="14329"/>
                </a:lnTo>
                <a:lnTo>
                  <a:pt x="16691" y="16811"/>
                </a:lnTo>
                <a:lnTo>
                  <a:pt x="16691" y="17182"/>
                </a:lnTo>
                <a:cubicBezTo>
                  <a:pt x="16691" y="17995"/>
                  <a:pt x="17350" y="18655"/>
                  <a:pt x="18164" y="18655"/>
                </a:cubicBezTo>
                <a:cubicBezTo>
                  <a:pt x="18977" y="18655"/>
                  <a:pt x="19636" y="17995"/>
                  <a:pt x="19636" y="17182"/>
                </a:cubicBezTo>
                <a:lnTo>
                  <a:pt x="19636" y="12273"/>
                </a:lnTo>
                <a:cubicBezTo>
                  <a:pt x="20721" y="12273"/>
                  <a:pt x="21600" y="11394"/>
                  <a:pt x="21600" y="10309"/>
                </a:cubicBezTo>
                <a:lnTo>
                  <a:pt x="21600" y="8345"/>
                </a:lnTo>
                <a:cubicBezTo>
                  <a:pt x="21600" y="7261"/>
                  <a:pt x="20721" y="6382"/>
                  <a:pt x="19636" y="6382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75" name="Shape 2689">
            <a:extLst>
              <a:ext uri="{FF2B5EF4-FFF2-40B4-BE49-F238E27FC236}">
                <a16:creationId xmlns:a16="http://schemas.microsoft.com/office/drawing/2014/main" id="{5241EFFF-773D-7D5D-C5FE-4D40A3A45C4C}"/>
              </a:ext>
            </a:extLst>
          </p:cNvPr>
          <p:cNvSpPr/>
          <p:nvPr userDrawn="1"/>
        </p:nvSpPr>
        <p:spPr>
          <a:xfrm>
            <a:off x="7197289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655" y="11291"/>
                </a:moveTo>
                <a:lnTo>
                  <a:pt x="18655" y="7364"/>
                </a:lnTo>
                <a:cubicBezTo>
                  <a:pt x="19739" y="7364"/>
                  <a:pt x="20618" y="8243"/>
                  <a:pt x="20618" y="9327"/>
                </a:cubicBezTo>
                <a:cubicBezTo>
                  <a:pt x="20618" y="10412"/>
                  <a:pt x="19739" y="11291"/>
                  <a:pt x="18655" y="11291"/>
                </a:cubicBezTo>
                <a:moveTo>
                  <a:pt x="17673" y="17182"/>
                </a:moveTo>
                <a:cubicBezTo>
                  <a:pt x="17673" y="17453"/>
                  <a:pt x="17453" y="17673"/>
                  <a:pt x="17182" y="17673"/>
                </a:cubicBezTo>
                <a:cubicBezTo>
                  <a:pt x="16911" y="17673"/>
                  <a:pt x="16691" y="17453"/>
                  <a:pt x="16691" y="17182"/>
                </a:cubicBezTo>
                <a:lnTo>
                  <a:pt x="16691" y="1473"/>
                </a:lnTo>
                <a:cubicBezTo>
                  <a:pt x="16691" y="1202"/>
                  <a:pt x="16911" y="982"/>
                  <a:pt x="17182" y="982"/>
                </a:cubicBezTo>
                <a:cubicBezTo>
                  <a:pt x="17453" y="982"/>
                  <a:pt x="17673" y="1202"/>
                  <a:pt x="17673" y="1473"/>
                </a:cubicBezTo>
                <a:cubicBezTo>
                  <a:pt x="17673" y="1473"/>
                  <a:pt x="17673" y="17182"/>
                  <a:pt x="17673" y="17182"/>
                </a:cubicBezTo>
                <a:close/>
                <a:moveTo>
                  <a:pt x="15709" y="15780"/>
                </a:moveTo>
                <a:lnTo>
                  <a:pt x="8836" y="13718"/>
                </a:lnTo>
                <a:lnTo>
                  <a:pt x="8836" y="4937"/>
                </a:lnTo>
                <a:lnTo>
                  <a:pt x="15709" y="2875"/>
                </a:lnTo>
                <a:cubicBezTo>
                  <a:pt x="15709" y="2875"/>
                  <a:pt x="15709" y="15780"/>
                  <a:pt x="15709" y="15780"/>
                </a:cubicBezTo>
                <a:close/>
                <a:moveTo>
                  <a:pt x="9479" y="19636"/>
                </a:moveTo>
                <a:lnTo>
                  <a:pt x="9697" y="20618"/>
                </a:lnTo>
                <a:lnTo>
                  <a:pt x="6775" y="20618"/>
                </a:lnTo>
                <a:lnTo>
                  <a:pt x="6558" y="19636"/>
                </a:lnTo>
                <a:cubicBezTo>
                  <a:pt x="6558" y="19636"/>
                  <a:pt x="9479" y="19636"/>
                  <a:pt x="9479" y="19636"/>
                </a:cubicBezTo>
                <a:close/>
                <a:moveTo>
                  <a:pt x="6339" y="18655"/>
                </a:moveTo>
                <a:lnTo>
                  <a:pt x="5356" y="14232"/>
                </a:lnTo>
                <a:lnTo>
                  <a:pt x="8176" y="14545"/>
                </a:lnTo>
                <a:lnTo>
                  <a:pt x="8360" y="14600"/>
                </a:lnTo>
                <a:lnTo>
                  <a:pt x="9260" y="18655"/>
                </a:lnTo>
                <a:cubicBezTo>
                  <a:pt x="9260" y="18655"/>
                  <a:pt x="6339" y="18655"/>
                  <a:pt x="6339" y="18655"/>
                </a:cubicBezTo>
                <a:close/>
                <a:moveTo>
                  <a:pt x="982" y="12764"/>
                </a:moveTo>
                <a:lnTo>
                  <a:pt x="982" y="10800"/>
                </a:lnTo>
                <a:lnTo>
                  <a:pt x="3436" y="10800"/>
                </a:lnTo>
                <a:cubicBezTo>
                  <a:pt x="3707" y="10800"/>
                  <a:pt x="3927" y="10581"/>
                  <a:pt x="3927" y="10309"/>
                </a:cubicBezTo>
                <a:cubicBezTo>
                  <a:pt x="3927" y="10038"/>
                  <a:pt x="3707" y="9818"/>
                  <a:pt x="3436" y="9818"/>
                </a:cubicBezTo>
                <a:lnTo>
                  <a:pt x="982" y="9818"/>
                </a:lnTo>
                <a:lnTo>
                  <a:pt x="982" y="8836"/>
                </a:lnTo>
                <a:lnTo>
                  <a:pt x="2455" y="8836"/>
                </a:lnTo>
                <a:cubicBezTo>
                  <a:pt x="2725" y="8836"/>
                  <a:pt x="2945" y="8617"/>
                  <a:pt x="2945" y="8345"/>
                </a:cubicBezTo>
                <a:cubicBezTo>
                  <a:pt x="2945" y="8075"/>
                  <a:pt x="2725" y="7855"/>
                  <a:pt x="2455" y="7855"/>
                </a:cubicBezTo>
                <a:lnTo>
                  <a:pt x="982" y="7855"/>
                </a:lnTo>
                <a:lnTo>
                  <a:pt x="982" y="5891"/>
                </a:lnTo>
                <a:lnTo>
                  <a:pt x="7855" y="5128"/>
                </a:lnTo>
                <a:lnTo>
                  <a:pt x="7855" y="13528"/>
                </a:lnTo>
                <a:cubicBezTo>
                  <a:pt x="7855" y="13528"/>
                  <a:pt x="982" y="12764"/>
                  <a:pt x="982" y="12764"/>
                </a:cubicBezTo>
                <a:close/>
                <a:moveTo>
                  <a:pt x="18655" y="6382"/>
                </a:moveTo>
                <a:lnTo>
                  <a:pt x="18655" y="1473"/>
                </a:lnTo>
                <a:cubicBezTo>
                  <a:pt x="18655" y="659"/>
                  <a:pt x="17995" y="0"/>
                  <a:pt x="17182" y="0"/>
                </a:cubicBezTo>
                <a:cubicBezTo>
                  <a:pt x="16368" y="0"/>
                  <a:pt x="15709" y="659"/>
                  <a:pt x="15709" y="1473"/>
                </a:cubicBezTo>
                <a:lnTo>
                  <a:pt x="15709" y="1850"/>
                </a:lnTo>
                <a:lnTo>
                  <a:pt x="8175" y="4110"/>
                </a:lnTo>
                <a:lnTo>
                  <a:pt x="982" y="4909"/>
                </a:lnTo>
                <a:cubicBezTo>
                  <a:pt x="440" y="4909"/>
                  <a:pt x="0" y="5349"/>
                  <a:pt x="0" y="5891"/>
                </a:cubicBezTo>
                <a:lnTo>
                  <a:pt x="0" y="12764"/>
                </a:lnTo>
                <a:cubicBezTo>
                  <a:pt x="0" y="13306"/>
                  <a:pt x="440" y="13745"/>
                  <a:pt x="982" y="13745"/>
                </a:cubicBezTo>
                <a:lnTo>
                  <a:pt x="4325" y="14117"/>
                </a:lnTo>
                <a:lnTo>
                  <a:pt x="5903" y="21216"/>
                </a:lnTo>
                <a:lnTo>
                  <a:pt x="5912" y="21214"/>
                </a:lnTo>
                <a:cubicBezTo>
                  <a:pt x="5961" y="21433"/>
                  <a:pt x="6148" y="21600"/>
                  <a:pt x="6382" y="21600"/>
                </a:cubicBezTo>
                <a:lnTo>
                  <a:pt x="10309" y="21600"/>
                </a:lnTo>
                <a:cubicBezTo>
                  <a:pt x="10580" y="21600"/>
                  <a:pt x="10800" y="21381"/>
                  <a:pt x="10800" y="21109"/>
                </a:cubicBezTo>
                <a:cubicBezTo>
                  <a:pt x="10800" y="21072"/>
                  <a:pt x="10787" y="21039"/>
                  <a:pt x="10779" y="21005"/>
                </a:cubicBezTo>
                <a:lnTo>
                  <a:pt x="10788" y="21003"/>
                </a:lnTo>
                <a:lnTo>
                  <a:pt x="9437" y="14923"/>
                </a:lnTo>
                <a:lnTo>
                  <a:pt x="15709" y="16805"/>
                </a:lnTo>
                <a:lnTo>
                  <a:pt x="15709" y="17182"/>
                </a:lnTo>
                <a:cubicBezTo>
                  <a:pt x="15709" y="17995"/>
                  <a:pt x="16368" y="18655"/>
                  <a:pt x="17182" y="18655"/>
                </a:cubicBezTo>
                <a:cubicBezTo>
                  <a:pt x="17995" y="18655"/>
                  <a:pt x="18655" y="17995"/>
                  <a:pt x="18655" y="17182"/>
                </a:cubicBezTo>
                <a:lnTo>
                  <a:pt x="18655" y="12273"/>
                </a:lnTo>
                <a:cubicBezTo>
                  <a:pt x="20281" y="12273"/>
                  <a:pt x="21600" y="10954"/>
                  <a:pt x="21600" y="9327"/>
                </a:cubicBezTo>
                <a:cubicBezTo>
                  <a:pt x="21600" y="7701"/>
                  <a:pt x="20281" y="6382"/>
                  <a:pt x="18655" y="6382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76" name="Shape 2690">
            <a:extLst>
              <a:ext uri="{FF2B5EF4-FFF2-40B4-BE49-F238E27FC236}">
                <a16:creationId xmlns:a16="http://schemas.microsoft.com/office/drawing/2014/main" id="{8BEDE00E-9A26-5B1E-2976-67BA18DCA50B}"/>
              </a:ext>
            </a:extLst>
          </p:cNvPr>
          <p:cNvSpPr/>
          <p:nvPr userDrawn="1"/>
        </p:nvSpPr>
        <p:spPr>
          <a:xfrm>
            <a:off x="7729845" y="5089837"/>
            <a:ext cx="278958" cy="2535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1880"/>
                </a:moveTo>
                <a:cubicBezTo>
                  <a:pt x="20618" y="12476"/>
                  <a:pt x="20178" y="12960"/>
                  <a:pt x="19636" y="12960"/>
                </a:cubicBezTo>
                <a:lnTo>
                  <a:pt x="19636" y="8640"/>
                </a:lnTo>
                <a:cubicBezTo>
                  <a:pt x="20178" y="8640"/>
                  <a:pt x="20618" y="9124"/>
                  <a:pt x="20618" y="9720"/>
                </a:cubicBezTo>
                <a:cubicBezTo>
                  <a:pt x="20618" y="9720"/>
                  <a:pt x="20618" y="11880"/>
                  <a:pt x="20618" y="11880"/>
                </a:cubicBezTo>
                <a:close/>
                <a:moveTo>
                  <a:pt x="18655" y="19980"/>
                </a:moveTo>
                <a:cubicBezTo>
                  <a:pt x="18655" y="20279"/>
                  <a:pt x="18434" y="20520"/>
                  <a:pt x="18164" y="20520"/>
                </a:cubicBezTo>
                <a:cubicBezTo>
                  <a:pt x="17893" y="20520"/>
                  <a:pt x="17673" y="20279"/>
                  <a:pt x="17673" y="19980"/>
                </a:cubicBezTo>
                <a:lnTo>
                  <a:pt x="17673" y="1620"/>
                </a:lnTo>
                <a:cubicBezTo>
                  <a:pt x="17673" y="1322"/>
                  <a:pt x="17893" y="1080"/>
                  <a:pt x="18164" y="1080"/>
                </a:cubicBezTo>
                <a:cubicBezTo>
                  <a:pt x="18434" y="1080"/>
                  <a:pt x="18655" y="1322"/>
                  <a:pt x="18655" y="1620"/>
                </a:cubicBezTo>
                <a:cubicBezTo>
                  <a:pt x="18655" y="1620"/>
                  <a:pt x="18655" y="19980"/>
                  <a:pt x="18655" y="19980"/>
                </a:cubicBezTo>
                <a:close/>
                <a:moveTo>
                  <a:pt x="16691" y="18404"/>
                </a:moveTo>
                <a:lnTo>
                  <a:pt x="2944" y="13512"/>
                </a:lnTo>
                <a:cubicBezTo>
                  <a:pt x="2944" y="13508"/>
                  <a:pt x="2945" y="13504"/>
                  <a:pt x="2945" y="13500"/>
                </a:cubicBezTo>
                <a:lnTo>
                  <a:pt x="2945" y="8100"/>
                </a:lnTo>
                <a:cubicBezTo>
                  <a:pt x="2945" y="8096"/>
                  <a:pt x="2944" y="8093"/>
                  <a:pt x="2944" y="8089"/>
                </a:cubicBezTo>
                <a:lnTo>
                  <a:pt x="16691" y="3197"/>
                </a:lnTo>
                <a:cubicBezTo>
                  <a:pt x="16691" y="3197"/>
                  <a:pt x="16691" y="18404"/>
                  <a:pt x="16691" y="18404"/>
                </a:cubicBezTo>
                <a:close/>
                <a:moveTo>
                  <a:pt x="12480" y="18725"/>
                </a:moveTo>
                <a:cubicBezTo>
                  <a:pt x="12316" y="19294"/>
                  <a:pt x="11764" y="19608"/>
                  <a:pt x="11247" y="19428"/>
                </a:cubicBezTo>
                <a:lnTo>
                  <a:pt x="6102" y="17625"/>
                </a:lnTo>
                <a:cubicBezTo>
                  <a:pt x="5585" y="17444"/>
                  <a:pt x="5299" y="16837"/>
                  <a:pt x="5464" y="16269"/>
                </a:cubicBezTo>
                <a:lnTo>
                  <a:pt x="5654" y="15610"/>
                </a:lnTo>
                <a:lnTo>
                  <a:pt x="12661" y="18104"/>
                </a:lnTo>
                <a:cubicBezTo>
                  <a:pt x="12661" y="18104"/>
                  <a:pt x="12480" y="18725"/>
                  <a:pt x="12480" y="18725"/>
                </a:cubicBezTo>
                <a:close/>
                <a:moveTo>
                  <a:pt x="1964" y="13500"/>
                </a:moveTo>
                <a:lnTo>
                  <a:pt x="982" y="13500"/>
                </a:lnTo>
                <a:lnTo>
                  <a:pt x="982" y="8100"/>
                </a:lnTo>
                <a:lnTo>
                  <a:pt x="1964" y="8100"/>
                </a:lnTo>
                <a:cubicBezTo>
                  <a:pt x="1964" y="8100"/>
                  <a:pt x="1964" y="13500"/>
                  <a:pt x="1964" y="13500"/>
                </a:cubicBezTo>
                <a:close/>
                <a:moveTo>
                  <a:pt x="19636" y="7560"/>
                </a:moveTo>
                <a:lnTo>
                  <a:pt x="19636" y="1620"/>
                </a:lnTo>
                <a:cubicBezTo>
                  <a:pt x="19636" y="725"/>
                  <a:pt x="18977" y="0"/>
                  <a:pt x="18164" y="0"/>
                </a:cubicBezTo>
                <a:cubicBezTo>
                  <a:pt x="17350" y="0"/>
                  <a:pt x="16691" y="725"/>
                  <a:pt x="16691" y="1620"/>
                </a:cubicBezTo>
                <a:lnTo>
                  <a:pt x="16691" y="2062"/>
                </a:lnTo>
                <a:lnTo>
                  <a:pt x="2411" y="7144"/>
                </a:lnTo>
                <a:cubicBezTo>
                  <a:pt x="2276" y="7067"/>
                  <a:pt x="2126" y="7020"/>
                  <a:pt x="1964" y="7020"/>
                </a:cubicBezTo>
                <a:lnTo>
                  <a:pt x="982" y="7020"/>
                </a:lnTo>
                <a:cubicBezTo>
                  <a:pt x="440" y="7020"/>
                  <a:pt x="0" y="7504"/>
                  <a:pt x="0" y="8100"/>
                </a:cubicBezTo>
                <a:lnTo>
                  <a:pt x="0" y="13500"/>
                </a:lnTo>
                <a:cubicBezTo>
                  <a:pt x="0" y="14097"/>
                  <a:pt x="440" y="14580"/>
                  <a:pt x="982" y="14580"/>
                </a:cubicBezTo>
                <a:lnTo>
                  <a:pt x="1964" y="14580"/>
                </a:lnTo>
                <a:cubicBezTo>
                  <a:pt x="2126" y="14580"/>
                  <a:pt x="2276" y="14533"/>
                  <a:pt x="2411" y="14457"/>
                </a:cubicBezTo>
                <a:lnTo>
                  <a:pt x="4720" y="15278"/>
                </a:lnTo>
                <a:lnTo>
                  <a:pt x="4529" y="15941"/>
                </a:lnTo>
                <a:cubicBezTo>
                  <a:pt x="4199" y="17078"/>
                  <a:pt x="4770" y="18292"/>
                  <a:pt x="5803" y="18654"/>
                </a:cubicBezTo>
                <a:lnTo>
                  <a:pt x="10949" y="20456"/>
                </a:lnTo>
                <a:cubicBezTo>
                  <a:pt x="11983" y="20819"/>
                  <a:pt x="13087" y="20190"/>
                  <a:pt x="13416" y="19053"/>
                </a:cubicBezTo>
                <a:lnTo>
                  <a:pt x="13595" y="18437"/>
                </a:lnTo>
                <a:lnTo>
                  <a:pt x="16691" y="19538"/>
                </a:lnTo>
                <a:lnTo>
                  <a:pt x="16691" y="19980"/>
                </a:lnTo>
                <a:cubicBezTo>
                  <a:pt x="16691" y="20875"/>
                  <a:pt x="17350" y="21600"/>
                  <a:pt x="18164" y="21600"/>
                </a:cubicBezTo>
                <a:cubicBezTo>
                  <a:pt x="18977" y="21600"/>
                  <a:pt x="19636" y="20875"/>
                  <a:pt x="19636" y="19980"/>
                </a:cubicBezTo>
                <a:lnTo>
                  <a:pt x="19636" y="14040"/>
                </a:lnTo>
                <a:cubicBezTo>
                  <a:pt x="20721" y="14040"/>
                  <a:pt x="21600" y="13073"/>
                  <a:pt x="21600" y="11880"/>
                </a:cubicBezTo>
                <a:lnTo>
                  <a:pt x="21600" y="9720"/>
                </a:lnTo>
                <a:cubicBezTo>
                  <a:pt x="21600" y="8527"/>
                  <a:pt x="20721" y="7560"/>
                  <a:pt x="19636" y="756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77" name="Shape 2691">
            <a:extLst>
              <a:ext uri="{FF2B5EF4-FFF2-40B4-BE49-F238E27FC236}">
                <a16:creationId xmlns:a16="http://schemas.microsoft.com/office/drawing/2014/main" id="{0FECA9D1-F091-9043-82DF-4D47C720AC43}"/>
              </a:ext>
            </a:extLst>
          </p:cNvPr>
          <p:cNvSpPr/>
          <p:nvPr userDrawn="1"/>
        </p:nvSpPr>
        <p:spPr>
          <a:xfrm>
            <a:off x="8325801" y="5077156"/>
            <a:ext cx="152160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600" y="19924"/>
                </a:moveTo>
                <a:lnTo>
                  <a:pt x="12600" y="12476"/>
                </a:lnTo>
                <a:lnTo>
                  <a:pt x="19427" y="16200"/>
                </a:lnTo>
                <a:cubicBezTo>
                  <a:pt x="19427" y="16200"/>
                  <a:pt x="12600" y="19924"/>
                  <a:pt x="12600" y="19924"/>
                </a:cubicBezTo>
                <a:close/>
                <a:moveTo>
                  <a:pt x="12600" y="1676"/>
                </a:moveTo>
                <a:lnTo>
                  <a:pt x="19427" y="5400"/>
                </a:lnTo>
                <a:lnTo>
                  <a:pt x="12600" y="9124"/>
                </a:lnTo>
                <a:cubicBezTo>
                  <a:pt x="12600" y="9124"/>
                  <a:pt x="12600" y="1676"/>
                  <a:pt x="12600" y="1676"/>
                </a:cubicBezTo>
                <a:close/>
                <a:moveTo>
                  <a:pt x="21352" y="15862"/>
                </a:moveTo>
                <a:lnTo>
                  <a:pt x="21337" y="15854"/>
                </a:lnTo>
                <a:cubicBezTo>
                  <a:pt x="21336" y="15853"/>
                  <a:pt x="21335" y="15853"/>
                  <a:pt x="21335" y="15852"/>
                </a:cubicBezTo>
                <a:lnTo>
                  <a:pt x="12600" y="11088"/>
                </a:lnTo>
                <a:lnTo>
                  <a:pt x="12600" y="10512"/>
                </a:lnTo>
                <a:lnTo>
                  <a:pt x="21335" y="5748"/>
                </a:lnTo>
                <a:lnTo>
                  <a:pt x="21336" y="5747"/>
                </a:lnTo>
                <a:lnTo>
                  <a:pt x="21352" y="5739"/>
                </a:lnTo>
                <a:lnTo>
                  <a:pt x="21349" y="5738"/>
                </a:lnTo>
                <a:cubicBezTo>
                  <a:pt x="21503" y="5649"/>
                  <a:pt x="21600" y="5532"/>
                  <a:pt x="21600" y="5400"/>
                </a:cubicBezTo>
                <a:cubicBezTo>
                  <a:pt x="21600" y="5265"/>
                  <a:pt x="21499" y="5142"/>
                  <a:pt x="21336" y="5053"/>
                </a:cubicBezTo>
                <a:lnTo>
                  <a:pt x="12336" y="144"/>
                </a:lnTo>
                <a:cubicBezTo>
                  <a:pt x="12173" y="55"/>
                  <a:pt x="11948" y="0"/>
                  <a:pt x="11700" y="0"/>
                </a:cubicBezTo>
                <a:cubicBezTo>
                  <a:pt x="11203" y="0"/>
                  <a:pt x="10800" y="220"/>
                  <a:pt x="10800" y="491"/>
                </a:cubicBezTo>
                <a:lnTo>
                  <a:pt x="10800" y="10106"/>
                </a:lnTo>
                <a:lnTo>
                  <a:pt x="1552" y="5062"/>
                </a:lnTo>
                <a:lnTo>
                  <a:pt x="1549" y="5063"/>
                </a:lnTo>
                <a:cubicBezTo>
                  <a:pt x="1385" y="4969"/>
                  <a:pt x="1157" y="4909"/>
                  <a:pt x="900" y="4909"/>
                </a:cubicBezTo>
                <a:cubicBezTo>
                  <a:pt x="403" y="4909"/>
                  <a:pt x="0" y="5129"/>
                  <a:pt x="0" y="5400"/>
                </a:cubicBezTo>
                <a:cubicBezTo>
                  <a:pt x="0" y="5532"/>
                  <a:pt x="97" y="5649"/>
                  <a:pt x="251" y="5738"/>
                </a:cubicBezTo>
                <a:lnTo>
                  <a:pt x="248" y="5739"/>
                </a:lnTo>
                <a:lnTo>
                  <a:pt x="264" y="5747"/>
                </a:lnTo>
                <a:lnTo>
                  <a:pt x="264" y="5748"/>
                </a:lnTo>
                <a:lnTo>
                  <a:pt x="9527" y="10800"/>
                </a:lnTo>
                <a:lnTo>
                  <a:pt x="265" y="15852"/>
                </a:lnTo>
                <a:cubicBezTo>
                  <a:pt x="265" y="15853"/>
                  <a:pt x="264" y="15853"/>
                  <a:pt x="263" y="15854"/>
                </a:cubicBezTo>
                <a:lnTo>
                  <a:pt x="248" y="15862"/>
                </a:lnTo>
                <a:lnTo>
                  <a:pt x="251" y="15863"/>
                </a:lnTo>
                <a:cubicBezTo>
                  <a:pt x="97" y="15951"/>
                  <a:pt x="0" y="16069"/>
                  <a:pt x="0" y="16200"/>
                </a:cubicBezTo>
                <a:cubicBezTo>
                  <a:pt x="0" y="16471"/>
                  <a:pt x="403" y="16691"/>
                  <a:pt x="900" y="16691"/>
                </a:cubicBezTo>
                <a:cubicBezTo>
                  <a:pt x="1157" y="16691"/>
                  <a:pt x="1385" y="16631"/>
                  <a:pt x="1549" y="16537"/>
                </a:cubicBezTo>
                <a:lnTo>
                  <a:pt x="1552" y="16539"/>
                </a:lnTo>
                <a:lnTo>
                  <a:pt x="10800" y="11494"/>
                </a:lnTo>
                <a:lnTo>
                  <a:pt x="10800" y="21109"/>
                </a:lnTo>
                <a:cubicBezTo>
                  <a:pt x="10800" y="21380"/>
                  <a:pt x="11203" y="21600"/>
                  <a:pt x="11700" y="21600"/>
                </a:cubicBezTo>
                <a:cubicBezTo>
                  <a:pt x="11948" y="21600"/>
                  <a:pt x="12173" y="21546"/>
                  <a:pt x="12336" y="21456"/>
                </a:cubicBezTo>
                <a:lnTo>
                  <a:pt x="21336" y="16547"/>
                </a:lnTo>
                <a:cubicBezTo>
                  <a:pt x="21499" y="16458"/>
                  <a:pt x="21600" y="16336"/>
                  <a:pt x="21600" y="16200"/>
                </a:cubicBezTo>
                <a:cubicBezTo>
                  <a:pt x="21600" y="16069"/>
                  <a:pt x="21503" y="15951"/>
                  <a:pt x="21349" y="15863"/>
                </a:cubicBezTo>
                <a:cubicBezTo>
                  <a:pt x="21349" y="15863"/>
                  <a:pt x="21352" y="15862"/>
                  <a:pt x="21352" y="1586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78" name="Shape 2692">
            <a:extLst>
              <a:ext uri="{FF2B5EF4-FFF2-40B4-BE49-F238E27FC236}">
                <a16:creationId xmlns:a16="http://schemas.microsoft.com/office/drawing/2014/main" id="{E5419BC3-8651-BBAD-0460-D84D1F982BB5}"/>
              </a:ext>
            </a:extLst>
          </p:cNvPr>
          <p:cNvSpPr/>
          <p:nvPr userDrawn="1"/>
        </p:nvSpPr>
        <p:spPr>
          <a:xfrm>
            <a:off x="8820319" y="5077156"/>
            <a:ext cx="228239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200" y="16691"/>
                </a:moveTo>
                <a:lnTo>
                  <a:pt x="15600" y="16691"/>
                </a:lnTo>
                <a:lnTo>
                  <a:pt x="15600" y="14727"/>
                </a:lnTo>
                <a:lnTo>
                  <a:pt x="13200" y="14727"/>
                </a:lnTo>
                <a:cubicBezTo>
                  <a:pt x="13200" y="14727"/>
                  <a:pt x="13200" y="16691"/>
                  <a:pt x="13200" y="16691"/>
                </a:cubicBezTo>
                <a:close/>
                <a:moveTo>
                  <a:pt x="9600" y="10800"/>
                </a:moveTo>
                <a:lnTo>
                  <a:pt x="12000" y="10800"/>
                </a:lnTo>
                <a:lnTo>
                  <a:pt x="12000" y="8836"/>
                </a:lnTo>
                <a:lnTo>
                  <a:pt x="9600" y="8836"/>
                </a:lnTo>
                <a:cubicBezTo>
                  <a:pt x="9600" y="8836"/>
                  <a:pt x="9600" y="10800"/>
                  <a:pt x="9600" y="10800"/>
                </a:cubicBezTo>
                <a:close/>
                <a:moveTo>
                  <a:pt x="13200" y="19636"/>
                </a:moveTo>
                <a:lnTo>
                  <a:pt x="15600" y="19636"/>
                </a:lnTo>
                <a:lnTo>
                  <a:pt x="15600" y="17673"/>
                </a:lnTo>
                <a:lnTo>
                  <a:pt x="13200" y="17673"/>
                </a:lnTo>
                <a:cubicBezTo>
                  <a:pt x="13200" y="17673"/>
                  <a:pt x="13200" y="19636"/>
                  <a:pt x="13200" y="19636"/>
                </a:cubicBezTo>
                <a:close/>
                <a:moveTo>
                  <a:pt x="13200" y="13745"/>
                </a:moveTo>
                <a:lnTo>
                  <a:pt x="15600" y="13745"/>
                </a:lnTo>
                <a:lnTo>
                  <a:pt x="15600" y="11782"/>
                </a:lnTo>
                <a:lnTo>
                  <a:pt x="13200" y="11782"/>
                </a:lnTo>
                <a:cubicBezTo>
                  <a:pt x="13200" y="11782"/>
                  <a:pt x="13200" y="13745"/>
                  <a:pt x="13200" y="13745"/>
                </a:cubicBezTo>
                <a:close/>
                <a:moveTo>
                  <a:pt x="16800" y="10800"/>
                </a:moveTo>
                <a:lnTo>
                  <a:pt x="19200" y="10800"/>
                </a:lnTo>
                <a:lnTo>
                  <a:pt x="19200" y="8836"/>
                </a:lnTo>
                <a:lnTo>
                  <a:pt x="16800" y="8836"/>
                </a:lnTo>
                <a:cubicBezTo>
                  <a:pt x="16800" y="8836"/>
                  <a:pt x="16800" y="10800"/>
                  <a:pt x="16800" y="10800"/>
                </a:cubicBezTo>
                <a:close/>
                <a:moveTo>
                  <a:pt x="20400" y="19636"/>
                </a:moveTo>
                <a:cubicBezTo>
                  <a:pt x="20400" y="20178"/>
                  <a:pt x="19862" y="20618"/>
                  <a:pt x="19200" y="20618"/>
                </a:cubicBezTo>
                <a:lnTo>
                  <a:pt x="2400" y="20618"/>
                </a:lnTo>
                <a:cubicBezTo>
                  <a:pt x="1738" y="20618"/>
                  <a:pt x="1200" y="20178"/>
                  <a:pt x="1200" y="19636"/>
                </a:cubicBezTo>
                <a:lnTo>
                  <a:pt x="1200" y="1964"/>
                </a:lnTo>
                <a:cubicBezTo>
                  <a:pt x="1200" y="1422"/>
                  <a:pt x="1738" y="982"/>
                  <a:pt x="2400" y="982"/>
                </a:cubicBezTo>
                <a:lnTo>
                  <a:pt x="19200" y="982"/>
                </a:lnTo>
                <a:cubicBezTo>
                  <a:pt x="19862" y="982"/>
                  <a:pt x="20400" y="1422"/>
                  <a:pt x="20400" y="1964"/>
                </a:cubicBezTo>
                <a:cubicBezTo>
                  <a:pt x="20400" y="1964"/>
                  <a:pt x="20400" y="19636"/>
                  <a:pt x="20400" y="19636"/>
                </a:cubicBezTo>
                <a:close/>
                <a:moveTo>
                  <a:pt x="19200" y="0"/>
                </a:moveTo>
                <a:lnTo>
                  <a:pt x="2400" y="0"/>
                </a:lnTo>
                <a:cubicBezTo>
                  <a:pt x="1075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1075" y="21600"/>
                  <a:pt x="2400" y="21600"/>
                </a:cubicBezTo>
                <a:lnTo>
                  <a:pt x="19200" y="21600"/>
                </a:lnTo>
                <a:cubicBezTo>
                  <a:pt x="20525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525" y="0"/>
                  <a:pt x="19200" y="0"/>
                </a:cubicBezTo>
                <a:moveTo>
                  <a:pt x="13200" y="10800"/>
                </a:moveTo>
                <a:lnTo>
                  <a:pt x="15600" y="10800"/>
                </a:lnTo>
                <a:lnTo>
                  <a:pt x="15600" y="8836"/>
                </a:lnTo>
                <a:lnTo>
                  <a:pt x="13200" y="8836"/>
                </a:lnTo>
                <a:cubicBezTo>
                  <a:pt x="13200" y="8836"/>
                  <a:pt x="13200" y="10800"/>
                  <a:pt x="13200" y="10800"/>
                </a:cubicBezTo>
                <a:close/>
                <a:moveTo>
                  <a:pt x="3600" y="2945"/>
                </a:moveTo>
                <a:lnTo>
                  <a:pt x="18000" y="2945"/>
                </a:lnTo>
                <a:lnTo>
                  <a:pt x="18000" y="6873"/>
                </a:lnTo>
                <a:lnTo>
                  <a:pt x="3600" y="6873"/>
                </a:lnTo>
                <a:cubicBezTo>
                  <a:pt x="3600" y="6873"/>
                  <a:pt x="3600" y="2945"/>
                  <a:pt x="3600" y="2945"/>
                </a:cubicBezTo>
                <a:close/>
                <a:moveTo>
                  <a:pt x="2400" y="7855"/>
                </a:moveTo>
                <a:lnTo>
                  <a:pt x="19200" y="7855"/>
                </a:lnTo>
                <a:lnTo>
                  <a:pt x="19200" y="1964"/>
                </a:lnTo>
                <a:lnTo>
                  <a:pt x="2400" y="1964"/>
                </a:lnTo>
                <a:cubicBezTo>
                  <a:pt x="2400" y="1964"/>
                  <a:pt x="2400" y="7855"/>
                  <a:pt x="2400" y="7855"/>
                </a:cubicBezTo>
                <a:close/>
                <a:moveTo>
                  <a:pt x="9600" y="13745"/>
                </a:moveTo>
                <a:lnTo>
                  <a:pt x="12000" y="13745"/>
                </a:lnTo>
                <a:lnTo>
                  <a:pt x="12000" y="11782"/>
                </a:lnTo>
                <a:lnTo>
                  <a:pt x="9600" y="11782"/>
                </a:lnTo>
                <a:cubicBezTo>
                  <a:pt x="9600" y="11782"/>
                  <a:pt x="9600" y="13745"/>
                  <a:pt x="9600" y="13745"/>
                </a:cubicBezTo>
                <a:close/>
                <a:moveTo>
                  <a:pt x="16800" y="19636"/>
                </a:moveTo>
                <a:lnTo>
                  <a:pt x="19200" y="19636"/>
                </a:lnTo>
                <a:lnTo>
                  <a:pt x="19200" y="11782"/>
                </a:lnTo>
                <a:lnTo>
                  <a:pt x="16800" y="11782"/>
                </a:lnTo>
                <a:cubicBezTo>
                  <a:pt x="16800" y="11782"/>
                  <a:pt x="16800" y="19636"/>
                  <a:pt x="16800" y="19636"/>
                </a:cubicBezTo>
                <a:close/>
                <a:moveTo>
                  <a:pt x="2400" y="16691"/>
                </a:moveTo>
                <a:lnTo>
                  <a:pt x="4800" y="16691"/>
                </a:lnTo>
                <a:lnTo>
                  <a:pt x="4800" y="14727"/>
                </a:lnTo>
                <a:lnTo>
                  <a:pt x="2400" y="14727"/>
                </a:lnTo>
                <a:cubicBezTo>
                  <a:pt x="2400" y="14727"/>
                  <a:pt x="2400" y="16691"/>
                  <a:pt x="2400" y="16691"/>
                </a:cubicBezTo>
                <a:close/>
                <a:moveTo>
                  <a:pt x="2400" y="10800"/>
                </a:moveTo>
                <a:lnTo>
                  <a:pt x="4800" y="10800"/>
                </a:lnTo>
                <a:lnTo>
                  <a:pt x="4800" y="8836"/>
                </a:lnTo>
                <a:lnTo>
                  <a:pt x="2400" y="8836"/>
                </a:lnTo>
                <a:cubicBezTo>
                  <a:pt x="2400" y="8836"/>
                  <a:pt x="2400" y="10800"/>
                  <a:pt x="2400" y="10800"/>
                </a:cubicBezTo>
                <a:close/>
                <a:moveTo>
                  <a:pt x="2400" y="19636"/>
                </a:moveTo>
                <a:lnTo>
                  <a:pt x="4800" y="19636"/>
                </a:lnTo>
                <a:lnTo>
                  <a:pt x="4800" y="17673"/>
                </a:lnTo>
                <a:lnTo>
                  <a:pt x="2400" y="17673"/>
                </a:lnTo>
                <a:cubicBezTo>
                  <a:pt x="2400" y="17673"/>
                  <a:pt x="2400" y="19636"/>
                  <a:pt x="2400" y="19636"/>
                </a:cubicBezTo>
                <a:close/>
                <a:moveTo>
                  <a:pt x="2400" y="13745"/>
                </a:moveTo>
                <a:lnTo>
                  <a:pt x="4800" y="13745"/>
                </a:lnTo>
                <a:lnTo>
                  <a:pt x="4800" y="11782"/>
                </a:lnTo>
                <a:lnTo>
                  <a:pt x="2400" y="11782"/>
                </a:lnTo>
                <a:cubicBezTo>
                  <a:pt x="2400" y="11782"/>
                  <a:pt x="2400" y="13745"/>
                  <a:pt x="2400" y="13745"/>
                </a:cubicBezTo>
                <a:close/>
                <a:moveTo>
                  <a:pt x="9600" y="16691"/>
                </a:moveTo>
                <a:lnTo>
                  <a:pt x="12000" y="16691"/>
                </a:lnTo>
                <a:lnTo>
                  <a:pt x="12000" y="14727"/>
                </a:lnTo>
                <a:lnTo>
                  <a:pt x="9600" y="14727"/>
                </a:lnTo>
                <a:cubicBezTo>
                  <a:pt x="9600" y="14727"/>
                  <a:pt x="9600" y="16691"/>
                  <a:pt x="9600" y="16691"/>
                </a:cubicBezTo>
                <a:close/>
                <a:moveTo>
                  <a:pt x="6000" y="19636"/>
                </a:moveTo>
                <a:lnTo>
                  <a:pt x="8400" y="19636"/>
                </a:lnTo>
                <a:lnTo>
                  <a:pt x="8400" y="17673"/>
                </a:lnTo>
                <a:lnTo>
                  <a:pt x="6000" y="17673"/>
                </a:lnTo>
                <a:cubicBezTo>
                  <a:pt x="6000" y="17673"/>
                  <a:pt x="6000" y="19636"/>
                  <a:pt x="6000" y="19636"/>
                </a:cubicBezTo>
                <a:close/>
                <a:moveTo>
                  <a:pt x="9600" y="19636"/>
                </a:moveTo>
                <a:lnTo>
                  <a:pt x="12000" y="19636"/>
                </a:lnTo>
                <a:lnTo>
                  <a:pt x="12000" y="17673"/>
                </a:lnTo>
                <a:lnTo>
                  <a:pt x="9600" y="17673"/>
                </a:lnTo>
                <a:cubicBezTo>
                  <a:pt x="9600" y="17673"/>
                  <a:pt x="9600" y="19636"/>
                  <a:pt x="9600" y="19636"/>
                </a:cubicBezTo>
                <a:close/>
                <a:moveTo>
                  <a:pt x="6000" y="16691"/>
                </a:moveTo>
                <a:lnTo>
                  <a:pt x="8400" y="16691"/>
                </a:lnTo>
                <a:lnTo>
                  <a:pt x="8400" y="14727"/>
                </a:lnTo>
                <a:lnTo>
                  <a:pt x="6000" y="14727"/>
                </a:lnTo>
                <a:cubicBezTo>
                  <a:pt x="6000" y="14727"/>
                  <a:pt x="6000" y="16691"/>
                  <a:pt x="6000" y="16691"/>
                </a:cubicBezTo>
                <a:close/>
                <a:moveTo>
                  <a:pt x="6000" y="13745"/>
                </a:moveTo>
                <a:lnTo>
                  <a:pt x="8400" y="13745"/>
                </a:lnTo>
                <a:lnTo>
                  <a:pt x="8400" y="11782"/>
                </a:lnTo>
                <a:lnTo>
                  <a:pt x="6000" y="11782"/>
                </a:lnTo>
                <a:cubicBezTo>
                  <a:pt x="6000" y="11782"/>
                  <a:pt x="6000" y="13745"/>
                  <a:pt x="6000" y="13745"/>
                </a:cubicBezTo>
                <a:close/>
                <a:moveTo>
                  <a:pt x="6000" y="10800"/>
                </a:moveTo>
                <a:lnTo>
                  <a:pt x="8400" y="10800"/>
                </a:lnTo>
                <a:lnTo>
                  <a:pt x="8400" y="8836"/>
                </a:lnTo>
                <a:lnTo>
                  <a:pt x="6000" y="8836"/>
                </a:lnTo>
                <a:cubicBezTo>
                  <a:pt x="6000" y="8836"/>
                  <a:pt x="6000" y="10800"/>
                  <a:pt x="6000" y="10800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79" name="Shape 2693">
            <a:extLst>
              <a:ext uri="{FF2B5EF4-FFF2-40B4-BE49-F238E27FC236}">
                <a16:creationId xmlns:a16="http://schemas.microsoft.com/office/drawing/2014/main" id="{0C232737-D3D0-0DD9-573F-4CE950501BE5}"/>
              </a:ext>
            </a:extLst>
          </p:cNvPr>
          <p:cNvSpPr/>
          <p:nvPr userDrawn="1"/>
        </p:nvSpPr>
        <p:spPr>
          <a:xfrm>
            <a:off x="9327515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782" y="11782"/>
                </a:moveTo>
                <a:lnTo>
                  <a:pt x="9818" y="11782"/>
                </a:lnTo>
                <a:lnTo>
                  <a:pt x="9818" y="13745"/>
                </a:lnTo>
                <a:lnTo>
                  <a:pt x="11782" y="13745"/>
                </a:lnTo>
                <a:cubicBezTo>
                  <a:pt x="11782" y="13745"/>
                  <a:pt x="11782" y="11782"/>
                  <a:pt x="11782" y="11782"/>
                </a:cubicBezTo>
                <a:close/>
                <a:moveTo>
                  <a:pt x="7855" y="17673"/>
                </a:moveTo>
                <a:lnTo>
                  <a:pt x="9818" y="17673"/>
                </a:lnTo>
                <a:lnTo>
                  <a:pt x="9818" y="16691"/>
                </a:lnTo>
                <a:lnTo>
                  <a:pt x="7855" y="16691"/>
                </a:lnTo>
                <a:cubicBezTo>
                  <a:pt x="7855" y="16691"/>
                  <a:pt x="7855" y="17673"/>
                  <a:pt x="7855" y="17673"/>
                </a:cubicBezTo>
                <a:close/>
                <a:moveTo>
                  <a:pt x="11782" y="17673"/>
                </a:moveTo>
                <a:lnTo>
                  <a:pt x="13745" y="17673"/>
                </a:lnTo>
                <a:lnTo>
                  <a:pt x="13745" y="16691"/>
                </a:lnTo>
                <a:lnTo>
                  <a:pt x="11782" y="16691"/>
                </a:lnTo>
                <a:cubicBezTo>
                  <a:pt x="11782" y="16691"/>
                  <a:pt x="11782" y="17673"/>
                  <a:pt x="11782" y="17673"/>
                </a:cubicBezTo>
                <a:close/>
                <a:moveTo>
                  <a:pt x="12764" y="8836"/>
                </a:moveTo>
                <a:cubicBezTo>
                  <a:pt x="12492" y="8836"/>
                  <a:pt x="12273" y="9056"/>
                  <a:pt x="12273" y="9327"/>
                </a:cubicBezTo>
                <a:cubicBezTo>
                  <a:pt x="12273" y="9599"/>
                  <a:pt x="12492" y="9818"/>
                  <a:pt x="12764" y="9818"/>
                </a:cubicBezTo>
                <a:cubicBezTo>
                  <a:pt x="13035" y="9818"/>
                  <a:pt x="13255" y="9599"/>
                  <a:pt x="13255" y="9327"/>
                </a:cubicBezTo>
                <a:cubicBezTo>
                  <a:pt x="13255" y="9056"/>
                  <a:pt x="13035" y="8836"/>
                  <a:pt x="12764" y="8836"/>
                </a:cubicBezTo>
                <a:moveTo>
                  <a:pt x="3927" y="12764"/>
                </a:moveTo>
                <a:cubicBezTo>
                  <a:pt x="3927" y="11679"/>
                  <a:pt x="4806" y="10800"/>
                  <a:pt x="5891" y="10800"/>
                </a:cubicBezTo>
                <a:cubicBezTo>
                  <a:pt x="6975" y="10800"/>
                  <a:pt x="7855" y="11679"/>
                  <a:pt x="7855" y="12764"/>
                </a:cubicBezTo>
                <a:cubicBezTo>
                  <a:pt x="7855" y="13848"/>
                  <a:pt x="6975" y="14727"/>
                  <a:pt x="5891" y="14727"/>
                </a:cubicBezTo>
                <a:cubicBezTo>
                  <a:pt x="4806" y="14727"/>
                  <a:pt x="3927" y="13848"/>
                  <a:pt x="3927" y="12764"/>
                </a:cubicBezTo>
                <a:moveTo>
                  <a:pt x="17673" y="12764"/>
                </a:moveTo>
                <a:cubicBezTo>
                  <a:pt x="17673" y="13848"/>
                  <a:pt x="16794" y="14727"/>
                  <a:pt x="15709" y="14727"/>
                </a:cubicBezTo>
                <a:cubicBezTo>
                  <a:pt x="14625" y="14727"/>
                  <a:pt x="13745" y="13848"/>
                  <a:pt x="13745" y="12764"/>
                </a:cubicBezTo>
                <a:cubicBezTo>
                  <a:pt x="13745" y="11679"/>
                  <a:pt x="14625" y="10800"/>
                  <a:pt x="15709" y="10800"/>
                </a:cubicBezTo>
                <a:cubicBezTo>
                  <a:pt x="16794" y="10800"/>
                  <a:pt x="17673" y="11679"/>
                  <a:pt x="17673" y="12764"/>
                </a:cubicBezTo>
                <a:moveTo>
                  <a:pt x="20618" y="8836"/>
                </a:moveTo>
                <a:lnTo>
                  <a:pt x="19145" y="8836"/>
                </a:lnTo>
                <a:cubicBezTo>
                  <a:pt x="18874" y="8836"/>
                  <a:pt x="18655" y="9056"/>
                  <a:pt x="18655" y="9327"/>
                </a:cubicBezTo>
                <a:cubicBezTo>
                  <a:pt x="18655" y="9599"/>
                  <a:pt x="18874" y="9818"/>
                  <a:pt x="19145" y="9818"/>
                </a:cubicBezTo>
                <a:lnTo>
                  <a:pt x="20618" y="9818"/>
                </a:lnTo>
                <a:lnTo>
                  <a:pt x="20618" y="12273"/>
                </a:lnTo>
                <a:lnTo>
                  <a:pt x="18605" y="12273"/>
                </a:lnTo>
                <a:cubicBezTo>
                  <a:pt x="18370" y="10881"/>
                  <a:pt x="17167" y="9818"/>
                  <a:pt x="15709" y="9818"/>
                </a:cubicBezTo>
                <a:cubicBezTo>
                  <a:pt x="14082" y="9818"/>
                  <a:pt x="12764" y="11137"/>
                  <a:pt x="12764" y="12764"/>
                </a:cubicBezTo>
                <a:cubicBezTo>
                  <a:pt x="12764" y="14390"/>
                  <a:pt x="14082" y="15709"/>
                  <a:pt x="15709" y="15709"/>
                </a:cubicBezTo>
                <a:cubicBezTo>
                  <a:pt x="17167" y="15709"/>
                  <a:pt x="18370" y="14646"/>
                  <a:pt x="18605" y="13255"/>
                </a:cubicBezTo>
                <a:lnTo>
                  <a:pt x="20618" y="13255"/>
                </a:lnTo>
                <a:lnTo>
                  <a:pt x="20618" y="18655"/>
                </a:lnTo>
                <a:lnTo>
                  <a:pt x="982" y="18655"/>
                </a:lnTo>
                <a:lnTo>
                  <a:pt x="982" y="13255"/>
                </a:lnTo>
                <a:lnTo>
                  <a:pt x="2995" y="13255"/>
                </a:lnTo>
                <a:cubicBezTo>
                  <a:pt x="3230" y="14646"/>
                  <a:pt x="4433" y="15709"/>
                  <a:pt x="5891" y="15709"/>
                </a:cubicBezTo>
                <a:cubicBezTo>
                  <a:pt x="7517" y="15709"/>
                  <a:pt x="8836" y="14390"/>
                  <a:pt x="8836" y="12764"/>
                </a:cubicBezTo>
                <a:cubicBezTo>
                  <a:pt x="8836" y="11137"/>
                  <a:pt x="7517" y="9818"/>
                  <a:pt x="5891" y="9818"/>
                </a:cubicBezTo>
                <a:cubicBezTo>
                  <a:pt x="4433" y="9818"/>
                  <a:pt x="3230" y="10881"/>
                  <a:pt x="2995" y="12273"/>
                </a:cubicBezTo>
                <a:lnTo>
                  <a:pt x="982" y="12273"/>
                </a:lnTo>
                <a:lnTo>
                  <a:pt x="982" y="9818"/>
                </a:lnTo>
                <a:lnTo>
                  <a:pt x="2455" y="9818"/>
                </a:lnTo>
                <a:cubicBezTo>
                  <a:pt x="2726" y="9818"/>
                  <a:pt x="2945" y="9599"/>
                  <a:pt x="2945" y="9327"/>
                </a:cubicBezTo>
                <a:cubicBezTo>
                  <a:pt x="2945" y="9056"/>
                  <a:pt x="2726" y="8836"/>
                  <a:pt x="2455" y="8836"/>
                </a:cubicBezTo>
                <a:lnTo>
                  <a:pt x="982" y="8836"/>
                </a:lnTo>
                <a:lnTo>
                  <a:pt x="982" y="7855"/>
                </a:lnTo>
                <a:cubicBezTo>
                  <a:pt x="982" y="7313"/>
                  <a:pt x="1421" y="6873"/>
                  <a:pt x="1964" y="6873"/>
                </a:cubicBezTo>
                <a:lnTo>
                  <a:pt x="19636" y="6873"/>
                </a:lnTo>
                <a:cubicBezTo>
                  <a:pt x="20178" y="6873"/>
                  <a:pt x="20618" y="7313"/>
                  <a:pt x="20618" y="7855"/>
                </a:cubicBezTo>
                <a:cubicBezTo>
                  <a:pt x="20618" y="7855"/>
                  <a:pt x="20618" y="8836"/>
                  <a:pt x="20618" y="8836"/>
                </a:cubicBezTo>
                <a:close/>
                <a:moveTo>
                  <a:pt x="19636" y="20618"/>
                </a:moveTo>
                <a:lnTo>
                  <a:pt x="1964" y="20618"/>
                </a:lnTo>
                <a:cubicBezTo>
                  <a:pt x="1421" y="20618"/>
                  <a:pt x="982" y="20178"/>
                  <a:pt x="982" y="19636"/>
                </a:cubicBezTo>
                <a:lnTo>
                  <a:pt x="20618" y="19636"/>
                </a:lnTo>
                <a:cubicBezTo>
                  <a:pt x="20618" y="20178"/>
                  <a:pt x="20178" y="20618"/>
                  <a:pt x="19636" y="20618"/>
                </a:cubicBezTo>
                <a:moveTo>
                  <a:pt x="5891" y="4909"/>
                </a:moveTo>
                <a:lnTo>
                  <a:pt x="15709" y="4909"/>
                </a:lnTo>
                <a:lnTo>
                  <a:pt x="15709" y="5891"/>
                </a:lnTo>
                <a:lnTo>
                  <a:pt x="5891" y="5891"/>
                </a:lnTo>
                <a:cubicBezTo>
                  <a:pt x="5891" y="5891"/>
                  <a:pt x="5891" y="4909"/>
                  <a:pt x="5891" y="4909"/>
                </a:cubicBezTo>
                <a:close/>
                <a:moveTo>
                  <a:pt x="19636" y="5891"/>
                </a:moveTo>
                <a:lnTo>
                  <a:pt x="19636" y="2855"/>
                </a:lnTo>
                <a:cubicBezTo>
                  <a:pt x="20207" y="2653"/>
                  <a:pt x="20618" y="2113"/>
                  <a:pt x="20618" y="1473"/>
                </a:cubicBezTo>
                <a:cubicBezTo>
                  <a:pt x="20618" y="659"/>
                  <a:pt x="19959" y="0"/>
                  <a:pt x="19145" y="0"/>
                </a:cubicBezTo>
                <a:cubicBezTo>
                  <a:pt x="18332" y="0"/>
                  <a:pt x="17673" y="659"/>
                  <a:pt x="17673" y="1473"/>
                </a:cubicBezTo>
                <a:cubicBezTo>
                  <a:pt x="17673" y="2113"/>
                  <a:pt x="18084" y="2653"/>
                  <a:pt x="18655" y="2855"/>
                </a:cubicBezTo>
                <a:lnTo>
                  <a:pt x="18655" y="5891"/>
                </a:lnTo>
                <a:lnTo>
                  <a:pt x="16691" y="5891"/>
                </a:lnTo>
                <a:lnTo>
                  <a:pt x="16691" y="4909"/>
                </a:lnTo>
                <a:cubicBezTo>
                  <a:pt x="16691" y="4367"/>
                  <a:pt x="16251" y="3927"/>
                  <a:pt x="15709" y="3927"/>
                </a:cubicBezTo>
                <a:lnTo>
                  <a:pt x="5891" y="3927"/>
                </a:lnTo>
                <a:cubicBezTo>
                  <a:pt x="5348" y="3927"/>
                  <a:pt x="4909" y="4367"/>
                  <a:pt x="4909" y="4909"/>
                </a:cubicBezTo>
                <a:lnTo>
                  <a:pt x="4909" y="5891"/>
                </a:lnTo>
                <a:lnTo>
                  <a:pt x="1964" y="5891"/>
                </a:lnTo>
                <a:cubicBezTo>
                  <a:pt x="879" y="5891"/>
                  <a:pt x="0" y="6770"/>
                  <a:pt x="0" y="7855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7855"/>
                </a:lnTo>
                <a:cubicBezTo>
                  <a:pt x="21600" y="6770"/>
                  <a:pt x="20721" y="5891"/>
                  <a:pt x="19636" y="5891"/>
                </a:cubicBezTo>
                <a:moveTo>
                  <a:pt x="10800" y="9818"/>
                </a:moveTo>
                <a:cubicBezTo>
                  <a:pt x="11071" y="9818"/>
                  <a:pt x="11291" y="9599"/>
                  <a:pt x="11291" y="9327"/>
                </a:cubicBezTo>
                <a:cubicBezTo>
                  <a:pt x="11291" y="9056"/>
                  <a:pt x="11071" y="8836"/>
                  <a:pt x="10800" y="8836"/>
                </a:cubicBezTo>
                <a:cubicBezTo>
                  <a:pt x="10529" y="8836"/>
                  <a:pt x="10309" y="9056"/>
                  <a:pt x="10309" y="9327"/>
                </a:cubicBezTo>
                <a:cubicBezTo>
                  <a:pt x="10309" y="9599"/>
                  <a:pt x="10529" y="9818"/>
                  <a:pt x="10800" y="9818"/>
                </a:cubicBezTo>
                <a:moveTo>
                  <a:pt x="9327" y="9327"/>
                </a:moveTo>
                <a:cubicBezTo>
                  <a:pt x="9327" y="9056"/>
                  <a:pt x="9108" y="8836"/>
                  <a:pt x="8836" y="8836"/>
                </a:cubicBezTo>
                <a:cubicBezTo>
                  <a:pt x="8565" y="8836"/>
                  <a:pt x="8345" y="9056"/>
                  <a:pt x="8345" y="9327"/>
                </a:cubicBezTo>
                <a:cubicBezTo>
                  <a:pt x="8345" y="9599"/>
                  <a:pt x="8565" y="9818"/>
                  <a:pt x="8836" y="9818"/>
                </a:cubicBezTo>
                <a:cubicBezTo>
                  <a:pt x="9108" y="9818"/>
                  <a:pt x="9327" y="9599"/>
                  <a:pt x="9327" y="9327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80" name="Shape 2694">
            <a:extLst>
              <a:ext uri="{FF2B5EF4-FFF2-40B4-BE49-F238E27FC236}">
                <a16:creationId xmlns:a16="http://schemas.microsoft.com/office/drawing/2014/main" id="{0A54AB1F-E2D7-B14A-7831-A2A7374711B0}"/>
              </a:ext>
            </a:extLst>
          </p:cNvPr>
          <p:cNvSpPr/>
          <p:nvPr userDrawn="1"/>
        </p:nvSpPr>
        <p:spPr>
          <a:xfrm>
            <a:off x="9860071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538" y="14727"/>
                </a:moveTo>
                <a:cubicBezTo>
                  <a:pt x="13628" y="14411"/>
                  <a:pt x="13690" y="14083"/>
                  <a:pt x="13721" y="13745"/>
                </a:cubicBezTo>
                <a:lnTo>
                  <a:pt x="2970" y="13745"/>
                </a:lnTo>
                <a:cubicBezTo>
                  <a:pt x="3001" y="14083"/>
                  <a:pt x="3063" y="14411"/>
                  <a:pt x="3153" y="14727"/>
                </a:cubicBezTo>
                <a:cubicBezTo>
                  <a:pt x="3153" y="14727"/>
                  <a:pt x="13538" y="14727"/>
                  <a:pt x="13538" y="14727"/>
                </a:cubicBezTo>
                <a:close/>
                <a:moveTo>
                  <a:pt x="18655" y="12764"/>
                </a:moveTo>
                <a:cubicBezTo>
                  <a:pt x="18383" y="12764"/>
                  <a:pt x="18164" y="12984"/>
                  <a:pt x="18164" y="13255"/>
                </a:cubicBezTo>
                <a:cubicBezTo>
                  <a:pt x="18164" y="13526"/>
                  <a:pt x="18383" y="13745"/>
                  <a:pt x="18655" y="13745"/>
                </a:cubicBezTo>
                <a:cubicBezTo>
                  <a:pt x="18926" y="13745"/>
                  <a:pt x="19145" y="13526"/>
                  <a:pt x="19145" y="13255"/>
                </a:cubicBezTo>
                <a:cubicBezTo>
                  <a:pt x="19145" y="12984"/>
                  <a:pt x="18926" y="12764"/>
                  <a:pt x="18655" y="12764"/>
                </a:cubicBezTo>
                <a:moveTo>
                  <a:pt x="18655" y="8836"/>
                </a:moveTo>
                <a:cubicBezTo>
                  <a:pt x="18112" y="8836"/>
                  <a:pt x="17673" y="9276"/>
                  <a:pt x="17673" y="9818"/>
                </a:cubicBezTo>
                <a:cubicBezTo>
                  <a:pt x="17673" y="10360"/>
                  <a:pt x="18112" y="10800"/>
                  <a:pt x="18655" y="10800"/>
                </a:cubicBezTo>
                <a:cubicBezTo>
                  <a:pt x="19197" y="10800"/>
                  <a:pt x="19636" y="10360"/>
                  <a:pt x="19636" y="9818"/>
                </a:cubicBezTo>
                <a:cubicBezTo>
                  <a:pt x="19636" y="9276"/>
                  <a:pt x="19197" y="8836"/>
                  <a:pt x="18655" y="8836"/>
                </a:cubicBezTo>
                <a:moveTo>
                  <a:pt x="20618" y="19636"/>
                </a:moveTo>
                <a:cubicBezTo>
                  <a:pt x="20618" y="20178"/>
                  <a:pt x="20179" y="20618"/>
                  <a:pt x="19636" y="20618"/>
                </a:cubicBezTo>
                <a:lnTo>
                  <a:pt x="16691" y="20618"/>
                </a:lnTo>
                <a:lnTo>
                  <a:pt x="16691" y="5891"/>
                </a:lnTo>
                <a:lnTo>
                  <a:pt x="19636" y="5891"/>
                </a:lnTo>
                <a:cubicBezTo>
                  <a:pt x="20179" y="5891"/>
                  <a:pt x="20618" y="6331"/>
                  <a:pt x="20618" y="6873"/>
                </a:cubicBezTo>
                <a:cubicBezTo>
                  <a:pt x="20618" y="6873"/>
                  <a:pt x="20618" y="19636"/>
                  <a:pt x="20618" y="19636"/>
                </a:cubicBezTo>
                <a:close/>
                <a:moveTo>
                  <a:pt x="15709" y="20618"/>
                </a:moveTo>
                <a:lnTo>
                  <a:pt x="1964" y="20618"/>
                </a:lnTo>
                <a:cubicBezTo>
                  <a:pt x="1421" y="20618"/>
                  <a:pt x="982" y="20178"/>
                  <a:pt x="982" y="19636"/>
                </a:cubicBezTo>
                <a:lnTo>
                  <a:pt x="982" y="6873"/>
                </a:lnTo>
                <a:cubicBezTo>
                  <a:pt x="982" y="6331"/>
                  <a:pt x="1421" y="5891"/>
                  <a:pt x="1964" y="5891"/>
                </a:cubicBezTo>
                <a:lnTo>
                  <a:pt x="15709" y="5891"/>
                </a:lnTo>
                <a:cubicBezTo>
                  <a:pt x="15709" y="5891"/>
                  <a:pt x="15709" y="20618"/>
                  <a:pt x="15709" y="20618"/>
                </a:cubicBezTo>
                <a:close/>
                <a:moveTo>
                  <a:pt x="19636" y="4909"/>
                </a:moveTo>
                <a:lnTo>
                  <a:pt x="4909" y="4909"/>
                </a:lnTo>
                <a:lnTo>
                  <a:pt x="4909" y="2855"/>
                </a:lnTo>
                <a:cubicBezTo>
                  <a:pt x="5480" y="2653"/>
                  <a:pt x="5891" y="2113"/>
                  <a:pt x="5891" y="1473"/>
                </a:cubicBezTo>
                <a:cubicBezTo>
                  <a:pt x="5891" y="659"/>
                  <a:pt x="5231" y="0"/>
                  <a:pt x="4418" y="0"/>
                </a:cubicBezTo>
                <a:cubicBezTo>
                  <a:pt x="3605" y="0"/>
                  <a:pt x="2945" y="659"/>
                  <a:pt x="2945" y="1473"/>
                </a:cubicBezTo>
                <a:cubicBezTo>
                  <a:pt x="2945" y="2113"/>
                  <a:pt x="3357" y="2653"/>
                  <a:pt x="3927" y="2855"/>
                </a:cubicBezTo>
                <a:lnTo>
                  <a:pt x="3927" y="4909"/>
                </a:lnTo>
                <a:lnTo>
                  <a:pt x="1964" y="4909"/>
                </a:lnTo>
                <a:cubicBezTo>
                  <a:pt x="879" y="4909"/>
                  <a:pt x="0" y="5788"/>
                  <a:pt x="0" y="6873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6873"/>
                </a:lnTo>
                <a:cubicBezTo>
                  <a:pt x="21600" y="5788"/>
                  <a:pt x="20721" y="4909"/>
                  <a:pt x="19636" y="4909"/>
                </a:cubicBezTo>
                <a:moveTo>
                  <a:pt x="18655" y="15709"/>
                </a:moveTo>
                <a:cubicBezTo>
                  <a:pt x="18383" y="15709"/>
                  <a:pt x="18164" y="15929"/>
                  <a:pt x="18164" y="16200"/>
                </a:cubicBezTo>
                <a:cubicBezTo>
                  <a:pt x="18164" y="16471"/>
                  <a:pt x="18383" y="16691"/>
                  <a:pt x="18655" y="16691"/>
                </a:cubicBezTo>
                <a:cubicBezTo>
                  <a:pt x="18926" y="16691"/>
                  <a:pt x="19145" y="16471"/>
                  <a:pt x="19145" y="16200"/>
                </a:cubicBezTo>
                <a:cubicBezTo>
                  <a:pt x="19145" y="15929"/>
                  <a:pt x="18926" y="15709"/>
                  <a:pt x="18655" y="15709"/>
                </a:cubicBezTo>
                <a:moveTo>
                  <a:pt x="4199" y="16691"/>
                </a:moveTo>
                <a:lnTo>
                  <a:pt x="12492" y="16691"/>
                </a:lnTo>
                <a:cubicBezTo>
                  <a:pt x="12744" y="16387"/>
                  <a:pt x="12971" y="16064"/>
                  <a:pt x="13152" y="15709"/>
                </a:cubicBezTo>
                <a:lnTo>
                  <a:pt x="3539" y="15709"/>
                </a:lnTo>
                <a:cubicBezTo>
                  <a:pt x="3720" y="16064"/>
                  <a:pt x="3947" y="16387"/>
                  <a:pt x="4199" y="16691"/>
                </a:cubicBezTo>
                <a:moveTo>
                  <a:pt x="8345" y="7855"/>
                </a:moveTo>
                <a:cubicBezTo>
                  <a:pt x="7196" y="7855"/>
                  <a:pt x="6138" y="8224"/>
                  <a:pt x="5263" y="8836"/>
                </a:cubicBezTo>
                <a:lnTo>
                  <a:pt x="11428" y="8836"/>
                </a:lnTo>
                <a:cubicBezTo>
                  <a:pt x="10553" y="8224"/>
                  <a:pt x="9495" y="7855"/>
                  <a:pt x="8345" y="7855"/>
                </a:cubicBezTo>
                <a:moveTo>
                  <a:pt x="8345" y="18655"/>
                </a:moveTo>
                <a:cubicBezTo>
                  <a:pt x="9495" y="18655"/>
                  <a:pt x="10553" y="18285"/>
                  <a:pt x="11428" y="17673"/>
                </a:cubicBezTo>
                <a:lnTo>
                  <a:pt x="5263" y="17673"/>
                </a:lnTo>
                <a:cubicBezTo>
                  <a:pt x="6138" y="18285"/>
                  <a:pt x="7196" y="18655"/>
                  <a:pt x="8345" y="18655"/>
                </a:cubicBezTo>
                <a:moveTo>
                  <a:pt x="12492" y="9818"/>
                </a:moveTo>
                <a:lnTo>
                  <a:pt x="4199" y="9818"/>
                </a:lnTo>
                <a:cubicBezTo>
                  <a:pt x="3947" y="10122"/>
                  <a:pt x="3720" y="10446"/>
                  <a:pt x="3539" y="10800"/>
                </a:cubicBezTo>
                <a:lnTo>
                  <a:pt x="13152" y="10800"/>
                </a:lnTo>
                <a:cubicBezTo>
                  <a:pt x="12971" y="10446"/>
                  <a:pt x="12744" y="10122"/>
                  <a:pt x="12492" y="9818"/>
                </a:cubicBezTo>
                <a:moveTo>
                  <a:pt x="13538" y="11782"/>
                </a:moveTo>
                <a:lnTo>
                  <a:pt x="3153" y="11782"/>
                </a:lnTo>
                <a:cubicBezTo>
                  <a:pt x="3063" y="12098"/>
                  <a:pt x="3001" y="12427"/>
                  <a:pt x="2970" y="12764"/>
                </a:cubicBezTo>
                <a:lnTo>
                  <a:pt x="13721" y="12764"/>
                </a:lnTo>
                <a:cubicBezTo>
                  <a:pt x="13690" y="12427"/>
                  <a:pt x="13628" y="12098"/>
                  <a:pt x="13538" y="11782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81" name="Shape 2695">
            <a:extLst>
              <a:ext uri="{FF2B5EF4-FFF2-40B4-BE49-F238E27FC236}">
                <a16:creationId xmlns:a16="http://schemas.microsoft.com/office/drawing/2014/main" id="{50462A26-8360-D43D-D189-CD67EAE29D76}"/>
              </a:ext>
            </a:extLst>
          </p:cNvPr>
          <p:cNvSpPr/>
          <p:nvPr userDrawn="1"/>
        </p:nvSpPr>
        <p:spPr>
          <a:xfrm>
            <a:off x="10392627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727" y="15218"/>
                </a:moveTo>
                <a:cubicBezTo>
                  <a:pt x="14727" y="15490"/>
                  <a:pt x="14947" y="15709"/>
                  <a:pt x="15218" y="15709"/>
                </a:cubicBezTo>
                <a:cubicBezTo>
                  <a:pt x="15490" y="15709"/>
                  <a:pt x="15709" y="15490"/>
                  <a:pt x="15709" y="15218"/>
                </a:cubicBezTo>
                <a:cubicBezTo>
                  <a:pt x="15709" y="14947"/>
                  <a:pt x="15490" y="14727"/>
                  <a:pt x="15218" y="14727"/>
                </a:cubicBezTo>
                <a:cubicBezTo>
                  <a:pt x="14947" y="14727"/>
                  <a:pt x="14727" y="14947"/>
                  <a:pt x="14727" y="15218"/>
                </a:cubicBezTo>
                <a:moveTo>
                  <a:pt x="20618" y="12764"/>
                </a:moveTo>
                <a:lnTo>
                  <a:pt x="17673" y="12764"/>
                </a:lnTo>
                <a:lnTo>
                  <a:pt x="17673" y="3927"/>
                </a:lnTo>
                <a:lnTo>
                  <a:pt x="3927" y="3927"/>
                </a:lnTo>
                <a:lnTo>
                  <a:pt x="3927" y="9510"/>
                </a:lnTo>
                <a:cubicBezTo>
                  <a:pt x="3308" y="10442"/>
                  <a:pt x="2945" y="11560"/>
                  <a:pt x="2945" y="12764"/>
                </a:cubicBezTo>
                <a:lnTo>
                  <a:pt x="982" y="12764"/>
                </a:lnTo>
                <a:lnTo>
                  <a:pt x="982" y="1964"/>
                </a:lnTo>
                <a:cubicBezTo>
                  <a:pt x="982" y="1422"/>
                  <a:pt x="1422" y="982"/>
                  <a:pt x="1964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cubicBezTo>
                  <a:pt x="20618" y="1964"/>
                  <a:pt x="20618" y="12764"/>
                  <a:pt x="20618" y="12764"/>
                </a:cubicBezTo>
                <a:close/>
                <a:moveTo>
                  <a:pt x="9327" y="12764"/>
                </a:moveTo>
                <a:cubicBezTo>
                  <a:pt x="9327" y="13035"/>
                  <a:pt x="9108" y="13255"/>
                  <a:pt x="8836" y="13255"/>
                </a:cubicBezTo>
                <a:cubicBezTo>
                  <a:pt x="8565" y="13255"/>
                  <a:pt x="8345" y="13035"/>
                  <a:pt x="8345" y="12764"/>
                </a:cubicBezTo>
                <a:cubicBezTo>
                  <a:pt x="8345" y="12493"/>
                  <a:pt x="8565" y="12273"/>
                  <a:pt x="8836" y="12273"/>
                </a:cubicBezTo>
                <a:cubicBezTo>
                  <a:pt x="9108" y="12273"/>
                  <a:pt x="9327" y="12493"/>
                  <a:pt x="9327" y="12764"/>
                </a:cubicBezTo>
                <a:moveTo>
                  <a:pt x="8836" y="7855"/>
                </a:moveTo>
                <a:cubicBezTo>
                  <a:pt x="10295" y="7855"/>
                  <a:pt x="11601" y="8494"/>
                  <a:pt x="12500" y="9504"/>
                </a:cubicBezTo>
                <a:lnTo>
                  <a:pt x="10301" y="12846"/>
                </a:lnTo>
                <a:cubicBezTo>
                  <a:pt x="10302" y="12818"/>
                  <a:pt x="10309" y="12792"/>
                  <a:pt x="10309" y="12764"/>
                </a:cubicBezTo>
                <a:cubicBezTo>
                  <a:pt x="10309" y="11951"/>
                  <a:pt x="9649" y="11291"/>
                  <a:pt x="8836" y="11291"/>
                </a:cubicBezTo>
                <a:cubicBezTo>
                  <a:pt x="8023" y="11291"/>
                  <a:pt x="7364" y="11951"/>
                  <a:pt x="7364" y="12764"/>
                </a:cubicBezTo>
                <a:cubicBezTo>
                  <a:pt x="7364" y="13577"/>
                  <a:pt x="8023" y="14236"/>
                  <a:pt x="8836" y="14236"/>
                </a:cubicBezTo>
                <a:cubicBezTo>
                  <a:pt x="9072" y="14236"/>
                  <a:pt x="9293" y="14175"/>
                  <a:pt x="9491" y="14076"/>
                </a:cubicBezTo>
                <a:lnTo>
                  <a:pt x="8925" y="14938"/>
                </a:lnTo>
                <a:lnTo>
                  <a:pt x="8639" y="14741"/>
                </a:lnTo>
                <a:lnTo>
                  <a:pt x="7962" y="16664"/>
                </a:lnTo>
                <a:lnTo>
                  <a:pt x="8494" y="17043"/>
                </a:lnTo>
                <a:lnTo>
                  <a:pt x="8881" y="16700"/>
                </a:lnTo>
                <a:lnTo>
                  <a:pt x="10064" y="16936"/>
                </a:lnTo>
                <a:lnTo>
                  <a:pt x="9561" y="16099"/>
                </a:lnTo>
                <a:lnTo>
                  <a:pt x="10020" y="15694"/>
                </a:lnTo>
                <a:lnTo>
                  <a:pt x="9423" y="15282"/>
                </a:lnTo>
                <a:lnTo>
                  <a:pt x="9736" y="15491"/>
                </a:lnTo>
                <a:lnTo>
                  <a:pt x="13114" y="10359"/>
                </a:lnTo>
                <a:cubicBezTo>
                  <a:pt x="13514" y="11069"/>
                  <a:pt x="13745" y="11889"/>
                  <a:pt x="13745" y="12764"/>
                </a:cubicBezTo>
                <a:cubicBezTo>
                  <a:pt x="13745" y="15475"/>
                  <a:pt x="11548" y="17673"/>
                  <a:pt x="8836" y="17673"/>
                </a:cubicBezTo>
                <a:cubicBezTo>
                  <a:pt x="6125" y="17673"/>
                  <a:pt x="3927" y="15475"/>
                  <a:pt x="3927" y="12764"/>
                </a:cubicBezTo>
                <a:cubicBezTo>
                  <a:pt x="3927" y="10053"/>
                  <a:pt x="6125" y="7855"/>
                  <a:pt x="8836" y="7855"/>
                </a:cubicBezTo>
                <a:moveTo>
                  <a:pt x="14727" y="5891"/>
                </a:moveTo>
                <a:cubicBezTo>
                  <a:pt x="14186" y="5891"/>
                  <a:pt x="13745" y="6331"/>
                  <a:pt x="13745" y="6873"/>
                </a:cubicBezTo>
                <a:cubicBezTo>
                  <a:pt x="13745" y="7062"/>
                  <a:pt x="13802" y="7237"/>
                  <a:pt x="13894" y="7386"/>
                </a:cubicBezTo>
                <a:lnTo>
                  <a:pt x="13057" y="8659"/>
                </a:lnTo>
                <a:cubicBezTo>
                  <a:pt x="11987" y="7558"/>
                  <a:pt x="10492" y="6873"/>
                  <a:pt x="8836" y="6873"/>
                </a:cubicBezTo>
                <a:cubicBezTo>
                  <a:pt x="7325" y="6873"/>
                  <a:pt x="5952" y="7447"/>
                  <a:pt x="4909" y="8382"/>
                </a:cubicBezTo>
                <a:lnTo>
                  <a:pt x="4909" y="4909"/>
                </a:lnTo>
                <a:lnTo>
                  <a:pt x="16691" y="4909"/>
                </a:lnTo>
                <a:lnTo>
                  <a:pt x="16691" y="16691"/>
                </a:lnTo>
                <a:lnTo>
                  <a:pt x="13219" y="16691"/>
                </a:lnTo>
                <a:cubicBezTo>
                  <a:pt x="14154" y="15648"/>
                  <a:pt x="14727" y="14275"/>
                  <a:pt x="14727" y="12764"/>
                </a:cubicBezTo>
                <a:cubicBezTo>
                  <a:pt x="14727" y="11536"/>
                  <a:pt x="14351" y="10398"/>
                  <a:pt x="13709" y="9453"/>
                </a:cubicBezTo>
                <a:lnTo>
                  <a:pt x="14764" y="7851"/>
                </a:lnTo>
                <a:cubicBezTo>
                  <a:pt x="15288" y="7832"/>
                  <a:pt x="15709" y="7402"/>
                  <a:pt x="15709" y="6873"/>
                </a:cubicBezTo>
                <a:cubicBezTo>
                  <a:pt x="15709" y="6331"/>
                  <a:pt x="15269" y="5891"/>
                  <a:pt x="14727" y="5891"/>
                </a:cubicBezTo>
                <a:moveTo>
                  <a:pt x="20618" y="19636"/>
                </a:moveTo>
                <a:cubicBezTo>
                  <a:pt x="20618" y="20178"/>
                  <a:pt x="20178" y="20618"/>
                  <a:pt x="19636" y="20618"/>
                </a:cubicBez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3745"/>
                </a:lnTo>
                <a:lnTo>
                  <a:pt x="3034" y="13745"/>
                </a:lnTo>
                <a:cubicBezTo>
                  <a:pt x="3502" y="16531"/>
                  <a:pt x="5918" y="18655"/>
                  <a:pt x="8836" y="18655"/>
                </a:cubicBezTo>
                <a:cubicBezTo>
                  <a:pt x="10040" y="18655"/>
                  <a:pt x="11158" y="18292"/>
                  <a:pt x="12090" y="17673"/>
                </a:cubicBezTo>
                <a:lnTo>
                  <a:pt x="17673" y="17673"/>
                </a:lnTo>
                <a:lnTo>
                  <a:pt x="17673" y="13745"/>
                </a:lnTo>
                <a:lnTo>
                  <a:pt x="20618" y="13745"/>
                </a:lnTo>
                <a:cubicBezTo>
                  <a:pt x="20618" y="13745"/>
                  <a:pt x="20618" y="19636"/>
                  <a:pt x="20618" y="19636"/>
                </a:cubicBezTo>
                <a:close/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82" name="Shape 2696">
            <a:extLst>
              <a:ext uri="{FF2B5EF4-FFF2-40B4-BE49-F238E27FC236}">
                <a16:creationId xmlns:a16="http://schemas.microsoft.com/office/drawing/2014/main" id="{BA61A175-A688-C0BB-B94E-E88E5F5B8D17}"/>
              </a:ext>
            </a:extLst>
          </p:cNvPr>
          <p:cNvSpPr/>
          <p:nvPr userDrawn="1"/>
        </p:nvSpPr>
        <p:spPr>
          <a:xfrm>
            <a:off x="10925184" y="5077156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764" y="19636"/>
                </a:moveTo>
                <a:cubicBezTo>
                  <a:pt x="12764" y="20178"/>
                  <a:pt x="12324" y="20618"/>
                  <a:pt x="11782" y="20618"/>
                </a:cubicBezTo>
                <a:lnTo>
                  <a:pt x="9818" y="20618"/>
                </a:lnTo>
                <a:cubicBezTo>
                  <a:pt x="9276" y="20618"/>
                  <a:pt x="8836" y="20178"/>
                  <a:pt x="8836" y="19636"/>
                </a:cubicBezTo>
                <a:lnTo>
                  <a:pt x="8836" y="17673"/>
                </a:lnTo>
                <a:cubicBezTo>
                  <a:pt x="8836" y="17131"/>
                  <a:pt x="9276" y="16691"/>
                  <a:pt x="9818" y="16691"/>
                </a:cubicBezTo>
                <a:lnTo>
                  <a:pt x="11782" y="16691"/>
                </a:lnTo>
                <a:cubicBezTo>
                  <a:pt x="12324" y="16691"/>
                  <a:pt x="12764" y="17131"/>
                  <a:pt x="12764" y="17673"/>
                </a:cubicBezTo>
                <a:cubicBezTo>
                  <a:pt x="12764" y="17673"/>
                  <a:pt x="12764" y="19636"/>
                  <a:pt x="12764" y="19636"/>
                </a:cubicBezTo>
                <a:close/>
                <a:moveTo>
                  <a:pt x="11782" y="15709"/>
                </a:moveTo>
                <a:lnTo>
                  <a:pt x="9818" y="15709"/>
                </a:lnTo>
                <a:cubicBezTo>
                  <a:pt x="8734" y="15709"/>
                  <a:pt x="7855" y="16588"/>
                  <a:pt x="7855" y="17673"/>
                </a:cubicBezTo>
                <a:lnTo>
                  <a:pt x="7855" y="19636"/>
                </a:lnTo>
                <a:cubicBezTo>
                  <a:pt x="7855" y="20721"/>
                  <a:pt x="8734" y="21600"/>
                  <a:pt x="9818" y="21600"/>
                </a:cubicBezTo>
                <a:lnTo>
                  <a:pt x="11782" y="21600"/>
                </a:lnTo>
                <a:cubicBezTo>
                  <a:pt x="12866" y="21600"/>
                  <a:pt x="13745" y="20721"/>
                  <a:pt x="13745" y="19636"/>
                </a:cubicBezTo>
                <a:lnTo>
                  <a:pt x="13745" y="17673"/>
                </a:lnTo>
                <a:cubicBezTo>
                  <a:pt x="13745" y="16588"/>
                  <a:pt x="12866" y="15709"/>
                  <a:pt x="11782" y="15709"/>
                </a:cubicBezTo>
                <a:moveTo>
                  <a:pt x="20618" y="19636"/>
                </a:moveTo>
                <a:cubicBezTo>
                  <a:pt x="20618" y="20178"/>
                  <a:pt x="20178" y="20618"/>
                  <a:pt x="19636" y="20618"/>
                </a:cubicBezTo>
                <a:lnTo>
                  <a:pt x="17673" y="20618"/>
                </a:lnTo>
                <a:cubicBezTo>
                  <a:pt x="17131" y="20618"/>
                  <a:pt x="16691" y="20178"/>
                  <a:pt x="16691" y="19636"/>
                </a:cubicBezTo>
                <a:lnTo>
                  <a:pt x="16691" y="17673"/>
                </a:lnTo>
                <a:cubicBezTo>
                  <a:pt x="16691" y="17131"/>
                  <a:pt x="17131" y="16691"/>
                  <a:pt x="17673" y="16691"/>
                </a:cubicBezTo>
                <a:lnTo>
                  <a:pt x="19636" y="16691"/>
                </a:lnTo>
                <a:cubicBezTo>
                  <a:pt x="20178" y="16691"/>
                  <a:pt x="20618" y="17131"/>
                  <a:pt x="20618" y="17673"/>
                </a:cubicBezTo>
                <a:cubicBezTo>
                  <a:pt x="20618" y="17673"/>
                  <a:pt x="20618" y="19636"/>
                  <a:pt x="20618" y="19636"/>
                </a:cubicBezTo>
                <a:close/>
                <a:moveTo>
                  <a:pt x="19636" y="15709"/>
                </a:moveTo>
                <a:lnTo>
                  <a:pt x="17673" y="15709"/>
                </a:lnTo>
                <a:cubicBezTo>
                  <a:pt x="16588" y="15709"/>
                  <a:pt x="15709" y="16588"/>
                  <a:pt x="15709" y="17673"/>
                </a:cubicBezTo>
                <a:lnTo>
                  <a:pt x="15709" y="19636"/>
                </a:lnTo>
                <a:cubicBezTo>
                  <a:pt x="15709" y="20721"/>
                  <a:pt x="16588" y="21600"/>
                  <a:pt x="17673" y="21600"/>
                </a:cubicBezTo>
                <a:lnTo>
                  <a:pt x="19636" y="21600"/>
                </a:lnTo>
                <a:cubicBezTo>
                  <a:pt x="20721" y="21600"/>
                  <a:pt x="21600" y="20721"/>
                  <a:pt x="21600" y="19636"/>
                </a:cubicBezTo>
                <a:lnTo>
                  <a:pt x="21600" y="17673"/>
                </a:lnTo>
                <a:cubicBezTo>
                  <a:pt x="21600" y="16588"/>
                  <a:pt x="20721" y="15709"/>
                  <a:pt x="19636" y="15709"/>
                </a:cubicBezTo>
                <a:moveTo>
                  <a:pt x="4909" y="19636"/>
                </a:moveTo>
                <a:cubicBezTo>
                  <a:pt x="4909" y="20178"/>
                  <a:pt x="4469" y="20618"/>
                  <a:pt x="3927" y="20618"/>
                </a:cubicBez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7673"/>
                </a:lnTo>
                <a:cubicBezTo>
                  <a:pt x="982" y="17131"/>
                  <a:pt x="1422" y="16691"/>
                  <a:pt x="1964" y="16691"/>
                </a:cubicBezTo>
                <a:lnTo>
                  <a:pt x="3927" y="16691"/>
                </a:lnTo>
                <a:cubicBezTo>
                  <a:pt x="4469" y="16691"/>
                  <a:pt x="4909" y="17131"/>
                  <a:pt x="4909" y="17673"/>
                </a:cubicBezTo>
                <a:cubicBezTo>
                  <a:pt x="4909" y="17673"/>
                  <a:pt x="4909" y="19636"/>
                  <a:pt x="4909" y="19636"/>
                </a:cubicBezTo>
                <a:close/>
                <a:moveTo>
                  <a:pt x="3927" y="15709"/>
                </a:moveTo>
                <a:lnTo>
                  <a:pt x="1964" y="15709"/>
                </a:lnTo>
                <a:cubicBezTo>
                  <a:pt x="879" y="15709"/>
                  <a:pt x="0" y="16588"/>
                  <a:pt x="0" y="17673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3927" y="21600"/>
                </a:lnTo>
                <a:cubicBezTo>
                  <a:pt x="5012" y="21600"/>
                  <a:pt x="5891" y="20721"/>
                  <a:pt x="5891" y="19636"/>
                </a:cubicBezTo>
                <a:lnTo>
                  <a:pt x="5891" y="17673"/>
                </a:lnTo>
                <a:cubicBezTo>
                  <a:pt x="5891" y="16588"/>
                  <a:pt x="5012" y="15709"/>
                  <a:pt x="3927" y="15709"/>
                </a:cubicBezTo>
                <a:moveTo>
                  <a:pt x="2945" y="14727"/>
                </a:moveTo>
                <a:cubicBezTo>
                  <a:pt x="3217" y="14727"/>
                  <a:pt x="3436" y="14507"/>
                  <a:pt x="3436" y="14236"/>
                </a:cubicBezTo>
                <a:lnTo>
                  <a:pt x="3436" y="10800"/>
                </a:lnTo>
                <a:lnTo>
                  <a:pt x="10309" y="10800"/>
                </a:lnTo>
                <a:lnTo>
                  <a:pt x="10309" y="14236"/>
                </a:lnTo>
                <a:cubicBezTo>
                  <a:pt x="10309" y="14507"/>
                  <a:pt x="10529" y="14727"/>
                  <a:pt x="10800" y="14727"/>
                </a:cubicBezTo>
                <a:cubicBezTo>
                  <a:pt x="11071" y="14727"/>
                  <a:pt x="11291" y="14507"/>
                  <a:pt x="11291" y="14236"/>
                </a:cubicBezTo>
                <a:lnTo>
                  <a:pt x="11291" y="10800"/>
                </a:lnTo>
                <a:lnTo>
                  <a:pt x="18164" y="10800"/>
                </a:lnTo>
                <a:lnTo>
                  <a:pt x="18164" y="14236"/>
                </a:lnTo>
                <a:cubicBezTo>
                  <a:pt x="18164" y="14507"/>
                  <a:pt x="18384" y="14727"/>
                  <a:pt x="18655" y="14727"/>
                </a:cubicBezTo>
                <a:cubicBezTo>
                  <a:pt x="18926" y="14727"/>
                  <a:pt x="19145" y="14507"/>
                  <a:pt x="19145" y="14236"/>
                </a:cubicBezTo>
                <a:lnTo>
                  <a:pt x="19145" y="10309"/>
                </a:lnTo>
                <a:cubicBezTo>
                  <a:pt x="19145" y="10038"/>
                  <a:pt x="18926" y="9818"/>
                  <a:pt x="18655" y="9818"/>
                </a:cubicBezTo>
                <a:lnTo>
                  <a:pt x="11291" y="9818"/>
                </a:lnTo>
                <a:lnTo>
                  <a:pt x="11291" y="7364"/>
                </a:lnTo>
                <a:cubicBezTo>
                  <a:pt x="11291" y="7093"/>
                  <a:pt x="11071" y="6873"/>
                  <a:pt x="10800" y="6873"/>
                </a:cubicBezTo>
                <a:cubicBezTo>
                  <a:pt x="10529" y="6873"/>
                  <a:pt x="10309" y="7093"/>
                  <a:pt x="10309" y="7364"/>
                </a:cubicBezTo>
                <a:lnTo>
                  <a:pt x="10309" y="9818"/>
                </a:lnTo>
                <a:lnTo>
                  <a:pt x="2945" y="9818"/>
                </a:lnTo>
                <a:cubicBezTo>
                  <a:pt x="2674" y="9818"/>
                  <a:pt x="2455" y="10038"/>
                  <a:pt x="2455" y="10309"/>
                </a:cubicBezTo>
                <a:lnTo>
                  <a:pt x="2455" y="14236"/>
                </a:lnTo>
                <a:cubicBezTo>
                  <a:pt x="2455" y="14507"/>
                  <a:pt x="2674" y="14727"/>
                  <a:pt x="2945" y="14727"/>
                </a:cubicBezTo>
                <a:moveTo>
                  <a:pt x="8836" y="1964"/>
                </a:moveTo>
                <a:cubicBezTo>
                  <a:pt x="8836" y="1422"/>
                  <a:pt x="9276" y="982"/>
                  <a:pt x="9818" y="982"/>
                </a:cubicBezTo>
                <a:lnTo>
                  <a:pt x="11782" y="982"/>
                </a:lnTo>
                <a:cubicBezTo>
                  <a:pt x="12324" y="982"/>
                  <a:pt x="12764" y="1422"/>
                  <a:pt x="12764" y="1964"/>
                </a:cubicBezTo>
                <a:lnTo>
                  <a:pt x="12764" y="3927"/>
                </a:lnTo>
                <a:cubicBezTo>
                  <a:pt x="12764" y="4469"/>
                  <a:pt x="12324" y="4909"/>
                  <a:pt x="11782" y="4909"/>
                </a:cubicBezTo>
                <a:lnTo>
                  <a:pt x="9818" y="4909"/>
                </a:lnTo>
                <a:cubicBezTo>
                  <a:pt x="9276" y="4909"/>
                  <a:pt x="8836" y="4469"/>
                  <a:pt x="8836" y="3927"/>
                </a:cubicBezTo>
                <a:cubicBezTo>
                  <a:pt x="8836" y="3927"/>
                  <a:pt x="8836" y="1964"/>
                  <a:pt x="8836" y="1964"/>
                </a:cubicBezTo>
                <a:close/>
                <a:moveTo>
                  <a:pt x="9818" y="5891"/>
                </a:moveTo>
                <a:lnTo>
                  <a:pt x="11782" y="5891"/>
                </a:lnTo>
                <a:cubicBezTo>
                  <a:pt x="12866" y="5891"/>
                  <a:pt x="13745" y="5012"/>
                  <a:pt x="13745" y="3927"/>
                </a:cubicBezTo>
                <a:lnTo>
                  <a:pt x="13745" y="1964"/>
                </a:lnTo>
                <a:cubicBezTo>
                  <a:pt x="13745" y="879"/>
                  <a:pt x="12866" y="0"/>
                  <a:pt x="11782" y="0"/>
                </a:cubicBezTo>
                <a:lnTo>
                  <a:pt x="9818" y="0"/>
                </a:lnTo>
                <a:cubicBezTo>
                  <a:pt x="8734" y="0"/>
                  <a:pt x="7855" y="879"/>
                  <a:pt x="7855" y="1964"/>
                </a:cubicBezTo>
                <a:lnTo>
                  <a:pt x="7855" y="3927"/>
                </a:lnTo>
                <a:cubicBezTo>
                  <a:pt x="7855" y="5012"/>
                  <a:pt x="8734" y="5891"/>
                  <a:pt x="9818" y="5891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83" name="Shape 2697">
            <a:extLst>
              <a:ext uri="{FF2B5EF4-FFF2-40B4-BE49-F238E27FC236}">
                <a16:creationId xmlns:a16="http://schemas.microsoft.com/office/drawing/2014/main" id="{844BF61D-5670-6495-17C2-BDC4A3D1B957}"/>
              </a:ext>
            </a:extLst>
          </p:cNvPr>
          <p:cNvSpPr/>
          <p:nvPr userDrawn="1"/>
        </p:nvSpPr>
        <p:spPr>
          <a:xfrm>
            <a:off x="6144856" y="5609713"/>
            <a:ext cx="253599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7020" y="13745"/>
                </a:moveTo>
                <a:lnTo>
                  <a:pt x="4860" y="13745"/>
                </a:lnTo>
                <a:lnTo>
                  <a:pt x="4860" y="15709"/>
                </a:lnTo>
                <a:lnTo>
                  <a:pt x="7020" y="15709"/>
                </a:lnTo>
                <a:cubicBezTo>
                  <a:pt x="7020" y="15709"/>
                  <a:pt x="7020" y="13745"/>
                  <a:pt x="7020" y="13745"/>
                </a:cubicBezTo>
                <a:close/>
                <a:moveTo>
                  <a:pt x="5400" y="10800"/>
                </a:moveTo>
                <a:lnTo>
                  <a:pt x="3240" y="10800"/>
                </a:lnTo>
                <a:lnTo>
                  <a:pt x="3240" y="12764"/>
                </a:lnTo>
                <a:lnTo>
                  <a:pt x="5400" y="12764"/>
                </a:lnTo>
                <a:cubicBezTo>
                  <a:pt x="5400" y="12764"/>
                  <a:pt x="5400" y="10800"/>
                  <a:pt x="5400" y="10800"/>
                </a:cubicBezTo>
                <a:close/>
                <a:moveTo>
                  <a:pt x="5940" y="18655"/>
                </a:moveTo>
                <a:lnTo>
                  <a:pt x="15660" y="18655"/>
                </a:lnTo>
                <a:lnTo>
                  <a:pt x="15660" y="16691"/>
                </a:lnTo>
                <a:lnTo>
                  <a:pt x="5940" y="16691"/>
                </a:lnTo>
                <a:cubicBezTo>
                  <a:pt x="5940" y="16691"/>
                  <a:pt x="5940" y="18655"/>
                  <a:pt x="5940" y="18655"/>
                </a:cubicBezTo>
                <a:close/>
                <a:moveTo>
                  <a:pt x="20520" y="19636"/>
                </a:moveTo>
                <a:cubicBezTo>
                  <a:pt x="20520" y="20179"/>
                  <a:pt x="20036" y="20618"/>
                  <a:pt x="19440" y="20618"/>
                </a:cubicBezTo>
                <a:lnTo>
                  <a:pt x="2160" y="20618"/>
                </a:lnTo>
                <a:cubicBezTo>
                  <a:pt x="1564" y="20618"/>
                  <a:pt x="1080" y="20179"/>
                  <a:pt x="1080" y="19636"/>
                </a:cubicBezTo>
                <a:lnTo>
                  <a:pt x="1080" y="9818"/>
                </a:lnTo>
                <a:cubicBezTo>
                  <a:pt x="1080" y="9276"/>
                  <a:pt x="1564" y="8836"/>
                  <a:pt x="2160" y="8836"/>
                </a:cubicBezTo>
                <a:lnTo>
                  <a:pt x="19440" y="8836"/>
                </a:lnTo>
                <a:cubicBezTo>
                  <a:pt x="20036" y="8836"/>
                  <a:pt x="20520" y="9276"/>
                  <a:pt x="20520" y="9818"/>
                </a:cubicBezTo>
                <a:cubicBezTo>
                  <a:pt x="20520" y="9818"/>
                  <a:pt x="20520" y="19636"/>
                  <a:pt x="20520" y="19636"/>
                </a:cubicBezTo>
                <a:close/>
                <a:moveTo>
                  <a:pt x="19440" y="7855"/>
                </a:moveTo>
                <a:lnTo>
                  <a:pt x="2160" y="7855"/>
                </a:lnTo>
                <a:cubicBezTo>
                  <a:pt x="967" y="7855"/>
                  <a:pt x="0" y="8734"/>
                  <a:pt x="0" y="9818"/>
                </a:cubicBezTo>
                <a:lnTo>
                  <a:pt x="0" y="19636"/>
                </a:lnTo>
                <a:cubicBezTo>
                  <a:pt x="0" y="20721"/>
                  <a:pt x="967" y="21600"/>
                  <a:pt x="2160" y="21600"/>
                </a:cubicBezTo>
                <a:lnTo>
                  <a:pt x="19440" y="21600"/>
                </a:lnTo>
                <a:cubicBezTo>
                  <a:pt x="20633" y="21600"/>
                  <a:pt x="21600" y="20721"/>
                  <a:pt x="21600" y="19636"/>
                </a:cubicBezTo>
                <a:lnTo>
                  <a:pt x="21600" y="9818"/>
                </a:lnTo>
                <a:cubicBezTo>
                  <a:pt x="21600" y="8734"/>
                  <a:pt x="20633" y="7855"/>
                  <a:pt x="19440" y="7855"/>
                </a:cubicBezTo>
                <a:moveTo>
                  <a:pt x="16200" y="12764"/>
                </a:moveTo>
                <a:lnTo>
                  <a:pt x="18360" y="12764"/>
                </a:lnTo>
                <a:lnTo>
                  <a:pt x="18360" y="10800"/>
                </a:lnTo>
                <a:lnTo>
                  <a:pt x="16200" y="10800"/>
                </a:lnTo>
                <a:cubicBezTo>
                  <a:pt x="16200" y="10800"/>
                  <a:pt x="16200" y="12764"/>
                  <a:pt x="16200" y="12764"/>
                </a:cubicBezTo>
                <a:close/>
                <a:moveTo>
                  <a:pt x="14580" y="15709"/>
                </a:moveTo>
                <a:lnTo>
                  <a:pt x="16740" y="15709"/>
                </a:lnTo>
                <a:lnTo>
                  <a:pt x="16740" y="13745"/>
                </a:lnTo>
                <a:lnTo>
                  <a:pt x="14580" y="13745"/>
                </a:lnTo>
                <a:cubicBezTo>
                  <a:pt x="14580" y="13745"/>
                  <a:pt x="14580" y="15709"/>
                  <a:pt x="14580" y="15709"/>
                </a:cubicBezTo>
                <a:close/>
                <a:moveTo>
                  <a:pt x="10800" y="0"/>
                </a:moveTo>
                <a:lnTo>
                  <a:pt x="6480" y="3927"/>
                </a:lnTo>
                <a:lnTo>
                  <a:pt x="15120" y="3927"/>
                </a:lnTo>
                <a:cubicBezTo>
                  <a:pt x="15120" y="3927"/>
                  <a:pt x="10800" y="0"/>
                  <a:pt x="10800" y="0"/>
                </a:cubicBezTo>
                <a:close/>
                <a:moveTo>
                  <a:pt x="8640" y="10800"/>
                </a:moveTo>
                <a:lnTo>
                  <a:pt x="6480" y="10800"/>
                </a:lnTo>
                <a:lnTo>
                  <a:pt x="6480" y="12764"/>
                </a:lnTo>
                <a:lnTo>
                  <a:pt x="8640" y="12764"/>
                </a:lnTo>
                <a:cubicBezTo>
                  <a:pt x="8640" y="12764"/>
                  <a:pt x="8640" y="10800"/>
                  <a:pt x="8640" y="10800"/>
                </a:cubicBezTo>
                <a:close/>
                <a:moveTo>
                  <a:pt x="11340" y="15709"/>
                </a:moveTo>
                <a:lnTo>
                  <a:pt x="13500" y="15709"/>
                </a:lnTo>
                <a:lnTo>
                  <a:pt x="13500" y="13745"/>
                </a:lnTo>
                <a:lnTo>
                  <a:pt x="11340" y="13745"/>
                </a:lnTo>
                <a:cubicBezTo>
                  <a:pt x="11340" y="13745"/>
                  <a:pt x="11340" y="15709"/>
                  <a:pt x="11340" y="15709"/>
                </a:cubicBezTo>
                <a:close/>
                <a:moveTo>
                  <a:pt x="15120" y="10800"/>
                </a:moveTo>
                <a:lnTo>
                  <a:pt x="12960" y="10800"/>
                </a:lnTo>
                <a:lnTo>
                  <a:pt x="12960" y="12764"/>
                </a:lnTo>
                <a:lnTo>
                  <a:pt x="15120" y="12764"/>
                </a:lnTo>
                <a:cubicBezTo>
                  <a:pt x="15120" y="12764"/>
                  <a:pt x="15120" y="10800"/>
                  <a:pt x="15120" y="10800"/>
                </a:cubicBezTo>
                <a:close/>
                <a:moveTo>
                  <a:pt x="11880" y="10800"/>
                </a:moveTo>
                <a:lnTo>
                  <a:pt x="9720" y="10800"/>
                </a:lnTo>
                <a:lnTo>
                  <a:pt x="9720" y="12764"/>
                </a:lnTo>
                <a:lnTo>
                  <a:pt x="11880" y="12764"/>
                </a:lnTo>
                <a:cubicBezTo>
                  <a:pt x="11880" y="12764"/>
                  <a:pt x="11880" y="10800"/>
                  <a:pt x="11880" y="10800"/>
                </a:cubicBezTo>
                <a:close/>
                <a:moveTo>
                  <a:pt x="8100" y="15709"/>
                </a:moveTo>
                <a:lnTo>
                  <a:pt x="10260" y="15709"/>
                </a:lnTo>
                <a:lnTo>
                  <a:pt x="10260" y="13745"/>
                </a:lnTo>
                <a:lnTo>
                  <a:pt x="8100" y="13745"/>
                </a:lnTo>
                <a:cubicBezTo>
                  <a:pt x="8100" y="13745"/>
                  <a:pt x="8100" y="15709"/>
                  <a:pt x="8100" y="15709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84" name="Shape 2698">
            <a:extLst>
              <a:ext uri="{FF2B5EF4-FFF2-40B4-BE49-F238E27FC236}">
                <a16:creationId xmlns:a16="http://schemas.microsoft.com/office/drawing/2014/main" id="{7D96D635-B56E-C522-3B18-0A69B75795C3}"/>
              </a:ext>
            </a:extLst>
          </p:cNvPr>
          <p:cNvSpPr/>
          <p:nvPr userDrawn="1"/>
        </p:nvSpPr>
        <p:spPr>
          <a:xfrm>
            <a:off x="6677413" y="5609713"/>
            <a:ext cx="253599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940" y="10800"/>
                </a:moveTo>
                <a:lnTo>
                  <a:pt x="15660" y="10800"/>
                </a:lnTo>
                <a:lnTo>
                  <a:pt x="15660" y="8836"/>
                </a:lnTo>
                <a:lnTo>
                  <a:pt x="5940" y="8836"/>
                </a:lnTo>
                <a:cubicBezTo>
                  <a:pt x="5940" y="8836"/>
                  <a:pt x="5940" y="10800"/>
                  <a:pt x="5940" y="10800"/>
                </a:cubicBezTo>
                <a:close/>
                <a:moveTo>
                  <a:pt x="5400" y="2945"/>
                </a:moveTo>
                <a:lnTo>
                  <a:pt x="3240" y="2945"/>
                </a:lnTo>
                <a:lnTo>
                  <a:pt x="3240" y="4909"/>
                </a:lnTo>
                <a:lnTo>
                  <a:pt x="5400" y="4909"/>
                </a:lnTo>
                <a:cubicBezTo>
                  <a:pt x="5400" y="4909"/>
                  <a:pt x="5400" y="2945"/>
                  <a:pt x="5400" y="2945"/>
                </a:cubicBezTo>
                <a:close/>
                <a:moveTo>
                  <a:pt x="7020" y="5891"/>
                </a:moveTo>
                <a:lnTo>
                  <a:pt x="4860" y="5891"/>
                </a:lnTo>
                <a:lnTo>
                  <a:pt x="4860" y="7855"/>
                </a:lnTo>
                <a:lnTo>
                  <a:pt x="7020" y="7855"/>
                </a:lnTo>
                <a:cubicBezTo>
                  <a:pt x="7020" y="7855"/>
                  <a:pt x="7020" y="5891"/>
                  <a:pt x="7020" y="5891"/>
                </a:cubicBezTo>
                <a:close/>
                <a:moveTo>
                  <a:pt x="14580" y="7855"/>
                </a:moveTo>
                <a:lnTo>
                  <a:pt x="16740" y="7855"/>
                </a:lnTo>
                <a:lnTo>
                  <a:pt x="16740" y="5891"/>
                </a:lnTo>
                <a:lnTo>
                  <a:pt x="14580" y="5891"/>
                </a:lnTo>
                <a:cubicBezTo>
                  <a:pt x="14580" y="5891"/>
                  <a:pt x="14580" y="7855"/>
                  <a:pt x="14580" y="7855"/>
                </a:cubicBezTo>
                <a:close/>
                <a:moveTo>
                  <a:pt x="20520" y="11782"/>
                </a:moveTo>
                <a:cubicBezTo>
                  <a:pt x="20520" y="12324"/>
                  <a:pt x="20036" y="12764"/>
                  <a:pt x="19440" y="12764"/>
                </a:cubicBezTo>
                <a:lnTo>
                  <a:pt x="2160" y="12764"/>
                </a:lnTo>
                <a:cubicBezTo>
                  <a:pt x="1564" y="12764"/>
                  <a:pt x="1080" y="12324"/>
                  <a:pt x="1080" y="11782"/>
                </a:cubicBezTo>
                <a:lnTo>
                  <a:pt x="1080" y="1964"/>
                </a:lnTo>
                <a:cubicBezTo>
                  <a:pt x="1080" y="1422"/>
                  <a:pt x="1564" y="982"/>
                  <a:pt x="2160" y="982"/>
                </a:cubicBezTo>
                <a:lnTo>
                  <a:pt x="19440" y="982"/>
                </a:lnTo>
                <a:cubicBezTo>
                  <a:pt x="20036" y="982"/>
                  <a:pt x="20520" y="1422"/>
                  <a:pt x="20520" y="1964"/>
                </a:cubicBezTo>
                <a:cubicBezTo>
                  <a:pt x="20520" y="1964"/>
                  <a:pt x="20520" y="11782"/>
                  <a:pt x="20520" y="11782"/>
                </a:cubicBezTo>
                <a:close/>
                <a:moveTo>
                  <a:pt x="19440" y="0"/>
                </a:moveTo>
                <a:lnTo>
                  <a:pt x="2160" y="0"/>
                </a:lnTo>
                <a:cubicBezTo>
                  <a:pt x="967" y="0"/>
                  <a:pt x="0" y="879"/>
                  <a:pt x="0" y="1964"/>
                </a:cubicBezTo>
                <a:lnTo>
                  <a:pt x="0" y="11782"/>
                </a:lnTo>
                <a:cubicBezTo>
                  <a:pt x="0" y="12866"/>
                  <a:pt x="967" y="13745"/>
                  <a:pt x="2160" y="13745"/>
                </a:cubicBezTo>
                <a:lnTo>
                  <a:pt x="19440" y="13745"/>
                </a:lnTo>
                <a:cubicBezTo>
                  <a:pt x="20633" y="13745"/>
                  <a:pt x="21600" y="12866"/>
                  <a:pt x="21600" y="11782"/>
                </a:cubicBezTo>
                <a:lnTo>
                  <a:pt x="21600" y="1964"/>
                </a:lnTo>
                <a:cubicBezTo>
                  <a:pt x="21600" y="879"/>
                  <a:pt x="20633" y="0"/>
                  <a:pt x="19440" y="0"/>
                </a:cubicBezTo>
                <a:moveTo>
                  <a:pt x="16200" y="4909"/>
                </a:moveTo>
                <a:lnTo>
                  <a:pt x="18360" y="4909"/>
                </a:lnTo>
                <a:lnTo>
                  <a:pt x="18360" y="2945"/>
                </a:lnTo>
                <a:lnTo>
                  <a:pt x="16200" y="2945"/>
                </a:lnTo>
                <a:cubicBezTo>
                  <a:pt x="16200" y="2945"/>
                  <a:pt x="16200" y="4909"/>
                  <a:pt x="16200" y="4909"/>
                </a:cubicBezTo>
                <a:close/>
                <a:moveTo>
                  <a:pt x="8640" y="2945"/>
                </a:moveTo>
                <a:lnTo>
                  <a:pt x="6480" y="2945"/>
                </a:lnTo>
                <a:lnTo>
                  <a:pt x="6480" y="4909"/>
                </a:lnTo>
                <a:lnTo>
                  <a:pt x="8640" y="4909"/>
                </a:lnTo>
                <a:cubicBezTo>
                  <a:pt x="8640" y="4909"/>
                  <a:pt x="8640" y="2945"/>
                  <a:pt x="8640" y="2945"/>
                </a:cubicBezTo>
                <a:close/>
                <a:moveTo>
                  <a:pt x="11340" y="7855"/>
                </a:moveTo>
                <a:lnTo>
                  <a:pt x="13500" y="7855"/>
                </a:lnTo>
                <a:lnTo>
                  <a:pt x="13500" y="5891"/>
                </a:lnTo>
                <a:lnTo>
                  <a:pt x="11340" y="5891"/>
                </a:lnTo>
                <a:cubicBezTo>
                  <a:pt x="11340" y="5891"/>
                  <a:pt x="11340" y="7855"/>
                  <a:pt x="11340" y="7855"/>
                </a:cubicBezTo>
                <a:close/>
                <a:moveTo>
                  <a:pt x="10800" y="21600"/>
                </a:moveTo>
                <a:lnTo>
                  <a:pt x="15120" y="17673"/>
                </a:lnTo>
                <a:lnTo>
                  <a:pt x="6480" y="17673"/>
                </a:lnTo>
                <a:cubicBezTo>
                  <a:pt x="6480" y="17673"/>
                  <a:pt x="10800" y="21600"/>
                  <a:pt x="10800" y="21600"/>
                </a:cubicBezTo>
                <a:close/>
                <a:moveTo>
                  <a:pt x="15120" y="2945"/>
                </a:moveTo>
                <a:lnTo>
                  <a:pt x="12960" y="2945"/>
                </a:lnTo>
                <a:lnTo>
                  <a:pt x="12960" y="4909"/>
                </a:lnTo>
                <a:lnTo>
                  <a:pt x="15120" y="4909"/>
                </a:lnTo>
                <a:cubicBezTo>
                  <a:pt x="15120" y="4909"/>
                  <a:pt x="15120" y="2945"/>
                  <a:pt x="15120" y="2945"/>
                </a:cubicBezTo>
                <a:close/>
                <a:moveTo>
                  <a:pt x="8100" y="7855"/>
                </a:moveTo>
                <a:lnTo>
                  <a:pt x="10260" y="7855"/>
                </a:lnTo>
                <a:lnTo>
                  <a:pt x="10260" y="5891"/>
                </a:lnTo>
                <a:lnTo>
                  <a:pt x="8100" y="5891"/>
                </a:lnTo>
                <a:cubicBezTo>
                  <a:pt x="8100" y="5891"/>
                  <a:pt x="8100" y="7855"/>
                  <a:pt x="8100" y="7855"/>
                </a:cubicBezTo>
                <a:close/>
                <a:moveTo>
                  <a:pt x="11880" y="2945"/>
                </a:moveTo>
                <a:lnTo>
                  <a:pt x="9720" y="2945"/>
                </a:lnTo>
                <a:lnTo>
                  <a:pt x="9720" y="4909"/>
                </a:lnTo>
                <a:lnTo>
                  <a:pt x="11880" y="4909"/>
                </a:lnTo>
                <a:cubicBezTo>
                  <a:pt x="11880" y="4909"/>
                  <a:pt x="11880" y="2945"/>
                  <a:pt x="11880" y="2945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85" name="Shape 2699">
            <a:extLst>
              <a:ext uri="{FF2B5EF4-FFF2-40B4-BE49-F238E27FC236}">
                <a16:creationId xmlns:a16="http://schemas.microsoft.com/office/drawing/2014/main" id="{5D2B4B38-34A3-AAAC-E586-7811F42D8D3F}"/>
              </a:ext>
            </a:extLst>
          </p:cNvPr>
          <p:cNvSpPr/>
          <p:nvPr userDrawn="1"/>
        </p:nvSpPr>
        <p:spPr>
          <a:xfrm>
            <a:off x="7197289" y="5635074"/>
            <a:ext cx="278958" cy="2282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976" y="20400"/>
                </a:moveTo>
                <a:lnTo>
                  <a:pt x="10800" y="13522"/>
                </a:lnTo>
                <a:lnTo>
                  <a:pt x="15623" y="20400"/>
                </a:lnTo>
                <a:cubicBezTo>
                  <a:pt x="15623" y="20400"/>
                  <a:pt x="5976" y="20400"/>
                  <a:pt x="5976" y="20400"/>
                </a:cubicBezTo>
                <a:close/>
                <a:moveTo>
                  <a:pt x="17063" y="20610"/>
                </a:moveTo>
                <a:lnTo>
                  <a:pt x="11172" y="12210"/>
                </a:lnTo>
                <a:lnTo>
                  <a:pt x="11168" y="12214"/>
                </a:lnTo>
                <a:cubicBezTo>
                  <a:pt x="11078" y="12086"/>
                  <a:pt x="10949" y="12000"/>
                  <a:pt x="10800" y="12000"/>
                </a:cubicBezTo>
                <a:cubicBezTo>
                  <a:pt x="10651" y="12000"/>
                  <a:pt x="10521" y="12086"/>
                  <a:pt x="10432" y="12214"/>
                </a:cubicBezTo>
                <a:lnTo>
                  <a:pt x="10427" y="12210"/>
                </a:lnTo>
                <a:lnTo>
                  <a:pt x="4536" y="20610"/>
                </a:lnTo>
                <a:lnTo>
                  <a:pt x="4540" y="20614"/>
                </a:lnTo>
                <a:cubicBezTo>
                  <a:pt x="4467" y="20719"/>
                  <a:pt x="4418" y="20851"/>
                  <a:pt x="4418" y="21000"/>
                </a:cubicBezTo>
                <a:cubicBezTo>
                  <a:pt x="4418" y="21332"/>
                  <a:pt x="4638" y="21600"/>
                  <a:pt x="4909" y="21600"/>
                </a:cubicBezTo>
                <a:lnTo>
                  <a:pt x="16691" y="21600"/>
                </a:lnTo>
                <a:cubicBezTo>
                  <a:pt x="16962" y="21600"/>
                  <a:pt x="17182" y="21332"/>
                  <a:pt x="17182" y="21000"/>
                </a:cubicBezTo>
                <a:cubicBezTo>
                  <a:pt x="17182" y="20851"/>
                  <a:pt x="17133" y="20719"/>
                  <a:pt x="17059" y="20614"/>
                </a:cubicBezTo>
                <a:cubicBezTo>
                  <a:pt x="17059" y="20614"/>
                  <a:pt x="17063" y="20610"/>
                  <a:pt x="17063" y="20610"/>
                </a:cubicBezTo>
                <a:close/>
                <a:moveTo>
                  <a:pt x="21109" y="0"/>
                </a:moveTo>
                <a:lnTo>
                  <a:pt x="491" y="0"/>
                </a:lnTo>
                <a:cubicBezTo>
                  <a:pt x="220" y="0"/>
                  <a:pt x="0" y="269"/>
                  <a:pt x="0" y="600"/>
                </a:cubicBezTo>
                <a:lnTo>
                  <a:pt x="0" y="17400"/>
                </a:lnTo>
                <a:cubicBezTo>
                  <a:pt x="0" y="17732"/>
                  <a:pt x="220" y="18000"/>
                  <a:pt x="491" y="18000"/>
                </a:cubicBezTo>
                <a:lnTo>
                  <a:pt x="4418" y="18000"/>
                </a:lnTo>
                <a:cubicBezTo>
                  <a:pt x="4689" y="18000"/>
                  <a:pt x="4909" y="17732"/>
                  <a:pt x="4909" y="17400"/>
                </a:cubicBezTo>
                <a:cubicBezTo>
                  <a:pt x="4909" y="17068"/>
                  <a:pt x="4689" y="16800"/>
                  <a:pt x="4418" y="16800"/>
                </a:cubicBezTo>
                <a:lnTo>
                  <a:pt x="982" y="16800"/>
                </a:lnTo>
                <a:lnTo>
                  <a:pt x="982" y="1200"/>
                </a:lnTo>
                <a:lnTo>
                  <a:pt x="20618" y="1200"/>
                </a:lnTo>
                <a:lnTo>
                  <a:pt x="20618" y="16800"/>
                </a:lnTo>
                <a:lnTo>
                  <a:pt x="17182" y="16800"/>
                </a:lnTo>
                <a:cubicBezTo>
                  <a:pt x="16911" y="16800"/>
                  <a:pt x="16691" y="17068"/>
                  <a:pt x="16691" y="17400"/>
                </a:cubicBezTo>
                <a:cubicBezTo>
                  <a:pt x="16691" y="17732"/>
                  <a:pt x="16911" y="18000"/>
                  <a:pt x="17182" y="18000"/>
                </a:cubicBezTo>
                <a:lnTo>
                  <a:pt x="21109" y="18000"/>
                </a:lnTo>
                <a:cubicBezTo>
                  <a:pt x="21380" y="18000"/>
                  <a:pt x="21600" y="17732"/>
                  <a:pt x="21600" y="17400"/>
                </a:cubicBezTo>
                <a:lnTo>
                  <a:pt x="21600" y="600"/>
                </a:lnTo>
                <a:cubicBezTo>
                  <a:pt x="21600" y="269"/>
                  <a:pt x="21380" y="0"/>
                  <a:pt x="21109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86" name="Shape 2700">
            <a:extLst>
              <a:ext uri="{FF2B5EF4-FFF2-40B4-BE49-F238E27FC236}">
                <a16:creationId xmlns:a16="http://schemas.microsoft.com/office/drawing/2014/main" id="{F39271E3-6073-85D7-A44F-3282CFCAD148}"/>
              </a:ext>
            </a:extLst>
          </p:cNvPr>
          <p:cNvSpPr/>
          <p:nvPr userDrawn="1"/>
        </p:nvSpPr>
        <p:spPr>
          <a:xfrm>
            <a:off x="7729845" y="5609713"/>
            <a:ext cx="278958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4" y="20618"/>
                </a:moveTo>
                <a:lnTo>
                  <a:pt x="15069" y="13232"/>
                </a:lnTo>
                <a:lnTo>
                  <a:pt x="15063" y="13228"/>
                </a:lnTo>
                <a:cubicBezTo>
                  <a:pt x="15472" y="12512"/>
                  <a:pt x="15709" y="11684"/>
                  <a:pt x="15709" y="10800"/>
                </a:cubicBezTo>
                <a:cubicBezTo>
                  <a:pt x="15709" y="9192"/>
                  <a:pt x="14932" y="7768"/>
                  <a:pt x="13737" y="6873"/>
                </a:cubicBezTo>
                <a:lnTo>
                  <a:pt x="19796" y="6873"/>
                </a:lnTo>
                <a:cubicBezTo>
                  <a:pt x="20322" y="8076"/>
                  <a:pt x="20618" y="9403"/>
                  <a:pt x="20618" y="10800"/>
                </a:cubicBezTo>
                <a:cubicBezTo>
                  <a:pt x="20618" y="16221"/>
                  <a:pt x="16225" y="20615"/>
                  <a:pt x="10804" y="20618"/>
                </a:cubicBezTo>
                <a:moveTo>
                  <a:pt x="9708" y="20554"/>
                </a:moveTo>
                <a:cubicBezTo>
                  <a:pt x="4800" y="20010"/>
                  <a:pt x="982" y="15853"/>
                  <a:pt x="982" y="10800"/>
                </a:cubicBezTo>
                <a:cubicBezTo>
                  <a:pt x="982" y="9010"/>
                  <a:pt x="1468" y="7337"/>
                  <a:pt x="2305" y="5892"/>
                </a:cubicBezTo>
                <a:lnTo>
                  <a:pt x="6452" y="13076"/>
                </a:lnTo>
                <a:cubicBezTo>
                  <a:pt x="7273" y="14640"/>
                  <a:pt x="8911" y="15709"/>
                  <a:pt x="10800" y="15709"/>
                </a:cubicBezTo>
                <a:cubicBezTo>
                  <a:pt x="11487" y="15709"/>
                  <a:pt x="12141" y="15567"/>
                  <a:pt x="12734" y="15312"/>
                </a:cubicBezTo>
                <a:cubicBezTo>
                  <a:pt x="12734" y="15312"/>
                  <a:pt x="9708" y="20554"/>
                  <a:pt x="9708" y="20554"/>
                </a:cubicBezTo>
                <a:close/>
                <a:moveTo>
                  <a:pt x="7315" y="12607"/>
                </a:moveTo>
                <a:cubicBezTo>
                  <a:pt x="7034" y="12065"/>
                  <a:pt x="6873" y="11452"/>
                  <a:pt x="6873" y="10800"/>
                </a:cubicBezTo>
                <a:cubicBezTo>
                  <a:pt x="6873" y="8631"/>
                  <a:pt x="8631" y="6873"/>
                  <a:pt x="10800" y="6873"/>
                </a:cubicBezTo>
                <a:cubicBezTo>
                  <a:pt x="12969" y="6873"/>
                  <a:pt x="14727" y="8631"/>
                  <a:pt x="14727" y="10800"/>
                </a:cubicBezTo>
                <a:cubicBezTo>
                  <a:pt x="14727" y="12969"/>
                  <a:pt x="12969" y="14727"/>
                  <a:pt x="10800" y="14727"/>
                </a:cubicBezTo>
                <a:cubicBezTo>
                  <a:pt x="9318" y="14727"/>
                  <a:pt x="8029" y="13906"/>
                  <a:pt x="7360" y="12694"/>
                </a:cubicBezTo>
                <a:lnTo>
                  <a:pt x="7364" y="12691"/>
                </a:lnTo>
                <a:cubicBezTo>
                  <a:pt x="7364" y="12691"/>
                  <a:pt x="7315" y="12607"/>
                  <a:pt x="7315" y="12607"/>
                </a:cubicBezTo>
                <a:close/>
                <a:moveTo>
                  <a:pt x="10800" y="982"/>
                </a:moveTo>
                <a:cubicBezTo>
                  <a:pt x="14432" y="982"/>
                  <a:pt x="17596" y="2959"/>
                  <a:pt x="19294" y="5891"/>
                </a:cubicBezTo>
                <a:lnTo>
                  <a:pt x="10800" y="5891"/>
                </a:lnTo>
                <a:cubicBezTo>
                  <a:pt x="8290" y="5891"/>
                  <a:pt x="6223" y="7776"/>
                  <a:pt x="5930" y="10207"/>
                </a:cubicBezTo>
                <a:lnTo>
                  <a:pt x="2909" y="4975"/>
                </a:lnTo>
                <a:cubicBezTo>
                  <a:pt x="4697" y="2557"/>
                  <a:pt x="7561" y="982"/>
                  <a:pt x="10800" y="982"/>
                </a:cubicBezTo>
                <a:moveTo>
                  <a:pt x="10800" y="0"/>
                </a:moveTo>
                <a:cubicBezTo>
                  <a:pt x="4835" y="0"/>
                  <a:pt x="0" y="4836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6"/>
                  <a:pt x="16765" y="0"/>
                  <a:pt x="108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87" name="Shape 2701">
            <a:extLst>
              <a:ext uri="{FF2B5EF4-FFF2-40B4-BE49-F238E27FC236}">
                <a16:creationId xmlns:a16="http://schemas.microsoft.com/office/drawing/2014/main" id="{476A2BF9-40CC-536B-82FD-55005BD30131}"/>
              </a:ext>
            </a:extLst>
          </p:cNvPr>
          <p:cNvSpPr/>
          <p:nvPr userDrawn="1"/>
        </p:nvSpPr>
        <p:spPr>
          <a:xfrm>
            <a:off x="8262402" y="5679452"/>
            <a:ext cx="278958" cy="1268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724" y="15100"/>
                </a:moveTo>
                <a:lnTo>
                  <a:pt x="17582" y="15100"/>
                </a:lnTo>
                <a:lnTo>
                  <a:pt x="17582" y="8844"/>
                </a:lnTo>
                <a:lnTo>
                  <a:pt x="16724" y="8844"/>
                </a:lnTo>
                <a:cubicBezTo>
                  <a:pt x="16724" y="8844"/>
                  <a:pt x="16724" y="15100"/>
                  <a:pt x="16724" y="15100"/>
                </a:cubicBezTo>
                <a:close/>
                <a:moveTo>
                  <a:pt x="13336" y="15100"/>
                </a:moveTo>
                <a:lnTo>
                  <a:pt x="14199" y="15100"/>
                </a:lnTo>
                <a:lnTo>
                  <a:pt x="14199" y="11633"/>
                </a:lnTo>
                <a:lnTo>
                  <a:pt x="15565" y="11633"/>
                </a:lnTo>
                <a:lnTo>
                  <a:pt x="15565" y="10047"/>
                </a:lnTo>
                <a:lnTo>
                  <a:pt x="14199" y="10047"/>
                </a:lnTo>
                <a:lnTo>
                  <a:pt x="14199" y="8077"/>
                </a:lnTo>
                <a:lnTo>
                  <a:pt x="15661" y="8077"/>
                </a:lnTo>
                <a:lnTo>
                  <a:pt x="15661" y="6478"/>
                </a:lnTo>
                <a:lnTo>
                  <a:pt x="13336" y="6478"/>
                </a:lnTo>
                <a:cubicBezTo>
                  <a:pt x="13336" y="6478"/>
                  <a:pt x="13336" y="15100"/>
                  <a:pt x="13336" y="15100"/>
                </a:cubicBezTo>
                <a:close/>
                <a:moveTo>
                  <a:pt x="20618" y="12960"/>
                </a:moveTo>
                <a:cubicBezTo>
                  <a:pt x="20618" y="16538"/>
                  <a:pt x="19299" y="19440"/>
                  <a:pt x="17673" y="19440"/>
                </a:cubicBezTo>
                <a:lnTo>
                  <a:pt x="7855" y="19440"/>
                </a:lnTo>
                <a:cubicBezTo>
                  <a:pt x="9481" y="19440"/>
                  <a:pt x="10800" y="16538"/>
                  <a:pt x="10800" y="12960"/>
                </a:cubicBezTo>
                <a:lnTo>
                  <a:pt x="10800" y="8640"/>
                </a:lnTo>
                <a:cubicBezTo>
                  <a:pt x="10800" y="5062"/>
                  <a:pt x="12119" y="2160"/>
                  <a:pt x="13745" y="2160"/>
                </a:cubicBezTo>
                <a:lnTo>
                  <a:pt x="17673" y="2160"/>
                </a:lnTo>
                <a:cubicBezTo>
                  <a:pt x="19299" y="2160"/>
                  <a:pt x="20618" y="5062"/>
                  <a:pt x="20618" y="8640"/>
                </a:cubicBezTo>
                <a:cubicBezTo>
                  <a:pt x="20618" y="8640"/>
                  <a:pt x="20618" y="12960"/>
                  <a:pt x="20618" y="12960"/>
                </a:cubicBezTo>
                <a:close/>
                <a:moveTo>
                  <a:pt x="6607" y="15121"/>
                </a:moveTo>
                <a:lnTo>
                  <a:pt x="5673" y="15121"/>
                </a:lnTo>
                <a:lnTo>
                  <a:pt x="5350" y="11399"/>
                </a:lnTo>
                <a:cubicBezTo>
                  <a:pt x="5276" y="10527"/>
                  <a:pt x="5214" y="9718"/>
                  <a:pt x="5169" y="8730"/>
                </a:cubicBezTo>
                <a:lnTo>
                  <a:pt x="5157" y="8730"/>
                </a:lnTo>
                <a:cubicBezTo>
                  <a:pt x="5090" y="9705"/>
                  <a:pt x="5028" y="10527"/>
                  <a:pt x="4937" y="11399"/>
                </a:cubicBezTo>
                <a:lnTo>
                  <a:pt x="4574" y="15121"/>
                </a:lnTo>
                <a:lnTo>
                  <a:pt x="3629" y="15121"/>
                </a:lnTo>
                <a:lnTo>
                  <a:pt x="2723" y="6471"/>
                </a:lnTo>
                <a:lnTo>
                  <a:pt x="3646" y="6471"/>
                </a:lnTo>
                <a:lnTo>
                  <a:pt x="3935" y="10039"/>
                </a:lnTo>
                <a:cubicBezTo>
                  <a:pt x="4020" y="11066"/>
                  <a:pt x="4099" y="12182"/>
                  <a:pt x="4161" y="13055"/>
                </a:cubicBezTo>
                <a:lnTo>
                  <a:pt x="4172" y="13055"/>
                </a:lnTo>
                <a:cubicBezTo>
                  <a:pt x="4235" y="12118"/>
                  <a:pt x="4325" y="11078"/>
                  <a:pt x="4422" y="10013"/>
                </a:cubicBezTo>
                <a:lnTo>
                  <a:pt x="4744" y="6471"/>
                </a:lnTo>
                <a:lnTo>
                  <a:pt x="5662" y="6471"/>
                </a:lnTo>
                <a:lnTo>
                  <a:pt x="5967" y="10117"/>
                </a:lnTo>
                <a:cubicBezTo>
                  <a:pt x="6052" y="11130"/>
                  <a:pt x="6114" y="12054"/>
                  <a:pt x="6171" y="13017"/>
                </a:cubicBezTo>
                <a:lnTo>
                  <a:pt x="6182" y="13017"/>
                </a:lnTo>
                <a:cubicBezTo>
                  <a:pt x="6239" y="12054"/>
                  <a:pt x="6324" y="11040"/>
                  <a:pt x="6403" y="10013"/>
                </a:cubicBezTo>
                <a:lnTo>
                  <a:pt x="6715" y="6471"/>
                </a:lnTo>
                <a:lnTo>
                  <a:pt x="7592" y="6471"/>
                </a:lnTo>
                <a:cubicBezTo>
                  <a:pt x="7592" y="6471"/>
                  <a:pt x="6607" y="15121"/>
                  <a:pt x="6607" y="15121"/>
                </a:cubicBezTo>
                <a:close/>
                <a:moveTo>
                  <a:pt x="8940" y="15121"/>
                </a:moveTo>
                <a:lnTo>
                  <a:pt x="8080" y="15121"/>
                </a:lnTo>
                <a:lnTo>
                  <a:pt x="8080" y="8845"/>
                </a:lnTo>
                <a:lnTo>
                  <a:pt x="8940" y="8845"/>
                </a:lnTo>
                <a:cubicBezTo>
                  <a:pt x="8940" y="8845"/>
                  <a:pt x="8940" y="15121"/>
                  <a:pt x="8940" y="15121"/>
                </a:cubicBezTo>
                <a:close/>
                <a:moveTo>
                  <a:pt x="8510" y="6111"/>
                </a:moveTo>
                <a:cubicBezTo>
                  <a:pt x="8788" y="6111"/>
                  <a:pt x="8963" y="6535"/>
                  <a:pt x="8969" y="7100"/>
                </a:cubicBezTo>
                <a:cubicBezTo>
                  <a:pt x="8969" y="7638"/>
                  <a:pt x="8788" y="8076"/>
                  <a:pt x="8505" y="8076"/>
                </a:cubicBezTo>
                <a:cubicBezTo>
                  <a:pt x="8233" y="8076"/>
                  <a:pt x="8052" y="7638"/>
                  <a:pt x="8058" y="7100"/>
                </a:cubicBezTo>
                <a:cubicBezTo>
                  <a:pt x="8052" y="6535"/>
                  <a:pt x="8233" y="6111"/>
                  <a:pt x="8510" y="6111"/>
                </a:cubicBezTo>
                <a:moveTo>
                  <a:pt x="17673" y="0"/>
                </a:moveTo>
                <a:lnTo>
                  <a:pt x="3927" y="0"/>
                </a:lnTo>
                <a:cubicBezTo>
                  <a:pt x="1758" y="0"/>
                  <a:pt x="0" y="3869"/>
                  <a:pt x="0" y="8640"/>
                </a:cubicBezTo>
                <a:lnTo>
                  <a:pt x="0" y="12960"/>
                </a:lnTo>
                <a:cubicBezTo>
                  <a:pt x="0" y="17731"/>
                  <a:pt x="1758" y="21600"/>
                  <a:pt x="3927" y="21600"/>
                </a:cubicBezTo>
                <a:lnTo>
                  <a:pt x="17673" y="21600"/>
                </a:lnTo>
                <a:cubicBezTo>
                  <a:pt x="19842" y="21600"/>
                  <a:pt x="21600" y="17731"/>
                  <a:pt x="21600" y="12960"/>
                </a:cubicBezTo>
                <a:lnTo>
                  <a:pt x="21600" y="8640"/>
                </a:lnTo>
                <a:cubicBezTo>
                  <a:pt x="21600" y="3869"/>
                  <a:pt x="19842" y="0"/>
                  <a:pt x="17673" y="0"/>
                </a:cubicBezTo>
                <a:moveTo>
                  <a:pt x="17153" y="6119"/>
                </a:moveTo>
                <a:cubicBezTo>
                  <a:pt x="16876" y="6119"/>
                  <a:pt x="16696" y="6543"/>
                  <a:pt x="16701" y="7104"/>
                </a:cubicBezTo>
                <a:cubicBezTo>
                  <a:pt x="16696" y="7642"/>
                  <a:pt x="16876" y="8077"/>
                  <a:pt x="17147" y="8077"/>
                </a:cubicBezTo>
                <a:cubicBezTo>
                  <a:pt x="17429" y="8077"/>
                  <a:pt x="17610" y="7642"/>
                  <a:pt x="17610" y="7104"/>
                </a:cubicBezTo>
                <a:cubicBezTo>
                  <a:pt x="17604" y="6543"/>
                  <a:pt x="17429" y="6119"/>
                  <a:pt x="17153" y="6119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88" name="Shape 2702">
            <a:extLst>
              <a:ext uri="{FF2B5EF4-FFF2-40B4-BE49-F238E27FC236}">
                <a16:creationId xmlns:a16="http://schemas.microsoft.com/office/drawing/2014/main" id="{5779CE12-E961-468A-474C-036B203A75E3}"/>
              </a:ext>
            </a:extLst>
          </p:cNvPr>
          <p:cNvSpPr/>
          <p:nvPr userDrawn="1"/>
        </p:nvSpPr>
        <p:spPr>
          <a:xfrm>
            <a:off x="8794958" y="5622393"/>
            <a:ext cx="278958" cy="2535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520"/>
                </a:moveTo>
                <a:cubicBezTo>
                  <a:pt x="7396" y="20520"/>
                  <a:pt x="4399" y="18805"/>
                  <a:pt x="2638" y="16200"/>
                </a:cubicBezTo>
                <a:lnTo>
                  <a:pt x="9966" y="16200"/>
                </a:lnTo>
                <a:cubicBezTo>
                  <a:pt x="10478" y="17309"/>
                  <a:pt x="12251" y="18900"/>
                  <a:pt x="13500" y="18900"/>
                </a:cubicBezTo>
                <a:cubicBezTo>
                  <a:pt x="14973" y="18900"/>
                  <a:pt x="16200" y="17820"/>
                  <a:pt x="16200" y="15660"/>
                </a:cubicBezTo>
                <a:cubicBezTo>
                  <a:pt x="16200" y="13500"/>
                  <a:pt x="14973" y="12420"/>
                  <a:pt x="13500" y="12420"/>
                </a:cubicBezTo>
                <a:cubicBezTo>
                  <a:pt x="12241" y="12420"/>
                  <a:pt x="10447" y="13973"/>
                  <a:pt x="9953" y="15120"/>
                </a:cubicBezTo>
                <a:lnTo>
                  <a:pt x="2014" y="15120"/>
                </a:lnTo>
                <a:cubicBezTo>
                  <a:pt x="1359" y="13817"/>
                  <a:pt x="982" y="12354"/>
                  <a:pt x="982" y="10800"/>
                </a:cubicBezTo>
                <a:cubicBezTo>
                  <a:pt x="982" y="9246"/>
                  <a:pt x="1359" y="7783"/>
                  <a:pt x="2014" y="6480"/>
                </a:cubicBezTo>
                <a:lnTo>
                  <a:pt x="9966" y="6480"/>
                </a:lnTo>
                <a:cubicBezTo>
                  <a:pt x="10478" y="7589"/>
                  <a:pt x="12252" y="9180"/>
                  <a:pt x="13500" y="9180"/>
                </a:cubicBezTo>
                <a:cubicBezTo>
                  <a:pt x="14973" y="9180"/>
                  <a:pt x="16200" y="8100"/>
                  <a:pt x="16200" y="5940"/>
                </a:cubicBezTo>
                <a:cubicBezTo>
                  <a:pt x="16200" y="3780"/>
                  <a:pt x="14973" y="2700"/>
                  <a:pt x="13500" y="2700"/>
                </a:cubicBezTo>
                <a:cubicBezTo>
                  <a:pt x="12241" y="2700"/>
                  <a:pt x="10447" y="4253"/>
                  <a:pt x="9953" y="5400"/>
                </a:cubicBezTo>
                <a:lnTo>
                  <a:pt x="2638" y="5400"/>
                </a:lnTo>
                <a:cubicBezTo>
                  <a:pt x="4399" y="2796"/>
                  <a:pt x="7396" y="1080"/>
                  <a:pt x="10800" y="1080"/>
                </a:cubicBezTo>
                <a:cubicBezTo>
                  <a:pt x="16038" y="1080"/>
                  <a:pt x="20306" y="5145"/>
                  <a:pt x="20590" y="10260"/>
                </a:cubicBezTo>
                <a:lnTo>
                  <a:pt x="10652" y="10260"/>
                </a:lnTo>
                <a:cubicBezTo>
                  <a:pt x="10140" y="9151"/>
                  <a:pt x="8367" y="7560"/>
                  <a:pt x="7118" y="7560"/>
                </a:cubicBezTo>
                <a:cubicBezTo>
                  <a:pt x="5645" y="7560"/>
                  <a:pt x="4418" y="8640"/>
                  <a:pt x="4418" y="10800"/>
                </a:cubicBezTo>
                <a:cubicBezTo>
                  <a:pt x="4418" y="12960"/>
                  <a:pt x="5645" y="14040"/>
                  <a:pt x="7118" y="14040"/>
                </a:cubicBezTo>
                <a:cubicBezTo>
                  <a:pt x="8377" y="14040"/>
                  <a:pt x="10171" y="12488"/>
                  <a:pt x="10665" y="11340"/>
                </a:cubicBezTo>
                <a:lnTo>
                  <a:pt x="20590" y="11340"/>
                </a:lnTo>
                <a:cubicBezTo>
                  <a:pt x="20306" y="16456"/>
                  <a:pt x="16038" y="20520"/>
                  <a:pt x="10800" y="20520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89" name="Shape 2703">
            <a:extLst>
              <a:ext uri="{FF2B5EF4-FFF2-40B4-BE49-F238E27FC236}">
                <a16:creationId xmlns:a16="http://schemas.microsoft.com/office/drawing/2014/main" id="{14434D00-674F-3F9F-074A-CD0BA63B0FD6}"/>
              </a:ext>
            </a:extLst>
          </p:cNvPr>
          <p:cNvSpPr/>
          <p:nvPr userDrawn="1"/>
        </p:nvSpPr>
        <p:spPr>
          <a:xfrm>
            <a:off x="9340195" y="5609713"/>
            <a:ext cx="253599" cy="2792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60" y="8839"/>
                </a:moveTo>
                <a:cubicBezTo>
                  <a:pt x="15958" y="8839"/>
                  <a:pt x="16200" y="8619"/>
                  <a:pt x="16200" y="8348"/>
                </a:cubicBezTo>
                <a:lnTo>
                  <a:pt x="16200" y="6386"/>
                </a:lnTo>
                <a:cubicBezTo>
                  <a:pt x="16200" y="6115"/>
                  <a:pt x="15958" y="5896"/>
                  <a:pt x="15660" y="5896"/>
                </a:cubicBezTo>
                <a:cubicBezTo>
                  <a:pt x="15362" y="5896"/>
                  <a:pt x="15120" y="6115"/>
                  <a:pt x="15120" y="6386"/>
                </a:cubicBezTo>
                <a:lnTo>
                  <a:pt x="15120" y="8348"/>
                </a:lnTo>
                <a:cubicBezTo>
                  <a:pt x="15120" y="8619"/>
                  <a:pt x="15362" y="8839"/>
                  <a:pt x="15660" y="8839"/>
                </a:cubicBezTo>
                <a:moveTo>
                  <a:pt x="20520" y="17666"/>
                </a:moveTo>
                <a:lnTo>
                  <a:pt x="13048" y="17666"/>
                </a:lnTo>
                <a:cubicBezTo>
                  <a:pt x="12910" y="16942"/>
                  <a:pt x="12848" y="16231"/>
                  <a:pt x="12830" y="15570"/>
                </a:cubicBezTo>
                <a:cubicBezTo>
                  <a:pt x="16149" y="15233"/>
                  <a:pt x="18453" y="14207"/>
                  <a:pt x="18568" y="14155"/>
                </a:cubicBezTo>
                <a:lnTo>
                  <a:pt x="18085" y="13278"/>
                </a:lnTo>
                <a:cubicBezTo>
                  <a:pt x="18059" y="13289"/>
                  <a:pt x="15906" y="14245"/>
                  <a:pt x="12837" y="14581"/>
                </a:cubicBezTo>
                <a:cubicBezTo>
                  <a:pt x="12896" y="13028"/>
                  <a:pt x="13167" y="11927"/>
                  <a:pt x="13173" y="11902"/>
                </a:cubicBezTo>
                <a:lnTo>
                  <a:pt x="13325" y="11301"/>
                </a:lnTo>
                <a:lnTo>
                  <a:pt x="9308" y="11301"/>
                </a:lnTo>
                <a:cubicBezTo>
                  <a:pt x="9741" y="8291"/>
                  <a:pt x="10857" y="5772"/>
                  <a:pt x="11921" y="3934"/>
                </a:cubicBezTo>
                <a:lnTo>
                  <a:pt x="20520" y="3934"/>
                </a:lnTo>
                <a:cubicBezTo>
                  <a:pt x="20520" y="3934"/>
                  <a:pt x="20520" y="17666"/>
                  <a:pt x="20520" y="17666"/>
                </a:cubicBezTo>
                <a:close/>
                <a:moveTo>
                  <a:pt x="10766" y="15678"/>
                </a:moveTo>
                <a:cubicBezTo>
                  <a:pt x="11096" y="15678"/>
                  <a:pt x="11418" y="15668"/>
                  <a:pt x="11734" y="15653"/>
                </a:cubicBezTo>
                <a:cubicBezTo>
                  <a:pt x="11753" y="16291"/>
                  <a:pt x="11808" y="16967"/>
                  <a:pt x="11933" y="17666"/>
                </a:cubicBezTo>
                <a:lnTo>
                  <a:pt x="1080" y="17666"/>
                </a:lnTo>
                <a:lnTo>
                  <a:pt x="1080" y="3934"/>
                </a:lnTo>
                <a:lnTo>
                  <a:pt x="10689" y="3934"/>
                </a:lnTo>
                <a:cubicBezTo>
                  <a:pt x="9598" y="5921"/>
                  <a:pt x="8520" y="8577"/>
                  <a:pt x="8164" y="11742"/>
                </a:cubicBezTo>
                <a:lnTo>
                  <a:pt x="8103" y="12282"/>
                </a:lnTo>
                <a:lnTo>
                  <a:pt x="11993" y="12282"/>
                </a:lnTo>
                <a:cubicBezTo>
                  <a:pt x="11893" y="12823"/>
                  <a:pt x="11771" y="13665"/>
                  <a:pt x="11736" y="14669"/>
                </a:cubicBezTo>
                <a:cubicBezTo>
                  <a:pt x="11418" y="14686"/>
                  <a:pt x="11097" y="14697"/>
                  <a:pt x="10766" y="14697"/>
                </a:cubicBezTo>
                <a:cubicBezTo>
                  <a:pt x="6636" y="14697"/>
                  <a:pt x="3478" y="13292"/>
                  <a:pt x="3447" y="13278"/>
                </a:cubicBezTo>
                <a:lnTo>
                  <a:pt x="2965" y="14155"/>
                </a:lnTo>
                <a:cubicBezTo>
                  <a:pt x="3102" y="14218"/>
                  <a:pt x="6369" y="15678"/>
                  <a:pt x="10766" y="15678"/>
                </a:cubicBezTo>
                <a:moveTo>
                  <a:pt x="20520" y="2954"/>
                </a:moveTo>
                <a:lnTo>
                  <a:pt x="12519" y="2954"/>
                </a:lnTo>
                <a:cubicBezTo>
                  <a:pt x="13470" y="1490"/>
                  <a:pt x="14254" y="661"/>
                  <a:pt x="14273" y="641"/>
                </a:cubicBezTo>
                <a:lnTo>
                  <a:pt x="13456" y="0"/>
                </a:lnTo>
                <a:cubicBezTo>
                  <a:pt x="13366" y="95"/>
                  <a:pt x="12371" y="1151"/>
                  <a:pt x="11260" y="2954"/>
                </a:cubicBezTo>
                <a:lnTo>
                  <a:pt x="1080" y="2954"/>
                </a:lnTo>
                <a:cubicBezTo>
                  <a:pt x="483" y="2954"/>
                  <a:pt x="0" y="3393"/>
                  <a:pt x="0" y="3934"/>
                </a:cubicBezTo>
                <a:lnTo>
                  <a:pt x="0" y="17666"/>
                </a:lnTo>
                <a:cubicBezTo>
                  <a:pt x="0" y="18207"/>
                  <a:pt x="483" y="18646"/>
                  <a:pt x="1080" y="18646"/>
                </a:cubicBezTo>
                <a:lnTo>
                  <a:pt x="12155" y="18646"/>
                </a:lnTo>
                <a:cubicBezTo>
                  <a:pt x="12423" y="19645"/>
                  <a:pt x="12834" y="20653"/>
                  <a:pt x="13465" y="21600"/>
                </a:cubicBezTo>
                <a:lnTo>
                  <a:pt x="14389" y="21092"/>
                </a:lnTo>
                <a:cubicBezTo>
                  <a:pt x="13874" y="20318"/>
                  <a:pt x="13522" y="19485"/>
                  <a:pt x="13281" y="18646"/>
                </a:cubicBezTo>
                <a:lnTo>
                  <a:pt x="20520" y="18646"/>
                </a:lnTo>
                <a:cubicBezTo>
                  <a:pt x="21116" y="18646"/>
                  <a:pt x="21600" y="18207"/>
                  <a:pt x="21600" y="17666"/>
                </a:cubicBezTo>
                <a:lnTo>
                  <a:pt x="21600" y="3934"/>
                </a:lnTo>
                <a:cubicBezTo>
                  <a:pt x="21600" y="3393"/>
                  <a:pt x="21116" y="2954"/>
                  <a:pt x="20520" y="2954"/>
                </a:cubicBezTo>
                <a:moveTo>
                  <a:pt x="5940" y="8839"/>
                </a:moveTo>
                <a:cubicBezTo>
                  <a:pt x="6238" y="8839"/>
                  <a:pt x="6480" y="8619"/>
                  <a:pt x="6480" y="8348"/>
                </a:cubicBezTo>
                <a:lnTo>
                  <a:pt x="6480" y="6386"/>
                </a:lnTo>
                <a:cubicBezTo>
                  <a:pt x="6480" y="6115"/>
                  <a:pt x="6238" y="5896"/>
                  <a:pt x="5940" y="5896"/>
                </a:cubicBezTo>
                <a:cubicBezTo>
                  <a:pt x="5642" y="5896"/>
                  <a:pt x="5400" y="6115"/>
                  <a:pt x="5400" y="6386"/>
                </a:cubicBezTo>
                <a:lnTo>
                  <a:pt x="5400" y="8348"/>
                </a:lnTo>
                <a:cubicBezTo>
                  <a:pt x="5400" y="8619"/>
                  <a:pt x="5642" y="8839"/>
                  <a:pt x="5940" y="8839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90" name="Shape 2704">
            <a:extLst>
              <a:ext uri="{FF2B5EF4-FFF2-40B4-BE49-F238E27FC236}">
                <a16:creationId xmlns:a16="http://schemas.microsoft.com/office/drawing/2014/main" id="{D9BB98C6-9AB8-376A-ACBD-E7A865408B85}"/>
              </a:ext>
            </a:extLst>
          </p:cNvPr>
          <p:cNvSpPr/>
          <p:nvPr userDrawn="1"/>
        </p:nvSpPr>
        <p:spPr>
          <a:xfrm>
            <a:off x="9860071" y="5609713"/>
            <a:ext cx="278958" cy="27895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20618"/>
                </a:moveTo>
                <a:cubicBezTo>
                  <a:pt x="5378" y="20618"/>
                  <a:pt x="982" y="16222"/>
                  <a:pt x="982" y="10800"/>
                </a:cubicBezTo>
                <a:cubicBezTo>
                  <a:pt x="982" y="5378"/>
                  <a:pt x="5378" y="982"/>
                  <a:pt x="10800" y="982"/>
                </a:cubicBezTo>
                <a:cubicBezTo>
                  <a:pt x="16223" y="982"/>
                  <a:pt x="20618" y="5378"/>
                  <a:pt x="20618" y="10800"/>
                </a:cubicBezTo>
                <a:cubicBezTo>
                  <a:pt x="20618" y="16222"/>
                  <a:pt x="16223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6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6"/>
                  <a:pt x="16765" y="0"/>
                  <a:pt x="10800" y="0"/>
                </a:cubicBezTo>
                <a:moveTo>
                  <a:pt x="15628" y="4904"/>
                </a:moveTo>
                <a:lnTo>
                  <a:pt x="14334" y="4904"/>
                </a:lnTo>
                <a:lnTo>
                  <a:pt x="10776" y="9842"/>
                </a:lnTo>
                <a:lnTo>
                  <a:pt x="7337" y="4904"/>
                </a:lnTo>
                <a:lnTo>
                  <a:pt x="5975" y="4904"/>
                </a:lnTo>
                <a:lnTo>
                  <a:pt x="10094" y="10618"/>
                </a:lnTo>
                <a:lnTo>
                  <a:pt x="5736" y="16696"/>
                </a:lnTo>
                <a:lnTo>
                  <a:pt x="7030" y="16696"/>
                </a:lnTo>
                <a:lnTo>
                  <a:pt x="10776" y="11493"/>
                </a:lnTo>
                <a:lnTo>
                  <a:pt x="14470" y="16696"/>
                </a:lnTo>
                <a:lnTo>
                  <a:pt x="15866" y="16696"/>
                </a:lnTo>
                <a:lnTo>
                  <a:pt x="11474" y="10651"/>
                </a:lnTo>
                <a:cubicBezTo>
                  <a:pt x="11474" y="10651"/>
                  <a:pt x="15628" y="4904"/>
                  <a:pt x="15628" y="4904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91" name="Shape 2705">
            <a:extLst>
              <a:ext uri="{FF2B5EF4-FFF2-40B4-BE49-F238E27FC236}">
                <a16:creationId xmlns:a16="http://schemas.microsoft.com/office/drawing/2014/main" id="{92CF3438-917C-DC92-AD34-A9234A897198}"/>
              </a:ext>
            </a:extLst>
          </p:cNvPr>
          <p:cNvSpPr/>
          <p:nvPr userDrawn="1"/>
        </p:nvSpPr>
        <p:spPr>
          <a:xfrm>
            <a:off x="10392628" y="5609714"/>
            <a:ext cx="278891" cy="2791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82" y="3820"/>
                </a:moveTo>
                <a:lnTo>
                  <a:pt x="7853" y="2877"/>
                </a:lnTo>
                <a:lnTo>
                  <a:pt x="7853" y="8838"/>
                </a:lnTo>
                <a:lnTo>
                  <a:pt x="982" y="8838"/>
                </a:lnTo>
                <a:cubicBezTo>
                  <a:pt x="982" y="8838"/>
                  <a:pt x="982" y="3820"/>
                  <a:pt x="982" y="3820"/>
                </a:cubicBezTo>
                <a:close/>
                <a:moveTo>
                  <a:pt x="0" y="9819"/>
                </a:moveTo>
                <a:lnTo>
                  <a:pt x="8835" y="9819"/>
                </a:lnTo>
                <a:lnTo>
                  <a:pt x="8835" y="1752"/>
                </a:lnTo>
                <a:lnTo>
                  <a:pt x="0" y="2964"/>
                </a:lnTo>
                <a:cubicBezTo>
                  <a:pt x="0" y="2964"/>
                  <a:pt x="0" y="9819"/>
                  <a:pt x="0" y="9819"/>
                </a:cubicBezTo>
                <a:close/>
                <a:moveTo>
                  <a:pt x="20618" y="8838"/>
                </a:moveTo>
                <a:lnTo>
                  <a:pt x="11771" y="8838"/>
                </a:lnTo>
                <a:lnTo>
                  <a:pt x="11771" y="2339"/>
                </a:lnTo>
                <a:lnTo>
                  <a:pt x="20618" y="1125"/>
                </a:lnTo>
                <a:cubicBezTo>
                  <a:pt x="20618" y="1125"/>
                  <a:pt x="20618" y="8838"/>
                  <a:pt x="20618" y="8838"/>
                </a:cubicBezTo>
                <a:close/>
                <a:moveTo>
                  <a:pt x="10789" y="1484"/>
                </a:moveTo>
                <a:lnTo>
                  <a:pt x="10789" y="9819"/>
                </a:lnTo>
                <a:lnTo>
                  <a:pt x="21600" y="9819"/>
                </a:lnTo>
                <a:lnTo>
                  <a:pt x="21600" y="0"/>
                </a:lnTo>
                <a:cubicBezTo>
                  <a:pt x="21600" y="0"/>
                  <a:pt x="10789" y="1484"/>
                  <a:pt x="10789" y="1484"/>
                </a:cubicBezTo>
                <a:close/>
                <a:moveTo>
                  <a:pt x="982" y="12763"/>
                </a:moveTo>
                <a:lnTo>
                  <a:pt x="7853" y="12763"/>
                </a:lnTo>
                <a:lnTo>
                  <a:pt x="7853" y="18722"/>
                </a:lnTo>
                <a:lnTo>
                  <a:pt x="982" y="17780"/>
                </a:lnTo>
                <a:cubicBezTo>
                  <a:pt x="982" y="17780"/>
                  <a:pt x="982" y="12763"/>
                  <a:pt x="982" y="12763"/>
                </a:cubicBezTo>
                <a:close/>
                <a:moveTo>
                  <a:pt x="0" y="18635"/>
                </a:moveTo>
                <a:lnTo>
                  <a:pt x="8835" y="19848"/>
                </a:lnTo>
                <a:lnTo>
                  <a:pt x="8835" y="11782"/>
                </a:lnTo>
                <a:lnTo>
                  <a:pt x="0" y="11782"/>
                </a:lnTo>
                <a:cubicBezTo>
                  <a:pt x="0" y="11782"/>
                  <a:pt x="0" y="18635"/>
                  <a:pt x="0" y="18635"/>
                </a:cubicBezTo>
                <a:close/>
                <a:moveTo>
                  <a:pt x="11771" y="12763"/>
                </a:moveTo>
                <a:lnTo>
                  <a:pt x="20618" y="12763"/>
                </a:lnTo>
                <a:lnTo>
                  <a:pt x="20618" y="20475"/>
                </a:lnTo>
                <a:lnTo>
                  <a:pt x="11771" y="19261"/>
                </a:lnTo>
                <a:cubicBezTo>
                  <a:pt x="11771" y="19261"/>
                  <a:pt x="11771" y="12763"/>
                  <a:pt x="11771" y="12763"/>
                </a:cubicBezTo>
                <a:close/>
                <a:moveTo>
                  <a:pt x="10789" y="20116"/>
                </a:moveTo>
                <a:lnTo>
                  <a:pt x="21600" y="21600"/>
                </a:lnTo>
                <a:lnTo>
                  <a:pt x="21600" y="11782"/>
                </a:lnTo>
                <a:lnTo>
                  <a:pt x="10789" y="11782"/>
                </a:lnTo>
                <a:cubicBezTo>
                  <a:pt x="10789" y="11782"/>
                  <a:pt x="10789" y="20116"/>
                  <a:pt x="10789" y="20116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sp>
        <p:nvSpPr>
          <p:cNvPr id="192" name="Shape 2706">
            <a:extLst>
              <a:ext uri="{FF2B5EF4-FFF2-40B4-BE49-F238E27FC236}">
                <a16:creationId xmlns:a16="http://schemas.microsoft.com/office/drawing/2014/main" id="{407DB1B7-DC75-38D8-4F86-C9E69AE01158}"/>
              </a:ext>
            </a:extLst>
          </p:cNvPr>
          <p:cNvSpPr/>
          <p:nvPr userDrawn="1"/>
        </p:nvSpPr>
        <p:spPr>
          <a:xfrm>
            <a:off x="10963224" y="5609713"/>
            <a:ext cx="202879" cy="278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50" y="13745"/>
                </a:moveTo>
                <a:cubicBezTo>
                  <a:pt x="20250" y="14016"/>
                  <a:pt x="19948" y="14236"/>
                  <a:pt x="19575" y="14236"/>
                </a:cubicBezTo>
                <a:cubicBezTo>
                  <a:pt x="19202" y="14236"/>
                  <a:pt x="18900" y="14016"/>
                  <a:pt x="18900" y="13745"/>
                </a:cubicBezTo>
                <a:lnTo>
                  <a:pt x="18900" y="6873"/>
                </a:lnTo>
                <a:cubicBezTo>
                  <a:pt x="18900" y="6602"/>
                  <a:pt x="19202" y="6382"/>
                  <a:pt x="19575" y="6382"/>
                </a:cubicBezTo>
                <a:cubicBezTo>
                  <a:pt x="19948" y="6382"/>
                  <a:pt x="20250" y="6602"/>
                  <a:pt x="20250" y="6873"/>
                </a:cubicBezTo>
                <a:cubicBezTo>
                  <a:pt x="20250" y="6873"/>
                  <a:pt x="20250" y="13745"/>
                  <a:pt x="20250" y="13745"/>
                </a:cubicBezTo>
                <a:close/>
                <a:moveTo>
                  <a:pt x="17550" y="16691"/>
                </a:moveTo>
                <a:lnTo>
                  <a:pt x="4050" y="16691"/>
                </a:lnTo>
                <a:lnTo>
                  <a:pt x="4050" y="6382"/>
                </a:lnTo>
                <a:lnTo>
                  <a:pt x="17550" y="6382"/>
                </a:lnTo>
                <a:cubicBezTo>
                  <a:pt x="17550" y="6382"/>
                  <a:pt x="17550" y="16691"/>
                  <a:pt x="17550" y="16691"/>
                </a:cubicBezTo>
                <a:close/>
                <a:moveTo>
                  <a:pt x="14850" y="20127"/>
                </a:moveTo>
                <a:cubicBezTo>
                  <a:pt x="14850" y="20399"/>
                  <a:pt x="14548" y="20618"/>
                  <a:pt x="14175" y="20618"/>
                </a:cubicBezTo>
                <a:cubicBezTo>
                  <a:pt x="13802" y="20618"/>
                  <a:pt x="13500" y="20399"/>
                  <a:pt x="13500" y="20127"/>
                </a:cubicBezTo>
                <a:lnTo>
                  <a:pt x="13500" y="17673"/>
                </a:lnTo>
                <a:lnTo>
                  <a:pt x="14850" y="17673"/>
                </a:lnTo>
                <a:cubicBezTo>
                  <a:pt x="14850" y="17673"/>
                  <a:pt x="14850" y="20127"/>
                  <a:pt x="14850" y="20127"/>
                </a:cubicBezTo>
                <a:close/>
                <a:moveTo>
                  <a:pt x="8100" y="20127"/>
                </a:moveTo>
                <a:cubicBezTo>
                  <a:pt x="8100" y="20399"/>
                  <a:pt x="7798" y="20618"/>
                  <a:pt x="7425" y="20618"/>
                </a:cubicBezTo>
                <a:cubicBezTo>
                  <a:pt x="7052" y="20618"/>
                  <a:pt x="6750" y="20399"/>
                  <a:pt x="6750" y="20127"/>
                </a:cubicBezTo>
                <a:lnTo>
                  <a:pt x="6750" y="17673"/>
                </a:lnTo>
                <a:lnTo>
                  <a:pt x="8100" y="17673"/>
                </a:lnTo>
                <a:cubicBezTo>
                  <a:pt x="8100" y="17673"/>
                  <a:pt x="8100" y="20127"/>
                  <a:pt x="8100" y="20127"/>
                </a:cubicBezTo>
                <a:close/>
                <a:moveTo>
                  <a:pt x="10800" y="1964"/>
                </a:moveTo>
                <a:cubicBezTo>
                  <a:pt x="14242" y="1964"/>
                  <a:pt x="17075" y="3464"/>
                  <a:pt x="17492" y="5400"/>
                </a:cubicBezTo>
                <a:lnTo>
                  <a:pt x="4108" y="5400"/>
                </a:lnTo>
                <a:cubicBezTo>
                  <a:pt x="4525" y="3464"/>
                  <a:pt x="7358" y="1964"/>
                  <a:pt x="10800" y="1964"/>
                </a:cubicBezTo>
                <a:moveTo>
                  <a:pt x="2700" y="13745"/>
                </a:moveTo>
                <a:cubicBezTo>
                  <a:pt x="2700" y="14016"/>
                  <a:pt x="2398" y="14236"/>
                  <a:pt x="2025" y="14236"/>
                </a:cubicBezTo>
                <a:cubicBezTo>
                  <a:pt x="1652" y="14236"/>
                  <a:pt x="1350" y="14016"/>
                  <a:pt x="1350" y="13745"/>
                </a:cubicBezTo>
                <a:lnTo>
                  <a:pt x="1350" y="6873"/>
                </a:lnTo>
                <a:cubicBezTo>
                  <a:pt x="1350" y="6602"/>
                  <a:pt x="1652" y="6382"/>
                  <a:pt x="2025" y="6382"/>
                </a:cubicBezTo>
                <a:cubicBezTo>
                  <a:pt x="2398" y="6382"/>
                  <a:pt x="2700" y="6602"/>
                  <a:pt x="2700" y="6873"/>
                </a:cubicBezTo>
                <a:cubicBezTo>
                  <a:pt x="2700" y="6873"/>
                  <a:pt x="2700" y="13745"/>
                  <a:pt x="2700" y="13745"/>
                </a:cubicBezTo>
                <a:close/>
                <a:moveTo>
                  <a:pt x="19575" y="5400"/>
                </a:moveTo>
                <a:cubicBezTo>
                  <a:pt x="19336" y="5400"/>
                  <a:pt x="19112" y="5435"/>
                  <a:pt x="18900" y="5491"/>
                </a:cubicBezTo>
                <a:lnTo>
                  <a:pt x="18900" y="5400"/>
                </a:lnTo>
                <a:lnTo>
                  <a:pt x="18847" y="5400"/>
                </a:lnTo>
                <a:cubicBezTo>
                  <a:pt x="18595" y="3873"/>
                  <a:pt x="17191" y="2553"/>
                  <a:pt x="15171" y="1763"/>
                </a:cubicBezTo>
                <a:lnTo>
                  <a:pt x="16087" y="763"/>
                </a:lnTo>
                <a:lnTo>
                  <a:pt x="16076" y="758"/>
                </a:lnTo>
                <a:cubicBezTo>
                  <a:pt x="16148" y="681"/>
                  <a:pt x="16200" y="592"/>
                  <a:pt x="16200" y="491"/>
                </a:cubicBezTo>
                <a:cubicBezTo>
                  <a:pt x="16200" y="220"/>
                  <a:pt x="15898" y="0"/>
                  <a:pt x="15525" y="0"/>
                </a:cubicBezTo>
                <a:cubicBezTo>
                  <a:pt x="15291" y="0"/>
                  <a:pt x="15095" y="93"/>
                  <a:pt x="14974" y="223"/>
                </a:cubicBezTo>
                <a:lnTo>
                  <a:pt x="14963" y="219"/>
                </a:lnTo>
                <a:lnTo>
                  <a:pt x="13915" y="1362"/>
                </a:lnTo>
                <a:cubicBezTo>
                  <a:pt x="12956" y="1119"/>
                  <a:pt x="11905" y="982"/>
                  <a:pt x="10800" y="982"/>
                </a:cubicBezTo>
                <a:cubicBezTo>
                  <a:pt x="9695" y="982"/>
                  <a:pt x="8644" y="1119"/>
                  <a:pt x="7685" y="1362"/>
                </a:cubicBezTo>
                <a:lnTo>
                  <a:pt x="6637" y="219"/>
                </a:lnTo>
                <a:lnTo>
                  <a:pt x="6626" y="223"/>
                </a:lnTo>
                <a:cubicBezTo>
                  <a:pt x="6505" y="93"/>
                  <a:pt x="6309" y="0"/>
                  <a:pt x="6075" y="0"/>
                </a:cubicBezTo>
                <a:cubicBezTo>
                  <a:pt x="5702" y="0"/>
                  <a:pt x="5400" y="220"/>
                  <a:pt x="5400" y="491"/>
                </a:cubicBezTo>
                <a:cubicBezTo>
                  <a:pt x="5400" y="592"/>
                  <a:pt x="5452" y="681"/>
                  <a:pt x="5524" y="758"/>
                </a:cubicBezTo>
                <a:lnTo>
                  <a:pt x="5513" y="763"/>
                </a:lnTo>
                <a:lnTo>
                  <a:pt x="6430" y="1763"/>
                </a:lnTo>
                <a:cubicBezTo>
                  <a:pt x="4409" y="2553"/>
                  <a:pt x="3005" y="3873"/>
                  <a:pt x="2753" y="5400"/>
                </a:cubicBezTo>
                <a:lnTo>
                  <a:pt x="2700" y="5400"/>
                </a:lnTo>
                <a:lnTo>
                  <a:pt x="2700" y="5491"/>
                </a:lnTo>
                <a:cubicBezTo>
                  <a:pt x="2488" y="5435"/>
                  <a:pt x="2263" y="5400"/>
                  <a:pt x="2025" y="5400"/>
                </a:cubicBezTo>
                <a:cubicBezTo>
                  <a:pt x="907" y="5400"/>
                  <a:pt x="0" y="6060"/>
                  <a:pt x="0" y="6873"/>
                </a:cubicBezTo>
                <a:lnTo>
                  <a:pt x="0" y="13745"/>
                </a:lnTo>
                <a:cubicBezTo>
                  <a:pt x="0" y="14559"/>
                  <a:pt x="907" y="15218"/>
                  <a:pt x="2025" y="15218"/>
                </a:cubicBezTo>
                <a:cubicBezTo>
                  <a:pt x="2263" y="15218"/>
                  <a:pt x="2488" y="15183"/>
                  <a:pt x="2700" y="15128"/>
                </a:cubicBezTo>
                <a:lnTo>
                  <a:pt x="2700" y="16691"/>
                </a:lnTo>
                <a:cubicBezTo>
                  <a:pt x="2700" y="17233"/>
                  <a:pt x="3305" y="17673"/>
                  <a:pt x="4050" y="17673"/>
                </a:cubicBezTo>
                <a:lnTo>
                  <a:pt x="5400" y="17673"/>
                </a:lnTo>
                <a:lnTo>
                  <a:pt x="5400" y="20127"/>
                </a:lnTo>
                <a:cubicBezTo>
                  <a:pt x="5400" y="20941"/>
                  <a:pt x="6307" y="21600"/>
                  <a:pt x="7425" y="21600"/>
                </a:cubicBezTo>
                <a:cubicBezTo>
                  <a:pt x="8543" y="21600"/>
                  <a:pt x="9450" y="20941"/>
                  <a:pt x="9450" y="20127"/>
                </a:cubicBezTo>
                <a:lnTo>
                  <a:pt x="9450" y="17673"/>
                </a:lnTo>
                <a:lnTo>
                  <a:pt x="12150" y="17673"/>
                </a:lnTo>
                <a:lnTo>
                  <a:pt x="12150" y="20127"/>
                </a:lnTo>
                <a:cubicBezTo>
                  <a:pt x="12150" y="20941"/>
                  <a:pt x="13056" y="21600"/>
                  <a:pt x="14175" y="21600"/>
                </a:cubicBezTo>
                <a:cubicBezTo>
                  <a:pt x="15294" y="21600"/>
                  <a:pt x="16200" y="20941"/>
                  <a:pt x="16200" y="20127"/>
                </a:cubicBezTo>
                <a:lnTo>
                  <a:pt x="16200" y="17673"/>
                </a:lnTo>
                <a:lnTo>
                  <a:pt x="17550" y="17673"/>
                </a:lnTo>
                <a:cubicBezTo>
                  <a:pt x="18295" y="17673"/>
                  <a:pt x="18900" y="17233"/>
                  <a:pt x="18900" y="16691"/>
                </a:cubicBezTo>
                <a:lnTo>
                  <a:pt x="18900" y="15128"/>
                </a:lnTo>
                <a:cubicBezTo>
                  <a:pt x="19112" y="15183"/>
                  <a:pt x="19336" y="15218"/>
                  <a:pt x="19575" y="15218"/>
                </a:cubicBezTo>
                <a:cubicBezTo>
                  <a:pt x="20694" y="15218"/>
                  <a:pt x="21600" y="14559"/>
                  <a:pt x="21600" y="13745"/>
                </a:cubicBezTo>
                <a:lnTo>
                  <a:pt x="21600" y="6873"/>
                </a:lnTo>
                <a:cubicBezTo>
                  <a:pt x="21600" y="6060"/>
                  <a:pt x="20694" y="5400"/>
                  <a:pt x="19575" y="5400"/>
                </a:cubicBezTo>
                <a:moveTo>
                  <a:pt x="12825" y="3436"/>
                </a:moveTo>
                <a:cubicBezTo>
                  <a:pt x="12452" y="3436"/>
                  <a:pt x="12150" y="3656"/>
                  <a:pt x="12150" y="3927"/>
                </a:cubicBezTo>
                <a:cubicBezTo>
                  <a:pt x="12150" y="4199"/>
                  <a:pt x="12452" y="4418"/>
                  <a:pt x="12825" y="4418"/>
                </a:cubicBezTo>
                <a:cubicBezTo>
                  <a:pt x="13198" y="4418"/>
                  <a:pt x="13500" y="4199"/>
                  <a:pt x="13500" y="3927"/>
                </a:cubicBezTo>
                <a:cubicBezTo>
                  <a:pt x="13500" y="3656"/>
                  <a:pt x="13198" y="3436"/>
                  <a:pt x="12825" y="3436"/>
                </a:cubicBezTo>
                <a:moveTo>
                  <a:pt x="8775" y="3436"/>
                </a:moveTo>
                <a:cubicBezTo>
                  <a:pt x="8402" y="3436"/>
                  <a:pt x="8100" y="3656"/>
                  <a:pt x="8100" y="3927"/>
                </a:cubicBezTo>
                <a:cubicBezTo>
                  <a:pt x="8100" y="4199"/>
                  <a:pt x="8402" y="4418"/>
                  <a:pt x="8775" y="4418"/>
                </a:cubicBezTo>
                <a:cubicBezTo>
                  <a:pt x="9148" y="4418"/>
                  <a:pt x="9450" y="4199"/>
                  <a:pt x="9450" y="3927"/>
                </a:cubicBezTo>
                <a:cubicBezTo>
                  <a:pt x="9450" y="3656"/>
                  <a:pt x="9148" y="3436"/>
                  <a:pt x="8775" y="343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38090" tIns="38090" rIns="38090" bIns="38090" anchor="ctr"/>
          <a:lstStyle/>
          <a:p>
            <a:pPr defTabSz="457063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999"/>
          </a:p>
        </p:txBody>
      </p:sp>
      <p:pic>
        <p:nvPicPr>
          <p:cNvPr id="2" name="Picture 1" descr="Text&#10;&#10;Description automatically generated with medium confidence">
            <a:extLst>
              <a:ext uri="{FF2B5EF4-FFF2-40B4-BE49-F238E27FC236}">
                <a16:creationId xmlns:a16="http://schemas.microsoft.com/office/drawing/2014/main" id="{E4BC1D5E-8C74-48BB-2BDA-FBA8E0176F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575735" y="6419605"/>
            <a:ext cx="1066800" cy="374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87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4_UPFRONT 3">
    <p:bg>
      <p:bgPr>
        <a:solidFill>
          <a:srgbClr val="FEFC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3"/>
          <p:cNvSpPr>
            <a:spLocks noGrp="1"/>
          </p:cNvSpPr>
          <p:nvPr>
            <p:ph type="title" hasCustomPrompt="1"/>
          </p:nvPr>
        </p:nvSpPr>
        <p:spPr>
          <a:xfrm>
            <a:off x="3067050" y="2552700"/>
            <a:ext cx="6057900" cy="2137204"/>
          </a:xfrm>
        </p:spPr>
        <p:txBody>
          <a:bodyPr>
            <a:noAutofit/>
          </a:bodyPr>
          <a:lstStyle>
            <a:lvl1pPr algn="ctr">
              <a:defRPr sz="4000" b="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en-GB" noProof="0"/>
              <a:t>Your Project Title/Name</a:t>
            </a:r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3067050" y="5289344"/>
            <a:ext cx="6057900" cy="50185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The Date / Your Country 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7B0FF74-3FEB-1E8C-4CF9-7DFCA36F11FD}"/>
              </a:ext>
            </a:extLst>
          </p:cNvPr>
          <p:cNvSpPr/>
          <p:nvPr userDrawn="1"/>
        </p:nvSpPr>
        <p:spPr>
          <a:xfrm>
            <a:off x="8484433" y="0"/>
            <a:ext cx="3707567" cy="3548694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F97071DF-9E77-0230-18D6-AA77A462FF4C}"/>
              </a:ext>
            </a:extLst>
          </p:cNvPr>
          <p:cNvSpPr/>
          <p:nvPr userDrawn="1"/>
        </p:nvSpPr>
        <p:spPr>
          <a:xfrm rot="10800000">
            <a:off x="-2" y="4867666"/>
            <a:ext cx="1747157" cy="1543515"/>
          </a:xfrm>
          <a:custGeom>
            <a:avLst/>
            <a:gdLst>
              <a:gd name="connsiteX0" fmla="*/ 746494 w 5766264"/>
              <a:gd name="connsiteY0" fmla="*/ 0 h 5989429"/>
              <a:gd name="connsiteX1" fmla="*/ 5766264 w 5766264"/>
              <a:gd name="connsiteY1" fmla="*/ 0 h 5989429"/>
              <a:gd name="connsiteX2" fmla="*/ 5766264 w 5766264"/>
              <a:gd name="connsiteY2" fmla="*/ 4758306 h 5989429"/>
              <a:gd name="connsiteX3" fmla="*/ 5637894 w 5766264"/>
              <a:gd name="connsiteY3" fmla="*/ 4915165 h 5989429"/>
              <a:gd name="connsiteX4" fmla="*/ 3302602 w 5766264"/>
              <a:gd name="connsiteY4" fmla="*/ 5989429 h 5989429"/>
              <a:gd name="connsiteX5" fmla="*/ 0 w 5766264"/>
              <a:gd name="connsiteY5" fmla="*/ 2321663 h 5989429"/>
              <a:gd name="connsiteX6" fmla="*/ 564033 w 5766264"/>
              <a:gd name="connsiteY6" fmla="*/ 270980 h 5989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66264" h="5989429">
                <a:moveTo>
                  <a:pt x="746494" y="0"/>
                </a:moveTo>
                <a:lnTo>
                  <a:pt x="5766264" y="0"/>
                </a:lnTo>
                <a:lnTo>
                  <a:pt x="5766264" y="4758306"/>
                </a:lnTo>
                <a:lnTo>
                  <a:pt x="5637894" y="4915165"/>
                </a:lnTo>
                <a:cubicBezTo>
                  <a:pt x="5040241" y="5578900"/>
                  <a:pt x="4214591" y="5989429"/>
                  <a:pt x="3302602" y="5989429"/>
                </a:cubicBezTo>
                <a:cubicBezTo>
                  <a:pt x="1478625" y="5989429"/>
                  <a:pt x="0" y="4347314"/>
                  <a:pt x="0" y="2321663"/>
                </a:cubicBezTo>
                <a:cubicBezTo>
                  <a:pt x="0" y="1562044"/>
                  <a:pt x="207932" y="856360"/>
                  <a:pt x="564033" y="270980"/>
                </a:cubicBezTo>
                <a:close/>
              </a:path>
            </a:pathLst>
          </a:cu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27C6288-2682-0DC2-457D-D930EC55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45414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14727B4-BB8C-6A7C-59DA-CBBA022F6B77}"/>
              </a:ext>
            </a:extLst>
          </p:cNvPr>
          <p:cNvSpPr txBox="1">
            <a:spLocks/>
          </p:cNvSpPr>
          <p:nvPr userDrawn="1"/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3F0B97-93F4-AFD0-8149-62EAA1E76BCA}"/>
              </a:ext>
            </a:extLst>
          </p:cNvPr>
          <p:cNvSpPr/>
          <p:nvPr userDrawn="1"/>
        </p:nvSpPr>
        <p:spPr>
          <a:xfrm>
            <a:off x="-2" y="6343117"/>
            <a:ext cx="12192000" cy="547139"/>
          </a:xfrm>
          <a:prstGeom prst="rect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8713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LINE ONLY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2" name="Text Placeholder 41"/>
          <p:cNvSpPr>
            <a:spLocks noGrp="1"/>
          </p:cNvSpPr>
          <p:nvPr>
            <p:ph type="body" sz="quarter" idx="10" hasCustomPrompt="1"/>
          </p:nvPr>
        </p:nvSpPr>
        <p:spPr>
          <a:xfrm>
            <a:off x="528964" y="493060"/>
            <a:ext cx="11142540" cy="718496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240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/>
              <a:t>Your Simple Headline Slide</a:t>
            </a:r>
          </a:p>
        </p:txBody>
      </p:sp>
      <p:pic>
        <p:nvPicPr>
          <p:cNvPr id="2" name="Picture 2" descr="image">
            <a:extLst>
              <a:ext uri="{FF2B5EF4-FFF2-40B4-BE49-F238E27FC236}">
                <a16:creationId xmlns:a16="http://schemas.microsoft.com/office/drawing/2014/main" id="{07AF6992-57AB-3202-102B-200E1B9E2B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30" y="6358319"/>
            <a:ext cx="1238065" cy="460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7031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724400" y="645414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50305A2A-844C-441D-8475-AF1EDAF5A6F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7" name="Picture 6" descr="Graphical user interface, text&#10;&#10;Description automatically generated with medium confidence">
            <a:extLst>
              <a:ext uri="{FF2B5EF4-FFF2-40B4-BE49-F238E27FC236}">
                <a16:creationId xmlns:a16="http://schemas.microsoft.com/office/drawing/2014/main" id="{A0A8E705-0B99-298A-54A6-50CBD3B37E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8"/>
          <a:srcRect r="28577" b="-5361"/>
          <a:stretch/>
        </p:blipFill>
        <p:spPr>
          <a:xfrm>
            <a:off x="5526934" y="6383149"/>
            <a:ext cx="1138127" cy="43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749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accent6">
              <a:lumMod val="10000"/>
            </a:schemeClr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10000"/>
            </a:schemeClr>
          </a:solidFill>
          <a:latin typeface="Helvetica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6">
              <a:lumMod val="10000"/>
            </a:schemeClr>
          </a:solidFill>
          <a:latin typeface="Helvetic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6">
              <a:lumMod val="10000"/>
            </a:schemeClr>
          </a:solidFill>
          <a:latin typeface="Helvetica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6">
              <a:lumMod val="10000"/>
            </a:schemeClr>
          </a:solidFill>
          <a:latin typeface="Helvetica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6">
              <a:lumMod val="10000"/>
            </a:schemeClr>
          </a:solidFill>
          <a:latin typeface="Helvetica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07708-5263-F22D-2094-F01FD26D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362" y="2122961"/>
            <a:ext cx="7158238" cy="2137204"/>
          </a:xfrm>
        </p:spPr>
        <p:txBody>
          <a:bodyPr/>
          <a:lstStyle/>
          <a:p>
            <a:r>
              <a:rPr lang="en-US" sz="3600" dirty="0"/>
              <a:t>OnePulse Survey</a:t>
            </a:r>
            <a:br>
              <a:rPr lang="en-US" sz="3600" dirty="0"/>
            </a:br>
            <a:r>
              <a:rPr lang="en-US" sz="3600" dirty="0">
                <a:solidFill>
                  <a:schemeClr val="tx1"/>
                </a:solidFill>
              </a:rPr>
              <a:t>Strategic Intelligence Team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2D6765-8124-6DE5-720C-D0D788D20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305A2A-844C-441D-8475-AF1EDAF5A6F1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38467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384670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E4B9BCB5-7B07-9A38-E0DF-9B237CB5C0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0011" y="553939"/>
            <a:ext cx="5566048" cy="5867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3394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7B72DB-37EC-A66C-EBCF-D3075B399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05A2A-844C-441D-8475-AF1EDAF5A6F1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33BFD347-EBCB-399E-0A31-E5B5DEEFC9D9}"/>
              </a:ext>
            </a:extLst>
          </p:cNvPr>
          <p:cNvSpPr/>
          <p:nvPr/>
        </p:nvSpPr>
        <p:spPr>
          <a:xfrm rot="10800000">
            <a:off x="814594" y="2259830"/>
            <a:ext cx="4818107" cy="3519175"/>
          </a:xfrm>
          <a:prstGeom prst="rect">
            <a:avLst/>
          </a:prstGeom>
          <a:gradFill>
            <a:gsLst>
              <a:gs pos="41000">
                <a:schemeClr val="tx1">
                  <a:alpha val="16000"/>
                </a:schemeClr>
              </a:gs>
              <a:gs pos="0">
                <a:schemeClr val="tx1">
                  <a:alpha val="43053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384670"/>
              </a:solidFill>
              <a:effectLst/>
              <a:uLnTx/>
              <a:uFillTx/>
              <a:latin typeface="Arial Nova Light"/>
              <a:ea typeface="+mn-ea"/>
              <a:cs typeface="+mn-cs"/>
            </a:endParaRP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421BBA6-FFE2-C2D2-A249-CD4C2DEAA622}"/>
              </a:ext>
            </a:extLst>
          </p:cNvPr>
          <p:cNvSpPr/>
          <p:nvPr/>
        </p:nvSpPr>
        <p:spPr>
          <a:xfrm rot="10800000">
            <a:off x="6172979" y="2259832"/>
            <a:ext cx="4818108" cy="3519175"/>
          </a:xfrm>
          <a:prstGeom prst="rect">
            <a:avLst/>
          </a:prstGeom>
          <a:gradFill>
            <a:gsLst>
              <a:gs pos="41000">
                <a:srgbClr val="CC9F9E">
                  <a:alpha val="17282"/>
                </a:srgbClr>
              </a:gs>
              <a:gs pos="0">
                <a:schemeClr val="tx2">
                  <a:alpha val="42425"/>
                </a:schemeClr>
              </a:gs>
              <a:gs pos="100000">
                <a:schemeClr val="accent1">
                  <a:lumMod val="30000"/>
                  <a:lumOff val="70000"/>
                  <a:alpha val="5577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384670"/>
              </a:solidFill>
              <a:effectLst/>
              <a:uLnTx/>
              <a:uFillTx/>
              <a:latin typeface="Arial Nova Light"/>
              <a:ea typeface="+mn-ea"/>
              <a:cs typeface="+mn-cs"/>
            </a:endParaRPr>
          </a:p>
        </p:txBody>
      </p:sp>
      <p:sp>
        <p:nvSpPr>
          <p:cNvPr id="5" name="Title 10">
            <a:extLst>
              <a:ext uri="{FF2B5EF4-FFF2-40B4-BE49-F238E27FC236}">
                <a16:creationId xmlns:a16="http://schemas.microsoft.com/office/drawing/2014/main" id="{24DD0D5A-4F9E-408A-0F1B-E496DD83D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280" y="546346"/>
            <a:ext cx="11066200" cy="838571"/>
          </a:xfrm>
        </p:spPr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ED61BBBF-D8D7-EE80-A173-CE978079B8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0280" y="1180885"/>
            <a:ext cx="11066200" cy="900362"/>
          </a:xfrm>
        </p:spPr>
        <p:txBody>
          <a:bodyPr/>
          <a:lstStyle/>
          <a:p>
            <a:r>
              <a:rPr lang="en-US" sz="1600" dirty="0"/>
              <a:t>x</a:t>
            </a:r>
            <a:endParaRPr lang="en-US" dirty="0"/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85C626F0-5360-A507-2F9A-60708B789AC0}"/>
              </a:ext>
            </a:extLst>
          </p:cNvPr>
          <p:cNvSpPr txBox="1">
            <a:spLocks/>
          </p:cNvSpPr>
          <p:nvPr/>
        </p:nvSpPr>
        <p:spPr>
          <a:xfrm>
            <a:off x="1184695" y="3017671"/>
            <a:ext cx="4137113" cy="22406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  <a:t>OnePulse is </a:t>
            </a:r>
            <a:r>
              <a:rPr lang="en-US" dirty="0">
                <a:solidFill>
                  <a:srgbClr val="0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SI’s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  <a:t> 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  <a:t>fast response mobile survey tool where we can ask questions in flexible formats (w/ imagery/videos).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  <a:t>Targeted sample options are available, with a variety of UK consumers and demographics active across the digital panel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Helvetica" panose="020B0604020202020204" pitchFamily="34" charset="0"/>
              <a:ea typeface="+mn-ea"/>
              <a:cs typeface="Helvetica" panose="020B0604020202020204" pitchFamily="34" charset="0"/>
            </a:endParaRP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D517CDB0-8082-59CF-E6A3-D6AFD0D58C87}"/>
              </a:ext>
            </a:extLst>
          </p:cNvPr>
          <p:cNvSpPr txBox="1">
            <a:spLocks/>
          </p:cNvSpPr>
          <p:nvPr/>
        </p:nvSpPr>
        <p:spPr>
          <a:xfrm>
            <a:off x="6172979" y="2858835"/>
            <a:ext cx="4818108" cy="2898975"/>
          </a:xfrm>
          <a:prstGeom prst="rect">
            <a:avLst/>
          </a:prstGeom>
        </p:spPr>
        <p:txBody>
          <a:bodyPr lIns="36000" tIns="36000" rIns="36000" bIns="3600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  <a:t>1) x</a:t>
            </a:r>
            <a:b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</a:br>
            <a:r>
              <a:rPr kumimoji="0" lang="en-GB" sz="1000" b="0" i="1" u="none" strike="noStrike" kern="1200" cap="none" spc="0" normalizeH="0" baseline="0" noProof="0" dirty="0">
                <a:ln>
                  <a:noFill/>
                </a:ln>
                <a:solidFill>
                  <a:srgbClr val="D4D4D4">
                    <a:lumMod val="75000"/>
                  </a:srgbClr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  <a:t>Options: x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b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</a:b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Helvetica" panose="020B0604020202020204" pitchFamily="34" charset="0"/>
              <a:ea typeface="+mn-ea"/>
              <a:cs typeface="Helvetica" panose="020B0604020202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  <a:t>2) x</a:t>
            </a:r>
            <a:b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</a:br>
            <a:r>
              <a:rPr kumimoji="0" lang="en-GB" sz="1000" b="0" i="1" u="none" strike="noStrike" kern="1200" cap="none" spc="0" normalizeH="0" baseline="0" noProof="0" dirty="0">
                <a:ln>
                  <a:noFill/>
                </a:ln>
                <a:solidFill>
                  <a:srgbClr val="D4D4D4">
                    <a:lumMod val="75000"/>
                  </a:srgbClr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  <a:t>Options: x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br>
              <a:rPr kumimoji="0" lang="en-GB" sz="1000" b="0" i="1" u="none" strike="noStrike" kern="1200" cap="none" spc="0" normalizeH="0" baseline="0" noProof="0" dirty="0">
                <a:ln>
                  <a:noFill/>
                </a:ln>
                <a:solidFill>
                  <a:srgbClr val="D4D4D4">
                    <a:lumMod val="10000"/>
                  </a:srgbClr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</a:b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Helvetica" panose="020B0604020202020204" pitchFamily="34" charset="0"/>
              <a:ea typeface="+mn-ea"/>
              <a:cs typeface="Helvetica" panose="020B0604020202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  <a:t>3) x</a:t>
            </a:r>
            <a:b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</a:br>
            <a:r>
              <a:rPr kumimoji="0" lang="en-GB" sz="1000" b="0" i="1" u="none" strike="noStrike" kern="1200" cap="none" spc="0" normalizeH="0" baseline="0" noProof="0" dirty="0">
                <a:ln>
                  <a:noFill/>
                </a:ln>
                <a:solidFill>
                  <a:srgbClr val="D4D4D4">
                    <a:lumMod val="75000"/>
                  </a:srgbClr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</a:rPr>
              <a:t>Options: x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000" b="0" i="1" u="none" strike="noStrike" kern="1200" cap="none" spc="0" normalizeH="0" baseline="0" noProof="0" dirty="0">
              <a:ln>
                <a:noFill/>
              </a:ln>
              <a:solidFill>
                <a:srgbClr val="D4D4D4">
                  <a:lumMod val="75000"/>
                </a:srgbClr>
              </a:solidFill>
              <a:effectLst/>
              <a:uLnTx/>
              <a:uFillTx/>
              <a:latin typeface="Helvetica" panose="020B0604020202020204" pitchFamily="34" charset="0"/>
              <a:ea typeface="+mn-ea"/>
              <a:cs typeface="Helvetica" panose="020B0604020202020204" pitchFamily="34" charset="0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FE70DA-669A-7983-BBAB-AFD745553900}"/>
              </a:ext>
            </a:extLst>
          </p:cNvPr>
          <p:cNvSpPr txBox="1">
            <a:spLocks/>
          </p:cNvSpPr>
          <p:nvPr/>
        </p:nvSpPr>
        <p:spPr>
          <a:xfrm>
            <a:off x="1283229" y="2339842"/>
            <a:ext cx="3621201" cy="89368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D4D4D4">
                    <a:lumMod val="25000"/>
                  </a:srgbClr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  <a:cs typeface="+mn-cs"/>
              </a:rPr>
              <a:t>OnePulse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EBBB4A58-2E19-C27F-5F9D-13E623F30787}"/>
              </a:ext>
            </a:extLst>
          </p:cNvPr>
          <p:cNvSpPr txBox="1">
            <a:spLocks/>
          </p:cNvSpPr>
          <p:nvPr/>
        </p:nvSpPr>
        <p:spPr>
          <a:xfrm>
            <a:off x="6721953" y="2345386"/>
            <a:ext cx="3621201" cy="89368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6">
                    <a:lumMod val="10000"/>
                  </a:schemeClr>
                </a:solidFill>
                <a:latin typeface="Helvetic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D4D4D4">
                    <a:lumMod val="25000"/>
                  </a:srgbClr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  <a:cs typeface="+mn-cs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2144006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173107-5D9E-FAA8-84FB-8C370A8C5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05A2A-844C-441D-8475-AF1EDAF5A6F1}" type="slidenum">
              <a:rPr lang="en-GB" smtClean="0"/>
              <a:pPr/>
              <a:t>3</a:t>
            </a:fld>
            <a:endParaRPr lang="en-GB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4427961-401E-7E12-3BFD-B0405AF348D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0555285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20244222"/>
      </p:ext>
    </p:extLst>
  </p:cSld>
  <p:clrMapOvr>
    <a:masterClrMapping/>
  </p:clrMapOvr>
</p:sld>
</file>

<file path=ppt/theme/theme1.xml><?xml version="1.0" encoding="utf-8"?>
<a:theme xmlns:a="http://schemas.openxmlformats.org/drawingml/2006/main" name="PMSI">
  <a:themeElements>
    <a:clrScheme name="Custom 14">
      <a:dk1>
        <a:srgbClr val="77A07B"/>
      </a:dk1>
      <a:lt1>
        <a:srgbClr val="384670"/>
      </a:lt1>
      <a:dk2>
        <a:srgbClr val="B2767D"/>
      </a:dk2>
      <a:lt2>
        <a:srgbClr val="F5EDDE"/>
      </a:lt2>
      <a:accent1>
        <a:srgbClr val="CF8858"/>
      </a:accent1>
      <a:accent2>
        <a:srgbClr val="5B9EBE"/>
      </a:accent2>
      <a:accent3>
        <a:srgbClr val="0E3B22"/>
      </a:accent3>
      <a:accent4>
        <a:srgbClr val="6E77A3"/>
      </a:accent4>
      <a:accent5>
        <a:srgbClr val="6FA4A9"/>
      </a:accent5>
      <a:accent6>
        <a:srgbClr val="D4D4D4"/>
      </a:accent6>
      <a:hlink>
        <a:srgbClr val="283846"/>
      </a:hlink>
      <a:folHlink>
        <a:srgbClr val="D8D8D8"/>
      </a:folHlink>
    </a:clrScheme>
    <a:fontScheme name="LVMH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82</Words>
  <Application>Microsoft Macintosh PowerPoint</Application>
  <PresentationFormat>Widescreen</PresentationFormat>
  <Paragraphs>17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Aptos</vt:lpstr>
      <vt:lpstr>Arial</vt:lpstr>
      <vt:lpstr>Arial Nova Light</vt:lpstr>
      <vt:lpstr>Calibri</vt:lpstr>
      <vt:lpstr>Georgia</vt:lpstr>
      <vt:lpstr>Helvetica</vt:lpstr>
      <vt:lpstr>PMSI</vt:lpstr>
      <vt:lpstr>OnePulse Survey Strategic Intelligence Team </vt:lpstr>
      <vt:lpstr>Methodology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 Millard</dc:creator>
  <cp:lastModifiedBy>Scott Thompson</cp:lastModifiedBy>
  <cp:revision>1</cp:revision>
  <dcterms:created xsi:type="dcterms:W3CDTF">2025-05-22T13:23:57Z</dcterms:created>
  <dcterms:modified xsi:type="dcterms:W3CDTF">2026-01-21T09:57:29Z</dcterms:modified>
</cp:coreProperties>
</file>